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1122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berto Ruiz" userId="47fa91d207cfb014" providerId="LiveId" clId="{85FEFC20-368C-4804-AF35-776ECB9C6605}"/>
    <pc:docChg chg="custSel modSld">
      <pc:chgData name="Alberto Ruiz" userId="47fa91d207cfb014" providerId="LiveId" clId="{85FEFC20-368C-4804-AF35-776ECB9C6605}" dt="2026-01-07T11:40:25.318" v="19" actId="26606"/>
      <pc:docMkLst>
        <pc:docMk/>
      </pc:docMkLst>
      <pc:sldChg chg="addSp modSp mod setBg">
        <pc:chgData name="Alberto Ruiz" userId="47fa91d207cfb014" providerId="LiveId" clId="{85FEFC20-368C-4804-AF35-776ECB9C6605}" dt="2026-01-07T11:39:15.044" v="0" actId="26606"/>
        <pc:sldMkLst>
          <pc:docMk/>
          <pc:sldMk cId="0" sldId="256"/>
        </pc:sldMkLst>
        <pc:spChg chg="mod">
          <ac:chgData name="Alberto Ruiz" userId="47fa91d207cfb014" providerId="LiveId" clId="{85FEFC20-368C-4804-AF35-776ECB9C6605}" dt="2026-01-07T11:39:15.044" v="0" actId="26606"/>
          <ac:spMkLst>
            <pc:docMk/>
            <pc:sldMk cId="0" sldId="256"/>
            <ac:spMk id="2" creationId="{00000000-0000-0000-0000-000000000000}"/>
          </ac:spMkLst>
        </pc:spChg>
        <pc:spChg chg="mod">
          <ac:chgData name="Alberto Ruiz" userId="47fa91d207cfb014" providerId="LiveId" clId="{85FEFC20-368C-4804-AF35-776ECB9C6605}" dt="2026-01-07T11:39:15.044" v="0" actId="26606"/>
          <ac:spMkLst>
            <pc:docMk/>
            <pc:sldMk cId="0" sldId="256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1:39:15.044" v="0" actId="26606"/>
          <ac:spMkLst>
            <pc:docMk/>
            <pc:sldMk cId="0" sldId="256"/>
            <ac:spMk id="9" creationId="{C0763A76-9F1C-4FC5-82B7-DD475DA461B2}"/>
          </ac:spMkLst>
        </pc:spChg>
        <pc:spChg chg="add">
          <ac:chgData name="Alberto Ruiz" userId="47fa91d207cfb014" providerId="LiveId" clId="{85FEFC20-368C-4804-AF35-776ECB9C6605}" dt="2026-01-07T11:39:15.044" v="0" actId="26606"/>
          <ac:spMkLst>
            <pc:docMk/>
            <pc:sldMk cId="0" sldId="256"/>
            <ac:spMk id="11" creationId="{E81BF4F6-F2CF-4984-9D14-D6966D92F99F}"/>
          </ac:spMkLst>
        </pc:spChg>
        <pc:picChg chg="add">
          <ac:chgData name="Alberto Ruiz" userId="47fa91d207cfb014" providerId="LiveId" clId="{85FEFC20-368C-4804-AF35-776ECB9C6605}" dt="2026-01-07T11:39:15.044" v="0" actId="26606"/>
          <ac:picMkLst>
            <pc:docMk/>
            <pc:sldMk cId="0" sldId="256"/>
            <ac:picMk id="5" creationId="{CFC6A08F-67DA-74B9-6D93-0D92148276A9}"/>
          </ac:picMkLst>
        </pc:picChg>
      </pc:sldChg>
      <pc:sldChg chg="addSp modSp mod setBg">
        <pc:chgData name="Alberto Ruiz" userId="47fa91d207cfb014" providerId="LiveId" clId="{85FEFC20-368C-4804-AF35-776ECB9C6605}" dt="2026-01-07T11:39:18.413" v="1" actId="26606"/>
        <pc:sldMkLst>
          <pc:docMk/>
          <pc:sldMk cId="0" sldId="257"/>
        </pc:sldMkLst>
        <pc:spChg chg="mod">
          <ac:chgData name="Alberto Ruiz" userId="47fa91d207cfb014" providerId="LiveId" clId="{85FEFC20-368C-4804-AF35-776ECB9C6605}" dt="2026-01-07T11:39:18.413" v="1" actId="26606"/>
          <ac:spMkLst>
            <pc:docMk/>
            <pc:sldMk cId="0" sldId="257"/>
            <ac:spMk id="2" creationId="{00000000-0000-0000-0000-000000000000}"/>
          </ac:spMkLst>
        </pc:spChg>
        <pc:spChg chg="mod">
          <ac:chgData name="Alberto Ruiz" userId="47fa91d207cfb014" providerId="LiveId" clId="{85FEFC20-368C-4804-AF35-776ECB9C6605}" dt="2026-01-07T11:39:18.413" v="1" actId="26606"/>
          <ac:spMkLst>
            <pc:docMk/>
            <pc:sldMk cId="0" sldId="257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1:39:18.413" v="1" actId="26606"/>
          <ac:spMkLst>
            <pc:docMk/>
            <pc:sldMk cId="0" sldId="257"/>
            <ac:spMk id="9" creationId="{C0763A76-9F1C-4FC5-82B7-DD475DA461B2}"/>
          </ac:spMkLst>
        </pc:spChg>
        <pc:spChg chg="add">
          <ac:chgData name="Alberto Ruiz" userId="47fa91d207cfb014" providerId="LiveId" clId="{85FEFC20-368C-4804-AF35-776ECB9C6605}" dt="2026-01-07T11:39:18.413" v="1" actId="26606"/>
          <ac:spMkLst>
            <pc:docMk/>
            <pc:sldMk cId="0" sldId="257"/>
            <ac:spMk id="11" creationId="{E81BF4F6-F2CF-4984-9D14-D6966D92F99F}"/>
          </ac:spMkLst>
        </pc:spChg>
        <pc:picChg chg="add">
          <ac:chgData name="Alberto Ruiz" userId="47fa91d207cfb014" providerId="LiveId" clId="{85FEFC20-368C-4804-AF35-776ECB9C6605}" dt="2026-01-07T11:39:18.413" v="1" actId="26606"/>
          <ac:picMkLst>
            <pc:docMk/>
            <pc:sldMk cId="0" sldId="257"/>
            <ac:picMk id="5" creationId="{871105C7-F91C-D82F-1934-22710A320FF4}"/>
          </ac:picMkLst>
        </pc:picChg>
      </pc:sldChg>
      <pc:sldChg chg="addSp delSp modSp mod setBg">
        <pc:chgData name="Alberto Ruiz" userId="47fa91d207cfb014" providerId="LiveId" clId="{85FEFC20-368C-4804-AF35-776ECB9C6605}" dt="2026-01-07T11:39:22.882" v="2" actId="26606"/>
        <pc:sldMkLst>
          <pc:docMk/>
          <pc:sldMk cId="0" sldId="258"/>
        </pc:sldMkLst>
        <pc:spChg chg="mod">
          <ac:chgData name="Alberto Ruiz" userId="47fa91d207cfb014" providerId="LiveId" clId="{85FEFC20-368C-4804-AF35-776ECB9C6605}" dt="2026-01-07T11:39:22.882" v="2" actId="26606"/>
          <ac:spMkLst>
            <pc:docMk/>
            <pc:sldMk cId="0" sldId="258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1:39:22.882" v="2" actId="26606"/>
          <ac:spMkLst>
            <pc:docMk/>
            <pc:sldMk cId="0" sldId="258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1:39:22.882" v="2" actId="26606"/>
          <ac:spMkLst>
            <pc:docMk/>
            <pc:sldMk cId="0" sldId="258"/>
            <ac:spMk id="9" creationId="{BACC6370-2D7E-4714-9D71-7542949D7D5D}"/>
          </ac:spMkLst>
        </pc:spChg>
        <pc:spChg chg="add">
          <ac:chgData name="Alberto Ruiz" userId="47fa91d207cfb014" providerId="LiveId" clId="{85FEFC20-368C-4804-AF35-776ECB9C6605}" dt="2026-01-07T11:39:22.882" v="2" actId="26606"/>
          <ac:spMkLst>
            <pc:docMk/>
            <pc:sldMk cId="0" sldId="258"/>
            <ac:spMk id="11" creationId="{F68B3F68-107C-434F-AA38-110D5EA91B85}"/>
          </ac:spMkLst>
        </pc:spChg>
        <pc:spChg chg="add">
          <ac:chgData name="Alberto Ruiz" userId="47fa91d207cfb014" providerId="LiveId" clId="{85FEFC20-368C-4804-AF35-776ECB9C6605}" dt="2026-01-07T11:39:22.882" v="2" actId="26606"/>
          <ac:spMkLst>
            <pc:docMk/>
            <pc:sldMk cId="0" sldId="258"/>
            <ac:spMk id="13" creationId="{AAD0DBB9-1A4B-4391-81D4-CB19F9AB918A}"/>
          </ac:spMkLst>
        </pc:spChg>
        <pc:spChg chg="add">
          <ac:chgData name="Alberto Ruiz" userId="47fa91d207cfb014" providerId="LiveId" clId="{85FEFC20-368C-4804-AF35-776ECB9C6605}" dt="2026-01-07T11:39:22.882" v="2" actId="26606"/>
          <ac:spMkLst>
            <pc:docMk/>
            <pc:sldMk cId="0" sldId="258"/>
            <ac:spMk id="15" creationId="{063BBA22-50EA-4C4D-BE05-F1CE4E63AA56}"/>
          </ac:spMkLst>
        </pc:spChg>
        <pc:graphicFrameChg chg="add">
          <ac:chgData name="Alberto Ruiz" userId="47fa91d207cfb014" providerId="LiveId" clId="{85FEFC20-368C-4804-AF35-776ECB9C6605}" dt="2026-01-07T11:39:22.882" v="2" actId="26606"/>
          <ac:graphicFrameMkLst>
            <pc:docMk/>
            <pc:sldMk cId="0" sldId="258"/>
            <ac:graphicFrameMk id="5" creationId="{FCFC0225-12AC-A5FF-9D82-5BF1F6D0DFE9}"/>
          </ac:graphicFrameMkLst>
        </pc:graphicFrameChg>
      </pc:sldChg>
      <pc:sldChg chg="addSp delSp modSp mod setBg">
        <pc:chgData name="Alberto Ruiz" userId="47fa91d207cfb014" providerId="LiveId" clId="{85FEFC20-368C-4804-AF35-776ECB9C6605}" dt="2026-01-07T11:39:26.693" v="3" actId="26606"/>
        <pc:sldMkLst>
          <pc:docMk/>
          <pc:sldMk cId="0" sldId="259"/>
        </pc:sldMkLst>
        <pc:spChg chg="mod">
          <ac:chgData name="Alberto Ruiz" userId="47fa91d207cfb014" providerId="LiveId" clId="{85FEFC20-368C-4804-AF35-776ECB9C6605}" dt="2026-01-07T11:39:26.693" v="3" actId="26606"/>
          <ac:spMkLst>
            <pc:docMk/>
            <pc:sldMk cId="0" sldId="259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1:39:26.693" v="3" actId="26606"/>
          <ac:spMkLst>
            <pc:docMk/>
            <pc:sldMk cId="0" sldId="259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1:39:26.693" v="3" actId="26606"/>
          <ac:spMkLst>
            <pc:docMk/>
            <pc:sldMk cId="0" sldId="259"/>
            <ac:spMk id="9" creationId="{BACC6370-2D7E-4714-9D71-7542949D7D5D}"/>
          </ac:spMkLst>
        </pc:spChg>
        <pc:spChg chg="add">
          <ac:chgData name="Alberto Ruiz" userId="47fa91d207cfb014" providerId="LiveId" clId="{85FEFC20-368C-4804-AF35-776ECB9C6605}" dt="2026-01-07T11:39:26.693" v="3" actId="26606"/>
          <ac:spMkLst>
            <pc:docMk/>
            <pc:sldMk cId="0" sldId="259"/>
            <ac:spMk id="11" creationId="{F68B3F68-107C-434F-AA38-110D5EA91B85}"/>
          </ac:spMkLst>
        </pc:spChg>
        <pc:spChg chg="add">
          <ac:chgData name="Alberto Ruiz" userId="47fa91d207cfb014" providerId="LiveId" clId="{85FEFC20-368C-4804-AF35-776ECB9C6605}" dt="2026-01-07T11:39:26.693" v="3" actId="26606"/>
          <ac:spMkLst>
            <pc:docMk/>
            <pc:sldMk cId="0" sldId="259"/>
            <ac:spMk id="13" creationId="{AAD0DBB9-1A4B-4391-81D4-CB19F9AB918A}"/>
          </ac:spMkLst>
        </pc:spChg>
        <pc:spChg chg="add">
          <ac:chgData name="Alberto Ruiz" userId="47fa91d207cfb014" providerId="LiveId" clId="{85FEFC20-368C-4804-AF35-776ECB9C6605}" dt="2026-01-07T11:39:26.693" v="3" actId="26606"/>
          <ac:spMkLst>
            <pc:docMk/>
            <pc:sldMk cId="0" sldId="259"/>
            <ac:spMk id="15" creationId="{063BBA22-50EA-4C4D-BE05-F1CE4E63AA56}"/>
          </ac:spMkLst>
        </pc:spChg>
        <pc:graphicFrameChg chg="add">
          <ac:chgData name="Alberto Ruiz" userId="47fa91d207cfb014" providerId="LiveId" clId="{85FEFC20-368C-4804-AF35-776ECB9C6605}" dt="2026-01-07T11:39:26.693" v="3" actId="26606"/>
          <ac:graphicFrameMkLst>
            <pc:docMk/>
            <pc:sldMk cId="0" sldId="259"/>
            <ac:graphicFrameMk id="5" creationId="{8FE8DEA4-4C09-F824-32E0-B684557C12D8}"/>
          </ac:graphicFrameMkLst>
        </pc:graphicFrameChg>
      </pc:sldChg>
      <pc:sldChg chg="addSp delSp modSp mod setBg">
        <pc:chgData name="Alberto Ruiz" userId="47fa91d207cfb014" providerId="LiveId" clId="{85FEFC20-368C-4804-AF35-776ECB9C6605}" dt="2026-01-07T11:39:30.486" v="4" actId="26606"/>
        <pc:sldMkLst>
          <pc:docMk/>
          <pc:sldMk cId="0" sldId="260"/>
        </pc:sldMkLst>
        <pc:spChg chg="mod">
          <ac:chgData name="Alberto Ruiz" userId="47fa91d207cfb014" providerId="LiveId" clId="{85FEFC20-368C-4804-AF35-776ECB9C6605}" dt="2026-01-07T11:39:30.486" v="4" actId="26606"/>
          <ac:spMkLst>
            <pc:docMk/>
            <pc:sldMk cId="0" sldId="260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1:39:30.486" v="4" actId="26606"/>
          <ac:spMkLst>
            <pc:docMk/>
            <pc:sldMk cId="0" sldId="260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1:39:30.486" v="4" actId="26606"/>
          <ac:spMkLst>
            <pc:docMk/>
            <pc:sldMk cId="0" sldId="260"/>
            <ac:spMk id="9" creationId="{BACC6370-2D7E-4714-9D71-7542949D7D5D}"/>
          </ac:spMkLst>
        </pc:spChg>
        <pc:spChg chg="add">
          <ac:chgData name="Alberto Ruiz" userId="47fa91d207cfb014" providerId="LiveId" clId="{85FEFC20-368C-4804-AF35-776ECB9C6605}" dt="2026-01-07T11:39:30.486" v="4" actId="26606"/>
          <ac:spMkLst>
            <pc:docMk/>
            <pc:sldMk cId="0" sldId="260"/>
            <ac:spMk id="11" creationId="{F68B3F68-107C-434F-AA38-110D5EA91B85}"/>
          </ac:spMkLst>
        </pc:spChg>
        <pc:spChg chg="add">
          <ac:chgData name="Alberto Ruiz" userId="47fa91d207cfb014" providerId="LiveId" clId="{85FEFC20-368C-4804-AF35-776ECB9C6605}" dt="2026-01-07T11:39:30.486" v="4" actId="26606"/>
          <ac:spMkLst>
            <pc:docMk/>
            <pc:sldMk cId="0" sldId="260"/>
            <ac:spMk id="13" creationId="{AAD0DBB9-1A4B-4391-81D4-CB19F9AB918A}"/>
          </ac:spMkLst>
        </pc:spChg>
        <pc:spChg chg="add">
          <ac:chgData name="Alberto Ruiz" userId="47fa91d207cfb014" providerId="LiveId" clId="{85FEFC20-368C-4804-AF35-776ECB9C6605}" dt="2026-01-07T11:39:30.486" v="4" actId="26606"/>
          <ac:spMkLst>
            <pc:docMk/>
            <pc:sldMk cId="0" sldId="260"/>
            <ac:spMk id="15" creationId="{063BBA22-50EA-4C4D-BE05-F1CE4E63AA56}"/>
          </ac:spMkLst>
        </pc:spChg>
        <pc:graphicFrameChg chg="add">
          <ac:chgData name="Alberto Ruiz" userId="47fa91d207cfb014" providerId="LiveId" clId="{85FEFC20-368C-4804-AF35-776ECB9C6605}" dt="2026-01-07T11:39:30.486" v="4" actId="26606"/>
          <ac:graphicFrameMkLst>
            <pc:docMk/>
            <pc:sldMk cId="0" sldId="260"/>
            <ac:graphicFrameMk id="5" creationId="{0A6FEF56-116F-13B8-D644-6D94A81A1497}"/>
          </ac:graphicFrameMkLst>
        </pc:graphicFrameChg>
      </pc:sldChg>
      <pc:sldChg chg="addSp delSp modSp mod setBg">
        <pc:chgData name="Alberto Ruiz" userId="47fa91d207cfb014" providerId="LiveId" clId="{85FEFC20-368C-4804-AF35-776ECB9C6605}" dt="2026-01-07T11:39:33.272" v="5" actId="26606"/>
        <pc:sldMkLst>
          <pc:docMk/>
          <pc:sldMk cId="0" sldId="261"/>
        </pc:sldMkLst>
        <pc:spChg chg="mod">
          <ac:chgData name="Alberto Ruiz" userId="47fa91d207cfb014" providerId="LiveId" clId="{85FEFC20-368C-4804-AF35-776ECB9C6605}" dt="2026-01-07T11:39:33.272" v="5" actId="26606"/>
          <ac:spMkLst>
            <pc:docMk/>
            <pc:sldMk cId="0" sldId="261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1:39:33.272" v="5" actId="26606"/>
          <ac:spMkLst>
            <pc:docMk/>
            <pc:sldMk cId="0" sldId="261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1:39:33.272" v="5" actId="26606"/>
          <ac:spMkLst>
            <pc:docMk/>
            <pc:sldMk cId="0" sldId="261"/>
            <ac:spMk id="9" creationId="{BACC6370-2D7E-4714-9D71-7542949D7D5D}"/>
          </ac:spMkLst>
        </pc:spChg>
        <pc:spChg chg="add">
          <ac:chgData name="Alberto Ruiz" userId="47fa91d207cfb014" providerId="LiveId" clId="{85FEFC20-368C-4804-AF35-776ECB9C6605}" dt="2026-01-07T11:39:33.272" v="5" actId="26606"/>
          <ac:spMkLst>
            <pc:docMk/>
            <pc:sldMk cId="0" sldId="261"/>
            <ac:spMk id="11" creationId="{F68B3F68-107C-434F-AA38-110D5EA91B85}"/>
          </ac:spMkLst>
        </pc:spChg>
        <pc:spChg chg="add">
          <ac:chgData name="Alberto Ruiz" userId="47fa91d207cfb014" providerId="LiveId" clId="{85FEFC20-368C-4804-AF35-776ECB9C6605}" dt="2026-01-07T11:39:33.272" v="5" actId="26606"/>
          <ac:spMkLst>
            <pc:docMk/>
            <pc:sldMk cId="0" sldId="261"/>
            <ac:spMk id="13" creationId="{AAD0DBB9-1A4B-4391-81D4-CB19F9AB918A}"/>
          </ac:spMkLst>
        </pc:spChg>
        <pc:spChg chg="add">
          <ac:chgData name="Alberto Ruiz" userId="47fa91d207cfb014" providerId="LiveId" clId="{85FEFC20-368C-4804-AF35-776ECB9C6605}" dt="2026-01-07T11:39:33.272" v="5" actId="26606"/>
          <ac:spMkLst>
            <pc:docMk/>
            <pc:sldMk cId="0" sldId="261"/>
            <ac:spMk id="15" creationId="{063BBA22-50EA-4C4D-BE05-F1CE4E63AA56}"/>
          </ac:spMkLst>
        </pc:spChg>
        <pc:graphicFrameChg chg="add">
          <ac:chgData name="Alberto Ruiz" userId="47fa91d207cfb014" providerId="LiveId" clId="{85FEFC20-368C-4804-AF35-776ECB9C6605}" dt="2026-01-07T11:39:33.272" v="5" actId="26606"/>
          <ac:graphicFrameMkLst>
            <pc:docMk/>
            <pc:sldMk cId="0" sldId="261"/>
            <ac:graphicFrameMk id="5" creationId="{B899B311-8BF2-CF16-25CB-E6630D8EAA8C}"/>
          </ac:graphicFrameMkLst>
        </pc:graphicFrameChg>
      </pc:sldChg>
      <pc:sldChg chg="addSp delSp modSp mod setBg">
        <pc:chgData name="Alberto Ruiz" userId="47fa91d207cfb014" providerId="LiveId" clId="{85FEFC20-368C-4804-AF35-776ECB9C6605}" dt="2026-01-07T11:39:36.460" v="6" actId="26606"/>
        <pc:sldMkLst>
          <pc:docMk/>
          <pc:sldMk cId="0" sldId="262"/>
        </pc:sldMkLst>
        <pc:spChg chg="mod">
          <ac:chgData name="Alberto Ruiz" userId="47fa91d207cfb014" providerId="LiveId" clId="{85FEFC20-368C-4804-AF35-776ECB9C6605}" dt="2026-01-07T11:39:36.460" v="6" actId="26606"/>
          <ac:spMkLst>
            <pc:docMk/>
            <pc:sldMk cId="0" sldId="262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1:39:36.460" v="6" actId="26606"/>
          <ac:spMkLst>
            <pc:docMk/>
            <pc:sldMk cId="0" sldId="262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1:39:36.460" v="6" actId="26606"/>
          <ac:spMkLst>
            <pc:docMk/>
            <pc:sldMk cId="0" sldId="262"/>
            <ac:spMk id="9" creationId="{BACC6370-2D7E-4714-9D71-7542949D7D5D}"/>
          </ac:spMkLst>
        </pc:spChg>
        <pc:spChg chg="add">
          <ac:chgData name="Alberto Ruiz" userId="47fa91d207cfb014" providerId="LiveId" clId="{85FEFC20-368C-4804-AF35-776ECB9C6605}" dt="2026-01-07T11:39:36.460" v="6" actId="26606"/>
          <ac:spMkLst>
            <pc:docMk/>
            <pc:sldMk cId="0" sldId="262"/>
            <ac:spMk id="11" creationId="{F68B3F68-107C-434F-AA38-110D5EA91B85}"/>
          </ac:spMkLst>
        </pc:spChg>
        <pc:spChg chg="add">
          <ac:chgData name="Alberto Ruiz" userId="47fa91d207cfb014" providerId="LiveId" clId="{85FEFC20-368C-4804-AF35-776ECB9C6605}" dt="2026-01-07T11:39:36.460" v="6" actId="26606"/>
          <ac:spMkLst>
            <pc:docMk/>
            <pc:sldMk cId="0" sldId="262"/>
            <ac:spMk id="13" creationId="{AAD0DBB9-1A4B-4391-81D4-CB19F9AB918A}"/>
          </ac:spMkLst>
        </pc:spChg>
        <pc:spChg chg="add">
          <ac:chgData name="Alberto Ruiz" userId="47fa91d207cfb014" providerId="LiveId" clId="{85FEFC20-368C-4804-AF35-776ECB9C6605}" dt="2026-01-07T11:39:36.460" v="6" actId="26606"/>
          <ac:spMkLst>
            <pc:docMk/>
            <pc:sldMk cId="0" sldId="262"/>
            <ac:spMk id="15" creationId="{063BBA22-50EA-4C4D-BE05-F1CE4E63AA56}"/>
          </ac:spMkLst>
        </pc:spChg>
        <pc:graphicFrameChg chg="add">
          <ac:chgData name="Alberto Ruiz" userId="47fa91d207cfb014" providerId="LiveId" clId="{85FEFC20-368C-4804-AF35-776ECB9C6605}" dt="2026-01-07T11:39:36.460" v="6" actId="26606"/>
          <ac:graphicFrameMkLst>
            <pc:docMk/>
            <pc:sldMk cId="0" sldId="262"/>
            <ac:graphicFrameMk id="5" creationId="{7BAA1DBD-0905-0BD4-EA2C-81B7293A5527}"/>
          </ac:graphicFrameMkLst>
        </pc:graphicFrameChg>
      </pc:sldChg>
      <pc:sldChg chg="addSp delSp modSp mod setBg">
        <pc:chgData name="Alberto Ruiz" userId="47fa91d207cfb014" providerId="LiveId" clId="{85FEFC20-368C-4804-AF35-776ECB9C6605}" dt="2026-01-07T11:39:39.591" v="7" actId="26606"/>
        <pc:sldMkLst>
          <pc:docMk/>
          <pc:sldMk cId="0" sldId="263"/>
        </pc:sldMkLst>
        <pc:spChg chg="mod">
          <ac:chgData name="Alberto Ruiz" userId="47fa91d207cfb014" providerId="LiveId" clId="{85FEFC20-368C-4804-AF35-776ECB9C6605}" dt="2026-01-07T11:39:39.591" v="7" actId="26606"/>
          <ac:spMkLst>
            <pc:docMk/>
            <pc:sldMk cId="0" sldId="263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1:39:39.591" v="7" actId="26606"/>
          <ac:spMkLst>
            <pc:docMk/>
            <pc:sldMk cId="0" sldId="263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1:39:39.591" v="7" actId="26606"/>
          <ac:spMkLst>
            <pc:docMk/>
            <pc:sldMk cId="0" sldId="263"/>
            <ac:spMk id="9" creationId="{BACC6370-2D7E-4714-9D71-7542949D7D5D}"/>
          </ac:spMkLst>
        </pc:spChg>
        <pc:spChg chg="add">
          <ac:chgData name="Alberto Ruiz" userId="47fa91d207cfb014" providerId="LiveId" clId="{85FEFC20-368C-4804-AF35-776ECB9C6605}" dt="2026-01-07T11:39:39.591" v="7" actId="26606"/>
          <ac:spMkLst>
            <pc:docMk/>
            <pc:sldMk cId="0" sldId="263"/>
            <ac:spMk id="11" creationId="{F68B3F68-107C-434F-AA38-110D5EA91B85}"/>
          </ac:spMkLst>
        </pc:spChg>
        <pc:spChg chg="add">
          <ac:chgData name="Alberto Ruiz" userId="47fa91d207cfb014" providerId="LiveId" clId="{85FEFC20-368C-4804-AF35-776ECB9C6605}" dt="2026-01-07T11:39:39.591" v="7" actId="26606"/>
          <ac:spMkLst>
            <pc:docMk/>
            <pc:sldMk cId="0" sldId="263"/>
            <ac:spMk id="13" creationId="{AAD0DBB9-1A4B-4391-81D4-CB19F9AB918A}"/>
          </ac:spMkLst>
        </pc:spChg>
        <pc:spChg chg="add">
          <ac:chgData name="Alberto Ruiz" userId="47fa91d207cfb014" providerId="LiveId" clId="{85FEFC20-368C-4804-AF35-776ECB9C6605}" dt="2026-01-07T11:39:39.591" v="7" actId="26606"/>
          <ac:spMkLst>
            <pc:docMk/>
            <pc:sldMk cId="0" sldId="263"/>
            <ac:spMk id="15" creationId="{063BBA22-50EA-4C4D-BE05-F1CE4E63AA56}"/>
          </ac:spMkLst>
        </pc:spChg>
        <pc:graphicFrameChg chg="add">
          <ac:chgData name="Alberto Ruiz" userId="47fa91d207cfb014" providerId="LiveId" clId="{85FEFC20-368C-4804-AF35-776ECB9C6605}" dt="2026-01-07T11:39:39.591" v="7" actId="26606"/>
          <ac:graphicFrameMkLst>
            <pc:docMk/>
            <pc:sldMk cId="0" sldId="263"/>
            <ac:graphicFrameMk id="5" creationId="{DB1A2CCF-6A26-3ACA-1A08-C849F1E829EE}"/>
          </ac:graphicFrameMkLst>
        </pc:graphicFrameChg>
      </pc:sldChg>
      <pc:sldChg chg="addSp delSp modSp mod setBg">
        <pc:chgData name="Alberto Ruiz" userId="47fa91d207cfb014" providerId="LiveId" clId="{85FEFC20-368C-4804-AF35-776ECB9C6605}" dt="2026-01-07T11:39:42.926" v="8" actId="26606"/>
        <pc:sldMkLst>
          <pc:docMk/>
          <pc:sldMk cId="0" sldId="264"/>
        </pc:sldMkLst>
        <pc:spChg chg="mod">
          <ac:chgData name="Alberto Ruiz" userId="47fa91d207cfb014" providerId="LiveId" clId="{85FEFC20-368C-4804-AF35-776ECB9C6605}" dt="2026-01-07T11:39:42.926" v="8" actId="26606"/>
          <ac:spMkLst>
            <pc:docMk/>
            <pc:sldMk cId="0" sldId="264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1:39:42.926" v="8" actId="26606"/>
          <ac:spMkLst>
            <pc:docMk/>
            <pc:sldMk cId="0" sldId="264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1:39:42.926" v="8" actId="26606"/>
          <ac:spMkLst>
            <pc:docMk/>
            <pc:sldMk cId="0" sldId="264"/>
            <ac:spMk id="9" creationId="{BACC6370-2D7E-4714-9D71-7542949D7D5D}"/>
          </ac:spMkLst>
        </pc:spChg>
        <pc:spChg chg="add">
          <ac:chgData name="Alberto Ruiz" userId="47fa91d207cfb014" providerId="LiveId" clId="{85FEFC20-368C-4804-AF35-776ECB9C6605}" dt="2026-01-07T11:39:42.926" v="8" actId="26606"/>
          <ac:spMkLst>
            <pc:docMk/>
            <pc:sldMk cId="0" sldId="264"/>
            <ac:spMk id="11" creationId="{F68B3F68-107C-434F-AA38-110D5EA91B85}"/>
          </ac:spMkLst>
        </pc:spChg>
        <pc:spChg chg="add">
          <ac:chgData name="Alberto Ruiz" userId="47fa91d207cfb014" providerId="LiveId" clId="{85FEFC20-368C-4804-AF35-776ECB9C6605}" dt="2026-01-07T11:39:42.926" v="8" actId="26606"/>
          <ac:spMkLst>
            <pc:docMk/>
            <pc:sldMk cId="0" sldId="264"/>
            <ac:spMk id="13" creationId="{AAD0DBB9-1A4B-4391-81D4-CB19F9AB918A}"/>
          </ac:spMkLst>
        </pc:spChg>
        <pc:spChg chg="add">
          <ac:chgData name="Alberto Ruiz" userId="47fa91d207cfb014" providerId="LiveId" clId="{85FEFC20-368C-4804-AF35-776ECB9C6605}" dt="2026-01-07T11:39:42.926" v="8" actId="26606"/>
          <ac:spMkLst>
            <pc:docMk/>
            <pc:sldMk cId="0" sldId="264"/>
            <ac:spMk id="15" creationId="{063BBA22-50EA-4C4D-BE05-F1CE4E63AA56}"/>
          </ac:spMkLst>
        </pc:spChg>
        <pc:graphicFrameChg chg="add">
          <ac:chgData name="Alberto Ruiz" userId="47fa91d207cfb014" providerId="LiveId" clId="{85FEFC20-368C-4804-AF35-776ECB9C6605}" dt="2026-01-07T11:39:42.926" v="8" actId="26606"/>
          <ac:graphicFrameMkLst>
            <pc:docMk/>
            <pc:sldMk cId="0" sldId="264"/>
            <ac:graphicFrameMk id="5" creationId="{E1CA61EA-4021-B570-B0DD-CFA907DD9991}"/>
          </ac:graphicFrameMkLst>
        </pc:graphicFrameChg>
      </pc:sldChg>
      <pc:sldChg chg="addSp delSp modSp mod setBg">
        <pc:chgData name="Alberto Ruiz" userId="47fa91d207cfb014" providerId="LiveId" clId="{85FEFC20-368C-4804-AF35-776ECB9C6605}" dt="2026-01-07T11:39:45.989" v="9" actId="26606"/>
        <pc:sldMkLst>
          <pc:docMk/>
          <pc:sldMk cId="0" sldId="265"/>
        </pc:sldMkLst>
        <pc:spChg chg="mod">
          <ac:chgData name="Alberto Ruiz" userId="47fa91d207cfb014" providerId="LiveId" clId="{85FEFC20-368C-4804-AF35-776ECB9C6605}" dt="2026-01-07T11:39:45.989" v="9" actId="26606"/>
          <ac:spMkLst>
            <pc:docMk/>
            <pc:sldMk cId="0" sldId="265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1:39:45.989" v="9" actId="26606"/>
          <ac:spMkLst>
            <pc:docMk/>
            <pc:sldMk cId="0" sldId="265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1:39:45.989" v="9" actId="26606"/>
          <ac:spMkLst>
            <pc:docMk/>
            <pc:sldMk cId="0" sldId="265"/>
            <ac:spMk id="9" creationId="{BACC6370-2D7E-4714-9D71-7542949D7D5D}"/>
          </ac:spMkLst>
        </pc:spChg>
        <pc:spChg chg="add">
          <ac:chgData name="Alberto Ruiz" userId="47fa91d207cfb014" providerId="LiveId" clId="{85FEFC20-368C-4804-AF35-776ECB9C6605}" dt="2026-01-07T11:39:45.989" v="9" actId="26606"/>
          <ac:spMkLst>
            <pc:docMk/>
            <pc:sldMk cId="0" sldId="265"/>
            <ac:spMk id="11" creationId="{F68B3F68-107C-434F-AA38-110D5EA91B85}"/>
          </ac:spMkLst>
        </pc:spChg>
        <pc:spChg chg="add">
          <ac:chgData name="Alberto Ruiz" userId="47fa91d207cfb014" providerId="LiveId" clId="{85FEFC20-368C-4804-AF35-776ECB9C6605}" dt="2026-01-07T11:39:45.989" v="9" actId="26606"/>
          <ac:spMkLst>
            <pc:docMk/>
            <pc:sldMk cId="0" sldId="265"/>
            <ac:spMk id="13" creationId="{AAD0DBB9-1A4B-4391-81D4-CB19F9AB918A}"/>
          </ac:spMkLst>
        </pc:spChg>
        <pc:spChg chg="add">
          <ac:chgData name="Alberto Ruiz" userId="47fa91d207cfb014" providerId="LiveId" clId="{85FEFC20-368C-4804-AF35-776ECB9C6605}" dt="2026-01-07T11:39:45.989" v="9" actId="26606"/>
          <ac:spMkLst>
            <pc:docMk/>
            <pc:sldMk cId="0" sldId="265"/>
            <ac:spMk id="15" creationId="{063BBA22-50EA-4C4D-BE05-F1CE4E63AA56}"/>
          </ac:spMkLst>
        </pc:spChg>
        <pc:graphicFrameChg chg="add">
          <ac:chgData name="Alberto Ruiz" userId="47fa91d207cfb014" providerId="LiveId" clId="{85FEFC20-368C-4804-AF35-776ECB9C6605}" dt="2026-01-07T11:39:45.989" v="9" actId="26606"/>
          <ac:graphicFrameMkLst>
            <pc:docMk/>
            <pc:sldMk cId="0" sldId="265"/>
            <ac:graphicFrameMk id="5" creationId="{656426EB-059B-A6F4-EBB7-F2FAA0CFC247}"/>
          </ac:graphicFrameMkLst>
        </pc:graphicFrameChg>
      </pc:sldChg>
      <pc:sldChg chg="addSp modSp mod setBg">
        <pc:chgData name="Alberto Ruiz" userId="47fa91d207cfb014" providerId="LiveId" clId="{85FEFC20-368C-4804-AF35-776ECB9C6605}" dt="2026-01-07T11:39:50.976" v="10" actId="26606"/>
        <pc:sldMkLst>
          <pc:docMk/>
          <pc:sldMk cId="0" sldId="266"/>
        </pc:sldMkLst>
        <pc:spChg chg="mod">
          <ac:chgData name="Alberto Ruiz" userId="47fa91d207cfb014" providerId="LiveId" clId="{85FEFC20-368C-4804-AF35-776ECB9C6605}" dt="2026-01-07T11:39:50.976" v="10" actId="26606"/>
          <ac:spMkLst>
            <pc:docMk/>
            <pc:sldMk cId="0" sldId="266"/>
            <ac:spMk id="2" creationId="{00000000-0000-0000-0000-000000000000}"/>
          </ac:spMkLst>
        </pc:spChg>
        <pc:spChg chg="mod">
          <ac:chgData name="Alberto Ruiz" userId="47fa91d207cfb014" providerId="LiveId" clId="{85FEFC20-368C-4804-AF35-776ECB9C6605}" dt="2026-01-07T11:39:50.976" v="10" actId="26606"/>
          <ac:spMkLst>
            <pc:docMk/>
            <pc:sldMk cId="0" sldId="266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1:39:50.976" v="10" actId="26606"/>
          <ac:spMkLst>
            <pc:docMk/>
            <pc:sldMk cId="0" sldId="266"/>
            <ac:spMk id="9" creationId="{C0763A76-9F1C-4FC5-82B7-DD475DA461B2}"/>
          </ac:spMkLst>
        </pc:spChg>
        <pc:spChg chg="add">
          <ac:chgData name="Alberto Ruiz" userId="47fa91d207cfb014" providerId="LiveId" clId="{85FEFC20-368C-4804-AF35-776ECB9C6605}" dt="2026-01-07T11:39:50.976" v="10" actId="26606"/>
          <ac:spMkLst>
            <pc:docMk/>
            <pc:sldMk cId="0" sldId="266"/>
            <ac:spMk id="11" creationId="{E81BF4F6-F2CF-4984-9D14-D6966D92F99F}"/>
          </ac:spMkLst>
        </pc:spChg>
        <pc:picChg chg="add">
          <ac:chgData name="Alberto Ruiz" userId="47fa91d207cfb014" providerId="LiveId" clId="{85FEFC20-368C-4804-AF35-776ECB9C6605}" dt="2026-01-07T11:39:50.976" v="10" actId="26606"/>
          <ac:picMkLst>
            <pc:docMk/>
            <pc:sldMk cId="0" sldId="266"/>
            <ac:picMk id="5" creationId="{0181881C-990C-B205-BDA4-2B5F9249D796}"/>
          </ac:picMkLst>
        </pc:picChg>
      </pc:sldChg>
      <pc:sldChg chg="addSp delSp modSp mod setBg">
        <pc:chgData name="Alberto Ruiz" userId="47fa91d207cfb014" providerId="LiveId" clId="{85FEFC20-368C-4804-AF35-776ECB9C6605}" dt="2026-01-07T11:39:54.882" v="11" actId="26606"/>
        <pc:sldMkLst>
          <pc:docMk/>
          <pc:sldMk cId="0" sldId="267"/>
        </pc:sldMkLst>
        <pc:spChg chg="mod">
          <ac:chgData name="Alberto Ruiz" userId="47fa91d207cfb014" providerId="LiveId" clId="{85FEFC20-368C-4804-AF35-776ECB9C6605}" dt="2026-01-07T11:39:54.882" v="11" actId="26606"/>
          <ac:spMkLst>
            <pc:docMk/>
            <pc:sldMk cId="0" sldId="267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1:39:54.882" v="11" actId="26606"/>
          <ac:spMkLst>
            <pc:docMk/>
            <pc:sldMk cId="0" sldId="267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1:39:54.882" v="11" actId="26606"/>
          <ac:spMkLst>
            <pc:docMk/>
            <pc:sldMk cId="0" sldId="267"/>
            <ac:spMk id="9" creationId="{BACC6370-2D7E-4714-9D71-7542949D7D5D}"/>
          </ac:spMkLst>
        </pc:spChg>
        <pc:spChg chg="add">
          <ac:chgData name="Alberto Ruiz" userId="47fa91d207cfb014" providerId="LiveId" clId="{85FEFC20-368C-4804-AF35-776ECB9C6605}" dt="2026-01-07T11:39:54.882" v="11" actId="26606"/>
          <ac:spMkLst>
            <pc:docMk/>
            <pc:sldMk cId="0" sldId="267"/>
            <ac:spMk id="11" creationId="{F68B3F68-107C-434F-AA38-110D5EA91B85}"/>
          </ac:spMkLst>
        </pc:spChg>
        <pc:spChg chg="add">
          <ac:chgData name="Alberto Ruiz" userId="47fa91d207cfb014" providerId="LiveId" clId="{85FEFC20-368C-4804-AF35-776ECB9C6605}" dt="2026-01-07T11:39:54.882" v="11" actId="26606"/>
          <ac:spMkLst>
            <pc:docMk/>
            <pc:sldMk cId="0" sldId="267"/>
            <ac:spMk id="13" creationId="{AAD0DBB9-1A4B-4391-81D4-CB19F9AB918A}"/>
          </ac:spMkLst>
        </pc:spChg>
        <pc:spChg chg="add">
          <ac:chgData name="Alberto Ruiz" userId="47fa91d207cfb014" providerId="LiveId" clId="{85FEFC20-368C-4804-AF35-776ECB9C6605}" dt="2026-01-07T11:39:54.882" v="11" actId="26606"/>
          <ac:spMkLst>
            <pc:docMk/>
            <pc:sldMk cId="0" sldId="267"/>
            <ac:spMk id="15" creationId="{063BBA22-50EA-4C4D-BE05-F1CE4E63AA56}"/>
          </ac:spMkLst>
        </pc:spChg>
        <pc:graphicFrameChg chg="add">
          <ac:chgData name="Alberto Ruiz" userId="47fa91d207cfb014" providerId="LiveId" clId="{85FEFC20-368C-4804-AF35-776ECB9C6605}" dt="2026-01-07T11:39:54.882" v="11" actId="26606"/>
          <ac:graphicFrameMkLst>
            <pc:docMk/>
            <pc:sldMk cId="0" sldId="267"/>
            <ac:graphicFrameMk id="5" creationId="{230CC2A9-EDAE-9A5B-AC6B-E456B865ECE1}"/>
          </ac:graphicFrameMkLst>
        </pc:graphicFrameChg>
      </pc:sldChg>
      <pc:sldChg chg="addSp delSp modSp mod setBg">
        <pc:chgData name="Alberto Ruiz" userId="47fa91d207cfb014" providerId="LiveId" clId="{85FEFC20-368C-4804-AF35-776ECB9C6605}" dt="2026-01-07T11:39:58.285" v="12" actId="26606"/>
        <pc:sldMkLst>
          <pc:docMk/>
          <pc:sldMk cId="0" sldId="268"/>
        </pc:sldMkLst>
        <pc:spChg chg="mod">
          <ac:chgData name="Alberto Ruiz" userId="47fa91d207cfb014" providerId="LiveId" clId="{85FEFC20-368C-4804-AF35-776ECB9C6605}" dt="2026-01-07T11:39:58.285" v="12" actId="26606"/>
          <ac:spMkLst>
            <pc:docMk/>
            <pc:sldMk cId="0" sldId="268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1:39:58.285" v="12" actId="26606"/>
          <ac:spMkLst>
            <pc:docMk/>
            <pc:sldMk cId="0" sldId="268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1:39:58.285" v="12" actId="26606"/>
          <ac:spMkLst>
            <pc:docMk/>
            <pc:sldMk cId="0" sldId="268"/>
            <ac:spMk id="9" creationId="{BACC6370-2D7E-4714-9D71-7542949D7D5D}"/>
          </ac:spMkLst>
        </pc:spChg>
        <pc:spChg chg="add">
          <ac:chgData name="Alberto Ruiz" userId="47fa91d207cfb014" providerId="LiveId" clId="{85FEFC20-368C-4804-AF35-776ECB9C6605}" dt="2026-01-07T11:39:58.285" v="12" actId="26606"/>
          <ac:spMkLst>
            <pc:docMk/>
            <pc:sldMk cId="0" sldId="268"/>
            <ac:spMk id="11" creationId="{F68B3F68-107C-434F-AA38-110D5EA91B85}"/>
          </ac:spMkLst>
        </pc:spChg>
        <pc:spChg chg="add">
          <ac:chgData name="Alberto Ruiz" userId="47fa91d207cfb014" providerId="LiveId" clId="{85FEFC20-368C-4804-AF35-776ECB9C6605}" dt="2026-01-07T11:39:58.285" v="12" actId="26606"/>
          <ac:spMkLst>
            <pc:docMk/>
            <pc:sldMk cId="0" sldId="268"/>
            <ac:spMk id="13" creationId="{AAD0DBB9-1A4B-4391-81D4-CB19F9AB918A}"/>
          </ac:spMkLst>
        </pc:spChg>
        <pc:spChg chg="add">
          <ac:chgData name="Alberto Ruiz" userId="47fa91d207cfb014" providerId="LiveId" clId="{85FEFC20-368C-4804-AF35-776ECB9C6605}" dt="2026-01-07T11:39:58.285" v="12" actId="26606"/>
          <ac:spMkLst>
            <pc:docMk/>
            <pc:sldMk cId="0" sldId="268"/>
            <ac:spMk id="15" creationId="{063BBA22-50EA-4C4D-BE05-F1CE4E63AA56}"/>
          </ac:spMkLst>
        </pc:spChg>
        <pc:graphicFrameChg chg="add">
          <ac:chgData name="Alberto Ruiz" userId="47fa91d207cfb014" providerId="LiveId" clId="{85FEFC20-368C-4804-AF35-776ECB9C6605}" dt="2026-01-07T11:39:58.285" v="12" actId="26606"/>
          <ac:graphicFrameMkLst>
            <pc:docMk/>
            <pc:sldMk cId="0" sldId="268"/>
            <ac:graphicFrameMk id="5" creationId="{496CE33A-1FE5-6B1B-71E4-04E78E413799}"/>
          </ac:graphicFrameMkLst>
        </pc:graphicFrameChg>
      </pc:sldChg>
      <pc:sldChg chg="addSp delSp modSp mod setBg">
        <pc:chgData name="Alberto Ruiz" userId="47fa91d207cfb014" providerId="LiveId" clId="{85FEFC20-368C-4804-AF35-776ECB9C6605}" dt="2026-01-07T11:40:01.236" v="13" actId="26606"/>
        <pc:sldMkLst>
          <pc:docMk/>
          <pc:sldMk cId="0" sldId="269"/>
        </pc:sldMkLst>
        <pc:spChg chg="mod">
          <ac:chgData name="Alberto Ruiz" userId="47fa91d207cfb014" providerId="LiveId" clId="{85FEFC20-368C-4804-AF35-776ECB9C6605}" dt="2026-01-07T11:40:01.236" v="13" actId="26606"/>
          <ac:spMkLst>
            <pc:docMk/>
            <pc:sldMk cId="0" sldId="269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1:40:01.236" v="13" actId="26606"/>
          <ac:spMkLst>
            <pc:docMk/>
            <pc:sldMk cId="0" sldId="269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1:40:01.236" v="13" actId="26606"/>
          <ac:spMkLst>
            <pc:docMk/>
            <pc:sldMk cId="0" sldId="269"/>
            <ac:spMk id="9" creationId="{BACC6370-2D7E-4714-9D71-7542949D7D5D}"/>
          </ac:spMkLst>
        </pc:spChg>
        <pc:spChg chg="add">
          <ac:chgData name="Alberto Ruiz" userId="47fa91d207cfb014" providerId="LiveId" clId="{85FEFC20-368C-4804-AF35-776ECB9C6605}" dt="2026-01-07T11:40:01.236" v="13" actId="26606"/>
          <ac:spMkLst>
            <pc:docMk/>
            <pc:sldMk cId="0" sldId="269"/>
            <ac:spMk id="11" creationId="{F68B3F68-107C-434F-AA38-110D5EA91B85}"/>
          </ac:spMkLst>
        </pc:spChg>
        <pc:spChg chg="add">
          <ac:chgData name="Alberto Ruiz" userId="47fa91d207cfb014" providerId="LiveId" clId="{85FEFC20-368C-4804-AF35-776ECB9C6605}" dt="2026-01-07T11:40:01.236" v="13" actId="26606"/>
          <ac:spMkLst>
            <pc:docMk/>
            <pc:sldMk cId="0" sldId="269"/>
            <ac:spMk id="13" creationId="{AAD0DBB9-1A4B-4391-81D4-CB19F9AB918A}"/>
          </ac:spMkLst>
        </pc:spChg>
        <pc:spChg chg="add">
          <ac:chgData name="Alberto Ruiz" userId="47fa91d207cfb014" providerId="LiveId" clId="{85FEFC20-368C-4804-AF35-776ECB9C6605}" dt="2026-01-07T11:40:01.236" v="13" actId="26606"/>
          <ac:spMkLst>
            <pc:docMk/>
            <pc:sldMk cId="0" sldId="269"/>
            <ac:spMk id="15" creationId="{063BBA22-50EA-4C4D-BE05-F1CE4E63AA56}"/>
          </ac:spMkLst>
        </pc:spChg>
        <pc:graphicFrameChg chg="add">
          <ac:chgData name="Alberto Ruiz" userId="47fa91d207cfb014" providerId="LiveId" clId="{85FEFC20-368C-4804-AF35-776ECB9C6605}" dt="2026-01-07T11:40:01.236" v="13" actId="26606"/>
          <ac:graphicFrameMkLst>
            <pc:docMk/>
            <pc:sldMk cId="0" sldId="269"/>
            <ac:graphicFrameMk id="5" creationId="{5747FC6C-5538-851B-46AB-36DD15C64810}"/>
          </ac:graphicFrameMkLst>
        </pc:graphicFrameChg>
      </pc:sldChg>
      <pc:sldChg chg="addSp delSp modSp mod setBg">
        <pc:chgData name="Alberto Ruiz" userId="47fa91d207cfb014" providerId="LiveId" clId="{85FEFC20-368C-4804-AF35-776ECB9C6605}" dt="2026-01-07T11:40:06.383" v="14" actId="26606"/>
        <pc:sldMkLst>
          <pc:docMk/>
          <pc:sldMk cId="0" sldId="270"/>
        </pc:sldMkLst>
        <pc:spChg chg="mod">
          <ac:chgData name="Alberto Ruiz" userId="47fa91d207cfb014" providerId="LiveId" clId="{85FEFC20-368C-4804-AF35-776ECB9C6605}" dt="2026-01-07T11:40:06.383" v="14" actId="26606"/>
          <ac:spMkLst>
            <pc:docMk/>
            <pc:sldMk cId="0" sldId="270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1:40:06.383" v="14" actId="26606"/>
          <ac:spMkLst>
            <pc:docMk/>
            <pc:sldMk cId="0" sldId="270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1:40:06.383" v="14" actId="26606"/>
          <ac:spMkLst>
            <pc:docMk/>
            <pc:sldMk cId="0" sldId="270"/>
            <ac:spMk id="9" creationId="{5C8908E2-EE49-44D2-9428-A28D2312A8D5}"/>
          </ac:spMkLst>
        </pc:spChg>
        <pc:spChg chg="add">
          <ac:chgData name="Alberto Ruiz" userId="47fa91d207cfb014" providerId="LiveId" clId="{85FEFC20-368C-4804-AF35-776ECB9C6605}" dt="2026-01-07T11:40:06.383" v="14" actId="26606"/>
          <ac:spMkLst>
            <pc:docMk/>
            <pc:sldMk cId="0" sldId="270"/>
            <ac:spMk id="15" creationId="{7449A6C7-D15F-4AA5-BFA5-71A404B47016}"/>
          </ac:spMkLst>
        </pc:spChg>
        <pc:spChg chg="add">
          <ac:chgData name="Alberto Ruiz" userId="47fa91d207cfb014" providerId="LiveId" clId="{85FEFC20-368C-4804-AF35-776ECB9C6605}" dt="2026-01-07T11:40:06.383" v="14" actId="26606"/>
          <ac:spMkLst>
            <pc:docMk/>
            <pc:sldMk cId="0" sldId="270"/>
            <ac:spMk id="17" creationId="{ED888B23-07FA-482A-96DF-47E31AF1A603}"/>
          </ac:spMkLst>
        </pc:spChg>
        <pc:grpChg chg="add">
          <ac:chgData name="Alberto Ruiz" userId="47fa91d207cfb014" providerId="LiveId" clId="{85FEFC20-368C-4804-AF35-776ECB9C6605}" dt="2026-01-07T11:40:06.383" v="14" actId="26606"/>
          <ac:grpSpMkLst>
            <pc:docMk/>
            <pc:sldMk cId="0" sldId="270"/>
            <ac:grpSpMk id="11" creationId="{05314994-6337-4875-8CF5-652CAFE8342C}"/>
          </ac:grpSpMkLst>
        </pc:grpChg>
        <pc:graphicFrameChg chg="add">
          <ac:chgData name="Alberto Ruiz" userId="47fa91d207cfb014" providerId="LiveId" clId="{85FEFC20-368C-4804-AF35-776ECB9C6605}" dt="2026-01-07T11:40:06.383" v="14" actId="26606"/>
          <ac:graphicFrameMkLst>
            <pc:docMk/>
            <pc:sldMk cId="0" sldId="270"/>
            <ac:graphicFrameMk id="5" creationId="{9684C268-0F21-2318-0C56-2C049E74A563}"/>
          </ac:graphicFrameMkLst>
        </pc:graphicFrameChg>
      </pc:sldChg>
      <pc:sldChg chg="addSp delSp modSp mod setBg">
        <pc:chgData name="Alberto Ruiz" userId="47fa91d207cfb014" providerId="LiveId" clId="{85FEFC20-368C-4804-AF35-776ECB9C6605}" dt="2026-01-07T11:40:10.457" v="15" actId="26606"/>
        <pc:sldMkLst>
          <pc:docMk/>
          <pc:sldMk cId="0" sldId="271"/>
        </pc:sldMkLst>
        <pc:spChg chg="mod">
          <ac:chgData name="Alberto Ruiz" userId="47fa91d207cfb014" providerId="LiveId" clId="{85FEFC20-368C-4804-AF35-776ECB9C6605}" dt="2026-01-07T11:40:10.457" v="15" actId="26606"/>
          <ac:spMkLst>
            <pc:docMk/>
            <pc:sldMk cId="0" sldId="271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1:40:10.457" v="15" actId="26606"/>
          <ac:spMkLst>
            <pc:docMk/>
            <pc:sldMk cId="0" sldId="271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1:40:10.457" v="15" actId="26606"/>
          <ac:spMkLst>
            <pc:docMk/>
            <pc:sldMk cId="0" sldId="271"/>
            <ac:spMk id="9" creationId="{5C8908E2-EE49-44D2-9428-A28D2312A8D5}"/>
          </ac:spMkLst>
        </pc:spChg>
        <pc:spChg chg="add">
          <ac:chgData name="Alberto Ruiz" userId="47fa91d207cfb014" providerId="LiveId" clId="{85FEFC20-368C-4804-AF35-776ECB9C6605}" dt="2026-01-07T11:40:10.457" v="15" actId="26606"/>
          <ac:spMkLst>
            <pc:docMk/>
            <pc:sldMk cId="0" sldId="271"/>
            <ac:spMk id="15" creationId="{7449A6C7-D15F-4AA5-BFA5-71A404B47016}"/>
          </ac:spMkLst>
        </pc:spChg>
        <pc:spChg chg="add">
          <ac:chgData name="Alberto Ruiz" userId="47fa91d207cfb014" providerId="LiveId" clId="{85FEFC20-368C-4804-AF35-776ECB9C6605}" dt="2026-01-07T11:40:10.457" v="15" actId="26606"/>
          <ac:spMkLst>
            <pc:docMk/>
            <pc:sldMk cId="0" sldId="271"/>
            <ac:spMk id="17" creationId="{ED888B23-07FA-482A-96DF-47E31AF1A603}"/>
          </ac:spMkLst>
        </pc:spChg>
        <pc:grpChg chg="add">
          <ac:chgData name="Alberto Ruiz" userId="47fa91d207cfb014" providerId="LiveId" clId="{85FEFC20-368C-4804-AF35-776ECB9C6605}" dt="2026-01-07T11:40:10.457" v="15" actId="26606"/>
          <ac:grpSpMkLst>
            <pc:docMk/>
            <pc:sldMk cId="0" sldId="271"/>
            <ac:grpSpMk id="11" creationId="{05314994-6337-4875-8CF5-652CAFE8342C}"/>
          </ac:grpSpMkLst>
        </pc:grpChg>
        <pc:graphicFrameChg chg="add">
          <ac:chgData name="Alberto Ruiz" userId="47fa91d207cfb014" providerId="LiveId" clId="{85FEFC20-368C-4804-AF35-776ECB9C6605}" dt="2026-01-07T11:40:10.457" v="15" actId="26606"/>
          <ac:graphicFrameMkLst>
            <pc:docMk/>
            <pc:sldMk cId="0" sldId="271"/>
            <ac:graphicFrameMk id="5" creationId="{C048D192-161F-91A1-A444-7647BF4F5D7E}"/>
          </ac:graphicFrameMkLst>
        </pc:graphicFrameChg>
      </pc:sldChg>
      <pc:sldChg chg="addSp delSp modSp mod setBg">
        <pc:chgData name="Alberto Ruiz" userId="47fa91d207cfb014" providerId="LiveId" clId="{85FEFC20-368C-4804-AF35-776ECB9C6605}" dt="2026-01-07T11:40:14.814" v="16" actId="26606"/>
        <pc:sldMkLst>
          <pc:docMk/>
          <pc:sldMk cId="0" sldId="272"/>
        </pc:sldMkLst>
        <pc:spChg chg="mod">
          <ac:chgData name="Alberto Ruiz" userId="47fa91d207cfb014" providerId="LiveId" clId="{85FEFC20-368C-4804-AF35-776ECB9C6605}" dt="2026-01-07T11:40:14.814" v="16" actId="26606"/>
          <ac:spMkLst>
            <pc:docMk/>
            <pc:sldMk cId="0" sldId="272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1:40:14.814" v="16" actId="26606"/>
          <ac:spMkLst>
            <pc:docMk/>
            <pc:sldMk cId="0" sldId="272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1:40:14.814" v="16" actId="26606"/>
          <ac:spMkLst>
            <pc:docMk/>
            <pc:sldMk cId="0" sldId="272"/>
            <ac:spMk id="10" creationId="{B50AB553-2A96-4A92-96F2-93548E096954}"/>
          </ac:spMkLst>
        </pc:spChg>
        <pc:graphicFrameChg chg="add">
          <ac:chgData name="Alberto Ruiz" userId="47fa91d207cfb014" providerId="LiveId" clId="{85FEFC20-368C-4804-AF35-776ECB9C6605}" dt="2026-01-07T11:40:14.814" v="16" actId="26606"/>
          <ac:graphicFrameMkLst>
            <pc:docMk/>
            <pc:sldMk cId="0" sldId="272"/>
            <ac:graphicFrameMk id="5" creationId="{026CA0C4-3697-F5DE-EF12-AF4FD9014B38}"/>
          </ac:graphicFrameMkLst>
        </pc:graphicFrameChg>
        <pc:picChg chg="add">
          <ac:chgData name="Alberto Ruiz" userId="47fa91d207cfb014" providerId="LiveId" clId="{85FEFC20-368C-4804-AF35-776ECB9C6605}" dt="2026-01-07T11:40:14.814" v="16" actId="26606"/>
          <ac:picMkLst>
            <pc:docMk/>
            <pc:sldMk cId="0" sldId="272"/>
            <ac:picMk id="6" creationId="{A6BA0227-EF14-FC3F-DBF3-1CDE3D6BB036}"/>
          </ac:picMkLst>
        </pc:picChg>
      </pc:sldChg>
      <pc:sldChg chg="addSp delSp modSp mod setBg">
        <pc:chgData name="Alberto Ruiz" userId="47fa91d207cfb014" providerId="LiveId" clId="{85FEFC20-368C-4804-AF35-776ECB9C6605}" dt="2026-01-07T11:40:19.153" v="17" actId="26606"/>
        <pc:sldMkLst>
          <pc:docMk/>
          <pc:sldMk cId="0" sldId="273"/>
        </pc:sldMkLst>
        <pc:spChg chg="mod">
          <ac:chgData name="Alberto Ruiz" userId="47fa91d207cfb014" providerId="LiveId" clId="{85FEFC20-368C-4804-AF35-776ECB9C6605}" dt="2026-01-07T11:40:19.153" v="17" actId="26606"/>
          <ac:spMkLst>
            <pc:docMk/>
            <pc:sldMk cId="0" sldId="273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1:40:19.153" v="17" actId="26606"/>
          <ac:spMkLst>
            <pc:docMk/>
            <pc:sldMk cId="0" sldId="273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1:40:19.153" v="17" actId="26606"/>
          <ac:spMkLst>
            <pc:docMk/>
            <pc:sldMk cId="0" sldId="273"/>
            <ac:spMk id="10" creationId="{B50AB553-2A96-4A92-96F2-93548E096954}"/>
          </ac:spMkLst>
        </pc:spChg>
        <pc:graphicFrameChg chg="add">
          <ac:chgData name="Alberto Ruiz" userId="47fa91d207cfb014" providerId="LiveId" clId="{85FEFC20-368C-4804-AF35-776ECB9C6605}" dt="2026-01-07T11:40:19.153" v="17" actId="26606"/>
          <ac:graphicFrameMkLst>
            <pc:docMk/>
            <pc:sldMk cId="0" sldId="273"/>
            <ac:graphicFrameMk id="5" creationId="{841E538C-9BE4-2155-F753-D9F1900D0559}"/>
          </ac:graphicFrameMkLst>
        </pc:graphicFrameChg>
        <pc:picChg chg="add">
          <ac:chgData name="Alberto Ruiz" userId="47fa91d207cfb014" providerId="LiveId" clId="{85FEFC20-368C-4804-AF35-776ECB9C6605}" dt="2026-01-07T11:40:19.153" v="17" actId="26606"/>
          <ac:picMkLst>
            <pc:docMk/>
            <pc:sldMk cId="0" sldId="273"/>
            <ac:picMk id="6" creationId="{6A2A47E3-8505-E33F-C0B8-60266D2DEE1F}"/>
          </ac:picMkLst>
        </pc:picChg>
      </pc:sldChg>
      <pc:sldChg chg="addSp delSp modSp mod setBg">
        <pc:chgData name="Alberto Ruiz" userId="47fa91d207cfb014" providerId="LiveId" clId="{85FEFC20-368C-4804-AF35-776ECB9C6605}" dt="2026-01-07T11:40:21.972" v="18" actId="26606"/>
        <pc:sldMkLst>
          <pc:docMk/>
          <pc:sldMk cId="0" sldId="274"/>
        </pc:sldMkLst>
        <pc:spChg chg="mod">
          <ac:chgData name="Alberto Ruiz" userId="47fa91d207cfb014" providerId="LiveId" clId="{85FEFC20-368C-4804-AF35-776ECB9C6605}" dt="2026-01-07T11:40:21.972" v="18" actId="26606"/>
          <ac:spMkLst>
            <pc:docMk/>
            <pc:sldMk cId="0" sldId="274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1:40:21.972" v="18" actId="26606"/>
          <ac:spMkLst>
            <pc:docMk/>
            <pc:sldMk cId="0" sldId="274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1:40:21.972" v="18" actId="26606"/>
          <ac:spMkLst>
            <pc:docMk/>
            <pc:sldMk cId="0" sldId="274"/>
            <ac:spMk id="10" creationId="{B50AB553-2A96-4A92-96F2-93548E096954}"/>
          </ac:spMkLst>
        </pc:spChg>
        <pc:graphicFrameChg chg="add">
          <ac:chgData name="Alberto Ruiz" userId="47fa91d207cfb014" providerId="LiveId" clId="{85FEFC20-368C-4804-AF35-776ECB9C6605}" dt="2026-01-07T11:40:21.972" v="18" actId="26606"/>
          <ac:graphicFrameMkLst>
            <pc:docMk/>
            <pc:sldMk cId="0" sldId="274"/>
            <ac:graphicFrameMk id="5" creationId="{AB815BD7-4035-82B5-F1C4-082213C57FFB}"/>
          </ac:graphicFrameMkLst>
        </pc:graphicFrameChg>
        <pc:picChg chg="add">
          <ac:chgData name="Alberto Ruiz" userId="47fa91d207cfb014" providerId="LiveId" clId="{85FEFC20-368C-4804-AF35-776ECB9C6605}" dt="2026-01-07T11:40:21.972" v="18" actId="26606"/>
          <ac:picMkLst>
            <pc:docMk/>
            <pc:sldMk cId="0" sldId="274"/>
            <ac:picMk id="6" creationId="{205C636D-6974-9A5B-D011-1DE524E13DD5}"/>
          </ac:picMkLst>
        </pc:picChg>
      </pc:sldChg>
      <pc:sldChg chg="addSp modSp mod setBg">
        <pc:chgData name="Alberto Ruiz" userId="47fa91d207cfb014" providerId="LiveId" clId="{85FEFC20-368C-4804-AF35-776ECB9C6605}" dt="2026-01-07T11:40:25.318" v="19" actId="26606"/>
        <pc:sldMkLst>
          <pc:docMk/>
          <pc:sldMk cId="0" sldId="275"/>
        </pc:sldMkLst>
        <pc:spChg chg="mod">
          <ac:chgData name="Alberto Ruiz" userId="47fa91d207cfb014" providerId="LiveId" clId="{85FEFC20-368C-4804-AF35-776ECB9C6605}" dt="2026-01-07T11:40:25.318" v="19" actId="26606"/>
          <ac:spMkLst>
            <pc:docMk/>
            <pc:sldMk cId="0" sldId="275"/>
            <ac:spMk id="2" creationId="{00000000-0000-0000-0000-000000000000}"/>
          </ac:spMkLst>
        </pc:spChg>
        <pc:spChg chg="mod">
          <ac:chgData name="Alberto Ruiz" userId="47fa91d207cfb014" providerId="LiveId" clId="{85FEFC20-368C-4804-AF35-776ECB9C6605}" dt="2026-01-07T11:40:25.318" v="19" actId="26606"/>
          <ac:spMkLst>
            <pc:docMk/>
            <pc:sldMk cId="0" sldId="275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1:40:25.318" v="19" actId="26606"/>
          <ac:spMkLst>
            <pc:docMk/>
            <pc:sldMk cId="0" sldId="275"/>
            <ac:spMk id="9" creationId="{B50AB553-2A96-4A92-96F2-93548E096954}"/>
          </ac:spMkLst>
        </pc:spChg>
        <pc:picChg chg="add">
          <ac:chgData name="Alberto Ruiz" userId="47fa91d207cfb014" providerId="LiveId" clId="{85FEFC20-368C-4804-AF35-776ECB9C6605}" dt="2026-01-07T11:40:25.318" v="19" actId="26606"/>
          <ac:picMkLst>
            <pc:docMk/>
            <pc:sldMk cId="0" sldId="275"/>
            <ac:picMk id="5" creationId="{E3F26571-26E4-CC94-C428-2E378875DFE9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14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24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31.png"/><Relationship Id="rId7" Type="http://schemas.openxmlformats.org/officeDocument/2006/relationships/image" Target="../media/image21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10" Type="http://schemas.openxmlformats.org/officeDocument/2006/relationships/image" Target="../media/image36.svg"/><Relationship Id="rId4" Type="http://schemas.openxmlformats.org/officeDocument/2006/relationships/image" Target="../media/image32.svg"/><Relationship Id="rId9" Type="http://schemas.openxmlformats.org/officeDocument/2006/relationships/image" Target="../media/image35.pn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8.svg"/><Relationship Id="rId1" Type="http://schemas.openxmlformats.org/officeDocument/2006/relationships/image" Target="../media/image37.png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4" Type="http://schemas.openxmlformats.org/officeDocument/2006/relationships/image" Target="../media/image28.svg"/></Relationships>
</file>

<file path=ppt/diagrams/_rels/data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sv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svg"/><Relationship Id="rId1" Type="http://schemas.openxmlformats.org/officeDocument/2006/relationships/image" Target="../media/image42.png"/><Relationship Id="rId6" Type="http://schemas.openxmlformats.org/officeDocument/2006/relationships/image" Target="../media/image47.svg"/><Relationship Id="rId5" Type="http://schemas.openxmlformats.org/officeDocument/2006/relationships/image" Target="../media/image46.png"/><Relationship Id="rId4" Type="http://schemas.openxmlformats.org/officeDocument/2006/relationships/image" Target="../media/image45.sv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svg"/><Relationship Id="rId1" Type="http://schemas.openxmlformats.org/officeDocument/2006/relationships/image" Target="../media/image50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53.svg"/></Relationships>
</file>

<file path=ppt/diagrams/_rels/data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svg"/><Relationship Id="rId1" Type="http://schemas.openxmlformats.org/officeDocument/2006/relationships/image" Target="../media/image54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57.svg"/></Relationships>
</file>

<file path=ppt/diagrams/_rels/data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svg"/><Relationship Id="rId1" Type="http://schemas.openxmlformats.org/officeDocument/2006/relationships/image" Target="../media/image58.png"/><Relationship Id="rId6" Type="http://schemas.openxmlformats.org/officeDocument/2006/relationships/image" Target="../media/image63.svg"/><Relationship Id="rId5" Type="http://schemas.openxmlformats.org/officeDocument/2006/relationships/image" Target="../media/image62.png"/><Relationship Id="rId4" Type="http://schemas.openxmlformats.org/officeDocument/2006/relationships/image" Target="../media/image61.svg"/></Relationships>
</file>

<file path=ppt/diagrams/_rels/data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svg"/><Relationship Id="rId3" Type="http://schemas.openxmlformats.org/officeDocument/2006/relationships/image" Target="../media/image68.png"/><Relationship Id="rId7" Type="http://schemas.openxmlformats.org/officeDocument/2006/relationships/image" Target="../media/image70.png"/><Relationship Id="rId2" Type="http://schemas.openxmlformats.org/officeDocument/2006/relationships/image" Target="../media/image67.svg"/><Relationship Id="rId1" Type="http://schemas.openxmlformats.org/officeDocument/2006/relationships/image" Target="../media/image66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10" Type="http://schemas.openxmlformats.org/officeDocument/2006/relationships/image" Target="../media/image24.svg"/><Relationship Id="rId4" Type="http://schemas.openxmlformats.org/officeDocument/2006/relationships/image" Target="../media/image69.svg"/><Relationship Id="rId9" Type="http://schemas.openxmlformats.org/officeDocument/2006/relationships/image" Target="../media/image23.png"/></Relationships>
</file>

<file path=ppt/diagrams/_rels/data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svg"/><Relationship Id="rId1" Type="http://schemas.openxmlformats.org/officeDocument/2006/relationships/image" Target="../media/image73.png"/><Relationship Id="rId6" Type="http://schemas.openxmlformats.org/officeDocument/2006/relationships/image" Target="../media/image78.svg"/><Relationship Id="rId5" Type="http://schemas.openxmlformats.org/officeDocument/2006/relationships/image" Target="../media/image77.png"/><Relationship Id="rId4" Type="http://schemas.openxmlformats.org/officeDocument/2006/relationships/image" Target="../media/image76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14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24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31.png"/><Relationship Id="rId7" Type="http://schemas.openxmlformats.org/officeDocument/2006/relationships/image" Target="../media/image21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10" Type="http://schemas.openxmlformats.org/officeDocument/2006/relationships/image" Target="../media/image36.svg"/><Relationship Id="rId4" Type="http://schemas.openxmlformats.org/officeDocument/2006/relationships/image" Target="../media/image32.svg"/><Relationship Id="rId9" Type="http://schemas.openxmlformats.org/officeDocument/2006/relationships/image" Target="../media/image35.pn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8.svg"/><Relationship Id="rId1" Type="http://schemas.openxmlformats.org/officeDocument/2006/relationships/image" Target="../media/image37.png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4" Type="http://schemas.openxmlformats.org/officeDocument/2006/relationships/image" Target="../media/image28.svg"/></Relationships>
</file>

<file path=ppt/diagrams/_rels/drawing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sv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svg"/><Relationship Id="rId1" Type="http://schemas.openxmlformats.org/officeDocument/2006/relationships/image" Target="../media/image42.png"/><Relationship Id="rId6" Type="http://schemas.openxmlformats.org/officeDocument/2006/relationships/image" Target="../media/image47.svg"/><Relationship Id="rId5" Type="http://schemas.openxmlformats.org/officeDocument/2006/relationships/image" Target="../media/image46.png"/><Relationship Id="rId4" Type="http://schemas.openxmlformats.org/officeDocument/2006/relationships/image" Target="../media/image45.sv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svg"/><Relationship Id="rId1" Type="http://schemas.openxmlformats.org/officeDocument/2006/relationships/image" Target="../media/image50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53.svg"/></Relationships>
</file>

<file path=ppt/diagrams/_rels/drawing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svg"/><Relationship Id="rId1" Type="http://schemas.openxmlformats.org/officeDocument/2006/relationships/image" Target="../media/image54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57.svg"/></Relationships>
</file>

<file path=ppt/diagrams/_rels/drawing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svg"/><Relationship Id="rId1" Type="http://schemas.openxmlformats.org/officeDocument/2006/relationships/image" Target="../media/image58.png"/><Relationship Id="rId6" Type="http://schemas.openxmlformats.org/officeDocument/2006/relationships/image" Target="../media/image63.svg"/><Relationship Id="rId5" Type="http://schemas.openxmlformats.org/officeDocument/2006/relationships/image" Target="../media/image62.png"/><Relationship Id="rId4" Type="http://schemas.openxmlformats.org/officeDocument/2006/relationships/image" Target="../media/image61.svg"/></Relationships>
</file>

<file path=ppt/diagrams/_rels/drawing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svg"/><Relationship Id="rId3" Type="http://schemas.openxmlformats.org/officeDocument/2006/relationships/image" Target="../media/image68.png"/><Relationship Id="rId7" Type="http://schemas.openxmlformats.org/officeDocument/2006/relationships/image" Target="../media/image70.png"/><Relationship Id="rId2" Type="http://schemas.openxmlformats.org/officeDocument/2006/relationships/image" Target="../media/image67.svg"/><Relationship Id="rId1" Type="http://schemas.openxmlformats.org/officeDocument/2006/relationships/image" Target="../media/image66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10" Type="http://schemas.openxmlformats.org/officeDocument/2006/relationships/image" Target="../media/image24.svg"/><Relationship Id="rId4" Type="http://schemas.openxmlformats.org/officeDocument/2006/relationships/image" Target="../media/image69.svg"/><Relationship Id="rId9" Type="http://schemas.openxmlformats.org/officeDocument/2006/relationships/image" Target="../media/image23.png"/></Relationships>
</file>

<file path=ppt/diagrams/_rels/drawing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svg"/><Relationship Id="rId1" Type="http://schemas.openxmlformats.org/officeDocument/2006/relationships/image" Target="../media/image73.png"/><Relationship Id="rId6" Type="http://schemas.openxmlformats.org/officeDocument/2006/relationships/image" Target="../media/image78.svg"/><Relationship Id="rId5" Type="http://schemas.openxmlformats.org/officeDocument/2006/relationships/image" Target="../media/image77.png"/><Relationship Id="rId4" Type="http://schemas.openxmlformats.org/officeDocument/2006/relationships/image" Target="../media/image7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FD1280C-6FDA-4AD8-88F8-3F48E7E03327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1E81BEBD-6E72-4039-BAC5-7A8DB56E8765}">
      <dgm:prSet/>
      <dgm:spPr/>
      <dgm:t>
        <a:bodyPr/>
        <a:lstStyle/>
        <a:p>
          <a:pPr>
            <a:defRPr cap="all"/>
          </a:pPr>
          <a:r>
            <a:rPr lang="en-US"/>
            <a:t>Comprender el flujo de la información</a:t>
          </a:r>
        </a:p>
      </dgm:t>
    </dgm:pt>
    <dgm:pt modelId="{EBC1144A-476D-4EBB-9BE8-AC84E0C31275}" type="parTrans" cxnId="{DE87A476-348A-4628-A778-9E96B614B0D5}">
      <dgm:prSet/>
      <dgm:spPr/>
      <dgm:t>
        <a:bodyPr/>
        <a:lstStyle/>
        <a:p>
          <a:endParaRPr lang="en-US"/>
        </a:p>
      </dgm:t>
    </dgm:pt>
    <dgm:pt modelId="{C29A72B7-9D45-410C-8762-E3D716CB732C}" type="sibTrans" cxnId="{DE87A476-348A-4628-A778-9E96B614B0D5}">
      <dgm:prSet/>
      <dgm:spPr/>
      <dgm:t>
        <a:bodyPr/>
        <a:lstStyle/>
        <a:p>
          <a:endParaRPr lang="en-US"/>
        </a:p>
      </dgm:t>
    </dgm:pt>
    <dgm:pt modelId="{4BEE22E5-7D79-4EDE-A150-BA9FB1DBA5E2}">
      <dgm:prSet/>
      <dgm:spPr/>
      <dgm:t>
        <a:bodyPr/>
        <a:lstStyle/>
        <a:p>
          <a:pPr>
            <a:defRPr cap="all"/>
          </a:pPr>
          <a:r>
            <a:rPr lang="en-US"/>
            <a:t>Identificar recursos utilizados</a:t>
          </a:r>
        </a:p>
      </dgm:t>
    </dgm:pt>
    <dgm:pt modelId="{FE70C7F3-1194-432C-A50B-B30F255B228B}" type="parTrans" cxnId="{6A854DEF-2178-40B7-B16C-F2B9417373BD}">
      <dgm:prSet/>
      <dgm:spPr/>
      <dgm:t>
        <a:bodyPr/>
        <a:lstStyle/>
        <a:p>
          <a:endParaRPr lang="en-US"/>
        </a:p>
      </dgm:t>
    </dgm:pt>
    <dgm:pt modelId="{9596E378-C618-41E9-BC12-770C0DB35174}" type="sibTrans" cxnId="{6A854DEF-2178-40B7-B16C-F2B9417373BD}">
      <dgm:prSet/>
      <dgm:spPr/>
      <dgm:t>
        <a:bodyPr/>
        <a:lstStyle/>
        <a:p>
          <a:endParaRPr lang="en-US"/>
        </a:p>
      </dgm:t>
    </dgm:pt>
    <dgm:pt modelId="{FF5FDC89-D681-4313-974C-6499CFC4920D}">
      <dgm:prSet/>
      <dgm:spPr/>
      <dgm:t>
        <a:bodyPr/>
        <a:lstStyle/>
        <a:p>
          <a:pPr>
            <a:defRPr cap="all"/>
          </a:pPr>
          <a:r>
            <a:rPr lang="en-US"/>
            <a:t>Detectar cuellos de botella</a:t>
          </a:r>
        </a:p>
      </dgm:t>
    </dgm:pt>
    <dgm:pt modelId="{88646486-C64C-42E5-A758-78E603765BD2}" type="parTrans" cxnId="{D1C3B827-1C8B-4A1F-8E3B-1D31B747FDF2}">
      <dgm:prSet/>
      <dgm:spPr/>
      <dgm:t>
        <a:bodyPr/>
        <a:lstStyle/>
        <a:p>
          <a:endParaRPr lang="en-US"/>
        </a:p>
      </dgm:t>
    </dgm:pt>
    <dgm:pt modelId="{BBBDF464-D416-49A5-B5DE-9167640C5A66}" type="sibTrans" cxnId="{D1C3B827-1C8B-4A1F-8E3B-1D31B747FDF2}">
      <dgm:prSet/>
      <dgm:spPr/>
      <dgm:t>
        <a:bodyPr/>
        <a:lstStyle/>
        <a:p>
          <a:endParaRPr lang="en-US"/>
        </a:p>
      </dgm:t>
    </dgm:pt>
    <dgm:pt modelId="{EBC0DA70-4C92-48EB-8782-07A06CF0C5C7}">
      <dgm:prSet/>
      <dgm:spPr/>
      <dgm:t>
        <a:bodyPr/>
        <a:lstStyle/>
        <a:p>
          <a:pPr>
            <a:defRPr cap="all"/>
          </a:pPr>
          <a:r>
            <a:rPr lang="en-US"/>
            <a:t>Optimizar el uso de los sistemas</a:t>
          </a:r>
        </a:p>
      </dgm:t>
    </dgm:pt>
    <dgm:pt modelId="{CF245B1C-7BCB-4805-BC0F-E9D2B70D157A}" type="parTrans" cxnId="{7D7E655B-A655-4828-8615-58752590E0BB}">
      <dgm:prSet/>
      <dgm:spPr/>
      <dgm:t>
        <a:bodyPr/>
        <a:lstStyle/>
        <a:p>
          <a:endParaRPr lang="en-US"/>
        </a:p>
      </dgm:t>
    </dgm:pt>
    <dgm:pt modelId="{33D40DCF-9820-4A3A-83E2-FE3FA36EC757}" type="sibTrans" cxnId="{7D7E655B-A655-4828-8615-58752590E0BB}">
      <dgm:prSet/>
      <dgm:spPr/>
      <dgm:t>
        <a:bodyPr/>
        <a:lstStyle/>
        <a:p>
          <a:endParaRPr lang="en-US"/>
        </a:p>
      </dgm:t>
    </dgm:pt>
    <dgm:pt modelId="{02661044-5D15-47AC-9016-22885BE1991A}" type="pres">
      <dgm:prSet presAssocID="{BFD1280C-6FDA-4AD8-88F8-3F48E7E03327}" presName="root" presStyleCnt="0">
        <dgm:presLayoutVars>
          <dgm:dir/>
          <dgm:resizeHandles val="exact"/>
        </dgm:presLayoutVars>
      </dgm:prSet>
      <dgm:spPr/>
    </dgm:pt>
    <dgm:pt modelId="{C49CA66C-0E87-40CE-A4C3-1C5D2A59BB99}" type="pres">
      <dgm:prSet presAssocID="{1E81BEBD-6E72-4039-BAC5-7A8DB56E8765}" presName="compNode" presStyleCnt="0"/>
      <dgm:spPr/>
    </dgm:pt>
    <dgm:pt modelId="{0A3F3F71-2F75-45F3-83BF-F9C605CB5E13}" type="pres">
      <dgm:prSet presAssocID="{1E81BEBD-6E72-4039-BAC5-7A8DB56E8765}" presName="iconBgRect" presStyleLbl="bgShp" presStyleIdx="0" presStyleCnt="4"/>
      <dgm:spPr/>
    </dgm:pt>
    <dgm:pt modelId="{5990BAFB-B69D-492B-8608-0AFEE44EC419}" type="pres">
      <dgm:prSet presAssocID="{1E81BEBD-6E72-4039-BAC5-7A8DB56E876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1ED13E41-6D07-494E-842C-D8A445E03825}" type="pres">
      <dgm:prSet presAssocID="{1E81BEBD-6E72-4039-BAC5-7A8DB56E8765}" presName="spaceRect" presStyleCnt="0"/>
      <dgm:spPr/>
    </dgm:pt>
    <dgm:pt modelId="{442425F5-60CD-4A86-8F5F-0E3C5CDF5C3F}" type="pres">
      <dgm:prSet presAssocID="{1E81BEBD-6E72-4039-BAC5-7A8DB56E8765}" presName="textRect" presStyleLbl="revTx" presStyleIdx="0" presStyleCnt="4">
        <dgm:presLayoutVars>
          <dgm:chMax val="1"/>
          <dgm:chPref val="1"/>
        </dgm:presLayoutVars>
      </dgm:prSet>
      <dgm:spPr/>
    </dgm:pt>
    <dgm:pt modelId="{BB054430-0DC5-4473-BF8D-D538DC34891E}" type="pres">
      <dgm:prSet presAssocID="{C29A72B7-9D45-410C-8762-E3D716CB732C}" presName="sibTrans" presStyleCnt="0"/>
      <dgm:spPr/>
    </dgm:pt>
    <dgm:pt modelId="{7B2625FB-69FD-4A41-B087-10B884685619}" type="pres">
      <dgm:prSet presAssocID="{4BEE22E5-7D79-4EDE-A150-BA9FB1DBA5E2}" presName="compNode" presStyleCnt="0"/>
      <dgm:spPr/>
    </dgm:pt>
    <dgm:pt modelId="{0BA68B77-114D-45CB-ABA4-FC4FB52D8B3D}" type="pres">
      <dgm:prSet presAssocID="{4BEE22E5-7D79-4EDE-A150-BA9FB1DBA5E2}" presName="iconBgRect" presStyleLbl="bgShp" presStyleIdx="1" presStyleCnt="4"/>
      <dgm:spPr/>
    </dgm:pt>
    <dgm:pt modelId="{AC9CE308-E72E-49A7-BD47-41DAB7FA3361}" type="pres">
      <dgm:prSet presAssocID="{4BEE22E5-7D79-4EDE-A150-BA9FB1DBA5E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0D9AD341-7FE0-460D-BD8A-62BCD1A75361}" type="pres">
      <dgm:prSet presAssocID="{4BEE22E5-7D79-4EDE-A150-BA9FB1DBA5E2}" presName="spaceRect" presStyleCnt="0"/>
      <dgm:spPr/>
    </dgm:pt>
    <dgm:pt modelId="{63C46AB5-8511-428E-A3B2-223AB402CE22}" type="pres">
      <dgm:prSet presAssocID="{4BEE22E5-7D79-4EDE-A150-BA9FB1DBA5E2}" presName="textRect" presStyleLbl="revTx" presStyleIdx="1" presStyleCnt="4">
        <dgm:presLayoutVars>
          <dgm:chMax val="1"/>
          <dgm:chPref val="1"/>
        </dgm:presLayoutVars>
      </dgm:prSet>
      <dgm:spPr/>
    </dgm:pt>
    <dgm:pt modelId="{E4E0C554-9DC1-4F08-A16F-825DB8E9A59B}" type="pres">
      <dgm:prSet presAssocID="{9596E378-C618-41E9-BC12-770C0DB35174}" presName="sibTrans" presStyleCnt="0"/>
      <dgm:spPr/>
    </dgm:pt>
    <dgm:pt modelId="{D95C43BA-C8F7-44E8-AD04-FEB8A3C3A050}" type="pres">
      <dgm:prSet presAssocID="{FF5FDC89-D681-4313-974C-6499CFC4920D}" presName="compNode" presStyleCnt="0"/>
      <dgm:spPr/>
    </dgm:pt>
    <dgm:pt modelId="{6302A2BD-44B2-4E02-BBAC-E40892600818}" type="pres">
      <dgm:prSet presAssocID="{FF5FDC89-D681-4313-974C-6499CFC4920D}" presName="iconBgRect" presStyleLbl="bgShp" presStyleIdx="2" presStyleCnt="4"/>
      <dgm:spPr/>
    </dgm:pt>
    <dgm:pt modelId="{DFAEDF12-00B4-4D10-9470-B4BAC88C44C3}" type="pres">
      <dgm:prSet presAssocID="{FF5FDC89-D681-4313-974C-6499CFC4920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FF024A53-246A-4E6A-BB50-F45289BE3040}" type="pres">
      <dgm:prSet presAssocID="{FF5FDC89-D681-4313-974C-6499CFC4920D}" presName="spaceRect" presStyleCnt="0"/>
      <dgm:spPr/>
    </dgm:pt>
    <dgm:pt modelId="{FCC48ECD-AADE-4500-910D-0558093A772A}" type="pres">
      <dgm:prSet presAssocID="{FF5FDC89-D681-4313-974C-6499CFC4920D}" presName="textRect" presStyleLbl="revTx" presStyleIdx="2" presStyleCnt="4">
        <dgm:presLayoutVars>
          <dgm:chMax val="1"/>
          <dgm:chPref val="1"/>
        </dgm:presLayoutVars>
      </dgm:prSet>
      <dgm:spPr/>
    </dgm:pt>
    <dgm:pt modelId="{413C478E-E116-4F1E-9C4A-1FD02A909921}" type="pres">
      <dgm:prSet presAssocID="{BBBDF464-D416-49A5-B5DE-9167640C5A66}" presName="sibTrans" presStyleCnt="0"/>
      <dgm:spPr/>
    </dgm:pt>
    <dgm:pt modelId="{76632B50-8E56-43AA-BF0E-4B2C922D40AF}" type="pres">
      <dgm:prSet presAssocID="{EBC0DA70-4C92-48EB-8782-07A06CF0C5C7}" presName="compNode" presStyleCnt="0"/>
      <dgm:spPr/>
    </dgm:pt>
    <dgm:pt modelId="{B867711E-79A2-4AF2-978B-7BC8431CB454}" type="pres">
      <dgm:prSet presAssocID="{EBC0DA70-4C92-48EB-8782-07A06CF0C5C7}" presName="iconBgRect" presStyleLbl="bgShp" presStyleIdx="3" presStyleCnt="4"/>
      <dgm:spPr/>
    </dgm:pt>
    <dgm:pt modelId="{EF26913D-2CD6-4679-A637-13C61555AC2C}" type="pres">
      <dgm:prSet presAssocID="{EBC0DA70-4C92-48EB-8782-07A06CF0C5C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granajes"/>
        </a:ext>
      </dgm:extLst>
    </dgm:pt>
    <dgm:pt modelId="{C2E9AE7A-4631-4680-88F8-A4DF8916E65E}" type="pres">
      <dgm:prSet presAssocID="{EBC0DA70-4C92-48EB-8782-07A06CF0C5C7}" presName="spaceRect" presStyleCnt="0"/>
      <dgm:spPr/>
    </dgm:pt>
    <dgm:pt modelId="{7D19F5CB-E1F0-4FC1-9FB3-26D0182960D1}" type="pres">
      <dgm:prSet presAssocID="{EBC0DA70-4C92-48EB-8782-07A06CF0C5C7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AF5D4B04-2B2F-4117-963C-90DD25EE107E}" type="presOf" srcId="{BFD1280C-6FDA-4AD8-88F8-3F48E7E03327}" destId="{02661044-5D15-47AC-9016-22885BE1991A}" srcOrd="0" destOrd="0" presId="urn:microsoft.com/office/officeart/2018/5/layout/IconCircleLabelList"/>
    <dgm:cxn modelId="{D1C3B827-1C8B-4A1F-8E3B-1D31B747FDF2}" srcId="{BFD1280C-6FDA-4AD8-88F8-3F48E7E03327}" destId="{FF5FDC89-D681-4313-974C-6499CFC4920D}" srcOrd="2" destOrd="0" parTransId="{88646486-C64C-42E5-A758-78E603765BD2}" sibTransId="{BBBDF464-D416-49A5-B5DE-9167640C5A66}"/>
    <dgm:cxn modelId="{7D7E655B-A655-4828-8615-58752590E0BB}" srcId="{BFD1280C-6FDA-4AD8-88F8-3F48E7E03327}" destId="{EBC0DA70-4C92-48EB-8782-07A06CF0C5C7}" srcOrd="3" destOrd="0" parTransId="{CF245B1C-7BCB-4805-BC0F-E9D2B70D157A}" sibTransId="{33D40DCF-9820-4A3A-83E2-FE3FA36EC757}"/>
    <dgm:cxn modelId="{47B68844-A112-4566-BC41-B7C5B7FA20ED}" type="presOf" srcId="{1E81BEBD-6E72-4039-BAC5-7A8DB56E8765}" destId="{442425F5-60CD-4A86-8F5F-0E3C5CDF5C3F}" srcOrd="0" destOrd="0" presId="urn:microsoft.com/office/officeart/2018/5/layout/IconCircleLabelList"/>
    <dgm:cxn modelId="{FE55A36B-92B4-41FB-98BB-451D1AAC4F25}" type="presOf" srcId="{4BEE22E5-7D79-4EDE-A150-BA9FB1DBA5E2}" destId="{63C46AB5-8511-428E-A3B2-223AB402CE22}" srcOrd="0" destOrd="0" presId="urn:microsoft.com/office/officeart/2018/5/layout/IconCircleLabelList"/>
    <dgm:cxn modelId="{DE87A476-348A-4628-A778-9E96B614B0D5}" srcId="{BFD1280C-6FDA-4AD8-88F8-3F48E7E03327}" destId="{1E81BEBD-6E72-4039-BAC5-7A8DB56E8765}" srcOrd="0" destOrd="0" parTransId="{EBC1144A-476D-4EBB-9BE8-AC84E0C31275}" sibTransId="{C29A72B7-9D45-410C-8762-E3D716CB732C}"/>
    <dgm:cxn modelId="{6727BA8A-69F8-4A8F-B481-40ECB0821BC1}" type="presOf" srcId="{EBC0DA70-4C92-48EB-8782-07A06CF0C5C7}" destId="{7D19F5CB-E1F0-4FC1-9FB3-26D0182960D1}" srcOrd="0" destOrd="0" presId="urn:microsoft.com/office/officeart/2018/5/layout/IconCircleLabelList"/>
    <dgm:cxn modelId="{6A854DEF-2178-40B7-B16C-F2B9417373BD}" srcId="{BFD1280C-6FDA-4AD8-88F8-3F48E7E03327}" destId="{4BEE22E5-7D79-4EDE-A150-BA9FB1DBA5E2}" srcOrd="1" destOrd="0" parTransId="{FE70C7F3-1194-432C-A50B-B30F255B228B}" sibTransId="{9596E378-C618-41E9-BC12-770C0DB35174}"/>
    <dgm:cxn modelId="{64127BFE-9DD7-491E-A4AA-E65964B3AC07}" type="presOf" srcId="{FF5FDC89-D681-4313-974C-6499CFC4920D}" destId="{FCC48ECD-AADE-4500-910D-0558093A772A}" srcOrd="0" destOrd="0" presId="urn:microsoft.com/office/officeart/2018/5/layout/IconCircleLabelList"/>
    <dgm:cxn modelId="{89533CCF-5AE0-4044-BE1A-FF094519F684}" type="presParOf" srcId="{02661044-5D15-47AC-9016-22885BE1991A}" destId="{C49CA66C-0E87-40CE-A4C3-1C5D2A59BB99}" srcOrd="0" destOrd="0" presId="urn:microsoft.com/office/officeart/2018/5/layout/IconCircleLabelList"/>
    <dgm:cxn modelId="{CDAB12E7-E300-483F-9689-3B2D8914510E}" type="presParOf" srcId="{C49CA66C-0E87-40CE-A4C3-1C5D2A59BB99}" destId="{0A3F3F71-2F75-45F3-83BF-F9C605CB5E13}" srcOrd="0" destOrd="0" presId="urn:microsoft.com/office/officeart/2018/5/layout/IconCircleLabelList"/>
    <dgm:cxn modelId="{7B0DD002-E728-45C9-A7BD-12BA45614609}" type="presParOf" srcId="{C49CA66C-0E87-40CE-A4C3-1C5D2A59BB99}" destId="{5990BAFB-B69D-492B-8608-0AFEE44EC419}" srcOrd="1" destOrd="0" presId="urn:microsoft.com/office/officeart/2018/5/layout/IconCircleLabelList"/>
    <dgm:cxn modelId="{D270776E-83BB-4970-A534-BBB89F1E66CE}" type="presParOf" srcId="{C49CA66C-0E87-40CE-A4C3-1C5D2A59BB99}" destId="{1ED13E41-6D07-494E-842C-D8A445E03825}" srcOrd="2" destOrd="0" presId="urn:microsoft.com/office/officeart/2018/5/layout/IconCircleLabelList"/>
    <dgm:cxn modelId="{7D7284BF-BA83-4120-8D11-CCDCF6609AB4}" type="presParOf" srcId="{C49CA66C-0E87-40CE-A4C3-1C5D2A59BB99}" destId="{442425F5-60CD-4A86-8F5F-0E3C5CDF5C3F}" srcOrd="3" destOrd="0" presId="urn:microsoft.com/office/officeart/2018/5/layout/IconCircleLabelList"/>
    <dgm:cxn modelId="{EA9A17A2-879A-4A12-88F9-8D7EAC0C586B}" type="presParOf" srcId="{02661044-5D15-47AC-9016-22885BE1991A}" destId="{BB054430-0DC5-4473-BF8D-D538DC34891E}" srcOrd="1" destOrd="0" presId="urn:microsoft.com/office/officeart/2018/5/layout/IconCircleLabelList"/>
    <dgm:cxn modelId="{64FE4058-3D23-4F3B-BB86-B220D6D3A8FA}" type="presParOf" srcId="{02661044-5D15-47AC-9016-22885BE1991A}" destId="{7B2625FB-69FD-4A41-B087-10B884685619}" srcOrd="2" destOrd="0" presId="urn:microsoft.com/office/officeart/2018/5/layout/IconCircleLabelList"/>
    <dgm:cxn modelId="{944523C2-3E6E-4458-BD82-14900C0F4BE1}" type="presParOf" srcId="{7B2625FB-69FD-4A41-B087-10B884685619}" destId="{0BA68B77-114D-45CB-ABA4-FC4FB52D8B3D}" srcOrd="0" destOrd="0" presId="urn:microsoft.com/office/officeart/2018/5/layout/IconCircleLabelList"/>
    <dgm:cxn modelId="{EAB1AE73-5873-4184-B3A1-5D10B1B8F42C}" type="presParOf" srcId="{7B2625FB-69FD-4A41-B087-10B884685619}" destId="{AC9CE308-E72E-49A7-BD47-41DAB7FA3361}" srcOrd="1" destOrd="0" presId="urn:microsoft.com/office/officeart/2018/5/layout/IconCircleLabelList"/>
    <dgm:cxn modelId="{7F714DB1-734F-4120-A141-8FA956D5ED8C}" type="presParOf" srcId="{7B2625FB-69FD-4A41-B087-10B884685619}" destId="{0D9AD341-7FE0-460D-BD8A-62BCD1A75361}" srcOrd="2" destOrd="0" presId="urn:microsoft.com/office/officeart/2018/5/layout/IconCircleLabelList"/>
    <dgm:cxn modelId="{1AA3E938-5F54-4275-98B5-E58097D2D88B}" type="presParOf" srcId="{7B2625FB-69FD-4A41-B087-10B884685619}" destId="{63C46AB5-8511-428E-A3B2-223AB402CE22}" srcOrd="3" destOrd="0" presId="urn:microsoft.com/office/officeart/2018/5/layout/IconCircleLabelList"/>
    <dgm:cxn modelId="{81F1B8FB-70B5-45C8-8BE8-D3E71343B9C1}" type="presParOf" srcId="{02661044-5D15-47AC-9016-22885BE1991A}" destId="{E4E0C554-9DC1-4F08-A16F-825DB8E9A59B}" srcOrd="3" destOrd="0" presId="urn:microsoft.com/office/officeart/2018/5/layout/IconCircleLabelList"/>
    <dgm:cxn modelId="{6C391E24-63D2-44ED-90E1-EC2A8F1074E6}" type="presParOf" srcId="{02661044-5D15-47AC-9016-22885BE1991A}" destId="{D95C43BA-C8F7-44E8-AD04-FEB8A3C3A050}" srcOrd="4" destOrd="0" presId="urn:microsoft.com/office/officeart/2018/5/layout/IconCircleLabelList"/>
    <dgm:cxn modelId="{6B195180-A00E-43CE-AC1C-BA75E275FF46}" type="presParOf" srcId="{D95C43BA-C8F7-44E8-AD04-FEB8A3C3A050}" destId="{6302A2BD-44B2-4E02-BBAC-E40892600818}" srcOrd="0" destOrd="0" presId="urn:microsoft.com/office/officeart/2018/5/layout/IconCircleLabelList"/>
    <dgm:cxn modelId="{75247A6C-38C9-4763-8DAA-C7D75B963844}" type="presParOf" srcId="{D95C43BA-C8F7-44E8-AD04-FEB8A3C3A050}" destId="{DFAEDF12-00B4-4D10-9470-B4BAC88C44C3}" srcOrd="1" destOrd="0" presId="urn:microsoft.com/office/officeart/2018/5/layout/IconCircleLabelList"/>
    <dgm:cxn modelId="{4AB67A0A-16D0-41B6-A810-75072376F34E}" type="presParOf" srcId="{D95C43BA-C8F7-44E8-AD04-FEB8A3C3A050}" destId="{FF024A53-246A-4E6A-BB50-F45289BE3040}" srcOrd="2" destOrd="0" presId="urn:microsoft.com/office/officeart/2018/5/layout/IconCircleLabelList"/>
    <dgm:cxn modelId="{7E32B65E-B66E-4C19-88B8-2A5B89CEDE83}" type="presParOf" srcId="{D95C43BA-C8F7-44E8-AD04-FEB8A3C3A050}" destId="{FCC48ECD-AADE-4500-910D-0558093A772A}" srcOrd="3" destOrd="0" presId="urn:microsoft.com/office/officeart/2018/5/layout/IconCircleLabelList"/>
    <dgm:cxn modelId="{016B5DAF-6ED0-4623-A558-8178C79EA7DA}" type="presParOf" srcId="{02661044-5D15-47AC-9016-22885BE1991A}" destId="{413C478E-E116-4F1E-9C4A-1FD02A909921}" srcOrd="5" destOrd="0" presId="urn:microsoft.com/office/officeart/2018/5/layout/IconCircleLabelList"/>
    <dgm:cxn modelId="{4049E587-BA31-4CC8-98AA-CB78535F1040}" type="presParOf" srcId="{02661044-5D15-47AC-9016-22885BE1991A}" destId="{76632B50-8E56-43AA-BF0E-4B2C922D40AF}" srcOrd="6" destOrd="0" presId="urn:microsoft.com/office/officeart/2018/5/layout/IconCircleLabelList"/>
    <dgm:cxn modelId="{98B89D00-C9BF-4729-B901-F13F3D0E8310}" type="presParOf" srcId="{76632B50-8E56-43AA-BF0E-4B2C922D40AF}" destId="{B867711E-79A2-4AF2-978B-7BC8431CB454}" srcOrd="0" destOrd="0" presId="urn:microsoft.com/office/officeart/2018/5/layout/IconCircleLabelList"/>
    <dgm:cxn modelId="{4D5BCEC3-48D7-4B77-8580-D01CB5415550}" type="presParOf" srcId="{76632B50-8E56-43AA-BF0E-4B2C922D40AF}" destId="{EF26913D-2CD6-4679-A637-13C61555AC2C}" srcOrd="1" destOrd="0" presId="urn:microsoft.com/office/officeart/2018/5/layout/IconCircleLabelList"/>
    <dgm:cxn modelId="{3ADDE611-FEF1-4028-B8B7-19128CD66167}" type="presParOf" srcId="{76632B50-8E56-43AA-BF0E-4B2C922D40AF}" destId="{C2E9AE7A-4631-4680-88F8-A4DF8916E65E}" srcOrd="2" destOrd="0" presId="urn:microsoft.com/office/officeart/2018/5/layout/IconCircleLabelList"/>
    <dgm:cxn modelId="{8EE83291-504D-445A-BBD2-3BD5DB9F4D3A}" type="presParOf" srcId="{76632B50-8E56-43AA-BF0E-4B2C922D40AF}" destId="{7D19F5CB-E1F0-4FC1-9FB3-26D0182960D1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A083E34-0BE0-4F1F-875F-18F71C4F4D04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BDE8B46B-7A52-4B3C-9E21-006A8AC90362}">
      <dgm:prSet/>
      <dgm:spPr/>
      <dgm:t>
        <a:bodyPr/>
        <a:lstStyle/>
        <a:p>
          <a:pPr>
            <a:defRPr cap="all"/>
          </a:pPr>
          <a:r>
            <a:rPr lang="en-US"/>
            <a:t>Conjunto de actividades relacionadas</a:t>
          </a:r>
        </a:p>
      </dgm:t>
    </dgm:pt>
    <dgm:pt modelId="{9BFEF67B-436D-4098-A49B-C4D461279D2A}" type="parTrans" cxnId="{26C3F5F7-CCC9-4D11-9344-094A0BE0EF22}">
      <dgm:prSet/>
      <dgm:spPr/>
      <dgm:t>
        <a:bodyPr/>
        <a:lstStyle/>
        <a:p>
          <a:endParaRPr lang="en-US"/>
        </a:p>
      </dgm:t>
    </dgm:pt>
    <dgm:pt modelId="{EF4BDA33-DA8C-4582-8E14-F162C4E86B08}" type="sibTrans" cxnId="{26C3F5F7-CCC9-4D11-9344-094A0BE0EF22}">
      <dgm:prSet/>
      <dgm:spPr/>
      <dgm:t>
        <a:bodyPr/>
        <a:lstStyle/>
        <a:p>
          <a:endParaRPr lang="en-US"/>
        </a:p>
      </dgm:t>
    </dgm:pt>
    <dgm:pt modelId="{C14D1A9E-BB66-481F-BD73-ECC910A15402}">
      <dgm:prSet/>
      <dgm:spPr/>
      <dgm:t>
        <a:bodyPr/>
        <a:lstStyle/>
        <a:p>
          <a:pPr>
            <a:defRPr cap="all"/>
          </a:pPr>
          <a:r>
            <a:rPr lang="en-US"/>
            <a:t>Persiguen un objetivo concreto</a:t>
          </a:r>
        </a:p>
      </dgm:t>
    </dgm:pt>
    <dgm:pt modelId="{65B2F979-17E7-414F-BFFC-3BF7C9626F4F}" type="parTrans" cxnId="{89E894AC-AE54-4500-A7F1-F60D849EFC79}">
      <dgm:prSet/>
      <dgm:spPr/>
      <dgm:t>
        <a:bodyPr/>
        <a:lstStyle/>
        <a:p>
          <a:endParaRPr lang="en-US"/>
        </a:p>
      </dgm:t>
    </dgm:pt>
    <dgm:pt modelId="{BF84B16D-5F78-4F5B-9FE6-AEDAD0E94DAB}" type="sibTrans" cxnId="{89E894AC-AE54-4500-A7F1-F60D849EFC79}">
      <dgm:prSet/>
      <dgm:spPr/>
      <dgm:t>
        <a:bodyPr/>
        <a:lstStyle/>
        <a:p>
          <a:endParaRPr lang="en-US"/>
        </a:p>
      </dgm:t>
    </dgm:pt>
    <dgm:pt modelId="{36A5BCD7-4199-46C3-B271-8A6108138200}">
      <dgm:prSet/>
      <dgm:spPr/>
      <dgm:t>
        <a:bodyPr/>
        <a:lstStyle/>
        <a:p>
          <a:pPr>
            <a:defRPr cap="all"/>
          </a:pPr>
          <a:r>
            <a:rPr lang="en-US"/>
            <a:t>Están soportados por sistemas de información</a:t>
          </a:r>
        </a:p>
      </dgm:t>
    </dgm:pt>
    <dgm:pt modelId="{25847735-7D3F-4054-BE11-29297E452FB3}" type="parTrans" cxnId="{C3C0BC53-3E26-4580-B883-B4E2EE8B026B}">
      <dgm:prSet/>
      <dgm:spPr/>
      <dgm:t>
        <a:bodyPr/>
        <a:lstStyle/>
        <a:p>
          <a:endParaRPr lang="en-US"/>
        </a:p>
      </dgm:t>
    </dgm:pt>
    <dgm:pt modelId="{1E3FF4B5-7FA5-4AFB-8A2A-2FCCCDDCFA2E}" type="sibTrans" cxnId="{C3C0BC53-3E26-4580-B883-B4E2EE8B026B}">
      <dgm:prSet/>
      <dgm:spPr/>
      <dgm:t>
        <a:bodyPr/>
        <a:lstStyle/>
        <a:p>
          <a:endParaRPr lang="en-US"/>
        </a:p>
      </dgm:t>
    </dgm:pt>
    <dgm:pt modelId="{D2DEC328-ACED-4636-B469-2CBC174F7EF8}" type="pres">
      <dgm:prSet presAssocID="{5A083E34-0BE0-4F1F-875F-18F71C4F4D04}" presName="root" presStyleCnt="0">
        <dgm:presLayoutVars>
          <dgm:dir/>
          <dgm:resizeHandles val="exact"/>
        </dgm:presLayoutVars>
      </dgm:prSet>
      <dgm:spPr/>
    </dgm:pt>
    <dgm:pt modelId="{4F9A9E8D-208E-42B8-B94F-8720F9C84AF7}" type="pres">
      <dgm:prSet presAssocID="{BDE8B46B-7A52-4B3C-9E21-006A8AC90362}" presName="compNode" presStyleCnt="0"/>
      <dgm:spPr/>
    </dgm:pt>
    <dgm:pt modelId="{B3DA066A-D53E-4E1C-BCF2-96E00EAB4029}" type="pres">
      <dgm:prSet presAssocID="{BDE8B46B-7A52-4B3C-9E21-006A8AC90362}" presName="iconBgRect" presStyleLbl="bgShp" presStyleIdx="0" presStyleCnt="3"/>
      <dgm:spPr/>
    </dgm:pt>
    <dgm:pt modelId="{5816B74D-CF8B-4B7E-ABF8-5342A9C24200}" type="pres">
      <dgm:prSet presAssocID="{BDE8B46B-7A52-4B3C-9E21-006A8AC9036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rama"/>
        </a:ext>
      </dgm:extLst>
    </dgm:pt>
    <dgm:pt modelId="{C2AE8435-8FAC-4889-A4DE-35527924E524}" type="pres">
      <dgm:prSet presAssocID="{BDE8B46B-7A52-4B3C-9E21-006A8AC90362}" presName="spaceRect" presStyleCnt="0"/>
      <dgm:spPr/>
    </dgm:pt>
    <dgm:pt modelId="{DF1AEB5D-5F3C-42F9-BC40-B1ED0A32F2FC}" type="pres">
      <dgm:prSet presAssocID="{BDE8B46B-7A52-4B3C-9E21-006A8AC90362}" presName="textRect" presStyleLbl="revTx" presStyleIdx="0" presStyleCnt="3">
        <dgm:presLayoutVars>
          <dgm:chMax val="1"/>
          <dgm:chPref val="1"/>
        </dgm:presLayoutVars>
      </dgm:prSet>
      <dgm:spPr/>
    </dgm:pt>
    <dgm:pt modelId="{6AB5AACF-62D8-4E38-819E-CE2FFFBCBC1C}" type="pres">
      <dgm:prSet presAssocID="{EF4BDA33-DA8C-4582-8E14-F162C4E86B08}" presName="sibTrans" presStyleCnt="0"/>
      <dgm:spPr/>
    </dgm:pt>
    <dgm:pt modelId="{E7F4DA0E-E504-4C61-B1CC-0F8FA59C6D07}" type="pres">
      <dgm:prSet presAssocID="{C14D1A9E-BB66-481F-BD73-ECC910A15402}" presName="compNode" presStyleCnt="0"/>
      <dgm:spPr/>
    </dgm:pt>
    <dgm:pt modelId="{444303F5-64A3-430E-9A5C-52818FCA0390}" type="pres">
      <dgm:prSet presAssocID="{C14D1A9E-BB66-481F-BD73-ECC910A15402}" presName="iconBgRect" presStyleLbl="bgShp" presStyleIdx="1" presStyleCnt="3"/>
      <dgm:spPr/>
    </dgm:pt>
    <dgm:pt modelId="{DA1565DC-D91C-485D-9CC9-213C8F5B4D89}" type="pres">
      <dgm:prSet presAssocID="{C14D1A9E-BB66-481F-BD73-ECC910A1540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ana"/>
        </a:ext>
      </dgm:extLst>
    </dgm:pt>
    <dgm:pt modelId="{687EAF41-B3E2-4B17-8486-942F6612A223}" type="pres">
      <dgm:prSet presAssocID="{C14D1A9E-BB66-481F-BD73-ECC910A15402}" presName="spaceRect" presStyleCnt="0"/>
      <dgm:spPr/>
    </dgm:pt>
    <dgm:pt modelId="{5B618B6C-A38C-4864-8A9B-4FA51CBB1952}" type="pres">
      <dgm:prSet presAssocID="{C14D1A9E-BB66-481F-BD73-ECC910A15402}" presName="textRect" presStyleLbl="revTx" presStyleIdx="1" presStyleCnt="3">
        <dgm:presLayoutVars>
          <dgm:chMax val="1"/>
          <dgm:chPref val="1"/>
        </dgm:presLayoutVars>
      </dgm:prSet>
      <dgm:spPr/>
    </dgm:pt>
    <dgm:pt modelId="{EB740351-3F77-442F-867A-676CDD2F21B0}" type="pres">
      <dgm:prSet presAssocID="{BF84B16D-5F78-4F5B-9FE6-AEDAD0E94DAB}" presName="sibTrans" presStyleCnt="0"/>
      <dgm:spPr/>
    </dgm:pt>
    <dgm:pt modelId="{18CAC4D7-2E8C-4F2D-B844-3B7925DA2693}" type="pres">
      <dgm:prSet presAssocID="{36A5BCD7-4199-46C3-B271-8A6108138200}" presName="compNode" presStyleCnt="0"/>
      <dgm:spPr/>
    </dgm:pt>
    <dgm:pt modelId="{AAA53F95-02FC-43F1-9D5A-ABE43A0535F7}" type="pres">
      <dgm:prSet presAssocID="{36A5BCD7-4199-46C3-B271-8A6108138200}" presName="iconBgRect" presStyleLbl="bgShp" presStyleIdx="2" presStyleCnt="3"/>
      <dgm:spPr/>
    </dgm:pt>
    <dgm:pt modelId="{DEBBBF9F-55FA-4FEC-9208-CEFB3D246009}" type="pres">
      <dgm:prSet presAssocID="{36A5BCD7-4199-46C3-B271-8A610813820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B0C90B73-7DF6-4916-906A-CA137B9F360F}" type="pres">
      <dgm:prSet presAssocID="{36A5BCD7-4199-46C3-B271-8A6108138200}" presName="spaceRect" presStyleCnt="0"/>
      <dgm:spPr/>
    </dgm:pt>
    <dgm:pt modelId="{7FCBA0E8-F35F-4B33-B446-44D31C1D48AA}" type="pres">
      <dgm:prSet presAssocID="{36A5BCD7-4199-46C3-B271-8A6108138200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C3C0BC53-3E26-4580-B883-B4E2EE8B026B}" srcId="{5A083E34-0BE0-4F1F-875F-18F71C4F4D04}" destId="{36A5BCD7-4199-46C3-B271-8A6108138200}" srcOrd="2" destOrd="0" parTransId="{25847735-7D3F-4054-BE11-29297E452FB3}" sibTransId="{1E3FF4B5-7FA5-4AFB-8A2A-2FCCCDDCFA2E}"/>
    <dgm:cxn modelId="{A716B176-5BE6-423D-8077-C93FE52BDAD4}" type="presOf" srcId="{36A5BCD7-4199-46C3-B271-8A6108138200}" destId="{7FCBA0E8-F35F-4B33-B446-44D31C1D48AA}" srcOrd="0" destOrd="0" presId="urn:microsoft.com/office/officeart/2018/5/layout/IconCircleLabelList"/>
    <dgm:cxn modelId="{89E894AC-AE54-4500-A7F1-F60D849EFC79}" srcId="{5A083E34-0BE0-4F1F-875F-18F71C4F4D04}" destId="{C14D1A9E-BB66-481F-BD73-ECC910A15402}" srcOrd="1" destOrd="0" parTransId="{65B2F979-17E7-414F-BFFC-3BF7C9626F4F}" sibTransId="{BF84B16D-5F78-4F5B-9FE6-AEDAD0E94DAB}"/>
    <dgm:cxn modelId="{4A8691C4-7608-41AE-BDC3-0D7468106479}" type="presOf" srcId="{BDE8B46B-7A52-4B3C-9E21-006A8AC90362}" destId="{DF1AEB5D-5F3C-42F9-BC40-B1ED0A32F2FC}" srcOrd="0" destOrd="0" presId="urn:microsoft.com/office/officeart/2018/5/layout/IconCircleLabelList"/>
    <dgm:cxn modelId="{080C40C7-0F79-4719-976E-26E7205A3267}" type="presOf" srcId="{C14D1A9E-BB66-481F-BD73-ECC910A15402}" destId="{5B618B6C-A38C-4864-8A9B-4FA51CBB1952}" srcOrd="0" destOrd="0" presId="urn:microsoft.com/office/officeart/2018/5/layout/IconCircleLabelList"/>
    <dgm:cxn modelId="{88952BDC-D585-4D62-8172-278BA1521B28}" type="presOf" srcId="{5A083E34-0BE0-4F1F-875F-18F71C4F4D04}" destId="{D2DEC328-ACED-4636-B469-2CBC174F7EF8}" srcOrd="0" destOrd="0" presId="urn:microsoft.com/office/officeart/2018/5/layout/IconCircleLabelList"/>
    <dgm:cxn modelId="{26C3F5F7-CCC9-4D11-9344-094A0BE0EF22}" srcId="{5A083E34-0BE0-4F1F-875F-18F71C4F4D04}" destId="{BDE8B46B-7A52-4B3C-9E21-006A8AC90362}" srcOrd="0" destOrd="0" parTransId="{9BFEF67B-436D-4098-A49B-C4D461279D2A}" sibTransId="{EF4BDA33-DA8C-4582-8E14-F162C4E86B08}"/>
    <dgm:cxn modelId="{2FB2883A-15FE-4D10-997E-13CC90BFAC91}" type="presParOf" srcId="{D2DEC328-ACED-4636-B469-2CBC174F7EF8}" destId="{4F9A9E8D-208E-42B8-B94F-8720F9C84AF7}" srcOrd="0" destOrd="0" presId="urn:microsoft.com/office/officeart/2018/5/layout/IconCircleLabelList"/>
    <dgm:cxn modelId="{A85977A3-CBD5-48CA-8701-69568BD48FEC}" type="presParOf" srcId="{4F9A9E8D-208E-42B8-B94F-8720F9C84AF7}" destId="{B3DA066A-D53E-4E1C-BCF2-96E00EAB4029}" srcOrd="0" destOrd="0" presId="urn:microsoft.com/office/officeart/2018/5/layout/IconCircleLabelList"/>
    <dgm:cxn modelId="{D99C5DA8-7159-459A-85B5-C67FBD0A29AC}" type="presParOf" srcId="{4F9A9E8D-208E-42B8-B94F-8720F9C84AF7}" destId="{5816B74D-CF8B-4B7E-ABF8-5342A9C24200}" srcOrd="1" destOrd="0" presId="urn:microsoft.com/office/officeart/2018/5/layout/IconCircleLabelList"/>
    <dgm:cxn modelId="{ED823455-3F49-4F37-A610-6F085182F9FE}" type="presParOf" srcId="{4F9A9E8D-208E-42B8-B94F-8720F9C84AF7}" destId="{C2AE8435-8FAC-4889-A4DE-35527924E524}" srcOrd="2" destOrd="0" presId="urn:microsoft.com/office/officeart/2018/5/layout/IconCircleLabelList"/>
    <dgm:cxn modelId="{C3B7D78F-0811-4113-B837-3F1458186F6E}" type="presParOf" srcId="{4F9A9E8D-208E-42B8-B94F-8720F9C84AF7}" destId="{DF1AEB5D-5F3C-42F9-BC40-B1ED0A32F2FC}" srcOrd="3" destOrd="0" presId="urn:microsoft.com/office/officeart/2018/5/layout/IconCircleLabelList"/>
    <dgm:cxn modelId="{7BC7862D-4A36-4908-8760-038B0FF6A55A}" type="presParOf" srcId="{D2DEC328-ACED-4636-B469-2CBC174F7EF8}" destId="{6AB5AACF-62D8-4E38-819E-CE2FFFBCBC1C}" srcOrd="1" destOrd="0" presId="urn:microsoft.com/office/officeart/2018/5/layout/IconCircleLabelList"/>
    <dgm:cxn modelId="{BD0F3025-A946-4E0F-BDB6-700C2CC304AB}" type="presParOf" srcId="{D2DEC328-ACED-4636-B469-2CBC174F7EF8}" destId="{E7F4DA0E-E504-4C61-B1CC-0F8FA59C6D07}" srcOrd="2" destOrd="0" presId="urn:microsoft.com/office/officeart/2018/5/layout/IconCircleLabelList"/>
    <dgm:cxn modelId="{5EEB5C74-1AC2-4C50-A7CB-93CE1354336D}" type="presParOf" srcId="{E7F4DA0E-E504-4C61-B1CC-0F8FA59C6D07}" destId="{444303F5-64A3-430E-9A5C-52818FCA0390}" srcOrd="0" destOrd="0" presId="urn:microsoft.com/office/officeart/2018/5/layout/IconCircleLabelList"/>
    <dgm:cxn modelId="{454C8B5D-636C-4DC5-8118-DCBA6EAE8B72}" type="presParOf" srcId="{E7F4DA0E-E504-4C61-B1CC-0F8FA59C6D07}" destId="{DA1565DC-D91C-485D-9CC9-213C8F5B4D89}" srcOrd="1" destOrd="0" presId="urn:microsoft.com/office/officeart/2018/5/layout/IconCircleLabelList"/>
    <dgm:cxn modelId="{A7EA77A4-5448-4358-8AEF-BB8C38B44818}" type="presParOf" srcId="{E7F4DA0E-E504-4C61-B1CC-0F8FA59C6D07}" destId="{687EAF41-B3E2-4B17-8486-942F6612A223}" srcOrd="2" destOrd="0" presId="urn:microsoft.com/office/officeart/2018/5/layout/IconCircleLabelList"/>
    <dgm:cxn modelId="{12F165F2-CE91-469A-9D40-207E53E0A0BC}" type="presParOf" srcId="{E7F4DA0E-E504-4C61-B1CC-0F8FA59C6D07}" destId="{5B618B6C-A38C-4864-8A9B-4FA51CBB1952}" srcOrd="3" destOrd="0" presId="urn:microsoft.com/office/officeart/2018/5/layout/IconCircleLabelList"/>
    <dgm:cxn modelId="{C0291030-FAFC-4F54-9204-DA33DAE113DC}" type="presParOf" srcId="{D2DEC328-ACED-4636-B469-2CBC174F7EF8}" destId="{EB740351-3F77-442F-867A-676CDD2F21B0}" srcOrd="3" destOrd="0" presId="urn:microsoft.com/office/officeart/2018/5/layout/IconCircleLabelList"/>
    <dgm:cxn modelId="{4F0DB1E8-BEF7-416F-90DA-194C50171A7F}" type="presParOf" srcId="{D2DEC328-ACED-4636-B469-2CBC174F7EF8}" destId="{18CAC4D7-2E8C-4F2D-B844-3B7925DA2693}" srcOrd="4" destOrd="0" presId="urn:microsoft.com/office/officeart/2018/5/layout/IconCircleLabelList"/>
    <dgm:cxn modelId="{AE9DC9F3-BC8A-4DF6-8AC9-1BECDF10FB71}" type="presParOf" srcId="{18CAC4D7-2E8C-4F2D-B844-3B7925DA2693}" destId="{AAA53F95-02FC-43F1-9D5A-ABE43A0535F7}" srcOrd="0" destOrd="0" presId="urn:microsoft.com/office/officeart/2018/5/layout/IconCircleLabelList"/>
    <dgm:cxn modelId="{A45CC371-7A06-4229-A95D-F07C42C53226}" type="presParOf" srcId="{18CAC4D7-2E8C-4F2D-B844-3B7925DA2693}" destId="{DEBBBF9F-55FA-4FEC-9208-CEFB3D246009}" srcOrd="1" destOrd="0" presId="urn:microsoft.com/office/officeart/2018/5/layout/IconCircleLabelList"/>
    <dgm:cxn modelId="{E80168C0-E9A2-4CE8-A70F-92ADB2C01BDF}" type="presParOf" srcId="{18CAC4D7-2E8C-4F2D-B844-3B7925DA2693}" destId="{B0C90B73-7DF6-4916-906A-CA137B9F360F}" srcOrd="2" destOrd="0" presId="urn:microsoft.com/office/officeart/2018/5/layout/IconCircleLabelList"/>
    <dgm:cxn modelId="{ACF0C786-15ED-4331-9C62-F729E863E404}" type="presParOf" srcId="{18CAC4D7-2E8C-4F2D-B844-3B7925DA2693}" destId="{7FCBA0E8-F35F-4B33-B446-44D31C1D48AA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4921CB1-E6B6-4970-B3A0-648556EE266E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88BBEC83-3F4F-4D79-91B2-63DE83CF4D48}">
      <dgm:prSet/>
      <dgm:spPr/>
      <dgm:t>
        <a:bodyPr/>
        <a:lstStyle/>
        <a:p>
          <a:r>
            <a:rPr lang="en-US"/>
            <a:t>Ventas → ERP y base de datos</a:t>
          </a:r>
        </a:p>
      </dgm:t>
    </dgm:pt>
    <dgm:pt modelId="{E4F20C09-FF68-412A-AB1E-CD4734174308}" type="parTrans" cxnId="{1B573DAA-37A1-4AEB-9353-A8F1A8FC5664}">
      <dgm:prSet/>
      <dgm:spPr/>
      <dgm:t>
        <a:bodyPr/>
        <a:lstStyle/>
        <a:p>
          <a:endParaRPr lang="en-US"/>
        </a:p>
      </dgm:t>
    </dgm:pt>
    <dgm:pt modelId="{724C0DEE-5856-4F17-A44D-7B9F15DF1C8F}" type="sibTrans" cxnId="{1B573DAA-37A1-4AEB-9353-A8F1A8FC5664}">
      <dgm:prSet/>
      <dgm:spPr/>
      <dgm:t>
        <a:bodyPr/>
        <a:lstStyle/>
        <a:p>
          <a:endParaRPr lang="en-US"/>
        </a:p>
      </dgm:t>
    </dgm:pt>
    <dgm:pt modelId="{5241F77A-8426-4032-AA21-C0F0F3795E11}">
      <dgm:prSet/>
      <dgm:spPr/>
      <dgm:t>
        <a:bodyPr/>
        <a:lstStyle/>
        <a:p>
          <a:r>
            <a:rPr lang="en-US"/>
            <a:t>Gestión de nóminas → Aplicación laboral</a:t>
          </a:r>
        </a:p>
      </dgm:t>
    </dgm:pt>
    <dgm:pt modelId="{B09FE991-5B4F-44C7-9D62-BA051CDFB4E3}" type="parTrans" cxnId="{56A7A4E8-7AFD-4B4E-B091-31B7664E023E}">
      <dgm:prSet/>
      <dgm:spPr/>
      <dgm:t>
        <a:bodyPr/>
        <a:lstStyle/>
        <a:p>
          <a:endParaRPr lang="en-US"/>
        </a:p>
      </dgm:t>
    </dgm:pt>
    <dgm:pt modelId="{152BB899-02CD-452E-A2AD-7A0D6DF744B9}" type="sibTrans" cxnId="{56A7A4E8-7AFD-4B4E-B091-31B7664E023E}">
      <dgm:prSet/>
      <dgm:spPr/>
      <dgm:t>
        <a:bodyPr/>
        <a:lstStyle/>
        <a:p>
          <a:endParaRPr lang="en-US"/>
        </a:p>
      </dgm:t>
    </dgm:pt>
    <dgm:pt modelId="{B81E738B-A716-4002-BB7B-EDA38F4E8D08}">
      <dgm:prSet/>
      <dgm:spPr/>
      <dgm:t>
        <a:bodyPr/>
        <a:lstStyle/>
        <a:p>
          <a:r>
            <a:rPr lang="en-US"/>
            <a:t>Atención al cliente → CRM y correo electrónico</a:t>
          </a:r>
        </a:p>
      </dgm:t>
    </dgm:pt>
    <dgm:pt modelId="{6CB3D9CD-8E8A-4970-AF5A-2DA026647EB5}" type="parTrans" cxnId="{BFCC172F-EDDD-4575-BE8C-5E06AABC612A}">
      <dgm:prSet/>
      <dgm:spPr/>
      <dgm:t>
        <a:bodyPr/>
        <a:lstStyle/>
        <a:p>
          <a:endParaRPr lang="en-US"/>
        </a:p>
      </dgm:t>
    </dgm:pt>
    <dgm:pt modelId="{2527E671-CE6D-4AD6-9076-7649FCAA5C07}" type="sibTrans" cxnId="{BFCC172F-EDDD-4575-BE8C-5E06AABC612A}">
      <dgm:prSet/>
      <dgm:spPr/>
      <dgm:t>
        <a:bodyPr/>
        <a:lstStyle/>
        <a:p>
          <a:endParaRPr lang="en-US"/>
        </a:p>
      </dgm:t>
    </dgm:pt>
    <dgm:pt modelId="{FD52F4FF-1EEB-47B9-8FD7-D814934A593D}" type="pres">
      <dgm:prSet presAssocID="{F4921CB1-E6B6-4970-B3A0-648556EE266E}" presName="root" presStyleCnt="0">
        <dgm:presLayoutVars>
          <dgm:dir/>
          <dgm:resizeHandles val="exact"/>
        </dgm:presLayoutVars>
      </dgm:prSet>
      <dgm:spPr/>
    </dgm:pt>
    <dgm:pt modelId="{E6F58F33-CFCC-45DA-92A9-C6D5DB768193}" type="pres">
      <dgm:prSet presAssocID="{88BBEC83-3F4F-4D79-91B2-63DE83CF4D48}" presName="compNode" presStyleCnt="0"/>
      <dgm:spPr/>
    </dgm:pt>
    <dgm:pt modelId="{62B571FB-6E63-4B32-BD39-B35F70131588}" type="pres">
      <dgm:prSet presAssocID="{88BBEC83-3F4F-4D79-91B2-63DE83CF4D4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7BEB488A-D869-4FDD-B49F-38C9D17C5A1F}" type="pres">
      <dgm:prSet presAssocID="{88BBEC83-3F4F-4D79-91B2-63DE83CF4D48}" presName="spaceRect" presStyleCnt="0"/>
      <dgm:spPr/>
    </dgm:pt>
    <dgm:pt modelId="{4BFE7686-0EC3-4C12-A015-B4365E05347C}" type="pres">
      <dgm:prSet presAssocID="{88BBEC83-3F4F-4D79-91B2-63DE83CF4D48}" presName="textRect" presStyleLbl="revTx" presStyleIdx="0" presStyleCnt="3">
        <dgm:presLayoutVars>
          <dgm:chMax val="1"/>
          <dgm:chPref val="1"/>
        </dgm:presLayoutVars>
      </dgm:prSet>
      <dgm:spPr/>
    </dgm:pt>
    <dgm:pt modelId="{B148DC03-8E1B-460F-9F90-4FCE74621331}" type="pres">
      <dgm:prSet presAssocID="{724C0DEE-5856-4F17-A44D-7B9F15DF1C8F}" presName="sibTrans" presStyleCnt="0"/>
      <dgm:spPr/>
    </dgm:pt>
    <dgm:pt modelId="{7C6B1EE2-34DA-4A90-B94D-7176729D953B}" type="pres">
      <dgm:prSet presAssocID="{5241F77A-8426-4032-AA21-C0F0F3795E11}" presName="compNode" presStyleCnt="0"/>
      <dgm:spPr/>
    </dgm:pt>
    <dgm:pt modelId="{C9962004-389B-4669-B823-AD185798FBBC}" type="pres">
      <dgm:prSet presAssocID="{5241F77A-8426-4032-AA21-C0F0F3795E1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C2996367-2476-4EE2-ACBD-A80488430D79}" type="pres">
      <dgm:prSet presAssocID="{5241F77A-8426-4032-AA21-C0F0F3795E11}" presName="spaceRect" presStyleCnt="0"/>
      <dgm:spPr/>
    </dgm:pt>
    <dgm:pt modelId="{4FE4CD82-4A3E-4787-A86E-23F000136452}" type="pres">
      <dgm:prSet presAssocID="{5241F77A-8426-4032-AA21-C0F0F3795E11}" presName="textRect" presStyleLbl="revTx" presStyleIdx="1" presStyleCnt="3">
        <dgm:presLayoutVars>
          <dgm:chMax val="1"/>
          <dgm:chPref val="1"/>
        </dgm:presLayoutVars>
      </dgm:prSet>
      <dgm:spPr/>
    </dgm:pt>
    <dgm:pt modelId="{BD4D7F10-6B6A-4A2F-86D1-9518A3C2763C}" type="pres">
      <dgm:prSet presAssocID="{152BB899-02CD-452E-A2AD-7A0D6DF744B9}" presName="sibTrans" presStyleCnt="0"/>
      <dgm:spPr/>
    </dgm:pt>
    <dgm:pt modelId="{68444C45-F581-4B7F-AF6F-AA210FB14CAF}" type="pres">
      <dgm:prSet presAssocID="{B81E738B-A716-4002-BB7B-EDA38F4E8D08}" presName="compNode" presStyleCnt="0"/>
      <dgm:spPr/>
    </dgm:pt>
    <dgm:pt modelId="{B3CD64B9-AD73-49E9-B966-8F205604A06C}" type="pres">
      <dgm:prSet presAssocID="{B81E738B-A716-4002-BB7B-EDA38F4E8D0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rreo electrónico"/>
        </a:ext>
      </dgm:extLst>
    </dgm:pt>
    <dgm:pt modelId="{33A42469-7D86-48D6-A9E2-37DE6FBDB870}" type="pres">
      <dgm:prSet presAssocID="{B81E738B-A716-4002-BB7B-EDA38F4E8D08}" presName="spaceRect" presStyleCnt="0"/>
      <dgm:spPr/>
    </dgm:pt>
    <dgm:pt modelId="{536A3D52-CC90-4B23-80EA-2F99C8FA54B8}" type="pres">
      <dgm:prSet presAssocID="{B81E738B-A716-4002-BB7B-EDA38F4E8D08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BFCC172F-EDDD-4575-BE8C-5E06AABC612A}" srcId="{F4921CB1-E6B6-4970-B3A0-648556EE266E}" destId="{B81E738B-A716-4002-BB7B-EDA38F4E8D08}" srcOrd="2" destOrd="0" parTransId="{6CB3D9CD-8E8A-4970-AF5A-2DA026647EB5}" sibTransId="{2527E671-CE6D-4AD6-9076-7649FCAA5C07}"/>
    <dgm:cxn modelId="{7081DE40-95BF-411E-AAAE-32AD29ABC10A}" type="presOf" srcId="{F4921CB1-E6B6-4970-B3A0-648556EE266E}" destId="{FD52F4FF-1EEB-47B9-8FD7-D814934A593D}" srcOrd="0" destOrd="0" presId="urn:microsoft.com/office/officeart/2018/2/layout/IconLabelList"/>
    <dgm:cxn modelId="{16C64F9A-99E8-458E-BD15-C72BE8C7F02D}" type="presOf" srcId="{5241F77A-8426-4032-AA21-C0F0F3795E11}" destId="{4FE4CD82-4A3E-4787-A86E-23F000136452}" srcOrd="0" destOrd="0" presId="urn:microsoft.com/office/officeart/2018/2/layout/IconLabelList"/>
    <dgm:cxn modelId="{1B573DAA-37A1-4AEB-9353-A8F1A8FC5664}" srcId="{F4921CB1-E6B6-4970-B3A0-648556EE266E}" destId="{88BBEC83-3F4F-4D79-91B2-63DE83CF4D48}" srcOrd="0" destOrd="0" parTransId="{E4F20C09-FF68-412A-AB1E-CD4734174308}" sibTransId="{724C0DEE-5856-4F17-A44D-7B9F15DF1C8F}"/>
    <dgm:cxn modelId="{14FB20D8-5B11-4B92-9487-785A8AACADD4}" type="presOf" srcId="{B81E738B-A716-4002-BB7B-EDA38F4E8D08}" destId="{536A3D52-CC90-4B23-80EA-2F99C8FA54B8}" srcOrd="0" destOrd="0" presId="urn:microsoft.com/office/officeart/2018/2/layout/IconLabelList"/>
    <dgm:cxn modelId="{B804D0DA-C0C3-46E2-9BA7-7A795CC0832C}" type="presOf" srcId="{88BBEC83-3F4F-4D79-91B2-63DE83CF4D48}" destId="{4BFE7686-0EC3-4C12-A015-B4365E05347C}" srcOrd="0" destOrd="0" presId="urn:microsoft.com/office/officeart/2018/2/layout/IconLabelList"/>
    <dgm:cxn modelId="{56A7A4E8-7AFD-4B4E-B091-31B7664E023E}" srcId="{F4921CB1-E6B6-4970-B3A0-648556EE266E}" destId="{5241F77A-8426-4032-AA21-C0F0F3795E11}" srcOrd="1" destOrd="0" parTransId="{B09FE991-5B4F-44C7-9D62-BA051CDFB4E3}" sibTransId="{152BB899-02CD-452E-A2AD-7A0D6DF744B9}"/>
    <dgm:cxn modelId="{690E85FB-9938-4416-8AE6-D5B56D8FA2BF}" type="presParOf" srcId="{FD52F4FF-1EEB-47B9-8FD7-D814934A593D}" destId="{E6F58F33-CFCC-45DA-92A9-C6D5DB768193}" srcOrd="0" destOrd="0" presId="urn:microsoft.com/office/officeart/2018/2/layout/IconLabelList"/>
    <dgm:cxn modelId="{3407FEE0-1D3D-4E76-AC97-5F3D382D7FDA}" type="presParOf" srcId="{E6F58F33-CFCC-45DA-92A9-C6D5DB768193}" destId="{62B571FB-6E63-4B32-BD39-B35F70131588}" srcOrd="0" destOrd="0" presId="urn:microsoft.com/office/officeart/2018/2/layout/IconLabelList"/>
    <dgm:cxn modelId="{A0BD04C6-1C06-4102-9173-51EC7A2F2EF4}" type="presParOf" srcId="{E6F58F33-CFCC-45DA-92A9-C6D5DB768193}" destId="{7BEB488A-D869-4FDD-B49F-38C9D17C5A1F}" srcOrd="1" destOrd="0" presId="urn:microsoft.com/office/officeart/2018/2/layout/IconLabelList"/>
    <dgm:cxn modelId="{A953BBF0-C9D9-481C-BD91-EF2466695665}" type="presParOf" srcId="{E6F58F33-CFCC-45DA-92A9-C6D5DB768193}" destId="{4BFE7686-0EC3-4C12-A015-B4365E05347C}" srcOrd="2" destOrd="0" presId="urn:microsoft.com/office/officeart/2018/2/layout/IconLabelList"/>
    <dgm:cxn modelId="{F1D76877-D3CA-4964-BDBA-DF085B57A011}" type="presParOf" srcId="{FD52F4FF-1EEB-47B9-8FD7-D814934A593D}" destId="{B148DC03-8E1B-460F-9F90-4FCE74621331}" srcOrd="1" destOrd="0" presId="urn:microsoft.com/office/officeart/2018/2/layout/IconLabelList"/>
    <dgm:cxn modelId="{BEFB4C1C-066F-4AD9-AF66-263D9CC89385}" type="presParOf" srcId="{FD52F4FF-1EEB-47B9-8FD7-D814934A593D}" destId="{7C6B1EE2-34DA-4A90-B94D-7176729D953B}" srcOrd="2" destOrd="0" presId="urn:microsoft.com/office/officeart/2018/2/layout/IconLabelList"/>
    <dgm:cxn modelId="{CC030A61-F345-4158-A9BB-F06210CB6636}" type="presParOf" srcId="{7C6B1EE2-34DA-4A90-B94D-7176729D953B}" destId="{C9962004-389B-4669-B823-AD185798FBBC}" srcOrd="0" destOrd="0" presId="urn:microsoft.com/office/officeart/2018/2/layout/IconLabelList"/>
    <dgm:cxn modelId="{013CEC5D-24C4-40F2-9FCE-D95D364EB486}" type="presParOf" srcId="{7C6B1EE2-34DA-4A90-B94D-7176729D953B}" destId="{C2996367-2476-4EE2-ACBD-A80488430D79}" srcOrd="1" destOrd="0" presId="urn:microsoft.com/office/officeart/2018/2/layout/IconLabelList"/>
    <dgm:cxn modelId="{AE40B8AE-9F64-4EB5-909B-8399D0E2335B}" type="presParOf" srcId="{7C6B1EE2-34DA-4A90-B94D-7176729D953B}" destId="{4FE4CD82-4A3E-4787-A86E-23F000136452}" srcOrd="2" destOrd="0" presId="urn:microsoft.com/office/officeart/2018/2/layout/IconLabelList"/>
    <dgm:cxn modelId="{1F7465A8-6CC1-44B8-A99D-A1D6188A2406}" type="presParOf" srcId="{FD52F4FF-1EEB-47B9-8FD7-D814934A593D}" destId="{BD4D7F10-6B6A-4A2F-86D1-9518A3C2763C}" srcOrd="3" destOrd="0" presId="urn:microsoft.com/office/officeart/2018/2/layout/IconLabelList"/>
    <dgm:cxn modelId="{A6E134C6-5B21-43C8-8FF8-85EE5DE78C6F}" type="presParOf" srcId="{FD52F4FF-1EEB-47B9-8FD7-D814934A593D}" destId="{68444C45-F581-4B7F-AF6F-AA210FB14CAF}" srcOrd="4" destOrd="0" presId="urn:microsoft.com/office/officeart/2018/2/layout/IconLabelList"/>
    <dgm:cxn modelId="{498EB19C-6756-4D7B-94C5-1FA23A068B07}" type="presParOf" srcId="{68444C45-F581-4B7F-AF6F-AA210FB14CAF}" destId="{B3CD64B9-AD73-49E9-B966-8F205604A06C}" srcOrd="0" destOrd="0" presId="urn:microsoft.com/office/officeart/2018/2/layout/IconLabelList"/>
    <dgm:cxn modelId="{49924F27-F61F-4357-9C12-8051701AAA59}" type="presParOf" srcId="{68444C45-F581-4B7F-AF6F-AA210FB14CAF}" destId="{33A42469-7D86-48D6-A9E2-37DE6FBDB870}" srcOrd="1" destOrd="0" presId="urn:microsoft.com/office/officeart/2018/2/layout/IconLabelList"/>
    <dgm:cxn modelId="{D56A63CF-584D-4172-9EFE-87B6911FECB2}" type="presParOf" srcId="{68444C45-F581-4B7F-AF6F-AA210FB14CAF}" destId="{536A3D52-CC90-4B23-80EA-2F99C8FA54B8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2941922-7F86-485C-A31C-58C6D94094BD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F2153444-7982-4A4A-91F5-E09B37126B5C}">
      <dgm:prSet/>
      <dgm:spPr/>
      <dgm:t>
        <a:bodyPr/>
        <a:lstStyle/>
        <a:p>
          <a:pPr>
            <a:defRPr cap="all"/>
          </a:pPr>
          <a:r>
            <a:rPr lang="en-US"/>
            <a:t>Permite priorizar sistemas críticos</a:t>
          </a:r>
        </a:p>
      </dgm:t>
    </dgm:pt>
    <dgm:pt modelId="{12BADB2B-56F9-48E5-B31F-C8BFC8A3DA2F}" type="parTrans" cxnId="{090914BA-362E-4BE6-A172-B35EA80BBB24}">
      <dgm:prSet/>
      <dgm:spPr/>
      <dgm:t>
        <a:bodyPr/>
        <a:lstStyle/>
        <a:p>
          <a:endParaRPr lang="en-US"/>
        </a:p>
      </dgm:t>
    </dgm:pt>
    <dgm:pt modelId="{908E563D-876E-4231-ABC2-105B0DA2989B}" type="sibTrans" cxnId="{090914BA-362E-4BE6-A172-B35EA80BBB24}">
      <dgm:prSet/>
      <dgm:spPr/>
      <dgm:t>
        <a:bodyPr/>
        <a:lstStyle/>
        <a:p>
          <a:endParaRPr lang="en-US"/>
        </a:p>
      </dgm:t>
    </dgm:pt>
    <dgm:pt modelId="{8D0A9831-8C46-4B8B-8D04-2431D85B2408}">
      <dgm:prSet/>
      <dgm:spPr/>
      <dgm:t>
        <a:bodyPr/>
        <a:lstStyle/>
        <a:p>
          <a:pPr>
            <a:defRPr cap="all"/>
          </a:pPr>
          <a:r>
            <a:rPr lang="en-US"/>
            <a:t>Ayuda a evaluar riesgos</a:t>
          </a:r>
        </a:p>
      </dgm:t>
    </dgm:pt>
    <dgm:pt modelId="{3B7DD070-DF27-4FFE-BF1E-79167B3FC13F}" type="parTrans" cxnId="{D01A4C92-A89F-4BAC-B714-825CC6675617}">
      <dgm:prSet/>
      <dgm:spPr/>
      <dgm:t>
        <a:bodyPr/>
        <a:lstStyle/>
        <a:p>
          <a:endParaRPr lang="en-US"/>
        </a:p>
      </dgm:t>
    </dgm:pt>
    <dgm:pt modelId="{F429D908-B912-4518-A175-524CE336888B}" type="sibTrans" cxnId="{D01A4C92-A89F-4BAC-B714-825CC6675617}">
      <dgm:prSet/>
      <dgm:spPr/>
      <dgm:t>
        <a:bodyPr/>
        <a:lstStyle/>
        <a:p>
          <a:endParaRPr lang="en-US"/>
        </a:p>
      </dgm:t>
    </dgm:pt>
    <dgm:pt modelId="{37F5B88C-EBEB-4E26-80C1-A23C3D04EEB2}">
      <dgm:prSet/>
      <dgm:spPr/>
      <dgm:t>
        <a:bodyPr/>
        <a:lstStyle/>
        <a:p>
          <a:pPr>
            <a:defRPr cap="all"/>
          </a:pPr>
          <a:r>
            <a:rPr lang="en-US"/>
            <a:t>Facilita la planificación de mejoras</a:t>
          </a:r>
        </a:p>
      </dgm:t>
    </dgm:pt>
    <dgm:pt modelId="{11B67509-AD18-4F6A-A1D4-7DCB06B08F40}" type="parTrans" cxnId="{579F1D7F-C18B-442B-8626-F7F265AF5368}">
      <dgm:prSet/>
      <dgm:spPr/>
      <dgm:t>
        <a:bodyPr/>
        <a:lstStyle/>
        <a:p>
          <a:endParaRPr lang="en-US"/>
        </a:p>
      </dgm:t>
    </dgm:pt>
    <dgm:pt modelId="{6C27BCB8-C602-4143-B38D-73FAA7D5C3A2}" type="sibTrans" cxnId="{579F1D7F-C18B-442B-8626-F7F265AF5368}">
      <dgm:prSet/>
      <dgm:spPr/>
      <dgm:t>
        <a:bodyPr/>
        <a:lstStyle/>
        <a:p>
          <a:endParaRPr lang="en-US"/>
        </a:p>
      </dgm:t>
    </dgm:pt>
    <dgm:pt modelId="{28CCCC72-DBEE-4287-ABC9-98EDE7F2C020}" type="pres">
      <dgm:prSet presAssocID="{42941922-7F86-485C-A31C-58C6D94094BD}" presName="root" presStyleCnt="0">
        <dgm:presLayoutVars>
          <dgm:dir/>
          <dgm:resizeHandles val="exact"/>
        </dgm:presLayoutVars>
      </dgm:prSet>
      <dgm:spPr/>
    </dgm:pt>
    <dgm:pt modelId="{61F5FEF7-82DE-4593-A64C-3DD34AA9B2A9}" type="pres">
      <dgm:prSet presAssocID="{F2153444-7982-4A4A-91F5-E09B37126B5C}" presName="compNode" presStyleCnt="0"/>
      <dgm:spPr/>
    </dgm:pt>
    <dgm:pt modelId="{4DC6ADC9-F457-456A-83E5-8870F948DD27}" type="pres">
      <dgm:prSet presAssocID="{F2153444-7982-4A4A-91F5-E09B37126B5C}" presName="iconBgRect" presStyleLbl="bgShp" presStyleIdx="0" presStyleCnt="3"/>
      <dgm:spPr/>
    </dgm:pt>
    <dgm:pt modelId="{CE22D30C-9813-4B02-B1D8-CBFC117FC737}" type="pres">
      <dgm:prSet presAssocID="{F2153444-7982-4A4A-91F5-E09B37126B5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794040F0-27D6-4A9E-AFE8-AFE0A4D4B811}" type="pres">
      <dgm:prSet presAssocID="{F2153444-7982-4A4A-91F5-E09B37126B5C}" presName="spaceRect" presStyleCnt="0"/>
      <dgm:spPr/>
    </dgm:pt>
    <dgm:pt modelId="{5DE3C90D-4FB3-4208-811B-25494DCAEA72}" type="pres">
      <dgm:prSet presAssocID="{F2153444-7982-4A4A-91F5-E09B37126B5C}" presName="textRect" presStyleLbl="revTx" presStyleIdx="0" presStyleCnt="3">
        <dgm:presLayoutVars>
          <dgm:chMax val="1"/>
          <dgm:chPref val="1"/>
        </dgm:presLayoutVars>
      </dgm:prSet>
      <dgm:spPr/>
    </dgm:pt>
    <dgm:pt modelId="{EE69A5D4-810E-43B3-B790-76411AB04320}" type="pres">
      <dgm:prSet presAssocID="{908E563D-876E-4231-ABC2-105B0DA2989B}" presName="sibTrans" presStyleCnt="0"/>
      <dgm:spPr/>
    </dgm:pt>
    <dgm:pt modelId="{EAA6BB5A-ACD1-47BB-AA52-42CA21A1AC7A}" type="pres">
      <dgm:prSet presAssocID="{8D0A9831-8C46-4B8B-8D04-2431D85B2408}" presName="compNode" presStyleCnt="0"/>
      <dgm:spPr/>
    </dgm:pt>
    <dgm:pt modelId="{E35166E4-0DEC-4E9E-A377-D9689AA2577C}" type="pres">
      <dgm:prSet presAssocID="{8D0A9831-8C46-4B8B-8D04-2431D85B2408}" presName="iconBgRect" presStyleLbl="bgShp" presStyleIdx="1" presStyleCnt="3"/>
      <dgm:spPr/>
    </dgm:pt>
    <dgm:pt modelId="{1C636B07-C2FE-439E-B7E2-B114072CA91D}" type="pres">
      <dgm:prSet presAssocID="{8D0A9831-8C46-4B8B-8D04-2431D85B240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dvertencia"/>
        </a:ext>
      </dgm:extLst>
    </dgm:pt>
    <dgm:pt modelId="{07B0556D-AA7B-43F3-B572-B1BF59F5D6A6}" type="pres">
      <dgm:prSet presAssocID="{8D0A9831-8C46-4B8B-8D04-2431D85B2408}" presName="spaceRect" presStyleCnt="0"/>
      <dgm:spPr/>
    </dgm:pt>
    <dgm:pt modelId="{A38CE1C5-1624-421D-81E7-362E07C24299}" type="pres">
      <dgm:prSet presAssocID="{8D0A9831-8C46-4B8B-8D04-2431D85B2408}" presName="textRect" presStyleLbl="revTx" presStyleIdx="1" presStyleCnt="3">
        <dgm:presLayoutVars>
          <dgm:chMax val="1"/>
          <dgm:chPref val="1"/>
        </dgm:presLayoutVars>
      </dgm:prSet>
      <dgm:spPr/>
    </dgm:pt>
    <dgm:pt modelId="{6067E401-644F-4641-87A3-1AC10154ECEB}" type="pres">
      <dgm:prSet presAssocID="{F429D908-B912-4518-A175-524CE336888B}" presName="sibTrans" presStyleCnt="0"/>
      <dgm:spPr/>
    </dgm:pt>
    <dgm:pt modelId="{82DD4FC9-42E3-4D16-ADA2-B2155CBB28F0}" type="pres">
      <dgm:prSet presAssocID="{37F5B88C-EBEB-4E26-80C1-A23C3D04EEB2}" presName="compNode" presStyleCnt="0"/>
      <dgm:spPr/>
    </dgm:pt>
    <dgm:pt modelId="{615CCCA7-83E7-452E-B4C9-4722FBE6039C}" type="pres">
      <dgm:prSet presAssocID="{37F5B88C-EBEB-4E26-80C1-A23C3D04EEB2}" presName="iconBgRect" presStyleLbl="bgShp" presStyleIdx="2" presStyleCnt="3"/>
      <dgm:spPr/>
    </dgm:pt>
    <dgm:pt modelId="{D2F7FE7F-578C-4817-807E-934D9A1E2C12}" type="pres">
      <dgm:prSet presAssocID="{37F5B88C-EBEB-4E26-80C1-A23C3D04EEB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9FA004B9-4997-4BED-AE1E-AFED5DE21CA7}" type="pres">
      <dgm:prSet presAssocID="{37F5B88C-EBEB-4E26-80C1-A23C3D04EEB2}" presName="spaceRect" presStyleCnt="0"/>
      <dgm:spPr/>
    </dgm:pt>
    <dgm:pt modelId="{884A8B5D-92F1-4333-8413-21A7C9864C40}" type="pres">
      <dgm:prSet presAssocID="{37F5B88C-EBEB-4E26-80C1-A23C3D04EEB2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CB4F2625-4CBC-490A-BC2E-BD19CD17F3CA}" type="presOf" srcId="{42941922-7F86-485C-A31C-58C6D94094BD}" destId="{28CCCC72-DBEE-4287-ABC9-98EDE7F2C020}" srcOrd="0" destOrd="0" presId="urn:microsoft.com/office/officeart/2018/5/layout/IconCircleLabelList"/>
    <dgm:cxn modelId="{67A39161-5D00-4BAF-9383-FE8BF9715894}" type="presOf" srcId="{37F5B88C-EBEB-4E26-80C1-A23C3D04EEB2}" destId="{884A8B5D-92F1-4333-8413-21A7C9864C40}" srcOrd="0" destOrd="0" presId="urn:microsoft.com/office/officeart/2018/5/layout/IconCircleLabelList"/>
    <dgm:cxn modelId="{579F1D7F-C18B-442B-8626-F7F265AF5368}" srcId="{42941922-7F86-485C-A31C-58C6D94094BD}" destId="{37F5B88C-EBEB-4E26-80C1-A23C3D04EEB2}" srcOrd="2" destOrd="0" parTransId="{11B67509-AD18-4F6A-A1D4-7DCB06B08F40}" sibTransId="{6C27BCB8-C602-4143-B38D-73FAA7D5C3A2}"/>
    <dgm:cxn modelId="{D01A4C92-A89F-4BAC-B714-825CC6675617}" srcId="{42941922-7F86-485C-A31C-58C6D94094BD}" destId="{8D0A9831-8C46-4B8B-8D04-2431D85B2408}" srcOrd="1" destOrd="0" parTransId="{3B7DD070-DF27-4FFE-BF1E-79167B3FC13F}" sibTransId="{F429D908-B912-4518-A175-524CE336888B}"/>
    <dgm:cxn modelId="{438018B0-90F8-4589-80FD-647E7E9B98FB}" type="presOf" srcId="{F2153444-7982-4A4A-91F5-E09B37126B5C}" destId="{5DE3C90D-4FB3-4208-811B-25494DCAEA72}" srcOrd="0" destOrd="0" presId="urn:microsoft.com/office/officeart/2018/5/layout/IconCircleLabelList"/>
    <dgm:cxn modelId="{090914BA-362E-4BE6-A172-B35EA80BBB24}" srcId="{42941922-7F86-485C-A31C-58C6D94094BD}" destId="{F2153444-7982-4A4A-91F5-E09B37126B5C}" srcOrd="0" destOrd="0" parTransId="{12BADB2B-56F9-48E5-B31F-C8BFC8A3DA2F}" sibTransId="{908E563D-876E-4231-ABC2-105B0DA2989B}"/>
    <dgm:cxn modelId="{F7DA8CC0-4F3E-4279-A190-7453027EC2B9}" type="presOf" srcId="{8D0A9831-8C46-4B8B-8D04-2431D85B2408}" destId="{A38CE1C5-1624-421D-81E7-362E07C24299}" srcOrd="0" destOrd="0" presId="urn:microsoft.com/office/officeart/2018/5/layout/IconCircleLabelList"/>
    <dgm:cxn modelId="{FE4F7B34-D039-4A88-9A6A-100D26DC2B8B}" type="presParOf" srcId="{28CCCC72-DBEE-4287-ABC9-98EDE7F2C020}" destId="{61F5FEF7-82DE-4593-A64C-3DD34AA9B2A9}" srcOrd="0" destOrd="0" presId="urn:microsoft.com/office/officeart/2018/5/layout/IconCircleLabelList"/>
    <dgm:cxn modelId="{1B6594FA-24A5-4B37-9910-2B16A2D28DA0}" type="presParOf" srcId="{61F5FEF7-82DE-4593-A64C-3DD34AA9B2A9}" destId="{4DC6ADC9-F457-456A-83E5-8870F948DD27}" srcOrd="0" destOrd="0" presId="urn:microsoft.com/office/officeart/2018/5/layout/IconCircleLabelList"/>
    <dgm:cxn modelId="{811BBB3A-AB38-48E8-868B-DA4ACDDE9EF5}" type="presParOf" srcId="{61F5FEF7-82DE-4593-A64C-3DD34AA9B2A9}" destId="{CE22D30C-9813-4B02-B1D8-CBFC117FC737}" srcOrd="1" destOrd="0" presId="urn:microsoft.com/office/officeart/2018/5/layout/IconCircleLabelList"/>
    <dgm:cxn modelId="{63610FE6-C7B3-4231-B454-0E0AD39C9B92}" type="presParOf" srcId="{61F5FEF7-82DE-4593-A64C-3DD34AA9B2A9}" destId="{794040F0-27D6-4A9E-AFE8-AFE0A4D4B811}" srcOrd="2" destOrd="0" presId="urn:microsoft.com/office/officeart/2018/5/layout/IconCircleLabelList"/>
    <dgm:cxn modelId="{34FC878F-7086-4D1A-95D7-C120B6F935AE}" type="presParOf" srcId="{61F5FEF7-82DE-4593-A64C-3DD34AA9B2A9}" destId="{5DE3C90D-4FB3-4208-811B-25494DCAEA72}" srcOrd="3" destOrd="0" presId="urn:microsoft.com/office/officeart/2018/5/layout/IconCircleLabelList"/>
    <dgm:cxn modelId="{6AF66E7C-025A-4797-9CCD-74BBA4DAA2DE}" type="presParOf" srcId="{28CCCC72-DBEE-4287-ABC9-98EDE7F2C020}" destId="{EE69A5D4-810E-43B3-B790-76411AB04320}" srcOrd="1" destOrd="0" presId="urn:microsoft.com/office/officeart/2018/5/layout/IconCircleLabelList"/>
    <dgm:cxn modelId="{D4FC9C1A-061E-46A7-9556-6B502BB9E12B}" type="presParOf" srcId="{28CCCC72-DBEE-4287-ABC9-98EDE7F2C020}" destId="{EAA6BB5A-ACD1-47BB-AA52-42CA21A1AC7A}" srcOrd="2" destOrd="0" presId="urn:microsoft.com/office/officeart/2018/5/layout/IconCircleLabelList"/>
    <dgm:cxn modelId="{79E1EF53-7F6F-4E6E-A3D1-5333A0BA5E7B}" type="presParOf" srcId="{EAA6BB5A-ACD1-47BB-AA52-42CA21A1AC7A}" destId="{E35166E4-0DEC-4E9E-A377-D9689AA2577C}" srcOrd="0" destOrd="0" presId="urn:microsoft.com/office/officeart/2018/5/layout/IconCircleLabelList"/>
    <dgm:cxn modelId="{120B5AB9-5039-4102-980C-145D26A6D062}" type="presParOf" srcId="{EAA6BB5A-ACD1-47BB-AA52-42CA21A1AC7A}" destId="{1C636B07-C2FE-439E-B7E2-B114072CA91D}" srcOrd="1" destOrd="0" presId="urn:microsoft.com/office/officeart/2018/5/layout/IconCircleLabelList"/>
    <dgm:cxn modelId="{6EC2CC1F-46AB-4D8D-92DF-0DBC3EDFCF16}" type="presParOf" srcId="{EAA6BB5A-ACD1-47BB-AA52-42CA21A1AC7A}" destId="{07B0556D-AA7B-43F3-B572-B1BF59F5D6A6}" srcOrd="2" destOrd="0" presId="urn:microsoft.com/office/officeart/2018/5/layout/IconCircleLabelList"/>
    <dgm:cxn modelId="{7E73A627-50C7-4301-89D5-0D68F1BD5159}" type="presParOf" srcId="{EAA6BB5A-ACD1-47BB-AA52-42CA21A1AC7A}" destId="{A38CE1C5-1624-421D-81E7-362E07C24299}" srcOrd="3" destOrd="0" presId="urn:microsoft.com/office/officeart/2018/5/layout/IconCircleLabelList"/>
    <dgm:cxn modelId="{89DE2D2A-A625-4306-A029-D83E66F180F7}" type="presParOf" srcId="{28CCCC72-DBEE-4287-ABC9-98EDE7F2C020}" destId="{6067E401-644F-4641-87A3-1AC10154ECEB}" srcOrd="3" destOrd="0" presId="urn:microsoft.com/office/officeart/2018/5/layout/IconCircleLabelList"/>
    <dgm:cxn modelId="{7F6C58F9-9C9F-4E2E-9660-A114423D0129}" type="presParOf" srcId="{28CCCC72-DBEE-4287-ABC9-98EDE7F2C020}" destId="{82DD4FC9-42E3-4D16-ADA2-B2155CBB28F0}" srcOrd="4" destOrd="0" presId="urn:microsoft.com/office/officeart/2018/5/layout/IconCircleLabelList"/>
    <dgm:cxn modelId="{EE0B79B7-91EB-471A-BE38-474777BEA2CD}" type="presParOf" srcId="{82DD4FC9-42E3-4D16-ADA2-B2155CBB28F0}" destId="{615CCCA7-83E7-452E-B4C9-4722FBE6039C}" srcOrd="0" destOrd="0" presId="urn:microsoft.com/office/officeart/2018/5/layout/IconCircleLabelList"/>
    <dgm:cxn modelId="{C10CAF85-717F-42FD-99D0-D6636E8F6CE3}" type="presParOf" srcId="{82DD4FC9-42E3-4D16-ADA2-B2155CBB28F0}" destId="{D2F7FE7F-578C-4817-807E-934D9A1E2C12}" srcOrd="1" destOrd="0" presId="urn:microsoft.com/office/officeart/2018/5/layout/IconCircleLabelList"/>
    <dgm:cxn modelId="{8D42BA7C-F14E-4F4D-9D84-559E26F0DFB8}" type="presParOf" srcId="{82DD4FC9-42E3-4D16-ADA2-B2155CBB28F0}" destId="{9FA004B9-4997-4BED-AE1E-AFED5DE21CA7}" srcOrd="2" destOrd="0" presId="urn:microsoft.com/office/officeart/2018/5/layout/IconCircleLabelList"/>
    <dgm:cxn modelId="{0314C24D-8009-4AAC-A3D1-53443EF1B13C}" type="presParOf" srcId="{82DD4FC9-42E3-4D16-ADA2-B2155CBB28F0}" destId="{884A8B5D-92F1-4333-8413-21A7C9864C40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C6553DA-E645-41B0-AD45-71C5D7491A6F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34F9FED7-44BB-4323-B5E8-23A86F712A73}">
      <dgm:prSet/>
      <dgm:spPr/>
      <dgm:t>
        <a:bodyPr/>
        <a:lstStyle/>
        <a:p>
          <a:pPr>
            <a:defRPr cap="all"/>
          </a:pPr>
          <a:r>
            <a:rPr lang="en-US"/>
            <a:t>Procesos gestionados mediante sistemas informáticos</a:t>
          </a:r>
        </a:p>
      </dgm:t>
    </dgm:pt>
    <dgm:pt modelId="{37C8EAD2-4440-4414-ADC4-36FADA24B596}" type="parTrans" cxnId="{82A587B7-5DB5-4666-A346-A12798BA85F4}">
      <dgm:prSet/>
      <dgm:spPr/>
      <dgm:t>
        <a:bodyPr/>
        <a:lstStyle/>
        <a:p>
          <a:endParaRPr lang="en-US"/>
        </a:p>
      </dgm:t>
    </dgm:pt>
    <dgm:pt modelId="{4BA729DA-8CD1-434F-95AD-3453DE892656}" type="sibTrans" cxnId="{82A587B7-5DB5-4666-A346-A12798BA85F4}">
      <dgm:prSet/>
      <dgm:spPr/>
      <dgm:t>
        <a:bodyPr/>
        <a:lstStyle/>
        <a:p>
          <a:endParaRPr lang="en-US"/>
        </a:p>
      </dgm:t>
    </dgm:pt>
    <dgm:pt modelId="{5E4B3771-C94E-495B-AAF1-C7AB966AFD70}">
      <dgm:prSet/>
      <dgm:spPr/>
      <dgm:t>
        <a:bodyPr/>
        <a:lstStyle/>
        <a:p>
          <a:pPr>
            <a:defRPr cap="all"/>
          </a:pPr>
          <a:r>
            <a:rPr lang="en-US"/>
            <a:t>Reducen la intervención manual</a:t>
          </a:r>
        </a:p>
      </dgm:t>
    </dgm:pt>
    <dgm:pt modelId="{5AB859E1-2010-46C8-83D0-FDBC34BC3F3B}" type="parTrans" cxnId="{DB209BF8-EE94-4173-A450-B2C7D4F5BD44}">
      <dgm:prSet/>
      <dgm:spPr/>
      <dgm:t>
        <a:bodyPr/>
        <a:lstStyle/>
        <a:p>
          <a:endParaRPr lang="en-US"/>
        </a:p>
      </dgm:t>
    </dgm:pt>
    <dgm:pt modelId="{AE4840AB-752F-4DC6-9C4F-C279AFF74AC0}" type="sibTrans" cxnId="{DB209BF8-EE94-4173-A450-B2C7D4F5BD44}">
      <dgm:prSet/>
      <dgm:spPr/>
      <dgm:t>
        <a:bodyPr/>
        <a:lstStyle/>
        <a:p>
          <a:endParaRPr lang="en-US"/>
        </a:p>
      </dgm:t>
    </dgm:pt>
    <dgm:pt modelId="{BBC34701-F6C6-40E0-9932-C5546ED5277C}">
      <dgm:prSet/>
      <dgm:spPr/>
      <dgm:t>
        <a:bodyPr/>
        <a:lstStyle/>
        <a:p>
          <a:pPr>
            <a:defRPr cap="all"/>
          </a:pPr>
          <a:r>
            <a:rPr lang="en-US"/>
            <a:t>Dependen completamente de la tecnología</a:t>
          </a:r>
        </a:p>
      </dgm:t>
    </dgm:pt>
    <dgm:pt modelId="{96FC0A7F-B9DD-4866-B59A-ED44E231C8FD}" type="parTrans" cxnId="{A256CDF9-5DDD-4433-9BC4-42567E4367EE}">
      <dgm:prSet/>
      <dgm:spPr/>
      <dgm:t>
        <a:bodyPr/>
        <a:lstStyle/>
        <a:p>
          <a:endParaRPr lang="en-US"/>
        </a:p>
      </dgm:t>
    </dgm:pt>
    <dgm:pt modelId="{A94BC91F-1F8F-4D55-AB69-283BEBBFB6A7}" type="sibTrans" cxnId="{A256CDF9-5DDD-4433-9BC4-42567E4367EE}">
      <dgm:prSet/>
      <dgm:spPr/>
      <dgm:t>
        <a:bodyPr/>
        <a:lstStyle/>
        <a:p>
          <a:endParaRPr lang="en-US"/>
        </a:p>
      </dgm:t>
    </dgm:pt>
    <dgm:pt modelId="{F501AE19-A03A-4DED-8B32-55D8E7BD1504}" type="pres">
      <dgm:prSet presAssocID="{1C6553DA-E645-41B0-AD45-71C5D7491A6F}" presName="root" presStyleCnt="0">
        <dgm:presLayoutVars>
          <dgm:dir/>
          <dgm:resizeHandles val="exact"/>
        </dgm:presLayoutVars>
      </dgm:prSet>
      <dgm:spPr/>
    </dgm:pt>
    <dgm:pt modelId="{7073C38C-3982-43A7-9D60-7A0811A080C0}" type="pres">
      <dgm:prSet presAssocID="{34F9FED7-44BB-4323-B5E8-23A86F712A73}" presName="compNode" presStyleCnt="0"/>
      <dgm:spPr/>
    </dgm:pt>
    <dgm:pt modelId="{2D6CC8E6-34F9-4111-87F9-85630AC8A958}" type="pres">
      <dgm:prSet presAssocID="{34F9FED7-44BB-4323-B5E8-23A86F712A73}" presName="iconBgRect" presStyleLbl="bgShp" presStyleIdx="0" presStyleCnt="3"/>
      <dgm:spPr/>
    </dgm:pt>
    <dgm:pt modelId="{616D814C-EDD7-4EB1-8177-3426A9C0AE9B}" type="pres">
      <dgm:prSet presAssocID="{34F9FED7-44BB-4323-B5E8-23A86F712A7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granajes"/>
        </a:ext>
      </dgm:extLst>
    </dgm:pt>
    <dgm:pt modelId="{6257DF00-1F4E-49C9-A176-0D2797F5F667}" type="pres">
      <dgm:prSet presAssocID="{34F9FED7-44BB-4323-B5E8-23A86F712A73}" presName="spaceRect" presStyleCnt="0"/>
      <dgm:spPr/>
    </dgm:pt>
    <dgm:pt modelId="{08A74602-E31B-476B-A8F0-1DE12B869FF1}" type="pres">
      <dgm:prSet presAssocID="{34F9FED7-44BB-4323-B5E8-23A86F712A73}" presName="textRect" presStyleLbl="revTx" presStyleIdx="0" presStyleCnt="3">
        <dgm:presLayoutVars>
          <dgm:chMax val="1"/>
          <dgm:chPref val="1"/>
        </dgm:presLayoutVars>
      </dgm:prSet>
      <dgm:spPr/>
    </dgm:pt>
    <dgm:pt modelId="{7E75F35A-E065-4344-852A-19DEB6B97FCF}" type="pres">
      <dgm:prSet presAssocID="{4BA729DA-8CD1-434F-95AD-3453DE892656}" presName="sibTrans" presStyleCnt="0"/>
      <dgm:spPr/>
    </dgm:pt>
    <dgm:pt modelId="{13A43E6D-B869-4D7F-BBDE-D37C709B2D36}" type="pres">
      <dgm:prSet presAssocID="{5E4B3771-C94E-495B-AAF1-C7AB966AFD70}" presName="compNode" presStyleCnt="0"/>
      <dgm:spPr/>
    </dgm:pt>
    <dgm:pt modelId="{4D6C3CDB-F1F8-47D2-A611-D6B164A455F1}" type="pres">
      <dgm:prSet presAssocID="{5E4B3771-C94E-495B-AAF1-C7AB966AFD70}" presName="iconBgRect" presStyleLbl="bgShp" presStyleIdx="1" presStyleCnt="3"/>
      <dgm:spPr/>
    </dgm:pt>
    <dgm:pt modelId="{1A51A04A-B79D-490C-9D00-F06C033AA037}" type="pres">
      <dgm:prSet presAssocID="{5E4B3771-C94E-495B-AAF1-C7AB966AFD7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bros"/>
        </a:ext>
      </dgm:extLst>
    </dgm:pt>
    <dgm:pt modelId="{46292086-AADA-41F1-B5E3-6E5910248052}" type="pres">
      <dgm:prSet presAssocID="{5E4B3771-C94E-495B-AAF1-C7AB966AFD70}" presName="spaceRect" presStyleCnt="0"/>
      <dgm:spPr/>
    </dgm:pt>
    <dgm:pt modelId="{8AA68CDA-9938-4B15-9D86-988450E7B60B}" type="pres">
      <dgm:prSet presAssocID="{5E4B3771-C94E-495B-AAF1-C7AB966AFD70}" presName="textRect" presStyleLbl="revTx" presStyleIdx="1" presStyleCnt="3">
        <dgm:presLayoutVars>
          <dgm:chMax val="1"/>
          <dgm:chPref val="1"/>
        </dgm:presLayoutVars>
      </dgm:prSet>
      <dgm:spPr/>
    </dgm:pt>
    <dgm:pt modelId="{0725BF1C-A728-4C13-AC43-EE2E09814D8D}" type="pres">
      <dgm:prSet presAssocID="{AE4840AB-752F-4DC6-9C4F-C279AFF74AC0}" presName="sibTrans" presStyleCnt="0"/>
      <dgm:spPr/>
    </dgm:pt>
    <dgm:pt modelId="{996B63CF-4415-4154-9A75-71BE70DAE398}" type="pres">
      <dgm:prSet presAssocID="{BBC34701-F6C6-40E0-9932-C5546ED5277C}" presName="compNode" presStyleCnt="0"/>
      <dgm:spPr/>
    </dgm:pt>
    <dgm:pt modelId="{311022EB-CC7A-432F-840E-AA3F1E6F2577}" type="pres">
      <dgm:prSet presAssocID="{BBC34701-F6C6-40E0-9932-C5546ED5277C}" presName="iconBgRect" presStyleLbl="bgShp" presStyleIdx="2" presStyleCnt="3"/>
      <dgm:spPr/>
    </dgm:pt>
    <dgm:pt modelId="{462EBE32-0EDF-4B91-B049-02ABE195C538}" type="pres">
      <dgm:prSet presAssocID="{BBC34701-F6C6-40E0-9932-C5546ED5277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rdenador"/>
        </a:ext>
      </dgm:extLst>
    </dgm:pt>
    <dgm:pt modelId="{C788193A-3A33-491A-9157-4607CBD7C796}" type="pres">
      <dgm:prSet presAssocID="{BBC34701-F6C6-40E0-9932-C5546ED5277C}" presName="spaceRect" presStyleCnt="0"/>
      <dgm:spPr/>
    </dgm:pt>
    <dgm:pt modelId="{DA3C60E9-87FF-4FE4-A9AF-DBC2797B1505}" type="pres">
      <dgm:prSet presAssocID="{BBC34701-F6C6-40E0-9932-C5546ED5277C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EF113D6F-3DD8-450D-ADD3-C1E258F47612}" type="presOf" srcId="{1C6553DA-E645-41B0-AD45-71C5D7491A6F}" destId="{F501AE19-A03A-4DED-8B32-55D8E7BD1504}" srcOrd="0" destOrd="0" presId="urn:microsoft.com/office/officeart/2018/5/layout/IconCircleLabelList"/>
    <dgm:cxn modelId="{EE3A7E76-4B52-48AF-9638-98207B7F2751}" type="presOf" srcId="{34F9FED7-44BB-4323-B5E8-23A86F712A73}" destId="{08A74602-E31B-476B-A8F0-1DE12B869FF1}" srcOrd="0" destOrd="0" presId="urn:microsoft.com/office/officeart/2018/5/layout/IconCircleLabelList"/>
    <dgm:cxn modelId="{FB751083-1B92-4093-B1BE-97CB13C64B74}" type="presOf" srcId="{5E4B3771-C94E-495B-AAF1-C7AB966AFD70}" destId="{8AA68CDA-9938-4B15-9D86-988450E7B60B}" srcOrd="0" destOrd="0" presId="urn:microsoft.com/office/officeart/2018/5/layout/IconCircleLabelList"/>
    <dgm:cxn modelId="{234AD6A1-3E4D-438C-B38F-E04B63E974C4}" type="presOf" srcId="{BBC34701-F6C6-40E0-9932-C5546ED5277C}" destId="{DA3C60E9-87FF-4FE4-A9AF-DBC2797B1505}" srcOrd="0" destOrd="0" presId="urn:microsoft.com/office/officeart/2018/5/layout/IconCircleLabelList"/>
    <dgm:cxn modelId="{82A587B7-5DB5-4666-A346-A12798BA85F4}" srcId="{1C6553DA-E645-41B0-AD45-71C5D7491A6F}" destId="{34F9FED7-44BB-4323-B5E8-23A86F712A73}" srcOrd="0" destOrd="0" parTransId="{37C8EAD2-4440-4414-ADC4-36FADA24B596}" sibTransId="{4BA729DA-8CD1-434F-95AD-3453DE892656}"/>
    <dgm:cxn modelId="{DB209BF8-EE94-4173-A450-B2C7D4F5BD44}" srcId="{1C6553DA-E645-41B0-AD45-71C5D7491A6F}" destId="{5E4B3771-C94E-495B-AAF1-C7AB966AFD70}" srcOrd="1" destOrd="0" parTransId="{5AB859E1-2010-46C8-83D0-FDBC34BC3F3B}" sibTransId="{AE4840AB-752F-4DC6-9C4F-C279AFF74AC0}"/>
    <dgm:cxn modelId="{A256CDF9-5DDD-4433-9BC4-42567E4367EE}" srcId="{1C6553DA-E645-41B0-AD45-71C5D7491A6F}" destId="{BBC34701-F6C6-40E0-9932-C5546ED5277C}" srcOrd="2" destOrd="0" parTransId="{96FC0A7F-B9DD-4866-B59A-ED44E231C8FD}" sibTransId="{A94BC91F-1F8F-4D55-AB69-283BEBBFB6A7}"/>
    <dgm:cxn modelId="{DFBDC282-1DD1-4C18-ADFA-6C96AEDC406E}" type="presParOf" srcId="{F501AE19-A03A-4DED-8B32-55D8E7BD1504}" destId="{7073C38C-3982-43A7-9D60-7A0811A080C0}" srcOrd="0" destOrd="0" presId="urn:microsoft.com/office/officeart/2018/5/layout/IconCircleLabelList"/>
    <dgm:cxn modelId="{76BCBD1A-0E48-4717-A1D1-82C568D3EAE8}" type="presParOf" srcId="{7073C38C-3982-43A7-9D60-7A0811A080C0}" destId="{2D6CC8E6-34F9-4111-87F9-85630AC8A958}" srcOrd="0" destOrd="0" presId="urn:microsoft.com/office/officeart/2018/5/layout/IconCircleLabelList"/>
    <dgm:cxn modelId="{3AF10F0F-38D1-4F67-8D1A-060509BE02E8}" type="presParOf" srcId="{7073C38C-3982-43A7-9D60-7A0811A080C0}" destId="{616D814C-EDD7-4EB1-8177-3426A9C0AE9B}" srcOrd="1" destOrd="0" presId="urn:microsoft.com/office/officeart/2018/5/layout/IconCircleLabelList"/>
    <dgm:cxn modelId="{A2CEB6EE-55DE-4607-BB9A-E9F02E711E7F}" type="presParOf" srcId="{7073C38C-3982-43A7-9D60-7A0811A080C0}" destId="{6257DF00-1F4E-49C9-A176-0D2797F5F667}" srcOrd="2" destOrd="0" presId="urn:microsoft.com/office/officeart/2018/5/layout/IconCircleLabelList"/>
    <dgm:cxn modelId="{811211A2-1722-41A1-A68D-47E7A0529C69}" type="presParOf" srcId="{7073C38C-3982-43A7-9D60-7A0811A080C0}" destId="{08A74602-E31B-476B-A8F0-1DE12B869FF1}" srcOrd="3" destOrd="0" presId="urn:microsoft.com/office/officeart/2018/5/layout/IconCircleLabelList"/>
    <dgm:cxn modelId="{BCAC69CC-957E-45EA-AD27-39655571F301}" type="presParOf" srcId="{F501AE19-A03A-4DED-8B32-55D8E7BD1504}" destId="{7E75F35A-E065-4344-852A-19DEB6B97FCF}" srcOrd="1" destOrd="0" presId="urn:microsoft.com/office/officeart/2018/5/layout/IconCircleLabelList"/>
    <dgm:cxn modelId="{6E9C71C1-64CE-414B-ABAD-E2F35D589AD7}" type="presParOf" srcId="{F501AE19-A03A-4DED-8B32-55D8E7BD1504}" destId="{13A43E6D-B869-4D7F-BBDE-D37C709B2D36}" srcOrd="2" destOrd="0" presId="urn:microsoft.com/office/officeart/2018/5/layout/IconCircleLabelList"/>
    <dgm:cxn modelId="{D02F7FD1-407B-4C30-B8F2-5ECA0C4D8E3B}" type="presParOf" srcId="{13A43E6D-B869-4D7F-BBDE-D37C709B2D36}" destId="{4D6C3CDB-F1F8-47D2-A611-D6B164A455F1}" srcOrd="0" destOrd="0" presId="urn:microsoft.com/office/officeart/2018/5/layout/IconCircleLabelList"/>
    <dgm:cxn modelId="{0AA2E939-6FA1-485A-9F8E-00298C489671}" type="presParOf" srcId="{13A43E6D-B869-4D7F-BBDE-D37C709B2D36}" destId="{1A51A04A-B79D-490C-9D00-F06C033AA037}" srcOrd="1" destOrd="0" presId="urn:microsoft.com/office/officeart/2018/5/layout/IconCircleLabelList"/>
    <dgm:cxn modelId="{73E0A83F-B543-4312-9D20-679C1210211C}" type="presParOf" srcId="{13A43E6D-B869-4D7F-BBDE-D37C709B2D36}" destId="{46292086-AADA-41F1-B5E3-6E5910248052}" srcOrd="2" destOrd="0" presId="urn:microsoft.com/office/officeart/2018/5/layout/IconCircleLabelList"/>
    <dgm:cxn modelId="{9AD7B223-BAD9-4E6D-A10B-F0515CAAB830}" type="presParOf" srcId="{13A43E6D-B869-4D7F-BBDE-D37C709B2D36}" destId="{8AA68CDA-9938-4B15-9D86-988450E7B60B}" srcOrd="3" destOrd="0" presId="urn:microsoft.com/office/officeart/2018/5/layout/IconCircleLabelList"/>
    <dgm:cxn modelId="{AFBB21A4-0DEB-4B7A-878D-CC4BCC648AE8}" type="presParOf" srcId="{F501AE19-A03A-4DED-8B32-55D8E7BD1504}" destId="{0725BF1C-A728-4C13-AC43-EE2E09814D8D}" srcOrd="3" destOrd="0" presId="urn:microsoft.com/office/officeart/2018/5/layout/IconCircleLabelList"/>
    <dgm:cxn modelId="{79FA75C4-C038-4E00-9FCC-37AAB3936F19}" type="presParOf" srcId="{F501AE19-A03A-4DED-8B32-55D8E7BD1504}" destId="{996B63CF-4415-4154-9A75-71BE70DAE398}" srcOrd="4" destOrd="0" presId="urn:microsoft.com/office/officeart/2018/5/layout/IconCircleLabelList"/>
    <dgm:cxn modelId="{F64D7C0E-F40B-4282-8C38-FE9741B6EB31}" type="presParOf" srcId="{996B63CF-4415-4154-9A75-71BE70DAE398}" destId="{311022EB-CC7A-432F-840E-AA3F1E6F2577}" srcOrd="0" destOrd="0" presId="urn:microsoft.com/office/officeart/2018/5/layout/IconCircleLabelList"/>
    <dgm:cxn modelId="{B1A147A5-CF69-4075-BFF9-DEF275A6ED96}" type="presParOf" srcId="{996B63CF-4415-4154-9A75-71BE70DAE398}" destId="{462EBE32-0EDF-4B91-B049-02ABE195C538}" srcOrd="1" destOrd="0" presId="urn:microsoft.com/office/officeart/2018/5/layout/IconCircleLabelList"/>
    <dgm:cxn modelId="{2580EB71-58CA-41E4-9326-BC72A45DEB56}" type="presParOf" srcId="{996B63CF-4415-4154-9A75-71BE70DAE398}" destId="{C788193A-3A33-491A-9157-4607CBD7C796}" srcOrd="2" destOrd="0" presId="urn:microsoft.com/office/officeart/2018/5/layout/IconCircleLabelList"/>
    <dgm:cxn modelId="{1D0A29B1-1802-460C-B607-D4A36429A683}" type="presParOf" srcId="{996B63CF-4415-4154-9A75-71BE70DAE398}" destId="{DA3C60E9-87FF-4FE4-A9AF-DBC2797B1505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C87A38A-2891-43EA-99BB-7846208450E7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F9659D83-4E3A-4973-B945-AFF279164206}">
      <dgm:prSet/>
      <dgm:spPr/>
      <dgm:t>
        <a:bodyPr/>
        <a:lstStyle/>
        <a:p>
          <a:pPr>
            <a:defRPr cap="all"/>
          </a:pPr>
          <a:r>
            <a:rPr lang="en-US"/>
            <a:t>Automatización de tareas</a:t>
          </a:r>
        </a:p>
      </dgm:t>
    </dgm:pt>
    <dgm:pt modelId="{90A773B4-34F9-4AD7-8C13-2A172D551F61}" type="parTrans" cxnId="{A865E259-B186-4927-85DB-D2E473A3027B}">
      <dgm:prSet/>
      <dgm:spPr/>
      <dgm:t>
        <a:bodyPr/>
        <a:lstStyle/>
        <a:p>
          <a:endParaRPr lang="en-US"/>
        </a:p>
      </dgm:t>
    </dgm:pt>
    <dgm:pt modelId="{19B9A580-13E0-43D3-8FF3-EB898808F6AD}" type="sibTrans" cxnId="{A865E259-B186-4927-85DB-D2E473A3027B}">
      <dgm:prSet/>
      <dgm:spPr/>
      <dgm:t>
        <a:bodyPr/>
        <a:lstStyle/>
        <a:p>
          <a:endParaRPr lang="en-US"/>
        </a:p>
      </dgm:t>
    </dgm:pt>
    <dgm:pt modelId="{03297247-455D-43C6-B2F4-5B3B40174744}">
      <dgm:prSet/>
      <dgm:spPr/>
      <dgm:t>
        <a:bodyPr/>
        <a:lstStyle/>
        <a:p>
          <a:pPr>
            <a:defRPr cap="all"/>
          </a:pPr>
          <a:r>
            <a:rPr lang="en-US"/>
            <a:t>Rapidez de ejecución</a:t>
          </a:r>
        </a:p>
      </dgm:t>
    </dgm:pt>
    <dgm:pt modelId="{21D241F7-8760-451E-BE33-43B7B0A31CB9}" type="parTrans" cxnId="{912CF8F6-1295-4EDE-90E8-CA512DDD04FC}">
      <dgm:prSet/>
      <dgm:spPr/>
      <dgm:t>
        <a:bodyPr/>
        <a:lstStyle/>
        <a:p>
          <a:endParaRPr lang="en-US"/>
        </a:p>
      </dgm:t>
    </dgm:pt>
    <dgm:pt modelId="{7284E491-F315-4D91-A5F3-C0DF35982840}" type="sibTrans" cxnId="{912CF8F6-1295-4EDE-90E8-CA512DDD04FC}">
      <dgm:prSet/>
      <dgm:spPr/>
      <dgm:t>
        <a:bodyPr/>
        <a:lstStyle/>
        <a:p>
          <a:endParaRPr lang="en-US"/>
        </a:p>
      </dgm:t>
    </dgm:pt>
    <dgm:pt modelId="{55F0C2A4-3EFC-4301-8AA8-90F27BE08C1C}">
      <dgm:prSet/>
      <dgm:spPr/>
      <dgm:t>
        <a:bodyPr/>
        <a:lstStyle/>
        <a:p>
          <a:pPr>
            <a:defRPr cap="all"/>
          </a:pPr>
          <a:r>
            <a:rPr lang="en-US"/>
            <a:t>Trazabilidad de acciones</a:t>
          </a:r>
        </a:p>
      </dgm:t>
    </dgm:pt>
    <dgm:pt modelId="{EE15D80A-9705-427A-B585-8860182B39AD}" type="parTrans" cxnId="{64AC74A6-A908-4ABC-8E41-0742E6AA4665}">
      <dgm:prSet/>
      <dgm:spPr/>
      <dgm:t>
        <a:bodyPr/>
        <a:lstStyle/>
        <a:p>
          <a:endParaRPr lang="en-US"/>
        </a:p>
      </dgm:t>
    </dgm:pt>
    <dgm:pt modelId="{6B3D08A0-5256-4186-B3F7-2D634347D0C7}" type="sibTrans" cxnId="{64AC74A6-A908-4ABC-8E41-0742E6AA4665}">
      <dgm:prSet/>
      <dgm:spPr/>
      <dgm:t>
        <a:bodyPr/>
        <a:lstStyle/>
        <a:p>
          <a:endParaRPr lang="en-US"/>
        </a:p>
      </dgm:t>
    </dgm:pt>
    <dgm:pt modelId="{03996421-D629-44B2-A98A-6F77B692E5D8}">
      <dgm:prSet/>
      <dgm:spPr/>
      <dgm:t>
        <a:bodyPr/>
        <a:lstStyle/>
        <a:p>
          <a:pPr>
            <a:defRPr cap="all"/>
          </a:pPr>
          <a:r>
            <a:rPr lang="en-US"/>
            <a:t>Escalabilidad</a:t>
          </a:r>
        </a:p>
      </dgm:t>
    </dgm:pt>
    <dgm:pt modelId="{26FF2F32-D6E7-4300-AAB3-8201D5CFE137}" type="parTrans" cxnId="{588A3CF9-0DDF-480C-9D05-FBC88D680E0D}">
      <dgm:prSet/>
      <dgm:spPr/>
      <dgm:t>
        <a:bodyPr/>
        <a:lstStyle/>
        <a:p>
          <a:endParaRPr lang="en-US"/>
        </a:p>
      </dgm:t>
    </dgm:pt>
    <dgm:pt modelId="{64E8AE08-C5DE-4156-8D0F-AE96C037DBA4}" type="sibTrans" cxnId="{588A3CF9-0DDF-480C-9D05-FBC88D680E0D}">
      <dgm:prSet/>
      <dgm:spPr/>
      <dgm:t>
        <a:bodyPr/>
        <a:lstStyle/>
        <a:p>
          <a:endParaRPr lang="en-US"/>
        </a:p>
      </dgm:t>
    </dgm:pt>
    <dgm:pt modelId="{B758FCC6-A75F-4CAC-875A-5860F162ADAF}">
      <dgm:prSet/>
      <dgm:spPr/>
      <dgm:t>
        <a:bodyPr/>
        <a:lstStyle/>
        <a:p>
          <a:pPr>
            <a:defRPr cap="all"/>
          </a:pPr>
          <a:r>
            <a:rPr lang="en-US"/>
            <a:t>Dependencia tecnológica</a:t>
          </a:r>
        </a:p>
      </dgm:t>
    </dgm:pt>
    <dgm:pt modelId="{D1C7C9A9-07CC-40F5-AEE8-5F5C61D77E79}" type="parTrans" cxnId="{B30F40B9-21DB-4DE9-8CC1-066B2F4A7AB1}">
      <dgm:prSet/>
      <dgm:spPr/>
      <dgm:t>
        <a:bodyPr/>
        <a:lstStyle/>
        <a:p>
          <a:endParaRPr lang="en-US"/>
        </a:p>
      </dgm:t>
    </dgm:pt>
    <dgm:pt modelId="{F1F9724E-A66E-48B9-9E74-2DBA2A894144}" type="sibTrans" cxnId="{B30F40B9-21DB-4DE9-8CC1-066B2F4A7AB1}">
      <dgm:prSet/>
      <dgm:spPr/>
      <dgm:t>
        <a:bodyPr/>
        <a:lstStyle/>
        <a:p>
          <a:endParaRPr lang="en-US"/>
        </a:p>
      </dgm:t>
    </dgm:pt>
    <dgm:pt modelId="{2564381A-E931-4BC8-8420-2144B7969AD4}" type="pres">
      <dgm:prSet presAssocID="{7C87A38A-2891-43EA-99BB-7846208450E7}" presName="root" presStyleCnt="0">
        <dgm:presLayoutVars>
          <dgm:dir/>
          <dgm:resizeHandles val="exact"/>
        </dgm:presLayoutVars>
      </dgm:prSet>
      <dgm:spPr/>
    </dgm:pt>
    <dgm:pt modelId="{3E7779BE-1DDC-45B9-8B2F-DF36315BF672}" type="pres">
      <dgm:prSet presAssocID="{F9659D83-4E3A-4973-B945-AFF279164206}" presName="compNode" presStyleCnt="0"/>
      <dgm:spPr/>
    </dgm:pt>
    <dgm:pt modelId="{AD585E4E-0604-42FD-8542-EA54177480FD}" type="pres">
      <dgm:prSet presAssocID="{F9659D83-4E3A-4973-B945-AFF279164206}" presName="iconBgRect" presStyleLbl="bgShp" presStyleIdx="0" presStyleCnt="5"/>
      <dgm:spPr/>
    </dgm:pt>
    <dgm:pt modelId="{DA2BE8A3-6CF9-4105-858C-F74DA73F43F0}" type="pres">
      <dgm:prSet presAssocID="{F9659D83-4E3A-4973-B945-AFF279164206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sta de comprobación"/>
        </a:ext>
      </dgm:extLst>
    </dgm:pt>
    <dgm:pt modelId="{4A2D0971-C4BE-4117-973B-313F5D36AE2D}" type="pres">
      <dgm:prSet presAssocID="{F9659D83-4E3A-4973-B945-AFF279164206}" presName="spaceRect" presStyleCnt="0"/>
      <dgm:spPr/>
    </dgm:pt>
    <dgm:pt modelId="{33861F07-9F4A-4599-BB1F-FF36888D4475}" type="pres">
      <dgm:prSet presAssocID="{F9659D83-4E3A-4973-B945-AFF279164206}" presName="textRect" presStyleLbl="revTx" presStyleIdx="0" presStyleCnt="5">
        <dgm:presLayoutVars>
          <dgm:chMax val="1"/>
          <dgm:chPref val="1"/>
        </dgm:presLayoutVars>
      </dgm:prSet>
      <dgm:spPr/>
    </dgm:pt>
    <dgm:pt modelId="{38EAC50F-B7C4-4F27-A6F5-8C45F0BD121B}" type="pres">
      <dgm:prSet presAssocID="{19B9A580-13E0-43D3-8FF3-EB898808F6AD}" presName="sibTrans" presStyleCnt="0"/>
      <dgm:spPr/>
    </dgm:pt>
    <dgm:pt modelId="{352ADCFF-14D3-4CA8-B0BA-0CC2BB7820FC}" type="pres">
      <dgm:prSet presAssocID="{03297247-455D-43C6-B2F4-5B3B40174744}" presName="compNode" presStyleCnt="0"/>
      <dgm:spPr/>
    </dgm:pt>
    <dgm:pt modelId="{F98EE69A-3529-4B8B-B284-331406A213D4}" type="pres">
      <dgm:prSet presAssocID="{03297247-455D-43C6-B2F4-5B3B40174744}" presName="iconBgRect" presStyleLbl="bgShp" presStyleIdx="1" presStyleCnt="5"/>
      <dgm:spPr/>
    </dgm:pt>
    <dgm:pt modelId="{42BA3CDA-E788-4C9A-A07F-9872D8908565}" type="pres">
      <dgm:prSet presAssocID="{03297247-455D-43C6-B2F4-5B3B40174744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jecutar"/>
        </a:ext>
      </dgm:extLst>
    </dgm:pt>
    <dgm:pt modelId="{9BEE5D16-922B-4BAF-8719-70FBA48E74E5}" type="pres">
      <dgm:prSet presAssocID="{03297247-455D-43C6-B2F4-5B3B40174744}" presName="spaceRect" presStyleCnt="0"/>
      <dgm:spPr/>
    </dgm:pt>
    <dgm:pt modelId="{70D56C4D-EE4C-439B-A06F-7AD70EAE1984}" type="pres">
      <dgm:prSet presAssocID="{03297247-455D-43C6-B2F4-5B3B40174744}" presName="textRect" presStyleLbl="revTx" presStyleIdx="1" presStyleCnt="5">
        <dgm:presLayoutVars>
          <dgm:chMax val="1"/>
          <dgm:chPref val="1"/>
        </dgm:presLayoutVars>
      </dgm:prSet>
      <dgm:spPr/>
    </dgm:pt>
    <dgm:pt modelId="{CE465BAB-F016-400F-B5BC-B6C7E4FB2792}" type="pres">
      <dgm:prSet presAssocID="{7284E491-F315-4D91-A5F3-C0DF35982840}" presName="sibTrans" presStyleCnt="0"/>
      <dgm:spPr/>
    </dgm:pt>
    <dgm:pt modelId="{EAC2E6C6-3EA0-419C-BCB4-5C9E2B7DFFD4}" type="pres">
      <dgm:prSet presAssocID="{55F0C2A4-3EFC-4301-8AA8-90F27BE08C1C}" presName="compNode" presStyleCnt="0"/>
      <dgm:spPr/>
    </dgm:pt>
    <dgm:pt modelId="{373EAABF-FD21-4792-9D2C-276CF3EC85CF}" type="pres">
      <dgm:prSet presAssocID="{55F0C2A4-3EFC-4301-8AA8-90F27BE08C1C}" presName="iconBgRect" presStyleLbl="bgShp" presStyleIdx="2" presStyleCnt="5"/>
      <dgm:spPr/>
    </dgm:pt>
    <dgm:pt modelId="{1F21CCA0-FBBC-4E36-8B7B-9FDA55ED8264}" type="pres">
      <dgm:prSet presAssocID="{55F0C2A4-3EFC-4301-8AA8-90F27BE08C1C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o"/>
        </a:ext>
      </dgm:extLst>
    </dgm:pt>
    <dgm:pt modelId="{067EF228-3B19-4524-97C5-D9691EE7D364}" type="pres">
      <dgm:prSet presAssocID="{55F0C2A4-3EFC-4301-8AA8-90F27BE08C1C}" presName="spaceRect" presStyleCnt="0"/>
      <dgm:spPr/>
    </dgm:pt>
    <dgm:pt modelId="{80AAE45A-A665-4754-A58D-EE80FAAEA9D6}" type="pres">
      <dgm:prSet presAssocID="{55F0C2A4-3EFC-4301-8AA8-90F27BE08C1C}" presName="textRect" presStyleLbl="revTx" presStyleIdx="2" presStyleCnt="5">
        <dgm:presLayoutVars>
          <dgm:chMax val="1"/>
          <dgm:chPref val="1"/>
        </dgm:presLayoutVars>
      </dgm:prSet>
      <dgm:spPr/>
    </dgm:pt>
    <dgm:pt modelId="{0112C8B0-0C82-49EB-9CE6-4078E0C390C4}" type="pres">
      <dgm:prSet presAssocID="{6B3D08A0-5256-4186-B3F7-2D634347D0C7}" presName="sibTrans" presStyleCnt="0"/>
      <dgm:spPr/>
    </dgm:pt>
    <dgm:pt modelId="{E02326F9-0E37-4031-897A-AE9BC8614CD5}" type="pres">
      <dgm:prSet presAssocID="{03996421-D629-44B2-A98A-6F77B692E5D8}" presName="compNode" presStyleCnt="0"/>
      <dgm:spPr/>
    </dgm:pt>
    <dgm:pt modelId="{C37DA738-186C-4457-AA10-47D372FEC75D}" type="pres">
      <dgm:prSet presAssocID="{03996421-D629-44B2-A98A-6F77B692E5D8}" presName="iconBgRect" presStyleLbl="bgShp" presStyleIdx="3" presStyleCnt="5"/>
      <dgm:spPr/>
    </dgm:pt>
    <dgm:pt modelId="{011FE34E-1CA1-45F3-9DBF-4F9523553359}" type="pres">
      <dgm:prSet presAssocID="{03996421-D629-44B2-A98A-6F77B692E5D8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00AA2062-7CD7-4CFA-B9C1-A80118F19574}" type="pres">
      <dgm:prSet presAssocID="{03996421-D629-44B2-A98A-6F77B692E5D8}" presName="spaceRect" presStyleCnt="0"/>
      <dgm:spPr/>
    </dgm:pt>
    <dgm:pt modelId="{1775403B-BABE-4AAA-8481-9AE9BB99CCCF}" type="pres">
      <dgm:prSet presAssocID="{03996421-D629-44B2-A98A-6F77B692E5D8}" presName="textRect" presStyleLbl="revTx" presStyleIdx="3" presStyleCnt="5">
        <dgm:presLayoutVars>
          <dgm:chMax val="1"/>
          <dgm:chPref val="1"/>
        </dgm:presLayoutVars>
      </dgm:prSet>
      <dgm:spPr/>
    </dgm:pt>
    <dgm:pt modelId="{F8E37AC7-B281-4E91-B3E9-07F7FA7EAD2B}" type="pres">
      <dgm:prSet presAssocID="{64E8AE08-C5DE-4156-8D0F-AE96C037DBA4}" presName="sibTrans" presStyleCnt="0"/>
      <dgm:spPr/>
    </dgm:pt>
    <dgm:pt modelId="{E00CAC76-A405-4BFD-A30F-2E50C4D8D089}" type="pres">
      <dgm:prSet presAssocID="{B758FCC6-A75F-4CAC-875A-5860F162ADAF}" presName="compNode" presStyleCnt="0"/>
      <dgm:spPr/>
    </dgm:pt>
    <dgm:pt modelId="{EF0A3F48-7477-461B-A188-F29C16062CCE}" type="pres">
      <dgm:prSet presAssocID="{B758FCC6-A75F-4CAC-875A-5860F162ADAF}" presName="iconBgRect" presStyleLbl="bgShp" presStyleIdx="4" presStyleCnt="5"/>
      <dgm:spPr/>
    </dgm:pt>
    <dgm:pt modelId="{C44CD49B-1673-4FB4-A2AD-3C80A10C241E}" type="pres">
      <dgm:prSet presAssocID="{B758FCC6-A75F-4CAC-875A-5860F162ADAF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rdenador"/>
        </a:ext>
      </dgm:extLst>
    </dgm:pt>
    <dgm:pt modelId="{21FBF50F-9C78-41E1-8E75-5E2E2F5EBDF3}" type="pres">
      <dgm:prSet presAssocID="{B758FCC6-A75F-4CAC-875A-5860F162ADAF}" presName="spaceRect" presStyleCnt="0"/>
      <dgm:spPr/>
    </dgm:pt>
    <dgm:pt modelId="{E7A8E13A-1620-420A-B9F1-841EDFD5E2F5}" type="pres">
      <dgm:prSet presAssocID="{B758FCC6-A75F-4CAC-875A-5860F162ADAF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E7C00D65-6B76-4A81-AFF5-737C99D50311}" type="presOf" srcId="{03297247-455D-43C6-B2F4-5B3B40174744}" destId="{70D56C4D-EE4C-439B-A06F-7AD70EAE1984}" srcOrd="0" destOrd="0" presId="urn:microsoft.com/office/officeart/2018/5/layout/IconCircleLabelList"/>
    <dgm:cxn modelId="{23A2BD69-BD92-4B80-8D71-9E321E216E2F}" type="presOf" srcId="{7C87A38A-2891-43EA-99BB-7846208450E7}" destId="{2564381A-E931-4BC8-8420-2144B7969AD4}" srcOrd="0" destOrd="0" presId="urn:microsoft.com/office/officeart/2018/5/layout/IconCircleLabelList"/>
    <dgm:cxn modelId="{AEFDFB6D-1D2C-47B9-9C21-6FC75BB65264}" type="presOf" srcId="{55F0C2A4-3EFC-4301-8AA8-90F27BE08C1C}" destId="{80AAE45A-A665-4754-A58D-EE80FAAEA9D6}" srcOrd="0" destOrd="0" presId="urn:microsoft.com/office/officeart/2018/5/layout/IconCircleLabelList"/>
    <dgm:cxn modelId="{86282071-D118-40FA-A75D-A6955887126B}" type="presOf" srcId="{B758FCC6-A75F-4CAC-875A-5860F162ADAF}" destId="{E7A8E13A-1620-420A-B9F1-841EDFD5E2F5}" srcOrd="0" destOrd="0" presId="urn:microsoft.com/office/officeart/2018/5/layout/IconCircleLabelList"/>
    <dgm:cxn modelId="{15FEC578-D216-46EE-8610-83A3CE2AC5AC}" type="presOf" srcId="{F9659D83-4E3A-4973-B945-AFF279164206}" destId="{33861F07-9F4A-4599-BB1F-FF36888D4475}" srcOrd="0" destOrd="0" presId="urn:microsoft.com/office/officeart/2018/5/layout/IconCircleLabelList"/>
    <dgm:cxn modelId="{A865E259-B186-4927-85DB-D2E473A3027B}" srcId="{7C87A38A-2891-43EA-99BB-7846208450E7}" destId="{F9659D83-4E3A-4973-B945-AFF279164206}" srcOrd="0" destOrd="0" parTransId="{90A773B4-34F9-4AD7-8C13-2A172D551F61}" sibTransId="{19B9A580-13E0-43D3-8FF3-EB898808F6AD}"/>
    <dgm:cxn modelId="{64AC74A6-A908-4ABC-8E41-0742E6AA4665}" srcId="{7C87A38A-2891-43EA-99BB-7846208450E7}" destId="{55F0C2A4-3EFC-4301-8AA8-90F27BE08C1C}" srcOrd="2" destOrd="0" parTransId="{EE15D80A-9705-427A-B585-8860182B39AD}" sibTransId="{6B3D08A0-5256-4186-B3F7-2D634347D0C7}"/>
    <dgm:cxn modelId="{B30F40B9-21DB-4DE9-8CC1-066B2F4A7AB1}" srcId="{7C87A38A-2891-43EA-99BB-7846208450E7}" destId="{B758FCC6-A75F-4CAC-875A-5860F162ADAF}" srcOrd="4" destOrd="0" parTransId="{D1C7C9A9-07CC-40F5-AEE8-5F5C61D77E79}" sibTransId="{F1F9724E-A66E-48B9-9E74-2DBA2A894144}"/>
    <dgm:cxn modelId="{912CF8F6-1295-4EDE-90E8-CA512DDD04FC}" srcId="{7C87A38A-2891-43EA-99BB-7846208450E7}" destId="{03297247-455D-43C6-B2F4-5B3B40174744}" srcOrd="1" destOrd="0" parTransId="{21D241F7-8760-451E-BE33-43B7B0A31CB9}" sibTransId="{7284E491-F315-4D91-A5F3-C0DF35982840}"/>
    <dgm:cxn modelId="{588A3CF9-0DDF-480C-9D05-FBC88D680E0D}" srcId="{7C87A38A-2891-43EA-99BB-7846208450E7}" destId="{03996421-D629-44B2-A98A-6F77B692E5D8}" srcOrd="3" destOrd="0" parTransId="{26FF2F32-D6E7-4300-AAB3-8201D5CFE137}" sibTransId="{64E8AE08-C5DE-4156-8D0F-AE96C037DBA4}"/>
    <dgm:cxn modelId="{3BDBA8FF-7164-46D3-BAE5-158BF28A4446}" type="presOf" srcId="{03996421-D629-44B2-A98A-6F77B692E5D8}" destId="{1775403B-BABE-4AAA-8481-9AE9BB99CCCF}" srcOrd="0" destOrd="0" presId="urn:microsoft.com/office/officeart/2018/5/layout/IconCircleLabelList"/>
    <dgm:cxn modelId="{99F9BDE3-BA93-4C7D-B738-8EB76AE47975}" type="presParOf" srcId="{2564381A-E931-4BC8-8420-2144B7969AD4}" destId="{3E7779BE-1DDC-45B9-8B2F-DF36315BF672}" srcOrd="0" destOrd="0" presId="urn:microsoft.com/office/officeart/2018/5/layout/IconCircleLabelList"/>
    <dgm:cxn modelId="{2F69E361-69CF-4A59-9B7E-6E018CB2A208}" type="presParOf" srcId="{3E7779BE-1DDC-45B9-8B2F-DF36315BF672}" destId="{AD585E4E-0604-42FD-8542-EA54177480FD}" srcOrd="0" destOrd="0" presId="urn:microsoft.com/office/officeart/2018/5/layout/IconCircleLabelList"/>
    <dgm:cxn modelId="{0048C304-AC17-4BAE-AE4C-48E47643A8BC}" type="presParOf" srcId="{3E7779BE-1DDC-45B9-8B2F-DF36315BF672}" destId="{DA2BE8A3-6CF9-4105-858C-F74DA73F43F0}" srcOrd="1" destOrd="0" presId="urn:microsoft.com/office/officeart/2018/5/layout/IconCircleLabelList"/>
    <dgm:cxn modelId="{36F7DB62-66DB-4A06-9546-9FA6D432E1EF}" type="presParOf" srcId="{3E7779BE-1DDC-45B9-8B2F-DF36315BF672}" destId="{4A2D0971-C4BE-4117-973B-313F5D36AE2D}" srcOrd="2" destOrd="0" presId="urn:microsoft.com/office/officeart/2018/5/layout/IconCircleLabelList"/>
    <dgm:cxn modelId="{876368AE-1405-48B1-A617-ABD312F3085C}" type="presParOf" srcId="{3E7779BE-1DDC-45B9-8B2F-DF36315BF672}" destId="{33861F07-9F4A-4599-BB1F-FF36888D4475}" srcOrd="3" destOrd="0" presId="urn:microsoft.com/office/officeart/2018/5/layout/IconCircleLabelList"/>
    <dgm:cxn modelId="{D60D51CC-E38E-46E6-BF60-C3CDA0CDC9B9}" type="presParOf" srcId="{2564381A-E931-4BC8-8420-2144B7969AD4}" destId="{38EAC50F-B7C4-4F27-A6F5-8C45F0BD121B}" srcOrd="1" destOrd="0" presId="urn:microsoft.com/office/officeart/2018/5/layout/IconCircleLabelList"/>
    <dgm:cxn modelId="{E278B2D8-B132-4C21-9F3D-F331C08ED185}" type="presParOf" srcId="{2564381A-E931-4BC8-8420-2144B7969AD4}" destId="{352ADCFF-14D3-4CA8-B0BA-0CC2BB7820FC}" srcOrd="2" destOrd="0" presId="urn:microsoft.com/office/officeart/2018/5/layout/IconCircleLabelList"/>
    <dgm:cxn modelId="{571CB9AF-8256-43A1-9C9D-E3F604CC2F00}" type="presParOf" srcId="{352ADCFF-14D3-4CA8-B0BA-0CC2BB7820FC}" destId="{F98EE69A-3529-4B8B-B284-331406A213D4}" srcOrd="0" destOrd="0" presId="urn:microsoft.com/office/officeart/2018/5/layout/IconCircleLabelList"/>
    <dgm:cxn modelId="{5F2ABBC1-840D-404A-AD70-CFE669F17FA6}" type="presParOf" srcId="{352ADCFF-14D3-4CA8-B0BA-0CC2BB7820FC}" destId="{42BA3CDA-E788-4C9A-A07F-9872D8908565}" srcOrd="1" destOrd="0" presId="urn:microsoft.com/office/officeart/2018/5/layout/IconCircleLabelList"/>
    <dgm:cxn modelId="{22FE4E7D-7DFE-446B-AF45-E5BF9E7641B1}" type="presParOf" srcId="{352ADCFF-14D3-4CA8-B0BA-0CC2BB7820FC}" destId="{9BEE5D16-922B-4BAF-8719-70FBA48E74E5}" srcOrd="2" destOrd="0" presId="urn:microsoft.com/office/officeart/2018/5/layout/IconCircleLabelList"/>
    <dgm:cxn modelId="{D2188FF5-17DA-4045-8F7C-60247D4E57B9}" type="presParOf" srcId="{352ADCFF-14D3-4CA8-B0BA-0CC2BB7820FC}" destId="{70D56C4D-EE4C-439B-A06F-7AD70EAE1984}" srcOrd="3" destOrd="0" presId="urn:microsoft.com/office/officeart/2018/5/layout/IconCircleLabelList"/>
    <dgm:cxn modelId="{CD3B0516-C96A-40C5-9530-4DCC58096D38}" type="presParOf" srcId="{2564381A-E931-4BC8-8420-2144B7969AD4}" destId="{CE465BAB-F016-400F-B5BC-B6C7E4FB2792}" srcOrd="3" destOrd="0" presId="urn:microsoft.com/office/officeart/2018/5/layout/IconCircleLabelList"/>
    <dgm:cxn modelId="{BF3AEF05-F4BB-4A07-BAC4-4260AB407580}" type="presParOf" srcId="{2564381A-E931-4BC8-8420-2144B7969AD4}" destId="{EAC2E6C6-3EA0-419C-BCB4-5C9E2B7DFFD4}" srcOrd="4" destOrd="0" presId="urn:microsoft.com/office/officeart/2018/5/layout/IconCircleLabelList"/>
    <dgm:cxn modelId="{C5EE4F4D-1565-4CD6-98EB-261974BF32A5}" type="presParOf" srcId="{EAC2E6C6-3EA0-419C-BCB4-5C9E2B7DFFD4}" destId="{373EAABF-FD21-4792-9D2C-276CF3EC85CF}" srcOrd="0" destOrd="0" presId="urn:microsoft.com/office/officeart/2018/5/layout/IconCircleLabelList"/>
    <dgm:cxn modelId="{88E6FF1F-7316-43FE-81AA-91377A4E8AF9}" type="presParOf" srcId="{EAC2E6C6-3EA0-419C-BCB4-5C9E2B7DFFD4}" destId="{1F21CCA0-FBBC-4E36-8B7B-9FDA55ED8264}" srcOrd="1" destOrd="0" presId="urn:microsoft.com/office/officeart/2018/5/layout/IconCircleLabelList"/>
    <dgm:cxn modelId="{44568917-1403-40CD-88CD-563AB30B800F}" type="presParOf" srcId="{EAC2E6C6-3EA0-419C-BCB4-5C9E2B7DFFD4}" destId="{067EF228-3B19-4524-97C5-D9691EE7D364}" srcOrd="2" destOrd="0" presId="urn:microsoft.com/office/officeart/2018/5/layout/IconCircleLabelList"/>
    <dgm:cxn modelId="{F2E088A1-4A7F-49A7-B0CF-577BAD41A506}" type="presParOf" srcId="{EAC2E6C6-3EA0-419C-BCB4-5C9E2B7DFFD4}" destId="{80AAE45A-A665-4754-A58D-EE80FAAEA9D6}" srcOrd="3" destOrd="0" presId="urn:microsoft.com/office/officeart/2018/5/layout/IconCircleLabelList"/>
    <dgm:cxn modelId="{DF2C5D62-488E-484B-A79C-E0FC064B35FF}" type="presParOf" srcId="{2564381A-E931-4BC8-8420-2144B7969AD4}" destId="{0112C8B0-0C82-49EB-9CE6-4078E0C390C4}" srcOrd="5" destOrd="0" presId="urn:microsoft.com/office/officeart/2018/5/layout/IconCircleLabelList"/>
    <dgm:cxn modelId="{619812D2-9A2B-4C94-B607-E8C0B8FFE3FE}" type="presParOf" srcId="{2564381A-E931-4BC8-8420-2144B7969AD4}" destId="{E02326F9-0E37-4031-897A-AE9BC8614CD5}" srcOrd="6" destOrd="0" presId="urn:microsoft.com/office/officeart/2018/5/layout/IconCircleLabelList"/>
    <dgm:cxn modelId="{92F6E39E-3F62-4DD1-9420-77EFCF37B4AE}" type="presParOf" srcId="{E02326F9-0E37-4031-897A-AE9BC8614CD5}" destId="{C37DA738-186C-4457-AA10-47D372FEC75D}" srcOrd="0" destOrd="0" presId="urn:microsoft.com/office/officeart/2018/5/layout/IconCircleLabelList"/>
    <dgm:cxn modelId="{3C4F2645-4C9D-45B8-88A4-098303E07787}" type="presParOf" srcId="{E02326F9-0E37-4031-897A-AE9BC8614CD5}" destId="{011FE34E-1CA1-45F3-9DBF-4F9523553359}" srcOrd="1" destOrd="0" presId="urn:microsoft.com/office/officeart/2018/5/layout/IconCircleLabelList"/>
    <dgm:cxn modelId="{10DDC57C-6A91-4D5B-9AB9-B9A326D89C69}" type="presParOf" srcId="{E02326F9-0E37-4031-897A-AE9BC8614CD5}" destId="{00AA2062-7CD7-4CFA-B9C1-A80118F19574}" srcOrd="2" destOrd="0" presId="urn:microsoft.com/office/officeart/2018/5/layout/IconCircleLabelList"/>
    <dgm:cxn modelId="{15FAAA78-56CD-4A2F-91EF-7FD8F844DDA2}" type="presParOf" srcId="{E02326F9-0E37-4031-897A-AE9BC8614CD5}" destId="{1775403B-BABE-4AAA-8481-9AE9BB99CCCF}" srcOrd="3" destOrd="0" presId="urn:microsoft.com/office/officeart/2018/5/layout/IconCircleLabelList"/>
    <dgm:cxn modelId="{5F6EB42E-2149-465E-AE46-07EB7352FA09}" type="presParOf" srcId="{2564381A-E931-4BC8-8420-2144B7969AD4}" destId="{F8E37AC7-B281-4E91-B3E9-07F7FA7EAD2B}" srcOrd="7" destOrd="0" presId="urn:microsoft.com/office/officeart/2018/5/layout/IconCircleLabelList"/>
    <dgm:cxn modelId="{4B1C65CD-5F9D-495F-9B13-EEBD5387C437}" type="presParOf" srcId="{2564381A-E931-4BC8-8420-2144B7969AD4}" destId="{E00CAC76-A405-4BFD-A30F-2E50C4D8D089}" srcOrd="8" destOrd="0" presId="urn:microsoft.com/office/officeart/2018/5/layout/IconCircleLabelList"/>
    <dgm:cxn modelId="{4B09BD33-6652-466F-B3FB-04797091F9B3}" type="presParOf" srcId="{E00CAC76-A405-4BFD-A30F-2E50C4D8D089}" destId="{EF0A3F48-7477-461B-A188-F29C16062CCE}" srcOrd="0" destOrd="0" presId="urn:microsoft.com/office/officeart/2018/5/layout/IconCircleLabelList"/>
    <dgm:cxn modelId="{5E02D4DD-8978-4504-BD65-6FCBCBE63DB1}" type="presParOf" srcId="{E00CAC76-A405-4BFD-A30F-2E50C4D8D089}" destId="{C44CD49B-1673-4FB4-A2AD-3C80A10C241E}" srcOrd="1" destOrd="0" presId="urn:microsoft.com/office/officeart/2018/5/layout/IconCircleLabelList"/>
    <dgm:cxn modelId="{4F23DC80-DAAA-47DC-B3F0-1E550F497DD1}" type="presParOf" srcId="{E00CAC76-A405-4BFD-A30F-2E50C4D8D089}" destId="{21FBF50F-9C78-41E1-8E75-5E2E2F5EBDF3}" srcOrd="2" destOrd="0" presId="urn:microsoft.com/office/officeart/2018/5/layout/IconCircleLabelList"/>
    <dgm:cxn modelId="{EE4B17F5-72B2-4D5A-B658-1D017D9ACE40}" type="presParOf" srcId="{E00CAC76-A405-4BFD-A30F-2E50C4D8D089}" destId="{E7A8E13A-1620-420A-B9F1-841EDFD5E2F5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EC21979-A502-4BD6-93E8-DA087C47E9CD}" type="doc">
      <dgm:prSet loTypeId="urn:microsoft.com/office/officeart/2005/8/layout/defaul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F9BC9394-F998-4F7C-B7CF-B4B6435F5CFF}">
      <dgm:prSet/>
      <dgm:spPr/>
      <dgm:t>
        <a:bodyPr/>
        <a:lstStyle/>
        <a:p>
          <a:r>
            <a:rPr lang="en-US"/>
            <a:t>Interrupción del servicio</a:t>
          </a:r>
        </a:p>
      </dgm:t>
    </dgm:pt>
    <dgm:pt modelId="{6E6F7801-C303-4B18-819B-3A552E1F6AA8}" type="parTrans" cxnId="{4C81B9E4-B06D-4D51-96D3-A93527DECEEE}">
      <dgm:prSet/>
      <dgm:spPr/>
      <dgm:t>
        <a:bodyPr/>
        <a:lstStyle/>
        <a:p>
          <a:endParaRPr lang="en-US"/>
        </a:p>
      </dgm:t>
    </dgm:pt>
    <dgm:pt modelId="{8D361913-B84E-4718-BC0C-CE1669786521}" type="sibTrans" cxnId="{4C81B9E4-B06D-4D51-96D3-A93527DECEEE}">
      <dgm:prSet/>
      <dgm:spPr/>
      <dgm:t>
        <a:bodyPr/>
        <a:lstStyle/>
        <a:p>
          <a:endParaRPr lang="en-US"/>
        </a:p>
      </dgm:t>
    </dgm:pt>
    <dgm:pt modelId="{23E166B4-D440-492C-B3D7-C176CE9E83EE}">
      <dgm:prSet/>
      <dgm:spPr/>
      <dgm:t>
        <a:bodyPr/>
        <a:lstStyle/>
        <a:p>
          <a:r>
            <a:rPr lang="en-US"/>
            <a:t>Pérdida de información</a:t>
          </a:r>
        </a:p>
      </dgm:t>
    </dgm:pt>
    <dgm:pt modelId="{FD7B0A9B-038C-4FFE-99E1-84820D5B80A0}" type="parTrans" cxnId="{5F534116-22FE-43FA-9E58-6E938E544E4C}">
      <dgm:prSet/>
      <dgm:spPr/>
      <dgm:t>
        <a:bodyPr/>
        <a:lstStyle/>
        <a:p>
          <a:endParaRPr lang="en-US"/>
        </a:p>
      </dgm:t>
    </dgm:pt>
    <dgm:pt modelId="{D14D8E78-2B2E-4B1C-BEB2-3C0376949983}" type="sibTrans" cxnId="{5F534116-22FE-43FA-9E58-6E938E544E4C}">
      <dgm:prSet/>
      <dgm:spPr/>
      <dgm:t>
        <a:bodyPr/>
        <a:lstStyle/>
        <a:p>
          <a:endParaRPr lang="en-US"/>
        </a:p>
      </dgm:t>
    </dgm:pt>
    <dgm:pt modelId="{FC00EAB8-7D49-496C-AE95-0200520A522A}">
      <dgm:prSet/>
      <dgm:spPr/>
      <dgm:t>
        <a:bodyPr/>
        <a:lstStyle/>
        <a:p>
          <a:r>
            <a:rPr lang="en-US"/>
            <a:t>Afectación directa a usuarios o clientes</a:t>
          </a:r>
        </a:p>
      </dgm:t>
    </dgm:pt>
    <dgm:pt modelId="{D3678A69-BE4F-4C35-87E4-5AF176EF30F3}" type="parTrans" cxnId="{2ADB1416-D755-435F-8C8B-17FF08217A5A}">
      <dgm:prSet/>
      <dgm:spPr/>
      <dgm:t>
        <a:bodyPr/>
        <a:lstStyle/>
        <a:p>
          <a:endParaRPr lang="en-US"/>
        </a:p>
      </dgm:t>
    </dgm:pt>
    <dgm:pt modelId="{705CB4F0-7A32-402A-A4F2-41BF7FDDA500}" type="sibTrans" cxnId="{2ADB1416-D755-435F-8C8B-17FF08217A5A}">
      <dgm:prSet/>
      <dgm:spPr/>
      <dgm:t>
        <a:bodyPr/>
        <a:lstStyle/>
        <a:p>
          <a:endParaRPr lang="en-US"/>
        </a:p>
      </dgm:t>
    </dgm:pt>
    <dgm:pt modelId="{F2D224C1-51CD-4E1C-B111-185A04C5DA10}" type="pres">
      <dgm:prSet presAssocID="{2EC21979-A502-4BD6-93E8-DA087C47E9CD}" presName="diagram" presStyleCnt="0">
        <dgm:presLayoutVars>
          <dgm:dir/>
          <dgm:resizeHandles val="exact"/>
        </dgm:presLayoutVars>
      </dgm:prSet>
      <dgm:spPr/>
    </dgm:pt>
    <dgm:pt modelId="{25192F1C-B42A-4546-A77D-CDF227325E94}" type="pres">
      <dgm:prSet presAssocID="{F9BC9394-F998-4F7C-B7CF-B4B6435F5CFF}" presName="node" presStyleLbl="node1" presStyleIdx="0" presStyleCnt="3">
        <dgm:presLayoutVars>
          <dgm:bulletEnabled val="1"/>
        </dgm:presLayoutVars>
      </dgm:prSet>
      <dgm:spPr/>
    </dgm:pt>
    <dgm:pt modelId="{F852465C-B672-438A-92E4-4FF9E77FCC91}" type="pres">
      <dgm:prSet presAssocID="{8D361913-B84E-4718-BC0C-CE1669786521}" presName="sibTrans" presStyleCnt="0"/>
      <dgm:spPr/>
    </dgm:pt>
    <dgm:pt modelId="{0B712C84-925E-42F1-9374-CBFD8666690E}" type="pres">
      <dgm:prSet presAssocID="{23E166B4-D440-492C-B3D7-C176CE9E83EE}" presName="node" presStyleLbl="node1" presStyleIdx="1" presStyleCnt="3">
        <dgm:presLayoutVars>
          <dgm:bulletEnabled val="1"/>
        </dgm:presLayoutVars>
      </dgm:prSet>
      <dgm:spPr/>
    </dgm:pt>
    <dgm:pt modelId="{E2BD4E51-E5DE-4E53-9073-37AA3002CF1C}" type="pres">
      <dgm:prSet presAssocID="{D14D8E78-2B2E-4B1C-BEB2-3C0376949983}" presName="sibTrans" presStyleCnt="0"/>
      <dgm:spPr/>
    </dgm:pt>
    <dgm:pt modelId="{BB554B78-4CD4-4A83-B0A6-D6911EAA5176}" type="pres">
      <dgm:prSet presAssocID="{FC00EAB8-7D49-496C-AE95-0200520A522A}" presName="node" presStyleLbl="node1" presStyleIdx="2" presStyleCnt="3">
        <dgm:presLayoutVars>
          <dgm:bulletEnabled val="1"/>
        </dgm:presLayoutVars>
      </dgm:prSet>
      <dgm:spPr/>
    </dgm:pt>
  </dgm:ptLst>
  <dgm:cxnLst>
    <dgm:cxn modelId="{1E5E7104-F0B8-41D0-A237-FF098437021C}" type="presOf" srcId="{F9BC9394-F998-4F7C-B7CF-B4B6435F5CFF}" destId="{25192F1C-B42A-4546-A77D-CDF227325E94}" srcOrd="0" destOrd="0" presId="urn:microsoft.com/office/officeart/2005/8/layout/default"/>
    <dgm:cxn modelId="{2ADB1416-D755-435F-8C8B-17FF08217A5A}" srcId="{2EC21979-A502-4BD6-93E8-DA087C47E9CD}" destId="{FC00EAB8-7D49-496C-AE95-0200520A522A}" srcOrd="2" destOrd="0" parTransId="{D3678A69-BE4F-4C35-87E4-5AF176EF30F3}" sibTransId="{705CB4F0-7A32-402A-A4F2-41BF7FDDA500}"/>
    <dgm:cxn modelId="{5F534116-22FE-43FA-9E58-6E938E544E4C}" srcId="{2EC21979-A502-4BD6-93E8-DA087C47E9CD}" destId="{23E166B4-D440-492C-B3D7-C176CE9E83EE}" srcOrd="1" destOrd="0" parTransId="{FD7B0A9B-038C-4FFE-99E1-84820D5B80A0}" sibTransId="{D14D8E78-2B2E-4B1C-BEB2-3C0376949983}"/>
    <dgm:cxn modelId="{CF0BFB7A-C134-44DF-8CCA-C9A3600CF200}" type="presOf" srcId="{FC00EAB8-7D49-496C-AE95-0200520A522A}" destId="{BB554B78-4CD4-4A83-B0A6-D6911EAA5176}" srcOrd="0" destOrd="0" presId="urn:microsoft.com/office/officeart/2005/8/layout/default"/>
    <dgm:cxn modelId="{4A77AF82-AC7F-4C6A-9C69-C52204B3A95D}" type="presOf" srcId="{23E166B4-D440-492C-B3D7-C176CE9E83EE}" destId="{0B712C84-925E-42F1-9374-CBFD8666690E}" srcOrd="0" destOrd="0" presId="urn:microsoft.com/office/officeart/2005/8/layout/default"/>
    <dgm:cxn modelId="{9A223889-FC45-4804-A564-E5C6F84F1211}" type="presOf" srcId="{2EC21979-A502-4BD6-93E8-DA087C47E9CD}" destId="{F2D224C1-51CD-4E1C-B111-185A04C5DA10}" srcOrd="0" destOrd="0" presId="urn:microsoft.com/office/officeart/2005/8/layout/default"/>
    <dgm:cxn modelId="{4C81B9E4-B06D-4D51-96D3-A93527DECEEE}" srcId="{2EC21979-A502-4BD6-93E8-DA087C47E9CD}" destId="{F9BC9394-F998-4F7C-B7CF-B4B6435F5CFF}" srcOrd="0" destOrd="0" parTransId="{6E6F7801-C303-4B18-819B-3A552E1F6AA8}" sibTransId="{8D361913-B84E-4718-BC0C-CE1669786521}"/>
    <dgm:cxn modelId="{C04E42E1-C340-4E9B-93BA-B26571D92FA4}" type="presParOf" srcId="{F2D224C1-51CD-4E1C-B111-185A04C5DA10}" destId="{25192F1C-B42A-4546-A77D-CDF227325E94}" srcOrd="0" destOrd="0" presId="urn:microsoft.com/office/officeart/2005/8/layout/default"/>
    <dgm:cxn modelId="{E59DEB1D-FB63-4401-A163-F953E5E0FAB6}" type="presParOf" srcId="{F2D224C1-51CD-4E1C-B111-185A04C5DA10}" destId="{F852465C-B672-438A-92E4-4FF9E77FCC91}" srcOrd="1" destOrd="0" presId="urn:microsoft.com/office/officeart/2005/8/layout/default"/>
    <dgm:cxn modelId="{D04FF9DA-EFF6-4EE6-8325-F34C29406E5C}" type="presParOf" srcId="{F2D224C1-51CD-4E1C-B111-185A04C5DA10}" destId="{0B712C84-925E-42F1-9374-CBFD8666690E}" srcOrd="2" destOrd="0" presId="urn:microsoft.com/office/officeart/2005/8/layout/default"/>
    <dgm:cxn modelId="{BD350A47-31F4-4048-A1CB-8D7884702677}" type="presParOf" srcId="{F2D224C1-51CD-4E1C-B111-185A04C5DA10}" destId="{E2BD4E51-E5DE-4E53-9073-37AA3002CF1C}" srcOrd="3" destOrd="0" presId="urn:microsoft.com/office/officeart/2005/8/layout/default"/>
    <dgm:cxn modelId="{B0CC0DB2-7E7C-4D7D-875C-BB26D59542A2}" type="presParOf" srcId="{F2D224C1-51CD-4E1C-B111-185A04C5DA10}" destId="{BB554B78-4CD4-4A83-B0A6-D6911EAA5176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F448A09F-C868-4DEB-91C5-E6A733D5CD2A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3A5C5F87-5FF1-4AEA-A05E-F88B0221CC47}">
      <dgm:prSet/>
      <dgm:spPr/>
      <dgm:t>
        <a:bodyPr/>
        <a:lstStyle/>
        <a:p>
          <a:pPr>
            <a:defRPr cap="all"/>
          </a:pPr>
          <a:r>
            <a:rPr lang="en-US"/>
            <a:t>Conjunto de recursos que soportan procesos de negocio</a:t>
          </a:r>
        </a:p>
      </dgm:t>
    </dgm:pt>
    <dgm:pt modelId="{B79B237A-5985-4C01-83B8-3001EB58A665}" type="parTrans" cxnId="{CC64A5CB-7CBF-4AAA-9EAC-4DA8DEAB5F5C}">
      <dgm:prSet/>
      <dgm:spPr/>
      <dgm:t>
        <a:bodyPr/>
        <a:lstStyle/>
        <a:p>
          <a:endParaRPr lang="en-US"/>
        </a:p>
      </dgm:t>
    </dgm:pt>
    <dgm:pt modelId="{E267147B-D873-4BFC-BE78-733E6950486D}" type="sibTrans" cxnId="{CC64A5CB-7CBF-4AAA-9EAC-4DA8DEAB5F5C}">
      <dgm:prSet/>
      <dgm:spPr/>
      <dgm:t>
        <a:bodyPr/>
        <a:lstStyle/>
        <a:p>
          <a:endParaRPr lang="en-US"/>
        </a:p>
      </dgm:t>
    </dgm:pt>
    <dgm:pt modelId="{F63D6AD8-58CF-4DBE-8C0E-6A44EAD8EE28}">
      <dgm:prSet/>
      <dgm:spPr/>
      <dgm:t>
        <a:bodyPr/>
        <a:lstStyle/>
        <a:p>
          <a:pPr>
            <a:defRPr cap="all"/>
          </a:pPr>
          <a:r>
            <a:rPr lang="en-US"/>
            <a:t>Incluyen hardware, software y comunicaciones</a:t>
          </a:r>
        </a:p>
      </dgm:t>
    </dgm:pt>
    <dgm:pt modelId="{9C3F1C3A-A6AD-4A68-A79E-EF51D08798F8}" type="parTrans" cxnId="{1D7D92FA-6CD4-4A66-B848-90FCFBFBAF16}">
      <dgm:prSet/>
      <dgm:spPr/>
      <dgm:t>
        <a:bodyPr/>
        <a:lstStyle/>
        <a:p>
          <a:endParaRPr lang="en-US"/>
        </a:p>
      </dgm:t>
    </dgm:pt>
    <dgm:pt modelId="{D0B70113-51E7-4285-85A7-4ADBB8854298}" type="sibTrans" cxnId="{1D7D92FA-6CD4-4A66-B848-90FCFBFBAF16}">
      <dgm:prSet/>
      <dgm:spPr/>
      <dgm:t>
        <a:bodyPr/>
        <a:lstStyle/>
        <a:p>
          <a:endParaRPr lang="en-US"/>
        </a:p>
      </dgm:t>
    </dgm:pt>
    <dgm:pt modelId="{ED9C5ADF-F787-431C-ABD7-8906EB57159B}">
      <dgm:prSet/>
      <dgm:spPr/>
      <dgm:t>
        <a:bodyPr/>
        <a:lstStyle/>
        <a:p>
          <a:pPr>
            <a:defRPr cap="all"/>
          </a:pPr>
          <a:r>
            <a:rPr lang="en-US"/>
            <a:t>Son esenciales para el funcionamiento de la organización</a:t>
          </a:r>
        </a:p>
      </dgm:t>
    </dgm:pt>
    <dgm:pt modelId="{F33A89A8-40E1-4AAA-B627-830D574BDF05}" type="parTrans" cxnId="{FAD24D58-9212-439E-9473-43B7D82B494D}">
      <dgm:prSet/>
      <dgm:spPr/>
      <dgm:t>
        <a:bodyPr/>
        <a:lstStyle/>
        <a:p>
          <a:endParaRPr lang="en-US"/>
        </a:p>
      </dgm:t>
    </dgm:pt>
    <dgm:pt modelId="{81B86DF0-12BE-4617-8DFF-99767EA57AD3}" type="sibTrans" cxnId="{FAD24D58-9212-439E-9473-43B7D82B494D}">
      <dgm:prSet/>
      <dgm:spPr/>
      <dgm:t>
        <a:bodyPr/>
        <a:lstStyle/>
        <a:p>
          <a:endParaRPr lang="en-US"/>
        </a:p>
      </dgm:t>
    </dgm:pt>
    <dgm:pt modelId="{DC30FAAC-33EE-458A-8306-103E7FDCADAB}" type="pres">
      <dgm:prSet presAssocID="{F448A09F-C868-4DEB-91C5-E6A733D5CD2A}" presName="root" presStyleCnt="0">
        <dgm:presLayoutVars>
          <dgm:dir/>
          <dgm:resizeHandles val="exact"/>
        </dgm:presLayoutVars>
      </dgm:prSet>
      <dgm:spPr/>
    </dgm:pt>
    <dgm:pt modelId="{30F0EC9A-5100-4AD2-B4C4-CFE4FA112D79}" type="pres">
      <dgm:prSet presAssocID="{3A5C5F87-5FF1-4AEA-A05E-F88B0221CC47}" presName="compNode" presStyleCnt="0"/>
      <dgm:spPr/>
    </dgm:pt>
    <dgm:pt modelId="{3A7FC932-85E8-44AC-AD3A-04025F14EE3C}" type="pres">
      <dgm:prSet presAssocID="{3A5C5F87-5FF1-4AEA-A05E-F88B0221CC47}" presName="iconBgRect" presStyleLbl="bgShp" presStyleIdx="0" presStyleCnt="3"/>
      <dgm:spPr/>
    </dgm:pt>
    <dgm:pt modelId="{8961020C-8350-4299-89F4-824FA4B3558C}" type="pres">
      <dgm:prSet presAssocID="{3A5C5F87-5FF1-4AEA-A05E-F88B0221CC4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uarios"/>
        </a:ext>
      </dgm:extLst>
    </dgm:pt>
    <dgm:pt modelId="{CCA1806F-1A0A-4CA1-9D36-20CAD1457B56}" type="pres">
      <dgm:prSet presAssocID="{3A5C5F87-5FF1-4AEA-A05E-F88B0221CC47}" presName="spaceRect" presStyleCnt="0"/>
      <dgm:spPr/>
    </dgm:pt>
    <dgm:pt modelId="{925A231B-AED1-4FC9-B9D6-4EF4D6080C56}" type="pres">
      <dgm:prSet presAssocID="{3A5C5F87-5FF1-4AEA-A05E-F88B0221CC47}" presName="textRect" presStyleLbl="revTx" presStyleIdx="0" presStyleCnt="3">
        <dgm:presLayoutVars>
          <dgm:chMax val="1"/>
          <dgm:chPref val="1"/>
        </dgm:presLayoutVars>
      </dgm:prSet>
      <dgm:spPr/>
    </dgm:pt>
    <dgm:pt modelId="{22F58BE5-60DD-45DC-BC99-1CE4B3B5E597}" type="pres">
      <dgm:prSet presAssocID="{E267147B-D873-4BFC-BE78-733E6950486D}" presName="sibTrans" presStyleCnt="0"/>
      <dgm:spPr/>
    </dgm:pt>
    <dgm:pt modelId="{BC47994D-E1A6-4B71-9A2C-95DD257CF6EE}" type="pres">
      <dgm:prSet presAssocID="{F63D6AD8-58CF-4DBE-8C0E-6A44EAD8EE28}" presName="compNode" presStyleCnt="0"/>
      <dgm:spPr/>
    </dgm:pt>
    <dgm:pt modelId="{4153568A-0D04-4C17-A990-CB083D78C373}" type="pres">
      <dgm:prSet presAssocID="{F63D6AD8-58CF-4DBE-8C0E-6A44EAD8EE28}" presName="iconBgRect" presStyleLbl="bgShp" presStyleIdx="1" presStyleCnt="3"/>
      <dgm:spPr/>
    </dgm:pt>
    <dgm:pt modelId="{DC2CFC53-6EC9-47F1-8A7B-8C03903C1BFA}" type="pres">
      <dgm:prSet presAssocID="{F63D6AD8-58CF-4DBE-8C0E-6A44EAD8EE2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rdenador"/>
        </a:ext>
      </dgm:extLst>
    </dgm:pt>
    <dgm:pt modelId="{4D66F6FB-8E25-446C-8E19-E4C2AADE72EE}" type="pres">
      <dgm:prSet presAssocID="{F63D6AD8-58CF-4DBE-8C0E-6A44EAD8EE28}" presName="spaceRect" presStyleCnt="0"/>
      <dgm:spPr/>
    </dgm:pt>
    <dgm:pt modelId="{63D23D6C-726E-44DA-89A9-1B4B87788FE7}" type="pres">
      <dgm:prSet presAssocID="{F63D6AD8-58CF-4DBE-8C0E-6A44EAD8EE28}" presName="textRect" presStyleLbl="revTx" presStyleIdx="1" presStyleCnt="3">
        <dgm:presLayoutVars>
          <dgm:chMax val="1"/>
          <dgm:chPref val="1"/>
        </dgm:presLayoutVars>
      </dgm:prSet>
      <dgm:spPr/>
    </dgm:pt>
    <dgm:pt modelId="{196F5F3E-98D8-4FAE-B19E-7E4905F3D80D}" type="pres">
      <dgm:prSet presAssocID="{D0B70113-51E7-4285-85A7-4ADBB8854298}" presName="sibTrans" presStyleCnt="0"/>
      <dgm:spPr/>
    </dgm:pt>
    <dgm:pt modelId="{8FDED580-7720-4FF8-A00C-7727169186A1}" type="pres">
      <dgm:prSet presAssocID="{ED9C5ADF-F787-431C-ABD7-8906EB57159B}" presName="compNode" presStyleCnt="0"/>
      <dgm:spPr/>
    </dgm:pt>
    <dgm:pt modelId="{DA76C131-83CC-415B-B3C1-25A9E2973302}" type="pres">
      <dgm:prSet presAssocID="{ED9C5ADF-F787-431C-ABD7-8906EB57159B}" presName="iconBgRect" presStyleLbl="bgShp" presStyleIdx="2" presStyleCnt="3"/>
      <dgm:spPr/>
    </dgm:pt>
    <dgm:pt modelId="{F881247F-05CC-4654-A679-DC62236E647D}" type="pres">
      <dgm:prSet presAssocID="{ED9C5ADF-F787-431C-ABD7-8906EB57159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erarquía"/>
        </a:ext>
      </dgm:extLst>
    </dgm:pt>
    <dgm:pt modelId="{CA2CFD5C-BA30-4B03-BA29-8BAE0AD541DF}" type="pres">
      <dgm:prSet presAssocID="{ED9C5ADF-F787-431C-ABD7-8906EB57159B}" presName="spaceRect" presStyleCnt="0"/>
      <dgm:spPr/>
    </dgm:pt>
    <dgm:pt modelId="{EF9F4B23-CE8E-421D-B73E-4F446F24FC29}" type="pres">
      <dgm:prSet presAssocID="{ED9C5ADF-F787-431C-ABD7-8906EB57159B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C7E7A305-75F9-47AA-B13B-10299FBEB8E0}" type="presOf" srcId="{3A5C5F87-5FF1-4AEA-A05E-F88B0221CC47}" destId="{925A231B-AED1-4FC9-B9D6-4EF4D6080C56}" srcOrd="0" destOrd="0" presId="urn:microsoft.com/office/officeart/2018/5/layout/IconCircleLabelList"/>
    <dgm:cxn modelId="{AA85D730-4F5B-445A-9471-5FF56B8F1E5C}" type="presOf" srcId="{F63D6AD8-58CF-4DBE-8C0E-6A44EAD8EE28}" destId="{63D23D6C-726E-44DA-89A9-1B4B87788FE7}" srcOrd="0" destOrd="0" presId="urn:microsoft.com/office/officeart/2018/5/layout/IconCircleLabelList"/>
    <dgm:cxn modelId="{67AA9962-A771-457D-8233-25A93CB3142E}" type="presOf" srcId="{ED9C5ADF-F787-431C-ABD7-8906EB57159B}" destId="{EF9F4B23-CE8E-421D-B73E-4F446F24FC29}" srcOrd="0" destOrd="0" presId="urn:microsoft.com/office/officeart/2018/5/layout/IconCircleLabelList"/>
    <dgm:cxn modelId="{FAD24D58-9212-439E-9473-43B7D82B494D}" srcId="{F448A09F-C868-4DEB-91C5-E6A733D5CD2A}" destId="{ED9C5ADF-F787-431C-ABD7-8906EB57159B}" srcOrd="2" destOrd="0" parTransId="{F33A89A8-40E1-4AAA-B627-830D574BDF05}" sibTransId="{81B86DF0-12BE-4617-8DFF-99767EA57AD3}"/>
    <dgm:cxn modelId="{91F656A6-CF11-4BF3-84B4-7C0A39BDE013}" type="presOf" srcId="{F448A09F-C868-4DEB-91C5-E6A733D5CD2A}" destId="{DC30FAAC-33EE-458A-8306-103E7FDCADAB}" srcOrd="0" destOrd="0" presId="urn:microsoft.com/office/officeart/2018/5/layout/IconCircleLabelList"/>
    <dgm:cxn modelId="{CC64A5CB-7CBF-4AAA-9EAC-4DA8DEAB5F5C}" srcId="{F448A09F-C868-4DEB-91C5-E6A733D5CD2A}" destId="{3A5C5F87-5FF1-4AEA-A05E-F88B0221CC47}" srcOrd="0" destOrd="0" parTransId="{B79B237A-5985-4C01-83B8-3001EB58A665}" sibTransId="{E267147B-D873-4BFC-BE78-733E6950486D}"/>
    <dgm:cxn modelId="{1D7D92FA-6CD4-4A66-B848-90FCFBFBAF16}" srcId="{F448A09F-C868-4DEB-91C5-E6A733D5CD2A}" destId="{F63D6AD8-58CF-4DBE-8C0E-6A44EAD8EE28}" srcOrd="1" destOrd="0" parTransId="{9C3F1C3A-A6AD-4A68-A79E-EF51D08798F8}" sibTransId="{D0B70113-51E7-4285-85A7-4ADBB8854298}"/>
    <dgm:cxn modelId="{E889C522-8DFF-4315-B0E4-48BEA7CC8B87}" type="presParOf" srcId="{DC30FAAC-33EE-458A-8306-103E7FDCADAB}" destId="{30F0EC9A-5100-4AD2-B4C4-CFE4FA112D79}" srcOrd="0" destOrd="0" presId="urn:microsoft.com/office/officeart/2018/5/layout/IconCircleLabelList"/>
    <dgm:cxn modelId="{48908EC0-454D-40D3-867C-F89AB5A729CA}" type="presParOf" srcId="{30F0EC9A-5100-4AD2-B4C4-CFE4FA112D79}" destId="{3A7FC932-85E8-44AC-AD3A-04025F14EE3C}" srcOrd="0" destOrd="0" presId="urn:microsoft.com/office/officeart/2018/5/layout/IconCircleLabelList"/>
    <dgm:cxn modelId="{1A7FECC6-BAD8-4014-8E40-9779E17A33FE}" type="presParOf" srcId="{30F0EC9A-5100-4AD2-B4C4-CFE4FA112D79}" destId="{8961020C-8350-4299-89F4-824FA4B3558C}" srcOrd="1" destOrd="0" presId="urn:microsoft.com/office/officeart/2018/5/layout/IconCircleLabelList"/>
    <dgm:cxn modelId="{0F208AEE-6DC2-4A78-8B43-BECC649837BC}" type="presParOf" srcId="{30F0EC9A-5100-4AD2-B4C4-CFE4FA112D79}" destId="{CCA1806F-1A0A-4CA1-9D36-20CAD1457B56}" srcOrd="2" destOrd="0" presId="urn:microsoft.com/office/officeart/2018/5/layout/IconCircleLabelList"/>
    <dgm:cxn modelId="{D851E9C4-9D62-4572-AAB8-6E5649557030}" type="presParOf" srcId="{30F0EC9A-5100-4AD2-B4C4-CFE4FA112D79}" destId="{925A231B-AED1-4FC9-B9D6-4EF4D6080C56}" srcOrd="3" destOrd="0" presId="urn:microsoft.com/office/officeart/2018/5/layout/IconCircleLabelList"/>
    <dgm:cxn modelId="{B5F2CD81-3024-4965-8593-3E5F4F54B939}" type="presParOf" srcId="{DC30FAAC-33EE-458A-8306-103E7FDCADAB}" destId="{22F58BE5-60DD-45DC-BC99-1CE4B3B5E597}" srcOrd="1" destOrd="0" presId="urn:microsoft.com/office/officeart/2018/5/layout/IconCircleLabelList"/>
    <dgm:cxn modelId="{28764DDC-ADEB-48D8-8652-D28BFC368FD3}" type="presParOf" srcId="{DC30FAAC-33EE-458A-8306-103E7FDCADAB}" destId="{BC47994D-E1A6-4B71-9A2C-95DD257CF6EE}" srcOrd="2" destOrd="0" presId="urn:microsoft.com/office/officeart/2018/5/layout/IconCircleLabelList"/>
    <dgm:cxn modelId="{1FFFF33B-0654-4F8D-AFC4-B389451E1953}" type="presParOf" srcId="{BC47994D-E1A6-4B71-9A2C-95DD257CF6EE}" destId="{4153568A-0D04-4C17-A990-CB083D78C373}" srcOrd="0" destOrd="0" presId="urn:microsoft.com/office/officeart/2018/5/layout/IconCircleLabelList"/>
    <dgm:cxn modelId="{ADEBBF02-CD36-4369-9888-6DDA028DEA07}" type="presParOf" srcId="{BC47994D-E1A6-4B71-9A2C-95DD257CF6EE}" destId="{DC2CFC53-6EC9-47F1-8A7B-8C03903C1BFA}" srcOrd="1" destOrd="0" presId="urn:microsoft.com/office/officeart/2018/5/layout/IconCircleLabelList"/>
    <dgm:cxn modelId="{E3393A22-519F-4046-93CC-BCB38C6ECABA}" type="presParOf" srcId="{BC47994D-E1A6-4B71-9A2C-95DD257CF6EE}" destId="{4D66F6FB-8E25-446C-8E19-E4C2AADE72EE}" srcOrd="2" destOrd="0" presId="urn:microsoft.com/office/officeart/2018/5/layout/IconCircleLabelList"/>
    <dgm:cxn modelId="{55A68DA1-1EE6-41F5-B30D-7B18EFD29533}" type="presParOf" srcId="{BC47994D-E1A6-4B71-9A2C-95DD257CF6EE}" destId="{63D23D6C-726E-44DA-89A9-1B4B87788FE7}" srcOrd="3" destOrd="0" presId="urn:microsoft.com/office/officeart/2018/5/layout/IconCircleLabelList"/>
    <dgm:cxn modelId="{F65A81AB-AFA4-4A83-A84B-77F70908EE04}" type="presParOf" srcId="{DC30FAAC-33EE-458A-8306-103E7FDCADAB}" destId="{196F5F3E-98D8-4FAE-B19E-7E4905F3D80D}" srcOrd="3" destOrd="0" presId="urn:microsoft.com/office/officeart/2018/5/layout/IconCircleLabelList"/>
    <dgm:cxn modelId="{8809B89A-1519-44DF-AD25-3C64FF0D7D46}" type="presParOf" srcId="{DC30FAAC-33EE-458A-8306-103E7FDCADAB}" destId="{8FDED580-7720-4FF8-A00C-7727169186A1}" srcOrd="4" destOrd="0" presId="urn:microsoft.com/office/officeart/2018/5/layout/IconCircleLabelList"/>
    <dgm:cxn modelId="{C593F905-4CC7-4265-BC94-714DD06AEEA8}" type="presParOf" srcId="{8FDED580-7720-4FF8-A00C-7727169186A1}" destId="{DA76C131-83CC-415B-B3C1-25A9E2973302}" srcOrd="0" destOrd="0" presId="urn:microsoft.com/office/officeart/2018/5/layout/IconCircleLabelList"/>
    <dgm:cxn modelId="{DA62F984-551A-4178-9D2B-D7EBE6400451}" type="presParOf" srcId="{8FDED580-7720-4FF8-A00C-7727169186A1}" destId="{F881247F-05CC-4654-A679-DC62236E647D}" srcOrd="1" destOrd="0" presId="urn:microsoft.com/office/officeart/2018/5/layout/IconCircleLabelList"/>
    <dgm:cxn modelId="{3869AFE8-95F7-48EF-95A7-DEA5B04559A7}" type="presParOf" srcId="{8FDED580-7720-4FF8-A00C-7727169186A1}" destId="{CA2CFD5C-BA30-4B03-BA29-8BAE0AD541DF}" srcOrd="2" destOrd="0" presId="urn:microsoft.com/office/officeart/2018/5/layout/IconCircleLabelList"/>
    <dgm:cxn modelId="{B592F636-6FED-406B-BCA5-A09355B230A3}" type="presParOf" srcId="{8FDED580-7720-4FF8-A00C-7727169186A1}" destId="{EF9F4B23-CE8E-421D-B73E-4F446F24FC29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52975AAD-AFCC-4B1F-8CAD-257D558A77DF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6479ADAA-4188-49D2-BD4F-275FAB73634D}">
      <dgm:prSet/>
      <dgm:spPr/>
      <dgm:t>
        <a:bodyPr/>
        <a:lstStyle/>
        <a:p>
          <a:pPr>
            <a:defRPr cap="all"/>
          </a:pPr>
          <a:r>
            <a:rPr lang="en-US"/>
            <a:t>Servicios web</a:t>
          </a:r>
        </a:p>
      </dgm:t>
    </dgm:pt>
    <dgm:pt modelId="{B7F00E21-6E37-44AE-A327-627197F05E68}" type="parTrans" cxnId="{A221A5ED-FF9F-4CCD-95D4-7278D16298B1}">
      <dgm:prSet/>
      <dgm:spPr/>
      <dgm:t>
        <a:bodyPr/>
        <a:lstStyle/>
        <a:p>
          <a:endParaRPr lang="en-US"/>
        </a:p>
      </dgm:t>
    </dgm:pt>
    <dgm:pt modelId="{6F08FEFA-FE4E-4BD6-8D4C-E60D3AF96AE9}" type="sibTrans" cxnId="{A221A5ED-FF9F-4CCD-95D4-7278D16298B1}">
      <dgm:prSet/>
      <dgm:spPr/>
      <dgm:t>
        <a:bodyPr/>
        <a:lstStyle/>
        <a:p>
          <a:endParaRPr lang="en-US"/>
        </a:p>
      </dgm:t>
    </dgm:pt>
    <dgm:pt modelId="{6ADB613D-CABB-444C-801F-2BBF4BFA2963}">
      <dgm:prSet/>
      <dgm:spPr/>
      <dgm:t>
        <a:bodyPr/>
        <a:lstStyle/>
        <a:p>
          <a:pPr>
            <a:defRPr cap="all"/>
          </a:pPr>
          <a:r>
            <a:rPr lang="en-US"/>
            <a:t>Servicios de bases de datos</a:t>
          </a:r>
        </a:p>
      </dgm:t>
    </dgm:pt>
    <dgm:pt modelId="{2E7B562D-2CBA-44E2-8461-22EA161E9DAA}" type="parTrans" cxnId="{68A596B3-EB10-4DE2-AEE0-BA5A567986EC}">
      <dgm:prSet/>
      <dgm:spPr/>
      <dgm:t>
        <a:bodyPr/>
        <a:lstStyle/>
        <a:p>
          <a:endParaRPr lang="en-US"/>
        </a:p>
      </dgm:t>
    </dgm:pt>
    <dgm:pt modelId="{D6D7214A-DCBC-4088-89C1-7E60AFE1C27C}" type="sibTrans" cxnId="{68A596B3-EB10-4DE2-AEE0-BA5A567986EC}">
      <dgm:prSet/>
      <dgm:spPr/>
      <dgm:t>
        <a:bodyPr/>
        <a:lstStyle/>
        <a:p>
          <a:endParaRPr lang="en-US"/>
        </a:p>
      </dgm:t>
    </dgm:pt>
    <dgm:pt modelId="{935A1C6A-D49F-45E7-BD08-1077893C4B15}">
      <dgm:prSet/>
      <dgm:spPr/>
      <dgm:t>
        <a:bodyPr/>
        <a:lstStyle/>
        <a:p>
          <a:pPr>
            <a:defRPr cap="all"/>
          </a:pPr>
          <a:r>
            <a:rPr lang="en-US"/>
            <a:t>Servicios de autenticación</a:t>
          </a:r>
        </a:p>
      </dgm:t>
    </dgm:pt>
    <dgm:pt modelId="{30066FA1-264D-49FE-B181-50FC5C468DB6}" type="parTrans" cxnId="{23055857-EB5A-4061-BC8A-DF5B196AFA64}">
      <dgm:prSet/>
      <dgm:spPr/>
      <dgm:t>
        <a:bodyPr/>
        <a:lstStyle/>
        <a:p>
          <a:endParaRPr lang="en-US"/>
        </a:p>
      </dgm:t>
    </dgm:pt>
    <dgm:pt modelId="{0ABDD4E2-A990-4DBA-AAF1-AA0736DCC334}" type="sibTrans" cxnId="{23055857-EB5A-4061-BC8A-DF5B196AFA64}">
      <dgm:prSet/>
      <dgm:spPr/>
      <dgm:t>
        <a:bodyPr/>
        <a:lstStyle/>
        <a:p>
          <a:endParaRPr lang="en-US"/>
        </a:p>
      </dgm:t>
    </dgm:pt>
    <dgm:pt modelId="{4C5F0F24-9254-4489-B7A6-EB50CFE12E55}">
      <dgm:prSet/>
      <dgm:spPr/>
      <dgm:t>
        <a:bodyPr/>
        <a:lstStyle/>
        <a:p>
          <a:pPr>
            <a:defRPr cap="all"/>
          </a:pPr>
          <a:r>
            <a:rPr lang="en-US"/>
            <a:t>Servicios de almacenamiento</a:t>
          </a:r>
        </a:p>
      </dgm:t>
    </dgm:pt>
    <dgm:pt modelId="{5BD0FCB1-2213-4634-8B63-400FBC2D758B}" type="parTrans" cxnId="{9BC5C5DC-A282-476B-9452-EC69CFEC8EA7}">
      <dgm:prSet/>
      <dgm:spPr/>
      <dgm:t>
        <a:bodyPr/>
        <a:lstStyle/>
        <a:p>
          <a:endParaRPr lang="en-US"/>
        </a:p>
      </dgm:t>
    </dgm:pt>
    <dgm:pt modelId="{7A279382-C22E-4D38-BF31-677A5D5AB5AC}" type="sibTrans" cxnId="{9BC5C5DC-A282-476B-9452-EC69CFEC8EA7}">
      <dgm:prSet/>
      <dgm:spPr/>
      <dgm:t>
        <a:bodyPr/>
        <a:lstStyle/>
        <a:p>
          <a:endParaRPr lang="en-US"/>
        </a:p>
      </dgm:t>
    </dgm:pt>
    <dgm:pt modelId="{C6863949-42B6-4685-B78D-5488645403B6}" type="pres">
      <dgm:prSet presAssocID="{52975AAD-AFCC-4B1F-8CAD-257D558A77DF}" presName="root" presStyleCnt="0">
        <dgm:presLayoutVars>
          <dgm:dir/>
          <dgm:resizeHandles val="exact"/>
        </dgm:presLayoutVars>
      </dgm:prSet>
      <dgm:spPr/>
    </dgm:pt>
    <dgm:pt modelId="{86E72C16-F041-4FB4-A8AB-8690E77039BC}" type="pres">
      <dgm:prSet presAssocID="{6479ADAA-4188-49D2-BD4F-275FAB73634D}" presName="compNode" presStyleCnt="0"/>
      <dgm:spPr/>
    </dgm:pt>
    <dgm:pt modelId="{984615B2-C621-4213-874A-C14CAEF1752F}" type="pres">
      <dgm:prSet presAssocID="{6479ADAA-4188-49D2-BD4F-275FAB73634D}" presName="iconBgRect" presStyleLbl="bgShp" presStyleIdx="0" presStyleCnt="4"/>
      <dgm:spPr/>
    </dgm:pt>
    <dgm:pt modelId="{8239933A-1504-403B-881A-09146628F3F2}" type="pres">
      <dgm:prSet presAssocID="{6479ADAA-4188-49D2-BD4F-275FAB73634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C3CC3356-3C03-4580-A224-37FDE43A0519}" type="pres">
      <dgm:prSet presAssocID="{6479ADAA-4188-49D2-BD4F-275FAB73634D}" presName="spaceRect" presStyleCnt="0"/>
      <dgm:spPr/>
    </dgm:pt>
    <dgm:pt modelId="{440948DB-0432-4EA7-A172-E7C1AA5462E3}" type="pres">
      <dgm:prSet presAssocID="{6479ADAA-4188-49D2-BD4F-275FAB73634D}" presName="textRect" presStyleLbl="revTx" presStyleIdx="0" presStyleCnt="4">
        <dgm:presLayoutVars>
          <dgm:chMax val="1"/>
          <dgm:chPref val="1"/>
        </dgm:presLayoutVars>
      </dgm:prSet>
      <dgm:spPr/>
    </dgm:pt>
    <dgm:pt modelId="{93831588-56C8-486E-8D44-744FE19B39A3}" type="pres">
      <dgm:prSet presAssocID="{6F08FEFA-FE4E-4BD6-8D4C-E60D3AF96AE9}" presName="sibTrans" presStyleCnt="0"/>
      <dgm:spPr/>
    </dgm:pt>
    <dgm:pt modelId="{E4B0AFFC-291C-44D2-875A-0D5685DEABFC}" type="pres">
      <dgm:prSet presAssocID="{6ADB613D-CABB-444C-801F-2BBF4BFA2963}" presName="compNode" presStyleCnt="0"/>
      <dgm:spPr/>
    </dgm:pt>
    <dgm:pt modelId="{70FE675A-B051-48CE-81E3-171E7E8F407F}" type="pres">
      <dgm:prSet presAssocID="{6ADB613D-CABB-444C-801F-2BBF4BFA2963}" presName="iconBgRect" presStyleLbl="bgShp" presStyleIdx="1" presStyleCnt="4"/>
      <dgm:spPr/>
    </dgm:pt>
    <dgm:pt modelId="{DFEB1BA2-393C-45A6-B427-A010D90E3352}" type="pres">
      <dgm:prSet presAssocID="{6ADB613D-CABB-444C-801F-2BBF4BFA296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se de datos"/>
        </a:ext>
      </dgm:extLst>
    </dgm:pt>
    <dgm:pt modelId="{3FBA15BB-114E-4E87-9FD0-2E24B1D55E06}" type="pres">
      <dgm:prSet presAssocID="{6ADB613D-CABB-444C-801F-2BBF4BFA2963}" presName="spaceRect" presStyleCnt="0"/>
      <dgm:spPr/>
    </dgm:pt>
    <dgm:pt modelId="{740E0924-A2F9-4148-92C0-ECB4D6214A9E}" type="pres">
      <dgm:prSet presAssocID="{6ADB613D-CABB-444C-801F-2BBF4BFA2963}" presName="textRect" presStyleLbl="revTx" presStyleIdx="1" presStyleCnt="4">
        <dgm:presLayoutVars>
          <dgm:chMax val="1"/>
          <dgm:chPref val="1"/>
        </dgm:presLayoutVars>
      </dgm:prSet>
      <dgm:spPr/>
    </dgm:pt>
    <dgm:pt modelId="{1380A53D-D24A-4B79-9CC3-7290FFC76899}" type="pres">
      <dgm:prSet presAssocID="{D6D7214A-DCBC-4088-89C1-7E60AFE1C27C}" presName="sibTrans" presStyleCnt="0"/>
      <dgm:spPr/>
    </dgm:pt>
    <dgm:pt modelId="{794CBD8F-80C3-44F3-AC26-3DA9ED95DBA5}" type="pres">
      <dgm:prSet presAssocID="{935A1C6A-D49F-45E7-BD08-1077893C4B15}" presName="compNode" presStyleCnt="0"/>
      <dgm:spPr/>
    </dgm:pt>
    <dgm:pt modelId="{5AD4C7B8-F32C-4F40-89D5-D9DCB1B49C04}" type="pres">
      <dgm:prSet presAssocID="{935A1C6A-D49F-45E7-BD08-1077893C4B15}" presName="iconBgRect" presStyleLbl="bgShp" presStyleIdx="2" presStyleCnt="4"/>
      <dgm:spPr/>
    </dgm:pt>
    <dgm:pt modelId="{4915C67F-41E5-49DB-BFDA-C294E0CFEA6E}" type="pres">
      <dgm:prSet presAssocID="{935A1C6A-D49F-45E7-BD08-1077893C4B1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loquear"/>
        </a:ext>
      </dgm:extLst>
    </dgm:pt>
    <dgm:pt modelId="{AFDA3F5A-F202-4FAD-85A3-7FA754D21518}" type="pres">
      <dgm:prSet presAssocID="{935A1C6A-D49F-45E7-BD08-1077893C4B15}" presName="spaceRect" presStyleCnt="0"/>
      <dgm:spPr/>
    </dgm:pt>
    <dgm:pt modelId="{945A20F6-742B-493F-A029-90C067B0DF37}" type="pres">
      <dgm:prSet presAssocID="{935A1C6A-D49F-45E7-BD08-1077893C4B15}" presName="textRect" presStyleLbl="revTx" presStyleIdx="2" presStyleCnt="4">
        <dgm:presLayoutVars>
          <dgm:chMax val="1"/>
          <dgm:chPref val="1"/>
        </dgm:presLayoutVars>
      </dgm:prSet>
      <dgm:spPr/>
    </dgm:pt>
    <dgm:pt modelId="{F1F65B1E-045F-4361-B01E-EA4831B6EB7D}" type="pres">
      <dgm:prSet presAssocID="{0ABDD4E2-A990-4DBA-AAF1-AA0736DCC334}" presName="sibTrans" presStyleCnt="0"/>
      <dgm:spPr/>
    </dgm:pt>
    <dgm:pt modelId="{B3A4406D-44E8-44EA-8AEB-AD92A2CA8178}" type="pres">
      <dgm:prSet presAssocID="{4C5F0F24-9254-4489-B7A6-EB50CFE12E55}" presName="compNode" presStyleCnt="0"/>
      <dgm:spPr/>
    </dgm:pt>
    <dgm:pt modelId="{F34D3392-AEBC-4D9B-82E8-85EFDFFA3E1C}" type="pres">
      <dgm:prSet presAssocID="{4C5F0F24-9254-4489-B7A6-EB50CFE12E55}" presName="iconBgRect" presStyleLbl="bgShp" presStyleIdx="3" presStyleCnt="4"/>
      <dgm:spPr/>
    </dgm:pt>
    <dgm:pt modelId="{A343B46C-0556-4CDA-A7B2-AB025CA6DA04}" type="pres">
      <dgm:prSet presAssocID="{4C5F0F24-9254-4489-B7A6-EB50CFE12E5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wnload from cloud"/>
        </a:ext>
      </dgm:extLst>
    </dgm:pt>
    <dgm:pt modelId="{FDABE4C3-2282-40D6-88D5-03D0B53FDCDA}" type="pres">
      <dgm:prSet presAssocID="{4C5F0F24-9254-4489-B7A6-EB50CFE12E55}" presName="spaceRect" presStyleCnt="0"/>
      <dgm:spPr/>
    </dgm:pt>
    <dgm:pt modelId="{F00118D6-06D7-4D01-8B69-83929E45297A}" type="pres">
      <dgm:prSet presAssocID="{4C5F0F24-9254-4489-B7A6-EB50CFE12E55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27851E6D-EBC3-4FD0-BA97-24BB7F6E3792}" type="presOf" srcId="{935A1C6A-D49F-45E7-BD08-1077893C4B15}" destId="{945A20F6-742B-493F-A029-90C067B0DF37}" srcOrd="0" destOrd="0" presId="urn:microsoft.com/office/officeart/2018/5/layout/IconCircleLabelList"/>
    <dgm:cxn modelId="{0AED5C6F-8179-49AE-A8D5-EFDFA6F3B2F5}" type="presOf" srcId="{6479ADAA-4188-49D2-BD4F-275FAB73634D}" destId="{440948DB-0432-4EA7-A172-E7C1AA5462E3}" srcOrd="0" destOrd="0" presId="urn:microsoft.com/office/officeart/2018/5/layout/IconCircleLabelList"/>
    <dgm:cxn modelId="{23055857-EB5A-4061-BC8A-DF5B196AFA64}" srcId="{52975AAD-AFCC-4B1F-8CAD-257D558A77DF}" destId="{935A1C6A-D49F-45E7-BD08-1077893C4B15}" srcOrd="2" destOrd="0" parTransId="{30066FA1-264D-49FE-B181-50FC5C468DB6}" sibTransId="{0ABDD4E2-A990-4DBA-AAF1-AA0736DCC334}"/>
    <dgm:cxn modelId="{5833C284-DAC2-420D-AD53-478FE4118EF6}" type="presOf" srcId="{52975AAD-AFCC-4B1F-8CAD-257D558A77DF}" destId="{C6863949-42B6-4685-B78D-5488645403B6}" srcOrd="0" destOrd="0" presId="urn:microsoft.com/office/officeart/2018/5/layout/IconCircleLabelList"/>
    <dgm:cxn modelId="{68A596B3-EB10-4DE2-AEE0-BA5A567986EC}" srcId="{52975AAD-AFCC-4B1F-8CAD-257D558A77DF}" destId="{6ADB613D-CABB-444C-801F-2BBF4BFA2963}" srcOrd="1" destOrd="0" parTransId="{2E7B562D-2CBA-44E2-8461-22EA161E9DAA}" sibTransId="{D6D7214A-DCBC-4088-89C1-7E60AFE1C27C}"/>
    <dgm:cxn modelId="{861E6FBD-A093-46AF-90D8-65116F22AF96}" type="presOf" srcId="{4C5F0F24-9254-4489-B7A6-EB50CFE12E55}" destId="{F00118D6-06D7-4D01-8B69-83929E45297A}" srcOrd="0" destOrd="0" presId="urn:microsoft.com/office/officeart/2018/5/layout/IconCircleLabelList"/>
    <dgm:cxn modelId="{6909EEC2-2368-4971-935C-F96F895A4C09}" type="presOf" srcId="{6ADB613D-CABB-444C-801F-2BBF4BFA2963}" destId="{740E0924-A2F9-4148-92C0-ECB4D6214A9E}" srcOrd="0" destOrd="0" presId="urn:microsoft.com/office/officeart/2018/5/layout/IconCircleLabelList"/>
    <dgm:cxn modelId="{9BC5C5DC-A282-476B-9452-EC69CFEC8EA7}" srcId="{52975AAD-AFCC-4B1F-8CAD-257D558A77DF}" destId="{4C5F0F24-9254-4489-B7A6-EB50CFE12E55}" srcOrd="3" destOrd="0" parTransId="{5BD0FCB1-2213-4634-8B63-400FBC2D758B}" sibTransId="{7A279382-C22E-4D38-BF31-677A5D5AB5AC}"/>
    <dgm:cxn modelId="{A221A5ED-FF9F-4CCD-95D4-7278D16298B1}" srcId="{52975AAD-AFCC-4B1F-8CAD-257D558A77DF}" destId="{6479ADAA-4188-49D2-BD4F-275FAB73634D}" srcOrd="0" destOrd="0" parTransId="{B7F00E21-6E37-44AE-A327-627197F05E68}" sibTransId="{6F08FEFA-FE4E-4BD6-8D4C-E60D3AF96AE9}"/>
    <dgm:cxn modelId="{35B1FE8A-DBD4-4D33-8AC2-B1CA2CA13854}" type="presParOf" srcId="{C6863949-42B6-4685-B78D-5488645403B6}" destId="{86E72C16-F041-4FB4-A8AB-8690E77039BC}" srcOrd="0" destOrd="0" presId="urn:microsoft.com/office/officeart/2018/5/layout/IconCircleLabelList"/>
    <dgm:cxn modelId="{161159DF-D3A8-4D2A-A08D-FE9DF26454B6}" type="presParOf" srcId="{86E72C16-F041-4FB4-A8AB-8690E77039BC}" destId="{984615B2-C621-4213-874A-C14CAEF1752F}" srcOrd="0" destOrd="0" presId="urn:microsoft.com/office/officeart/2018/5/layout/IconCircleLabelList"/>
    <dgm:cxn modelId="{6BEBFEFC-96C4-40F5-BDD1-1BD001A15147}" type="presParOf" srcId="{86E72C16-F041-4FB4-A8AB-8690E77039BC}" destId="{8239933A-1504-403B-881A-09146628F3F2}" srcOrd="1" destOrd="0" presId="urn:microsoft.com/office/officeart/2018/5/layout/IconCircleLabelList"/>
    <dgm:cxn modelId="{C80D518B-034B-49DD-B68C-F32E31B5AAEA}" type="presParOf" srcId="{86E72C16-F041-4FB4-A8AB-8690E77039BC}" destId="{C3CC3356-3C03-4580-A224-37FDE43A0519}" srcOrd="2" destOrd="0" presId="urn:microsoft.com/office/officeart/2018/5/layout/IconCircleLabelList"/>
    <dgm:cxn modelId="{0184C897-E605-45E4-BAA4-970A80204C31}" type="presParOf" srcId="{86E72C16-F041-4FB4-A8AB-8690E77039BC}" destId="{440948DB-0432-4EA7-A172-E7C1AA5462E3}" srcOrd="3" destOrd="0" presId="urn:microsoft.com/office/officeart/2018/5/layout/IconCircleLabelList"/>
    <dgm:cxn modelId="{8C11228E-8B6A-42F9-8F5D-94806BC3AD3E}" type="presParOf" srcId="{C6863949-42B6-4685-B78D-5488645403B6}" destId="{93831588-56C8-486E-8D44-744FE19B39A3}" srcOrd="1" destOrd="0" presId="urn:microsoft.com/office/officeart/2018/5/layout/IconCircleLabelList"/>
    <dgm:cxn modelId="{A63B06A5-AB51-402A-95F3-B98019E2D2E7}" type="presParOf" srcId="{C6863949-42B6-4685-B78D-5488645403B6}" destId="{E4B0AFFC-291C-44D2-875A-0D5685DEABFC}" srcOrd="2" destOrd="0" presId="urn:microsoft.com/office/officeart/2018/5/layout/IconCircleLabelList"/>
    <dgm:cxn modelId="{7735BF22-466A-4AE2-9E9C-996E4661E500}" type="presParOf" srcId="{E4B0AFFC-291C-44D2-875A-0D5685DEABFC}" destId="{70FE675A-B051-48CE-81E3-171E7E8F407F}" srcOrd="0" destOrd="0" presId="urn:microsoft.com/office/officeart/2018/5/layout/IconCircleLabelList"/>
    <dgm:cxn modelId="{02EA1420-AB51-4E5E-9E16-21F8B028179D}" type="presParOf" srcId="{E4B0AFFC-291C-44D2-875A-0D5685DEABFC}" destId="{DFEB1BA2-393C-45A6-B427-A010D90E3352}" srcOrd="1" destOrd="0" presId="urn:microsoft.com/office/officeart/2018/5/layout/IconCircleLabelList"/>
    <dgm:cxn modelId="{600F8BDA-0FBE-4D74-9247-50C73FC35E70}" type="presParOf" srcId="{E4B0AFFC-291C-44D2-875A-0D5685DEABFC}" destId="{3FBA15BB-114E-4E87-9FD0-2E24B1D55E06}" srcOrd="2" destOrd="0" presId="urn:microsoft.com/office/officeart/2018/5/layout/IconCircleLabelList"/>
    <dgm:cxn modelId="{50207576-6D0B-4BA2-9585-CBCEA660B4B2}" type="presParOf" srcId="{E4B0AFFC-291C-44D2-875A-0D5685DEABFC}" destId="{740E0924-A2F9-4148-92C0-ECB4D6214A9E}" srcOrd="3" destOrd="0" presId="urn:microsoft.com/office/officeart/2018/5/layout/IconCircleLabelList"/>
    <dgm:cxn modelId="{1E13CB0D-BBE3-4898-9347-8E0C1D320F18}" type="presParOf" srcId="{C6863949-42B6-4685-B78D-5488645403B6}" destId="{1380A53D-D24A-4B79-9CC3-7290FFC76899}" srcOrd="3" destOrd="0" presId="urn:microsoft.com/office/officeart/2018/5/layout/IconCircleLabelList"/>
    <dgm:cxn modelId="{EE82F85E-0ED5-48B4-A5BA-00A5DCCC8204}" type="presParOf" srcId="{C6863949-42B6-4685-B78D-5488645403B6}" destId="{794CBD8F-80C3-44F3-AC26-3DA9ED95DBA5}" srcOrd="4" destOrd="0" presId="urn:microsoft.com/office/officeart/2018/5/layout/IconCircleLabelList"/>
    <dgm:cxn modelId="{EDA57B3F-32AA-47E4-B4FD-FBC18915B3D3}" type="presParOf" srcId="{794CBD8F-80C3-44F3-AC26-3DA9ED95DBA5}" destId="{5AD4C7B8-F32C-4F40-89D5-D9DCB1B49C04}" srcOrd="0" destOrd="0" presId="urn:microsoft.com/office/officeart/2018/5/layout/IconCircleLabelList"/>
    <dgm:cxn modelId="{0C5C5E4D-4CEC-4172-9DA1-D4DC2F4B4C52}" type="presParOf" srcId="{794CBD8F-80C3-44F3-AC26-3DA9ED95DBA5}" destId="{4915C67F-41E5-49DB-BFDA-C294E0CFEA6E}" srcOrd="1" destOrd="0" presId="urn:microsoft.com/office/officeart/2018/5/layout/IconCircleLabelList"/>
    <dgm:cxn modelId="{63E04984-B28A-451A-8D23-7FF4194B6B30}" type="presParOf" srcId="{794CBD8F-80C3-44F3-AC26-3DA9ED95DBA5}" destId="{AFDA3F5A-F202-4FAD-85A3-7FA754D21518}" srcOrd="2" destOrd="0" presId="urn:microsoft.com/office/officeart/2018/5/layout/IconCircleLabelList"/>
    <dgm:cxn modelId="{BAB282EF-4817-4C19-9AF7-6232C70F3869}" type="presParOf" srcId="{794CBD8F-80C3-44F3-AC26-3DA9ED95DBA5}" destId="{945A20F6-742B-493F-A029-90C067B0DF37}" srcOrd="3" destOrd="0" presId="urn:microsoft.com/office/officeart/2018/5/layout/IconCircleLabelList"/>
    <dgm:cxn modelId="{2F828416-7CED-44C8-BFFA-B35DE8AF84A3}" type="presParOf" srcId="{C6863949-42B6-4685-B78D-5488645403B6}" destId="{F1F65B1E-045F-4361-B01E-EA4831B6EB7D}" srcOrd="5" destOrd="0" presId="urn:microsoft.com/office/officeart/2018/5/layout/IconCircleLabelList"/>
    <dgm:cxn modelId="{D68A6D06-887A-457C-AA49-3A94FBD3CC7C}" type="presParOf" srcId="{C6863949-42B6-4685-B78D-5488645403B6}" destId="{B3A4406D-44E8-44EA-8AEB-AD92A2CA8178}" srcOrd="6" destOrd="0" presId="urn:microsoft.com/office/officeart/2018/5/layout/IconCircleLabelList"/>
    <dgm:cxn modelId="{55049ECC-DEBB-4C78-8A8D-9FFC64CDE26D}" type="presParOf" srcId="{B3A4406D-44E8-44EA-8AEB-AD92A2CA8178}" destId="{F34D3392-AEBC-4D9B-82E8-85EFDFFA3E1C}" srcOrd="0" destOrd="0" presId="urn:microsoft.com/office/officeart/2018/5/layout/IconCircleLabelList"/>
    <dgm:cxn modelId="{247567B8-55A1-4BBA-BA3C-C234941CC036}" type="presParOf" srcId="{B3A4406D-44E8-44EA-8AEB-AD92A2CA8178}" destId="{A343B46C-0556-4CDA-A7B2-AB025CA6DA04}" srcOrd="1" destOrd="0" presId="urn:microsoft.com/office/officeart/2018/5/layout/IconCircleLabelList"/>
    <dgm:cxn modelId="{1786FD3A-B629-438C-AF7F-C744AA8A0A07}" type="presParOf" srcId="{B3A4406D-44E8-44EA-8AEB-AD92A2CA8178}" destId="{FDABE4C3-2282-40D6-88D5-03D0B53FDCDA}" srcOrd="2" destOrd="0" presId="urn:microsoft.com/office/officeart/2018/5/layout/IconCircleLabelList"/>
    <dgm:cxn modelId="{3EC3EFE1-5004-4080-BA53-E9AC23E26A75}" type="presParOf" srcId="{B3A4406D-44E8-44EA-8AEB-AD92A2CA8178}" destId="{F00118D6-06D7-4D01-8B69-83929E45297A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E354BE98-B4B2-463E-A051-2A7273F796D3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41DE23B7-C934-4D46-9896-ED2604A46534}">
      <dgm:prSet/>
      <dgm:spPr/>
      <dgm:t>
        <a:bodyPr/>
        <a:lstStyle/>
        <a:p>
          <a:r>
            <a:rPr lang="en-US"/>
            <a:t>Permite analizar riesgos</a:t>
          </a:r>
        </a:p>
      </dgm:t>
    </dgm:pt>
    <dgm:pt modelId="{EBB5F76D-D743-421E-91D7-A2C467DA9B08}" type="parTrans" cxnId="{78F00F8A-EB34-4C2B-9816-9349008F164E}">
      <dgm:prSet/>
      <dgm:spPr/>
      <dgm:t>
        <a:bodyPr/>
        <a:lstStyle/>
        <a:p>
          <a:endParaRPr lang="en-US"/>
        </a:p>
      </dgm:t>
    </dgm:pt>
    <dgm:pt modelId="{0571DB7B-D405-4463-91D5-070AF6712446}" type="sibTrans" cxnId="{78F00F8A-EB34-4C2B-9816-9349008F164E}">
      <dgm:prSet/>
      <dgm:spPr/>
      <dgm:t>
        <a:bodyPr/>
        <a:lstStyle/>
        <a:p>
          <a:endParaRPr lang="en-US"/>
        </a:p>
      </dgm:t>
    </dgm:pt>
    <dgm:pt modelId="{076439D1-B3AB-4606-BBB4-FBF3B144EFA5}">
      <dgm:prSet/>
      <dgm:spPr/>
      <dgm:t>
        <a:bodyPr/>
        <a:lstStyle/>
        <a:p>
          <a:r>
            <a:rPr lang="en-US"/>
            <a:t>Ayuda a diseñar planes de contingencia</a:t>
          </a:r>
        </a:p>
      </dgm:t>
    </dgm:pt>
    <dgm:pt modelId="{770197E7-619C-4669-B216-A5769FA831DE}" type="parTrans" cxnId="{1079789B-3DF3-46D5-96E5-881BA47BA226}">
      <dgm:prSet/>
      <dgm:spPr/>
      <dgm:t>
        <a:bodyPr/>
        <a:lstStyle/>
        <a:p>
          <a:endParaRPr lang="en-US"/>
        </a:p>
      </dgm:t>
    </dgm:pt>
    <dgm:pt modelId="{63C12E59-A76E-4F7A-B09F-A65B1699A1DB}" type="sibTrans" cxnId="{1079789B-3DF3-46D5-96E5-881BA47BA226}">
      <dgm:prSet/>
      <dgm:spPr/>
      <dgm:t>
        <a:bodyPr/>
        <a:lstStyle/>
        <a:p>
          <a:endParaRPr lang="en-US"/>
        </a:p>
      </dgm:t>
    </dgm:pt>
    <dgm:pt modelId="{D38A6BC6-4D8C-4E47-BB6E-B1DFC9EDDAE0}">
      <dgm:prSet/>
      <dgm:spPr/>
      <dgm:t>
        <a:bodyPr/>
        <a:lstStyle/>
        <a:p>
          <a:r>
            <a:rPr lang="en-US"/>
            <a:t>Facilita la aplicación de medidas de seguridad</a:t>
          </a:r>
        </a:p>
      </dgm:t>
    </dgm:pt>
    <dgm:pt modelId="{B923F1B2-7A88-4465-B617-184EB4F7899E}" type="parTrans" cxnId="{231C98C8-02AE-413C-84AB-AF9BF309C9EA}">
      <dgm:prSet/>
      <dgm:spPr/>
      <dgm:t>
        <a:bodyPr/>
        <a:lstStyle/>
        <a:p>
          <a:endParaRPr lang="en-US"/>
        </a:p>
      </dgm:t>
    </dgm:pt>
    <dgm:pt modelId="{C2C82438-3370-432F-AE74-728B841E535F}" type="sibTrans" cxnId="{231C98C8-02AE-413C-84AB-AF9BF309C9EA}">
      <dgm:prSet/>
      <dgm:spPr/>
      <dgm:t>
        <a:bodyPr/>
        <a:lstStyle/>
        <a:p>
          <a:endParaRPr lang="en-US"/>
        </a:p>
      </dgm:t>
    </dgm:pt>
    <dgm:pt modelId="{104C269A-217E-4864-8068-5B544F336879}" type="pres">
      <dgm:prSet presAssocID="{E354BE98-B4B2-463E-A051-2A7273F796D3}" presName="root" presStyleCnt="0">
        <dgm:presLayoutVars>
          <dgm:dir/>
          <dgm:resizeHandles val="exact"/>
        </dgm:presLayoutVars>
      </dgm:prSet>
      <dgm:spPr/>
    </dgm:pt>
    <dgm:pt modelId="{5DBE3C6F-8253-4BD6-B58F-F0275675003C}" type="pres">
      <dgm:prSet presAssocID="{41DE23B7-C934-4D46-9896-ED2604A46534}" presName="compNode" presStyleCnt="0"/>
      <dgm:spPr/>
    </dgm:pt>
    <dgm:pt modelId="{4FF93C4B-0813-4AC2-8450-2D55A4CB59A5}" type="pres">
      <dgm:prSet presAssocID="{41DE23B7-C934-4D46-9896-ED2604A4653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EA6ACD86-5B81-47A2-ACE3-52163F6570A0}" type="pres">
      <dgm:prSet presAssocID="{41DE23B7-C934-4D46-9896-ED2604A46534}" presName="spaceRect" presStyleCnt="0"/>
      <dgm:spPr/>
    </dgm:pt>
    <dgm:pt modelId="{9DE03927-97DD-4472-BBB6-9CCB3280ACEF}" type="pres">
      <dgm:prSet presAssocID="{41DE23B7-C934-4D46-9896-ED2604A46534}" presName="textRect" presStyleLbl="revTx" presStyleIdx="0" presStyleCnt="3">
        <dgm:presLayoutVars>
          <dgm:chMax val="1"/>
          <dgm:chPref val="1"/>
        </dgm:presLayoutVars>
      </dgm:prSet>
      <dgm:spPr/>
    </dgm:pt>
    <dgm:pt modelId="{A99868B7-D998-47DD-8F17-B7740380B24B}" type="pres">
      <dgm:prSet presAssocID="{0571DB7B-D405-4463-91D5-070AF6712446}" presName="sibTrans" presStyleCnt="0"/>
      <dgm:spPr/>
    </dgm:pt>
    <dgm:pt modelId="{150E851C-1599-48CA-9049-93A86B9556C8}" type="pres">
      <dgm:prSet presAssocID="{076439D1-B3AB-4606-BBB4-FBF3B144EFA5}" presName="compNode" presStyleCnt="0"/>
      <dgm:spPr/>
    </dgm:pt>
    <dgm:pt modelId="{8F754562-37E9-43A8-AFDF-EBD325F87593}" type="pres">
      <dgm:prSet presAssocID="{076439D1-B3AB-4606-BBB4-FBF3B144EFA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édico"/>
        </a:ext>
      </dgm:extLst>
    </dgm:pt>
    <dgm:pt modelId="{66550A85-C5BA-4D34-9CF9-FB2AEAA47547}" type="pres">
      <dgm:prSet presAssocID="{076439D1-B3AB-4606-BBB4-FBF3B144EFA5}" presName="spaceRect" presStyleCnt="0"/>
      <dgm:spPr/>
    </dgm:pt>
    <dgm:pt modelId="{5494AD37-BA09-4C84-9512-24F967DA2662}" type="pres">
      <dgm:prSet presAssocID="{076439D1-B3AB-4606-BBB4-FBF3B144EFA5}" presName="textRect" presStyleLbl="revTx" presStyleIdx="1" presStyleCnt="3">
        <dgm:presLayoutVars>
          <dgm:chMax val="1"/>
          <dgm:chPref val="1"/>
        </dgm:presLayoutVars>
      </dgm:prSet>
      <dgm:spPr/>
    </dgm:pt>
    <dgm:pt modelId="{AB9BD80D-F205-47B6-A761-BFB4B100FC31}" type="pres">
      <dgm:prSet presAssocID="{63C12E59-A76E-4F7A-B09F-A65B1699A1DB}" presName="sibTrans" presStyleCnt="0"/>
      <dgm:spPr/>
    </dgm:pt>
    <dgm:pt modelId="{2DEAAE5B-5F5E-4AF4-8B14-932ACB4057AF}" type="pres">
      <dgm:prSet presAssocID="{D38A6BC6-4D8C-4E47-BB6E-B1DFC9EDDAE0}" presName="compNode" presStyleCnt="0"/>
      <dgm:spPr/>
    </dgm:pt>
    <dgm:pt modelId="{432C254B-FDAC-4A02-BFE9-42252910FB0B}" type="pres">
      <dgm:prSet presAssocID="{D38A6BC6-4D8C-4E47-BB6E-B1DFC9EDDAE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A2B90064-ED65-49A9-AB97-1C7D4A9106F8}" type="pres">
      <dgm:prSet presAssocID="{D38A6BC6-4D8C-4E47-BB6E-B1DFC9EDDAE0}" presName="spaceRect" presStyleCnt="0"/>
      <dgm:spPr/>
    </dgm:pt>
    <dgm:pt modelId="{BF9C3008-8E3B-40B5-8299-8D6537C3AE04}" type="pres">
      <dgm:prSet presAssocID="{D38A6BC6-4D8C-4E47-BB6E-B1DFC9EDDAE0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D003510E-A608-4871-B4C5-7B68EA735CC8}" type="presOf" srcId="{E354BE98-B4B2-463E-A051-2A7273F796D3}" destId="{104C269A-217E-4864-8068-5B544F336879}" srcOrd="0" destOrd="0" presId="urn:microsoft.com/office/officeart/2018/2/layout/IconLabelList"/>
    <dgm:cxn modelId="{4FC55215-D24A-4CA4-99D6-4CE155785E41}" type="presOf" srcId="{D38A6BC6-4D8C-4E47-BB6E-B1DFC9EDDAE0}" destId="{BF9C3008-8E3B-40B5-8299-8D6537C3AE04}" srcOrd="0" destOrd="0" presId="urn:microsoft.com/office/officeart/2018/2/layout/IconLabelList"/>
    <dgm:cxn modelId="{78F00F8A-EB34-4C2B-9816-9349008F164E}" srcId="{E354BE98-B4B2-463E-A051-2A7273F796D3}" destId="{41DE23B7-C934-4D46-9896-ED2604A46534}" srcOrd="0" destOrd="0" parTransId="{EBB5F76D-D743-421E-91D7-A2C467DA9B08}" sibTransId="{0571DB7B-D405-4463-91D5-070AF6712446}"/>
    <dgm:cxn modelId="{1553618F-FCDA-40A9-A460-B22F0F316BEB}" type="presOf" srcId="{41DE23B7-C934-4D46-9896-ED2604A46534}" destId="{9DE03927-97DD-4472-BBB6-9CCB3280ACEF}" srcOrd="0" destOrd="0" presId="urn:microsoft.com/office/officeart/2018/2/layout/IconLabelList"/>
    <dgm:cxn modelId="{D9E60691-DE6E-4B80-ABA2-48247993BFB8}" type="presOf" srcId="{076439D1-B3AB-4606-BBB4-FBF3B144EFA5}" destId="{5494AD37-BA09-4C84-9512-24F967DA2662}" srcOrd="0" destOrd="0" presId="urn:microsoft.com/office/officeart/2018/2/layout/IconLabelList"/>
    <dgm:cxn modelId="{1079789B-3DF3-46D5-96E5-881BA47BA226}" srcId="{E354BE98-B4B2-463E-A051-2A7273F796D3}" destId="{076439D1-B3AB-4606-BBB4-FBF3B144EFA5}" srcOrd="1" destOrd="0" parTransId="{770197E7-619C-4669-B216-A5769FA831DE}" sibTransId="{63C12E59-A76E-4F7A-B09F-A65B1699A1DB}"/>
    <dgm:cxn modelId="{231C98C8-02AE-413C-84AB-AF9BF309C9EA}" srcId="{E354BE98-B4B2-463E-A051-2A7273F796D3}" destId="{D38A6BC6-4D8C-4E47-BB6E-B1DFC9EDDAE0}" srcOrd="2" destOrd="0" parTransId="{B923F1B2-7A88-4465-B617-184EB4F7899E}" sibTransId="{C2C82438-3370-432F-AE74-728B841E535F}"/>
    <dgm:cxn modelId="{FCE950D6-D93F-4A4B-8D43-CF4CFE39A939}" type="presParOf" srcId="{104C269A-217E-4864-8068-5B544F336879}" destId="{5DBE3C6F-8253-4BD6-B58F-F0275675003C}" srcOrd="0" destOrd="0" presId="urn:microsoft.com/office/officeart/2018/2/layout/IconLabelList"/>
    <dgm:cxn modelId="{F5B22870-C235-475F-870E-CB75D27036D4}" type="presParOf" srcId="{5DBE3C6F-8253-4BD6-B58F-F0275675003C}" destId="{4FF93C4B-0813-4AC2-8450-2D55A4CB59A5}" srcOrd="0" destOrd="0" presId="urn:microsoft.com/office/officeart/2018/2/layout/IconLabelList"/>
    <dgm:cxn modelId="{5BAF84B3-CB3E-47A3-9195-0163350263F2}" type="presParOf" srcId="{5DBE3C6F-8253-4BD6-B58F-F0275675003C}" destId="{EA6ACD86-5B81-47A2-ACE3-52163F6570A0}" srcOrd="1" destOrd="0" presId="urn:microsoft.com/office/officeart/2018/2/layout/IconLabelList"/>
    <dgm:cxn modelId="{4C39F59D-842F-4B0F-BCD3-8BD71721C945}" type="presParOf" srcId="{5DBE3C6F-8253-4BD6-B58F-F0275675003C}" destId="{9DE03927-97DD-4472-BBB6-9CCB3280ACEF}" srcOrd="2" destOrd="0" presId="urn:microsoft.com/office/officeart/2018/2/layout/IconLabelList"/>
    <dgm:cxn modelId="{ECDDA008-5A45-45D1-A57C-2DD7284A0EE8}" type="presParOf" srcId="{104C269A-217E-4864-8068-5B544F336879}" destId="{A99868B7-D998-47DD-8F17-B7740380B24B}" srcOrd="1" destOrd="0" presId="urn:microsoft.com/office/officeart/2018/2/layout/IconLabelList"/>
    <dgm:cxn modelId="{EEE5E0F0-F4D3-4831-8B84-50312E5B17BB}" type="presParOf" srcId="{104C269A-217E-4864-8068-5B544F336879}" destId="{150E851C-1599-48CA-9049-93A86B9556C8}" srcOrd="2" destOrd="0" presId="urn:microsoft.com/office/officeart/2018/2/layout/IconLabelList"/>
    <dgm:cxn modelId="{5E81526D-0A0D-40EB-BB8D-05DEC468E088}" type="presParOf" srcId="{150E851C-1599-48CA-9049-93A86B9556C8}" destId="{8F754562-37E9-43A8-AFDF-EBD325F87593}" srcOrd="0" destOrd="0" presId="urn:microsoft.com/office/officeart/2018/2/layout/IconLabelList"/>
    <dgm:cxn modelId="{FE77C4C4-3A41-4708-9D30-D83FBE2D16A6}" type="presParOf" srcId="{150E851C-1599-48CA-9049-93A86B9556C8}" destId="{66550A85-C5BA-4D34-9CF9-FB2AEAA47547}" srcOrd="1" destOrd="0" presId="urn:microsoft.com/office/officeart/2018/2/layout/IconLabelList"/>
    <dgm:cxn modelId="{3A10C47A-90FD-4BAC-A6C5-D9764DE786BF}" type="presParOf" srcId="{150E851C-1599-48CA-9049-93A86B9556C8}" destId="{5494AD37-BA09-4C84-9512-24F967DA2662}" srcOrd="2" destOrd="0" presId="urn:microsoft.com/office/officeart/2018/2/layout/IconLabelList"/>
    <dgm:cxn modelId="{40E04D13-B46D-49CE-AC81-C87DF24F8147}" type="presParOf" srcId="{104C269A-217E-4864-8068-5B544F336879}" destId="{AB9BD80D-F205-47B6-A761-BFB4B100FC31}" srcOrd="3" destOrd="0" presId="urn:microsoft.com/office/officeart/2018/2/layout/IconLabelList"/>
    <dgm:cxn modelId="{66AEDB31-D26D-4612-9EAB-884A520B657C}" type="presParOf" srcId="{104C269A-217E-4864-8068-5B544F336879}" destId="{2DEAAE5B-5F5E-4AF4-8B14-932ACB4057AF}" srcOrd="4" destOrd="0" presId="urn:microsoft.com/office/officeart/2018/2/layout/IconLabelList"/>
    <dgm:cxn modelId="{C6802B7F-7DCD-4887-9F9E-2E3A862C081A}" type="presParOf" srcId="{2DEAAE5B-5F5E-4AF4-8B14-932ACB4057AF}" destId="{432C254B-FDAC-4A02-BFE9-42252910FB0B}" srcOrd="0" destOrd="0" presId="urn:microsoft.com/office/officeart/2018/2/layout/IconLabelList"/>
    <dgm:cxn modelId="{5C55116D-553A-4C99-9BB0-36E74D6E6C57}" type="presParOf" srcId="{2DEAAE5B-5F5E-4AF4-8B14-932ACB4057AF}" destId="{A2B90064-ED65-49A9-AB97-1C7D4A9106F8}" srcOrd="1" destOrd="0" presId="urn:microsoft.com/office/officeart/2018/2/layout/IconLabelList"/>
    <dgm:cxn modelId="{2CC487EB-98E6-4479-AAFC-9F05CC422817}" type="presParOf" srcId="{2DEAAE5B-5F5E-4AF4-8B14-932ACB4057AF}" destId="{BF9C3008-8E3B-40B5-8299-8D6537C3AE04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B65E88B0-B277-4101-946A-30323AD806A0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0CDC11F2-2BE5-46DB-BA32-DA487FF2DABD}">
      <dgm:prSet/>
      <dgm:spPr/>
      <dgm:t>
        <a:bodyPr/>
        <a:lstStyle/>
        <a:p>
          <a:r>
            <a:rPr lang="en-US"/>
            <a:t>El sistema operativo gestiona recursos y procesos</a:t>
          </a:r>
        </a:p>
      </dgm:t>
    </dgm:pt>
    <dgm:pt modelId="{360D1EA2-0AD6-47EA-B088-50307EDB75E7}" type="parTrans" cxnId="{487A5B76-1064-4B61-A0AB-778122A4CB03}">
      <dgm:prSet/>
      <dgm:spPr/>
      <dgm:t>
        <a:bodyPr/>
        <a:lstStyle/>
        <a:p>
          <a:endParaRPr lang="en-US"/>
        </a:p>
      </dgm:t>
    </dgm:pt>
    <dgm:pt modelId="{769CDF2D-D633-4BF6-AB5F-075D7CB513CD}" type="sibTrans" cxnId="{487A5B76-1064-4B61-A0AB-778122A4CB03}">
      <dgm:prSet/>
      <dgm:spPr/>
      <dgm:t>
        <a:bodyPr/>
        <a:lstStyle/>
        <a:p>
          <a:endParaRPr lang="en-US"/>
        </a:p>
      </dgm:t>
    </dgm:pt>
    <dgm:pt modelId="{2282BF89-5FFC-453A-9B02-96F4F1E4489C}">
      <dgm:prSet/>
      <dgm:spPr/>
      <dgm:t>
        <a:bodyPr/>
        <a:lstStyle/>
        <a:p>
          <a:r>
            <a:rPr lang="en-US"/>
            <a:t>Incluye herramientas de monitorización</a:t>
          </a:r>
        </a:p>
      </dgm:t>
    </dgm:pt>
    <dgm:pt modelId="{9D3A14D9-427C-4092-B770-8F614F928955}" type="parTrans" cxnId="{280049B0-82B2-4C57-90C3-8C4D2978B06A}">
      <dgm:prSet/>
      <dgm:spPr/>
      <dgm:t>
        <a:bodyPr/>
        <a:lstStyle/>
        <a:p>
          <a:endParaRPr lang="en-US"/>
        </a:p>
      </dgm:t>
    </dgm:pt>
    <dgm:pt modelId="{B5BAF1DA-9433-42A9-A2A1-FF71F93BE98E}" type="sibTrans" cxnId="{280049B0-82B2-4C57-90C3-8C4D2978B06A}">
      <dgm:prSet/>
      <dgm:spPr/>
      <dgm:t>
        <a:bodyPr/>
        <a:lstStyle/>
        <a:p>
          <a:endParaRPr lang="en-US"/>
        </a:p>
      </dgm:t>
    </dgm:pt>
    <dgm:pt modelId="{4E35E596-D985-430C-875D-18F7DCEEB89F}">
      <dgm:prSet/>
      <dgm:spPr/>
      <dgm:t>
        <a:bodyPr/>
        <a:lstStyle/>
        <a:p>
          <a:r>
            <a:rPr lang="en-US"/>
            <a:t>Permite detectar problemas de funcionamiento</a:t>
          </a:r>
        </a:p>
      </dgm:t>
    </dgm:pt>
    <dgm:pt modelId="{2D3896E3-6BB8-4F47-84DD-AF7998B4B1B0}" type="parTrans" cxnId="{A8E6AFD3-CB01-4417-B3F1-AC5331A03CBA}">
      <dgm:prSet/>
      <dgm:spPr/>
      <dgm:t>
        <a:bodyPr/>
        <a:lstStyle/>
        <a:p>
          <a:endParaRPr lang="en-US"/>
        </a:p>
      </dgm:t>
    </dgm:pt>
    <dgm:pt modelId="{C7588CAE-2F1D-4635-8537-C958C4FEA827}" type="sibTrans" cxnId="{A8E6AFD3-CB01-4417-B3F1-AC5331A03CBA}">
      <dgm:prSet/>
      <dgm:spPr/>
      <dgm:t>
        <a:bodyPr/>
        <a:lstStyle/>
        <a:p>
          <a:endParaRPr lang="en-US"/>
        </a:p>
      </dgm:t>
    </dgm:pt>
    <dgm:pt modelId="{34570981-E88A-469D-87D3-E3199D68EA60}" type="pres">
      <dgm:prSet presAssocID="{B65E88B0-B277-4101-946A-30323AD806A0}" presName="root" presStyleCnt="0">
        <dgm:presLayoutVars>
          <dgm:dir/>
          <dgm:resizeHandles val="exact"/>
        </dgm:presLayoutVars>
      </dgm:prSet>
      <dgm:spPr/>
    </dgm:pt>
    <dgm:pt modelId="{915CB599-197F-460A-89AD-B6DCEB0AA024}" type="pres">
      <dgm:prSet presAssocID="{0CDC11F2-2BE5-46DB-BA32-DA487FF2DABD}" presName="compNode" presStyleCnt="0"/>
      <dgm:spPr/>
    </dgm:pt>
    <dgm:pt modelId="{E39EB88F-B0CF-44C6-8879-B2B2D6FEAEF7}" type="pres">
      <dgm:prSet presAssocID="{0CDC11F2-2BE5-46DB-BA32-DA487FF2DAB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uarios"/>
        </a:ext>
      </dgm:extLst>
    </dgm:pt>
    <dgm:pt modelId="{23CDAB1F-BF8B-4E59-A3D9-2AD4C46FC355}" type="pres">
      <dgm:prSet presAssocID="{0CDC11F2-2BE5-46DB-BA32-DA487FF2DABD}" presName="spaceRect" presStyleCnt="0"/>
      <dgm:spPr/>
    </dgm:pt>
    <dgm:pt modelId="{7DF6A270-0B78-4832-8D60-88DB0A98FF3A}" type="pres">
      <dgm:prSet presAssocID="{0CDC11F2-2BE5-46DB-BA32-DA487FF2DABD}" presName="textRect" presStyleLbl="revTx" presStyleIdx="0" presStyleCnt="3">
        <dgm:presLayoutVars>
          <dgm:chMax val="1"/>
          <dgm:chPref val="1"/>
        </dgm:presLayoutVars>
      </dgm:prSet>
      <dgm:spPr/>
    </dgm:pt>
    <dgm:pt modelId="{7C44B05F-D604-4584-9021-DC86322FA7E0}" type="pres">
      <dgm:prSet presAssocID="{769CDF2D-D633-4BF6-AB5F-075D7CB513CD}" presName="sibTrans" presStyleCnt="0"/>
      <dgm:spPr/>
    </dgm:pt>
    <dgm:pt modelId="{708234BB-5368-4B10-9937-649FC366625C}" type="pres">
      <dgm:prSet presAssocID="{2282BF89-5FFC-453A-9B02-96F4F1E4489C}" presName="compNode" presStyleCnt="0"/>
      <dgm:spPr/>
    </dgm:pt>
    <dgm:pt modelId="{E4E4FE68-B679-42C8-BB0E-6EFD7DFA31BF}" type="pres">
      <dgm:prSet presAssocID="{2282BF89-5FFC-453A-9B02-96F4F1E4489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rramientas"/>
        </a:ext>
      </dgm:extLst>
    </dgm:pt>
    <dgm:pt modelId="{E5BB2057-4121-40C8-B786-9A93FF172403}" type="pres">
      <dgm:prSet presAssocID="{2282BF89-5FFC-453A-9B02-96F4F1E4489C}" presName="spaceRect" presStyleCnt="0"/>
      <dgm:spPr/>
    </dgm:pt>
    <dgm:pt modelId="{49985060-60E7-4625-AA56-CDF25D62D728}" type="pres">
      <dgm:prSet presAssocID="{2282BF89-5FFC-453A-9B02-96F4F1E4489C}" presName="textRect" presStyleLbl="revTx" presStyleIdx="1" presStyleCnt="3">
        <dgm:presLayoutVars>
          <dgm:chMax val="1"/>
          <dgm:chPref val="1"/>
        </dgm:presLayoutVars>
      </dgm:prSet>
      <dgm:spPr/>
    </dgm:pt>
    <dgm:pt modelId="{185336E3-B641-4C88-AAFB-31FD2D00FB6C}" type="pres">
      <dgm:prSet presAssocID="{B5BAF1DA-9433-42A9-A2A1-FF71F93BE98E}" presName="sibTrans" presStyleCnt="0"/>
      <dgm:spPr/>
    </dgm:pt>
    <dgm:pt modelId="{D839E207-DC0A-4ADB-97CA-45426CEF8ACF}" type="pres">
      <dgm:prSet presAssocID="{4E35E596-D985-430C-875D-18F7DCEEB89F}" presName="compNode" presStyleCnt="0"/>
      <dgm:spPr/>
    </dgm:pt>
    <dgm:pt modelId="{497B9A94-F3E0-4545-A983-72001DFA60B4}" type="pres">
      <dgm:prSet presAssocID="{4E35E596-D985-430C-875D-18F7DCEEB89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dvertencia"/>
        </a:ext>
      </dgm:extLst>
    </dgm:pt>
    <dgm:pt modelId="{63F1E0F6-26C2-4071-B039-4E75639738E3}" type="pres">
      <dgm:prSet presAssocID="{4E35E596-D985-430C-875D-18F7DCEEB89F}" presName="spaceRect" presStyleCnt="0"/>
      <dgm:spPr/>
    </dgm:pt>
    <dgm:pt modelId="{AF23A624-C916-425D-AE05-BEBD38DACDB2}" type="pres">
      <dgm:prSet presAssocID="{4E35E596-D985-430C-875D-18F7DCEEB89F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FF4C0C00-AAD4-4678-8286-74E741B5153E}" type="presOf" srcId="{0CDC11F2-2BE5-46DB-BA32-DA487FF2DABD}" destId="{7DF6A270-0B78-4832-8D60-88DB0A98FF3A}" srcOrd="0" destOrd="0" presId="urn:microsoft.com/office/officeart/2018/2/layout/IconLabelList"/>
    <dgm:cxn modelId="{487A5B76-1064-4B61-A0AB-778122A4CB03}" srcId="{B65E88B0-B277-4101-946A-30323AD806A0}" destId="{0CDC11F2-2BE5-46DB-BA32-DA487FF2DABD}" srcOrd="0" destOrd="0" parTransId="{360D1EA2-0AD6-47EA-B088-50307EDB75E7}" sibTransId="{769CDF2D-D633-4BF6-AB5F-075D7CB513CD}"/>
    <dgm:cxn modelId="{E1AEE779-D9AC-4BB2-9FBD-2C273D4B7327}" type="presOf" srcId="{2282BF89-5FFC-453A-9B02-96F4F1E4489C}" destId="{49985060-60E7-4625-AA56-CDF25D62D728}" srcOrd="0" destOrd="0" presId="urn:microsoft.com/office/officeart/2018/2/layout/IconLabelList"/>
    <dgm:cxn modelId="{280049B0-82B2-4C57-90C3-8C4D2978B06A}" srcId="{B65E88B0-B277-4101-946A-30323AD806A0}" destId="{2282BF89-5FFC-453A-9B02-96F4F1E4489C}" srcOrd="1" destOrd="0" parTransId="{9D3A14D9-427C-4092-B770-8F614F928955}" sibTransId="{B5BAF1DA-9433-42A9-A2A1-FF71F93BE98E}"/>
    <dgm:cxn modelId="{5327F8CC-AE80-4658-AB38-875A48306468}" type="presOf" srcId="{B65E88B0-B277-4101-946A-30323AD806A0}" destId="{34570981-E88A-469D-87D3-E3199D68EA60}" srcOrd="0" destOrd="0" presId="urn:microsoft.com/office/officeart/2018/2/layout/IconLabelList"/>
    <dgm:cxn modelId="{A8E6AFD3-CB01-4417-B3F1-AC5331A03CBA}" srcId="{B65E88B0-B277-4101-946A-30323AD806A0}" destId="{4E35E596-D985-430C-875D-18F7DCEEB89F}" srcOrd="2" destOrd="0" parTransId="{2D3896E3-6BB8-4F47-84DD-AF7998B4B1B0}" sibTransId="{C7588CAE-2F1D-4635-8537-C958C4FEA827}"/>
    <dgm:cxn modelId="{B712EBDA-123C-45C3-A346-809B83D56859}" type="presOf" srcId="{4E35E596-D985-430C-875D-18F7DCEEB89F}" destId="{AF23A624-C916-425D-AE05-BEBD38DACDB2}" srcOrd="0" destOrd="0" presId="urn:microsoft.com/office/officeart/2018/2/layout/IconLabelList"/>
    <dgm:cxn modelId="{8C7EBD69-6B4E-4A1F-B946-603B21D00E30}" type="presParOf" srcId="{34570981-E88A-469D-87D3-E3199D68EA60}" destId="{915CB599-197F-460A-89AD-B6DCEB0AA024}" srcOrd="0" destOrd="0" presId="urn:microsoft.com/office/officeart/2018/2/layout/IconLabelList"/>
    <dgm:cxn modelId="{21353289-F957-4D5A-BE4F-52BD8DF70094}" type="presParOf" srcId="{915CB599-197F-460A-89AD-B6DCEB0AA024}" destId="{E39EB88F-B0CF-44C6-8879-B2B2D6FEAEF7}" srcOrd="0" destOrd="0" presId="urn:microsoft.com/office/officeart/2018/2/layout/IconLabelList"/>
    <dgm:cxn modelId="{3E905029-D44F-418D-99BF-881C1D1A6FFC}" type="presParOf" srcId="{915CB599-197F-460A-89AD-B6DCEB0AA024}" destId="{23CDAB1F-BF8B-4E59-A3D9-2AD4C46FC355}" srcOrd="1" destOrd="0" presId="urn:microsoft.com/office/officeart/2018/2/layout/IconLabelList"/>
    <dgm:cxn modelId="{8170C752-EEC3-4707-89F7-991466EE4C93}" type="presParOf" srcId="{915CB599-197F-460A-89AD-B6DCEB0AA024}" destId="{7DF6A270-0B78-4832-8D60-88DB0A98FF3A}" srcOrd="2" destOrd="0" presId="urn:microsoft.com/office/officeart/2018/2/layout/IconLabelList"/>
    <dgm:cxn modelId="{8F4896D1-423A-4D9E-BB86-5D20D3949727}" type="presParOf" srcId="{34570981-E88A-469D-87D3-E3199D68EA60}" destId="{7C44B05F-D604-4584-9021-DC86322FA7E0}" srcOrd="1" destOrd="0" presId="urn:microsoft.com/office/officeart/2018/2/layout/IconLabelList"/>
    <dgm:cxn modelId="{E89C1664-6B2B-489E-9DDF-AC9370ABA009}" type="presParOf" srcId="{34570981-E88A-469D-87D3-E3199D68EA60}" destId="{708234BB-5368-4B10-9937-649FC366625C}" srcOrd="2" destOrd="0" presId="urn:microsoft.com/office/officeart/2018/2/layout/IconLabelList"/>
    <dgm:cxn modelId="{6CC161EC-8110-4EDE-94A5-8776169EE320}" type="presParOf" srcId="{708234BB-5368-4B10-9937-649FC366625C}" destId="{E4E4FE68-B679-42C8-BB0E-6EFD7DFA31BF}" srcOrd="0" destOrd="0" presId="urn:microsoft.com/office/officeart/2018/2/layout/IconLabelList"/>
    <dgm:cxn modelId="{06555DC4-8635-4D1E-B5FC-49AFE7CA02C4}" type="presParOf" srcId="{708234BB-5368-4B10-9937-649FC366625C}" destId="{E5BB2057-4121-40C8-B786-9A93FF172403}" srcOrd="1" destOrd="0" presId="urn:microsoft.com/office/officeart/2018/2/layout/IconLabelList"/>
    <dgm:cxn modelId="{1B19B492-9C0E-43BF-8C57-C934FAC520BF}" type="presParOf" srcId="{708234BB-5368-4B10-9937-649FC366625C}" destId="{49985060-60E7-4625-AA56-CDF25D62D728}" srcOrd="2" destOrd="0" presId="urn:microsoft.com/office/officeart/2018/2/layout/IconLabelList"/>
    <dgm:cxn modelId="{46CE8EE7-90D0-4912-86E9-DE2766470BAA}" type="presParOf" srcId="{34570981-E88A-469D-87D3-E3199D68EA60}" destId="{185336E3-B641-4C88-AAFB-31FD2D00FB6C}" srcOrd="3" destOrd="0" presId="urn:microsoft.com/office/officeart/2018/2/layout/IconLabelList"/>
    <dgm:cxn modelId="{D97E64A6-8329-42D4-9B92-3149E64AF87C}" type="presParOf" srcId="{34570981-E88A-469D-87D3-E3199D68EA60}" destId="{D839E207-DC0A-4ADB-97CA-45426CEF8ACF}" srcOrd="4" destOrd="0" presId="urn:microsoft.com/office/officeart/2018/2/layout/IconLabelList"/>
    <dgm:cxn modelId="{3D913934-D368-4E90-96AE-1D10F86E18F9}" type="presParOf" srcId="{D839E207-DC0A-4ADB-97CA-45426CEF8ACF}" destId="{497B9A94-F3E0-4545-A983-72001DFA60B4}" srcOrd="0" destOrd="0" presId="urn:microsoft.com/office/officeart/2018/2/layout/IconLabelList"/>
    <dgm:cxn modelId="{69A59EEA-9B6A-4E90-B574-F230D1E0620C}" type="presParOf" srcId="{D839E207-DC0A-4ADB-97CA-45426CEF8ACF}" destId="{63F1E0F6-26C2-4071-B039-4E75639738E3}" srcOrd="1" destOrd="0" presId="urn:microsoft.com/office/officeart/2018/2/layout/IconLabelList"/>
    <dgm:cxn modelId="{C62014B7-7E1D-4C4D-B53A-01A53CBC582B}" type="presParOf" srcId="{D839E207-DC0A-4ADB-97CA-45426CEF8ACF}" destId="{AF23A624-C916-425D-AE05-BEBD38DACDB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632C3E2F-4BFF-4A4B-B5E9-44DCD709AAF9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29A0E70-E28D-4B33-A10E-220E58C2CEE2}">
      <dgm:prSet/>
      <dgm:spPr/>
      <dgm:t>
        <a:bodyPr/>
        <a:lstStyle/>
        <a:p>
          <a:r>
            <a:rPr lang="en-US"/>
            <a:t>Gestión de procesos</a:t>
          </a:r>
        </a:p>
      </dgm:t>
    </dgm:pt>
    <dgm:pt modelId="{CAB43FDF-A595-4BD0-8E01-1F44765E4A0D}" type="parTrans" cxnId="{E24B9D7C-B254-4559-A4B4-3CF2ADB41BA3}">
      <dgm:prSet/>
      <dgm:spPr/>
      <dgm:t>
        <a:bodyPr/>
        <a:lstStyle/>
        <a:p>
          <a:endParaRPr lang="en-US"/>
        </a:p>
      </dgm:t>
    </dgm:pt>
    <dgm:pt modelId="{87C77683-1BC7-42D2-83B6-50208F225C4E}" type="sibTrans" cxnId="{E24B9D7C-B254-4559-A4B4-3CF2ADB41BA3}">
      <dgm:prSet/>
      <dgm:spPr/>
      <dgm:t>
        <a:bodyPr/>
        <a:lstStyle/>
        <a:p>
          <a:endParaRPr lang="en-US"/>
        </a:p>
      </dgm:t>
    </dgm:pt>
    <dgm:pt modelId="{5E969056-CD2C-47AC-8C64-E0DFEDD00D51}">
      <dgm:prSet/>
      <dgm:spPr/>
      <dgm:t>
        <a:bodyPr/>
        <a:lstStyle/>
        <a:p>
          <a:r>
            <a:rPr lang="en-US"/>
            <a:t>Control del uso de CPU, memoria y disco</a:t>
          </a:r>
        </a:p>
      </dgm:t>
    </dgm:pt>
    <dgm:pt modelId="{845C8DB9-D493-498A-AE66-9B090E39E99A}" type="parTrans" cxnId="{3AD1801B-CF66-4A05-AAC2-214DDCDB22C5}">
      <dgm:prSet/>
      <dgm:spPr/>
      <dgm:t>
        <a:bodyPr/>
        <a:lstStyle/>
        <a:p>
          <a:endParaRPr lang="en-US"/>
        </a:p>
      </dgm:t>
    </dgm:pt>
    <dgm:pt modelId="{A4E36676-8BB3-4B4E-874B-47BBD00B679A}" type="sibTrans" cxnId="{3AD1801B-CF66-4A05-AAC2-214DDCDB22C5}">
      <dgm:prSet/>
      <dgm:spPr/>
      <dgm:t>
        <a:bodyPr/>
        <a:lstStyle/>
        <a:p>
          <a:endParaRPr lang="en-US"/>
        </a:p>
      </dgm:t>
    </dgm:pt>
    <dgm:pt modelId="{5790F7E0-3FF0-4F7F-9D67-534938E54E66}">
      <dgm:prSet/>
      <dgm:spPr/>
      <dgm:t>
        <a:bodyPr/>
        <a:lstStyle/>
        <a:p>
          <a:r>
            <a:rPr lang="en-US"/>
            <a:t>Gestión de servicios</a:t>
          </a:r>
        </a:p>
      </dgm:t>
    </dgm:pt>
    <dgm:pt modelId="{3C7790BC-430F-4926-9C42-5CE658F3E59A}" type="parTrans" cxnId="{B6983442-0AC9-4A52-A1D0-81FFE9DFB8A6}">
      <dgm:prSet/>
      <dgm:spPr/>
      <dgm:t>
        <a:bodyPr/>
        <a:lstStyle/>
        <a:p>
          <a:endParaRPr lang="en-US"/>
        </a:p>
      </dgm:t>
    </dgm:pt>
    <dgm:pt modelId="{55B9EF62-6A88-4A28-B89F-FB86C4333ED2}" type="sibTrans" cxnId="{B6983442-0AC9-4A52-A1D0-81FFE9DFB8A6}">
      <dgm:prSet/>
      <dgm:spPr/>
      <dgm:t>
        <a:bodyPr/>
        <a:lstStyle/>
        <a:p>
          <a:endParaRPr lang="en-US"/>
        </a:p>
      </dgm:t>
    </dgm:pt>
    <dgm:pt modelId="{E7B3CA5A-8188-4A18-98E2-E44DB0116B24}">
      <dgm:prSet/>
      <dgm:spPr/>
      <dgm:t>
        <a:bodyPr/>
        <a:lstStyle/>
        <a:p>
          <a:r>
            <a:rPr lang="en-US"/>
            <a:t>Registro de eventos</a:t>
          </a:r>
        </a:p>
      </dgm:t>
    </dgm:pt>
    <dgm:pt modelId="{2DED63FF-F0C2-4E98-9A1C-965E789E347C}" type="parTrans" cxnId="{8E9FFEDB-3B3B-4C95-9ECF-000D66CFFEFF}">
      <dgm:prSet/>
      <dgm:spPr/>
      <dgm:t>
        <a:bodyPr/>
        <a:lstStyle/>
        <a:p>
          <a:endParaRPr lang="en-US"/>
        </a:p>
      </dgm:t>
    </dgm:pt>
    <dgm:pt modelId="{D9430995-D629-43D4-9ACE-A8DBD9598374}" type="sibTrans" cxnId="{8E9FFEDB-3B3B-4C95-9ECF-000D66CFFEFF}">
      <dgm:prSet/>
      <dgm:spPr/>
      <dgm:t>
        <a:bodyPr/>
        <a:lstStyle/>
        <a:p>
          <a:endParaRPr lang="en-US"/>
        </a:p>
      </dgm:t>
    </dgm:pt>
    <dgm:pt modelId="{44756DA0-3B4B-4D2E-8814-2A2412CFFA6B}" type="pres">
      <dgm:prSet presAssocID="{632C3E2F-4BFF-4A4B-B5E9-44DCD709AAF9}" presName="diagram" presStyleCnt="0">
        <dgm:presLayoutVars>
          <dgm:dir/>
          <dgm:resizeHandles val="exact"/>
        </dgm:presLayoutVars>
      </dgm:prSet>
      <dgm:spPr/>
    </dgm:pt>
    <dgm:pt modelId="{C284B912-AA6D-48D3-9184-DD3069DE04D7}" type="pres">
      <dgm:prSet presAssocID="{729A0E70-E28D-4B33-A10E-220E58C2CEE2}" presName="node" presStyleLbl="node1" presStyleIdx="0" presStyleCnt="4">
        <dgm:presLayoutVars>
          <dgm:bulletEnabled val="1"/>
        </dgm:presLayoutVars>
      </dgm:prSet>
      <dgm:spPr/>
    </dgm:pt>
    <dgm:pt modelId="{284EE86E-165F-46D8-AA5A-445A3B138970}" type="pres">
      <dgm:prSet presAssocID="{87C77683-1BC7-42D2-83B6-50208F225C4E}" presName="sibTrans" presStyleCnt="0"/>
      <dgm:spPr/>
    </dgm:pt>
    <dgm:pt modelId="{026F5873-F5E7-4294-8C40-8EFBD0C49726}" type="pres">
      <dgm:prSet presAssocID="{5E969056-CD2C-47AC-8C64-E0DFEDD00D51}" presName="node" presStyleLbl="node1" presStyleIdx="1" presStyleCnt="4">
        <dgm:presLayoutVars>
          <dgm:bulletEnabled val="1"/>
        </dgm:presLayoutVars>
      </dgm:prSet>
      <dgm:spPr/>
    </dgm:pt>
    <dgm:pt modelId="{BFC04DE2-2B89-4911-AE2F-4E17D8F22CCC}" type="pres">
      <dgm:prSet presAssocID="{A4E36676-8BB3-4B4E-874B-47BBD00B679A}" presName="sibTrans" presStyleCnt="0"/>
      <dgm:spPr/>
    </dgm:pt>
    <dgm:pt modelId="{D59D6617-AF1A-4F20-A27D-63BDBDE95303}" type="pres">
      <dgm:prSet presAssocID="{5790F7E0-3FF0-4F7F-9D67-534938E54E66}" presName="node" presStyleLbl="node1" presStyleIdx="2" presStyleCnt="4">
        <dgm:presLayoutVars>
          <dgm:bulletEnabled val="1"/>
        </dgm:presLayoutVars>
      </dgm:prSet>
      <dgm:spPr/>
    </dgm:pt>
    <dgm:pt modelId="{A93604D5-9273-46A7-9973-9A584BAB3721}" type="pres">
      <dgm:prSet presAssocID="{55B9EF62-6A88-4A28-B89F-FB86C4333ED2}" presName="sibTrans" presStyleCnt="0"/>
      <dgm:spPr/>
    </dgm:pt>
    <dgm:pt modelId="{341BD0F4-4CE9-412B-97F4-E36425643E88}" type="pres">
      <dgm:prSet presAssocID="{E7B3CA5A-8188-4A18-98E2-E44DB0116B24}" presName="node" presStyleLbl="node1" presStyleIdx="3" presStyleCnt="4">
        <dgm:presLayoutVars>
          <dgm:bulletEnabled val="1"/>
        </dgm:presLayoutVars>
      </dgm:prSet>
      <dgm:spPr/>
    </dgm:pt>
  </dgm:ptLst>
  <dgm:cxnLst>
    <dgm:cxn modelId="{3274EE00-45EC-4002-BD3C-60F5A813C844}" type="presOf" srcId="{5E969056-CD2C-47AC-8C64-E0DFEDD00D51}" destId="{026F5873-F5E7-4294-8C40-8EFBD0C49726}" srcOrd="0" destOrd="0" presId="urn:microsoft.com/office/officeart/2005/8/layout/default"/>
    <dgm:cxn modelId="{1FC1EC0A-F5CB-4DD2-933D-3B9BC213D4F3}" type="presOf" srcId="{5790F7E0-3FF0-4F7F-9D67-534938E54E66}" destId="{D59D6617-AF1A-4F20-A27D-63BDBDE95303}" srcOrd="0" destOrd="0" presId="urn:microsoft.com/office/officeart/2005/8/layout/default"/>
    <dgm:cxn modelId="{3AD1801B-CF66-4A05-AAC2-214DDCDB22C5}" srcId="{632C3E2F-4BFF-4A4B-B5E9-44DCD709AAF9}" destId="{5E969056-CD2C-47AC-8C64-E0DFEDD00D51}" srcOrd="1" destOrd="0" parTransId="{845C8DB9-D493-498A-AE66-9B090E39E99A}" sibTransId="{A4E36676-8BB3-4B4E-874B-47BBD00B679A}"/>
    <dgm:cxn modelId="{B6983442-0AC9-4A52-A1D0-81FFE9DFB8A6}" srcId="{632C3E2F-4BFF-4A4B-B5E9-44DCD709AAF9}" destId="{5790F7E0-3FF0-4F7F-9D67-534938E54E66}" srcOrd="2" destOrd="0" parTransId="{3C7790BC-430F-4926-9C42-5CE658F3E59A}" sibTransId="{55B9EF62-6A88-4A28-B89F-FB86C4333ED2}"/>
    <dgm:cxn modelId="{D1745B74-0925-4143-A9B9-F01E6D1E49D0}" type="presOf" srcId="{632C3E2F-4BFF-4A4B-B5E9-44DCD709AAF9}" destId="{44756DA0-3B4B-4D2E-8814-2A2412CFFA6B}" srcOrd="0" destOrd="0" presId="urn:microsoft.com/office/officeart/2005/8/layout/default"/>
    <dgm:cxn modelId="{4215E076-CFFF-45BB-B5B5-4E61B93481C4}" type="presOf" srcId="{729A0E70-E28D-4B33-A10E-220E58C2CEE2}" destId="{C284B912-AA6D-48D3-9184-DD3069DE04D7}" srcOrd="0" destOrd="0" presId="urn:microsoft.com/office/officeart/2005/8/layout/default"/>
    <dgm:cxn modelId="{E24B9D7C-B254-4559-A4B4-3CF2ADB41BA3}" srcId="{632C3E2F-4BFF-4A4B-B5E9-44DCD709AAF9}" destId="{729A0E70-E28D-4B33-A10E-220E58C2CEE2}" srcOrd="0" destOrd="0" parTransId="{CAB43FDF-A595-4BD0-8E01-1F44765E4A0D}" sibTransId="{87C77683-1BC7-42D2-83B6-50208F225C4E}"/>
    <dgm:cxn modelId="{60E2F5A4-20EE-4E65-8233-1CE0F3A88625}" type="presOf" srcId="{E7B3CA5A-8188-4A18-98E2-E44DB0116B24}" destId="{341BD0F4-4CE9-412B-97F4-E36425643E88}" srcOrd="0" destOrd="0" presId="urn:microsoft.com/office/officeart/2005/8/layout/default"/>
    <dgm:cxn modelId="{8E9FFEDB-3B3B-4C95-9ECF-000D66CFFEFF}" srcId="{632C3E2F-4BFF-4A4B-B5E9-44DCD709AAF9}" destId="{E7B3CA5A-8188-4A18-98E2-E44DB0116B24}" srcOrd="3" destOrd="0" parTransId="{2DED63FF-F0C2-4E98-9A1C-965E789E347C}" sibTransId="{D9430995-D629-43D4-9ACE-A8DBD9598374}"/>
    <dgm:cxn modelId="{C1C442C2-DD60-42C8-AF98-8C129FE5D83C}" type="presParOf" srcId="{44756DA0-3B4B-4D2E-8814-2A2412CFFA6B}" destId="{C284B912-AA6D-48D3-9184-DD3069DE04D7}" srcOrd="0" destOrd="0" presId="urn:microsoft.com/office/officeart/2005/8/layout/default"/>
    <dgm:cxn modelId="{CDCE036A-D03C-4274-BB8B-21837008840D}" type="presParOf" srcId="{44756DA0-3B4B-4D2E-8814-2A2412CFFA6B}" destId="{284EE86E-165F-46D8-AA5A-445A3B138970}" srcOrd="1" destOrd="0" presId="urn:microsoft.com/office/officeart/2005/8/layout/default"/>
    <dgm:cxn modelId="{50069A22-AE0D-410B-B818-51470CF4D85B}" type="presParOf" srcId="{44756DA0-3B4B-4D2E-8814-2A2412CFFA6B}" destId="{026F5873-F5E7-4294-8C40-8EFBD0C49726}" srcOrd="2" destOrd="0" presId="urn:microsoft.com/office/officeart/2005/8/layout/default"/>
    <dgm:cxn modelId="{C6957321-2317-406F-A5B6-97A50245E124}" type="presParOf" srcId="{44756DA0-3B4B-4D2E-8814-2A2412CFFA6B}" destId="{BFC04DE2-2B89-4911-AE2F-4E17D8F22CCC}" srcOrd="3" destOrd="0" presId="urn:microsoft.com/office/officeart/2005/8/layout/default"/>
    <dgm:cxn modelId="{93B76F5D-8965-4639-843C-ADFFCCD6BD8B}" type="presParOf" srcId="{44756DA0-3B4B-4D2E-8814-2A2412CFFA6B}" destId="{D59D6617-AF1A-4F20-A27D-63BDBDE95303}" srcOrd="4" destOrd="0" presId="urn:microsoft.com/office/officeart/2005/8/layout/default"/>
    <dgm:cxn modelId="{EB35334C-4666-48B9-9382-0768CF57B41C}" type="presParOf" srcId="{44756DA0-3B4B-4D2E-8814-2A2412CFFA6B}" destId="{A93604D5-9273-46A7-9973-9A584BAB3721}" srcOrd="5" destOrd="0" presId="urn:microsoft.com/office/officeart/2005/8/layout/default"/>
    <dgm:cxn modelId="{72D821F4-878F-4025-AB9B-5E4849F944F6}" type="presParOf" srcId="{44756DA0-3B4B-4D2E-8814-2A2412CFFA6B}" destId="{341BD0F4-4CE9-412B-97F4-E36425643E88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2C39E880-07D0-4D8C-ACC3-85368AECE738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99AE2F1D-912B-4DF4-92BA-988D9DFD5067}">
      <dgm:prSet/>
      <dgm:spPr/>
      <dgm:t>
        <a:bodyPr/>
        <a:lstStyle/>
        <a:p>
          <a:r>
            <a:rPr lang="en-US"/>
            <a:t>Detectar procesos bloqueados</a:t>
          </a:r>
        </a:p>
      </dgm:t>
    </dgm:pt>
    <dgm:pt modelId="{8539F2AC-4A46-45EC-A8A2-B669A847572B}" type="parTrans" cxnId="{55CD637E-590E-4A2E-AC4B-CDC262953EB2}">
      <dgm:prSet/>
      <dgm:spPr/>
      <dgm:t>
        <a:bodyPr/>
        <a:lstStyle/>
        <a:p>
          <a:endParaRPr lang="en-US"/>
        </a:p>
      </dgm:t>
    </dgm:pt>
    <dgm:pt modelId="{ED0B9C53-F9C1-463D-B03B-F5AC34CBB5E9}" type="sibTrans" cxnId="{55CD637E-590E-4A2E-AC4B-CDC262953EB2}">
      <dgm:prSet/>
      <dgm:spPr/>
      <dgm:t>
        <a:bodyPr/>
        <a:lstStyle/>
        <a:p>
          <a:endParaRPr lang="en-US"/>
        </a:p>
      </dgm:t>
    </dgm:pt>
    <dgm:pt modelId="{6222AC84-BDF1-4BEA-9533-F053889083E3}">
      <dgm:prSet/>
      <dgm:spPr/>
      <dgm:t>
        <a:bodyPr/>
        <a:lstStyle/>
        <a:p>
          <a:r>
            <a:rPr lang="en-US"/>
            <a:t>Identificar consumo excesivo de recursos</a:t>
          </a:r>
        </a:p>
      </dgm:t>
    </dgm:pt>
    <dgm:pt modelId="{11A8E9E0-0661-4B91-8218-3EA2996ADA08}" type="parTrans" cxnId="{926BCBB8-E22B-480F-9ABB-8A2ED19D3374}">
      <dgm:prSet/>
      <dgm:spPr/>
      <dgm:t>
        <a:bodyPr/>
        <a:lstStyle/>
        <a:p>
          <a:endParaRPr lang="en-US"/>
        </a:p>
      </dgm:t>
    </dgm:pt>
    <dgm:pt modelId="{859E3902-3D16-44E7-9BC0-0677A562124D}" type="sibTrans" cxnId="{926BCBB8-E22B-480F-9ABB-8A2ED19D3374}">
      <dgm:prSet/>
      <dgm:spPr/>
      <dgm:t>
        <a:bodyPr/>
        <a:lstStyle/>
        <a:p>
          <a:endParaRPr lang="en-US"/>
        </a:p>
      </dgm:t>
    </dgm:pt>
    <dgm:pt modelId="{5DBA99A0-B6AD-4879-B3D8-0C9CB174B80B}">
      <dgm:prSet/>
      <dgm:spPr/>
      <dgm:t>
        <a:bodyPr/>
        <a:lstStyle/>
        <a:p>
          <a:r>
            <a:rPr lang="en-US"/>
            <a:t>Prevenir caídas del sistema</a:t>
          </a:r>
        </a:p>
      </dgm:t>
    </dgm:pt>
    <dgm:pt modelId="{2DD83EA3-441B-4E07-93BA-17A93A84F57E}" type="parTrans" cxnId="{A0DD30EF-25D2-451A-BF88-09DCCED4C364}">
      <dgm:prSet/>
      <dgm:spPr/>
      <dgm:t>
        <a:bodyPr/>
        <a:lstStyle/>
        <a:p>
          <a:endParaRPr lang="en-US"/>
        </a:p>
      </dgm:t>
    </dgm:pt>
    <dgm:pt modelId="{FEB80CC8-E6E0-4884-8B2B-0E89E671D62A}" type="sibTrans" cxnId="{A0DD30EF-25D2-451A-BF88-09DCCED4C364}">
      <dgm:prSet/>
      <dgm:spPr/>
      <dgm:t>
        <a:bodyPr/>
        <a:lstStyle/>
        <a:p>
          <a:endParaRPr lang="en-US"/>
        </a:p>
      </dgm:t>
    </dgm:pt>
    <dgm:pt modelId="{1005DC33-A2E4-42DB-A679-879E0219F0F8}" type="pres">
      <dgm:prSet presAssocID="{2C39E880-07D0-4D8C-ACC3-85368AECE738}" presName="root" presStyleCnt="0">
        <dgm:presLayoutVars>
          <dgm:dir/>
          <dgm:resizeHandles val="exact"/>
        </dgm:presLayoutVars>
      </dgm:prSet>
      <dgm:spPr/>
    </dgm:pt>
    <dgm:pt modelId="{8035CC64-9BBA-4BC9-B21E-37C2BA9C0F58}" type="pres">
      <dgm:prSet presAssocID="{99AE2F1D-912B-4DF4-92BA-988D9DFD5067}" presName="compNode" presStyleCnt="0"/>
      <dgm:spPr/>
    </dgm:pt>
    <dgm:pt modelId="{90A068D1-CB50-4CF4-B410-66307713380B}" type="pres">
      <dgm:prSet presAssocID="{99AE2F1D-912B-4DF4-92BA-988D9DFD506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C5EC65C4-B824-4D8A-B15D-974A47916990}" type="pres">
      <dgm:prSet presAssocID="{99AE2F1D-912B-4DF4-92BA-988D9DFD5067}" presName="spaceRect" presStyleCnt="0"/>
      <dgm:spPr/>
    </dgm:pt>
    <dgm:pt modelId="{9240D31F-33F4-48F8-A069-EAA836F3232C}" type="pres">
      <dgm:prSet presAssocID="{99AE2F1D-912B-4DF4-92BA-988D9DFD5067}" presName="textRect" presStyleLbl="revTx" presStyleIdx="0" presStyleCnt="3">
        <dgm:presLayoutVars>
          <dgm:chMax val="1"/>
          <dgm:chPref val="1"/>
        </dgm:presLayoutVars>
      </dgm:prSet>
      <dgm:spPr/>
    </dgm:pt>
    <dgm:pt modelId="{EDE2A88D-A29B-4143-8F61-41CAFBFB6FB8}" type="pres">
      <dgm:prSet presAssocID="{ED0B9C53-F9C1-463D-B03B-F5AC34CBB5E9}" presName="sibTrans" presStyleCnt="0"/>
      <dgm:spPr/>
    </dgm:pt>
    <dgm:pt modelId="{681B39D3-8BC0-4DF3-942B-A1C3DB425B80}" type="pres">
      <dgm:prSet presAssocID="{6222AC84-BDF1-4BEA-9533-F053889083E3}" presName="compNode" presStyleCnt="0"/>
      <dgm:spPr/>
    </dgm:pt>
    <dgm:pt modelId="{0E6986D5-6363-4570-9E46-56E512FD031C}" type="pres">
      <dgm:prSet presAssocID="{6222AC84-BDF1-4BEA-9533-F053889083E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uarios"/>
        </a:ext>
      </dgm:extLst>
    </dgm:pt>
    <dgm:pt modelId="{066DE92E-4B70-4BC1-89FE-CF5DB0784B51}" type="pres">
      <dgm:prSet presAssocID="{6222AC84-BDF1-4BEA-9533-F053889083E3}" presName="spaceRect" presStyleCnt="0"/>
      <dgm:spPr/>
    </dgm:pt>
    <dgm:pt modelId="{4684DBDA-3F90-4078-91CB-BD042AF07FCB}" type="pres">
      <dgm:prSet presAssocID="{6222AC84-BDF1-4BEA-9533-F053889083E3}" presName="textRect" presStyleLbl="revTx" presStyleIdx="1" presStyleCnt="3">
        <dgm:presLayoutVars>
          <dgm:chMax val="1"/>
          <dgm:chPref val="1"/>
        </dgm:presLayoutVars>
      </dgm:prSet>
      <dgm:spPr/>
    </dgm:pt>
    <dgm:pt modelId="{FA20A9D0-D243-4983-B5AF-74D3645EC7FA}" type="pres">
      <dgm:prSet presAssocID="{859E3902-3D16-44E7-9BC0-0677A562124D}" presName="sibTrans" presStyleCnt="0"/>
      <dgm:spPr/>
    </dgm:pt>
    <dgm:pt modelId="{F2BAF3C7-3158-400F-A21D-9305BB95FB02}" type="pres">
      <dgm:prSet presAssocID="{5DBA99A0-B6AD-4879-B3D8-0C9CB174B80B}" presName="compNode" presStyleCnt="0"/>
      <dgm:spPr/>
    </dgm:pt>
    <dgm:pt modelId="{6D4C4ADC-C551-401A-B83C-60E993D97B46}" type="pres">
      <dgm:prSet presAssocID="{5DBA99A0-B6AD-4879-B3D8-0C9CB174B80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dvertencia"/>
        </a:ext>
      </dgm:extLst>
    </dgm:pt>
    <dgm:pt modelId="{E8B65F0C-FDD1-4EF2-B000-A3202B9159E7}" type="pres">
      <dgm:prSet presAssocID="{5DBA99A0-B6AD-4879-B3D8-0C9CB174B80B}" presName="spaceRect" presStyleCnt="0"/>
      <dgm:spPr/>
    </dgm:pt>
    <dgm:pt modelId="{B47371E7-3423-48B9-BCAB-BEBE27CA553B}" type="pres">
      <dgm:prSet presAssocID="{5DBA99A0-B6AD-4879-B3D8-0C9CB174B80B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5EE7DF0B-EBF6-488F-B9F7-E2C26045FCFA}" type="presOf" srcId="{6222AC84-BDF1-4BEA-9533-F053889083E3}" destId="{4684DBDA-3F90-4078-91CB-BD042AF07FCB}" srcOrd="0" destOrd="0" presId="urn:microsoft.com/office/officeart/2018/2/layout/IconLabelList"/>
    <dgm:cxn modelId="{ADECBE27-D551-46F2-9947-23091B936932}" type="presOf" srcId="{2C39E880-07D0-4D8C-ACC3-85368AECE738}" destId="{1005DC33-A2E4-42DB-A679-879E0219F0F8}" srcOrd="0" destOrd="0" presId="urn:microsoft.com/office/officeart/2018/2/layout/IconLabelList"/>
    <dgm:cxn modelId="{49539C34-C746-46CA-9768-9E4A453F85C0}" type="presOf" srcId="{99AE2F1D-912B-4DF4-92BA-988D9DFD5067}" destId="{9240D31F-33F4-48F8-A069-EAA836F3232C}" srcOrd="0" destOrd="0" presId="urn:microsoft.com/office/officeart/2018/2/layout/IconLabelList"/>
    <dgm:cxn modelId="{55CD637E-590E-4A2E-AC4B-CDC262953EB2}" srcId="{2C39E880-07D0-4D8C-ACC3-85368AECE738}" destId="{99AE2F1D-912B-4DF4-92BA-988D9DFD5067}" srcOrd="0" destOrd="0" parTransId="{8539F2AC-4A46-45EC-A8A2-B669A847572B}" sibTransId="{ED0B9C53-F9C1-463D-B03B-F5AC34CBB5E9}"/>
    <dgm:cxn modelId="{9DED1FB5-5E7A-477D-A6A6-5D60039E05A4}" type="presOf" srcId="{5DBA99A0-B6AD-4879-B3D8-0C9CB174B80B}" destId="{B47371E7-3423-48B9-BCAB-BEBE27CA553B}" srcOrd="0" destOrd="0" presId="urn:microsoft.com/office/officeart/2018/2/layout/IconLabelList"/>
    <dgm:cxn modelId="{926BCBB8-E22B-480F-9ABB-8A2ED19D3374}" srcId="{2C39E880-07D0-4D8C-ACC3-85368AECE738}" destId="{6222AC84-BDF1-4BEA-9533-F053889083E3}" srcOrd="1" destOrd="0" parTransId="{11A8E9E0-0661-4B91-8218-3EA2996ADA08}" sibTransId="{859E3902-3D16-44E7-9BC0-0677A562124D}"/>
    <dgm:cxn modelId="{A0DD30EF-25D2-451A-BF88-09DCCED4C364}" srcId="{2C39E880-07D0-4D8C-ACC3-85368AECE738}" destId="{5DBA99A0-B6AD-4879-B3D8-0C9CB174B80B}" srcOrd="2" destOrd="0" parTransId="{2DD83EA3-441B-4E07-93BA-17A93A84F57E}" sibTransId="{FEB80CC8-E6E0-4884-8B2B-0E89E671D62A}"/>
    <dgm:cxn modelId="{4E9FA071-3A79-44B7-A219-0662DA44BE0E}" type="presParOf" srcId="{1005DC33-A2E4-42DB-A679-879E0219F0F8}" destId="{8035CC64-9BBA-4BC9-B21E-37C2BA9C0F58}" srcOrd="0" destOrd="0" presId="urn:microsoft.com/office/officeart/2018/2/layout/IconLabelList"/>
    <dgm:cxn modelId="{A3A6E128-672B-4EEA-8AC2-8C9FA2DEBDC8}" type="presParOf" srcId="{8035CC64-9BBA-4BC9-B21E-37C2BA9C0F58}" destId="{90A068D1-CB50-4CF4-B410-66307713380B}" srcOrd="0" destOrd="0" presId="urn:microsoft.com/office/officeart/2018/2/layout/IconLabelList"/>
    <dgm:cxn modelId="{90B35540-03F1-4123-B37A-CB28AD2AEA0F}" type="presParOf" srcId="{8035CC64-9BBA-4BC9-B21E-37C2BA9C0F58}" destId="{C5EC65C4-B824-4D8A-B15D-974A47916990}" srcOrd="1" destOrd="0" presId="urn:microsoft.com/office/officeart/2018/2/layout/IconLabelList"/>
    <dgm:cxn modelId="{D316F0B5-9E9F-4A1A-96EB-F8CA70148B40}" type="presParOf" srcId="{8035CC64-9BBA-4BC9-B21E-37C2BA9C0F58}" destId="{9240D31F-33F4-48F8-A069-EAA836F3232C}" srcOrd="2" destOrd="0" presId="urn:microsoft.com/office/officeart/2018/2/layout/IconLabelList"/>
    <dgm:cxn modelId="{F038BFFF-47F5-4E7B-9E22-AE987A457988}" type="presParOf" srcId="{1005DC33-A2E4-42DB-A679-879E0219F0F8}" destId="{EDE2A88D-A29B-4143-8F61-41CAFBFB6FB8}" srcOrd="1" destOrd="0" presId="urn:microsoft.com/office/officeart/2018/2/layout/IconLabelList"/>
    <dgm:cxn modelId="{B6D47BB7-F22A-40C0-BDC0-1C8B96E9A127}" type="presParOf" srcId="{1005DC33-A2E4-42DB-A679-879E0219F0F8}" destId="{681B39D3-8BC0-4DF3-942B-A1C3DB425B80}" srcOrd="2" destOrd="0" presId="urn:microsoft.com/office/officeart/2018/2/layout/IconLabelList"/>
    <dgm:cxn modelId="{062A9AB3-B495-4879-AA42-84B33266F11A}" type="presParOf" srcId="{681B39D3-8BC0-4DF3-942B-A1C3DB425B80}" destId="{0E6986D5-6363-4570-9E46-56E512FD031C}" srcOrd="0" destOrd="0" presId="urn:microsoft.com/office/officeart/2018/2/layout/IconLabelList"/>
    <dgm:cxn modelId="{D01AC388-E23B-4ED9-AB40-F850D2D20133}" type="presParOf" srcId="{681B39D3-8BC0-4DF3-942B-A1C3DB425B80}" destId="{066DE92E-4B70-4BC1-89FE-CF5DB0784B51}" srcOrd="1" destOrd="0" presId="urn:microsoft.com/office/officeart/2018/2/layout/IconLabelList"/>
    <dgm:cxn modelId="{1FCF694F-41C5-4419-B193-E08CB32E67F7}" type="presParOf" srcId="{681B39D3-8BC0-4DF3-942B-A1C3DB425B80}" destId="{4684DBDA-3F90-4078-91CB-BD042AF07FCB}" srcOrd="2" destOrd="0" presId="urn:microsoft.com/office/officeart/2018/2/layout/IconLabelList"/>
    <dgm:cxn modelId="{130157A3-3D68-4E3F-96AE-889EE76AEB02}" type="presParOf" srcId="{1005DC33-A2E4-42DB-A679-879E0219F0F8}" destId="{FA20A9D0-D243-4983-B5AF-74D3645EC7FA}" srcOrd="3" destOrd="0" presId="urn:microsoft.com/office/officeart/2018/2/layout/IconLabelList"/>
    <dgm:cxn modelId="{EAE4A9B7-376E-41B3-ADE6-8B36EE3A8C40}" type="presParOf" srcId="{1005DC33-A2E4-42DB-A679-879E0219F0F8}" destId="{F2BAF3C7-3158-400F-A21D-9305BB95FB02}" srcOrd="4" destOrd="0" presId="urn:microsoft.com/office/officeart/2018/2/layout/IconLabelList"/>
    <dgm:cxn modelId="{F22BD24B-C584-47AD-854A-7EDAE7A4B45A}" type="presParOf" srcId="{F2BAF3C7-3158-400F-A21D-9305BB95FB02}" destId="{6D4C4ADC-C551-401A-B83C-60E993D97B46}" srcOrd="0" destOrd="0" presId="urn:microsoft.com/office/officeart/2018/2/layout/IconLabelList"/>
    <dgm:cxn modelId="{E7E33311-712F-4934-876B-561753DFB82C}" type="presParOf" srcId="{F2BAF3C7-3158-400F-A21D-9305BB95FB02}" destId="{E8B65F0C-FDD1-4EF2-B000-A3202B9159E7}" srcOrd="1" destOrd="0" presId="urn:microsoft.com/office/officeart/2018/2/layout/IconLabelList"/>
    <dgm:cxn modelId="{5BF48CA3-C3FD-4D77-A027-453A9A13DD03}" type="presParOf" srcId="{F2BAF3C7-3158-400F-A21D-9305BB95FB02}" destId="{B47371E7-3423-48B9-BCAB-BEBE27CA553B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58D4350E-FA0D-4EB3-813F-F4CBB3C93BAE}" type="doc">
      <dgm:prSet loTypeId="urn:microsoft.com/office/officeart/2005/8/layout/cycle1" loCatId="cycle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795B1AFB-FC50-4A0E-B3ED-0C2DC8D846AA}">
      <dgm:prSet/>
      <dgm:spPr/>
      <dgm:t>
        <a:bodyPr/>
        <a:lstStyle/>
        <a:p>
          <a:r>
            <a:rPr lang="en-US"/>
            <a:t>Uso eficiente de recursos del sistema</a:t>
          </a:r>
        </a:p>
      </dgm:t>
    </dgm:pt>
    <dgm:pt modelId="{3ED40ACF-8CA0-481D-B46C-3E09AA067195}" type="parTrans" cxnId="{89F8021D-B530-4F87-BF3F-A01B692C867C}">
      <dgm:prSet/>
      <dgm:spPr/>
      <dgm:t>
        <a:bodyPr/>
        <a:lstStyle/>
        <a:p>
          <a:endParaRPr lang="en-US"/>
        </a:p>
      </dgm:t>
    </dgm:pt>
    <dgm:pt modelId="{90C27647-D467-4C07-9CD7-83F84201A1DD}" type="sibTrans" cxnId="{89F8021D-B530-4F87-BF3F-A01B692C867C}">
      <dgm:prSet/>
      <dgm:spPr/>
      <dgm:t>
        <a:bodyPr/>
        <a:lstStyle/>
        <a:p>
          <a:endParaRPr lang="en-US"/>
        </a:p>
      </dgm:t>
    </dgm:pt>
    <dgm:pt modelId="{EC0D3319-85C4-4E5E-A9A2-F8415B2ABF6A}">
      <dgm:prSet/>
      <dgm:spPr/>
      <dgm:t>
        <a:bodyPr/>
        <a:lstStyle/>
        <a:p>
          <a:r>
            <a:rPr lang="en-US"/>
            <a:t>Garantiza el rendimiento</a:t>
          </a:r>
        </a:p>
      </dgm:t>
    </dgm:pt>
    <dgm:pt modelId="{0EF99960-12E6-4F78-BBBB-186478F018B7}" type="parTrans" cxnId="{0B4C5DB3-6159-4F6F-AC52-09B2CC1E1236}">
      <dgm:prSet/>
      <dgm:spPr/>
      <dgm:t>
        <a:bodyPr/>
        <a:lstStyle/>
        <a:p>
          <a:endParaRPr lang="en-US"/>
        </a:p>
      </dgm:t>
    </dgm:pt>
    <dgm:pt modelId="{13B3FC9F-B2F3-4E94-A53A-DCD4ABEE8A66}" type="sibTrans" cxnId="{0B4C5DB3-6159-4F6F-AC52-09B2CC1E1236}">
      <dgm:prSet/>
      <dgm:spPr/>
      <dgm:t>
        <a:bodyPr/>
        <a:lstStyle/>
        <a:p>
          <a:endParaRPr lang="en-US"/>
        </a:p>
      </dgm:t>
    </dgm:pt>
    <dgm:pt modelId="{A07CBDAF-04FE-4636-8FB0-1924B2B062D7}">
      <dgm:prSet/>
      <dgm:spPr/>
      <dgm:t>
        <a:bodyPr/>
        <a:lstStyle/>
        <a:p>
          <a:r>
            <a:rPr lang="en-US"/>
            <a:t>Evita saturaciones y fallos</a:t>
          </a:r>
        </a:p>
      </dgm:t>
    </dgm:pt>
    <dgm:pt modelId="{4DF3D846-6748-43F6-ACC1-AC565B2C098C}" type="parTrans" cxnId="{58E08F95-99FE-4197-9770-2D36F8F22AFD}">
      <dgm:prSet/>
      <dgm:spPr/>
      <dgm:t>
        <a:bodyPr/>
        <a:lstStyle/>
        <a:p>
          <a:endParaRPr lang="en-US"/>
        </a:p>
      </dgm:t>
    </dgm:pt>
    <dgm:pt modelId="{D3008030-510C-41FC-A6AE-CACBC031E4BF}" type="sibTrans" cxnId="{58E08F95-99FE-4197-9770-2D36F8F22AFD}">
      <dgm:prSet/>
      <dgm:spPr/>
      <dgm:t>
        <a:bodyPr/>
        <a:lstStyle/>
        <a:p>
          <a:endParaRPr lang="en-US"/>
        </a:p>
      </dgm:t>
    </dgm:pt>
    <dgm:pt modelId="{AA8FADE3-FB4E-4E46-9FB8-8E0D8E9488F6}" type="pres">
      <dgm:prSet presAssocID="{58D4350E-FA0D-4EB3-813F-F4CBB3C93BAE}" presName="cycle" presStyleCnt="0">
        <dgm:presLayoutVars>
          <dgm:dir/>
          <dgm:resizeHandles val="exact"/>
        </dgm:presLayoutVars>
      </dgm:prSet>
      <dgm:spPr/>
    </dgm:pt>
    <dgm:pt modelId="{4A04A4EA-ACD1-4266-94D5-66648B28D2CD}" type="pres">
      <dgm:prSet presAssocID="{795B1AFB-FC50-4A0E-B3ED-0C2DC8D846AA}" presName="dummy" presStyleCnt="0"/>
      <dgm:spPr/>
    </dgm:pt>
    <dgm:pt modelId="{B22F0256-4D14-4DCD-85E6-D1458F9F853A}" type="pres">
      <dgm:prSet presAssocID="{795B1AFB-FC50-4A0E-B3ED-0C2DC8D846AA}" presName="node" presStyleLbl="revTx" presStyleIdx="0" presStyleCnt="3">
        <dgm:presLayoutVars>
          <dgm:bulletEnabled val="1"/>
        </dgm:presLayoutVars>
      </dgm:prSet>
      <dgm:spPr/>
    </dgm:pt>
    <dgm:pt modelId="{FDF6B657-6A69-484B-881C-D5378E7FF4EF}" type="pres">
      <dgm:prSet presAssocID="{90C27647-D467-4C07-9CD7-83F84201A1DD}" presName="sibTrans" presStyleLbl="node1" presStyleIdx="0" presStyleCnt="3"/>
      <dgm:spPr/>
    </dgm:pt>
    <dgm:pt modelId="{55C87B54-EAA0-44D7-95AF-2EB9ED6F71BF}" type="pres">
      <dgm:prSet presAssocID="{EC0D3319-85C4-4E5E-A9A2-F8415B2ABF6A}" presName="dummy" presStyleCnt="0"/>
      <dgm:spPr/>
    </dgm:pt>
    <dgm:pt modelId="{BBB7D654-02C8-4667-972B-5294156B5D56}" type="pres">
      <dgm:prSet presAssocID="{EC0D3319-85C4-4E5E-A9A2-F8415B2ABF6A}" presName="node" presStyleLbl="revTx" presStyleIdx="1" presStyleCnt="3">
        <dgm:presLayoutVars>
          <dgm:bulletEnabled val="1"/>
        </dgm:presLayoutVars>
      </dgm:prSet>
      <dgm:spPr/>
    </dgm:pt>
    <dgm:pt modelId="{2C91A365-A830-4B9B-BF0A-927D5717B2D4}" type="pres">
      <dgm:prSet presAssocID="{13B3FC9F-B2F3-4E94-A53A-DCD4ABEE8A66}" presName="sibTrans" presStyleLbl="node1" presStyleIdx="1" presStyleCnt="3"/>
      <dgm:spPr/>
    </dgm:pt>
    <dgm:pt modelId="{41F1CC00-6A5E-44BE-BCF9-68358BC6D59B}" type="pres">
      <dgm:prSet presAssocID="{A07CBDAF-04FE-4636-8FB0-1924B2B062D7}" presName="dummy" presStyleCnt="0"/>
      <dgm:spPr/>
    </dgm:pt>
    <dgm:pt modelId="{7913C6EA-4720-4FCF-BDFE-F46006C2A855}" type="pres">
      <dgm:prSet presAssocID="{A07CBDAF-04FE-4636-8FB0-1924B2B062D7}" presName="node" presStyleLbl="revTx" presStyleIdx="2" presStyleCnt="3">
        <dgm:presLayoutVars>
          <dgm:bulletEnabled val="1"/>
        </dgm:presLayoutVars>
      </dgm:prSet>
      <dgm:spPr/>
    </dgm:pt>
    <dgm:pt modelId="{3EAE2F62-2F91-4A59-A797-7EEB102FE2BF}" type="pres">
      <dgm:prSet presAssocID="{D3008030-510C-41FC-A6AE-CACBC031E4BF}" presName="sibTrans" presStyleLbl="node1" presStyleIdx="2" presStyleCnt="3"/>
      <dgm:spPr/>
    </dgm:pt>
  </dgm:ptLst>
  <dgm:cxnLst>
    <dgm:cxn modelId="{5C3E2E11-90B9-4830-AD9A-851DF5645700}" type="presOf" srcId="{795B1AFB-FC50-4A0E-B3ED-0C2DC8D846AA}" destId="{B22F0256-4D14-4DCD-85E6-D1458F9F853A}" srcOrd="0" destOrd="0" presId="urn:microsoft.com/office/officeart/2005/8/layout/cycle1"/>
    <dgm:cxn modelId="{89F8021D-B530-4F87-BF3F-A01B692C867C}" srcId="{58D4350E-FA0D-4EB3-813F-F4CBB3C93BAE}" destId="{795B1AFB-FC50-4A0E-B3ED-0C2DC8D846AA}" srcOrd="0" destOrd="0" parTransId="{3ED40ACF-8CA0-481D-B46C-3E09AA067195}" sibTransId="{90C27647-D467-4C07-9CD7-83F84201A1DD}"/>
    <dgm:cxn modelId="{28A31828-ACFF-447F-A56A-56F0F600BE3E}" type="presOf" srcId="{D3008030-510C-41FC-A6AE-CACBC031E4BF}" destId="{3EAE2F62-2F91-4A59-A797-7EEB102FE2BF}" srcOrd="0" destOrd="0" presId="urn:microsoft.com/office/officeart/2005/8/layout/cycle1"/>
    <dgm:cxn modelId="{F6279033-BBF7-4856-8708-FCE3AA0D93D3}" type="presOf" srcId="{EC0D3319-85C4-4E5E-A9A2-F8415B2ABF6A}" destId="{BBB7D654-02C8-4667-972B-5294156B5D56}" srcOrd="0" destOrd="0" presId="urn:microsoft.com/office/officeart/2005/8/layout/cycle1"/>
    <dgm:cxn modelId="{19BA6240-77A3-42B0-8926-50FC1AE43A0F}" type="presOf" srcId="{13B3FC9F-B2F3-4E94-A53A-DCD4ABEE8A66}" destId="{2C91A365-A830-4B9B-BF0A-927D5717B2D4}" srcOrd="0" destOrd="0" presId="urn:microsoft.com/office/officeart/2005/8/layout/cycle1"/>
    <dgm:cxn modelId="{580E3F4A-1D09-493A-B640-34F2CD511CEC}" type="presOf" srcId="{58D4350E-FA0D-4EB3-813F-F4CBB3C93BAE}" destId="{AA8FADE3-FB4E-4E46-9FB8-8E0D8E9488F6}" srcOrd="0" destOrd="0" presId="urn:microsoft.com/office/officeart/2005/8/layout/cycle1"/>
    <dgm:cxn modelId="{7F341353-7BE0-494C-97AE-B34652E7168B}" type="presOf" srcId="{90C27647-D467-4C07-9CD7-83F84201A1DD}" destId="{FDF6B657-6A69-484B-881C-D5378E7FF4EF}" srcOrd="0" destOrd="0" presId="urn:microsoft.com/office/officeart/2005/8/layout/cycle1"/>
    <dgm:cxn modelId="{005E917C-5F68-4F7B-BB0F-3F1EE6DC6811}" type="presOf" srcId="{A07CBDAF-04FE-4636-8FB0-1924B2B062D7}" destId="{7913C6EA-4720-4FCF-BDFE-F46006C2A855}" srcOrd="0" destOrd="0" presId="urn:microsoft.com/office/officeart/2005/8/layout/cycle1"/>
    <dgm:cxn modelId="{58E08F95-99FE-4197-9770-2D36F8F22AFD}" srcId="{58D4350E-FA0D-4EB3-813F-F4CBB3C93BAE}" destId="{A07CBDAF-04FE-4636-8FB0-1924B2B062D7}" srcOrd="2" destOrd="0" parTransId="{4DF3D846-6748-43F6-ACC1-AC565B2C098C}" sibTransId="{D3008030-510C-41FC-A6AE-CACBC031E4BF}"/>
    <dgm:cxn modelId="{0B4C5DB3-6159-4F6F-AC52-09B2CC1E1236}" srcId="{58D4350E-FA0D-4EB3-813F-F4CBB3C93BAE}" destId="{EC0D3319-85C4-4E5E-A9A2-F8415B2ABF6A}" srcOrd="1" destOrd="0" parTransId="{0EF99960-12E6-4F78-BBBB-186478F018B7}" sibTransId="{13B3FC9F-B2F3-4E94-A53A-DCD4ABEE8A66}"/>
    <dgm:cxn modelId="{7AC5E6CA-70CD-487C-AC48-56FDF3CCF307}" type="presParOf" srcId="{AA8FADE3-FB4E-4E46-9FB8-8E0D8E9488F6}" destId="{4A04A4EA-ACD1-4266-94D5-66648B28D2CD}" srcOrd="0" destOrd="0" presId="urn:microsoft.com/office/officeart/2005/8/layout/cycle1"/>
    <dgm:cxn modelId="{CEE8A7BD-6582-41BE-92DC-8F820D28AA04}" type="presParOf" srcId="{AA8FADE3-FB4E-4E46-9FB8-8E0D8E9488F6}" destId="{B22F0256-4D14-4DCD-85E6-D1458F9F853A}" srcOrd="1" destOrd="0" presId="urn:microsoft.com/office/officeart/2005/8/layout/cycle1"/>
    <dgm:cxn modelId="{753A5F01-4574-4993-A189-12203FFB15AB}" type="presParOf" srcId="{AA8FADE3-FB4E-4E46-9FB8-8E0D8E9488F6}" destId="{FDF6B657-6A69-484B-881C-D5378E7FF4EF}" srcOrd="2" destOrd="0" presId="urn:microsoft.com/office/officeart/2005/8/layout/cycle1"/>
    <dgm:cxn modelId="{B65EB7DE-D601-4B35-96CF-958C722354E0}" type="presParOf" srcId="{AA8FADE3-FB4E-4E46-9FB8-8E0D8E9488F6}" destId="{55C87B54-EAA0-44D7-95AF-2EB9ED6F71BF}" srcOrd="3" destOrd="0" presId="urn:microsoft.com/office/officeart/2005/8/layout/cycle1"/>
    <dgm:cxn modelId="{164E169C-FBA0-4855-9A76-998219982D7E}" type="presParOf" srcId="{AA8FADE3-FB4E-4E46-9FB8-8E0D8E9488F6}" destId="{BBB7D654-02C8-4667-972B-5294156B5D56}" srcOrd="4" destOrd="0" presId="urn:microsoft.com/office/officeart/2005/8/layout/cycle1"/>
    <dgm:cxn modelId="{4B03C5EF-77E9-4879-8396-93933F6D0334}" type="presParOf" srcId="{AA8FADE3-FB4E-4E46-9FB8-8E0D8E9488F6}" destId="{2C91A365-A830-4B9B-BF0A-927D5717B2D4}" srcOrd="5" destOrd="0" presId="urn:microsoft.com/office/officeart/2005/8/layout/cycle1"/>
    <dgm:cxn modelId="{4E805076-7749-40D3-8A54-5723649DE37A}" type="presParOf" srcId="{AA8FADE3-FB4E-4E46-9FB8-8E0D8E9488F6}" destId="{41F1CC00-6A5E-44BE-BCF9-68358BC6D59B}" srcOrd="6" destOrd="0" presId="urn:microsoft.com/office/officeart/2005/8/layout/cycle1"/>
    <dgm:cxn modelId="{B2E32B26-4DCD-40B0-AAA6-86FB1E2F6899}" type="presParOf" srcId="{AA8FADE3-FB4E-4E46-9FB8-8E0D8E9488F6}" destId="{7913C6EA-4720-4FCF-BDFE-F46006C2A855}" srcOrd="7" destOrd="0" presId="urn:microsoft.com/office/officeart/2005/8/layout/cycle1"/>
    <dgm:cxn modelId="{2DA5836C-7751-4613-8D00-2C0BCA1723F6}" type="presParOf" srcId="{AA8FADE3-FB4E-4E46-9FB8-8E0D8E9488F6}" destId="{3EAE2F62-2F91-4A59-A797-7EEB102FE2BF}" srcOrd="8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963844FC-E45A-4DA1-B455-BAF21EF19515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18977A22-E102-498D-9832-DCCB688BA711}">
      <dgm:prSet/>
      <dgm:spPr/>
      <dgm:t>
        <a:bodyPr/>
        <a:lstStyle/>
        <a:p>
          <a:r>
            <a:rPr lang="en-US"/>
            <a:t>Priorización de procesos</a:t>
          </a:r>
        </a:p>
      </dgm:t>
    </dgm:pt>
    <dgm:pt modelId="{235FAE96-4036-4F68-AAE6-03586F0F2276}" type="parTrans" cxnId="{F37DD2C6-84E3-4859-A826-0F63241298B0}">
      <dgm:prSet/>
      <dgm:spPr/>
      <dgm:t>
        <a:bodyPr/>
        <a:lstStyle/>
        <a:p>
          <a:endParaRPr lang="en-US"/>
        </a:p>
      </dgm:t>
    </dgm:pt>
    <dgm:pt modelId="{29AA8BD3-FD6E-4B2C-A034-84289BDF7F46}" type="sibTrans" cxnId="{F37DD2C6-84E3-4859-A826-0F63241298B0}">
      <dgm:prSet/>
      <dgm:spPr/>
      <dgm:t>
        <a:bodyPr/>
        <a:lstStyle/>
        <a:p>
          <a:endParaRPr lang="en-US"/>
        </a:p>
      </dgm:t>
    </dgm:pt>
    <dgm:pt modelId="{ACE327AC-7D57-4963-A51E-D919D3627EF9}">
      <dgm:prSet/>
      <dgm:spPr/>
      <dgm:t>
        <a:bodyPr/>
        <a:lstStyle/>
        <a:p>
          <a:r>
            <a:rPr lang="en-US"/>
            <a:t>Limitación de recursos</a:t>
          </a:r>
        </a:p>
      </dgm:t>
    </dgm:pt>
    <dgm:pt modelId="{D7DF710D-0873-4533-B9BB-3C8B5459A3B9}" type="parTrans" cxnId="{6414D6D6-2048-4F26-BAD2-2B888017B2FD}">
      <dgm:prSet/>
      <dgm:spPr/>
      <dgm:t>
        <a:bodyPr/>
        <a:lstStyle/>
        <a:p>
          <a:endParaRPr lang="en-US"/>
        </a:p>
      </dgm:t>
    </dgm:pt>
    <dgm:pt modelId="{40911D60-E832-4DE5-8D7F-2C691F6AC431}" type="sibTrans" cxnId="{6414D6D6-2048-4F26-BAD2-2B888017B2FD}">
      <dgm:prSet/>
      <dgm:spPr/>
      <dgm:t>
        <a:bodyPr/>
        <a:lstStyle/>
        <a:p>
          <a:endParaRPr lang="en-US"/>
        </a:p>
      </dgm:t>
    </dgm:pt>
    <dgm:pt modelId="{E9286325-D627-4CF0-B791-3DF8C18383BB}">
      <dgm:prSet/>
      <dgm:spPr/>
      <dgm:t>
        <a:bodyPr/>
        <a:lstStyle/>
        <a:p>
          <a:r>
            <a:rPr lang="en-US"/>
            <a:t>Balanceo de carga</a:t>
          </a:r>
        </a:p>
      </dgm:t>
    </dgm:pt>
    <dgm:pt modelId="{6690CAED-4270-48C6-9A37-E23CC1B684EF}" type="parTrans" cxnId="{93E36297-F2BE-4AE4-84D6-820A7D318AF6}">
      <dgm:prSet/>
      <dgm:spPr/>
      <dgm:t>
        <a:bodyPr/>
        <a:lstStyle/>
        <a:p>
          <a:endParaRPr lang="en-US"/>
        </a:p>
      </dgm:t>
    </dgm:pt>
    <dgm:pt modelId="{A73295E2-A745-4928-A4BA-BF1718FF2ACB}" type="sibTrans" cxnId="{93E36297-F2BE-4AE4-84D6-820A7D318AF6}">
      <dgm:prSet/>
      <dgm:spPr/>
      <dgm:t>
        <a:bodyPr/>
        <a:lstStyle/>
        <a:p>
          <a:endParaRPr lang="en-US"/>
        </a:p>
      </dgm:t>
    </dgm:pt>
    <dgm:pt modelId="{467549EA-CDBD-4032-8D8F-1E62C340D5E2}">
      <dgm:prSet/>
      <dgm:spPr/>
      <dgm:t>
        <a:bodyPr/>
        <a:lstStyle/>
        <a:p>
          <a:r>
            <a:rPr lang="en-US"/>
            <a:t>Virtualización</a:t>
          </a:r>
        </a:p>
      </dgm:t>
    </dgm:pt>
    <dgm:pt modelId="{81F5D0FE-D0B3-4726-956C-537A2ABEAD03}" type="parTrans" cxnId="{40AB65E5-88F7-4E26-BACF-B7690FDB1E08}">
      <dgm:prSet/>
      <dgm:spPr/>
      <dgm:t>
        <a:bodyPr/>
        <a:lstStyle/>
        <a:p>
          <a:endParaRPr lang="en-US"/>
        </a:p>
      </dgm:t>
    </dgm:pt>
    <dgm:pt modelId="{8983AF27-6692-4F67-9731-BADB78EF4150}" type="sibTrans" cxnId="{40AB65E5-88F7-4E26-BACF-B7690FDB1E08}">
      <dgm:prSet/>
      <dgm:spPr/>
      <dgm:t>
        <a:bodyPr/>
        <a:lstStyle/>
        <a:p>
          <a:endParaRPr lang="en-US"/>
        </a:p>
      </dgm:t>
    </dgm:pt>
    <dgm:pt modelId="{DAD70AA8-ABAE-4FA5-A8CD-B21F1907A6AE}">
      <dgm:prSet/>
      <dgm:spPr/>
      <dgm:t>
        <a:bodyPr/>
        <a:lstStyle/>
        <a:p>
          <a:r>
            <a:rPr lang="en-US"/>
            <a:t>Monitorización continua</a:t>
          </a:r>
        </a:p>
      </dgm:t>
    </dgm:pt>
    <dgm:pt modelId="{FDC1CBBB-9856-42C3-9C79-A900A2AB57BC}" type="parTrans" cxnId="{0B0C25D8-7F9B-4684-9EC3-D33DEC7F4F3E}">
      <dgm:prSet/>
      <dgm:spPr/>
      <dgm:t>
        <a:bodyPr/>
        <a:lstStyle/>
        <a:p>
          <a:endParaRPr lang="en-US"/>
        </a:p>
      </dgm:t>
    </dgm:pt>
    <dgm:pt modelId="{E7B1B3C8-F1A8-42D0-8D4D-D3E3AC11112C}" type="sibTrans" cxnId="{0B0C25D8-7F9B-4684-9EC3-D33DEC7F4F3E}">
      <dgm:prSet/>
      <dgm:spPr/>
      <dgm:t>
        <a:bodyPr/>
        <a:lstStyle/>
        <a:p>
          <a:endParaRPr lang="en-US"/>
        </a:p>
      </dgm:t>
    </dgm:pt>
    <dgm:pt modelId="{7B1B6018-D713-4B47-B3DC-589F90E696C7}" type="pres">
      <dgm:prSet presAssocID="{963844FC-E45A-4DA1-B455-BAF21EF19515}" presName="root" presStyleCnt="0">
        <dgm:presLayoutVars>
          <dgm:dir/>
          <dgm:resizeHandles val="exact"/>
        </dgm:presLayoutVars>
      </dgm:prSet>
      <dgm:spPr/>
    </dgm:pt>
    <dgm:pt modelId="{10BEBBCF-9435-46A2-95C8-C3B720D6BDEC}" type="pres">
      <dgm:prSet presAssocID="{963844FC-E45A-4DA1-B455-BAF21EF19515}" presName="container" presStyleCnt="0">
        <dgm:presLayoutVars>
          <dgm:dir/>
          <dgm:resizeHandles val="exact"/>
        </dgm:presLayoutVars>
      </dgm:prSet>
      <dgm:spPr/>
    </dgm:pt>
    <dgm:pt modelId="{CC84AEF0-EA11-428F-B706-39DA3571011D}" type="pres">
      <dgm:prSet presAssocID="{18977A22-E102-498D-9832-DCCB688BA711}" presName="compNode" presStyleCnt="0"/>
      <dgm:spPr/>
    </dgm:pt>
    <dgm:pt modelId="{74172333-D10D-497B-A83A-B30F8B6F4167}" type="pres">
      <dgm:prSet presAssocID="{18977A22-E102-498D-9832-DCCB688BA711}" presName="iconBgRect" presStyleLbl="bgShp" presStyleIdx="0" presStyleCnt="5"/>
      <dgm:spPr/>
    </dgm:pt>
    <dgm:pt modelId="{9A1BB452-C29F-4779-92FB-394D16D1DD1D}" type="pres">
      <dgm:prSet presAssocID="{18977A22-E102-498D-9832-DCCB688BA711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granajes"/>
        </a:ext>
      </dgm:extLst>
    </dgm:pt>
    <dgm:pt modelId="{3D7E255F-7BDC-4526-B893-5443B04049E3}" type="pres">
      <dgm:prSet presAssocID="{18977A22-E102-498D-9832-DCCB688BA711}" presName="spaceRect" presStyleCnt="0"/>
      <dgm:spPr/>
    </dgm:pt>
    <dgm:pt modelId="{559972F4-41CF-49EA-A401-35AE84DF4889}" type="pres">
      <dgm:prSet presAssocID="{18977A22-E102-498D-9832-DCCB688BA711}" presName="textRect" presStyleLbl="revTx" presStyleIdx="0" presStyleCnt="5">
        <dgm:presLayoutVars>
          <dgm:chMax val="1"/>
          <dgm:chPref val="1"/>
        </dgm:presLayoutVars>
      </dgm:prSet>
      <dgm:spPr/>
    </dgm:pt>
    <dgm:pt modelId="{3C48D0CC-A78F-4CB9-90B5-C3F8AAFBA383}" type="pres">
      <dgm:prSet presAssocID="{29AA8BD3-FD6E-4B2C-A034-84289BDF7F46}" presName="sibTrans" presStyleLbl="sibTrans2D1" presStyleIdx="0" presStyleCnt="0"/>
      <dgm:spPr/>
    </dgm:pt>
    <dgm:pt modelId="{297391F8-F61E-4622-A437-F98424375C4F}" type="pres">
      <dgm:prSet presAssocID="{ACE327AC-7D57-4963-A51E-D919D3627EF9}" presName="compNode" presStyleCnt="0"/>
      <dgm:spPr/>
    </dgm:pt>
    <dgm:pt modelId="{A2FEACB6-2826-4844-8176-23ED53034EA2}" type="pres">
      <dgm:prSet presAssocID="{ACE327AC-7D57-4963-A51E-D919D3627EF9}" presName="iconBgRect" presStyleLbl="bgShp" presStyleIdx="1" presStyleCnt="5"/>
      <dgm:spPr/>
    </dgm:pt>
    <dgm:pt modelId="{B0F480D8-8BA8-4E14-B83C-D49107CFE0C1}" type="pres">
      <dgm:prSet presAssocID="{ACE327AC-7D57-4963-A51E-D919D3627EF9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nero"/>
        </a:ext>
      </dgm:extLst>
    </dgm:pt>
    <dgm:pt modelId="{A96E13F4-0012-43FF-8B93-DED29D2B7D93}" type="pres">
      <dgm:prSet presAssocID="{ACE327AC-7D57-4963-A51E-D919D3627EF9}" presName="spaceRect" presStyleCnt="0"/>
      <dgm:spPr/>
    </dgm:pt>
    <dgm:pt modelId="{36370D57-98B5-4532-BE2A-DA21A7B0AC02}" type="pres">
      <dgm:prSet presAssocID="{ACE327AC-7D57-4963-A51E-D919D3627EF9}" presName="textRect" presStyleLbl="revTx" presStyleIdx="1" presStyleCnt="5">
        <dgm:presLayoutVars>
          <dgm:chMax val="1"/>
          <dgm:chPref val="1"/>
        </dgm:presLayoutVars>
      </dgm:prSet>
      <dgm:spPr/>
    </dgm:pt>
    <dgm:pt modelId="{7CCC229F-6BD0-4E0A-997A-3B30645A4E70}" type="pres">
      <dgm:prSet presAssocID="{40911D60-E832-4DE5-8D7F-2C691F6AC431}" presName="sibTrans" presStyleLbl="sibTrans2D1" presStyleIdx="0" presStyleCnt="0"/>
      <dgm:spPr/>
    </dgm:pt>
    <dgm:pt modelId="{DEC475B9-B2C6-49BF-A587-22D206051866}" type="pres">
      <dgm:prSet presAssocID="{E9286325-D627-4CF0-B791-3DF8C18383BB}" presName="compNode" presStyleCnt="0"/>
      <dgm:spPr/>
    </dgm:pt>
    <dgm:pt modelId="{73E479FB-6B4C-4472-B6F3-214C0BF8A291}" type="pres">
      <dgm:prSet presAssocID="{E9286325-D627-4CF0-B791-3DF8C18383BB}" presName="iconBgRect" presStyleLbl="bgShp" presStyleIdx="2" presStyleCnt="5"/>
      <dgm:spPr/>
    </dgm:pt>
    <dgm:pt modelId="{83EACC87-CF88-4AF2-827A-FC1777489F3D}" type="pres">
      <dgm:prSet presAssocID="{E9286325-D627-4CF0-B791-3DF8C18383BB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7705FD19-8A98-4A38-B975-53EE660285C2}" type="pres">
      <dgm:prSet presAssocID="{E9286325-D627-4CF0-B791-3DF8C18383BB}" presName="spaceRect" presStyleCnt="0"/>
      <dgm:spPr/>
    </dgm:pt>
    <dgm:pt modelId="{7E136D28-8AF6-4B72-A310-B1221351EF12}" type="pres">
      <dgm:prSet presAssocID="{E9286325-D627-4CF0-B791-3DF8C18383BB}" presName="textRect" presStyleLbl="revTx" presStyleIdx="2" presStyleCnt="5">
        <dgm:presLayoutVars>
          <dgm:chMax val="1"/>
          <dgm:chPref val="1"/>
        </dgm:presLayoutVars>
      </dgm:prSet>
      <dgm:spPr/>
    </dgm:pt>
    <dgm:pt modelId="{3E295AA0-6BC0-424D-A78A-25C7839E4341}" type="pres">
      <dgm:prSet presAssocID="{A73295E2-A745-4928-A4BA-BF1718FF2ACB}" presName="sibTrans" presStyleLbl="sibTrans2D1" presStyleIdx="0" presStyleCnt="0"/>
      <dgm:spPr/>
    </dgm:pt>
    <dgm:pt modelId="{21A9FAE5-D22D-40EA-95D0-28CCC0716504}" type="pres">
      <dgm:prSet presAssocID="{467549EA-CDBD-4032-8D8F-1E62C340D5E2}" presName="compNode" presStyleCnt="0"/>
      <dgm:spPr/>
    </dgm:pt>
    <dgm:pt modelId="{B2CF4465-681A-4076-B36E-A810E28DAAE9}" type="pres">
      <dgm:prSet presAssocID="{467549EA-CDBD-4032-8D8F-1E62C340D5E2}" presName="iconBgRect" presStyleLbl="bgShp" presStyleIdx="3" presStyleCnt="5"/>
      <dgm:spPr/>
    </dgm:pt>
    <dgm:pt modelId="{A6A13105-8241-478B-8446-F7F2160A3EE0}" type="pres">
      <dgm:prSet presAssocID="{467549EA-CDBD-4032-8D8F-1E62C340D5E2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5D842964-6C72-4D4E-984C-FA7501A65F47}" type="pres">
      <dgm:prSet presAssocID="{467549EA-CDBD-4032-8D8F-1E62C340D5E2}" presName="spaceRect" presStyleCnt="0"/>
      <dgm:spPr/>
    </dgm:pt>
    <dgm:pt modelId="{26235CF0-72AE-44A0-BC3B-C32D947AA307}" type="pres">
      <dgm:prSet presAssocID="{467549EA-CDBD-4032-8D8F-1E62C340D5E2}" presName="textRect" presStyleLbl="revTx" presStyleIdx="3" presStyleCnt="5">
        <dgm:presLayoutVars>
          <dgm:chMax val="1"/>
          <dgm:chPref val="1"/>
        </dgm:presLayoutVars>
      </dgm:prSet>
      <dgm:spPr/>
    </dgm:pt>
    <dgm:pt modelId="{5401F0AE-A726-440E-8139-74F2AB996D80}" type="pres">
      <dgm:prSet presAssocID="{8983AF27-6692-4F67-9731-BADB78EF4150}" presName="sibTrans" presStyleLbl="sibTrans2D1" presStyleIdx="0" presStyleCnt="0"/>
      <dgm:spPr/>
    </dgm:pt>
    <dgm:pt modelId="{6696100E-7BC3-41C6-81C2-58487B17C482}" type="pres">
      <dgm:prSet presAssocID="{DAD70AA8-ABAE-4FA5-A8CD-B21F1907A6AE}" presName="compNode" presStyleCnt="0"/>
      <dgm:spPr/>
    </dgm:pt>
    <dgm:pt modelId="{7E1D0B0D-D5B5-4D10-BFEB-C141A77D69A1}" type="pres">
      <dgm:prSet presAssocID="{DAD70AA8-ABAE-4FA5-A8CD-B21F1907A6AE}" presName="iconBgRect" presStyleLbl="bgShp" presStyleIdx="4" presStyleCnt="5"/>
      <dgm:spPr/>
    </dgm:pt>
    <dgm:pt modelId="{13EAEBD0-8866-4084-B556-F66CE797DE74}" type="pres">
      <dgm:prSet presAssocID="{DAD70AA8-ABAE-4FA5-A8CD-B21F1907A6AE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dvertencia"/>
        </a:ext>
      </dgm:extLst>
    </dgm:pt>
    <dgm:pt modelId="{36F06170-6D3B-4A75-BAB4-2D844496BDBD}" type="pres">
      <dgm:prSet presAssocID="{DAD70AA8-ABAE-4FA5-A8CD-B21F1907A6AE}" presName="spaceRect" presStyleCnt="0"/>
      <dgm:spPr/>
    </dgm:pt>
    <dgm:pt modelId="{6B7C9300-0B7E-4046-937E-2A39F9358C35}" type="pres">
      <dgm:prSet presAssocID="{DAD70AA8-ABAE-4FA5-A8CD-B21F1907A6AE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9010CD14-020E-4D92-A177-5068842E61B7}" type="presOf" srcId="{ACE327AC-7D57-4963-A51E-D919D3627EF9}" destId="{36370D57-98B5-4532-BE2A-DA21A7B0AC02}" srcOrd="0" destOrd="0" presId="urn:microsoft.com/office/officeart/2018/2/layout/IconCircleList"/>
    <dgm:cxn modelId="{0269B816-4134-4C22-8896-D07E12148BF2}" type="presOf" srcId="{18977A22-E102-498D-9832-DCCB688BA711}" destId="{559972F4-41CF-49EA-A401-35AE84DF4889}" srcOrd="0" destOrd="0" presId="urn:microsoft.com/office/officeart/2018/2/layout/IconCircleList"/>
    <dgm:cxn modelId="{F143E524-C7A3-49EC-AD9D-409BE3C47F80}" type="presOf" srcId="{E9286325-D627-4CF0-B791-3DF8C18383BB}" destId="{7E136D28-8AF6-4B72-A310-B1221351EF12}" srcOrd="0" destOrd="0" presId="urn:microsoft.com/office/officeart/2018/2/layout/IconCircleList"/>
    <dgm:cxn modelId="{62579E26-0434-4C0E-B587-36D9C6901237}" type="presOf" srcId="{29AA8BD3-FD6E-4B2C-A034-84289BDF7F46}" destId="{3C48D0CC-A78F-4CB9-90B5-C3F8AAFBA383}" srcOrd="0" destOrd="0" presId="urn:microsoft.com/office/officeart/2018/2/layout/IconCircleList"/>
    <dgm:cxn modelId="{49810A3F-E160-418F-8EAB-6E54ED9E465B}" type="presOf" srcId="{963844FC-E45A-4DA1-B455-BAF21EF19515}" destId="{7B1B6018-D713-4B47-B3DC-589F90E696C7}" srcOrd="0" destOrd="0" presId="urn:microsoft.com/office/officeart/2018/2/layout/IconCircleList"/>
    <dgm:cxn modelId="{BAF2325B-4A83-4FCC-B971-0E8B1051F9C5}" type="presOf" srcId="{A73295E2-A745-4928-A4BA-BF1718FF2ACB}" destId="{3E295AA0-6BC0-424D-A78A-25C7839E4341}" srcOrd="0" destOrd="0" presId="urn:microsoft.com/office/officeart/2018/2/layout/IconCircleList"/>
    <dgm:cxn modelId="{82018A4E-A7EB-4EE2-8E92-C5785929CACC}" type="presOf" srcId="{467549EA-CDBD-4032-8D8F-1E62C340D5E2}" destId="{26235CF0-72AE-44A0-BC3B-C32D947AA307}" srcOrd="0" destOrd="0" presId="urn:microsoft.com/office/officeart/2018/2/layout/IconCircleList"/>
    <dgm:cxn modelId="{21155F80-BA5E-4446-B625-74C054794755}" type="presOf" srcId="{DAD70AA8-ABAE-4FA5-A8CD-B21F1907A6AE}" destId="{6B7C9300-0B7E-4046-937E-2A39F9358C35}" srcOrd="0" destOrd="0" presId="urn:microsoft.com/office/officeart/2018/2/layout/IconCircleList"/>
    <dgm:cxn modelId="{93E36297-F2BE-4AE4-84D6-820A7D318AF6}" srcId="{963844FC-E45A-4DA1-B455-BAF21EF19515}" destId="{E9286325-D627-4CF0-B791-3DF8C18383BB}" srcOrd="2" destOrd="0" parTransId="{6690CAED-4270-48C6-9A37-E23CC1B684EF}" sibTransId="{A73295E2-A745-4928-A4BA-BF1718FF2ACB}"/>
    <dgm:cxn modelId="{6CA45BB6-92E5-4085-9263-69ED2A5BE71A}" type="presOf" srcId="{40911D60-E832-4DE5-8D7F-2C691F6AC431}" destId="{7CCC229F-6BD0-4E0A-997A-3B30645A4E70}" srcOrd="0" destOrd="0" presId="urn:microsoft.com/office/officeart/2018/2/layout/IconCircleList"/>
    <dgm:cxn modelId="{3B87F9BC-7FD0-4BB1-A5B5-1E5596B4F4BC}" type="presOf" srcId="{8983AF27-6692-4F67-9731-BADB78EF4150}" destId="{5401F0AE-A726-440E-8139-74F2AB996D80}" srcOrd="0" destOrd="0" presId="urn:microsoft.com/office/officeart/2018/2/layout/IconCircleList"/>
    <dgm:cxn modelId="{F37DD2C6-84E3-4859-A826-0F63241298B0}" srcId="{963844FC-E45A-4DA1-B455-BAF21EF19515}" destId="{18977A22-E102-498D-9832-DCCB688BA711}" srcOrd="0" destOrd="0" parTransId="{235FAE96-4036-4F68-AAE6-03586F0F2276}" sibTransId="{29AA8BD3-FD6E-4B2C-A034-84289BDF7F46}"/>
    <dgm:cxn modelId="{6414D6D6-2048-4F26-BAD2-2B888017B2FD}" srcId="{963844FC-E45A-4DA1-B455-BAF21EF19515}" destId="{ACE327AC-7D57-4963-A51E-D919D3627EF9}" srcOrd="1" destOrd="0" parTransId="{D7DF710D-0873-4533-B9BB-3C8B5459A3B9}" sibTransId="{40911D60-E832-4DE5-8D7F-2C691F6AC431}"/>
    <dgm:cxn modelId="{0B0C25D8-7F9B-4684-9EC3-D33DEC7F4F3E}" srcId="{963844FC-E45A-4DA1-B455-BAF21EF19515}" destId="{DAD70AA8-ABAE-4FA5-A8CD-B21F1907A6AE}" srcOrd="4" destOrd="0" parTransId="{FDC1CBBB-9856-42C3-9C79-A900A2AB57BC}" sibTransId="{E7B1B3C8-F1A8-42D0-8D4D-D3E3AC11112C}"/>
    <dgm:cxn modelId="{40AB65E5-88F7-4E26-BACF-B7690FDB1E08}" srcId="{963844FC-E45A-4DA1-B455-BAF21EF19515}" destId="{467549EA-CDBD-4032-8D8F-1E62C340D5E2}" srcOrd="3" destOrd="0" parTransId="{81F5D0FE-D0B3-4726-956C-537A2ABEAD03}" sibTransId="{8983AF27-6692-4F67-9731-BADB78EF4150}"/>
    <dgm:cxn modelId="{8253BB54-56BC-4A93-B687-F968CB9DB46E}" type="presParOf" srcId="{7B1B6018-D713-4B47-B3DC-589F90E696C7}" destId="{10BEBBCF-9435-46A2-95C8-C3B720D6BDEC}" srcOrd="0" destOrd="0" presId="urn:microsoft.com/office/officeart/2018/2/layout/IconCircleList"/>
    <dgm:cxn modelId="{9A10ACA5-20AA-4E8F-966E-DC2AC964D784}" type="presParOf" srcId="{10BEBBCF-9435-46A2-95C8-C3B720D6BDEC}" destId="{CC84AEF0-EA11-428F-B706-39DA3571011D}" srcOrd="0" destOrd="0" presId="urn:microsoft.com/office/officeart/2018/2/layout/IconCircleList"/>
    <dgm:cxn modelId="{AD2CC807-2498-4C67-B9FB-CC52D109BC2E}" type="presParOf" srcId="{CC84AEF0-EA11-428F-B706-39DA3571011D}" destId="{74172333-D10D-497B-A83A-B30F8B6F4167}" srcOrd="0" destOrd="0" presId="urn:microsoft.com/office/officeart/2018/2/layout/IconCircleList"/>
    <dgm:cxn modelId="{25DBA9AE-74C3-4BBB-A2C6-AD4983715334}" type="presParOf" srcId="{CC84AEF0-EA11-428F-B706-39DA3571011D}" destId="{9A1BB452-C29F-4779-92FB-394D16D1DD1D}" srcOrd="1" destOrd="0" presId="urn:microsoft.com/office/officeart/2018/2/layout/IconCircleList"/>
    <dgm:cxn modelId="{F64ABDBA-9589-4472-922A-8F1B24F548D7}" type="presParOf" srcId="{CC84AEF0-EA11-428F-B706-39DA3571011D}" destId="{3D7E255F-7BDC-4526-B893-5443B04049E3}" srcOrd="2" destOrd="0" presId="urn:microsoft.com/office/officeart/2018/2/layout/IconCircleList"/>
    <dgm:cxn modelId="{F47C5C66-74FE-4A6E-BE52-32FEB0E7A892}" type="presParOf" srcId="{CC84AEF0-EA11-428F-B706-39DA3571011D}" destId="{559972F4-41CF-49EA-A401-35AE84DF4889}" srcOrd="3" destOrd="0" presId="urn:microsoft.com/office/officeart/2018/2/layout/IconCircleList"/>
    <dgm:cxn modelId="{B6B06D38-CB6F-45CE-B0C6-E868B5C2B686}" type="presParOf" srcId="{10BEBBCF-9435-46A2-95C8-C3B720D6BDEC}" destId="{3C48D0CC-A78F-4CB9-90B5-C3F8AAFBA383}" srcOrd="1" destOrd="0" presId="urn:microsoft.com/office/officeart/2018/2/layout/IconCircleList"/>
    <dgm:cxn modelId="{3D87B2B5-515C-45FC-958C-2F32D7A392A3}" type="presParOf" srcId="{10BEBBCF-9435-46A2-95C8-C3B720D6BDEC}" destId="{297391F8-F61E-4622-A437-F98424375C4F}" srcOrd="2" destOrd="0" presId="urn:microsoft.com/office/officeart/2018/2/layout/IconCircleList"/>
    <dgm:cxn modelId="{8B54DD95-E767-4210-819C-7F040F9545D2}" type="presParOf" srcId="{297391F8-F61E-4622-A437-F98424375C4F}" destId="{A2FEACB6-2826-4844-8176-23ED53034EA2}" srcOrd="0" destOrd="0" presId="urn:microsoft.com/office/officeart/2018/2/layout/IconCircleList"/>
    <dgm:cxn modelId="{15232FE4-1E9D-4F42-B571-1C25E92AF0E5}" type="presParOf" srcId="{297391F8-F61E-4622-A437-F98424375C4F}" destId="{B0F480D8-8BA8-4E14-B83C-D49107CFE0C1}" srcOrd="1" destOrd="0" presId="urn:microsoft.com/office/officeart/2018/2/layout/IconCircleList"/>
    <dgm:cxn modelId="{A729FAE4-1C0D-49FF-8139-8205F7300871}" type="presParOf" srcId="{297391F8-F61E-4622-A437-F98424375C4F}" destId="{A96E13F4-0012-43FF-8B93-DED29D2B7D93}" srcOrd="2" destOrd="0" presId="urn:microsoft.com/office/officeart/2018/2/layout/IconCircleList"/>
    <dgm:cxn modelId="{23161843-FD14-4C96-A17E-0BA2D60E2E1E}" type="presParOf" srcId="{297391F8-F61E-4622-A437-F98424375C4F}" destId="{36370D57-98B5-4532-BE2A-DA21A7B0AC02}" srcOrd="3" destOrd="0" presId="urn:microsoft.com/office/officeart/2018/2/layout/IconCircleList"/>
    <dgm:cxn modelId="{51EC1698-DF3D-4839-9AEE-774EB78E67F0}" type="presParOf" srcId="{10BEBBCF-9435-46A2-95C8-C3B720D6BDEC}" destId="{7CCC229F-6BD0-4E0A-997A-3B30645A4E70}" srcOrd="3" destOrd="0" presId="urn:microsoft.com/office/officeart/2018/2/layout/IconCircleList"/>
    <dgm:cxn modelId="{4074FC2C-EF7D-4114-9E99-F8CF7BBA67CB}" type="presParOf" srcId="{10BEBBCF-9435-46A2-95C8-C3B720D6BDEC}" destId="{DEC475B9-B2C6-49BF-A587-22D206051866}" srcOrd="4" destOrd="0" presId="urn:microsoft.com/office/officeart/2018/2/layout/IconCircleList"/>
    <dgm:cxn modelId="{728A30BA-7D69-41FA-A6ED-089EC50D46A0}" type="presParOf" srcId="{DEC475B9-B2C6-49BF-A587-22D206051866}" destId="{73E479FB-6B4C-4472-B6F3-214C0BF8A291}" srcOrd="0" destOrd="0" presId="urn:microsoft.com/office/officeart/2018/2/layout/IconCircleList"/>
    <dgm:cxn modelId="{4161B11A-9158-4315-8A30-C837D4A6A565}" type="presParOf" srcId="{DEC475B9-B2C6-49BF-A587-22D206051866}" destId="{83EACC87-CF88-4AF2-827A-FC1777489F3D}" srcOrd="1" destOrd="0" presId="urn:microsoft.com/office/officeart/2018/2/layout/IconCircleList"/>
    <dgm:cxn modelId="{F1AD84E4-F436-4602-A3CF-1B5A9F77B316}" type="presParOf" srcId="{DEC475B9-B2C6-49BF-A587-22D206051866}" destId="{7705FD19-8A98-4A38-B975-53EE660285C2}" srcOrd="2" destOrd="0" presId="urn:microsoft.com/office/officeart/2018/2/layout/IconCircleList"/>
    <dgm:cxn modelId="{CC066771-6798-46A0-9A8C-ECA599AD22C2}" type="presParOf" srcId="{DEC475B9-B2C6-49BF-A587-22D206051866}" destId="{7E136D28-8AF6-4B72-A310-B1221351EF12}" srcOrd="3" destOrd="0" presId="urn:microsoft.com/office/officeart/2018/2/layout/IconCircleList"/>
    <dgm:cxn modelId="{AE1E7FE8-A188-4B42-9177-536BE6ECA19C}" type="presParOf" srcId="{10BEBBCF-9435-46A2-95C8-C3B720D6BDEC}" destId="{3E295AA0-6BC0-424D-A78A-25C7839E4341}" srcOrd="5" destOrd="0" presId="urn:microsoft.com/office/officeart/2018/2/layout/IconCircleList"/>
    <dgm:cxn modelId="{7B990B92-DFC0-47D7-9008-4B8C71B316FF}" type="presParOf" srcId="{10BEBBCF-9435-46A2-95C8-C3B720D6BDEC}" destId="{21A9FAE5-D22D-40EA-95D0-28CCC0716504}" srcOrd="6" destOrd="0" presId="urn:microsoft.com/office/officeart/2018/2/layout/IconCircleList"/>
    <dgm:cxn modelId="{6831EDCC-777B-4301-AA5F-67396E3B44E9}" type="presParOf" srcId="{21A9FAE5-D22D-40EA-95D0-28CCC0716504}" destId="{B2CF4465-681A-4076-B36E-A810E28DAAE9}" srcOrd="0" destOrd="0" presId="urn:microsoft.com/office/officeart/2018/2/layout/IconCircleList"/>
    <dgm:cxn modelId="{AE51DD80-1037-4B33-9404-DE492424D237}" type="presParOf" srcId="{21A9FAE5-D22D-40EA-95D0-28CCC0716504}" destId="{A6A13105-8241-478B-8446-F7F2160A3EE0}" srcOrd="1" destOrd="0" presId="urn:microsoft.com/office/officeart/2018/2/layout/IconCircleList"/>
    <dgm:cxn modelId="{9D1D0149-A4ED-4D57-8A1A-FCA7FF5C3845}" type="presParOf" srcId="{21A9FAE5-D22D-40EA-95D0-28CCC0716504}" destId="{5D842964-6C72-4D4E-984C-FA7501A65F47}" srcOrd="2" destOrd="0" presId="urn:microsoft.com/office/officeart/2018/2/layout/IconCircleList"/>
    <dgm:cxn modelId="{D7A90E4F-4056-4EAE-8DC9-C2BF9A5D33EB}" type="presParOf" srcId="{21A9FAE5-D22D-40EA-95D0-28CCC0716504}" destId="{26235CF0-72AE-44A0-BC3B-C32D947AA307}" srcOrd="3" destOrd="0" presId="urn:microsoft.com/office/officeart/2018/2/layout/IconCircleList"/>
    <dgm:cxn modelId="{C3A6B5B6-4B9B-4DD9-9B25-DAA62AA377B9}" type="presParOf" srcId="{10BEBBCF-9435-46A2-95C8-C3B720D6BDEC}" destId="{5401F0AE-A726-440E-8139-74F2AB996D80}" srcOrd="7" destOrd="0" presId="urn:microsoft.com/office/officeart/2018/2/layout/IconCircleList"/>
    <dgm:cxn modelId="{E033342D-5211-4DD3-90C9-2184AE20C3DA}" type="presParOf" srcId="{10BEBBCF-9435-46A2-95C8-C3B720D6BDEC}" destId="{6696100E-7BC3-41C6-81C2-58487B17C482}" srcOrd="8" destOrd="0" presId="urn:microsoft.com/office/officeart/2018/2/layout/IconCircleList"/>
    <dgm:cxn modelId="{E8664A96-2CF3-407D-994C-C6AB897BF737}" type="presParOf" srcId="{6696100E-7BC3-41C6-81C2-58487B17C482}" destId="{7E1D0B0D-D5B5-4D10-BFEB-C141A77D69A1}" srcOrd="0" destOrd="0" presId="urn:microsoft.com/office/officeart/2018/2/layout/IconCircleList"/>
    <dgm:cxn modelId="{3E6AF48B-D5CD-4A65-A919-EAD5938F511C}" type="presParOf" srcId="{6696100E-7BC3-41C6-81C2-58487B17C482}" destId="{13EAEBD0-8866-4084-B556-F66CE797DE74}" srcOrd="1" destOrd="0" presId="urn:microsoft.com/office/officeart/2018/2/layout/IconCircleList"/>
    <dgm:cxn modelId="{C2C4CB15-34CD-477D-A8C5-736227C047E6}" type="presParOf" srcId="{6696100E-7BC3-41C6-81C2-58487B17C482}" destId="{36F06170-6D3B-4A75-BAB4-2D844496BDBD}" srcOrd="2" destOrd="0" presId="urn:microsoft.com/office/officeart/2018/2/layout/IconCircleList"/>
    <dgm:cxn modelId="{DB78E474-C2D9-49CF-8402-362C75C08901}" type="presParOf" srcId="{6696100E-7BC3-41C6-81C2-58487B17C482}" destId="{6B7C9300-0B7E-4046-937E-2A39F9358C35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3C0757FE-E18A-49B7-B1DA-24C0F215750F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99E132CE-6F5C-4658-8306-736C33D0F6FB}">
      <dgm:prSet/>
      <dgm:spPr/>
      <dgm:t>
        <a:bodyPr/>
        <a:lstStyle/>
        <a:p>
          <a:r>
            <a:rPr lang="en-US"/>
            <a:t>Lentitud del sistema</a:t>
          </a:r>
        </a:p>
      </dgm:t>
    </dgm:pt>
    <dgm:pt modelId="{3F6FB592-821B-4FC4-B612-3042CB5FA4AD}" type="parTrans" cxnId="{8C705676-64C8-4F64-8BDE-2BBAE351206C}">
      <dgm:prSet/>
      <dgm:spPr/>
      <dgm:t>
        <a:bodyPr/>
        <a:lstStyle/>
        <a:p>
          <a:endParaRPr lang="en-US"/>
        </a:p>
      </dgm:t>
    </dgm:pt>
    <dgm:pt modelId="{2C295468-9E02-444C-835A-7ABA4543F54D}" type="sibTrans" cxnId="{8C705676-64C8-4F64-8BDE-2BBAE351206C}">
      <dgm:prSet/>
      <dgm:spPr/>
      <dgm:t>
        <a:bodyPr/>
        <a:lstStyle/>
        <a:p>
          <a:endParaRPr lang="en-US"/>
        </a:p>
      </dgm:t>
    </dgm:pt>
    <dgm:pt modelId="{0FBB01CB-E865-45BC-B7F4-50DCABFA549D}">
      <dgm:prSet/>
      <dgm:spPr/>
      <dgm:t>
        <a:bodyPr/>
        <a:lstStyle/>
        <a:p>
          <a:r>
            <a:rPr lang="en-US"/>
            <a:t>Caídas de servicios</a:t>
          </a:r>
        </a:p>
      </dgm:t>
    </dgm:pt>
    <dgm:pt modelId="{9617CBA4-AD6A-418F-92FD-8063552977A3}" type="parTrans" cxnId="{8EFAA8CA-6B7F-444A-BD02-87170DBE730B}">
      <dgm:prSet/>
      <dgm:spPr/>
      <dgm:t>
        <a:bodyPr/>
        <a:lstStyle/>
        <a:p>
          <a:endParaRPr lang="en-US"/>
        </a:p>
      </dgm:t>
    </dgm:pt>
    <dgm:pt modelId="{4AA43061-B55C-471E-AE01-393297A89940}" type="sibTrans" cxnId="{8EFAA8CA-6B7F-444A-BD02-87170DBE730B}">
      <dgm:prSet/>
      <dgm:spPr/>
      <dgm:t>
        <a:bodyPr/>
        <a:lstStyle/>
        <a:p>
          <a:endParaRPr lang="en-US"/>
        </a:p>
      </dgm:t>
    </dgm:pt>
    <dgm:pt modelId="{D22D6542-2645-4582-B22D-BA471C80034B}">
      <dgm:prSet/>
      <dgm:spPr/>
      <dgm:t>
        <a:bodyPr/>
        <a:lstStyle/>
        <a:p>
          <a:r>
            <a:rPr lang="en-US"/>
            <a:t>Insatisfacción de los usuarios</a:t>
          </a:r>
        </a:p>
      </dgm:t>
    </dgm:pt>
    <dgm:pt modelId="{18F08951-821A-49F2-9823-C8E45B5CFDD4}" type="parTrans" cxnId="{F58A021F-2EAB-4300-B779-7A3DB9E3F425}">
      <dgm:prSet/>
      <dgm:spPr/>
      <dgm:t>
        <a:bodyPr/>
        <a:lstStyle/>
        <a:p>
          <a:endParaRPr lang="en-US"/>
        </a:p>
      </dgm:t>
    </dgm:pt>
    <dgm:pt modelId="{43E982FF-70B8-47E6-826E-708E26243029}" type="sibTrans" cxnId="{F58A021F-2EAB-4300-B779-7A3DB9E3F425}">
      <dgm:prSet/>
      <dgm:spPr/>
      <dgm:t>
        <a:bodyPr/>
        <a:lstStyle/>
        <a:p>
          <a:endParaRPr lang="en-US"/>
        </a:p>
      </dgm:t>
    </dgm:pt>
    <dgm:pt modelId="{D5BCC575-EF9E-435F-9D45-5169AD9C775C}" type="pres">
      <dgm:prSet presAssocID="{3C0757FE-E18A-49B7-B1DA-24C0F215750F}" presName="root" presStyleCnt="0">
        <dgm:presLayoutVars>
          <dgm:dir/>
          <dgm:resizeHandles val="exact"/>
        </dgm:presLayoutVars>
      </dgm:prSet>
      <dgm:spPr/>
    </dgm:pt>
    <dgm:pt modelId="{9925B33C-FA9D-4B51-9B41-1FAA09F7201B}" type="pres">
      <dgm:prSet presAssocID="{99E132CE-6F5C-4658-8306-736C33D0F6FB}" presName="compNode" presStyleCnt="0"/>
      <dgm:spPr/>
    </dgm:pt>
    <dgm:pt modelId="{5316AE30-AEC8-4589-82F8-64EA162CD026}" type="pres">
      <dgm:prSet presAssocID="{99E132CE-6F5C-4658-8306-736C33D0F6F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rtuga"/>
        </a:ext>
      </dgm:extLst>
    </dgm:pt>
    <dgm:pt modelId="{FC034346-3B1D-4213-AC3A-135C778EF712}" type="pres">
      <dgm:prSet presAssocID="{99E132CE-6F5C-4658-8306-736C33D0F6FB}" presName="spaceRect" presStyleCnt="0"/>
      <dgm:spPr/>
    </dgm:pt>
    <dgm:pt modelId="{7EA5074D-D8F6-4125-896E-F7998EC00B57}" type="pres">
      <dgm:prSet presAssocID="{99E132CE-6F5C-4658-8306-736C33D0F6FB}" presName="textRect" presStyleLbl="revTx" presStyleIdx="0" presStyleCnt="3">
        <dgm:presLayoutVars>
          <dgm:chMax val="1"/>
          <dgm:chPref val="1"/>
        </dgm:presLayoutVars>
      </dgm:prSet>
      <dgm:spPr/>
    </dgm:pt>
    <dgm:pt modelId="{BB4F60B9-F3B7-4710-9456-144F51DFF580}" type="pres">
      <dgm:prSet presAssocID="{2C295468-9E02-444C-835A-7ABA4543F54D}" presName="sibTrans" presStyleCnt="0"/>
      <dgm:spPr/>
    </dgm:pt>
    <dgm:pt modelId="{ED8AD45A-1FE7-4819-9F7E-33FDE8083C6B}" type="pres">
      <dgm:prSet presAssocID="{0FBB01CB-E865-45BC-B7F4-50DCABFA549D}" presName="compNode" presStyleCnt="0"/>
      <dgm:spPr/>
    </dgm:pt>
    <dgm:pt modelId="{9CCA1E86-05A4-49BD-90DD-BCA33C16686C}" type="pres">
      <dgm:prSet presAssocID="{0FBB01CB-E865-45BC-B7F4-50DCABFA549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che"/>
        </a:ext>
      </dgm:extLst>
    </dgm:pt>
    <dgm:pt modelId="{EB9DF229-C94B-47C7-A755-C25A9BC0FD35}" type="pres">
      <dgm:prSet presAssocID="{0FBB01CB-E865-45BC-B7F4-50DCABFA549D}" presName="spaceRect" presStyleCnt="0"/>
      <dgm:spPr/>
    </dgm:pt>
    <dgm:pt modelId="{89360EAF-2F22-482E-B054-AF44F771E865}" type="pres">
      <dgm:prSet presAssocID="{0FBB01CB-E865-45BC-B7F4-50DCABFA549D}" presName="textRect" presStyleLbl="revTx" presStyleIdx="1" presStyleCnt="3">
        <dgm:presLayoutVars>
          <dgm:chMax val="1"/>
          <dgm:chPref val="1"/>
        </dgm:presLayoutVars>
      </dgm:prSet>
      <dgm:spPr/>
    </dgm:pt>
    <dgm:pt modelId="{F52562B6-4B0D-42DC-BE39-6AD58B1495DE}" type="pres">
      <dgm:prSet presAssocID="{4AA43061-B55C-471E-AE01-393297A89940}" presName="sibTrans" presStyleCnt="0"/>
      <dgm:spPr/>
    </dgm:pt>
    <dgm:pt modelId="{7705B765-1BE6-432E-8797-1ACBBC53CF1A}" type="pres">
      <dgm:prSet presAssocID="{D22D6542-2645-4582-B22D-BA471C80034B}" presName="compNode" presStyleCnt="0"/>
      <dgm:spPr/>
    </dgm:pt>
    <dgm:pt modelId="{DF11F32A-7540-425B-9D18-3BAD7FA40136}" type="pres">
      <dgm:prSet presAssocID="{D22D6542-2645-4582-B22D-BA471C80034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uario"/>
        </a:ext>
      </dgm:extLst>
    </dgm:pt>
    <dgm:pt modelId="{CE21EC37-1B92-4818-909F-BE93CF3B6CF6}" type="pres">
      <dgm:prSet presAssocID="{D22D6542-2645-4582-B22D-BA471C80034B}" presName="spaceRect" presStyleCnt="0"/>
      <dgm:spPr/>
    </dgm:pt>
    <dgm:pt modelId="{97EEABB0-003B-4890-BCB9-EB22FB42E1A0}" type="pres">
      <dgm:prSet presAssocID="{D22D6542-2645-4582-B22D-BA471C80034B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F58A021F-2EAB-4300-B779-7A3DB9E3F425}" srcId="{3C0757FE-E18A-49B7-B1DA-24C0F215750F}" destId="{D22D6542-2645-4582-B22D-BA471C80034B}" srcOrd="2" destOrd="0" parTransId="{18F08951-821A-49F2-9823-C8E45B5CFDD4}" sibTransId="{43E982FF-70B8-47E6-826E-708E26243029}"/>
    <dgm:cxn modelId="{5237762A-C46D-4D22-909A-2BCC576E385E}" type="presOf" srcId="{0FBB01CB-E865-45BC-B7F4-50DCABFA549D}" destId="{89360EAF-2F22-482E-B054-AF44F771E865}" srcOrd="0" destOrd="0" presId="urn:microsoft.com/office/officeart/2018/2/layout/IconLabelList"/>
    <dgm:cxn modelId="{1CC92552-A762-4033-9F22-6CF2A45B831B}" type="presOf" srcId="{D22D6542-2645-4582-B22D-BA471C80034B}" destId="{97EEABB0-003B-4890-BCB9-EB22FB42E1A0}" srcOrd="0" destOrd="0" presId="urn:microsoft.com/office/officeart/2018/2/layout/IconLabelList"/>
    <dgm:cxn modelId="{8C705676-64C8-4F64-8BDE-2BBAE351206C}" srcId="{3C0757FE-E18A-49B7-B1DA-24C0F215750F}" destId="{99E132CE-6F5C-4658-8306-736C33D0F6FB}" srcOrd="0" destOrd="0" parTransId="{3F6FB592-821B-4FC4-B612-3042CB5FA4AD}" sibTransId="{2C295468-9E02-444C-835A-7ABA4543F54D}"/>
    <dgm:cxn modelId="{A6227979-2613-42A7-9BEF-EDD9BEC5D53D}" type="presOf" srcId="{3C0757FE-E18A-49B7-B1DA-24C0F215750F}" destId="{D5BCC575-EF9E-435F-9D45-5169AD9C775C}" srcOrd="0" destOrd="0" presId="urn:microsoft.com/office/officeart/2018/2/layout/IconLabelList"/>
    <dgm:cxn modelId="{BA1ECDBC-7BCD-4334-920D-C904115C3124}" type="presOf" srcId="{99E132CE-6F5C-4658-8306-736C33D0F6FB}" destId="{7EA5074D-D8F6-4125-896E-F7998EC00B57}" srcOrd="0" destOrd="0" presId="urn:microsoft.com/office/officeart/2018/2/layout/IconLabelList"/>
    <dgm:cxn modelId="{8EFAA8CA-6B7F-444A-BD02-87170DBE730B}" srcId="{3C0757FE-E18A-49B7-B1DA-24C0F215750F}" destId="{0FBB01CB-E865-45BC-B7F4-50DCABFA549D}" srcOrd="1" destOrd="0" parTransId="{9617CBA4-AD6A-418F-92FD-8063552977A3}" sibTransId="{4AA43061-B55C-471E-AE01-393297A89940}"/>
    <dgm:cxn modelId="{F0130B77-A989-47D0-A507-0DA1ADE19B75}" type="presParOf" srcId="{D5BCC575-EF9E-435F-9D45-5169AD9C775C}" destId="{9925B33C-FA9D-4B51-9B41-1FAA09F7201B}" srcOrd="0" destOrd="0" presId="urn:microsoft.com/office/officeart/2018/2/layout/IconLabelList"/>
    <dgm:cxn modelId="{0D784D7F-7CE3-4E2D-B9FF-B93A28037F3F}" type="presParOf" srcId="{9925B33C-FA9D-4B51-9B41-1FAA09F7201B}" destId="{5316AE30-AEC8-4589-82F8-64EA162CD026}" srcOrd="0" destOrd="0" presId="urn:microsoft.com/office/officeart/2018/2/layout/IconLabelList"/>
    <dgm:cxn modelId="{E73AE734-FB05-49DD-BCD8-E329A3E97553}" type="presParOf" srcId="{9925B33C-FA9D-4B51-9B41-1FAA09F7201B}" destId="{FC034346-3B1D-4213-AC3A-135C778EF712}" srcOrd="1" destOrd="0" presId="urn:microsoft.com/office/officeart/2018/2/layout/IconLabelList"/>
    <dgm:cxn modelId="{35DB7FCA-215F-4D08-B8DE-AFA22037C547}" type="presParOf" srcId="{9925B33C-FA9D-4B51-9B41-1FAA09F7201B}" destId="{7EA5074D-D8F6-4125-896E-F7998EC00B57}" srcOrd="2" destOrd="0" presId="urn:microsoft.com/office/officeart/2018/2/layout/IconLabelList"/>
    <dgm:cxn modelId="{F83108AA-A6AE-40B2-AD7F-A9A9C80A4129}" type="presParOf" srcId="{D5BCC575-EF9E-435F-9D45-5169AD9C775C}" destId="{BB4F60B9-F3B7-4710-9456-144F51DFF580}" srcOrd="1" destOrd="0" presId="urn:microsoft.com/office/officeart/2018/2/layout/IconLabelList"/>
    <dgm:cxn modelId="{8510CA2A-AF6C-4B6B-ACD7-581013C1AFDB}" type="presParOf" srcId="{D5BCC575-EF9E-435F-9D45-5169AD9C775C}" destId="{ED8AD45A-1FE7-4819-9F7E-33FDE8083C6B}" srcOrd="2" destOrd="0" presId="urn:microsoft.com/office/officeart/2018/2/layout/IconLabelList"/>
    <dgm:cxn modelId="{2747AC45-EE44-4D4F-BAF1-B0231855E501}" type="presParOf" srcId="{ED8AD45A-1FE7-4819-9F7E-33FDE8083C6B}" destId="{9CCA1E86-05A4-49BD-90DD-BCA33C16686C}" srcOrd="0" destOrd="0" presId="urn:microsoft.com/office/officeart/2018/2/layout/IconLabelList"/>
    <dgm:cxn modelId="{615DB11A-21E7-45C8-9AAE-6DFA13D1233B}" type="presParOf" srcId="{ED8AD45A-1FE7-4819-9F7E-33FDE8083C6B}" destId="{EB9DF229-C94B-47C7-A755-C25A9BC0FD35}" srcOrd="1" destOrd="0" presId="urn:microsoft.com/office/officeart/2018/2/layout/IconLabelList"/>
    <dgm:cxn modelId="{3C52C265-A4C2-427A-A739-CB01B86F3A95}" type="presParOf" srcId="{ED8AD45A-1FE7-4819-9F7E-33FDE8083C6B}" destId="{89360EAF-2F22-482E-B054-AF44F771E865}" srcOrd="2" destOrd="0" presId="urn:microsoft.com/office/officeart/2018/2/layout/IconLabelList"/>
    <dgm:cxn modelId="{C60140C1-7BEE-4784-A405-F848460EB7E1}" type="presParOf" srcId="{D5BCC575-EF9E-435F-9D45-5169AD9C775C}" destId="{F52562B6-4B0D-42DC-BE39-6AD58B1495DE}" srcOrd="3" destOrd="0" presId="urn:microsoft.com/office/officeart/2018/2/layout/IconLabelList"/>
    <dgm:cxn modelId="{EF2811D6-1627-45BA-8A88-FF20E8C6D170}" type="presParOf" srcId="{D5BCC575-EF9E-435F-9D45-5169AD9C775C}" destId="{7705B765-1BE6-432E-8797-1ACBBC53CF1A}" srcOrd="4" destOrd="0" presId="urn:microsoft.com/office/officeart/2018/2/layout/IconLabelList"/>
    <dgm:cxn modelId="{4BAA11C6-AA74-475D-BD80-EFF18632494A}" type="presParOf" srcId="{7705B765-1BE6-432E-8797-1ACBBC53CF1A}" destId="{DF11F32A-7540-425B-9D18-3BAD7FA40136}" srcOrd="0" destOrd="0" presId="urn:microsoft.com/office/officeart/2018/2/layout/IconLabelList"/>
    <dgm:cxn modelId="{9FEBE7EE-41C4-4D6F-9B0F-567A553EF6D0}" type="presParOf" srcId="{7705B765-1BE6-432E-8797-1ACBBC53CF1A}" destId="{CE21EC37-1B92-4818-909F-BE93CF3B6CF6}" srcOrd="1" destOrd="0" presId="urn:microsoft.com/office/officeart/2018/2/layout/IconLabelList"/>
    <dgm:cxn modelId="{C3738B96-2836-40F4-ACFD-1A1BB5B137C4}" type="presParOf" srcId="{7705B765-1BE6-432E-8797-1ACBBC53CF1A}" destId="{97EEABB0-003B-4890-BCB9-EB22FB42E1A0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3F3F71-2F75-45F3-83BF-F9C605CB5E13}">
      <dsp:nvSpPr>
        <dsp:cNvPr id="0" name=""/>
        <dsp:cNvSpPr/>
      </dsp:nvSpPr>
      <dsp:spPr>
        <a:xfrm>
          <a:off x="376435" y="10164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90BAFB-B69D-492B-8608-0AFEE44EC419}">
      <dsp:nvSpPr>
        <dsp:cNvPr id="0" name=""/>
        <dsp:cNvSpPr/>
      </dsp:nvSpPr>
      <dsp:spPr>
        <a:xfrm>
          <a:off x="61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2425F5-60CD-4A86-8F5F-0E3C5CDF5C3F}">
      <dsp:nvSpPr>
        <dsp:cNvPr id="0" name=""/>
        <dsp:cNvSpPr/>
      </dsp:nvSpPr>
      <dsp:spPr>
        <a:xfrm>
          <a:off x="2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Comprender el flujo de la información</a:t>
          </a:r>
        </a:p>
      </dsp:txBody>
      <dsp:txXfrm>
        <a:off x="25435" y="2456402"/>
        <a:ext cx="1800000" cy="720000"/>
      </dsp:txXfrm>
    </dsp:sp>
    <dsp:sp modelId="{0BA68B77-114D-45CB-ABA4-FC4FB52D8B3D}">
      <dsp:nvSpPr>
        <dsp:cNvPr id="0" name=""/>
        <dsp:cNvSpPr/>
      </dsp:nvSpPr>
      <dsp:spPr>
        <a:xfrm>
          <a:off x="2491435" y="10164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9CE308-E72E-49A7-BD47-41DAB7FA3361}">
      <dsp:nvSpPr>
        <dsp:cNvPr id="0" name=""/>
        <dsp:cNvSpPr/>
      </dsp:nvSpPr>
      <dsp:spPr>
        <a:xfrm>
          <a:off x="272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C46AB5-8511-428E-A3B2-223AB402CE22}">
      <dsp:nvSpPr>
        <dsp:cNvPr id="0" name=""/>
        <dsp:cNvSpPr/>
      </dsp:nvSpPr>
      <dsp:spPr>
        <a:xfrm>
          <a:off x="214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Identificar recursos utilizados</a:t>
          </a:r>
        </a:p>
      </dsp:txBody>
      <dsp:txXfrm>
        <a:off x="2140435" y="2456402"/>
        <a:ext cx="1800000" cy="720000"/>
      </dsp:txXfrm>
    </dsp:sp>
    <dsp:sp modelId="{6302A2BD-44B2-4E02-BBAC-E40892600818}">
      <dsp:nvSpPr>
        <dsp:cNvPr id="0" name=""/>
        <dsp:cNvSpPr/>
      </dsp:nvSpPr>
      <dsp:spPr>
        <a:xfrm>
          <a:off x="4606435" y="101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AEDF12-00B4-4D10-9470-B4BAC88C44C3}">
      <dsp:nvSpPr>
        <dsp:cNvPr id="0" name=""/>
        <dsp:cNvSpPr/>
      </dsp:nvSpPr>
      <dsp:spPr>
        <a:xfrm>
          <a:off x="484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C48ECD-AADE-4500-910D-0558093A772A}">
      <dsp:nvSpPr>
        <dsp:cNvPr id="0" name=""/>
        <dsp:cNvSpPr/>
      </dsp:nvSpPr>
      <dsp:spPr>
        <a:xfrm>
          <a:off x="425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Detectar cuellos de botella</a:t>
          </a:r>
        </a:p>
      </dsp:txBody>
      <dsp:txXfrm>
        <a:off x="4255435" y="2456402"/>
        <a:ext cx="1800000" cy="720000"/>
      </dsp:txXfrm>
    </dsp:sp>
    <dsp:sp modelId="{B867711E-79A2-4AF2-978B-7BC8431CB454}">
      <dsp:nvSpPr>
        <dsp:cNvPr id="0" name=""/>
        <dsp:cNvSpPr/>
      </dsp:nvSpPr>
      <dsp:spPr>
        <a:xfrm>
          <a:off x="6721435" y="10164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26913D-2CD6-4679-A637-13C61555AC2C}">
      <dsp:nvSpPr>
        <dsp:cNvPr id="0" name=""/>
        <dsp:cNvSpPr/>
      </dsp:nvSpPr>
      <dsp:spPr>
        <a:xfrm>
          <a:off x="695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19F5CB-E1F0-4FC1-9FB3-26D0182960D1}">
      <dsp:nvSpPr>
        <dsp:cNvPr id="0" name=""/>
        <dsp:cNvSpPr/>
      </dsp:nvSpPr>
      <dsp:spPr>
        <a:xfrm>
          <a:off x="637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Optimizar el uso de los sistemas</a:t>
          </a:r>
        </a:p>
      </dsp:txBody>
      <dsp:txXfrm>
        <a:off x="6370435" y="2456402"/>
        <a:ext cx="180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DA066A-D53E-4E1C-BCF2-96E00EAB4029}">
      <dsp:nvSpPr>
        <dsp:cNvPr id="0" name=""/>
        <dsp:cNvSpPr/>
      </dsp:nvSpPr>
      <dsp:spPr>
        <a:xfrm>
          <a:off x="518185" y="768902"/>
          <a:ext cx="1475437" cy="14754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16B74D-CF8B-4B7E-ABF8-5342A9C24200}">
      <dsp:nvSpPr>
        <dsp:cNvPr id="0" name=""/>
        <dsp:cNvSpPr/>
      </dsp:nvSpPr>
      <dsp:spPr>
        <a:xfrm>
          <a:off x="832623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1AEB5D-5F3C-42F9-BC40-B1ED0A32F2FC}">
      <dsp:nvSpPr>
        <dsp:cNvPr id="0" name=""/>
        <dsp:cNvSpPr/>
      </dsp:nvSpPr>
      <dsp:spPr>
        <a:xfrm>
          <a:off x="46529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Conjunto de actividades relacionadas</a:t>
          </a:r>
        </a:p>
      </dsp:txBody>
      <dsp:txXfrm>
        <a:off x="46529" y="2703902"/>
        <a:ext cx="2418750" cy="720000"/>
      </dsp:txXfrm>
    </dsp:sp>
    <dsp:sp modelId="{444303F5-64A3-430E-9A5C-52818FCA0390}">
      <dsp:nvSpPr>
        <dsp:cNvPr id="0" name=""/>
        <dsp:cNvSpPr/>
      </dsp:nvSpPr>
      <dsp:spPr>
        <a:xfrm>
          <a:off x="3360216" y="768902"/>
          <a:ext cx="1475437" cy="14754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1565DC-D91C-485D-9CC9-213C8F5B4D89}">
      <dsp:nvSpPr>
        <dsp:cNvPr id="0" name=""/>
        <dsp:cNvSpPr/>
      </dsp:nvSpPr>
      <dsp:spPr>
        <a:xfrm>
          <a:off x="3674654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618B6C-A38C-4864-8A9B-4FA51CBB1952}">
      <dsp:nvSpPr>
        <dsp:cNvPr id="0" name=""/>
        <dsp:cNvSpPr/>
      </dsp:nvSpPr>
      <dsp:spPr>
        <a:xfrm>
          <a:off x="2888560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Persiguen un objetivo concreto</a:t>
          </a:r>
        </a:p>
      </dsp:txBody>
      <dsp:txXfrm>
        <a:off x="2888560" y="2703902"/>
        <a:ext cx="2418750" cy="720000"/>
      </dsp:txXfrm>
    </dsp:sp>
    <dsp:sp modelId="{AAA53F95-02FC-43F1-9D5A-ABE43A0535F7}">
      <dsp:nvSpPr>
        <dsp:cNvPr id="0" name=""/>
        <dsp:cNvSpPr/>
      </dsp:nvSpPr>
      <dsp:spPr>
        <a:xfrm>
          <a:off x="6202248" y="768902"/>
          <a:ext cx="1475437" cy="14754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BBBF9F-55FA-4FEC-9208-CEFB3D246009}">
      <dsp:nvSpPr>
        <dsp:cNvPr id="0" name=""/>
        <dsp:cNvSpPr/>
      </dsp:nvSpPr>
      <dsp:spPr>
        <a:xfrm>
          <a:off x="6516685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CBA0E8-F35F-4B33-B446-44D31C1D48AA}">
      <dsp:nvSpPr>
        <dsp:cNvPr id="0" name=""/>
        <dsp:cNvSpPr/>
      </dsp:nvSpPr>
      <dsp:spPr>
        <a:xfrm>
          <a:off x="5730591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Están soportados por sistemas de información</a:t>
          </a:r>
        </a:p>
      </dsp:txBody>
      <dsp:txXfrm>
        <a:off x="5730591" y="2703902"/>
        <a:ext cx="241875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B571FB-6E63-4B32-BD39-B35F70131588}">
      <dsp:nvSpPr>
        <dsp:cNvPr id="0" name=""/>
        <dsp:cNvSpPr/>
      </dsp:nvSpPr>
      <dsp:spPr>
        <a:xfrm>
          <a:off x="73847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FE7686-0EC3-4C12-A015-B4365E05347C}">
      <dsp:nvSpPr>
        <dsp:cNvPr id="0" name=""/>
        <dsp:cNvSpPr/>
      </dsp:nvSpPr>
      <dsp:spPr>
        <a:xfrm>
          <a:off x="78583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Ventas → ERP y base de datos</a:t>
          </a:r>
        </a:p>
      </dsp:txBody>
      <dsp:txXfrm>
        <a:off x="78583" y="2435142"/>
        <a:ext cx="2399612" cy="720000"/>
      </dsp:txXfrm>
    </dsp:sp>
    <dsp:sp modelId="{C9962004-389B-4669-B823-AD185798FBBC}">
      <dsp:nvSpPr>
        <dsp:cNvPr id="0" name=""/>
        <dsp:cNvSpPr/>
      </dsp:nvSpPr>
      <dsp:spPr>
        <a:xfrm>
          <a:off x="3558022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E4CD82-4A3E-4787-A86E-23F000136452}">
      <dsp:nvSpPr>
        <dsp:cNvPr id="0" name=""/>
        <dsp:cNvSpPr/>
      </dsp:nvSpPr>
      <dsp:spPr>
        <a:xfrm>
          <a:off x="2898129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Gestión de nóminas → Aplicación laboral</a:t>
          </a:r>
        </a:p>
      </dsp:txBody>
      <dsp:txXfrm>
        <a:off x="2898129" y="2435142"/>
        <a:ext cx="2399612" cy="720000"/>
      </dsp:txXfrm>
    </dsp:sp>
    <dsp:sp modelId="{B3CD64B9-AD73-49E9-B966-8F205604A06C}">
      <dsp:nvSpPr>
        <dsp:cNvPr id="0" name=""/>
        <dsp:cNvSpPr/>
      </dsp:nvSpPr>
      <dsp:spPr>
        <a:xfrm>
          <a:off x="637756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6A3D52-CC90-4B23-80EA-2F99C8FA54B8}">
      <dsp:nvSpPr>
        <dsp:cNvPr id="0" name=""/>
        <dsp:cNvSpPr/>
      </dsp:nvSpPr>
      <dsp:spPr>
        <a:xfrm>
          <a:off x="5717674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Atención al cliente → CRM y correo electrónico</a:t>
          </a:r>
        </a:p>
      </dsp:txBody>
      <dsp:txXfrm>
        <a:off x="5717674" y="2435142"/>
        <a:ext cx="2399612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C6ADC9-F457-456A-83E5-8870F948DD27}">
      <dsp:nvSpPr>
        <dsp:cNvPr id="0" name=""/>
        <dsp:cNvSpPr/>
      </dsp:nvSpPr>
      <dsp:spPr>
        <a:xfrm>
          <a:off x="518185" y="768902"/>
          <a:ext cx="1475437" cy="147543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22D30C-9813-4B02-B1D8-CBFC117FC737}">
      <dsp:nvSpPr>
        <dsp:cNvPr id="0" name=""/>
        <dsp:cNvSpPr/>
      </dsp:nvSpPr>
      <dsp:spPr>
        <a:xfrm>
          <a:off x="832623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E3C90D-4FB3-4208-811B-25494DCAEA72}">
      <dsp:nvSpPr>
        <dsp:cNvPr id="0" name=""/>
        <dsp:cNvSpPr/>
      </dsp:nvSpPr>
      <dsp:spPr>
        <a:xfrm>
          <a:off x="46529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Permite priorizar sistemas críticos</a:t>
          </a:r>
        </a:p>
      </dsp:txBody>
      <dsp:txXfrm>
        <a:off x="46529" y="2703902"/>
        <a:ext cx="2418750" cy="720000"/>
      </dsp:txXfrm>
    </dsp:sp>
    <dsp:sp modelId="{E35166E4-0DEC-4E9E-A377-D9689AA2577C}">
      <dsp:nvSpPr>
        <dsp:cNvPr id="0" name=""/>
        <dsp:cNvSpPr/>
      </dsp:nvSpPr>
      <dsp:spPr>
        <a:xfrm>
          <a:off x="3360216" y="768902"/>
          <a:ext cx="1475437" cy="147543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636B07-C2FE-439E-B7E2-B114072CA91D}">
      <dsp:nvSpPr>
        <dsp:cNvPr id="0" name=""/>
        <dsp:cNvSpPr/>
      </dsp:nvSpPr>
      <dsp:spPr>
        <a:xfrm>
          <a:off x="3674654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8CE1C5-1624-421D-81E7-362E07C24299}">
      <dsp:nvSpPr>
        <dsp:cNvPr id="0" name=""/>
        <dsp:cNvSpPr/>
      </dsp:nvSpPr>
      <dsp:spPr>
        <a:xfrm>
          <a:off x="2888560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Ayuda a evaluar riesgos</a:t>
          </a:r>
        </a:p>
      </dsp:txBody>
      <dsp:txXfrm>
        <a:off x="2888560" y="2703902"/>
        <a:ext cx="2418750" cy="720000"/>
      </dsp:txXfrm>
    </dsp:sp>
    <dsp:sp modelId="{615CCCA7-83E7-452E-B4C9-4722FBE6039C}">
      <dsp:nvSpPr>
        <dsp:cNvPr id="0" name=""/>
        <dsp:cNvSpPr/>
      </dsp:nvSpPr>
      <dsp:spPr>
        <a:xfrm>
          <a:off x="6202248" y="768902"/>
          <a:ext cx="1475437" cy="147543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F7FE7F-578C-4817-807E-934D9A1E2C12}">
      <dsp:nvSpPr>
        <dsp:cNvPr id="0" name=""/>
        <dsp:cNvSpPr/>
      </dsp:nvSpPr>
      <dsp:spPr>
        <a:xfrm>
          <a:off x="6516685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4A8B5D-92F1-4333-8413-21A7C9864C40}">
      <dsp:nvSpPr>
        <dsp:cNvPr id="0" name=""/>
        <dsp:cNvSpPr/>
      </dsp:nvSpPr>
      <dsp:spPr>
        <a:xfrm>
          <a:off x="5730591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Facilita la planificación de mejoras</a:t>
          </a:r>
        </a:p>
      </dsp:txBody>
      <dsp:txXfrm>
        <a:off x="5730591" y="2703902"/>
        <a:ext cx="241875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6CC8E6-34F9-4111-87F9-85630AC8A958}">
      <dsp:nvSpPr>
        <dsp:cNvPr id="0" name=""/>
        <dsp:cNvSpPr/>
      </dsp:nvSpPr>
      <dsp:spPr>
        <a:xfrm>
          <a:off x="518185" y="768902"/>
          <a:ext cx="1475437" cy="14754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6D814C-EDD7-4EB1-8177-3426A9C0AE9B}">
      <dsp:nvSpPr>
        <dsp:cNvPr id="0" name=""/>
        <dsp:cNvSpPr/>
      </dsp:nvSpPr>
      <dsp:spPr>
        <a:xfrm>
          <a:off x="832623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A74602-E31B-476B-A8F0-1DE12B869FF1}">
      <dsp:nvSpPr>
        <dsp:cNvPr id="0" name=""/>
        <dsp:cNvSpPr/>
      </dsp:nvSpPr>
      <dsp:spPr>
        <a:xfrm>
          <a:off x="46529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Procesos gestionados mediante sistemas informáticos</a:t>
          </a:r>
        </a:p>
      </dsp:txBody>
      <dsp:txXfrm>
        <a:off x="46529" y="2703902"/>
        <a:ext cx="2418750" cy="720000"/>
      </dsp:txXfrm>
    </dsp:sp>
    <dsp:sp modelId="{4D6C3CDB-F1F8-47D2-A611-D6B164A455F1}">
      <dsp:nvSpPr>
        <dsp:cNvPr id="0" name=""/>
        <dsp:cNvSpPr/>
      </dsp:nvSpPr>
      <dsp:spPr>
        <a:xfrm>
          <a:off x="3360216" y="768902"/>
          <a:ext cx="1475437" cy="14754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51A04A-B79D-490C-9D00-F06C033AA037}">
      <dsp:nvSpPr>
        <dsp:cNvPr id="0" name=""/>
        <dsp:cNvSpPr/>
      </dsp:nvSpPr>
      <dsp:spPr>
        <a:xfrm>
          <a:off x="3674654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A68CDA-9938-4B15-9D86-988450E7B60B}">
      <dsp:nvSpPr>
        <dsp:cNvPr id="0" name=""/>
        <dsp:cNvSpPr/>
      </dsp:nvSpPr>
      <dsp:spPr>
        <a:xfrm>
          <a:off x="2888560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Reducen la intervención manual</a:t>
          </a:r>
        </a:p>
      </dsp:txBody>
      <dsp:txXfrm>
        <a:off x="2888560" y="2703902"/>
        <a:ext cx="2418750" cy="720000"/>
      </dsp:txXfrm>
    </dsp:sp>
    <dsp:sp modelId="{311022EB-CC7A-432F-840E-AA3F1E6F2577}">
      <dsp:nvSpPr>
        <dsp:cNvPr id="0" name=""/>
        <dsp:cNvSpPr/>
      </dsp:nvSpPr>
      <dsp:spPr>
        <a:xfrm>
          <a:off x="6202248" y="768902"/>
          <a:ext cx="1475437" cy="14754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2EBE32-0EDF-4B91-B049-02ABE195C538}">
      <dsp:nvSpPr>
        <dsp:cNvPr id="0" name=""/>
        <dsp:cNvSpPr/>
      </dsp:nvSpPr>
      <dsp:spPr>
        <a:xfrm>
          <a:off x="6516685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3C60E9-87FF-4FE4-A9AF-DBC2797B1505}">
      <dsp:nvSpPr>
        <dsp:cNvPr id="0" name=""/>
        <dsp:cNvSpPr/>
      </dsp:nvSpPr>
      <dsp:spPr>
        <a:xfrm>
          <a:off x="5730591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Dependen completamente de la tecnología</a:t>
          </a:r>
        </a:p>
      </dsp:txBody>
      <dsp:txXfrm>
        <a:off x="5730591" y="2703902"/>
        <a:ext cx="2418750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585E4E-0604-42FD-8542-EA54177480FD}">
      <dsp:nvSpPr>
        <dsp:cNvPr id="0" name=""/>
        <dsp:cNvSpPr/>
      </dsp:nvSpPr>
      <dsp:spPr>
        <a:xfrm>
          <a:off x="827085" y="211"/>
          <a:ext cx="965039" cy="965039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2BE8A3-6CF9-4105-858C-F74DA73F43F0}">
      <dsp:nvSpPr>
        <dsp:cNvPr id="0" name=""/>
        <dsp:cNvSpPr/>
      </dsp:nvSpPr>
      <dsp:spPr>
        <a:xfrm>
          <a:off x="1032749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861F07-9F4A-4599-BB1F-FF36888D4475}">
      <dsp:nvSpPr>
        <dsp:cNvPr id="0" name=""/>
        <dsp:cNvSpPr/>
      </dsp:nvSpPr>
      <dsp:spPr>
        <a:xfrm>
          <a:off x="518589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Automatización de tareas</a:t>
          </a:r>
        </a:p>
      </dsp:txBody>
      <dsp:txXfrm>
        <a:off x="518589" y="1265836"/>
        <a:ext cx="1582031" cy="632812"/>
      </dsp:txXfrm>
    </dsp:sp>
    <dsp:sp modelId="{F98EE69A-3529-4B8B-B284-331406A213D4}">
      <dsp:nvSpPr>
        <dsp:cNvPr id="0" name=""/>
        <dsp:cNvSpPr/>
      </dsp:nvSpPr>
      <dsp:spPr>
        <a:xfrm>
          <a:off x="2685972" y="211"/>
          <a:ext cx="965039" cy="965039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BA3CDA-E788-4C9A-A07F-9872D8908565}">
      <dsp:nvSpPr>
        <dsp:cNvPr id="0" name=""/>
        <dsp:cNvSpPr/>
      </dsp:nvSpPr>
      <dsp:spPr>
        <a:xfrm>
          <a:off x="2891636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D56C4D-EE4C-439B-A06F-7AD70EAE1984}">
      <dsp:nvSpPr>
        <dsp:cNvPr id="0" name=""/>
        <dsp:cNvSpPr/>
      </dsp:nvSpPr>
      <dsp:spPr>
        <a:xfrm>
          <a:off x="2377476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Rapidez de ejecución</a:t>
          </a:r>
        </a:p>
      </dsp:txBody>
      <dsp:txXfrm>
        <a:off x="2377476" y="1265836"/>
        <a:ext cx="1582031" cy="632812"/>
      </dsp:txXfrm>
    </dsp:sp>
    <dsp:sp modelId="{373EAABF-FD21-4792-9D2C-276CF3EC85CF}">
      <dsp:nvSpPr>
        <dsp:cNvPr id="0" name=""/>
        <dsp:cNvSpPr/>
      </dsp:nvSpPr>
      <dsp:spPr>
        <a:xfrm>
          <a:off x="4544859" y="211"/>
          <a:ext cx="965039" cy="965039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21CCA0-FBBC-4E36-8B7B-9FDA55ED8264}">
      <dsp:nvSpPr>
        <dsp:cNvPr id="0" name=""/>
        <dsp:cNvSpPr/>
      </dsp:nvSpPr>
      <dsp:spPr>
        <a:xfrm>
          <a:off x="4750523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AAE45A-A665-4754-A58D-EE80FAAEA9D6}">
      <dsp:nvSpPr>
        <dsp:cNvPr id="0" name=""/>
        <dsp:cNvSpPr/>
      </dsp:nvSpPr>
      <dsp:spPr>
        <a:xfrm>
          <a:off x="4236363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Trazabilidad de acciones</a:t>
          </a:r>
        </a:p>
      </dsp:txBody>
      <dsp:txXfrm>
        <a:off x="4236363" y="1265836"/>
        <a:ext cx="1582031" cy="632812"/>
      </dsp:txXfrm>
    </dsp:sp>
    <dsp:sp modelId="{C37DA738-186C-4457-AA10-47D372FEC75D}">
      <dsp:nvSpPr>
        <dsp:cNvPr id="0" name=""/>
        <dsp:cNvSpPr/>
      </dsp:nvSpPr>
      <dsp:spPr>
        <a:xfrm>
          <a:off x="6403746" y="211"/>
          <a:ext cx="965039" cy="965039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1FE34E-1CA1-45F3-9DBF-4F9523553359}">
      <dsp:nvSpPr>
        <dsp:cNvPr id="0" name=""/>
        <dsp:cNvSpPr/>
      </dsp:nvSpPr>
      <dsp:spPr>
        <a:xfrm>
          <a:off x="6609410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75403B-BABE-4AAA-8481-9AE9BB99CCCF}">
      <dsp:nvSpPr>
        <dsp:cNvPr id="0" name=""/>
        <dsp:cNvSpPr/>
      </dsp:nvSpPr>
      <dsp:spPr>
        <a:xfrm>
          <a:off x="6095249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Escalabilidad</a:t>
          </a:r>
        </a:p>
      </dsp:txBody>
      <dsp:txXfrm>
        <a:off x="6095249" y="1265836"/>
        <a:ext cx="1582031" cy="632812"/>
      </dsp:txXfrm>
    </dsp:sp>
    <dsp:sp modelId="{EF0A3F48-7477-461B-A188-F29C16062CCE}">
      <dsp:nvSpPr>
        <dsp:cNvPr id="0" name=""/>
        <dsp:cNvSpPr/>
      </dsp:nvSpPr>
      <dsp:spPr>
        <a:xfrm>
          <a:off x="3615415" y="2294156"/>
          <a:ext cx="965039" cy="965039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4CD49B-1673-4FB4-A2AD-3C80A10C241E}">
      <dsp:nvSpPr>
        <dsp:cNvPr id="0" name=""/>
        <dsp:cNvSpPr/>
      </dsp:nvSpPr>
      <dsp:spPr>
        <a:xfrm>
          <a:off x="3821080" y="2499820"/>
          <a:ext cx="553710" cy="55371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A8E13A-1620-420A-B9F1-841EDFD5E2F5}">
      <dsp:nvSpPr>
        <dsp:cNvPr id="0" name=""/>
        <dsp:cNvSpPr/>
      </dsp:nvSpPr>
      <dsp:spPr>
        <a:xfrm>
          <a:off x="3306919" y="3559781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Dependencia tecnológica</a:t>
          </a:r>
        </a:p>
      </dsp:txBody>
      <dsp:txXfrm>
        <a:off x="3306919" y="3559781"/>
        <a:ext cx="1582031" cy="63281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192F1C-B42A-4546-A77D-CDF227325E94}">
      <dsp:nvSpPr>
        <dsp:cNvPr id="0" name=""/>
        <dsp:cNvSpPr/>
      </dsp:nvSpPr>
      <dsp:spPr>
        <a:xfrm>
          <a:off x="715337" y="2413"/>
          <a:ext cx="3221521" cy="193291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Interrupción del servicio</a:t>
          </a:r>
        </a:p>
      </dsp:txBody>
      <dsp:txXfrm>
        <a:off x="715337" y="2413"/>
        <a:ext cx="3221521" cy="1932912"/>
      </dsp:txXfrm>
    </dsp:sp>
    <dsp:sp modelId="{0B712C84-925E-42F1-9374-CBFD8666690E}">
      <dsp:nvSpPr>
        <dsp:cNvPr id="0" name=""/>
        <dsp:cNvSpPr/>
      </dsp:nvSpPr>
      <dsp:spPr>
        <a:xfrm>
          <a:off x="4259011" y="2413"/>
          <a:ext cx="3221521" cy="193291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Pérdida de información</a:t>
          </a:r>
        </a:p>
      </dsp:txBody>
      <dsp:txXfrm>
        <a:off x="4259011" y="2413"/>
        <a:ext cx="3221521" cy="1932912"/>
      </dsp:txXfrm>
    </dsp:sp>
    <dsp:sp modelId="{BB554B78-4CD4-4A83-B0A6-D6911EAA5176}">
      <dsp:nvSpPr>
        <dsp:cNvPr id="0" name=""/>
        <dsp:cNvSpPr/>
      </dsp:nvSpPr>
      <dsp:spPr>
        <a:xfrm>
          <a:off x="2487174" y="2257478"/>
          <a:ext cx="3221521" cy="193291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Afectación directa a usuarios o clientes</a:t>
          </a:r>
        </a:p>
      </dsp:txBody>
      <dsp:txXfrm>
        <a:off x="2487174" y="2257478"/>
        <a:ext cx="3221521" cy="193291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7FC932-85E8-44AC-AD3A-04025F14EE3C}">
      <dsp:nvSpPr>
        <dsp:cNvPr id="0" name=""/>
        <dsp:cNvSpPr/>
      </dsp:nvSpPr>
      <dsp:spPr>
        <a:xfrm>
          <a:off x="518185" y="768902"/>
          <a:ext cx="1475437" cy="14754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61020C-8350-4299-89F4-824FA4B3558C}">
      <dsp:nvSpPr>
        <dsp:cNvPr id="0" name=""/>
        <dsp:cNvSpPr/>
      </dsp:nvSpPr>
      <dsp:spPr>
        <a:xfrm>
          <a:off x="832623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5A231B-AED1-4FC9-B9D6-4EF4D6080C56}">
      <dsp:nvSpPr>
        <dsp:cNvPr id="0" name=""/>
        <dsp:cNvSpPr/>
      </dsp:nvSpPr>
      <dsp:spPr>
        <a:xfrm>
          <a:off x="46529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Conjunto de recursos que soportan procesos de negocio</a:t>
          </a:r>
        </a:p>
      </dsp:txBody>
      <dsp:txXfrm>
        <a:off x="46529" y="2703902"/>
        <a:ext cx="2418750" cy="720000"/>
      </dsp:txXfrm>
    </dsp:sp>
    <dsp:sp modelId="{4153568A-0D04-4C17-A990-CB083D78C373}">
      <dsp:nvSpPr>
        <dsp:cNvPr id="0" name=""/>
        <dsp:cNvSpPr/>
      </dsp:nvSpPr>
      <dsp:spPr>
        <a:xfrm>
          <a:off x="3360216" y="768902"/>
          <a:ext cx="1475437" cy="14754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2CFC53-6EC9-47F1-8A7B-8C03903C1BFA}">
      <dsp:nvSpPr>
        <dsp:cNvPr id="0" name=""/>
        <dsp:cNvSpPr/>
      </dsp:nvSpPr>
      <dsp:spPr>
        <a:xfrm>
          <a:off x="3674654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D23D6C-726E-44DA-89A9-1B4B87788FE7}">
      <dsp:nvSpPr>
        <dsp:cNvPr id="0" name=""/>
        <dsp:cNvSpPr/>
      </dsp:nvSpPr>
      <dsp:spPr>
        <a:xfrm>
          <a:off x="2888560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Incluyen hardware, software y comunicaciones</a:t>
          </a:r>
        </a:p>
      </dsp:txBody>
      <dsp:txXfrm>
        <a:off x="2888560" y="2703902"/>
        <a:ext cx="2418750" cy="720000"/>
      </dsp:txXfrm>
    </dsp:sp>
    <dsp:sp modelId="{DA76C131-83CC-415B-B3C1-25A9E2973302}">
      <dsp:nvSpPr>
        <dsp:cNvPr id="0" name=""/>
        <dsp:cNvSpPr/>
      </dsp:nvSpPr>
      <dsp:spPr>
        <a:xfrm>
          <a:off x="6202248" y="768902"/>
          <a:ext cx="1475437" cy="14754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81247F-05CC-4654-A679-DC62236E647D}">
      <dsp:nvSpPr>
        <dsp:cNvPr id="0" name=""/>
        <dsp:cNvSpPr/>
      </dsp:nvSpPr>
      <dsp:spPr>
        <a:xfrm>
          <a:off x="6516685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9F4B23-CE8E-421D-B73E-4F446F24FC29}">
      <dsp:nvSpPr>
        <dsp:cNvPr id="0" name=""/>
        <dsp:cNvSpPr/>
      </dsp:nvSpPr>
      <dsp:spPr>
        <a:xfrm>
          <a:off x="5730591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Son esenciales para el funcionamiento de la organización</a:t>
          </a:r>
        </a:p>
      </dsp:txBody>
      <dsp:txXfrm>
        <a:off x="5730591" y="2703902"/>
        <a:ext cx="2418750" cy="72000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4615B2-C621-4213-874A-C14CAEF1752F}">
      <dsp:nvSpPr>
        <dsp:cNvPr id="0" name=""/>
        <dsp:cNvSpPr/>
      </dsp:nvSpPr>
      <dsp:spPr>
        <a:xfrm>
          <a:off x="376435" y="1016402"/>
          <a:ext cx="1098000" cy="1098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39933A-1504-403B-881A-09146628F3F2}">
      <dsp:nvSpPr>
        <dsp:cNvPr id="0" name=""/>
        <dsp:cNvSpPr/>
      </dsp:nvSpPr>
      <dsp:spPr>
        <a:xfrm>
          <a:off x="61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0948DB-0432-4EA7-A172-E7C1AA5462E3}">
      <dsp:nvSpPr>
        <dsp:cNvPr id="0" name=""/>
        <dsp:cNvSpPr/>
      </dsp:nvSpPr>
      <dsp:spPr>
        <a:xfrm>
          <a:off x="2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Servicios web</a:t>
          </a:r>
        </a:p>
      </dsp:txBody>
      <dsp:txXfrm>
        <a:off x="25435" y="2456402"/>
        <a:ext cx="1800000" cy="720000"/>
      </dsp:txXfrm>
    </dsp:sp>
    <dsp:sp modelId="{70FE675A-B051-48CE-81E3-171E7E8F407F}">
      <dsp:nvSpPr>
        <dsp:cNvPr id="0" name=""/>
        <dsp:cNvSpPr/>
      </dsp:nvSpPr>
      <dsp:spPr>
        <a:xfrm>
          <a:off x="2491435" y="1016402"/>
          <a:ext cx="1098000" cy="1098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EB1BA2-393C-45A6-B427-A010D90E3352}">
      <dsp:nvSpPr>
        <dsp:cNvPr id="0" name=""/>
        <dsp:cNvSpPr/>
      </dsp:nvSpPr>
      <dsp:spPr>
        <a:xfrm>
          <a:off x="272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0E0924-A2F9-4148-92C0-ECB4D6214A9E}">
      <dsp:nvSpPr>
        <dsp:cNvPr id="0" name=""/>
        <dsp:cNvSpPr/>
      </dsp:nvSpPr>
      <dsp:spPr>
        <a:xfrm>
          <a:off x="214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Servicios de bases de datos</a:t>
          </a:r>
        </a:p>
      </dsp:txBody>
      <dsp:txXfrm>
        <a:off x="2140435" y="2456402"/>
        <a:ext cx="1800000" cy="720000"/>
      </dsp:txXfrm>
    </dsp:sp>
    <dsp:sp modelId="{5AD4C7B8-F32C-4F40-89D5-D9DCB1B49C04}">
      <dsp:nvSpPr>
        <dsp:cNvPr id="0" name=""/>
        <dsp:cNvSpPr/>
      </dsp:nvSpPr>
      <dsp:spPr>
        <a:xfrm>
          <a:off x="4606435" y="1016402"/>
          <a:ext cx="1098000" cy="1098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15C67F-41E5-49DB-BFDA-C294E0CFEA6E}">
      <dsp:nvSpPr>
        <dsp:cNvPr id="0" name=""/>
        <dsp:cNvSpPr/>
      </dsp:nvSpPr>
      <dsp:spPr>
        <a:xfrm>
          <a:off x="484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5A20F6-742B-493F-A029-90C067B0DF37}">
      <dsp:nvSpPr>
        <dsp:cNvPr id="0" name=""/>
        <dsp:cNvSpPr/>
      </dsp:nvSpPr>
      <dsp:spPr>
        <a:xfrm>
          <a:off x="425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Servicios de autenticación</a:t>
          </a:r>
        </a:p>
      </dsp:txBody>
      <dsp:txXfrm>
        <a:off x="4255435" y="2456402"/>
        <a:ext cx="1800000" cy="720000"/>
      </dsp:txXfrm>
    </dsp:sp>
    <dsp:sp modelId="{F34D3392-AEBC-4D9B-82E8-85EFDFFA3E1C}">
      <dsp:nvSpPr>
        <dsp:cNvPr id="0" name=""/>
        <dsp:cNvSpPr/>
      </dsp:nvSpPr>
      <dsp:spPr>
        <a:xfrm>
          <a:off x="6721435" y="1016402"/>
          <a:ext cx="1098000" cy="1098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43B46C-0556-4CDA-A7B2-AB025CA6DA04}">
      <dsp:nvSpPr>
        <dsp:cNvPr id="0" name=""/>
        <dsp:cNvSpPr/>
      </dsp:nvSpPr>
      <dsp:spPr>
        <a:xfrm>
          <a:off x="695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0118D6-06D7-4D01-8B69-83929E45297A}">
      <dsp:nvSpPr>
        <dsp:cNvPr id="0" name=""/>
        <dsp:cNvSpPr/>
      </dsp:nvSpPr>
      <dsp:spPr>
        <a:xfrm>
          <a:off x="637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Servicios de almacenamiento</a:t>
          </a:r>
        </a:p>
      </dsp:txBody>
      <dsp:txXfrm>
        <a:off x="6370435" y="2456402"/>
        <a:ext cx="1800000" cy="72000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F93C4B-0813-4AC2-8450-2D55A4CB59A5}">
      <dsp:nvSpPr>
        <dsp:cNvPr id="0" name=""/>
        <dsp:cNvSpPr/>
      </dsp:nvSpPr>
      <dsp:spPr>
        <a:xfrm>
          <a:off x="73847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E03927-97DD-4472-BBB6-9CCB3280ACEF}">
      <dsp:nvSpPr>
        <dsp:cNvPr id="0" name=""/>
        <dsp:cNvSpPr/>
      </dsp:nvSpPr>
      <dsp:spPr>
        <a:xfrm>
          <a:off x="78583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Permite analizar riesgos</a:t>
          </a:r>
        </a:p>
      </dsp:txBody>
      <dsp:txXfrm>
        <a:off x="78583" y="2435142"/>
        <a:ext cx="2399612" cy="720000"/>
      </dsp:txXfrm>
    </dsp:sp>
    <dsp:sp modelId="{8F754562-37E9-43A8-AFDF-EBD325F87593}">
      <dsp:nvSpPr>
        <dsp:cNvPr id="0" name=""/>
        <dsp:cNvSpPr/>
      </dsp:nvSpPr>
      <dsp:spPr>
        <a:xfrm>
          <a:off x="3558022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94AD37-BA09-4C84-9512-24F967DA2662}">
      <dsp:nvSpPr>
        <dsp:cNvPr id="0" name=""/>
        <dsp:cNvSpPr/>
      </dsp:nvSpPr>
      <dsp:spPr>
        <a:xfrm>
          <a:off x="2898129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Ayuda a diseñar planes de contingencia</a:t>
          </a:r>
        </a:p>
      </dsp:txBody>
      <dsp:txXfrm>
        <a:off x="2898129" y="2435142"/>
        <a:ext cx="2399612" cy="720000"/>
      </dsp:txXfrm>
    </dsp:sp>
    <dsp:sp modelId="{432C254B-FDAC-4A02-BFE9-42252910FB0B}">
      <dsp:nvSpPr>
        <dsp:cNvPr id="0" name=""/>
        <dsp:cNvSpPr/>
      </dsp:nvSpPr>
      <dsp:spPr>
        <a:xfrm>
          <a:off x="637756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9C3008-8E3B-40B5-8299-8D6537C3AE04}">
      <dsp:nvSpPr>
        <dsp:cNvPr id="0" name=""/>
        <dsp:cNvSpPr/>
      </dsp:nvSpPr>
      <dsp:spPr>
        <a:xfrm>
          <a:off x="5717674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Facilita la aplicación de medidas de seguridad</a:t>
          </a:r>
        </a:p>
      </dsp:txBody>
      <dsp:txXfrm>
        <a:off x="5717674" y="2435142"/>
        <a:ext cx="2399612" cy="72000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9EB88F-B0CF-44C6-8879-B2B2D6FEAEF7}">
      <dsp:nvSpPr>
        <dsp:cNvPr id="0" name=""/>
        <dsp:cNvSpPr/>
      </dsp:nvSpPr>
      <dsp:spPr>
        <a:xfrm>
          <a:off x="73847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F6A270-0B78-4832-8D60-88DB0A98FF3A}">
      <dsp:nvSpPr>
        <dsp:cNvPr id="0" name=""/>
        <dsp:cNvSpPr/>
      </dsp:nvSpPr>
      <dsp:spPr>
        <a:xfrm>
          <a:off x="78583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El sistema operativo gestiona recursos y procesos</a:t>
          </a:r>
        </a:p>
      </dsp:txBody>
      <dsp:txXfrm>
        <a:off x="78583" y="2435142"/>
        <a:ext cx="2399612" cy="720000"/>
      </dsp:txXfrm>
    </dsp:sp>
    <dsp:sp modelId="{E4E4FE68-B679-42C8-BB0E-6EFD7DFA31BF}">
      <dsp:nvSpPr>
        <dsp:cNvPr id="0" name=""/>
        <dsp:cNvSpPr/>
      </dsp:nvSpPr>
      <dsp:spPr>
        <a:xfrm>
          <a:off x="3558022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985060-60E7-4625-AA56-CDF25D62D728}">
      <dsp:nvSpPr>
        <dsp:cNvPr id="0" name=""/>
        <dsp:cNvSpPr/>
      </dsp:nvSpPr>
      <dsp:spPr>
        <a:xfrm>
          <a:off x="2898129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Incluye herramientas de monitorización</a:t>
          </a:r>
        </a:p>
      </dsp:txBody>
      <dsp:txXfrm>
        <a:off x="2898129" y="2435142"/>
        <a:ext cx="2399612" cy="720000"/>
      </dsp:txXfrm>
    </dsp:sp>
    <dsp:sp modelId="{497B9A94-F3E0-4545-A983-72001DFA60B4}">
      <dsp:nvSpPr>
        <dsp:cNvPr id="0" name=""/>
        <dsp:cNvSpPr/>
      </dsp:nvSpPr>
      <dsp:spPr>
        <a:xfrm>
          <a:off x="637756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23A624-C916-425D-AE05-BEBD38DACDB2}">
      <dsp:nvSpPr>
        <dsp:cNvPr id="0" name=""/>
        <dsp:cNvSpPr/>
      </dsp:nvSpPr>
      <dsp:spPr>
        <a:xfrm>
          <a:off x="5717674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Permite detectar problemas de funcionamiento</a:t>
          </a:r>
        </a:p>
      </dsp:txBody>
      <dsp:txXfrm>
        <a:off x="5717674" y="2435142"/>
        <a:ext cx="2399612" cy="72000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84B912-AA6D-48D3-9184-DD3069DE04D7}">
      <dsp:nvSpPr>
        <dsp:cNvPr id="0" name=""/>
        <dsp:cNvSpPr/>
      </dsp:nvSpPr>
      <dsp:spPr>
        <a:xfrm>
          <a:off x="1045320" y="2124"/>
          <a:ext cx="2868885" cy="172133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Gestión de procesos</a:t>
          </a:r>
        </a:p>
      </dsp:txBody>
      <dsp:txXfrm>
        <a:off x="1045320" y="2124"/>
        <a:ext cx="2868885" cy="1721331"/>
      </dsp:txXfrm>
    </dsp:sp>
    <dsp:sp modelId="{026F5873-F5E7-4294-8C40-8EFBD0C49726}">
      <dsp:nvSpPr>
        <dsp:cNvPr id="0" name=""/>
        <dsp:cNvSpPr/>
      </dsp:nvSpPr>
      <dsp:spPr>
        <a:xfrm>
          <a:off x="4201094" y="2124"/>
          <a:ext cx="2868885" cy="1721331"/>
        </a:xfrm>
        <a:prstGeom prst="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Control del uso de CPU, memoria y disco</a:t>
          </a:r>
        </a:p>
      </dsp:txBody>
      <dsp:txXfrm>
        <a:off x="4201094" y="2124"/>
        <a:ext cx="2868885" cy="1721331"/>
      </dsp:txXfrm>
    </dsp:sp>
    <dsp:sp modelId="{D59D6617-AF1A-4F20-A27D-63BDBDE95303}">
      <dsp:nvSpPr>
        <dsp:cNvPr id="0" name=""/>
        <dsp:cNvSpPr/>
      </dsp:nvSpPr>
      <dsp:spPr>
        <a:xfrm>
          <a:off x="1045320" y="2010343"/>
          <a:ext cx="2868885" cy="1721331"/>
        </a:xfrm>
        <a:prstGeom prst="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Gestión de servicios</a:t>
          </a:r>
        </a:p>
      </dsp:txBody>
      <dsp:txXfrm>
        <a:off x="1045320" y="2010343"/>
        <a:ext cx="2868885" cy="1721331"/>
      </dsp:txXfrm>
    </dsp:sp>
    <dsp:sp modelId="{341BD0F4-4CE9-412B-97F4-E36425643E88}">
      <dsp:nvSpPr>
        <dsp:cNvPr id="0" name=""/>
        <dsp:cNvSpPr/>
      </dsp:nvSpPr>
      <dsp:spPr>
        <a:xfrm>
          <a:off x="4201094" y="2010343"/>
          <a:ext cx="2868885" cy="1721331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Registro de eventos</a:t>
          </a:r>
        </a:p>
      </dsp:txBody>
      <dsp:txXfrm>
        <a:off x="4201094" y="2010343"/>
        <a:ext cx="2868885" cy="1721331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A068D1-CB50-4CF4-B410-66307713380B}">
      <dsp:nvSpPr>
        <dsp:cNvPr id="0" name=""/>
        <dsp:cNvSpPr/>
      </dsp:nvSpPr>
      <dsp:spPr>
        <a:xfrm>
          <a:off x="708766" y="810072"/>
          <a:ext cx="1076426" cy="10764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40D31F-33F4-48F8-A069-EAA836F3232C}">
      <dsp:nvSpPr>
        <dsp:cNvPr id="0" name=""/>
        <dsp:cNvSpPr/>
      </dsp:nvSpPr>
      <dsp:spPr>
        <a:xfrm>
          <a:off x="50950" y="2203726"/>
          <a:ext cx="239205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Detectar procesos bloqueados</a:t>
          </a:r>
        </a:p>
      </dsp:txBody>
      <dsp:txXfrm>
        <a:off x="50950" y="2203726"/>
        <a:ext cx="2392059" cy="720000"/>
      </dsp:txXfrm>
    </dsp:sp>
    <dsp:sp modelId="{0E6986D5-6363-4570-9E46-56E512FD031C}">
      <dsp:nvSpPr>
        <dsp:cNvPr id="0" name=""/>
        <dsp:cNvSpPr/>
      </dsp:nvSpPr>
      <dsp:spPr>
        <a:xfrm>
          <a:off x="3519436" y="810072"/>
          <a:ext cx="1076426" cy="10764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84DBDA-3F90-4078-91CB-BD042AF07FCB}">
      <dsp:nvSpPr>
        <dsp:cNvPr id="0" name=""/>
        <dsp:cNvSpPr/>
      </dsp:nvSpPr>
      <dsp:spPr>
        <a:xfrm>
          <a:off x="2861620" y="2203726"/>
          <a:ext cx="239205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Identificar consumo excesivo de recursos</a:t>
          </a:r>
        </a:p>
      </dsp:txBody>
      <dsp:txXfrm>
        <a:off x="2861620" y="2203726"/>
        <a:ext cx="2392059" cy="720000"/>
      </dsp:txXfrm>
    </dsp:sp>
    <dsp:sp modelId="{6D4C4ADC-C551-401A-B83C-60E993D97B46}">
      <dsp:nvSpPr>
        <dsp:cNvPr id="0" name=""/>
        <dsp:cNvSpPr/>
      </dsp:nvSpPr>
      <dsp:spPr>
        <a:xfrm>
          <a:off x="6330106" y="810072"/>
          <a:ext cx="1076426" cy="10764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7371E7-3423-48B9-BCAB-BEBE27CA553B}">
      <dsp:nvSpPr>
        <dsp:cNvPr id="0" name=""/>
        <dsp:cNvSpPr/>
      </dsp:nvSpPr>
      <dsp:spPr>
        <a:xfrm>
          <a:off x="5672290" y="2203726"/>
          <a:ext cx="239205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Prevenir caídas del sistema</a:t>
          </a:r>
        </a:p>
      </dsp:txBody>
      <dsp:txXfrm>
        <a:off x="5672290" y="2203726"/>
        <a:ext cx="2392059" cy="720000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2F0256-4D14-4DCD-85E6-D1458F9F853A}">
      <dsp:nvSpPr>
        <dsp:cNvPr id="0" name=""/>
        <dsp:cNvSpPr/>
      </dsp:nvSpPr>
      <dsp:spPr>
        <a:xfrm>
          <a:off x="4502517" y="321144"/>
          <a:ext cx="1640495" cy="16404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Uso eficiente de recursos del sistema</a:t>
          </a:r>
        </a:p>
      </dsp:txBody>
      <dsp:txXfrm>
        <a:off x="4502517" y="321144"/>
        <a:ext cx="1640495" cy="1640495"/>
      </dsp:txXfrm>
    </dsp:sp>
    <dsp:sp modelId="{FDF6B657-6A69-484B-881C-D5378E7FF4EF}">
      <dsp:nvSpPr>
        <dsp:cNvPr id="0" name=""/>
        <dsp:cNvSpPr/>
      </dsp:nvSpPr>
      <dsp:spPr>
        <a:xfrm>
          <a:off x="2003984" y="-1568"/>
          <a:ext cx="3878730" cy="3878730"/>
        </a:xfrm>
        <a:prstGeom prst="circularArrow">
          <a:avLst>
            <a:gd name="adj1" fmla="val 8247"/>
            <a:gd name="adj2" fmla="val 576031"/>
            <a:gd name="adj3" fmla="val 2964247"/>
            <a:gd name="adj4" fmla="val 51460"/>
            <a:gd name="adj5" fmla="val 9622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BB7D654-02C8-4667-972B-5294156B5D56}">
      <dsp:nvSpPr>
        <dsp:cNvPr id="0" name=""/>
        <dsp:cNvSpPr/>
      </dsp:nvSpPr>
      <dsp:spPr>
        <a:xfrm>
          <a:off x="3123102" y="2710360"/>
          <a:ext cx="1640495" cy="16404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Garantiza el rendimiento</a:t>
          </a:r>
        </a:p>
      </dsp:txBody>
      <dsp:txXfrm>
        <a:off x="3123102" y="2710360"/>
        <a:ext cx="1640495" cy="1640495"/>
      </dsp:txXfrm>
    </dsp:sp>
    <dsp:sp modelId="{2C91A365-A830-4B9B-BF0A-927D5717B2D4}">
      <dsp:nvSpPr>
        <dsp:cNvPr id="0" name=""/>
        <dsp:cNvSpPr/>
      </dsp:nvSpPr>
      <dsp:spPr>
        <a:xfrm>
          <a:off x="2003984" y="-1568"/>
          <a:ext cx="3878730" cy="3878730"/>
        </a:xfrm>
        <a:prstGeom prst="circularArrow">
          <a:avLst>
            <a:gd name="adj1" fmla="val 8247"/>
            <a:gd name="adj2" fmla="val 576031"/>
            <a:gd name="adj3" fmla="val 10172508"/>
            <a:gd name="adj4" fmla="val 7259721"/>
            <a:gd name="adj5" fmla="val 9622"/>
          </a:avLst>
        </a:prstGeom>
        <a:gradFill rotWithShape="0">
          <a:gsLst>
            <a:gs pos="0">
              <a:schemeClr val="accent5">
                <a:hueOff val="-4966938"/>
                <a:satOff val="19906"/>
                <a:lumOff val="431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4966938"/>
                <a:satOff val="19906"/>
                <a:lumOff val="431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913C6EA-4720-4FCF-BDFE-F46006C2A855}">
      <dsp:nvSpPr>
        <dsp:cNvPr id="0" name=""/>
        <dsp:cNvSpPr/>
      </dsp:nvSpPr>
      <dsp:spPr>
        <a:xfrm>
          <a:off x="1743687" y="321144"/>
          <a:ext cx="1640495" cy="16404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Evita saturaciones y fallos</a:t>
          </a:r>
        </a:p>
      </dsp:txBody>
      <dsp:txXfrm>
        <a:off x="1743687" y="321144"/>
        <a:ext cx="1640495" cy="1640495"/>
      </dsp:txXfrm>
    </dsp:sp>
    <dsp:sp modelId="{3EAE2F62-2F91-4A59-A797-7EEB102FE2BF}">
      <dsp:nvSpPr>
        <dsp:cNvPr id="0" name=""/>
        <dsp:cNvSpPr/>
      </dsp:nvSpPr>
      <dsp:spPr>
        <a:xfrm>
          <a:off x="2003984" y="-1568"/>
          <a:ext cx="3878730" cy="3878730"/>
        </a:xfrm>
        <a:prstGeom prst="circularArrow">
          <a:avLst>
            <a:gd name="adj1" fmla="val 8247"/>
            <a:gd name="adj2" fmla="val 576031"/>
            <a:gd name="adj3" fmla="val 16857086"/>
            <a:gd name="adj4" fmla="val 14966882"/>
            <a:gd name="adj5" fmla="val 9622"/>
          </a:avLst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172333-D10D-497B-A83A-B30F8B6F4167}">
      <dsp:nvSpPr>
        <dsp:cNvPr id="0" name=""/>
        <dsp:cNvSpPr/>
      </dsp:nvSpPr>
      <dsp:spPr>
        <a:xfrm>
          <a:off x="334403" y="2600"/>
          <a:ext cx="955560" cy="95556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1BB452-C29F-4779-92FB-394D16D1DD1D}">
      <dsp:nvSpPr>
        <dsp:cNvPr id="0" name=""/>
        <dsp:cNvSpPr/>
      </dsp:nvSpPr>
      <dsp:spPr>
        <a:xfrm>
          <a:off x="535070" y="203268"/>
          <a:ext cx="554225" cy="5542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9972F4-41CF-49EA-A401-35AE84DF4889}">
      <dsp:nvSpPr>
        <dsp:cNvPr id="0" name=""/>
        <dsp:cNvSpPr/>
      </dsp:nvSpPr>
      <dsp:spPr>
        <a:xfrm>
          <a:off x="1494726" y="2600"/>
          <a:ext cx="2252392" cy="955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Priorización de procesos</a:t>
          </a:r>
        </a:p>
      </dsp:txBody>
      <dsp:txXfrm>
        <a:off x="1494726" y="2600"/>
        <a:ext cx="2252392" cy="955560"/>
      </dsp:txXfrm>
    </dsp:sp>
    <dsp:sp modelId="{A2FEACB6-2826-4844-8176-23ED53034EA2}">
      <dsp:nvSpPr>
        <dsp:cNvPr id="0" name=""/>
        <dsp:cNvSpPr/>
      </dsp:nvSpPr>
      <dsp:spPr>
        <a:xfrm>
          <a:off x="4139581" y="2600"/>
          <a:ext cx="955560" cy="95556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F480D8-8BA8-4E14-B83C-D49107CFE0C1}">
      <dsp:nvSpPr>
        <dsp:cNvPr id="0" name=""/>
        <dsp:cNvSpPr/>
      </dsp:nvSpPr>
      <dsp:spPr>
        <a:xfrm>
          <a:off x="4340248" y="203268"/>
          <a:ext cx="554225" cy="5542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370D57-98B5-4532-BE2A-DA21A7B0AC02}">
      <dsp:nvSpPr>
        <dsp:cNvPr id="0" name=""/>
        <dsp:cNvSpPr/>
      </dsp:nvSpPr>
      <dsp:spPr>
        <a:xfrm>
          <a:off x="5299904" y="2600"/>
          <a:ext cx="2252392" cy="955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Limitación de recursos</a:t>
          </a:r>
        </a:p>
      </dsp:txBody>
      <dsp:txXfrm>
        <a:off x="5299904" y="2600"/>
        <a:ext cx="2252392" cy="955560"/>
      </dsp:txXfrm>
    </dsp:sp>
    <dsp:sp modelId="{73E479FB-6B4C-4472-B6F3-214C0BF8A291}">
      <dsp:nvSpPr>
        <dsp:cNvPr id="0" name=""/>
        <dsp:cNvSpPr/>
      </dsp:nvSpPr>
      <dsp:spPr>
        <a:xfrm>
          <a:off x="334403" y="1697888"/>
          <a:ext cx="955560" cy="95556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EACC87-CF88-4AF2-827A-FC1777489F3D}">
      <dsp:nvSpPr>
        <dsp:cNvPr id="0" name=""/>
        <dsp:cNvSpPr/>
      </dsp:nvSpPr>
      <dsp:spPr>
        <a:xfrm>
          <a:off x="535070" y="1898556"/>
          <a:ext cx="554225" cy="5542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136D28-8AF6-4B72-A310-B1221351EF12}">
      <dsp:nvSpPr>
        <dsp:cNvPr id="0" name=""/>
        <dsp:cNvSpPr/>
      </dsp:nvSpPr>
      <dsp:spPr>
        <a:xfrm>
          <a:off x="1494726" y="1697888"/>
          <a:ext cx="2252392" cy="955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Balanceo de carga</a:t>
          </a:r>
        </a:p>
      </dsp:txBody>
      <dsp:txXfrm>
        <a:off x="1494726" y="1697888"/>
        <a:ext cx="2252392" cy="955560"/>
      </dsp:txXfrm>
    </dsp:sp>
    <dsp:sp modelId="{B2CF4465-681A-4076-B36E-A810E28DAAE9}">
      <dsp:nvSpPr>
        <dsp:cNvPr id="0" name=""/>
        <dsp:cNvSpPr/>
      </dsp:nvSpPr>
      <dsp:spPr>
        <a:xfrm>
          <a:off x="4139581" y="1697888"/>
          <a:ext cx="955560" cy="95556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A13105-8241-478B-8446-F7F2160A3EE0}">
      <dsp:nvSpPr>
        <dsp:cNvPr id="0" name=""/>
        <dsp:cNvSpPr/>
      </dsp:nvSpPr>
      <dsp:spPr>
        <a:xfrm>
          <a:off x="4340248" y="1898556"/>
          <a:ext cx="554225" cy="55422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235CF0-72AE-44A0-BC3B-C32D947AA307}">
      <dsp:nvSpPr>
        <dsp:cNvPr id="0" name=""/>
        <dsp:cNvSpPr/>
      </dsp:nvSpPr>
      <dsp:spPr>
        <a:xfrm>
          <a:off x="5299904" y="1697888"/>
          <a:ext cx="2252392" cy="955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Virtualización</a:t>
          </a:r>
        </a:p>
      </dsp:txBody>
      <dsp:txXfrm>
        <a:off x="5299904" y="1697888"/>
        <a:ext cx="2252392" cy="955560"/>
      </dsp:txXfrm>
    </dsp:sp>
    <dsp:sp modelId="{7E1D0B0D-D5B5-4D10-BFEB-C141A77D69A1}">
      <dsp:nvSpPr>
        <dsp:cNvPr id="0" name=""/>
        <dsp:cNvSpPr/>
      </dsp:nvSpPr>
      <dsp:spPr>
        <a:xfrm>
          <a:off x="334403" y="3393176"/>
          <a:ext cx="955560" cy="95556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EAEBD0-8866-4084-B556-F66CE797DE74}">
      <dsp:nvSpPr>
        <dsp:cNvPr id="0" name=""/>
        <dsp:cNvSpPr/>
      </dsp:nvSpPr>
      <dsp:spPr>
        <a:xfrm>
          <a:off x="535070" y="3593844"/>
          <a:ext cx="554225" cy="55422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7C9300-0B7E-4046-937E-2A39F9358C35}">
      <dsp:nvSpPr>
        <dsp:cNvPr id="0" name=""/>
        <dsp:cNvSpPr/>
      </dsp:nvSpPr>
      <dsp:spPr>
        <a:xfrm>
          <a:off x="1494726" y="3393176"/>
          <a:ext cx="2252392" cy="955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Monitorización continua</a:t>
          </a:r>
        </a:p>
      </dsp:txBody>
      <dsp:txXfrm>
        <a:off x="1494726" y="3393176"/>
        <a:ext cx="2252392" cy="955560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16AE30-AEC8-4589-82F8-64EA162CD026}">
      <dsp:nvSpPr>
        <dsp:cNvPr id="0" name=""/>
        <dsp:cNvSpPr/>
      </dsp:nvSpPr>
      <dsp:spPr>
        <a:xfrm>
          <a:off x="890763" y="1174902"/>
          <a:ext cx="981188" cy="98118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A5074D-D8F6-4125-896E-F7998EC00B57}">
      <dsp:nvSpPr>
        <dsp:cNvPr id="0" name=""/>
        <dsp:cNvSpPr/>
      </dsp:nvSpPr>
      <dsp:spPr>
        <a:xfrm>
          <a:off x="291148" y="2456435"/>
          <a:ext cx="218041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Lentitud del sistema</a:t>
          </a:r>
        </a:p>
      </dsp:txBody>
      <dsp:txXfrm>
        <a:off x="291148" y="2456435"/>
        <a:ext cx="2180418" cy="720000"/>
      </dsp:txXfrm>
    </dsp:sp>
    <dsp:sp modelId="{9CCA1E86-05A4-49BD-90DD-BCA33C16686C}">
      <dsp:nvSpPr>
        <dsp:cNvPr id="0" name=""/>
        <dsp:cNvSpPr/>
      </dsp:nvSpPr>
      <dsp:spPr>
        <a:xfrm>
          <a:off x="3452755" y="1174902"/>
          <a:ext cx="981188" cy="98118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360EAF-2F22-482E-B054-AF44F771E865}">
      <dsp:nvSpPr>
        <dsp:cNvPr id="0" name=""/>
        <dsp:cNvSpPr/>
      </dsp:nvSpPr>
      <dsp:spPr>
        <a:xfrm>
          <a:off x="2853140" y="2456435"/>
          <a:ext cx="218041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Caídas de servicios</a:t>
          </a:r>
        </a:p>
      </dsp:txBody>
      <dsp:txXfrm>
        <a:off x="2853140" y="2456435"/>
        <a:ext cx="2180418" cy="720000"/>
      </dsp:txXfrm>
    </dsp:sp>
    <dsp:sp modelId="{DF11F32A-7540-425B-9D18-3BAD7FA40136}">
      <dsp:nvSpPr>
        <dsp:cNvPr id="0" name=""/>
        <dsp:cNvSpPr/>
      </dsp:nvSpPr>
      <dsp:spPr>
        <a:xfrm>
          <a:off x="6014747" y="1174902"/>
          <a:ext cx="981188" cy="98118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EEABB0-003B-4890-BCB9-EB22FB42E1A0}">
      <dsp:nvSpPr>
        <dsp:cNvPr id="0" name=""/>
        <dsp:cNvSpPr/>
      </dsp:nvSpPr>
      <dsp:spPr>
        <a:xfrm>
          <a:off x="5415132" y="2456435"/>
          <a:ext cx="218041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Insatisfacción de los usuarios</a:t>
          </a:r>
        </a:p>
      </dsp:txBody>
      <dsp:txXfrm>
        <a:off x="5415132" y="2456435"/>
        <a:ext cx="2180418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4" Type="http://schemas.openxmlformats.org/officeDocument/2006/relationships/diagramLayout" Target="../diagrams/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5.xml"/><Relationship Id="rId7" Type="http://schemas.microsoft.com/office/2007/relationships/diagramDrawing" Target="../diagrams/drawing15.xml"/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5.xml"/><Relationship Id="rId5" Type="http://schemas.openxmlformats.org/officeDocument/2006/relationships/diagramQuickStyle" Target="../diagrams/quickStyle15.xml"/><Relationship Id="rId4" Type="http://schemas.openxmlformats.org/officeDocument/2006/relationships/diagramLayout" Target="../diagrams/layout1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6.xml"/><Relationship Id="rId7" Type="http://schemas.microsoft.com/office/2007/relationships/diagramDrawing" Target="../diagrams/drawing16.xml"/><Relationship Id="rId2" Type="http://schemas.openxmlformats.org/officeDocument/2006/relationships/image" Target="../media/image7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6.xml"/><Relationship Id="rId5" Type="http://schemas.openxmlformats.org/officeDocument/2006/relationships/diagramQuickStyle" Target="../diagrams/quickStyle16.xml"/><Relationship Id="rId4" Type="http://schemas.openxmlformats.org/officeDocument/2006/relationships/diagramLayout" Target="../diagrams/layout1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s-ES" sz="3000"/>
              <a:t>Capítulo 2 – Análisis de los procesos de sistemas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s-ES" sz="1700"/>
              <a:t>Los sistemas de información dan soporte a los procesos de negocio</a:t>
            </a:r>
          </a:p>
          <a:p>
            <a:r>
              <a:rPr lang="es-ES" sz="1700"/>
              <a:t>El análisis permite comprender el funcionamiento tecnológico de la organización</a:t>
            </a:r>
          </a:p>
          <a:p>
            <a:r>
              <a:rPr lang="es-ES" sz="1700"/>
              <a:t>Es clave para mejorar eficiencia, seguridad y continuidad del servicio</a:t>
            </a:r>
          </a:p>
        </p:txBody>
      </p:sp>
      <p:pic>
        <p:nvPicPr>
          <p:cNvPr id="5" name="Picture 4" descr="Escritorio con elementos de productividad">
            <a:extLst>
              <a:ext uri="{FF2B5EF4-FFF2-40B4-BE49-F238E27FC236}">
                <a16:creationId xmlns:a16="http://schemas.microsoft.com/office/drawing/2014/main" id="{CFC6A08F-67DA-74B9-6D93-0D92148276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350" r="20100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s-ES" sz="3500"/>
              <a:t>1. Introducción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s-ES" sz="1700"/>
              <a:t>Los sistemas de información no funcionan de forma aislada</a:t>
            </a:r>
          </a:p>
          <a:p>
            <a:r>
              <a:rPr lang="es-ES" sz="1700"/>
              <a:t>Soportan procesos clave de la organización</a:t>
            </a:r>
          </a:p>
          <a:p>
            <a:r>
              <a:rPr lang="es-ES" sz="1700"/>
              <a:t>Un fallo técnico puede afectar directamente al negocio</a:t>
            </a:r>
          </a:p>
        </p:txBody>
      </p:sp>
      <p:pic>
        <p:nvPicPr>
          <p:cNvPr id="5" name="Picture 4" descr="Fondo de placa de circuito">
            <a:extLst>
              <a:ext uri="{FF2B5EF4-FFF2-40B4-BE49-F238E27FC236}">
                <a16:creationId xmlns:a16="http://schemas.microsoft.com/office/drawing/2014/main" id="{871105C7-F91C-D82F-1934-22710A320F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585" r="4503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Objetivos del análisis de procesos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CFC0225-12AC-A5FF-9D82-5BF1F6D0DF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99502524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2. Procesos de negocio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FE8DEA4-4C09-F824-32E0-B684557C12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00262330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Ejemplos de procesos de negocio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A6FEF56-116F-13B8-D644-6D94A81A14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1424242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Importancia de identificar procesos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899B311-8BF2-CF16-25CB-E6630D8EAA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8763367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3. Procesos electrónicos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BAA1DBD-0905-0BD4-EA2C-81B7293A55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9551931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200">
                <a:solidFill>
                  <a:srgbClr val="FFFFFF"/>
                </a:solidFill>
              </a:rPr>
              <a:t>Características de los procesos electrónicos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B1A2CCF-6A26-3ACA-1A08-C849F1E829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95415108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200">
                <a:solidFill>
                  <a:srgbClr val="FFFFFF"/>
                </a:solidFill>
              </a:rPr>
              <a:t>Impacto de fallos en procesos electrónicos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1CA61EA-4021-B570-B0DD-CFA907DD99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9660928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4. Sistemas de información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56426EB-059B-A6F4-EBB7-F2FAA0CFC2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1855443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s-ES" sz="3500"/>
              <a:t>Activos de los sistemas de información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s-ES" sz="1700"/>
              <a:t>Servidores</a:t>
            </a:r>
          </a:p>
          <a:p>
            <a:r>
              <a:rPr lang="es-ES" sz="1700"/>
              <a:t>Estaciones de trabajo</a:t>
            </a:r>
          </a:p>
          <a:p>
            <a:r>
              <a:rPr lang="es-ES" sz="1700"/>
              <a:t>Sistemas operativos</a:t>
            </a:r>
          </a:p>
          <a:p>
            <a:r>
              <a:rPr lang="es-ES" sz="1700"/>
              <a:t>Aplicaciones</a:t>
            </a:r>
          </a:p>
          <a:p>
            <a:r>
              <a:rPr lang="es-ES" sz="1700"/>
              <a:t>Bases de datos</a:t>
            </a:r>
          </a:p>
          <a:p>
            <a:r>
              <a:rPr lang="es-ES" sz="1700"/>
              <a:t>Redes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81881C-990C-B205-BDA4-2B5F9249D7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650" r="56808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Servicios asociados a los sistemas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30CC2A9-EDAE-9A5B-AC6B-E456B865EC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11738883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200">
                <a:solidFill>
                  <a:srgbClr val="FFFFFF"/>
                </a:solidFill>
              </a:rPr>
              <a:t>Importancia de identificar activos y servicios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96CE33A-1FE5-6B1B-71E4-04E78E4137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2091323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5. Sistema operativo y monitorización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747FC6C-5538-851B-46AB-36DD15C648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48355084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9143998" cy="4267200"/>
            <a:chOff x="7467600" y="0"/>
            <a:chExt cx="47244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2900" y="457201"/>
            <a:ext cx="84582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990599"/>
            <a:ext cx="7429500" cy="685800"/>
          </a:xfrm>
        </p:spPr>
        <p:txBody>
          <a:bodyPr anchor="t">
            <a:normAutofit/>
          </a:bodyPr>
          <a:lstStyle/>
          <a:p>
            <a:r>
              <a:rPr lang="es-ES" sz="3500"/>
              <a:t>Funciones de monitorización del SO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684C268-0F21-2318-0C56-2C049E74A5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9867484"/>
              </p:ext>
            </p:extLst>
          </p:nvPr>
        </p:nvGraphicFramePr>
        <p:xfrm>
          <a:off x="514350" y="2137228"/>
          <a:ext cx="81153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9143998" cy="4267200"/>
            <a:chOff x="7467600" y="0"/>
            <a:chExt cx="47244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2900" y="457201"/>
            <a:ext cx="84582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990599"/>
            <a:ext cx="7429500" cy="685800"/>
          </a:xfrm>
        </p:spPr>
        <p:txBody>
          <a:bodyPr anchor="t">
            <a:normAutofit/>
          </a:bodyPr>
          <a:lstStyle/>
          <a:p>
            <a:r>
              <a:rPr lang="es-ES" sz="3500"/>
              <a:t>Utilidad de la monitorización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048D192-161F-91A1-A444-7647BF4F5D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5059832"/>
              </p:ext>
            </p:extLst>
          </p:nvPr>
        </p:nvGraphicFramePr>
        <p:xfrm>
          <a:off x="514350" y="2137228"/>
          <a:ext cx="81153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6BA0227-EF14-FC3F-DBF3-1CDE3D6BB03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17777" r="2223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t>6. Gestión del consumo de recursos</a:t>
            </a:r>
            <a:endParaRPr lang="es-E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26CA0C4-3697-F5DE-EF12-AF4FD9014B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2993414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A2A47E3-8505-E33F-C0B8-60266D2DEE1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2280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t>Técnicas de gestión de recursos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41E538C-9BE4-2155-F753-D9F1900D05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91967114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05C636D-6974-9A5B-D011-1DE524E13DD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t>Consecuencias de una mala gestión</a:t>
            </a:r>
            <a:endParaRPr lang="es-E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B815BD7-4035-82B5-F1C4-082213C57F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18653318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olograma en 3D desde iPad">
            <a:extLst>
              <a:ext uri="{FF2B5EF4-FFF2-40B4-BE49-F238E27FC236}">
                <a16:creationId xmlns:a16="http://schemas.microsoft.com/office/drawing/2014/main" id="{E3F26571-26E4-CC94-C428-2E378875DFE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10999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t>7. Conclusión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r>
              <a:t>El análisis de procesos es esencial</a:t>
            </a:r>
          </a:p>
          <a:p>
            <a:r>
              <a:t>Permite comprender el funcionamiento tecnológico</a:t>
            </a:r>
          </a:p>
          <a:p>
            <a:r>
              <a:t>Mejora rendimiento, seguridad y disponibilidad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423</Words>
  <Application>Microsoft Office PowerPoint</Application>
  <PresentationFormat>Presentación en pantalla (4:3)</PresentationFormat>
  <Paragraphs>90</Paragraphs>
  <Slides>20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Capítulo 2 – Análisis de los procesos de sistemas</vt:lpstr>
      <vt:lpstr>1. Introducción</vt:lpstr>
      <vt:lpstr>Objetivos del análisis de procesos</vt:lpstr>
      <vt:lpstr>2. Procesos de negocio</vt:lpstr>
      <vt:lpstr>Ejemplos de procesos de negocio</vt:lpstr>
      <vt:lpstr>Importancia de identificar procesos</vt:lpstr>
      <vt:lpstr>3. Procesos electrónicos</vt:lpstr>
      <vt:lpstr>Características de los procesos electrónicos</vt:lpstr>
      <vt:lpstr>Impacto de fallos en procesos electrónicos</vt:lpstr>
      <vt:lpstr>4. Sistemas de información</vt:lpstr>
      <vt:lpstr>Activos de los sistemas de información</vt:lpstr>
      <vt:lpstr>Servicios asociados a los sistemas</vt:lpstr>
      <vt:lpstr>Importancia de identificar activos y servicios</vt:lpstr>
      <vt:lpstr>5. Sistema operativo y monitorización</vt:lpstr>
      <vt:lpstr>Funciones de monitorización del SO</vt:lpstr>
      <vt:lpstr>Utilidad de la monitorización</vt:lpstr>
      <vt:lpstr>6. Gestión del consumo de recursos</vt:lpstr>
      <vt:lpstr>Técnicas de gestión de recursos</vt:lpstr>
      <vt:lpstr>Consecuencias de una mala gestión</vt:lpstr>
      <vt:lpstr>7. Conclusión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Alberto Ruiz</cp:lastModifiedBy>
  <cp:revision>1</cp:revision>
  <dcterms:created xsi:type="dcterms:W3CDTF">2013-01-27T09:14:16Z</dcterms:created>
  <dcterms:modified xsi:type="dcterms:W3CDTF">2026-01-07T11:40:25Z</dcterms:modified>
  <cp:category/>
</cp:coreProperties>
</file>