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85FEFC20-368C-4804-AF35-776ECB9C6605}"/>
    <pc:docChg chg="custSel modSld">
      <pc:chgData name="Alberto Ruiz" userId="47fa91d207cfb014" providerId="LiveId" clId="{85FEFC20-368C-4804-AF35-776ECB9C6605}" dt="2026-01-07T11:54:14.109" v="17" actId="26606"/>
      <pc:docMkLst>
        <pc:docMk/>
      </pc:docMkLst>
      <pc:sldChg chg="addSp delSp modSp mod setBg">
        <pc:chgData name="Alberto Ruiz" userId="47fa91d207cfb014" providerId="LiveId" clId="{85FEFC20-368C-4804-AF35-776ECB9C6605}" dt="2026-01-07T11:53:12.953" v="0" actId="26606"/>
        <pc:sldMkLst>
          <pc:docMk/>
          <pc:sldMk cId="0" sldId="256"/>
        </pc:sldMkLst>
        <pc:spChg chg="mod">
          <ac:chgData name="Alberto Ruiz" userId="47fa91d207cfb014" providerId="LiveId" clId="{85FEFC20-368C-4804-AF35-776ECB9C6605}" dt="2026-01-07T11:53:12.953" v="0" actId="26606"/>
          <ac:spMkLst>
            <pc:docMk/>
            <pc:sldMk cId="0" sldId="256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3:12.953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3:12.953" v="0" actId="26606"/>
          <ac:spMkLst>
            <pc:docMk/>
            <pc:sldMk cId="0" sldId="256"/>
            <ac:spMk id="9" creationId="{5C8908E2-EE49-44D2-9428-A28D2312A8D5}"/>
          </ac:spMkLst>
        </pc:spChg>
        <pc:spChg chg="add">
          <ac:chgData name="Alberto Ruiz" userId="47fa91d207cfb014" providerId="LiveId" clId="{85FEFC20-368C-4804-AF35-776ECB9C6605}" dt="2026-01-07T11:53:12.953" v="0" actId="26606"/>
          <ac:spMkLst>
            <pc:docMk/>
            <pc:sldMk cId="0" sldId="256"/>
            <ac:spMk id="15" creationId="{7449A6C7-D15F-4AA5-BFA5-71A404B47016}"/>
          </ac:spMkLst>
        </pc:spChg>
        <pc:spChg chg="add">
          <ac:chgData name="Alberto Ruiz" userId="47fa91d207cfb014" providerId="LiveId" clId="{85FEFC20-368C-4804-AF35-776ECB9C6605}" dt="2026-01-07T11:53:12.953" v="0" actId="26606"/>
          <ac:spMkLst>
            <pc:docMk/>
            <pc:sldMk cId="0" sldId="256"/>
            <ac:spMk id="17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1:53:12.953" v="0" actId="26606"/>
          <ac:grpSpMkLst>
            <pc:docMk/>
            <pc:sldMk cId="0" sldId="256"/>
            <ac:grpSpMk id="11" creationId="{05314994-6337-4875-8CF5-652CAFE8342C}"/>
          </ac:grpSpMkLst>
        </pc:grpChg>
        <pc:graphicFrameChg chg="add">
          <ac:chgData name="Alberto Ruiz" userId="47fa91d207cfb014" providerId="LiveId" clId="{85FEFC20-368C-4804-AF35-776ECB9C6605}" dt="2026-01-07T11:53:12.953" v="0" actId="26606"/>
          <ac:graphicFrameMkLst>
            <pc:docMk/>
            <pc:sldMk cId="0" sldId="256"/>
            <ac:graphicFrameMk id="5" creationId="{E7C178F4-DA37-8B9B-E0BE-E992AFD18DBE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3:16.873" v="1" actId="26606"/>
        <pc:sldMkLst>
          <pc:docMk/>
          <pc:sldMk cId="0" sldId="257"/>
        </pc:sldMkLst>
        <pc:spChg chg="mod">
          <ac:chgData name="Alberto Ruiz" userId="47fa91d207cfb014" providerId="LiveId" clId="{85FEFC20-368C-4804-AF35-776ECB9C6605}" dt="2026-01-07T11:53:16.873" v="1" actId="26606"/>
          <ac:spMkLst>
            <pc:docMk/>
            <pc:sldMk cId="0" sldId="257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3:16.873" v="1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3:16.873" v="1" actId="26606"/>
          <ac:spMkLst>
            <pc:docMk/>
            <pc:sldMk cId="0" sldId="257"/>
            <ac:spMk id="9" creationId="{5C8908E2-EE49-44D2-9428-A28D2312A8D5}"/>
          </ac:spMkLst>
        </pc:spChg>
        <pc:spChg chg="add">
          <ac:chgData name="Alberto Ruiz" userId="47fa91d207cfb014" providerId="LiveId" clId="{85FEFC20-368C-4804-AF35-776ECB9C6605}" dt="2026-01-07T11:53:16.873" v="1" actId="26606"/>
          <ac:spMkLst>
            <pc:docMk/>
            <pc:sldMk cId="0" sldId="257"/>
            <ac:spMk id="15" creationId="{7449A6C7-D15F-4AA5-BFA5-71A404B47016}"/>
          </ac:spMkLst>
        </pc:spChg>
        <pc:spChg chg="add">
          <ac:chgData name="Alberto Ruiz" userId="47fa91d207cfb014" providerId="LiveId" clId="{85FEFC20-368C-4804-AF35-776ECB9C6605}" dt="2026-01-07T11:53:16.873" v="1" actId="26606"/>
          <ac:spMkLst>
            <pc:docMk/>
            <pc:sldMk cId="0" sldId="257"/>
            <ac:spMk id="17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1:53:16.873" v="1" actId="26606"/>
          <ac:grpSpMkLst>
            <pc:docMk/>
            <pc:sldMk cId="0" sldId="257"/>
            <ac:grpSpMk id="11" creationId="{05314994-6337-4875-8CF5-652CAFE8342C}"/>
          </ac:grpSpMkLst>
        </pc:grpChg>
        <pc:graphicFrameChg chg="add">
          <ac:chgData name="Alberto Ruiz" userId="47fa91d207cfb014" providerId="LiveId" clId="{85FEFC20-368C-4804-AF35-776ECB9C6605}" dt="2026-01-07T11:53:16.873" v="1" actId="26606"/>
          <ac:graphicFrameMkLst>
            <pc:docMk/>
            <pc:sldMk cId="0" sldId="257"/>
            <ac:graphicFrameMk id="5" creationId="{F039EFE4-4B6F-8792-23B4-176F891B49E6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3:20.740" v="2" actId="26606"/>
        <pc:sldMkLst>
          <pc:docMk/>
          <pc:sldMk cId="0" sldId="258"/>
        </pc:sldMkLst>
        <pc:spChg chg="mod">
          <ac:chgData name="Alberto Ruiz" userId="47fa91d207cfb014" providerId="LiveId" clId="{85FEFC20-368C-4804-AF35-776ECB9C6605}" dt="2026-01-07T11:53:20.740" v="2" actId="26606"/>
          <ac:spMkLst>
            <pc:docMk/>
            <pc:sldMk cId="0" sldId="258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3:20.740" v="2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3:20.740" v="2" actId="26606"/>
          <ac:spMkLst>
            <pc:docMk/>
            <pc:sldMk cId="0" sldId="258"/>
            <ac:spMk id="9" creationId="{9F6F39C2-8746-4599-843B-CED156C408BF}"/>
          </ac:spMkLst>
        </pc:spChg>
        <pc:spChg chg="add">
          <ac:chgData name="Alberto Ruiz" userId="47fa91d207cfb014" providerId="LiveId" clId="{85FEFC20-368C-4804-AF35-776ECB9C6605}" dt="2026-01-07T11:53:20.740" v="2" actId="26606"/>
          <ac:spMkLst>
            <pc:docMk/>
            <pc:sldMk cId="0" sldId="258"/>
            <ac:spMk id="11" creationId="{A5D714AD-9E94-4752-AA45-D4B0EAAB52E2}"/>
          </ac:spMkLst>
        </pc:spChg>
        <pc:spChg chg="add">
          <ac:chgData name="Alberto Ruiz" userId="47fa91d207cfb014" providerId="LiveId" clId="{85FEFC20-368C-4804-AF35-776ECB9C6605}" dt="2026-01-07T11:53:20.740" v="2" actId="26606"/>
          <ac:spMkLst>
            <pc:docMk/>
            <pc:sldMk cId="0" sldId="258"/>
            <ac:spMk id="13" creationId="{7FF89E09-42FB-4694-96E4-95652B1D83E4}"/>
          </ac:spMkLst>
        </pc:spChg>
        <pc:spChg chg="add">
          <ac:chgData name="Alberto Ruiz" userId="47fa91d207cfb014" providerId="LiveId" clId="{85FEFC20-368C-4804-AF35-776ECB9C6605}" dt="2026-01-07T11:53:20.740" v="2" actId="26606"/>
          <ac:spMkLst>
            <pc:docMk/>
            <pc:sldMk cId="0" sldId="258"/>
            <ac:spMk id="15" creationId="{25D3C032-881F-4579-A4BF-0FA966E9F350}"/>
          </ac:spMkLst>
        </pc:spChg>
        <pc:graphicFrameChg chg="add">
          <ac:chgData name="Alberto Ruiz" userId="47fa91d207cfb014" providerId="LiveId" clId="{85FEFC20-368C-4804-AF35-776ECB9C6605}" dt="2026-01-07T11:53:20.740" v="2" actId="26606"/>
          <ac:graphicFrameMkLst>
            <pc:docMk/>
            <pc:sldMk cId="0" sldId="258"/>
            <ac:graphicFrameMk id="5" creationId="{6202E2CB-EA85-BED0-347D-56EB53754511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3:24" v="3" actId="26606"/>
        <pc:sldMkLst>
          <pc:docMk/>
          <pc:sldMk cId="0" sldId="259"/>
        </pc:sldMkLst>
        <pc:spChg chg="mod">
          <ac:chgData name="Alberto Ruiz" userId="47fa91d207cfb014" providerId="LiveId" clId="{85FEFC20-368C-4804-AF35-776ECB9C6605}" dt="2026-01-07T11:53:24" v="3" actId="26606"/>
          <ac:spMkLst>
            <pc:docMk/>
            <pc:sldMk cId="0" sldId="259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3:24" v="3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3:24" v="3" actId="26606"/>
          <ac:spMkLst>
            <pc:docMk/>
            <pc:sldMk cId="0" sldId="259"/>
            <ac:spMk id="9" creationId="{9F6F39C2-8746-4599-843B-CED156C408BF}"/>
          </ac:spMkLst>
        </pc:spChg>
        <pc:spChg chg="add">
          <ac:chgData name="Alberto Ruiz" userId="47fa91d207cfb014" providerId="LiveId" clId="{85FEFC20-368C-4804-AF35-776ECB9C6605}" dt="2026-01-07T11:53:24" v="3" actId="26606"/>
          <ac:spMkLst>
            <pc:docMk/>
            <pc:sldMk cId="0" sldId="259"/>
            <ac:spMk id="11" creationId="{A5D714AD-9E94-4752-AA45-D4B0EAAB52E2}"/>
          </ac:spMkLst>
        </pc:spChg>
        <pc:spChg chg="add">
          <ac:chgData name="Alberto Ruiz" userId="47fa91d207cfb014" providerId="LiveId" clId="{85FEFC20-368C-4804-AF35-776ECB9C6605}" dt="2026-01-07T11:53:24" v="3" actId="26606"/>
          <ac:spMkLst>
            <pc:docMk/>
            <pc:sldMk cId="0" sldId="259"/>
            <ac:spMk id="13" creationId="{7FF89E09-42FB-4694-96E4-95652B1D83E4}"/>
          </ac:spMkLst>
        </pc:spChg>
        <pc:spChg chg="add">
          <ac:chgData name="Alberto Ruiz" userId="47fa91d207cfb014" providerId="LiveId" clId="{85FEFC20-368C-4804-AF35-776ECB9C6605}" dt="2026-01-07T11:53:24" v="3" actId="26606"/>
          <ac:spMkLst>
            <pc:docMk/>
            <pc:sldMk cId="0" sldId="259"/>
            <ac:spMk id="15" creationId="{25D3C032-881F-4579-A4BF-0FA966E9F350}"/>
          </ac:spMkLst>
        </pc:spChg>
        <pc:graphicFrameChg chg="add">
          <ac:chgData name="Alberto Ruiz" userId="47fa91d207cfb014" providerId="LiveId" clId="{85FEFC20-368C-4804-AF35-776ECB9C6605}" dt="2026-01-07T11:53:24" v="3" actId="26606"/>
          <ac:graphicFrameMkLst>
            <pc:docMk/>
            <pc:sldMk cId="0" sldId="259"/>
            <ac:graphicFrameMk id="5" creationId="{031B3593-2DB2-D63D-C893-0078A0D7CF65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3:26.927" v="4" actId="26606"/>
        <pc:sldMkLst>
          <pc:docMk/>
          <pc:sldMk cId="0" sldId="260"/>
        </pc:sldMkLst>
        <pc:spChg chg="mod">
          <ac:chgData name="Alberto Ruiz" userId="47fa91d207cfb014" providerId="LiveId" clId="{85FEFC20-368C-4804-AF35-776ECB9C6605}" dt="2026-01-07T11:53:26.927" v="4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3:26.927" v="4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3:26.927" v="4" actId="26606"/>
          <ac:spMkLst>
            <pc:docMk/>
            <pc:sldMk cId="0" sldId="260"/>
            <ac:spMk id="9" creationId="{9F6F39C2-8746-4599-843B-CED156C408BF}"/>
          </ac:spMkLst>
        </pc:spChg>
        <pc:spChg chg="add">
          <ac:chgData name="Alberto Ruiz" userId="47fa91d207cfb014" providerId="LiveId" clId="{85FEFC20-368C-4804-AF35-776ECB9C6605}" dt="2026-01-07T11:53:26.927" v="4" actId="26606"/>
          <ac:spMkLst>
            <pc:docMk/>
            <pc:sldMk cId="0" sldId="260"/>
            <ac:spMk id="11" creationId="{A5D714AD-9E94-4752-AA45-D4B0EAAB52E2}"/>
          </ac:spMkLst>
        </pc:spChg>
        <pc:spChg chg="add">
          <ac:chgData name="Alberto Ruiz" userId="47fa91d207cfb014" providerId="LiveId" clId="{85FEFC20-368C-4804-AF35-776ECB9C6605}" dt="2026-01-07T11:53:26.927" v="4" actId="26606"/>
          <ac:spMkLst>
            <pc:docMk/>
            <pc:sldMk cId="0" sldId="260"/>
            <ac:spMk id="13" creationId="{7FF89E09-42FB-4694-96E4-95652B1D83E4}"/>
          </ac:spMkLst>
        </pc:spChg>
        <pc:spChg chg="add">
          <ac:chgData name="Alberto Ruiz" userId="47fa91d207cfb014" providerId="LiveId" clId="{85FEFC20-368C-4804-AF35-776ECB9C6605}" dt="2026-01-07T11:53:26.927" v="4" actId="26606"/>
          <ac:spMkLst>
            <pc:docMk/>
            <pc:sldMk cId="0" sldId="260"/>
            <ac:spMk id="15" creationId="{25D3C032-881F-4579-A4BF-0FA966E9F350}"/>
          </ac:spMkLst>
        </pc:spChg>
        <pc:graphicFrameChg chg="add">
          <ac:chgData name="Alberto Ruiz" userId="47fa91d207cfb014" providerId="LiveId" clId="{85FEFC20-368C-4804-AF35-776ECB9C6605}" dt="2026-01-07T11:53:26.927" v="4" actId="26606"/>
          <ac:graphicFrameMkLst>
            <pc:docMk/>
            <pc:sldMk cId="0" sldId="260"/>
            <ac:graphicFrameMk id="5" creationId="{27043274-3569-17C9-0F7C-F1511B9A4A14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3:30.092" v="5" actId="26606"/>
        <pc:sldMkLst>
          <pc:docMk/>
          <pc:sldMk cId="0" sldId="261"/>
        </pc:sldMkLst>
        <pc:spChg chg="mod">
          <ac:chgData name="Alberto Ruiz" userId="47fa91d207cfb014" providerId="LiveId" clId="{85FEFC20-368C-4804-AF35-776ECB9C6605}" dt="2026-01-07T11:53:30.092" v="5" actId="26606"/>
          <ac:spMkLst>
            <pc:docMk/>
            <pc:sldMk cId="0" sldId="261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3:30.092" v="5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3:30.092" v="5" actId="26606"/>
          <ac:spMkLst>
            <pc:docMk/>
            <pc:sldMk cId="0" sldId="261"/>
            <ac:spMk id="9" creationId="{9F6F39C2-8746-4599-843B-CED156C408BF}"/>
          </ac:spMkLst>
        </pc:spChg>
        <pc:spChg chg="add">
          <ac:chgData name="Alberto Ruiz" userId="47fa91d207cfb014" providerId="LiveId" clId="{85FEFC20-368C-4804-AF35-776ECB9C6605}" dt="2026-01-07T11:53:30.092" v="5" actId="26606"/>
          <ac:spMkLst>
            <pc:docMk/>
            <pc:sldMk cId="0" sldId="261"/>
            <ac:spMk id="11" creationId="{A5D714AD-9E94-4752-AA45-D4B0EAAB52E2}"/>
          </ac:spMkLst>
        </pc:spChg>
        <pc:spChg chg="add">
          <ac:chgData name="Alberto Ruiz" userId="47fa91d207cfb014" providerId="LiveId" clId="{85FEFC20-368C-4804-AF35-776ECB9C6605}" dt="2026-01-07T11:53:30.092" v="5" actId="26606"/>
          <ac:spMkLst>
            <pc:docMk/>
            <pc:sldMk cId="0" sldId="261"/>
            <ac:spMk id="13" creationId="{7FF89E09-42FB-4694-96E4-95652B1D83E4}"/>
          </ac:spMkLst>
        </pc:spChg>
        <pc:spChg chg="add">
          <ac:chgData name="Alberto Ruiz" userId="47fa91d207cfb014" providerId="LiveId" clId="{85FEFC20-368C-4804-AF35-776ECB9C6605}" dt="2026-01-07T11:53:30.092" v="5" actId="26606"/>
          <ac:spMkLst>
            <pc:docMk/>
            <pc:sldMk cId="0" sldId="261"/>
            <ac:spMk id="15" creationId="{25D3C032-881F-4579-A4BF-0FA966E9F350}"/>
          </ac:spMkLst>
        </pc:spChg>
        <pc:graphicFrameChg chg="add">
          <ac:chgData name="Alberto Ruiz" userId="47fa91d207cfb014" providerId="LiveId" clId="{85FEFC20-368C-4804-AF35-776ECB9C6605}" dt="2026-01-07T11:53:30.092" v="5" actId="26606"/>
          <ac:graphicFrameMkLst>
            <pc:docMk/>
            <pc:sldMk cId="0" sldId="261"/>
            <ac:graphicFrameMk id="5" creationId="{B6A237F2-C11A-9508-C4B0-A2A911EC7A4B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3:32.874" v="6" actId="26606"/>
        <pc:sldMkLst>
          <pc:docMk/>
          <pc:sldMk cId="0" sldId="262"/>
        </pc:sldMkLst>
        <pc:spChg chg="mod">
          <ac:chgData name="Alberto Ruiz" userId="47fa91d207cfb014" providerId="LiveId" clId="{85FEFC20-368C-4804-AF35-776ECB9C6605}" dt="2026-01-07T11:53:32.874" v="6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3:32.874" v="6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3:32.874" v="6" actId="26606"/>
          <ac:spMkLst>
            <pc:docMk/>
            <pc:sldMk cId="0" sldId="262"/>
            <ac:spMk id="9" creationId="{9F6F39C2-8746-4599-843B-CED156C408BF}"/>
          </ac:spMkLst>
        </pc:spChg>
        <pc:spChg chg="add">
          <ac:chgData name="Alberto Ruiz" userId="47fa91d207cfb014" providerId="LiveId" clId="{85FEFC20-368C-4804-AF35-776ECB9C6605}" dt="2026-01-07T11:53:32.874" v="6" actId="26606"/>
          <ac:spMkLst>
            <pc:docMk/>
            <pc:sldMk cId="0" sldId="262"/>
            <ac:spMk id="11" creationId="{A5D714AD-9E94-4752-AA45-D4B0EAAB52E2}"/>
          </ac:spMkLst>
        </pc:spChg>
        <pc:spChg chg="add">
          <ac:chgData name="Alberto Ruiz" userId="47fa91d207cfb014" providerId="LiveId" clId="{85FEFC20-368C-4804-AF35-776ECB9C6605}" dt="2026-01-07T11:53:32.874" v="6" actId="26606"/>
          <ac:spMkLst>
            <pc:docMk/>
            <pc:sldMk cId="0" sldId="262"/>
            <ac:spMk id="13" creationId="{7FF89E09-42FB-4694-96E4-95652B1D83E4}"/>
          </ac:spMkLst>
        </pc:spChg>
        <pc:spChg chg="add">
          <ac:chgData name="Alberto Ruiz" userId="47fa91d207cfb014" providerId="LiveId" clId="{85FEFC20-368C-4804-AF35-776ECB9C6605}" dt="2026-01-07T11:53:32.874" v="6" actId="26606"/>
          <ac:spMkLst>
            <pc:docMk/>
            <pc:sldMk cId="0" sldId="262"/>
            <ac:spMk id="15" creationId="{25D3C032-881F-4579-A4BF-0FA966E9F350}"/>
          </ac:spMkLst>
        </pc:spChg>
        <pc:graphicFrameChg chg="add">
          <ac:chgData name="Alberto Ruiz" userId="47fa91d207cfb014" providerId="LiveId" clId="{85FEFC20-368C-4804-AF35-776ECB9C6605}" dt="2026-01-07T11:53:32.874" v="6" actId="26606"/>
          <ac:graphicFrameMkLst>
            <pc:docMk/>
            <pc:sldMk cId="0" sldId="262"/>
            <ac:graphicFrameMk id="5" creationId="{43BC0E53-0080-8C7D-3E77-D360992303F6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3:36.316" v="7" actId="26606"/>
        <pc:sldMkLst>
          <pc:docMk/>
          <pc:sldMk cId="0" sldId="263"/>
        </pc:sldMkLst>
        <pc:spChg chg="mod">
          <ac:chgData name="Alberto Ruiz" userId="47fa91d207cfb014" providerId="LiveId" clId="{85FEFC20-368C-4804-AF35-776ECB9C6605}" dt="2026-01-07T11:53:36.316" v="7" actId="26606"/>
          <ac:spMkLst>
            <pc:docMk/>
            <pc:sldMk cId="0" sldId="263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3:36.316" v="7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3:36.316" v="7" actId="26606"/>
          <ac:spMkLst>
            <pc:docMk/>
            <pc:sldMk cId="0" sldId="263"/>
            <ac:spMk id="9" creationId="{9F6F39C2-8746-4599-843B-CED156C408BF}"/>
          </ac:spMkLst>
        </pc:spChg>
        <pc:spChg chg="add">
          <ac:chgData name="Alberto Ruiz" userId="47fa91d207cfb014" providerId="LiveId" clId="{85FEFC20-368C-4804-AF35-776ECB9C6605}" dt="2026-01-07T11:53:36.316" v="7" actId="26606"/>
          <ac:spMkLst>
            <pc:docMk/>
            <pc:sldMk cId="0" sldId="263"/>
            <ac:spMk id="11" creationId="{A5D714AD-9E94-4752-AA45-D4B0EAAB52E2}"/>
          </ac:spMkLst>
        </pc:spChg>
        <pc:spChg chg="add">
          <ac:chgData name="Alberto Ruiz" userId="47fa91d207cfb014" providerId="LiveId" clId="{85FEFC20-368C-4804-AF35-776ECB9C6605}" dt="2026-01-07T11:53:36.316" v="7" actId="26606"/>
          <ac:spMkLst>
            <pc:docMk/>
            <pc:sldMk cId="0" sldId="263"/>
            <ac:spMk id="13" creationId="{7FF89E09-42FB-4694-96E4-95652B1D83E4}"/>
          </ac:spMkLst>
        </pc:spChg>
        <pc:spChg chg="add">
          <ac:chgData name="Alberto Ruiz" userId="47fa91d207cfb014" providerId="LiveId" clId="{85FEFC20-368C-4804-AF35-776ECB9C6605}" dt="2026-01-07T11:53:36.316" v="7" actId="26606"/>
          <ac:spMkLst>
            <pc:docMk/>
            <pc:sldMk cId="0" sldId="263"/>
            <ac:spMk id="15" creationId="{25D3C032-881F-4579-A4BF-0FA966E9F350}"/>
          </ac:spMkLst>
        </pc:spChg>
        <pc:graphicFrameChg chg="add">
          <ac:chgData name="Alberto Ruiz" userId="47fa91d207cfb014" providerId="LiveId" clId="{85FEFC20-368C-4804-AF35-776ECB9C6605}" dt="2026-01-07T11:53:36.316" v="7" actId="26606"/>
          <ac:graphicFrameMkLst>
            <pc:docMk/>
            <pc:sldMk cId="0" sldId="263"/>
            <ac:graphicFrameMk id="5" creationId="{9DEFA87F-C8FB-7D47-1F9A-419F7AD9E039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3:39.736" v="8" actId="26606"/>
        <pc:sldMkLst>
          <pc:docMk/>
          <pc:sldMk cId="0" sldId="264"/>
        </pc:sldMkLst>
        <pc:spChg chg="mod">
          <ac:chgData name="Alberto Ruiz" userId="47fa91d207cfb014" providerId="LiveId" clId="{85FEFC20-368C-4804-AF35-776ECB9C6605}" dt="2026-01-07T11:53:39.736" v="8" actId="26606"/>
          <ac:spMkLst>
            <pc:docMk/>
            <pc:sldMk cId="0" sldId="264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3:39.736" v="8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3:39.736" v="8" actId="26606"/>
          <ac:spMkLst>
            <pc:docMk/>
            <pc:sldMk cId="0" sldId="264"/>
            <ac:spMk id="9" creationId="{9F6F39C2-8746-4599-843B-CED156C408BF}"/>
          </ac:spMkLst>
        </pc:spChg>
        <pc:spChg chg="add">
          <ac:chgData name="Alberto Ruiz" userId="47fa91d207cfb014" providerId="LiveId" clId="{85FEFC20-368C-4804-AF35-776ECB9C6605}" dt="2026-01-07T11:53:39.736" v="8" actId="26606"/>
          <ac:spMkLst>
            <pc:docMk/>
            <pc:sldMk cId="0" sldId="264"/>
            <ac:spMk id="11" creationId="{A5D714AD-9E94-4752-AA45-D4B0EAAB52E2}"/>
          </ac:spMkLst>
        </pc:spChg>
        <pc:spChg chg="add">
          <ac:chgData name="Alberto Ruiz" userId="47fa91d207cfb014" providerId="LiveId" clId="{85FEFC20-368C-4804-AF35-776ECB9C6605}" dt="2026-01-07T11:53:39.736" v="8" actId="26606"/>
          <ac:spMkLst>
            <pc:docMk/>
            <pc:sldMk cId="0" sldId="264"/>
            <ac:spMk id="13" creationId="{7FF89E09-42FB-4694-96E4-95652B1D83E4}"/>
          </ac:spMkLst>
        </pc:spChg>
        <pc:spChg chg="add">
          <ac:chgData name="Alberto Ruiz" userId="47fa91d207cfb014" providerId="LiveId" clId="{85FEFC20-368C-4804-AF35-776ECB9C6605}" dt="2026-01-07T11:53:39.736" v="8" actId="26606"/>
          <ac:spMkLst>
            <pc:docMk/>
            <pc:sldMk cId="0" sldId="264"/>
            <ac:spMk id="15" creationId="{25D3C032-881F-4579-A4BF-0FA966E9F350}"/>
          </ac:spMkLst>
        </pc:spChg>
        <pc:graphicFrameChg chg="add">
          <ac:chgData name="Alberto Ruiz" userId="47fa91d207cfb014" providerId="LiveId" clId="{85FEFC20-368C-4804-AF35-776ECB9C6605}" dt="2026-01-07T11:53:39.736" v="8" actId="26606"/>
          <ac:graphicFrameMkLst>
            <pc:docMk/>
            <pc:sldMk cId="0" sldId="264"/>
            <ac:graphicFrameMk id="5" creationId="{3CC63C21-DBC3-8F82-7597-2305A44D64EF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3:44.037" v="9" actId="26606"/>
        <pc:sldMkLst>
          <pc:docMk/>
          <pc:sldMk cId="0" sldId="265"/>
        </pc:sldMkLst>
        <pc:spChg chg="mod">
          <ac:chgData name="Alberto Ruiz" userId="47fa91d207cfb014" providerId="LiveId" clId="{85FEFC20-368C-4804-AF35-776ECB9C6605}" dt="2026-01-07T11:53:44.037" v="9" actId="26606"/>
          <ac:spMkLst>
            <pc:docMk/>
            <pc:sldMk cId="0" sldId="265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3:44.037" v="9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3:44.037" v="9" actId="26606"/>
          <ac:spMkLst>
            <pc:docMk/>
            <pc:sldMk cId="0" sldId="265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53:44.037" v="9" actId="26606"/>
          <ac:spMkLst>
            <pc:docMk/>
            <pc:sldMk cId="0" sldId="265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53:44.037" v="9" actId="26606"/>
          <ac:spMkLst>
            <pc:docMk/>
            <pc:sldMk cId="0" sldId="265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53:44.037" v="9" actId="26606"/>
          <ac:spMkLst>
            <pc:docMk/>
            <pc:sldMk cId="0" sldId="265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53:44.037" v="9" actId="26606"/>
          <ac:graphicFrameMkLst>
            <pc:docMk/>
            <pc:sldMk cId="0" sldId="265"/>
            <ac:graphicFrameMk id="5" creationId="{FFB9CFA3-9C9A-F970-5CD2-21A7B8405161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3:47.639" v="10" actId="26606"/>
        <pc:sldMkLst>
          <pc:docMk/>
          <pc:sldMk cId="0" sldId="266"/>
        </pc:sldMkLst>
        <pc:spChg chg="mod">
          <ac:chgData name="Alberto Ruiz" userId="47fa91d207cfb014" providerId="LiveId" clId="{85FEFC20-368C-4804-AF35-776ECB9C6605}" dt="2026-01-07T11:53:47.639" v="10" actId="26606"/>
          <ac:spMkLst>
            <pc:docMk/>
            <pc:sldMk cId="0" sldId="266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3:47.639" v="10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3:47.639" v="10" actId="26606"/>
          <ac:spMkLst>
            <pc:docMk/>
            <pc:sldMk cId="0" sldId="266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53:47.639" v="10" actId="26606"/>
          <ac:spMkLst>
            <pc:docMk/>
            <pc:sldMk cId="0" sldId="266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53:47.639" v="10" actId="26606"/>
          <ac:spMkLst>
            <pc:docMk/>
            <pc:sldMk cId="0" sldId="266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53:47.639" v="10" actId="26606"/>
          <ac:spMkLst>
            <pc:docMk/>
            <pc:sldMk cId="0" sldId="266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53:47.639" v="10" actId="26606"/>
          <ac:graphicFrameMkLst>
            <pc:docMk/>
            <pc:sldMk cId="0" sldId="266"/>
            <ac:graphicFrameMk id="5" creationId="{8522A206-FABA-956C-531F-05BAE1A94811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3:52.479" v="11" actId="26606"/>
        <pc:sldMkLst>
          <pc:docMk/>
          <pc:sldMk cId="0" sldId="267"/>
        </pc:sldMkLst>
        <pc:spChg chg="mod">
          <ac:chgData name="Alberto Ruiz" userId="47fa91d207cfb014" providerId="LiveId" clId="{85FEFC20-368C-4804-AF35-776ECB9C6605}" dt="2026-01-07T11:53:52.479" v="11" actId="26606"/>
          <ac:spMkLst>
            <pc:docMk/>
            <pc:sldMk cId="0" sldId="267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3:52.479" v="11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3:52.479" v="11" actId="26606"/>
          <ac:spMkLst>
            <pc:docMk/>
            <pc:sldMk cId="0" sldId="267"/>
            <ac:spMk id="9" creationId="{5C8908E2-EE49-44D2-9428-A28D2312A8D5}"/>
          </ac:spMkLst>
        </pc:spChg>
        <pc:spChg chg="add">
          <ac:chgData name="Alberto Ruiz" userId="47fa91d207cfb014" providerId="LiveId" clId="{85FEFC20-368C-4804-AF35-776ECB9C6605}" dt="2026-01-07T11:53:52.479" v="11" actId="26606"/>
          <ac:spMkLst>
            <pc:docMk/>
            <pc:sldMk cId="0" sldId="267"/>
            <ac:spMk id="15" creationId="{7449A6C7-D15F-4AA5-BFA5-71A404B47016}"/>
          </ac:spMkLst>
        </pc:spChg>
        <pc:spChg chg="add">
          <ac:chgData name="Alberto Ruiz" userId="47fa91d207cfb014" providerId="LiveId" clId="{85FEFC20-368C-4804-AF35-776ECB9C6605}" dt="2026-01-07T11:53:52.479" v="11" actId="26606"/>
          <ac:spMkLst>
            <pc:docMk/>
            <pc:sldMk cId="0" sldId="267"/>
            <ac:spMk id="17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1:53:52.479" v="11" actId="26606"/>
          <ac:grpSpMkLst>
            <pc:docMk/>
            <pc:sldMk cId="0" sldId="267"/>
            <ac:grpSpMk id="11" creationId="{05314994-6337-4875-8CF5-652CAFE8342C}"/>
          </ac:grpSpMkLst>
        </pc:grpChg>
        <pc:graphicFrameChg chg="add">
          <ac:chgData name="Alberto Ruiz" userId="47fa91d207cfb014" providerId="LiveId" clId="{85FEFC20-368C-4804-AF35-776ECB9C6605}" dt="2026-01-07T11:53:52.479" v="11" actId="26606"/>
          <ac:graphicFrameMkLst>
            <pc:docMk/>
            <pc:sldMk cId="0" sldId="267"/>
            <ac:graphicFrameMk id="5" creationId="{D83317D8-7680-7A05-4310-305FF5FF95D3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3:57.207" v="12" actId="26606"/>
        <pc:sldMkLst>
          <pc:docMk/>
          <pc:sldMk cId="0" sldId="268"/>
        </pc:sldMkLst>
        <pc:spChg chg="mod">
          <ac:chgData name="Alberto Ruiz" userId="47fa91d207cfb014" providerId="LiveId" clId="{85FEFC20-368C-4804-AF35-776ECB9C6605}" dt="2026-01-07T11:53:57.207" v="12" actId="26606"/>
          <ac:spMkLst>
            <pc:docMk/>
            <pc:sldMk cId="0" sldId="268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3:57.207" v="12" actId="26606"/>
          <ac:spMkLst>
            <pc:docMk/>
            <pc:sldMk cId="0" sldId="26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3:57.207" v="12" actId="26606"/>
          <ac:spMkLst>
            <pc:docMk/>
            <pc:sldMk cId="0" sldId="268"/>
            <ac:spMk id="9" creationId="{5C8908E2-EE49-44D2-9428-A28D2312A8D5}"/>
          </ac:spMkLst>
        </pc:spChg>
        <pc:spChg chg="add">
          <ac:chgData name="Alberto Ruiz" userId="47fa91d207cfb014" providerId="LiveId" clId="{85FEFC20-368C-4804-AF35-776ECB9C6605}" dt="2026-01-07T11:53:57.207" v="12" actId="26606"/>
          <ac:spMkLst>
            <pc:docMk/>
            <pc:sldMk cId="0" sldId="268"/>
            <ac:spMk id="15" creationId="{7449A6C7-D15F-4AA5-BFA5-71A404B47016}"/>
          </ac:spMkLst>
        </pc:spChg>
        <pc:spChg chg="add">
          <ac:chgData name="Alberto Ruiz" userId="47fa91d207cfb014" providerId="LiveId" clId="{85FEFC20-368C-4804-AF35-776ECB9C6605}" dt="2026-01-07T11:53:57.207" v="12" actId="26606"/>
          <ac:spMkLst>
            <pc:docMk/>
            <pc:sldMk cId="0" sldId="268"/>
            <ac:spMk id="17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1:53:57.207" v="12" actId="26606"/>
          <ac:grpSpMkLst>
            <pc:docMk/>
            <pc:sldMk cId="0" sldId="268"/>
            <ac:grpSpMk id="11" creationId="{05314994-6337-4875-8CF5-652CAFE8342C}"/>
          </ac:grpSpMkLst>
        </pc:grpChg>
        <pc:graphicFrameChg chg="add">
          <ac:chgData name="Alberto Ruiz" userId="47fa91d207cfb014" providerId="LiveId" clId="{85FEFC20-368C-4804-AF35-776ECB9C6605}" dt="2026-01-07T11:53:57.207" v="12" actId="26606"/>
          <ac:graphicFrameMkLst>
            <pc:docMk/>
            <pc:sldMk cId="0" sldId="268"/>
            <ac:graphicFrameMk id="5" creationId="{9561941F-3953-8A98-B74B-484B5731770F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4:00.055" v="13" actId="26606"/>
        <pc:sldMkLst>
          <pc:docMk/>
          <pc:sldMk cId="0" sldId="269"/>
        </pc:sldMkLst>
        <pc:spChg chg="mod">
          <ac:chgData name="Alberto Ruiz" userId="47fa91d207cfb014" providerId="LiveId" clId="{85FEFC20-368C-4804-AF35-776ECB9C6605}" dt="2026-01-07T11:54:00.055" v="13" actId="26606"/>
          <ac:spMkLst>
            <pc:docMk/>
            <pc:sldMk cId="0" sldId="269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4:00.055" v="13" actId="26606"/>
          <ac:spMkLst>
            <pc:docMk/>
            <pc:sldMk cId="0" sldId="269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4:00.055" v="13" actId="26606"/>
          <ac:spMkLst>
            <pc:docMk/>
            <pc:sldMk cId="0" sldId="269"/>
            <ac:spMk id="9" creationId="{5C8908E2-EE49-44D2-9428-A28D2312A8D5}"/>
          </ac:spMkLst>
        </pc:spChg>
        <pc:spChg chg="add">
          <ac:chgData name="Alberto Ruiz" userId="47fa91d207cfb014" providerId="LiveId" clId="{85FEFC20-368C-4804-AF35-776ECB9C6605}" dt="2026-01-07T11:54:00.055" v="13" actId="26606"/>
          <ac:spMkLst>
            <pc:docMk/>
            <pc:sldMk cId="0" sldId="269"/>
            <ac:spMk id="15" creationId="{7449A6C7-D15F-4AA5-BFA5-71A404B47016}"/>
          </ac:spMkLst>
        </pc:spChg>
        <pc:spChg chg="add">
          <ac:chgData name="Alberto Ruiz" userId="47fa91d207cfb014" providerId="LiveId" clId="{85FEFC20-368C-4804-AF35-776ECB9C6605}" dt="2026-01-07T11:54:00.055" v="13" actId="26606"/>
          <ac:spMkLst>
            <pc:docMk/>
            <pc:sldMk cId="0" sldId="269"/>
            <ac:spMk id="17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1:54:00.055" v="13" actId="26606"/>
          <ac:grpSpMkLst>
            <pc:docMk/>
            <pc:sldMk cId="0" sldId="269"/>
            <ac:grpSpMk id="11" creationId="{05314994-6337-4875-8CF5-652CAFE8342C}"/>
          </ac:grpSpMkLst>
        </pc:grpChg>
        <pc:graphicFrameChg chg="add">
          <ac:chgData name="Alberto Ruiz" userId="47fa91d207cfb014" providerId="LiveId" clId="{85FEFC20-368C-4804-AF35-776ECB9C6605}" dt="2026-01-07T11:54:00.055" v="13" actId="26606"/>
          <ac:graphicFrameMkLst>
            <pc:docMk/>
            <pc:sldMk cId="0" sldId="269"/>
            <ac:graphicFrameMk id="5" creationId="{2D6BD5A8-3526-9E6F-AE27-0A831AFC464D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4:02.747" v="14" actId="26606"/>
        <pc:sldMkLst>
          <pc:docMk/>
          <pc:sldMk cId="0" sldId="270"/>
        </pc:sldMkLst>
        <pc:spChg chg="mod">
          <ac:chgData name="Alberto Ruiz" userId="47fa91d207cfb014" providerId="LiveId" clId="{85FEFC20-368C-4804-AF35-776ECB9C6605}" dt="2026-01-07T11:54:02.747" v="14" actId="26606"/>
          <ac:spMkLst>
            <pc:docMk/>
            <pc:sldMk cId="0" sldId="270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4:02.747" v="14" actId="26606"/>
          <ac:spMkLst>
            <pc:docMk/>
            <pc:sldMk cId="0" sldId="27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4:02.747" v="14" actId="26606"/>
          <ac:spMkLst>
            <pc:docMk/>
            <pc:sldMk cId="0" sldId="270"/>
            <ac:spMk id="9" creationId="{5C8908E2-EE49-44D2-9428-A28D2312A8D5}"/>
          </ac:spMkLst>
        </pc:spChg>
        <pc:spChg chg="add">
          <ac:chgData name="Alberto Ruiz" userId="47fa91d207cfb014" providerId="LiveId" clId="{85FEFC20-368C-4804-AF35-776ECB9C6605}" dt="2026-01-07T11:54:02.747" v="14" actId="26606"/>
          <ac:spMkLst>
            <pc:docMk/>
            <pc:sldMk cId="0" sldId="270"/>
            <ac:spMk id="15" creationId="{7449A6C7-D15F-4AA5-BFA5-71A404B47016}"/>
          </ac:spMkLst>
        </pc:spChg>
        <pc:spChg chg="add">
          <ac:chgData name="Alberto Ruiz" userId="47fa91d207cfb014" providerId="LiveId" clId="{85FEFC20-368C-4804-AF35-776ECB9C6605}" dt="2026-01-07T11:54:02.747" v="14" actId="26606"/>
          <ac:spMkLst>
            <pc:docMk/>
            <pc:sldMk cId="0" sldId="270"/>
            <ac:spMk id="17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1:54:02.747" v="14" actId="26606"/>
          <ac:grpSpMkLst>
            <pc:docMk/>
            <pc:sldMk cId="0" sldId="270"/>
            <ac:grpSpMk id="11" creationId="{05314994-6337-4875-8CF5-652CAFE8342C}"/>
          </ac:grpSpMkLst>
        </pc:grpChg>
        <pc:graphicFrameChg chg="add">
          <ac:chgData name="Alberto Ruiz" userId="47fa91d207cfb014" providerId="LiveId" clId="{85FEFC20-368C-4804-AF35-776ECB9C6605}" dt="2026-01-07T11:54:02.747" v="14" actId="26606"/>
          <ac:graphicFrameMkLst>
            <pc:docMk/>
            <pc:sldMk cId="0" sldId="270"/>
            <ac:graphicFrameMk id="5" creationId="{A6D6B885-0394-F2F8-8DE6-7045BCB287F2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4:06.984" v="15" actId="26606"/>
        <pc:sldMkLst>
          <pc:docMk/>
          <pc:sldMk cId="0" sldId="271"/>
        </pc:sldMkLst>
        <pc:spChg chg="mod">
          <ac:chgData name="Alberto Ruiz" userId="47fa91d207cfb014" providerId="LiveId" clId="{85FEFC20-368C-4804-AF35-776ECB9C6605}" dt="2026-01-07T11:54:06.984" v="15" actId="26606"/>
          <ac:spMkLst>
            <pc:docMk/>
            <pc:sldMk cId="0" sldId="271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4:06.984" v="15" actId="26606"/>
          <ac:spMkLst>
            <pc:docMk/>
            <pc:sldMk cId="0" sldId="271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4:06.984" v="15" actId="26606"/>
          <ac:spMkLst>
            <pc:docMk/>
            <pc:sldMk cId="0" sldId="271"/>
            <ac:spMk id="9" creationId="{5C8908E2-EE49-44D2-9428-A28D2312A8D5}"/>
          </ac:spMkLst>
        </pc:spChg>
        <pc:spChg chg="add">
          <ac:chgData name="Alberto Ruiz" userId="47fa91d207cfb014" providerId="LiveId" clId="{85FEFC20-368C-4804-AF35-776ECB9C6605}" dt="2026-01-07T11:54:06.984" v="15" actId="26606"/>
          <ac:spMkLst>
            <pc:docMk/>
            <pc:sldMk cId="0" sldId="271"/>
            <ac:spMk id="15" creationId="{7449A6C7-D15F-4AA5-BFA5-71A404B47016}"/>
          </ac:spMkLst>
        </pc:spChg>
        <pc:spChg chg="add">
          <ac:chgData name="Alberto Ruiz" userId="47fa91d207cfb014" providerId="LiveId" clId="{85FEFC20-368C-4804-AF35-776ECB9C6605}" dt="2026-01-07T11:54:06.984" v="15" actId="26606"/>
          <ac:spMkLst>
            <pc:docMk/>
            <pc:sldMk cId="0" sldId="271"/>
            <ac:spMk id="17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1:54:06.984" v="15" actId="26606"/>
          <ac:grpSpMkLst>
            <pc:docMk/>
            <pc:sldMk cId="0" sldId="271"/>
            <ac:grpSpMk id="11" creationId="{05314994-6337-4875-8CF5-652CAFE8342C}"/>
          </ac:grpSpMkLst>
        </pc:grpChg>
        <pc:graphicFrameChg chg="add">
          <ac:chgData name="Alberto Ruiz" userId="47fa91d207cfb014" providerId="LiveId" clId="{85FEFC20-368C-4804-AF35-776ECB9C6605}" dt="2026-01-07T11:54:06.984" v="15" actId="26606"/>
          <ac:graphicFrameMkLst>
            <pc:docMk/>
            <pc:sldMk cId="0" sldId="271"/>
            <ac:graphicFrameMk id="5" creationId="{679ABB92-8A04-E8B1-C5C3-9A5ABABE3C72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4:11.083" v="16" actId="26606"/>
        <pc:sldMkLst>
          <pc:docMk/>
          <pc:sldMk cId="0" sldId="272"/>
        </pc:sldMkLst>
        <pc:spChg chg="mod">
          <ac:chgData name="Alberto Ruiz" userId="47fa91d207cfb014" providerId="LiveId" clId="{85FEFC20-368C-4804-AF35-776ECB9C6605}" dt="2026-01-07T11:54:11.083" v="16" actId="26606"/>
          <ac:spMkLst>
            <pc:docMk/>
            <pc:sldMk cId="0" sldId="272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4:11.083" v="16" actId="26606"/>
          <ac:spMkLst>
            <pc:docMk/>
            <pc:sldMk cId="0" sldId="272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4:11.083" v="16" actId="26606"/>
          <ac:spMkLst>
            <pc:docMk/>
            <pc:sldMk cId="0" sldId="272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54:11.083" v="16" actId="26606"/>
          <ac:spMkLst>
            <pc:docMk/>
            <pc:sldMk cId="0" sldId="272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54:11.083" v="16" actId="26606"/>
          <ac:spMkLst>
            <pc:docMk/>
            <pc:sldMk cId="0" sldId="272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54:11.083" v="16" actId="26606"/>
          <ac:spMkLst>
            <pc:docMk/>
            <pc:sldMk cId="0" sldId="272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54:11.083" v="16" actId="26606"/>
          <ac:graphicFrameMkLst>
            <pc:docMk/>
            <pc:sldMk cId="0" sldId="272"/>
            <ac:graphicFrameMk id="5" creationId="{EA30AF55-4032-D0CE-B071-3FA58D14E267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4:14.109" v="17" actId="26606"/>
        <pc:sldMkLst>
          <pc:docMk/>
          <pc:sldMk cId="0" sldId="273"/>
        </pc:sldMkLst>
        <pc:spChg chg="mod">
          <ac:chgData name="Alberto Ruiz" userId="47fa91d207cfb014" providerId="LiveId" clId="{85FEFC20-368C-4804-AF35-776ECB9C6605}" dt="2026-01-07T11:54:14.109" v="17" actId="26606"/>
          <ac:spMkLst>
            <pc:docMk/>
            <pc:sldMk cId="0" sldId="273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4:14.109" v="17" actId="26606"/>
          <ac:spMkLst>
            <pc:docMk/>
            <pc:sldMk cId="0" sldId="27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4:14.109" v="17" actId="26606"/>
          <ac:spMkLst>
            <pc:docMk/>
            <pc:sldMk cId="0" sldId="273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54:14.109" v="17" actId="26606"/>
          <ac:spMkLst>
            <pc:docMk/>
            <pc:sldMk cId="0" sldId="273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54:14.109" v="17" actId="26606"/>
          <ac:spMkLst>
            <pc:docMk/>
            <pc:sldMk cId="0" sldId="273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54:14.109" v="17" actId="26606"/>
          <ac:spMkLst>
            <pc:docMk/>
            <pc:sldMk cId="0" sldId="273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54:14.109" v="17" actId="26606"/>
          <ac:graphicFrameMkLst>
            <pc:docMk/>
            <pc:sldMk cId="0" sldId="273"/>
            <ac:graphicFrameMk id="5" creationId="{E0C378A0-B326-A234-5D81-3CAEA49279CE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4AE5AB-8CF1-4865-92AB-FC7A9E2C149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EEE714F-F9F2-42CE-AE9B-4778439B5128}">
      <dgm:prSet/>
      <dgm:spPr/>
      <dgm:t>
        <a:bodyPr/>
        <a:lstStyle/>
        <a:p>
          <a:r>
            <a:rPr lang="en-US"/>
            <a:t>Importancia del almacenamiento en los sistemas informáticos</a:t>
          </a:r>
        </a:p>
      </dgm:t>
    </dgm:pt>
    <dgm:pt modelId="{A0C4EE74-CE13-40A4-B698-40804DA02866}" type="parTrans" cxnId="{02E4185D-6579-4381-AAAD-F9938D2A8F42}">
      <dgm:prSet/>
      <dgm:spPr/>
      <dgm:t>
        <a:bodyPr/>
        <a:lstStyle/>
        <a:p>
          <a:endParaRPr lang="en-US"/>
        </a:p>
      </dgm:t>
    </dgm:pt>
    <dgm:pt modelId="{1178918E-9DCD-41C3-913A-E1CAAF23E6E4}" type="sibTrans" cxnId="{02E4185D-6579-4381-AAAD-F9938D2A8F42}">
      <dgm:prSet/>
      <dgm:spPr/>
      <dgm:t>
        <a:bodyPr/>
        <a:lstStyle/>
        <a:p>
          <a:endParaRPr lang="en-US"/>
        </a:p>
      </dgm:t>
    </dgm:pt>
    <dgm:pt modelId="{C07AD1C7-A506-4757-8AA6-D95CB005D58C}">
      <dgm:prSet/>
      <dgm:spPr/>
      <dgm:t>
        <a:bodyPr/>
        <a:lstStyle/>
        <a:p>
          <a:r>
            <a:rPr lang="en-US"/>
            <a:t>Relación directa con rendimiento, seguridad y disponibilidad</a:t>
          </a:r>
        </a:p>
      </dgm:t>
    </dgm:pt>
    <dgm:pt modelId="{EB8EAA12-AAB4-40E2-A428-5EF1369F19EC}" type="parTrans" cxnId="{DE3957DE-6B11-4B99-AF56-DC27ECF95D72}">
      <dgm:prSet/>
      <dgm:spPr/>
      <dgm:t>
        <a:bodyPr/>
        <a:lstStyle/>
        <a:p>
          <a:endParaRPr lang="en-US"/>
        </a:p>
      </dgm:t>
    </dgm:pt>
    <dgm:pt modelId="{C9988E6A-0A17-4425-9D5D-F71C513C09E7}" type="sibTrans" cxnId="{DE3957DE-6B11-4B99-AF56-DC27ECF95D72}">
      <dgm:prSet/>
      <dgm:spPr/>
      <dgm:t>
        <a:bodyPr/>
        <a:lstStyle/>
        <a:p>
          <a:endParaRPr lang="en-US"/>
        </a:p>
      </dgm:t>
    </dgm:pt>
    <dgm:pt modelId="{2069E745-AAE6-46B3-9A3A-3BC8DD697E3E}">
      <dgm:prSet/>
      <dgm:spPr/>
      <dgm:t>
        <a:bodyPr/>
        <a:lstStyle/>
        <a:p>
          <a:r>
            <a:rPr lang="en-US"/>
            <a:t>Elemento clave en entornos personales y empresariales</a:t>
          </a:r>
        </a:p>
      </dgm:t>
    </dgm:pt>
    <dgm:pt modelId="{5D72F167-5276-43EC-9F4A-CB6159B70471}" type="parTrans" cxnId="{DD44A997-0E16-4F08-BE56-5C5E5F28E0B3}">
      <dgm:prSet/>
      <dgm:spPr/>
      <dgm:t>
        <a:bodyPr/>
        <a:lstStyle/>
        <a:p>
          <a:endParaRPr lang="en-US"/>
        </a:p>
      </dgm:t>
    </dgm:pt>
    <dgm:pt modelId="{45EAD96C-7CEF-486E-BB53-19B636397409}" type="sibTrans" cxnId="{DD44A997-0E16-4F08-BE56-5C5E5F28E0B3}">
      <dgm:prSet/>
      <dgm:spPr/>
      <dgm:t>
        <a:bodyPr/>
        <a:lstStyle/>
        <a:p>
          <a:endParaRPr lang="en-US"/>
        </a:p>
      </dgm:t>
    </dgm:pt>
    <dgm:pt modelId="{87974BE8-F2E1-420D-AE63-0C2B952E4245}" type="pres">
      <dgm:prSet presAssocID="{794AE5AB-8CF1-4865-92AB-FC7A9E2C149E}" presName="root" presStyleCnt="0">
        <dgm:presLayoutVars>
          <dgm:dir/>
          <dgm:resizeHandles val="exact"/>
        </dgm:presLayoutVars>
      </dgm:prSet>
      <dgm:spPr/>
    </dgm:pt>
    <dgm:pt modelId="{2563208A-ACAC-4F2C-A84A-072606D9A40A}" type="pres">
      <dgm:prSet presAssocID="{1EEE714F-F9F2-42CE-AE9B-4778439B5128}" presName="compNode" presStyleCnt="0"/>
      <dgm:spPr/>
    </dgm:pt>
    <dgm:pt modelId="{5D16E3EC-0C66-4A89-9CBE-F354330EC2B9}" type="pres">
      <dgm:prSet presAssocID="{1EEE714F-F9F2-42CE-AE9B-4778439B512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87FD4BBA-8949-4E97-9E1D-7E0DF6036170}" type="pres">
      <dgm:prSet presAssocID="{1EEE714F-F9F2-42CE-AE9B-4778439B5128}" presName="spaceRect" presStyleCnt="0"/>
      <dgm:spPr/>
    </dgm:pt>
    <dgm:pt modelId="{31EE74C6-1A84-4CA5-AA0D-5FE3788F3BD6}" type="pres">
      <dgm:prSet presAssocID="{1EEE714F-F9F2-42CE-AE9B-4778439B5128}" presName="textRect" presStyleLbl="revTx" presStyleIdx="0" presStyleCnt="3">
        <dgm:presLayoutVars>
          <dgm:chMax val="1"/>
          <dgm:chPref val="1"/>
        </dgm:presLayoutVars>
      </dgm:prSet>
      <dgm:spPr/>
    </dgm:pt>
    <dgm:pt modelId="{466975EA-CE3B-40C9-B8BB-17FEF3DBAD29}" type="pres">
      <dgm:prSet presAssocID="{1178918E-9DCD-41C3-913A-E1CAAF23E6E4}" presName="sibTrans" presStyleCnt="0"/>
      <dgm:spPr/>
    </dgm:pt>
    <dgm:pt modelId="{931B1E70-7E15-42DB-9F43-345F317DA17A}" type="pres">
      <dgm:prSet presAssocID="{C07AD1C7-A506-4757-8AA6-D95CB005D58C}" presName="compNode" presStyleCnt="0"/>
      <dgm:spPr/>
    </dgm:pt>
    <dgm:pt modelId="{EB763442-882D-4C03-AF71-4FB9D5F78940}" type="pres">
      <dgm:prSet presAssocID="{C07AD1C7-A506-4757-8AA6-D95CB005D58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9A92D8AA-0FAC-40A0-9E1A-D79CB23143D7}" type="pres">
      <dgm:prSet presAssocID="{C07AD1C7-A506-4757-8AA6-D95CB005D58C}" presName="spaceRect" presStyleCnt="0"/>
      <dgm:spPr/>
    </dgm:pt>
    <dgm:pt modelId="{A98DDC6A-73CD-4D6F-844B-4DA72F12B52B}" type="pres">
      <dgm:prSet presAssocID="{C07AD1C7-A506-4757-8AA6-D95CB005D58C}" presName="textRect" presStyleLbl="revTx" presStyleIdx="1" presStyleCnt="3">
        <dgm:presLayoutVars>
          <dgm:chMax val="1"/>
          <dgm:chPref val="1"/>
        </dgm:presLayoutVars>
      </dgm:prSet>
      <dgm:spPr/>
    </dgm:pt>
    <dgm:pt modelId="{C6224211-EE97-4338-8629-E07E10C69FA5}" type="pres">
      <dgm:prSet presAssocID="{C9988E6A-0A17-4425-9D5D-F71C513C09E7}" presName="sibTrans" presStyleCnt="0"/>
      <dgm:spPr/>
    </dgm:pt>
    <dgm:pt modelId="{C7376DBE-7CDF-4934-AA16-E539110D4ADB}" type="pres">
      <dgm:prSet presAssocID="{2069E745-AAE6-46B3-9A3A-3BC8DD697E3E}" presName="compNode" presStyleCnt="0"/>
      <dgm:spPr/>
    </dgm:pt>
    <dgm:pt modelId="{3D09E1D5-67B8-43D0-A688-822B413D1BAA}" type="pres">
      <dgm:prSet presAssocID="{2069E745-AAE6-46B3-9A3A-3BC8DD697E3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ve"/>
        </a:ext>
      </dgm:extLst>
    </dgm:pt>
    <dgm:pt modelId="{7CB3342D-BD6C-4EBC-851B-A67D79446BE0}" type="pres">
      <dgm:prSet presAssocID="{2069E745-AAE6-46B3-9A3A-3BC8DD697E3E}" presName="spaceRect" presStyleCnt="0"/>
      <dgm:spPr/>
    </dgm:pt>
    <dgm:pt modelId="{83D5A321-2A1B-43D0-87B6-A4EF86F35BCE}" type="pres">
      <dgm:prSet presAssocID="{2069E745-AAE6-46B3-9A3A-3BC8DD697E3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D8EFD3F-ED07-440F-A3E5-D02F9E21AE3E}" type="presOf" srcId="{1EEE714F-F9F2-42CE-AE9B-4778439B5128}" destId="{31EE74C6-1A84-4CA5-AA0D-5FE3788F3BD6}" srcOrd="0" destOrd="0" presId="urn:microsoft.com/office/officeart/2018/2/layout/IconLabelList"/>
    <dgm:cxn modelId="{02E4185D-6579-4381-AAAD-F9938D2A8F42}" srcId="{794AE5AB-8CF1-4865-92AB-FC7A9E2C149E}" destId="{1EEE714F-F9F2-42CE-AE9B-4778439B5128}" srcOrd="0" destOrd="0" parTransId="{A0C4EE74-CE13-40A4-B698-40804DA02866}" sibTransId="{1178918E-9DCD-41C3-913A-E1CAAF23E6E4}"/>
    <dgm:cxn modelId="{DD44A997-0E16-4F08-BE56-5C5E5F28E0B3}" srcId="{794AE5AB-8CF1-4865-92AB-FC7A9E2C149E}" destId="{2069E745-AAE6-46B3-9A3A-3BC8DD697E3E}" srcOrd="2" destOrd="0" parTransId="{5D72F167-5276-43EC-9F4A-CB6159B70471}" sibTransId="{45EAD96C-7CEF-486E-BB53-19B636397409}"/>
    <dgm:cxn modelId="{C898F2D1-18A5-4676-A6F7-CB5C9C8E9AD1}" type="presOf" srcId="{C07AD1C7-A506-4757-8AA6-D95CB005D58C}" destId="{A98DDC6A-73CD-4D6F-844B-4DA72F12B52B}" srcOrd="0" destOrd="0" presId="urn:microsoft.com/office/officeart/2018/2/layout/IconLabelList"/>
    <dgm:cxn modelId="{DE3957DE-6B11-4B99-AF56-DC27ECF95D72}" srcId="{794AE5AB-8CF1-4865-92AB-FC7A9E2C149E}" destId="{C07AD1C7-A506-4757-8AA6-D95CB005D58C}" srcOrd="1" destOrd="0" parTransId="{EB8EAA12-AAB4-40E2-A428-5EF1369F19EC}" sibTransId="{C9988E6A-0A17-4425-9D5D-F71C513C09E7}"/>
    <dgm:cxn modelId="{26859EDF-B646-4C58-8CB7-66AF23699331}" type="presOf" srcId="{794AE5AB-8CF1-4865-92AB-FC7A9E2C149E}" destId="{87974BE8-F2E1-420D-AE63-0C2B952E4245}" srcOrd="0" destOrd="0" presId="urn:microsoft.com/office/officeart/2018/2/layout/IconLabelList"/>
    <dgm:cxn modelId="{C18D13EB-2432-4390-9260-ABD282097BA2}" type="presOf" srcId="{2069E745-AAE6-46B3-9A3A-3BC8DD697E3E}" destId="{83D5A321-2A1B-43D0-87B6-A4EF86F35BCE}" srcOrd="0" destOrd="0" presId="urn:microsoft.com/office/officeart/2018/2/layout/IconLabelList"/>
    <dgm:cxn modelId="{C6B1C5E3-6C79-46D7-920E-97B9AD6E9508}" type="presParOf" srcId="{87974BE8-F2E1-420D-AE63-0C2B952E4245}" destId="{2563208A-ACAC-4F2C-A84A-072606D9A40A}" srcOrd="0" destOrd="0" presId="urn:microsoft.com/office/officeart/2018/2/layout/IconLabelList"/>
    <dgm:cxn modelId="{1B572D13-03BF-4948-ADAC-EBF05CFD1C3D}" type="presParOf" srcId="{2563208A-ACAC-4F2C-A84A-072606D9A40A}" destId="{5D16E3EC-0C66-4A89-9CBE-F354330EC2B9}" srcOrd="0" destOrd="0" presId="urn:microsoft.com/office/officeart/2018/2/layout/IconLabelList"/>
    <dgm:cxn modelId="{775FB645-67AA-4563-9FE2-BA74680CE540}" type="presParOf" srcId="{2563208A-ACAC-4F2C-A84A-072606D9A40A}" destId="{87FD4BBA-8949-4E97-9E1D-7E0DF6036170}" srcOrd="1" destOrd="0" presId="urn:microsoft.com/office/officeart/2018/2/layout/IconLabelList"/>
    <dgm:cxn modelId="{FFBDEDBB-FD44-4C16-B56E-B7A277939262}" type="presParOf" srcId="{2563208A-ACAC-4F2C-A84A-072606D9A40A}" destId="{31EE74C6-1A84-4CA5-AA0D-5FE3788F3BD6}" srcOrd="2" destOrd="0" presId="urn:microsoft.com/office/officeart/2018/2/layout/IconLabelList"/>
    <dgm:cxn modelId="{44C3E927-597A-448F-AA8A-21A042C827FA}" type="presParOf" srcId="{87974BE8-F2E1-420D-AE63-0C2B952E4245}" destId="{466975EA-CE3B-40C9-B8BB-17FEF3DBAD29}" srcOrd="1" destOrd="0" presId="urn:microsoft.com/office/officeart/2018/2/layout/IconLabelList"/>
    <dgm:cxn modelId="{52309B90-981A-4AE1-BD34-D25A30A9C7A3}" type="presParOf" srcId="{87974BE8-F2E1-420D-AE63-0C2B952E4245}" destId="{931B1E70-7E15-42DB-9F43-345F317DA17A}" srcOrd="2" destOrd="0" presId="urn:microsoft.com/office/officeart/2018/2/layout/IconLabelList"/>
    <dgm:cxn modelId="{7A1F5AF0-9E6D-400C-AB45-EBEDB7E91351}" type="presParOf" srcId="{931B1E70-7E15-42DB-9F43-345F317DA17A}" destId="{EB763442-882D-4C03-AF71-4FB9D5F78940}" srcOrd="0" destOrd="0" presId="urn:microsoft.com/office/officeart/2018/2/layout/IconLabelList"/>
    <dgm:cxn modelId="{4E028F59-CE9E-4991-8809-8E241E739598}" type="presParOf" srcId="{931B1E70-7E15-42DB-9F43-345F317DA17A}" destId="{9A92D8AA-0FAC-40A0-9E1A-D79CB23143D7}" srcOrd="1" destOrd="0" presId="urn:microsoft.com/office/officeart/2018/2/layout/IconLabelList"/>
    <dgm:cxn modelId="{712B8FCA-716E-4EA2-87C6-1FAFAD8C2F4A}" type="presParOf" srcId="{931B1E70-7E15-42DB-9F43-345F317DA17A}" destId="{A98DDC6A-73CD-4D6F-844B-4DA72F12B52B}" srcOrd="2" destOrd="0" presId="urn:microsoft.com/office/officeart/2018/2/layout/IconLabelList"/>
    <dgm:cxn modelId="{C96C4E36-3748-43E0-BAED-5B86D515EDB4}" type="presParOf" srcId="{87974BE8-F2E1-420D-AE63-0C2B952E4245}" destId="{C6224211-EE97-4338-8629-E07E10C69FA5}" srcOrd="3" destOrd="0" presId="urn:microsoft.com/office/officeart/2018/2/layout/IconLabelList"/>
    <dgm:cxn modelId="{043EC9D4-FF83-4E74-AC8E-32BA2E71C98B}" type="presParOf" srcId="{87974BE8-F2E1-420D-AE63-0C2B952E4245}" destId="{C7376DBE-7CDF-4934-AA16-E539110D4ADB}" srcOrd="4" destOrd="0" presId="urn:microsoft.com/office/officeart/2018/2/layout/IconLabelList"/>
    <dgm:cxn modelId="{F126F6FF-0D94-4A66-B3A5-431119ECD269}" type="presParOf" srcId="{C7376DBE-7CDF-4934-AA16-E539110D4ADB}" destId="{3D09E1D5-67B8-43D0-A688-822B413D1BAA}" srcOrd="0" destOrd="0" presId="urn:microsoft.com/office/officeart/2018/2/layout/IconLabelList"/>
    <dgm:cxn modelId="{5F38C837-B1C3-483E-B092-F3712309FCBA}" type="presParOf" srcId="{C7376DBE-7CDF-4934-AA16-E539110D4ADB}" destId="{7CB3342D-BD6C-4EBC-851B-A67D79446BE0}" srcOrd="1" destOrd="0" presId="urn:microsoft.com/office/officeart/2018/2/layout/IconLabelList"/>
    <dgm:cxn modelId="{F6552C5A-1223-4D82-9029-ECCB75B3A2FC}" type="presParOf" srcId="{C7376DBE-7CDF-4934-AA16-E539110D4ADB}" destId="{83D5A321-2A1B-43D0-87B6-A4EF86F35BC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3DCE80-03AB-46D9-852A-472CF3D9D9EA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EF72029-0DB4-419B-9313-595B11FDA8FA}">
      <dgm:prSet/>
      <dgm:spPr/>
      <dgm:t>
        <a:bodyPr/>
        <a:lstStyle/>
        <a:p>
          <a:r>
            <a:rPr lang="en-US"/>
            <a:t>El almacenamiento permite guardar información de forma persistente</a:t>
          </a:r>
        </a:p>
      </dgm:t>
    </dgm:pt>
    <dgm:pt modelId="{01EFB786-2463-47EB-BB9A-D21497E3FD3C}" type="parTrans" cxnId="{93845131-5343-4CFE-9F22-4A63CAEA652E}">
      <dgm:prSet/>
      <dgm:spPr/>
      <dgm:t>
        <a:bodyPr/>
        <a:lstStyle/>
        <a:p>
          <a:endParaRPr lang="en-US"/>
        </a:p>
      </dgm:t>
    </dgm:pt>
    <dgm:pt modelId="{0C21D540-4250-470C-98AF-BD3E7595F0BE}" type="sibTrans" cxnId="{93845131-5343-4CFE-9F22-4A63CAEA652E}">
      <dgm:prSet/>
      <dgm:spPr/>
      <dgm:t>
        <a:bodyPr/>
        <a:lstStyle/>
        <a:p>
          <a:endParaRPr lang="en-US"/>
        </a:p>
      </dgm:t>
    </dgm:pt>
    <dgm:pt modelId="{3C6AAE65-35EB-44DC-BF8F-AFD8376DE0E9}">
      <dgm:prSet/>
      <dgm:spPr/>
      <dgm:t>
        <a:bodyPr/>
        <a:lstStyle/>
        <a:p>
          <a:r>
            <a:rPr lang="en-US"/>
            <a:t>Es esencial para sistemas operativos, aplicaciones y datos</a:t>
          </a:r>
        </a:p>
      </dgm:t>
    </dgm:pt>
    <dgm:pt modelId="{1D522B64-E62B-4566-83E9-5A7CFD830723}" type="parTrans" cxnId="{B32075FC-5032-40AC-A48B-2484FF281766}">
      <dgm:prSet/>
      <dgm:spPr/>
      <dgm:t>
        <a:bodyPr/>
        <a:lstStyle/>
        <a:p>
          <a:endParaRPr lang="en-US"/>
        </a:p>
      </dgm:t>
    </dgm:pt>
    <dgm:pt modelId="{9EA29151-4609-4AFF-943F-98E91252BF45}" type="sibTrans" cxnId="{B32075FC-5032-40AC-A48B-2484FF281766}">
      <dgm:prSet/>
      <dgm:spPr/>
      <dgm:t>
        <a:bodyPr/>
        <a:lstStyle/>
        <a:p>
          <a:endParaRPr lang="en-US"/>
        </a:p>
      </dgm:t>
    </dgm:pt>
    <dgm:pt modelId="{AFD34AF2-8075-45B2-BD13-D4071496BE59}">
      <dgm:prSet/>
      <dgm:spPr/>
      <dgm:t>
        <a:bodyPr/>
        <a:lstStyle/>
        <a:p>
          <a:r>
            <a:rPr lang="en-US"/>
            <a:t>Un mal diseño afecta al rendimiento y a la seguridad</a:t>
          </a:r>
        </a:p>
      </dgm:t>
    </dgm:pt>
    <dgm:pt modelId="{78591DFE-F507-4D80-80BC-DFA05B26A0E1}" type="parTrans" cxnId="{F97ED179-4E94-4658-A503-29F0F8B4B149}">
      <dgm:prSet/>
      <dgm:spPr/>
      <dgm:t>
        <a:bodyPr/>
        <a:lstStyle/>
        <a:p>
          <a:endParaRPr lang="en-US"/>
        </a:p>
      </dgm:t>
    </dgm:pt>
    <dgm:pt modelId="{25295333-8868-44F5-86CE-8E40680E0A7D}" type="sibTrans" cxnId="{F97ED179-4E94-4658-A503-29F0F8B4B149}">
      <dgm:prSet/>
      <dgm:spPr/>
      <dgm:t>
        <a:bodyPr/>
        <a:lstStyle/>
        <a:p>
          <a:endParaRPr lang="en-US"/>
        </a:p>
      </dgm:t>
    </dgm:pt>
    <dgm:pt modelId="{2C36FE33-C802-4FB4-B6B6-A64232BD9D9B}" type="pres">
      <dgm:prSet presAssocID="{2F3DCE80-03AB-46D9-852A-472CF3D9D9EA}" presName="diagram" presStyleCnt="0">
        <dgm:presLayoutVars>
          <dgm:dir/>
          <dgm:resizeHandles val="exact"/>
        </dgm:presLayoutVars>
      </dgm:prSet>
      <dgm:spPr/>
    </dgm:pt>
    <dgm:pt modelId="{597C0D51-A797-4213-94D3-129B33D3F4BC}" type="pres">
      <dgm:prSet presAssocID="{AEF72029-0DB4-419B-9313-595B11FDA8FA}" presName="node" presStyleLbl="node1" presStyleIdx="0" presStyleCnt="3">
        <dgm:presLayoutVars>
          <dgm:bulletEnabled val="1"/>
        </dgm:presLayoutVars>
      </dgm:prSet>
      <dgm:spPr/>
    </dgm:pt>
    <dgm:pt modelId="{F79D1B19-CC48-4566-8B77-BDF13A8942E1}" type="pres">
      <dgm:prSet presAssocID="{0C21D540-4250-470C-98AF-BD3E7595F0BE}" presName="sibTrans" presStyleCnt="0"/>
      <dgm:spPr/>
    </dgm:pt>
    <dgm:pt modelId="{C46F974E-2506-4F51-998B-9FD1E23F164D}" type="pres">
      <dgm:prSet presAssocID="{3C6AAE65-35EB-44DC-BF8F-AFD8376DE0E9}" presName="node" presStyleLbl="node1" presStyleIdx="1" presStyleCnt="3">
        <dgm:presLayoutVars>
          <dgm:bulletEnabled val="1"/>
        </dgm:presLayoutVars>
      </dgm:prSet>
      <dgm:spPr/>
    </dgm:pt>
    <dgm:pt modelId="{AAB8B780-09E0-4A09-8B55-E25A5DADA2B1}" type="pres">
      <dgm:prSet presAssocID="{9EA29151-4609-4AFF-943F-98E91252BF45}" presName="sibTrans" presStyleCnt="0"/>
      <dgm:spPr/>
    </dgm:pt>
    <dgm:pt modelId="{3F92704A-DACB-4EC4-83BB-5574433F2052}" type="pres">
      <dgm:prSet presAssocID="{AFD34AF2-8075-45B2-BD13-D4071496BE59}" presName="node" presStyleLbl="node1" presStyleIdx="2" presStyleCnt="3">
        <dgm:presLayoutVars>
          <dgm:bulletEnabled val="1"/>
        </dgm:presLayoutVars>
      </dgm:prSet>
      <dgm:spPr/>
    </dgm:pt>
  </dgm:ptLst>
  <dgm:cxnLst>
    <dgm:cxn modelId="{24923E0B-878D-42FE-ADE2-B22F6EC8AC99}" type="presOf" srcId="{3C6AAE65-35EB-44DC-BF8F-AFD8376DE0E9}" destId="{C46F974E-2506-4F51-998B-9FD1E23F164D}" srcOrd="0" destOrd="0" presId="urn:microsoft.com/office/officeart/2005/8/layout/default"/>
    <dgm:cxn modelId="{93845131-5343-4CFE-9F22-4A63CAEA652E}" srcId="{2F3DCE80-03AB-46D9-852A-472CF3D9D9EA}" destId="{AEF72029-0DB4-419B-9313-595B11FDA8FA}" srcOrd="0" destOrd="0" parTransId="{01EFB786-2463-47EB-BB9A-D21497E3FD3C}" sibTransId="{0C21D540-4250-470C-98AF-BD3E7595F0BE}"/>
    <dgm:cxn modelId="{E4608066-A15D-4649-BDEC-4E0CC1284A3B}" type="presOf" srcId="{2F3DCE80-03AB-46D9-852A-472CF3D9D9EA}" destId="{2C36FE33-C802-4FB4-B6B6-A64232BD9D9B}" srcOrd="0" destOrd="0" presId="urn:microsoft.com/office/officeart/2005/8/layout/default"/>
    <dgm:cxn modelId="{6814A366-1A38-4A44-9D81-3C7B31BD8F59}" type="presOf" srcId="{AEF72029-0DB4-419B-9313-595B11FDA8FA}" destId="{597C0D51-A797-4213-94D3-129B33D3F4BC}" srcOrd="0" destOrd="0" presId="urn:microsoft.com/office/officeart/2005/8/layout/default"/>
    <dgm:cxn modelId="{F97ED179-4E94-4658-A503-29F0F8B4B149}" srcId="{2F3DCE80-03AB-46D9-852A-472CF3D9D9EA}" destId="{AFD34AF2-8075-45B2-BD13-D4071496BE59}" srcOrd="2" destOrd="0" parTransId="{78591DFE-F507-4D80-80BC-DFA05B26A0E1}" sibTransId="{25295333-8868-44F5-86CE-8E40680E0A7D}"/>
    <dgm:cxn modelId="{438B94D6-F0E9-4EDA-AEE4-62D9C5188024}" type="presOf" srcId="{AFD34AF2-8075-45B2-BD13-D4071496BE59}" destId="{3F92704A-DACB-4EC4-83BB-5574433F2052}" srcOrd="0" destOrd="0" presId="urn:microsoft.com/office/officeart/2005/8/layout/default"/>
    <dgm:cxn modelId="{B32075FC-5032-40AC-A48B-2484FF281766}" srcId="{2F3DCE80-03AB-46D9-852A-472CF3D9D9EA}" destId="{3C6AAE65-35EB-44DC-BF8F-AFD8376DE0E9}" srcOrd="1" destOrd="0" parTransId="{1D522B64-E62B-4566-83E9-5A7CFD830723}" sibTransId="{9EA29151-4609-4AFF-943F-98E91252BF45}"/>
    <dgm:cxn modelId="{A76204FC-4D51-4E8A-B76B-B4793E58D706}" type="presParOf" srcId="{2C36FE33-C802-4FB4-B6B6-A64232BD9D9B}" destId="{597C0D51-A797-4213-94D3-129B33D3F4BC}" srcOrd="0" destOrd="0" presId="urn:microsoft.com/office/officeart/2005/8/layout/default"/>
    <dgm:cxn modelId="{F84C0475-AAEE-4082-BABA-53473283180E}" type="presParOf" srcId="{2C36FE33-C802-4FB4-B6B6-A64232BD9D9B}" destId="{F79D1B19-CC48-4566-8B77-BDF13A8942E1}" srcOrd="1" destOrd="0" presId="urn:microsoft.com/office/officeart/2005/8/layout/default"/>
    <dgm:cxn modelId="{CFE9948F-8EC2-4EBC-A7FE-8C595F6FBA67}" type="presParOf" srcId="{2C36FE33-C802-4FB4-B6B6-A64232BD9D9B}" destId="{C46F974E-2506-4F51-998B-9FD1E23F164D}" srcOrd="2" destOrd="0" presId="urn:microsoft.com/office/officeart/2005/8/layout/default"/>
    <dgm:cxn modelId="{23FADA42-2FA4-49F0-A5C6-F9ACE2C6E9FF}" type="presParOf" srcId="{2C36FE33-C802-4FB4-B6B6-A64232BD9D9B}" destId="{AAB8B780-09E0-4A09-8B55-E25A5DADA2B1}" srcOrd="3" destOrd="0" presId="urn:microsoft.com/office/officeart/2005/8/layout/default"/>
    <dgm:cxn modelId="{96B64640-7D55-44F0-8EC1-D90804041A66}" type="presParOf" srcId="{2C36FE33-C802-4FB4-B6B6-A64232BD9D9B}" destId="{3F92704A-DACB-4EC4-83BB-5574433F2052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C3814A-2340-4218-B210-412338A26FDE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4DA12A6-1410-4FA0-ACBF-3BA2A6670CD1}">
      <dgm:prSet/>
      <dgm:spPr/>
      <dgm:t>
        <a:bodyPr/>
        <a:lstStyle/>
        <a:p>
          <a:r>
            <a:rPr lang="en-US"/>
            <a:t>Guardar datos de forma permanente</a:t>
          </a:r>
        </a:p>
      </dgm:t>
    </dgm:pt>
    <dgm:pt modelId="{5A9E765F-8F4E-47E6-AF45-5BBD474FB6EC}" type="parTrans" cxnId="{DE9B933B-3B01-4398-B25C-1ECBC552AEEA}">
      <dgm:prSet/>
      <dgm:spPr/>
      <dgm:t>
        <a:bodyPr/>
        <a:lstStyle/>
        <a:p>
          <a:endParaRPr lang="en-US"/>
        </a:p>
      </dgm:t>
    </dgm:pt>
    <dgm:pt modelId="{054C2446-C3D9-4AD0-9F36-8D5E756C54CF}" type="sibTrans" cxnId="{DE9B933B-3B01-4398-B25C-1ECBC552AEEA}">
      <dgm:prSet/>
      <dgm:spPr/>
      <dgm:t>
        <a:bodyPr/>
        <a:lstStyle/>
        <a:p>
          <a:endParaRPr lang="en-US"/>
        </a:p>
      </dgm:t>
    </dgm:pt>
    <dgm:pt modelId="{DDB049C1-DD2B-4731-B464-E710C25F3925}">
      <dgm:prSet/>
      <dgm:spPr/>
      <dgm:t>
        <a:bodyPr/>
        <a:lstStyle/>
        <a:p>
          <a:r>
            <a:rPr lang="en-US"/>
            <a:t>Permitir acceso rápido y fiable a la información</a:t>
          </a:r>
        </a:p>
      </dgm:t>
    </dgm:pt>
    <dgm:pt modelId="{EB6B8EEC-BF97-4D84-BD0B-F70224490B8A}" type="parTrans" cxnId="{4115F616-024F-441B-8B8B-A4FF2A75ECB5}">
      <dgm:prSet/>
      <dgm:spPr/>
      <dgm:t>
        <a:bodyPr/>
        <a:lstStyle/>
        <a:p>
          <a:endParaRPr lang="en-US"/>
        </a:p>
      </dgm:t>
    </dgm:pt>
    <dgm:pt modelId="{0DE0B20C-CFA2-4211-884F-C62BDE9C5414}" type="sibTrans" cxnId="{4115F616-024F-441B-8B8B-A4FF2A75ECB5}">
      <dgm:prSet/>
      <dgm:spPr/>
      <dgm:t>
        <a:bodyPr/>
        <a:lstStyle/>
        <a:p>
          <a:endParaRPr lang="en-US"/>
        </a:p>
      </dgm:t>
    </dgm:pt>
    <dgm:pt modelId="{B6AD6005-8216-439F-8181-20FD98B76F00}">
      <dgm:prSet/>
      <dgm:spPr/>
      <dgm:t>
        <a:bodyPr/>
        <a:lstStyle/>
        <a:p>
          <a:r>
            <a:rPr lang="en-US"/>
            <a:t>Garantizar integridad y disponibilidad de los datos</a:t>
          </a:r>
        </a:p>
      </dgm:t>
    </dgm:pt>
    <dgm:pt modelId="{B6796C01-0638-471C-BCBE-527196CB2E44}" type="parTrans" cxnId="{03C2CABD-12A3-443A-846F-83BF1840C01E}">
      <dgm:prSet/>
      <dgm:spPr/>
      <dgm:t>
        <a:bodyPr/>
        <a:lstStyle/>
        <a:p>
          <a:endParaRPr lang="en-US"/>
        </a:p>
      </dgm:t>
    </dgm:pt>
    <dgm:pt modelId="{238E0182-E8A0-4B35-93F1-DBFD6B952D2D}" type="sibTrans" cxnId="{03C2CABD-12A3-443A-846F-83BF1840C01E}">
      <dgm:prSet/>
      <dgm:spPr/>
      <dgm:t>
        <a:bodyPr/>
        <a:lstStyle/>
        <a:p>
          <a:endParaRPr lang="en-US"/>
        </a:p>
      </dgm:t>
    </dgm:pt>
    <dgm:pt modelId="{F5A1061D-C6BF-4C51-8D8E-364DD3C86894}" type="pres">
      <dgm:prSet presAssocID="{90C3814A-2340-4218-B210-412338A26FDE}" presName="vert0" presStyleCnt="0">
        <dgm:presLayoutVars>
          <dgm:dir/>
          <dgm:animOne val="branch"/>
          <dgm:animLvl val="lvl"/>
        </dgm:presLayoutVars>
      </dgm:prSet>
      <dgm:spPr/>
    </dgm:pt>
    <dgm:pt modelId="{9686A556-A474-443C-A91C-CAD98F19EA28}" type="pres">
      <dgm:prSet presAssocID="{34DA12A6-1410-4FA0-ACBF-3BA2A6670CD1}" presName="thickLine" presStyleLbl="alignNode1" presStyleIdx="0" presStyleCnt="3"/>
      <dgm:spPr/>
    </dgm:pt>
    <dgm:pt modelId="{D9D77AC5-3086-42C3-9CEE-93DCA5C72ED4}" type="pres">
      <dgm:prSet presAssocID="{34DA12A6-1410-4FA0-ACBF-3BA2A6670CD1}" presName="horz1" presStyleCnt="0"/>
      <dgm:spPr/>
    </dgm:pt>
    <dgm:pt modelId="{C26A59D2-3448-46C5-AB41-544548696DAD}" type="pres">
      <dgm:prSet presAssocID="{34DA12A6-1410-4FA0-ACBF-3BA2A6670CD1}" presName="tx1" presStyleLbl="revTx" presStyleIdx="0" presStyleCnt="3"/>
      <dgm:spPr/>
    </dgm:pt>
    <dgm:pt modelId="{AB6A3FC8-85B8-45FC-A389-6C7B1686042A}" type="pres">
      <dgm:prSet presAssocID="{34DA12A6-1410-4FA0-ACBF-3BA2A6670CD1}" presName="vert1" presStyleCnt="0"/>
      <dgm:spPr/>
    </dgm:pt>
    <dgm:pt modelId="{92056F50-6E64-4F64-85BF-8CDA5CF16F0F}" type="pres">
      <dgm:prSet presAssocID="{DDB049C1-DD2B-4731-B464-E710C25F3925}" presName="thickLine" presStyleLbl="alignNode1" presStyleIdx="1" presStyleCnt="3"/>
      <dgm:spPr/>
    </dgm:pt>
    <dgm:pt modelId="{25C839A8-E612-4BA4-BCA0-46E2C6BF84AD}" type="pres">
      <dgm:prSet presAssocID="{DDB049C1-DD2B-4731-B464-E710C25F3925}" presName="horz1" presStyleCnt="0"/>
      <dgm:spPr/>
    </dgm:pt>
    <dgm:pt modelId="{79812DFC-CBA0-49AE-9580-AA38A0415CAF}" type="pres">
      <dgm:prSet presAssocID="{DDB049C1-DD2B-4731-B464-E710C25F3925}" presName="tx1" presStyleLbl="revTx" presStyleIdx="1" presStyleCnt="3"/>
      <dgm:spPr/>
    </dgm:pt>
    <dgm:pt modelId="{36E5888B-3D8F-4BE4-8091-B004D1126709}" type="pres">
      <dgm:prSet presAssocID="{DDB049C1-DD2B-4731-B464-E710C25F3925}" presName="vert1" presStyleCnt="0"/>
      <dgm:spPr/>
    </dgm:pt>
    <dgm:pt modelId="{38ECFD44-1FB7-4C11-B838-AB288A5B2F43}" type="pres">
      <dgm:prSet presAssocID="{B6AD6005-8216-439F-8181-20FD98B76F00}" presName="thickLine" presStyleLbl="alignNode1" presStyleIdx="2" presStyleCnt="3"/>
      <dgm:spPr/>
    </dgm:pt>
    <dgm:pt modelId="{A06111E5-265A-489C-BE70-1D7996717A59}" type="pres">
      <dgm:prSet presAssocID="{B6AD6005-8216-439F-8181-20FD98B76F00}" presName="horz1" presStyleCnt="0"/>
      <dgm:spPr/>
    </dgm:pt>
    <dgm:pt modelId="{5A72EF84-0733-436B-8951-2C2A08FBF3E2}" type="pres">
      <dgm:prSet presAssocID="{B6AD6005-8216-439F-8181-20FD98B76F00}" presName="tx1" presStyleLbl="revTx" presStyleIdx="2" presStyleCnt="3"/>
      <dgm:spPr/>
    </dgm:pt>
    <dgm:pt modelId="{3DD1B309-70F1-4978-A422-6E83D68FCB6E}" type="pres">
      <dgm:prSet presAssocID="{B6AD6005-8216-439F-8181-20FD98B76F00}" presName="vert1" presStyleCnt="0"/>
      <dgm:spPr/>
    </dgm:pt>
  </dgm:ptLst>
  <dgm:cxnLst>
    <dgm:cxn modelId="{4115F616-024F-441B-8B8B-A4FF2A75ECB5}" srcId="{90C3814A-2340-4218-B210-412338A26FDE}" destId="{DDB049C1-DD2B-4731-B464-E710C25F3925}" srcOrd="1" destOrd="0" parTransId="{EB6B8EEC-BF97-4D84-BD0B-F70224490B8A}" sibTransId="{0DE0B20C-CFA2-4211-884F-C62BDE9C5414}"/>
    <dgm:cxn modelId="{805A2535-DEE3-4347-938A-F154F4D02791}" type="presOf" srcId="{B6AD6005-8216-439F-8181-20FD98B76F00}" destId="{5A72EF84-0733-436B-8951-2C2A08FBF3E2}" srcOrd="0" destOrd="0" presId="urn:microsoft.com/office/officeart/2008/layout/LinedList"/>
    <dgm:cxn modelId="{DE9B933B-3B01-4398-B25C-1ECBC552AEEA}" srcId="{90C3814A-2340-4218-B210-412338A26FDE}" destId="{34DA12A6-1410-4FA0-ACBF-3BA2A6670CD1}" srcOrd="0" destOrd="0" parTransId="{5A9E765F-8F4E-47E6-AF45-5BBD474FB6EC}" sibTransId="{054C2446-C3D9-4AD0-9F36-8D5E756C54CF}"/>
    <dgm:cxn modelId="{06F5274E-C32F-4301-A686-C665193C22DD}" type="presOf" srcId="{DDB049C1-DD2B-4731-B464-E710C25F3925}" destId="{79812DFC-CBA0-49AE-9580-AA38A0415CAF}" srcOrd="0" destOrd="0" presId="urn:microsoft.com/office/officeart/2008/layout/LinedList"/>
    <dgm:cxn modelId="{03C2CABD-12A3-443A-846F-83BF1840C01E}" srcId="{90C3814A-2340-4218-B210-412338A26FDE}" destId="{B6AD6005-8216-439F-8181-20FD98B76F00}" srcOrd="2" destOrd="0" parTransId="{B6796C01-0638-471C-BCBE-527196CB2E44}" sibTransId="{238E0182-E8A0-4B35-93F1-DBFD6B952D2D}"/>
    <dgm:cxn modelId="{CF4326CA-8703-4E13-BAF6-6B9E8F89F212}" type="presOf" srcId="{34DA12A6-1410-4FA0-ACBF-3BA2A6670CD1}" destId="{C26A59D2-3448-46C5-AB41-544548696DAD}" srcOrd="0" destOrd="0" presId="urn:microsoft.com/office/officeart/2008/layout/LinedList"/>
    <dgm:cxn modelId="{3A5792E4-75E6-4B97-9349-C88EB7684534}" type="presOf" srcId="{90C3814A-2340-4218-B210-412338A26FDE}" destId="{F5A1061D-C6BF-4C51-8D8E-364DD3C86894}" srcOrd="0" destOrd="0" presId="urn:microsoft.com/office/officeart/2008/layout/LinedList"/>
    <dgm:cxn modelId="{8B1D88B3-226C-49CC-B364-8B0B1C6CDA52}" type="presParOf" srcId="{F5A1061D-C6BF-4C51-8D8E-364DD3C86894}" destId="{9686A556-A474-443C-A91C-CAD98F19EA28}" srcOrd="0" destOrd="0" presId="urn:microsoft.com/office/officeart/2008/layout/LinedList"/>
    <dgm:cxn modelId="{8A7C7A13-D2CA-4689-A502-03D78F26C6E6}" type="presParOf" srcId="{F5A1061D-C6BF-4C51-8D8E-364DD3C86894}" destId="{D9D77AC5-3086-42C3-9CEE-93DCA5C72ED4}" srcOrd="1" destOrd="0" presId="urn:microsoft.com/office/officeart/2008/layout/LinedList"/>
    <dgm:cxn modelId="{C8E64B35-48FA-4DE2-837D-EF3E98BA8ACF}" type="presParOf" srcId="{D9D77AC5-3086-42C3-9CEE-93DCA5C72ED4}" destId="{C26A59D2-3448-46C5-AB41-544548696DAD}" srcOrd="0" destOrd="0" presId="urn:microsoft.com/office/officeart/2008/layout/LinedList"/>
    <dgm:cxn modelId="{7141F58C-2531-44C3-BE4A-23799235ED9F}" type="presParOf" srcId="{D9D77AC5-3086-42C3-9CEE-93DCA5C72ED4}" destId="{AB6A3FC8-85B8-45FC-A389-6C7B1686042A}" srcOrd="1" destOrd="0" presId="urn:microsoft.com/office/officeart/2008/layout/LinedList"/>
    <dgm:cxn modelId="{20930C25-1058-43AF-A6AC-E92F051E3499}" type="presParOf" srcId="{F5A1061D-C6BF-4C51-8D8E-364DD3C86894}" destId="{92056F50-6E64-4F64-85BF-8CDA5CF16F0F}" srcOrd="2" destOrd="0" presId="urn:microsoft.com/office/officeart/2008/layout/LinedList"/>
    <dgm:cxn modelId="{C6492B76-B4B2-4B51-87CE-0FFE74596AE3}" type="presParOf" srcId="{F5A1061D-C6BF-4C51-8D8E-364DD3C86894}" destId="{25C839A8-E612-4BA4-BCA0-46E2C6BF84AD}" srcOrd="3" destOrd="0" presId="urn:microsoft.com/office/officeart/2008/layout/LinedList"/>
    <dgm:cxn modelId="{AD0996D9-3763-4EB9-B002-E1BCC4B68311}" type="presParOf" srcId="{25C839A8-E612-4BA4-BCA0-46E2C6BF84AD}" destId="{79812DFC-CBA0-49AE-9580-AA38A0415CAF}" srcOrd="0" destOrd="0" presId="urn:microsoft.com/office/officeart/2008/layout/LinedList"/>
    <dgm:cxn modelId="{DDC6C580-34D0-47AF-B8B5-3B72AB285F0F}" type="presParOf" srcId="{25C839A8-E612-4BA4-BCA0-46E2C6BF84AD}" destId="{36E5888B-3D8F-4BE4-8091-B004D1126709}" srcOrd="1" destOrd="0" presId="urn:microsoft.com/office/officeart/2008/layout/LinedList"/>
    <dgm:cxn modelId="{36A9620B-D474-4E3F-ABC8-B756F68A2C5C}" type="presParOf" srcId="{F5A1061D-C6BF-4C51-8D8E-364DD3C86894}" destId="{38ECFD44-1FB7-4C11-B838-AB288A5B2F43}" srcOrd="4" destOrd="0" presId="urn:microsoft.com/office/officeart/2008/layout/LinedList"/>
    <dgm:cxn modelId="{A2FD1CBB-9020-4300-BEF9-AAC8BD76D694}" type="presParOf" srcId="{F5A1061D-C6BF-4C51-8D8E-364DD3C86894}" destId="{A06111E5-265A-489C-BE70-1D7996717A59}" srcOrd="5" destOrd="0" presId="urn:microsoft.com/office/officeart/2008/layout/LinedList"/>
    <dgm:cxn modelId="{6160B68A-5644-4008-BD17-2F4A3C3B7A9C}" type="presParOf" srcId="{A06111E5-265A-489C-BE70-1D7996717A59}" destId="{5A72EF84-0733-436B-8951-2C2A08FBF3E2}" srcOrd="0" destOrd="0" presId="urn:microsoft.com/office/officeart/2008/layout/LinedList"/>
    <dgm:cxn modelId="{F5A27A22-4B8D-4FE9-8D0E-FC0024F8030C}" type="presParOf" srcId="{A06111E5-265A-489C-BE70-1D7996717A59}" destId="{3DD1B309-70F1-4978-A422-6E83D68FCB6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A0CDC3A-636D-44D4-8556-93A0E57BCDA2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A2EE782-B7CC-4C63-A158-B8F2962030DB}">
      <dgm:prSet/>
      <dgm:spPr/>
      <dgm:t>
        <a:bodyPr/>
        <a:lstStyle/>
        <a:p>
          <a:r>
            <a:rPr lang="en-US"/>
            <a:t>Dispositivos magnéticos</a:t>
          </a:r>
        </a:p>
      </dgm:t>
    </dgm:pt>
    <dgm:pt modelId="{5C08B84C-AB0F-495F-96C3-0567F86D73C4}" type="parTrans" cxnId="{8FC6F8F7-84A8-41AE-8380-B1CEC06E122C}">
      <dgm:prSet/>
      <dgm:spPr/>
      <dgm:t>
        <a:bodyPr/>
        <a:lstStyle/>
        <a:p>
          <a:endParaRPr lang="en-US"/>
        </a:p>
      </dgm:t>
    </dgm:pt>
    <dgm:pt modelId="{DC656321-5532-41D4-A9DC-9BB80EDB60EE}" type="sibTrans" cxnId="{8FC6F8F7-84A8-41AE-8380-B1CEC06E122C}">
      <dgm:prSet/>
      <dgm:spPr/>
      <dgm:t>
        <a:bodyPr/>
        <a:lstStyle/>
        <a:p>
          <a:endParaRPr lang="en-US"/>
        </a:p>
      </dgm:t>
    </dgm:pt>
    <dgm:pt modelId="{34D0D2CC-AD64-41C1-9DC7-0E4671946236}">
      <dgm:prSet/>
      <dgm:spPr/>
      <dgm:t>
        <a:bodyPr/>
        <a:lstStyle/>
        <a:p>
          <a:r>
            <a:rPr lang="en-US"/>
            <a:t>Dispositivos ópticos</a:t>
          </a:r>
        </a:p>
      </dgm:t>
    </dgm:pt>
    <dgm:pt modelId="{7684250A-3E1B-4B6C-B2A1-BF86DD6C9C85}" type="parTrans" cxnId="{1F721C97-96FC-47B4-98FD-AE3AE1C5F106}">
      <dgm:prSet/>
      <dgm:spPr/>
      <dgm:t>
        <a:bodyPr/>
        <a:lstStyle/>
        <a:p>
          <a:endParaRPr lang="en-US"/>
        </a:p>
      </dgm:t>
    </dgm:pt>
    <dgm:pt modelId="{1ED45A06-2CB2-4D2C-BB93-287E687C5651}" type="sibTrans" cxnId="{1F721C97-96FC-47B4-98FD-AE3AE1C5F106}">
      <dgm:prSet/>
      <dgm:spPr/>
      <dgm:t>
        <a:bodyPr/>
        <a:lstStyle/>
        <a:p>
          <a:endParaRPr lang="en-US"/>
        </a:p>
      </dgm:t>
    </dgm:pt>
    <dgm:pt modelId="{2E750978-EDEA-4E26-A1FF-F277218D2E5F}">
      <dgm:prSet/>
      <dgm:spPr/>
      <dgm:t>
        <a:bodyPr/>
        <a:lstStyle/>
        <a:p>
          <a:r>
            <a:rPr lang="en-US"/>
            <a:t>Dispositivos de estado sólido</a:t>
          </a:r>
        </a:p>
      </dgm:t>
    </dgm:pt>
    <dgm:pt modelId="{91FFB2DE-44CF-48ED-BCCC-4CE1C35BD742}" type="parTrans" cxnId="{46E86C28-AE1B-47DE-BC86-3916E3DFF575}">
      <dgm:prSet/>
      <dgm:spPr/>
      <dgm:t>
        <a:bodyPr/>
        <a:lstStyle/>
        <a:p>
          <a:endParaRPr lang="en-US"/>
        </a:p>
      </dgm:t>
    </dgm:pt>
    <dgm:pt modelId="{C01B7474-D34D-4BD2-B0AF-0F550E58C094}" type="sibTrans" cxnId="{46E86C28-AE1B-47DE-BC86-3916E3DFF575}">
      <dgm:prSet/>
      <dgm:spPr/>
      <dgm:t>
        <a:bodyPr/>
        <a:lstStyle/>
        <a:p>
          <a:endParaRPr lang="en-US"/>
        </a:p>
      </dgm:t>
    </dgm:pt>
    <dgm:pt modelId="{328B796F-733D-4049-A6D5-D3164FEAE081}">
      <dgm:prSet/>
      <dgm:spPr/>
      <dgm:t>
        <a:bodyPr/>
        <a:lstStyle/>
        <a:p>
          <a:r>
            <a:rPr lang="en-US"/>
            <a:t>Almacenamiento en red</a:t>
          </a:r>
        </a:p>
      </dgm:t>
    </dgm:pt>
    <dgm:pt modelId="{733788B3-C597-41CF-B412-A203B424D58C}" type="parTrans" cxnId="{FD251238-2E0E-4949-B37D-CA671339E478}">
      <dgm:prSet/>
      <dgm:spPr/>
      <dgm:t>
        <a:bodyPr/>
        <a:lstStyle/>
        <a:p>
          <a:endParaRPr lang="en-US"/>
        </a:p>
      </dgm:t>
    </dgm:pt>
    <dgm:pt modelId="{5A8B4849-D9B0-48AC-B43B-42B53D490467}" type="sibTrans" cxnId="{FD251238-2E0E-4949-B37D-CA671339E478}">
      <dgm:prSet/>
      <dgm:spPr/>
      <dgm:t>
        <a:bodyPr/>
        <a:lstStyle/>
        <a:p>
          <a:endParaRPr lang="en-US"/>
        </a:p>
      </dgm:t>
    </dgm:pt>
    <dgm:pt modelId="{3ACD7FFD-72B8-46F6-A836-48B99489C317}" type="pres">
      <dgm:prSet presAssocID="{3A0CDC3A-636D-44D4-8556-93A0E57BCDA2}" presName="vert0" presStyleCnt="0">
        <dgm:presLayoutVars>
          <dgm:dir/>
          <dgm:animOne val="branch"/>
          <dgm:animLvl val="lvl"/>
        </dgm:presLayoutVars>
      </dgm:prSet>
      <dgm:spPr/>
    </dgm:pt>
    <dgm:pt modelId="{C17D90F4-DF06-4CD6-B745-A904C7140850}" type="pres">
      <dgm:prSet presAssocID="{CA2EE782-B7CC-4C63-A158-B8F2962030DB}" presName="thickLine" presStyleLbl="alignNode1" presStyleIdx="0" presStyleCnt="4"/>
      <dgm:spPr/>
    </dgm:pt>
    <dgm:pt modelId="{857A5B45-FBCE-451F-BED0-DCD741AC064A}" type="pres">
      <dgm:prSet presAssocID="{CA2EE782-B7CC-4C63-A158-B8F2962030DB}" presName="horz1" presStyleCnt="0"/>
      <dgm:spPr/>
    </dgm:pt>
    <dgm:pt modelId="{54B1B4BF-AAFD-4DD7-A92E-A19258E21922}" type="pres">
      <dgm:prSet presAssocID="{CA2EE782-B7CC-4C63-A158-B8F2962030DB}" presName="tx1" presStyleLbl="revTx" presStyleIdx="0" presStyleCnt="4"/>
      <dgm:spPr/>
    </dgm:pt>
    <dgm:pt modelId="{05906A32-A198-40A8-A9F4-DE01DCC5F52D}" type="pres">
      <dgm:prSet presAssocID="{CA2EE782-B7CC-4C63-A158-B8F2962030DB}" presName="vert1" presStyleCnt="0"/>
      <dgm:spPr/>
    </dgm:pt>
    <dgm:pt modelId="{1875C957-2085-4E81-AC26-F917E86BB1ED}" type="pres">
      <dgm:prSet presAssocID="{34D0D2CC-AD64-41C1-9DC7-0E4671946236}" presName="thickLine" presStyleLbl="alignNode1" presStyleIdx="1" presStyleCnt="4"/>
      <dgm:spPr/>
    </dgm:pt>
    <dgm:pt modelId="{01CAB7FB-DA55-4740-8285-ECFE85FB51B1}" type="pres">
      <dgm:prSet presAssocID="{34D0D2CC-AD64-41C1-9DC7-0E4671946236}" presName="horz1" presStyleCnt="0"/>
      <dgm:spPr/>
    </dgm:pt>
    <dgm:pt modelId="{F516062D-8EA1-4637-8D4D-12B2E2C67E2D}" type="pres">
      <dgm:prSet presAssocID="{34D0D2CC-AD64-41C1-9DC7-0E4671946236}" presName="tx1" presStyleLbl="revTx" presStyleIdx="1" presStyleCnt="4"/>
      <dgm:spPr/>
    </dgm:pt>
    <dgm:pt modelId="{D75B9926-AE7B-4CFB-A2A9-6C2EB252B62D}" type="pres">
      <dgm:prSet presAssocID="{34D0D2CC-AD64-41C1-9DC7-0E4671946236}" presName="vert1" presStyleCnt="0"/>
      <dgm:spPr/>
    </dgm:pt>
    <dgm:pt modelId="{746C5D50-55C3-400C-9262-65EF15C57D02}" type="pres">
      <dgm:prSet presAssocID="{2E750978-EDEA-4E26-A1FF-F277218D2E5F}" presName="thickLine" presStyleLbl="alignNode1" presStyleIdx="2" presStyleCnt="4"/>
      <dgm:spPr/>
    </dgm:pt>
    <dgm:pt modelId="{8A1F5A87-4827-4E0E-99D4-D3CCF679C048}" type="pres">
      <dgm:prSet presAssocID="{2E750978-EDEA-4E26-A1FF-F277218D2E5F}" presName="horz1" presStyleCnt="0"/>
      <dgm:spPr/>
    </dgm:pt>
    <dgm:pt modelId="{A026E03B-B1EA-41F6-82D7-816CA6C3B1A9}" type="pres">
      <dgm:prSet presAssocID="{2E750978-EDEA-4E26-A1FF-F277218D2E5F}" presName="tx1" presStyleLbl="revTx" presStyleIdx="2" presStyleCnt="4"/>
      <dgm:spPr/>
    </dgm:pt>
    <dgm:pt modelId="{B0296906-83CF-4AB4-A0CC-72A0D5248429}" type="pres">
      <dgm:prSet presAssocID="{2E750978-EDEA-4E26-A1FF-F277218D2E5F}" presName="vert1" presStyleCnt="0"/>
      <dgm:spPr/>
    </dgm:pt>
    <dgm:pt modelId="{BFA1DAA4-806E-4BE2-B9B3-2E7864616011}" type="pres">
      <dgm:prSet presAssocID="{328B796F-733D-4049-A6D5-D3164FEAE081}" presName="thickLine" presStyleLbl="alignNode1" presStyleIdx="3" presStyleCnt="4"/>
      <dgm:spPr/>
    </dgm:pt>
    <dgm:pt modelId="{598C08C9-201F-48D3-A8B0-EABA2D297547}" type="pres">
      <dgm:prSet presAssocID="{328B796F-733D-4049-A6D5-D3164FEAE081}" presName="horz1" presStyleCnt="0"/>
      <dgm:spPr/>
    </dgm:pt>
    <dgm:pt modelId="{181A29E3-4E63-485B-9EEB-25FEA01008BD}" type="pres">
      <dgm:prSet presAssocID="{328B796F-733D-4049-A6D5-D3164FEAE081}" presName="tx1" presStyleLbl="revTx" presStyleIdx="3" presStyleCnt="4"/>
      <dgm:spPr/>
    </dgm:pt>
    <dgm:pt modelId="{D3F404A7-DA79-4EDC-B7D6-EFF88437DA5E}" type="pres">
      <dgm:prSet presAssocID="{328B796F-733D-4049-A6D5-D3164FEAE081}" presName="vert1" presStyleCnt="0"/>
      <dgm:spPr/>
    </dgm:pt>
  </dgm:ptLst>
  <dgm:cxnLst>
    <dgm:cxn modelId="{46E86C28-AE1B-47DE-BC86-3916E3DFF575}" srcId="{3A0CDC3A-636D-44D4-8556-93A0E57BCDA2}" destId="{2E750978-EDEA-4E26-A1FF-F277218D2E5F}" srcOrd="2" destOrd="0" parTransId="{91FFB2DE-44CF-48ED-BCCC-4CE1C35BD742}" sibTransId="{C01B7474-D34D-4BD2-B0AF-0F550E58C094}"/>
    <dgm:cxn modelId="{B29A3D37-3B64-44FB-87DF-30C708CFD5CE}" type="presOf" srcId="{2E750978-EDEA-4E26-A1FF-F277218D2E5F}" destId="{A026E03B-B1EA-41F6-82D7-816CA6C3B1A9}" srcOrd="0" destOrd="0" presId="urn:microsoft.com/office/officeart/2008/layout/LinedList"/>
    <dgm:cxn modelId="{FD251238-2E0E-4949-B37D-CA671339E478}" srcId="{3A0CDC3A-636D-44D4-8556-93A0E57BCDA2}" destId="{328B796F-733D-4049-A6D5-D3164FEAE081}" srcOrd="3" destOrd="0" parTransId="{733788B3-C597-41CF-B412-A203B424D58C}" sibTransId="{5A8B4849-D9B0-48AC-B43B-42B53D490467}"/>
    <dgm:cxn modelId="{5B04D845-5F3F-4A00-A59C-6161AD3A248C}" type="presOf" srcId="{CA2EE782-B7CC-4C63-A158-B8F2962030DB}" destId="{54B1B4BF-AAFD-4DD7-A92E-A19258E21922}" srcOrd="0" destOrd="0" presId="urn:microsoft.com/office/officeart/2008/layout/LinedList"/>
    <dgm:cxn modelId="{9A10E18B-033B-44B7-9447-18D29B30AE02}" type="presOf" srcId="{328B796F-733D-4049-A6D5-D3164FEAE081}" destId="{181A29E3-4E63-485B-9EEB-25FEA01008BD}" srcOrd="0" destOrd="0" presId="urn:microsoft.com/office/officeart/2008/layout/LinedList"/>
    <dgm:cxn modelId="{6325FF8E-DC2E-48BD-BEC3-EC17398B0DD0}" type="presOf" srcId="{34D0D2CC-AD64-41C1-9DC7-0E4671946236}" destId="{F516062D-8EA1-4637-8D4D-12B2E2C67E2D}" srcOrd="0" destOrd="0" presId="urn:microsoft.com/office/officeart/2008/layout/LinedList"/>
    <dgm:cxn modelId="{1F721C97-96FC-47B4-98FD-AE3AE1C5F106}" srcId="{3A0CDC3A-636D-44D4-8556-93A0E57BCDA2}" destId="{34D0D2CC-AD64-41C1-9DC7-0E4671946236}" srcOrd="1" destOrd="0" parTransId="{7684250A-3E1B-4B6C-B2A1-BF86DD6C9C85}" sibTransId="{1ED45A06-2CB2-4D2C-BB93-287E687C5651}"/>
    <dgm:cxn modelId="{783B33F7-A148-47E1-A6BD-AC5E611B6682}" type="presOf" srcId="{3A0CDC3A-636D-44D4-8556-93A0E57BCDA2}" destId="{3ACD7FFD-72B8-46F6-A836-48B99489C317}" srcOrd="0" destOrd="0" presId="urn:microsoft.com/office/officeart/2008/layout/LinedList"/>
    <dgm:cxn modelId="{8FC6F8F7-84A8-41AE-8380-B1CEC06E122C}" srcId="{3A0CDC3A-636D-44D4-8556-93A0E57BCDA2}" destId="{CA2EE782-B7CC-4C63-A158-B8F2962030DB}" srcOrd="0" destOrd="0" parTransId="{5C08B84C-AB0F-495F-96C3-0567F86D73C4}" sibTransId="{DC656321-5532-41D4-A9DC-9BB80EDB60EE}"/>
    <dgm:cxn modelId="{805C0BC4-7F01-4B38-B72A-50C1C99A4B77}" type="presParOf" srcId="{3ACD7FFD-72B8-46F6-A836-48B99489C317}" destId="{C17D90F4-DF06-4CD6-B745-A904C7140850}" srcOrd="0" destOrd="0" presId="urn:microsoft.com/office/officeart/2008/layout/LinedList"/>
    <dgm:cxn modelId="{9DB643BA-C217-44ED-8D23-DCF66F34F0F7}" type="presParOf" srcId="{3ACD7FFD-72B8-46F6-A836-48B99489C317}" destId="{857A5B45-FBCE-451F-BED0-DCD741AC064A}" srcOrd="1" destOrd="0" presId="urn:microsoft.com/office/officeart/2008/layout/LinedList"/>
    <dgm:cxn modelId="{A8718F64-0111-4E77-8D65-36E001293DA3}" type="presParOf" srcId="{857A5B45-FBCE-451F-BED0-DCD741AC064A}" destId="{54B1B4BF-AAFD-4DD7-A92E-A19258E21922}" srcOrd="0" destOrd="0" presId="urn:microsoft.com/office/officeart/2008/layout/LinedList"/>
    <dgm:cxn modelId="{D959F71C-4DDB-4FAC-B4E2-D5B93576E2AD}" type="presParOf" srcId="{857A5B45-FBCE-451F-BED0-DCD741AC064A}" destId="{05906A32-A198-40A8-A9F4-DE01DCC5F52D}" srcOrd="1" destOrd="0" presId="urn:microsoft.com/office/officeart/2008/layout/LinedList"/>
    <dgm:cxn modelId="{3665D93C-6951-4722-8239-FE6AE7E009F1}" type="presParOf" srcId="{3ACD7FFD-72B8-46F6-A836-48B99489C317}" destId="{1875C957-2085-4E81-AC26-F917E86BB1ED}" srcOrd="2" destOrd="0" presId="urn:microsoft.com/office/officeart/2008/layout/LinedList"/>
    <dgm:cxn modelId="{13AFADF6-29C1-4EFE-A232-E84D5E69F948}" type="presParOf" srcId="{3ACD7FFD-72B8-46F6-A836-48B99489C317}" destId="{01CAB7FB-DA55-4740-8285-ECFE85FB51B1}" srcOrd="3" destOrd="0" presId="urn:microsoft.com/office/officeart/2008/layout/LinedList"/>
    <dgm:cxn modelId="{9BC71A59-7463-4D3E-99BD-2651ACCB158A}" type="presParOf" srcId="{01CAB7FB-DA55-4740-8285-ECFE85FB51B1}" destId="{F516062D-8EA1-4637-8D4D-12B2E2C67E2D}" srcOrd="0" destOrd="0" presId="urn:microsoft.com/office/officeart/2008/layout/LinedList"/>
    <dgm:cxn modelId="{A6EA11C0-6167-4022-A9A1-A819E431126A}" type="presParOf" srcId="{01CAB7FB-DA55-4740-8285-ECFE85FB51B1}" destId="{D75B9926-AE7B-4CFB-A2A9-6C2EB252B62D}" srcOrd="1" destOrd="0" presId="urn:microsoft.com/office/officeart/2008/layout/LinedList"/>
    <dgm:cxn modelId="{CF586FA1-7621-4ACD-BC69-CF79E0D24606}" type="presParOf" srcId="{3ACD7FFD-72B8-46F6-A836-48B99489C317}" destId="{746C5D50-55C3-400C-9262-65EF15C57D02}" srcOrd="4" destOrd="0" presId="urn:microsoft.com/office/officeart/2008/layout/LinedList"/>
    <dgm:cxn modelId="{A92B28D1-ADE3-485A-8FF6-C33915207B7A}" type="presParOf" srcId="{3ACD7FFD-72B8-46F6-A836-48B99489C317}" destId="{8A1F5A87-4827-4E0E-99D4-D3CCF679C048}" srcOrd="5" destOrd="0" presId="urn:microsoft.com/office/officeart/2008/layout/LinedList"/>
    <dgm:cxn modelId="{BF542243-997A-43C8-8D2D-E84E66CE36E9}" type="presParOf" srcId="{8A1F5A87-4827-4E0E-99D4-D3CCF679C048}" destId="{A026E03B-B1EA-41F6-82D7-816CA6C3B1A9}" srcOrd="0" destOrd="0" presId="urn:microsoft.com/office/officeart/2008/layout/LinedList"/>
    <dgm:cxn modelId="{BC9482FF-12E8-496F-B13D-EF00962F3466}" type="presParOf" srcId="{8A1F5A87-4827-4E0E-99D4-D3CCF679C048}" destId="{B0296906-83CF-4AB4-A0CC-72A0D5248429}" srcOrd="1" destOrd="0" presId="urn:microsoft.com/office/officeart/2008/layout/LinedList"/>
    <dgm:cxn modelId="{F108A5CB-E508-42D7-BE46-DAEA9D0B7793}" type="presParOf" srcId="{3ACD7FFD-72B8-46F6-A836-48B99489C317}" destId="{BFA1DAA4-806E-4BE2-B9B3-2E7864616011}" srcOrd="6" destOrd="0" presId="urn:microsoft.com/office/officeart/2008/layout/LinedList"/>
    <dgm:cxn modelId="{AA0648EF-B02A-483D-A5F2-6A9CED469395}" type="presParOf" srcId="{3ACD7FFD-72B8-46F6-A836-48B99489C317}" destId="{598C08C9-201F-48D3-A8B0-EABA2D297547}" srcOrd="7" destOrd="0" presId="urn:microsoft.com/office/officeart/2008/layout/LinedList"/>
    <dgm:cxn modelId="{DCF1C960-3604-4012-85CC-DEE9B81F7B84}" type="presParOf" srcId="{598C08C9-201F-48D3-A8B0-EABA2D297547}" destId="{181A29E3-4E63-485B-9EEB-25FEA01008BD}" srcOrd="0" destOrd="0" presId="urn:microsoft.com/office/officeart/2008/layout/LinedList"/>
    <dgm:cxn modelId="{A56A82A0-A179-4EA5-9FE3-8A676543C6DD}" type="presParOf" srcId="{598C08C9-201F-48D3-A8B0-EABA2D297547}" destId="{D3F404A7-DA79-4EDC-B7D6-EFF88437DA5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E4C4130-5D66-47BD-B5E8-4724643BAB41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7775487-F7EF-4DA3-A4C1-E9EED8EDF7E6}">
      <dgm:prSet/>
      <dgm:spPr/>
      <dgm:t>
        <a:bodyPr/>
        <a:lstStyle/>
        <a:p>
          <a:r>
            <a:rPr lang="en-US"/>
            <a:t>Basados en tecnología magnética</a:t>
          </a:r>
        </a:p>
      </dgm:t>
    </dgm:pt>
    <dgm:pt modelId="{0B168137-D45D-4516-B2BD-BEB1FB48E6FF}" type="parTrans" cxnId="{AEF0D2C5-371E-454B-93CB-73471A746F5E}">
      <dgm:prSet/>
      <dgm:spPr/>
      <dgm:t>
        <a:bodyPr/>
        <a:lstStyle/>
        <a:p>
          <a:endParaRPr lang="en-US"/>
        </a:p>
      </dgm:t>
    </dgm:pt>
    <dgm:pt modelId="{C6682FF3-9F38-454B-94AE-6BFF2BFFC9AD}" type="sibTrans" cxnId="{AEF0D2C5-371E-454B-93CB-73471A746F5E}">
      <dgm:prSet/>
      <dgm:spPr/>
      <dgm:t>
        <a:bodyPr/>
        <a:lstStyle/>
        <a:p>
          <a:endParaRPr lang="en-US"/>
        </a:p>
      </dgm:t>
    </dgm:pt>
    <dgm:pt modelId="{B017D2CB-C438-4C7D-97AF-213CC61E5A6D}">
      <dgm:prSet/>
      <dgm:spPr/>
      <dgm:t>
        <a:bodyPr/>
        <a:lstStyle/>
        <a:p>
          <a:r>
            <a:rPr lang="en-US"/>
            <a:t>Gran capacidad de almacenamiento</a:t>
          </a:r>
        </a:p>
      </dgm:t>
    </dgm:pt>
    <dgm:pt modelId="{D4EC78B0-8288-4FB9-AEB2-2D1DADC204E4}" type="parTrans" cxnId="{88D0B985-E385-46E8-B0EA-D1C7C30159B1}">
      <dgm:prSet/>
      <dgm:spPr/>
      <dgm:t>
        <a:bodyPr/>
        <a:lstStyle/>
        <a:p>
          <a:endParaRPr lang="en-US"/>
        </a:p>
      </dgm:t>
    </dgm:pt>
    <dgm:pt modelId="{90FF33CB-AB41-4C21-866C-DA0B9A1EFD47}" type="sibTrans" cxnId="{88D0B985-E385-46E8-B0EA-D1C7C30159B1}">
      <dgm:prSet/>
      <dgm:spPr/>
      <dgm:t>
        <a:bodyPr/>
        <a:lstStyle/>
        <a:p>
          <a:endParaRPr lang="en-US"/>
        </a:p>
      </dgm:t>
    </dgm:pt>
    <dgm:pt modelId="{061C2607-C55D-404A-9B43-F572B2FFA1F0}">
      <dgm:prSet/>
      <dgm:spPr/>
      <dgm:t>
        <a:bodyPr/>
        <a:lstStyle/>
        <a:p>
          <a:r>
            <a:rPr lang="en-US"/>
            <a:t>Menor velocidad que los SSD</a:t>
          </a:r>
        </a:p>
      </dgm:t>
    </dgm:pt>
    <dgm:pt modelId="{83658A09-EC81-470E-9D43-FD5A0956CB6B}" type="parTrans" cxnId="{90B1763C-A4D6-4A5F-B91E-9C4BAFF2799F}">
      <dgm:prSet/>
      <dgm:spPr/>
      <dgm:t>
        <a:bodyPr/>
        <a:lstStyle/>
        <a:p>
          <a:endParaRPr lang="en-US"/>
        </a:p>
      </dgm:t>
    </dgm:pt>
    <dgm:pt modelId="{885426D2-B569-42A5-A565-8306BEDEC7F8}" type="sibTrans" cxnId="{90B1763C-A4D6-4A5F-B91E-9C4BAFF2799F}">
      <dgm:prSet/>
      <dgm:spPr/>
      <dgm:t>
        <a:bodyPr/>
        <a:lstStyle/>
        <a:p>
          <a:endParaRPr lang="en-US"/>
        </a:p>
      </dgm:t>
    </dgm:pt>
    <dgm:pt modelId="{9BD3B4D4-E8E4-485E-8F51-B42349B6A612}">
      <dgm:prSet/>
      <dgm:spPr/>
      <dgm:t>
        <a:bodyPr/>
        <a:lstStyle/>
        <a:p>
          <a:r>
            <a:rPr lang="en-US"/>
            <a:t>Uso frecuente en servidores y copias de seguridad</a:t>
          </a:r>
        </a:p>
      </dgm:t>
    </dgm:pt>
    <dgm:pt modelId="{115BD289-6E92-4C2E-9A00-DB31DFC9622F}" type="parTrans" cxnId="{BA2B0052-5489-4FAB-A686-F53DF8748531}">
      <dgm:prSet/>
      <dgm:spPr/>
      <dgm:t>
        <a:bodyPr/>
        <a:lstStyle/>
        <a:p>
          <a:endParaRPr lang="en-US"/>
        </a:p>
      </dgm:t>
    </dgm:pt>
    <dgm:pt modelId="{CCB55304-3F6D-49BD-A776-C3B0445D0734}" type="sibTrans" cxnId="{BA2B0052-5489-4FAB-A686-F53DF8748531}">
      <dgm:prSet/>
      <dgm:spPr/>
      <dgm:t>
        <a:bodyPr/>
        <a:lstStyle/>
        <a:p>
          <a:endParaRPr lang="en-US"/>
        </a:p>
      </dgm:t>
    </dgm:pt>
    <dgm:pt modelId="{491C8924-95F1-4436-A587-574D4B3974C3}" type="pres">
      <dgm:prSet presAssocID="{DE4C4130-5D66-47BD-B5E8-4724643BAB41}" presName="vert0" presStyleCnt="0">
        <dgm:presLayoutVars>
          <dgm:dir/>
          <dgm:animOne val="branch"/>
          <dgm:animLvl val="lvl"/>
        </dgm:presLayoutVars>
      </dgm:prSet>
      <dgm:spPr/>
    </dgm:pt>
    <dgm:pt modelId="{06D8D011-4C00-4713-AEB0-5B2AAABC852D}" type="pres">
      <dgm:prSet presAssocID="{B7775487-F7EF-4DA3-A4C1-E9EED8EDF7E6}" presName="thickLine" presStyleLbl="alignNode1" presStyleIdx="0" presStyleCnt="4"/>
      <dgm:spPr/>
    </dgm:pt>
    <dgm:pt modelId="{648863F4-94C4-4648-8C4B-C86531380BD4}" type="pres">
      <dgm:prSet presAssocID="{B7775487-F7EF-4DA3-A4C1-E9EED8EDF7E6}" presName="horz1" presStyleCnt="0"/>
      <dgm:spPr/>
    </dgm:pt>
    <dgm:pt modelId="{014C8300-8FB7-429D-891F-149EB04D8D3A}" type="pres">
      <dgm:prSet presAssocID="{B7775487-F7EF-4DA3-A4C1-E9EED8EDF7E6}" presName="tx1" presStyleLbl="revTx" presStyleIdx="0" presStyleCnt="4"/>
      <dgm:spPr/>
    </dgm:pt>
    <dgm:pt modelId="{EE6970C5-2D63-4FE4-B0A4-366293CE65D6}" type="pres">
      <dgm:prSet presAssocID="{B7775487-F7EF-4DA3-A4C1-E9EED8EDF7E6}" presName="vert1" presStyleCnt="0"/>
      <dgm:spPr/>
    </dgm:pt>
    <dgm:pt modelId="{A45AEF95-8DCD-4930-9F6C-8F6CFABA7B78}" type="pres">
      <dgm:prSet presAssocID="{B017D2CB-C438-4C7D-97AF-213CC61E5A6D}" presName="thickLine" presStyleLbl="alignNode1" presStyleIdx="1" presStyleCnt="4"/>
      <dgm:spPr/>
    </dgm:pt>
    <dgm:pt modelId="{436BED2F-BE52-4ADD-991E-205E3634B428}" type="pres">
      <dgm:prSet presAssocID="{B017D2CB-C438-4C7D-97AF-213CC61E5A6D}" presName="horz1" presStyleCnt="0"/>
      <dgm:spPr/>
    </dgm:pt>
    <dgm:pt modelId="{35E13FF5-CC3D-4824-9DAD-36B0FD35C0A9}" type="pres">
      <dgm:prSet presAssocID="{B017D2CB-C438-4C7D-97AF-213CC61E5A6D}" presName="tx1" presStyleLbl="revTx" presStyleIdx="1" presStyleCnt="4"/>
      <dgm:spPr/>
    </dgm:pt>
    <dgm:pt modelId="{A68F8733-5BBA-4035-927D-5F7A2B638D53}" type="pres">
      <dgm:prSet presAssocID="{B017D2CB-C438-4C7D-97AF-213CC61E5A6D}" presName="vert1" presStyleCnt="0"/>
      <dgm:spPr/>
    </dgm:pt>
    <dgm:pt modelId="{D956DD1C-DE17-40C2-829A-3AB35220CC86}" type="pres">
      <dgm:prSet presAssocID="{061C2607-C55D-404A-9B43-F572B2FFA1F0}" presName="thickLine" presStyleLbl="alignNode1" presStyleIdx="2" presStyleCnt="4"/>
      <dgm:spPr/>
    </dgm:pt>
    <dgm:pt modelId="{8DDAAC84-13FF-491A-8B76-3C49B59C1663}" type="pres">
      <dgm:prSet presAssocID="{061C2607-C55D-404A-9B43-F572B2FFA1F0}" presName="horz1" presStyleCnt="0"/>
      <dgm:spPr/>
    </dgm:pt>
    <dgm:pt modelId="{6D931994-CCF4-43B7-B0A1-F4F2F20587D4}" type="pres">
      <dgm:prSet presAssocID="{061C2607-C55D-404A-9B43-F572B2FFA1F0}" presName="tx1" presStyleLbl="revTx" presStyleIdx="2" presStyleCnt="4"/>
      <dgm:spPr/>
    </dgm:pt>
    <dgm:pt modelId="{09E3FB38-13B9-4F39-BBF0-A3028B0CF133}" type="pres">
      <dgm:prSet presAssocID="{061C2607-C55D-404A-9B43-F572B2FFA1F0}" presName="vert1" presStyleCnt="0"/>
      <dgm:spPr/>
    </dgm:pt>
    <dgm:pt modelId="{888B65BA-C765-4305-9F57-8C9C8D84B74C}" type="pres">
      <dgm:prSet presAssocID="{9BD3B4D4-E8E4-485E-8F51-B42349B6A612}" presName="thickLine" presStyleLbl="alignNode1" presStyleIdx="3" presStyleCnt="4"/>
      <dgm:spPr/>
    </dgm:pt>
    <dgm:pt modelId="{78F45CEA-2ADA-4712-912E-3736DF01BEAA}" type="pres">
      <dgm:prSet presAssocID="{9BD3B4D4-E8E4-485E-8F51-B42349B6A612}" presName="horz1" presStyleCnt="0"/>
      <dgm:spPr/>
    </dgm:pt>
    <dgm:pt modelId="{61C913DC-E179-471F-8E8A-8D926F2F78FB}" type="pres">
      <dgm:prSet presAssocID="{9BD3B4D4-E8E4-485E-8F51-B42349B6A612}" presName="tx1" presStyleLbl="revTx" presStyleIdx="3" presStyleCnt="4"/>
      <dgm:spPr/>
    </dgm:pt>
    <dgm:pt modelId="{885F085E-0BC7-4697-8611-245C70F11039}" type="pres">
      <dgm:prSet presAssocID="{9BD3B4D4-E8E4-485E-8F51-B42349B6A612}" presName="vert1" presStyleCnt="0"/>
      <dgm:spPr/>
    </dgm:pt>
  </dgm:ptLst>
  <dgm:cxnLst>
    <dgm:cxn modelId="{74EE9E29-E080-49E9-BA67-93EA02E7A034}" type="presOf" srcId="{DE4C4130-5D66-47BD-B5E8-4724643BAB41}" destId="{491C8924-95F1-4436-A587-574D4B3974C3}" srcOrd="0" destOrd="0" presId="urn:microsoft.com/office/officeart/2008/layout/LinedList"/>
    <dgm:cxn modelId="{5267D835-E001-4C4F-AF84-96CBBDBF6676}" type="presOf" srcId="{9BD3B4D4-E8E4-485E-8F51-B42349B6A612}" destId="{61C913DC-E179-471F-8E8A-8D926F2F78FB}" srcOrd="0" destOrd="0" presId="urn:microsoft.com/office/officeart/2008/layout/LinedList"/>
    <dgm:cxn modelId="{90B1763C-A4D6-4A5F-B91E-9C4BAFF2799F}" srcId="{DE4C4130-5D66-47BD-B5E8-4724643BAB41}" destId="{061C2607-C55D-404A-9B43-F572B2FFA1F0}" srcOrd="2" destOrd="0" parTransId="{83658A09-EC81-470E-9D43-FD5A0956CB6B}" sibTransId="{885426D2-B569-42A5-A565-8306BEDEC7F8}"/>
    <dgm:cxn modelId="{BA2B0052-5489-4FAB-A686-F53DF8748531}" srcId="{DE4C4130-5D66-47BD-B5E8-4724643BAB41}" destId="{9BD3B4D4-E8E4-485E-8F51-B42349B6A612}" srcOrd="3" destOrd="0" parTransId="{115BD289-6E92-4C2E-9A00-DB31DFC9622F}" sibTransId="{CCB55304-3F6D-49BD-A776-C3B0445D0734}"/>
    <dgm:cxn modelId="{EDE90F58-AD64-4DA8-8FCA-0DCE3E8EEA84}" type="presOf" srcId="{B017D2CB-C438-4C7D-97AF-213CC61E5A6D}" destId="{35E13FF5-CC3D-4824-9DAD-36B0FD35C0A9}" srcOrd="0" destOrd="0" presId="urn:microsoft.com/office/officeart/2008/layout/LinedList"/>
    <dgm:cxn modelId="{846EC77A-8A24-4264-AD99-B993672B39A0}" type="presOf" srcId="{061C2607-C55D-404A-9B43-F572B2FFA1F0}" destId="{6D931994-CCF4-43B7-B0A1-F4F2F20587D4}" srcOrd="0" destOrd="0" presId="urn:microsoft.com/office/officeart/2008/layout/LinedList"/>
    <dgm:cxn modelId="{51D3A37B-15A3-472B-A359-45FDB47C1B71}" type="presOf" srcId="{B7775487-F7EF-4DA3-A4C1-E9EED8EDF7E6}" destId="{014C8300-8FB7-429D-891F-149EB04D8D3A}" srcOrd="0" destOrd="0" presId="urn:microsoft.com/office/officeart/2008/layout/LinedList"/>
    <dgm:cxn modelId="{88D0B985-E385-46E8-B0EA-D1C7C30159B1}" srcId="{DE4C4130-5D66-47BD-B5E8-4724643BAB41}" destId="{B017D2CB-C438-4C7D-97AF-213CC61E5A6D}" srcOrd="1" destOrd="0" parTransId="{D4EC78B0-8288-4FB9-AEB2-2D1DADC204E4}" sibTransId="{90FF33CB-AB41-4C21-866C-DA0B9A1EFD47}"/>
    <dgm:cxn modelId="{AEF0D2C5-371E-454B-93CB-73471A746F5E}" srcId="{DE4C4130-5D66-47BD-B5E8-4724643BAB41}" destId="{B7775487-F7EF-4DA3-A4C1-E9EED8EDF7E6}" srcOrd="0" destOrd="0" parTransId="{0B168137-D45D-4516-B2BD-BEB1FB48E6FF}" sibTransId="{C6682FF3-9F38-454B-94AE-6BFF2BFFC9AD}"/>
    <dgm:cxn modelId="{C039ADD5-FE97-4FC6-92A7-0EE4579289E0}" type="presParOf" srcId="{491C8924-95F1-4436-A587-574D4B3974C3}" destId="{06D8D011-4C00-4713-AEB0-5B2AAABC852D}" srcOrd="0" destOrd="0" presId="urn:microsoft.com/office/officeart/2008/layout/LinedList"/>
    <dgm:cxn modelId="{B2C24AB7-3288-401F-8C9B-7BC601E4FE7C}" type="presParOf" srcId="{491C8924-95F1-4436-A587-574D4B3974C3}" destId="{648863F4-94C4-4648-8C4B-C86531380BD4}" srcOrd="1" destOrd="0" presId="urn:microsoft.com/office/officeart/2008/layout/LinedList"/>
    <dgm:cxn modelId="{CE2B119A-6F54-487A-8E79-77BA496C944E}" type="presParOf" srcId="{648863F4-94C4-4648-8C4B-C86531380BD4}" destId="{014C8300-8FB7-429D-891F-149EB04D8D3A}" srcOrd="0" destOrd="0" presId="urn:microsoft.com/office/officeart/2008/layout/LinedList"/>
    <dgm:cxn modelId="{B44F2BD9-1A42-4AED-829B-F7769BC55540}" type="presParOf" srcId="{648863F4-94C4-4648-8C4B-C86531380BD4}" destId="{EE6970C5-2D63-4FE4-B0A4-366293CE65D6}" srcOrd="1" destOrd="0" presId="urn:microsoft.com/office/officeart/2008/layout/LinedList"/>
    <dgm:cxn modelId="{C6E1D5B6-AEEA-4F45-B13F-B3DE537F33F8}" type="presParOf" srcId="{491C8924-95F1-4436-A587-574D4B3974C3}" destId="{A45AEF95-8DCD-4930-9F6C-8F6CFABA7B78}" srcOrd="2" destOrd="0" presId="urn:microsoft.com/office/officeart/2008/layout/LinedList"/>
    <dgm:cxn modelId="{59F4D2C7-BE54-4B92-9CE7-84A8CFA366E3}" type="presParOf" srcId="{491C8924-95F1-4436-A587-574D4B3974C3}" destId="{436BED2F-BE52-4ADD-991E-205E3634B428}" srcOrd="3" destOrd="0" presId="urn:microsoft.com/office/officeart/2008/layout/LinedList"/>
    <dgm:cxn modelId="{D69ACB09-6011-4B84-B543-44F424D3D5DB}" type="presParOf" srcId="{436BED2F-BE52-4ADD-991E-205E3634B428}" destId="{35E13FF5-CC3D-4824-9DAD-36B0FD35C0A9}" srcOrd="0" destOrd="0" presId="urn:microsoft.com/office/officeart/2008/layout/LinedList"/>
    <dgm:cxn modelId="{2A7BA492-AD9C-49A2-91A0-638801D7DBFE}" type="presParOf" srcId="{436BED2F-BE52-4ADD-991E-205E3634B428}" destId="{A68F8733-5BBA-4035-927D-5F7A2B638D53}" srcOrd="1" destOrd="0" presId="urn:microsoft.com/office/officeart/2008/layout/LinedList"/>
    <dgm:cxn modelId="{8384ACEF-0C12-4EDB-A5E9-04E41831CD76}" type="presParOf" srcId="{491C8924-95F1-4436-A587-574D4B3974C3}" destId="{D956DD1C-DE17-40C2-829A-3AB35220CC86}" srcOrd="4" destOrd="0" presId="urn:microsoft.com/office/officeart/2008/layout/LinedList"/>
    <dgm:cxn modelId="{D1D87E15-9384-4B91-81F0-EC80DACF66A6}" type="presParOf" srcId="{491C8924-95F1-4436-A587-574D4B3974C3}" destId="{8DDAAC84-13FF-491A-8B76-3C49B59C1663}" srcOrd="5" destOrd="0" presId="urn:microsoft.com/office/officeart/2008/layout/LinedList"/>
    <dgm:cxn modelId="{706E9C5E-BF89-4C52-A620-DAC530457F90}" type="presParOf" srcId="{8DDAAC84-13FF-491A-8B76-3C49B59C1663}" destId="{6D931994-CCF4-43B7-B0A1-F4F2F20587D4}" srcOrd="0" destOrd="0" presId="urn:microsoft.com/office/officeart/2008/layout/LinedList"/>
    <dgm:cxn modelId="{3B4FD6E0-4916-429D-8CC9-CD31364552F9}" type="presParOf" srcId="{8DDAAC84-13FF-491A-8B76-3C49B59C1663}" destId="{09E3FB38-13B9-4F39-BBF0-A3028B0CF133}" srcOrd="1" destOrd="0" presId="urn:microsoft.com/office/officeart/2008/layout/LinedList"/>
    <dgm:cxn modelId="{10986189-F3AF-4143-A074-3EBCB0724647}" type="presParOf" srcId="{491C8924-95F1-4436-A587-574D4B3974C3}" destId="{888B65BA-C765-4305-9F57-8C9C8D84B74C}" srcOrd="6" destOrd="0" presId="urn:microsoft.com/office/officeart/2008/layout/LinedList"/>
    <dgm:cxn modelId="{70B6D304-4F48-4D4C-BFEB-ABA0359FC78F}" type="presParOf" srcId="{491C8924-95F1-4436-A587-574D4B3974C3}" destId="{78F45CEA-2ADA-4712-912E-3736DF01BEAA}" srcOrd="7" destOrd="0" presId="urn:microsoft.com/office/officeart/2008/layout/LinedList"/>
    <dgm:cxn modelId="{137AFB01-3F0C-4A2A-BEF9-C9545569B241}" type="presParOf" srcId="{78F45CEA-2ADA-4712-912E-3736DF01BEAA}" destId="{61C913DC-E179-471F-8E8A-8D926F2F78FB}" srcOrd="0" destOrd="0" presId="urn:microsoft.com/office/officeart/2008/layout/LinedList"/>
    <dgm:cxn modelId="{953F2036-8904-45AC-A388-57A5A8C12BA7}" type="presParOf" srcId="{78F45CEA-2ADA-4712-912E-3736DF01BEAA}" destId="{885F085E-0BC7-4697-8611-245C70F1103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79EDCE3-F43A-42FD-B688-43B950F2135B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199D78C-0587-4B40-ACCD-3B9B0C80B1D8}">
      <dgm:prSet/>
      <dgm:spPr/>
      <dgm:t>
        <a:bodyPr/>
        <a:lstStyle/>
        <a:p>
          <a:r>
            <a:rPr lang="en-US"/>
            <a:t>Basadas en memoria flash</a:t>
          </a:r>
        </a:p>
      </dgm:t>
    </dgm:pt>
    <dgm:pt modelId="{F24AF32F-DA29-49BF-A050-B4A43896F13A}" type="parTrans" cxnId="{28BA9F27-D466-4D2E-990F-395E1DC5225E}">
      <dgm:prSet/>
      <dgm:spPr/>
      <dgm:t>
        <a:bodyPr/>
        <a:lstStyle/>
        <a:p>
          <a:endParaRPr lang="en-US"/>
        </a:p>
      </dgm:t>
    </dgm:pt>
    <dgm:pt modelId="{B17BECCD-58E1-4002-AA96-9853ABA95E85}" type="sibTrans" cxnId="{28BA9F27-D466-4D2E-990F-395E1DC5225E}">
      <dgm:prSet/>
      <dgm:spPr/>
      <dgm:t>
        <a:bodyPr/>
        <a:lstStyle/>
        <a:p>
          <a:endParaRPr lang="en-US"/>
        </a:p>
      </dgm:t>
    </dgm:pt>
    <dgm:pt modelId="{CCCF01F0-910A-4A91-84FD-EE50DDB06682}">
      <dgm:prSet/>
      <dgm:spPr/>
      <dgm:t>
        <a:bodyPr/>
        <a:lstStyle/>
        <a:p>
          <a:r>
            <a:rPr lang="en-US"/>
            <a:t>Alta velocidad de lectura y escritura</a:t>
          </a:r>
        </a:p>
      </dgm:t>
    </dgm:pt>
    <dgm:pt modelId="{E2902074-051B-49B5-BB2B-435F1389AE3B}" type="parTrans" cxnId="{E15D026E-3F02-4002-8B42-219AB322F09B}">
      <dgm:prSet/>
      <dgm:spPr/>
      <dgm:t>
        <a:bodyPr/>
        <a:lstStyle/>
        <a:p>
          <a:endParaRPr lang="en-US"/>
        </a:p>
      </dgm:t>
    </dgm:pt>
    <dgm:pt modelId="{E7C0DAA1-DD20-4376-8AA2-E1F80E8F7217}" type="sibTrans" cxnId="{E15D026E-3F02-4002-8B42-219AB322F09B}">
      <dgm:prSet/>
      <dgm:spPr/>
      <dgm:t>
        <a:bodyPr/>
        <a:lstStyle/>
        <a:p>
          <a:endParaRPr lang="en-US"/>
        </a:p>
      </dgm:t>
    </dgm:pt>
    <dgm:pt modelId="{12673222-648C-4A56-92F5-8459D055BD47}">
      <dgm:prSet/>
      <dgm:spPr/>
      <dgm:t>
        <a:bodyPr/>
        <a:lstStyle/>
        <a:p>
          <a:r>
            <a:rPr lang="en-US"/>
            <a:t>Menor consumo energético</a:t>
          </a:r>
        </a:p>
      </dgm:t>
    </dgm:pt>
    <dgm:pt modelId="{E844C198-2041-4D99-A858-D60E84783849}" type="parTrans" cxnId="{288D5F31-92B7-432E-8402-FC136D8AADC5}">
      <dgm:prSet/>
      <dgm:spPr/>
      <dgm:t>
        <a:bodyPr/>
        <a:lstStyle/>
        <a:p>
          <a:endParaRPr lang="en-US"/>
        </a:p>
      </dgm:t>
    </dgm:pt>
    <dgm:pt modelId="{7217EB80-9721-40EB-AFD1-20F61F8BBC3A}" type="sibTrans" cxnId="{288D5F31-92B7-432E-8402-FC136D8AADC5}">
      <dgm:prSet/>
      <dgm:spPr/>
      <dgm:t>
        <a:bodyPr/>
        <a:lstStyle/>
        <a:p>
          <a:endParaRPr lang="en-US"/>
        </a:p>
      </dgm:t>
    </dgm:pt>
    <dgm:pt modelId="{C988ABE3-E4AD-4F7B-B3A0-A2E707ABA491}">
      <dgm:prSet/>
      <dgm:spPr/>
      <dgm:t>
        <a:bodyPr/>
        <a:lstStyle/>
        <a:p>
          <a:r>
            <a:rPr lang="en-US"/>
            <a:t>Mayor coste por GB que los HDD</a:t>
          </a:r>
        </a:p>
      </dgm:t>
    </dgm:pt>
    <dgm:pt modelId="{E49A4044-F09F-4F60-8922-909FB1727BEA}" type="parTrans" cxnId="{C076556E-57FB-4920-8DD2-831DCCF785D0}">
      <dgm:prSet/>
      <dgm:spPr/>
      <dgm:t>
        <a:bodyPr/>
        <a:lstStyle/>
        <a:p>
          <a:endParaRPr lang="en-US"/>
        </a:p>
      </dgm:t>
    </dgm:pt>
    <dgm:pt modelId="{127A6D5C-CC25-4C3C-8DCD-DE61AA1A3227}" type="sibTrans" cxnId="{C076556E-57FB-4920-8DD2-831DCCF785D0}">
      <dgm:prSet/>
      <dgm:spPr/>
      <dgm:t>
        <a:bodyPr/>
        <a:lstStyle/>
        <a:p>
          <a:endParaRPr lang="en-US"/>
        </a:p>
      </dgm:t>
    </dgm:pt>
    <dgm:pt modelId="{1C2C99BB-172A-45D2-B861-0862047BFD62}" type="pres">
      <dgm:prSet presAssocID="{579EDCE3-F43A-42FD-B688-43B950F2135B}" presName="vert0" presStyleCnt="0">
        <dgm:presLayoutVars>
          <dgm:dir/>
          <dgm:animOne val="branch"/>
          <dgm:animLvl val="lvl"/>
        </dgm:presLayoutVars>
      </dgm:prSet>
      <dgm:spPr/>
    </dgm:pt>
    <dgm:pt modelId="{85C53856-08C6-4C88-8ABD-16501AF9B654}" type="pres">
      <dgm:prSet presAssocID="{7199D78C-0587-4B40-ACCD-3B9B0C80B1D8}" presName="thickLine" presStyleLbl="alignNode1" presStyleIdx="0" presStyleCnt="4"/>
      <dgm:spPr/>
    </dgm:pt>
    <dgm:pt modelId="{8E0C0016-76D7-46B1-A046-17F6FDBA565E}" type="pres">
      <dgm:prSet presAssocID="{7199D78C-0587-4B40-ACCD-3B9B0C80B1D8}" presName="horz1" presStyleCnt="0"/>
      <dgm:spPr/>
    </dgm:pt>
    <dgm:pt modelId="{8A11DB91-E2AA-4295-B4C2-E66C46BD6EDC}" type="pres">
      <dgm:prSet presAssocID="{7199D78C-0587-4B40-ACCD-3B9B0C80B1D8}" presName="tx1" presStyleLbl="revTx" presStyleIdx="0" presStyleCnt="4"/>
      <dgm:spPr/>
    </dgm:pt>
    <dgm:pt modelId="{68639942-7FA2-4725-A761-A65CA13D92FF}" type="pres">
      <dgm:prSet presAssocID="{7199D78C-0587-4B40-ACCD-3B9B0C80B1D8}" presName="vert1" presStyleCnt="0"/>
      <dgm:spPr/>
    </dgm:pt>
    <dgm:pt modelId="{7C07563C-D9CA-4613-A7A2-4125BE539203}" type="pres">
      <dgm:prSet presAssocID="{CCCF01F0-910A-4A91-84FD-EE50DDB06682}" presName="thickLine" presStyleLbl="alignNode1" presStyleIdx="1" presStyleCnt="4"/>
      <dgm:spPr/>
    </dgm:pt>
    <dgm:pt modelId="{F0D76904-4572-4D16-9FB2-6334E9632975}" type="pres">
      <dgm:prSet presAssocID="{CCCF01F0-910A-4A91-84FD-EE50DDB06682}" presName="horz1" presStyleCnt="0"/>
      <dgm:spPr/>
    </dgm:pt>
    <dgm:pt modelId="{954370FE-1490-44A8-8D49-B777E7921E93}" type="pres">
      <dgm:prSet presAssocID="{CCCF01F0-910A-4A91-84FD-EE50DDB06682}" presName="tx1" presStyleLbl="revTx" presStyleIdx="1" presStyleCnt="4"/>
      <dgm:spPr/>
    </dgm:pt>
    <dgm:pt modelId="{4F322A26-79B1-4894-B3D2-A8C054CF245A}" type="pres">
      <dgm:prSet presAssocID="{CCCF01F0-910A-4A91-84FD-EE50DDB06682}" presName="vert1" presStyleCnt="0"/>
      <dgm:spPr/>
    </dgm:pt>
    <dgm:pt modelId="{450057F4-63EA-49C1-BB28-29A5EC77F9EA}" type="pres">
      <dgm:prSet presAssocID="{12673222-648C-4A56-92F5-8459D055BD47}" presName="thickLine" presStyleLbl="alignNode1" presStyleIdx="2" presStyleCnt="4"/>
      <dgm:spPr/>
    </dgm:pt>
    <dgm:pt modelId="{3CE2DA6B-1FC7-4C70-B3AF-7BBE33781E4B}" type="pres">
      <dgm:prSet presAssocID="{12673222-648C-4A56-92F5-8459D055BD47}" presName="horz1" presStyleCnt="0"/>
      <dgm:spPr/>
    </dgm:pt>
    <dgm:pt modelId="{21482B57-474D-4028-8C08-5586A9D40AA7}" type="pres">
      <dgm:prSet presAssocID="{12673222-648C-4A56-92F5-8459D055BD47}" presName="tx1" presStyleLbl="revTx" presStyleIdx="2" presStyleCnt="4"/>
      <dgm:spPr/>
    </dgm:pt>
    <dgm:pt modelId="{3EB9D57B-6F14-4A34-81F7-F2CEDA2F4B7F}" type="pres">
      <dgm:prSet presAssocID="{12673222-648C-4A56-92F5-8459D055BD47}" presName="vert1" presStyleCnt="0"/>
      <dgm:spPr/>
    </dgm:pt>
    <dgm:pt modelId="{5806C48E-63C4-491D-A769-6679578A1468}" type="pres">
      <dgm:prSet presAssocID="{C988ABE3-E4AD-4F7B-B3A0-A2E707ABA491}" presName="thickLine" presStyleLbl="alignNode1" presStyleIdx="3" presStyleCnt="4"/>
      <dgm:spPr/>
    </dgm:pt>
    <dgm:pt modelId="{CED36B0F-BF7B-40B5-B60F-15E9608E53ED}" type="pres">
      <dgm:prSet presAssocID="{C988ABE3-E4AD-4F7B-B3A0-A2E707ABA491}" presName="horz1" presStyleCnt="0"/>
      <dgm:spPr/>
    </dgm:pt>
    <dgm:pt modelId="{E9D30678-2501-4455-8F12-1F304A0F63AC}" type="pres">
      <dgm:prSet presAssocID="{C988ABE3-E4AD-4F7B-B3A0-A2E707ABA491}" presName="tx1" presStyleLbl="revTx" presStyleIdx="3" presStyleCnt="4"/>
      <dgm:spPr/>
    </dgm:pt>
    <dgm:pt modelId="{F9A8A231-AF1B-4FD6-AFD1-8B4C5FF3A325}" type="pres">
      <dgm:prSet presAssocID="{C988ABE3-E4AD-4F7B-B3A0-A2E707ABA491}" presName="vert1" presStyleCnt="0"/>
      <dgm:spPr/>
    </dgm:pt>
  </dgm:ptLst>
  <dgm:cxnLst>
    <dgm:cxn modelId="{28BA9F27-D466-4D2E-990F-395E1DC5225E}" srcId="{579EDCE3-F43A-42FD-B688-43B950F2135B}" destId="{7199D78C-0587-4B40-ACCD-3B9B0C80B1D8}" srcOrd="0" destOrd="0" parTransId="{F24AF32F-DA29-49BF-A050-B4A43896F13A}" sibTransId="{B17BECCD-58E1-4002-AA96-9853ABA95E85}"/>
    <dgm:cxn modelId="{288D5F31-92B7-432E-8402-FC136D8AADC5}" srcId="{579EDCE3-F43A-42FD-B688-43B950F2135B}" destId="{12673222-648C-4A56-92F5-8459D055BD47}" srcOrd="2" destOrd="0" parTransId="{E844C198-2041-4D99-A858-D60E84783849}" sibTransId="{7217EB80-9721-40EB-AFD1-20F61F8BBC3A}"/>
    <dgm:cxn modelId="{F837FC42-771E-4E8B-877E-16AB6CDB42F6}" type="presOf" srcId="{CCCF01F0-910A-4A91-84FD-EE50DDB06682}" destId="{954370FE-1490-44A8-8D49-B777E7921E93}" srcOrd="0" destOrd="0" presId="urn:microsoft.com/office/officeart/2008/layout/LinedList"/>
    <dgm:cxn modelId="{2DC8DB6D-9C4E-4827-8922-787050AAAC73}" type="presOf" srcId="{579EDCE3-F43A-42FD-B688-43B950F2135B}" destId="{1C2C99BB-172A-45D2-B861-0862047BFD62}" srcOrd="0" destOrd="0" presId="urn:microsoft.com/office/officeart/2008/layout/LinedList"/>
    <dgm:cxn modelId="{E15D026E-3F02-4002-8B42-219AB322F09B}" srcId="{579EDCE3-F43A-42FD-B688-43B950F2135B}" destId="{CCCF01F0-910A-4A91-84FD-EE50DDB06682}" srcOrd="1" destOrd="0" parTransId="{E2902074-051B-49B5-BB2B-435F1389AE3B}" sibTransId="{E7C0DAA1-DD20-4376-8AA2-E1F80E8F7217}"/>
    <dgm:cxn modelId="{C076556E-57FB-4920-8DD2-831DCCF785D0}" srcId="{579EDCE3-F43A-42FD-B688-43B950F2135B}" destId="{C988ABE3-E4AD-4F7B-B3A0-A2E707ABA491}" srcOrd="3" destOrd="0" parTransId="{E49A4044-F09F-4F60-8922-909FB1727BEA}" sibTransId="{127A6D5C-CC25-4C3C-8DCD-DE61AA1A3227}"/>
    <dgm:cxn modelId="{9A669587-FEFB-4C09-B960-AA0D323B0AD6}" type="presOf" srcId="{C988ABE3-E4AD-4F7B-B3A0-A2E707ABA491}" destId="{E9D30678-2501-4455-8F12-1F304A0F63AC}" srcOrd="0" destOrd="0" presId="urn:microsoft.com/office/officeart/2008/layout/LinedList"/>
    <dgm:cxn modelId="{0ADD0BAD-37DA-49F6-8CDF-5013B45F236C}" type="presOf" srcId="{12673222-648C-4A56-92F5-8459D055BD47}" destId="{21482B57-474D-4028-8C08-5586A9D40AA7}" srcOrd="0" destOrd="0" presId="urn:microsoft.com/office/officeart/2008/layout/LinedList"/>
    <dgm:cxn modelId="{220608C3-5B72-4147-B750-0631126611B3}" type="presOf" srcId="{7199D78C-0587-4B40-ACCD-3B9B0C80B1D8}" destId="{8A11DB91-E2AA-4295-B4C2-E66C46BD6EDC}" srcOrd="0" destOrd="0" presId="urn:microsoft.com/office/officeart/2008/layout/LinedList"/>
    <dgm:cxn modelId="{2D15EED8-DF23-40B0-9FEB-5970F5604B3B}" type="presParOf" srcId="{1C2C99BB-172A-45D2-B861-0862047BFD62}" destId="{85C53856-08C6-4C88-8ABD-16501AF9B654}" srcOrd="0" destOrd="0" presId="urn:microsoft.com/office/officeart/2008/layout/LinedList"/>
    <dgm:cxn modelId="{D7832422-4873-4E5C-9983-484D4BD9BAA7}" type="presParOf" srcId="{1C2C99BB-172A-45D2-B861-0862047BFD62}" destId="{8E0C0016-76D7-46B1-A046-17F6FDBA565E}" srcOrd="1" destOrd="0" presId="urn:microsoft.com/office/officeart/2008/layout/LinedList"/>
    <dgm:cxn modelId="{16FDA486-81D2-46BA-B327-29FD70FCB911}" type="presParOf" srcId="{8E0C0016-76D7-46B1-A046-17F6FDBA565E}" destId="{8A11DB91-E2AA-4295-B4C2-E66C46BD6EDC}" srcOrd="0" destOrd="0" presId="urn:microsoft.com/office/officeart/2008/layout/LinedList"/>
    <dgm:cxn modelId="{55324259-D84E-46F1-9A17-FE77037A7CE5}" type="presParOf" srcId="{8E0C0016-76D7-46B1-A046-17F6FDBA565E}" destId="{68639942-7FA2-4725-A761-A65CA13D92FF}" srcOrd="1" destOrd="0" presId="urn:microsoft.com/office/officeart/2008/layout/LinedList"/>
    <dgm:cxn modelId="{969F2EB2-D4C8-40BA-BBCE-D82971BC4B5E}" type="presParOf" srcId="{1C2C99BB-172A-45D2-B861-0862047BFD62}" destId="{7C07563C-D9CA-4613-A7A2-4125BE539203}" srcOrd="2" destOrd="0" presId="urn:microsoft.com/office/officeart/2008/layout/LinedList"/>
    <dgm:cxn modelId="{60CA0518-AE52-4F12-BFF6-5FCE2CFD8255}" type="presParOf" srcId="{1C2C99BB-172A-45D2-B861-0862047BFD62}" destId="{F0D76904-4572-4D16-9FB2-6334E9632975}" srcOrd="3" destOrd="0" presId="urn:microsoft.com/office/officeart/2008/layout/LinedList"/>
    <dgm:cxn modelId="{EF29A6DF-260F-4C8E-AFAC-DBBC8D4A2A5C}" type="presParOf" srcId="{F0D76904-4572-4D16-9FB2-6334E9632975}" destId="{954370FE-1490-44A8-8D49-B777E7921E93}" srcOrd="0" destOrd="0" presId="urn:microsoft.com/office/officeart/2008/layout/LinedList"/>
    <dgm:cxn modelId="{BB8E972A-0E3E-41E6-B8CC-1D6E91BFC7AC}" type="presParOf" srcId="{F0D76904-4572-4D16-9FB2-6334E9632975}" destId="{4F322A26-79B1-4894-B3D2-A8C054CF245A}" srcOrd="1" destOrd="0" presId="urn:microsoft.com/office/officeart/2008/layout/LinedList"/>
    <dgm:cxn modelId="{2A580CCD-68E0-484D-B910-04269835ED36}" type="presParOf" srcId="{1C2C99BB-172A-45D2-B861-0862047BFD62}" destId="{450057F4-63EA-49C1-BB28-29A5EC77F9EA}" srcOrd="4" destOrd="0" presId="urn:microsoft.com/office/officeart/2008/layout/LinedList"/>
    <dgm:cxn modelId="{7218A0FB-650D-4046-9CCB-0B732F73D78B}" type="presParOf" srcId="{1C2C99BB-172A-45D2-B861-0862047BFD62}" destId="{3CE2DA6B-1FC7-4C70-B3AF-7BBE33781E4B}" srcOrd="5" destOrd="0" presId="urn:microsoft.com/office/officeart/2008/layout/LinedList"/>
    <dgm:cxn modelId="{9BEAD1DA-C22A-4874-93FE-460085D02731}" type="presParOf" srcId="{3CE2DA6B-1FC7-4C70-B3AF-7BBE33781E4B}" destId="{21482B57-474D-4028-8C08-5586A9D40AA7}" srcOrd="0" destOrd="0" presId="urn:microsoft.com/office/officeart/2008/layout/LinedList"/>
    <dgm:cxn modelId="{E66EB72B-56F1-4FBB-B97A-07F07DD1DE1D}" type="presParOf" srcId="{3CE2DA6B-1FC7-4C70-B3AF-7BBE33781E4B}" destId="{3EB9D57B-6F14-4A34-81F7-F2CEDA2F4B7F}" srcOrd="1" destOrd="0" presId="urn:microsoft.com/office/officeart/2008/layout/LinedList"/>
    <dgm:cxn modelId="{82DE7713-B420-4D21-91BA-644140E752EE}" type="presParOf" srcId="{1C2C99BB-172A-45D2-B861-0862047BFD62}" destId="{5806C48E-63C4-491D-A769-6679578A1468}" srcOrd="6" destOrd="0" presId="urn:microsoft.com/office/officeart/2008/layout/LinedList"/>
    <dgm:cxn modelId="{09934F02-D0D3-4644-A5C4-66E667299FAB}" type="presParOf" srcId="{1C2C99BB-172A-45D2-B861-0862047BFD62}" destId="{CED36B0F-BF7B-40B5-B60F-15E9608E53ED}" srcOrd="7" destOrd="0" presId="urn:microsoft.com/office/officeart/2008/layout/LinedList"/>
    <dgm:cxn modelId="{64BBD32F-5004-4271-A588-61E492774BEF}" type="presParOf" srcId="{CED36B0F-BF7B-40B5-B60F-15E9608E53ED}" destId="{E9D30678-2501-4455-8F12-1F304A0F63AC}" srcOrd="0" destOrd="0" presId="urn:microsoft.com/office/officeart/2008/layout/LinedList"/>
    <dgm:cxn modelId="{28C71141-76BB-4708-9AB2-FA06852D352C}" type="presParOf" srcId="{CED36B0F-BF7B-40B5-B60F-15E9608E53ED}" destId="{F9A8A231-AF1B-4FD6-AFD1-8B4C5FF3A32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BAB84F3-6551-4380-8880-D4CA69383F10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9AB27F8-D97F-47CA-8428-6C7D0465B3ED}">
      <dgm:prSet/>
      <dgm:spPr/>
      <dgm:t>
        <a:bodyPr/>
        <a:lstStyle/>
        <a:p>
          <a:r>
            <a:rPr lang="en-US"/>
            <a:t>CD, DVD y Blu-ray</a:t>
          </a:r>
        </a:p>
      </dgm:t>
    </dgm:pt>
    <dgm:pt modelId="{EC3D92E4-A05A-458D-8C21-5431518384EF}" type="parTrans" cxnId="{9074CC99-C6D1-4C3B-A64D-12E15D4B0247}">
      <dgm:prSet/>
      <dgm:spPr/>
      <dgm:t>
        <a:bodyPr/>
        <a:lstStyle/>
        <a:p>
          <a:endParaRPr lang="en-US"/>
        </a:p>
      </dgm:t>
    </dgm:pt>
    <dgm:pt modelId="{B17DB8D5-312D-49EB-BA00-3F74665DC28D}" type="sibTrans" cxnId="{9074CC99-C6D1-4C3B-A64D-12E15D4B0247}">
      <dgm:prSet/>
      <dgm:spPr/>
      <dgm:t>
        <a:bodyPr/>
        <a:lstStyle/>
        <a:p>
          <a:endParaRPr lang="en-US"/>
        </a:p>
      </dgm:t>
    </dgm:pt>
    <dgm:pt modelId="{AE919AC4-A8E1-4B48-B92C-8C1455875B12}">
      <dgm:prSet/>
      <dgm:spPr/>
      <dgm:t>
        <a:bodyPr/>
        <a:lstStyle/>
        <a:p>
          <a:r>
            <a:rPr lang="en-US"/>
            <a:t>Capacidad limitada</a:t>
          </a:r>
        </a:p>
      </dgm:t>
    </dgm:pt>
    <dgm:pt modelId="{F3D68E83-FAA9-400D-8E65-2C0198C676FE}" type="parTrans" cxnId="{4B610913-B6A9-4815-BCC5-5569B528B6AE}">
      <dgm:prSet/>
      <dgm:spPr/>
      <dgm:t>
        <a:bodyPr/>
        <a:lstStyle/>
        <a:p>
          <a:endParaRPr lang="en-US"/>
        </a:p>
      </dgm:t>
    </dgm:pt>
    <dgm:pt modelId="{CA317DDA-EA01-453F-903D-4CA9933D21A3}" type="sibTrans" cxnId="{4B610913-B6A9-4815-BCC5-5569B528B6AE}">
      <dgm:prSet/>
      <dgm:spPr/>
      <dgm:t>
        <a:bodyPr/>
        <a:lstStyle/>
        <a:p>
          <a:endParaRPr lang="en-US"/>
        </a:p>
      </dgm:t>
    </dgm:pt>
    <dgm:pt modelId="{72BABE8B-8957-4FCD-8053-76BEAB60E076}">
      <dgm:prSet/>
      <dgm:spPr/>
      <dgm:t>
        <a:bodyPr/>
        <a:lstStyle/>
        <a:p>
          <a:r>
            <a:rPr lang="en-US"/>
            <a:t>Uso decreciente</a:t>
          </a:r>
        </a:p>
      </dgm:t>
    </dgm:pt>
    <dgm:pt modelId="{9A91FF10-3FF3-41F9-B057-289F48765938}" type="parTrans" cxnId="{500E6B57-4A12-428D-ACD7-ECB3DCA39D37}">
      <dgm:prSet/>
      <dgm:spPr/>
      <dgm:t>
        <a:bodyPr/>
        <a:lstStyle/>
        <a:p>
          <a:endParaRPr lang="en-US"/>
        </a:p>
      </dgm:t>
    </dgm:pt>
    <dgm:pt modelId="{3B178495-5339-441F-B8FB-7F4F23BCF359}" type="sibTrans" cxnId="{500E6B57-4A12-428D-ACD7-ECB3DCA39D37}">
      <dgm:prSet/>
      <dgm:spPr/>
      <dgm:t>
        <a:bodyPr/>
        <a:lstStyle/>
        <a:p>
          <a:endParaRPr lang="en-US"/>
        </a:p>
      </dgm:t>
    </dgm:pt>
    <dgm:pt modelId="{FE1181ED-A761-4EC9-9E79-76FF047A585A}">
      <dgm:prSet/>
      <dgm:spPr/>
      <dgm:t>
        <a:bodyPr/>
        <a:lstStyle/>
        <a:p>
          <a:r>
            <a:rPr lang="en-US"/>
            <a:t>Empleados para distribución o copias puntuales</a:t>
          </a:r>
        </a:p>
      </dgm:t>
    </dgm:pt>
    <dgm:pt modelId="{D490BD8A-5481-422B-ABA0-5B8A6B07E783}" type="parTrans" cxnId="{11E7EBA6-FAC3-42FE-A807-FDC59075FCB9}">
      <dgm:prSet/>
      <dgm:spPr/>
      <dgm:t>
        <a:bodyPr/>
        <a:lstStyle/>
        <a:p>
          <a:endParaRPr lang="en-US"/>
        </a:p>
      </dgm:t>
    </dgm:pt>
    <dgm:pt modelId="{16E7383C-ED4F-474D-8058-DAECC13B74B4}" type="sibTrans" cxnId="{11E7EBA6-FAC3-42FE-A807-FDC59075FCB9}">
      <dgm:prSet/>
      <dgm:spPr/>
      <dgm:t>
        <a:bodyPr/>
        <a:lstStyle/>
        <a:p>
          <a:endParaRPr lang="en-US"/>
        </a:p>
      </dgm:t>
    </dgm:pt>
    <dgm:pt modelId="{860C675A-150B-4186-9121-F88EC6994CCA}" type="pres">
      <dgm:prSet presAssocID="{ABAB84F3-6551-4380-8880-D4CA69383F10}" presName="vert0" presStyleCnt="0">
        <dgm:presLayoutVars>
          <dgm:dir/>
          <dgm:animOne val="branch"/>
          <dgm:animLvl val="lvl"/>
        </dgm:presLayoutVars>
      </dgm:prSet>
      <dgm:spPr/>
    </dgm:pt>
    <dgm:pt modelId="{C5AEAF78-476D-4990-98E2-6D253AF7D814}" type="pres">
      <dgm:prSet presAssocID="{69AB27F8-D97F-47CA-8428-6C7D0465B3ED}" presName="thickLine" presStyleLbl="alignNode1" presStyleIdx="0" presStyleCnt="4"/>
      <dgm:spPr/>
    </dgm:pt>
    <dgm:pt modelId="{B426F021-1967-4E50-B803-B564EC597C91}" type="pres">
      <dgm:prSet presAssocID="{69AB27F8-D97F-47CA-8428-6C7D0465B3ED}" presName="horz1" presStyleCnt="0"/>
      <dgm:spPr/>
    </dgm:pt>
    <dgm:pt modelId="{5D488905-53EF-49E1-A033-B954DC3BE69D}" type="pres">
      <dgm:prSet presAssocID="{69AB27F8-D97F-47CA-8428-6C7D0465B3ED}" presName="tx1" presStyleLbl="revTx" presStyleIdx="0" presStyleCnt="4"/>
      <dgm:spPr/>
    </dgm:pt>
    <dgm:pt modelId="{645453A2-9DE2-42D6-BB31-7F7783F4298C}" type="pres">
      <dgm:prSet presAssocID="{69AB27F8-D97F-47CA-8428-6C7D0465B3ED}" presName="vert1" presStyleCnt="0"/>
      <dgm:spPr/>
    </dgm:pt>
    <dgm:pt modelId="{E10C263B-70B8-4204-9689-51AA4C2242E7}" type="pres">
      <dgm:prSet presAssocID="{AE919AC4-A8E1-4B48-B92C-8C1455875B12}" presName="thickLine" presStyleLbl="alignNode1" presStyleIdx="1" presStyleCnt="4"/>
      <dgm:spPr/>
    </dgm:pt>
    <dgm:pt modelId="{C8B161FC-6812-46B6-8FCB-2A8CB0261E52}" type="pres">
      <dgm:prSet presAssocID="{AE919AC4-A8E1-4B48-B92C-8C1455875B12}" presName="horz1" presStyleCnt="0"/>
      <dgm:spPr/>
    </dgm:pt>
    <dgm:pt modelId="{01A1916E-2077-41A3-8102-6F1363A9290C}" type="pres">
      <dgm:prSet presAssocID="{AE919AC4-A8E1-4B48-B92C-8C1455875B12}" presName="tx1" presStyleLbl="revTx" presStyleIdx="1" presStyleCnt="4"/>
      <dgm:spPr/>
    </dgm:pt>
    <dgm:pt modelId="{986DA2E5-FF6E-4925-83E0-646BE519A63A}" type="pres">
      <dgm:prSet presAssocID="{AE919AC4-A8E1-4B48-B92C-8C1455875B12}" presName="vert1" presStyleCnt="0"/>
      <dgm:spPr/>
    </dgm:pt>
    <dgm:pt modelId="{7E65EED7-8A7C-4436-8D0F-B99075BC49B3}" type="pres">
      <dgm:prSet presAssocID="{72BABE8B-8957-4FCD-8053-76BEAB60E076}" presName="thickLine" presStyleLbl="alignNode1" presStyleIdx="2" presStyleCnt="4"/>
      <dgm:spPr/>
    </dgm:pt>
    <dgm:pt modelId="{12187A58-091F-4D94-875A-0B063AF2909A}" type="pres">
      <dgm:prSet presAssocID="{72BABE8B-8957-4FCD-8053-76BEAB60E076}" presName="horz1" presStyleCnt="0"/>
      <dgm:spPr/>
    </dgm:pt>
    <dgm:pt modelId="{19590E47-276C-4605-8B2C-7FCD56677F02}" type="pres">
      <dgm:prSet presAssocID="{72BABE8B-8957-4FCD-8053-76BEAB60E076}" presName="tx1" presStyleLbl="revTx" presStyleIdx="2" presStyleCnt="4"/>
      <dgm:spPr/>
    </dgm:pt>
    <dgm:pt modelId="{968FB924-1024-48EF-AEC6-1B8E1B6AA5AB}" type="pres">
      <dgm:prSet presAssocID="{72BABE8B-8957-4FCD-8053-76BEAB60E076}" presName="vert1" presStyleCnt="0"/>
      <dgm:spPr/>
    </dgm:pt>
    <dgm:pt modelId="{4DF04A7B-D5C2-43BF-87DA-E3D684D7F5BB}" type="pres">
      <dgm:prSet presAssocID="{FE1181ED-A761-4EC9-9E79-76FF047A585A}" presName="thickLine" presStyleLbl="alignNode1" presStyleIdx="3" presStyleCnt="4"/>
      <dgm:spPr/>
    </dgm:pt>
    <dgm:pt modelId="{239E4898-0A8D-4FF7-9D77-74836DABDD6C}" type="pres">
      <dgm:prSet presAssocID="{FE1181ED-A761-4EC9-9E79-76FF047A585A}" presName="horz1" presStyleCnt="0"/>
      <dgm:spPr/>
    </dgm:pt>
    <dgm:pt modelId="{8EB769DA-9C4E-4B16-BCC1-8A5F8714E4B0}" type="pres">
      <dgm:prSet presAssocID="{FE1181ED-A761-4EC9-9E79-76FF047A585A}" presName="tx1" presStyleLbl="revTx" presStyleIdx="3" presStyleCnt="4"/>
      <dgm:spPr/>
    </dgm:pt>
    <dgm:pt modelId="{9860DF19-6EC8-4872-AB4A-E0623BE7DDB6}" type="pres">
      <dgm:prSet presAssocID="{FE1181ED-A761-4EC9-9E79-76FF047A585A}" presName="vert1" presStyleCnt="0"/>
      <dgm:spPr/>
    </dgm:pt>
  </dgm:ptLst>
  <dgm:cxnLst>
    <dgm:cxn modelId="{5FA26701-DCB5-419A-83F6-1EEBFCB5F81E}" type="presOf" srcId="{AE919AC4-A8E1-4B48-B92C-8C1455875B12}" destId="{01A1916E-2077-41A3-8102-6F1363A9290C}" srcOrd="0" destOrd="0" presId="urn:microsoft.com/office/officeart/2008/layout/LinedList"/>
    <dgm:cxn modelId="{4B610913-B6A9-4815-BCC5-5569B528B6AE}" srcId="{ABAB84F3-6551-4380-8880-D4CA69383F10}" destId="{AE919AC4-A8E1-4B48-B92C-8C1455875B12}" srcOrd="1" destOrd="0" parTransId="{F3D68E83-FAA9-400D-8E65-2C0198C676FE}" sibTransId="{CA317DDA-EA01-453F-903D-4CA9933D21A3}"/>
    <dgm:cxn modelId="{014CB02E-18AD-4581-90C1-C5D4DC76E277}" type="presOf" srcId="{69AB27F8-D97F-47CA-8428-6C7D0465B3ED}" destId="{5D488905-53EF-49E1-A033-B954DC3BE69D}" srcOrd="0" destOrd="0" presId="urn:microsoft.com/office/officeart/2008/layout/LinedList"/>
    <dgm:cxn modelId="{75285334-7099-453C-B434-D6F55EF3F654}" type="presOf" srcId="{FE1181ED-A761-4EC9-9E79-76FF047A585A}" destId="{8EB769DA-9C4E-4B16-BCC1-8A5F8714E4B0}" srcOrd="0" destOrd="0" presId="urn:microsoft.com/office/officeart/2008/layout/LinedList"/>
    <dgm:cxn modelId="{500E6B57-4A12-428D-ACD7-ECB3DCA39D37}" srcId="{ABAB84F3-6551-4380-8880-D4CA69383F10}" destId="{72BABE8B-8957-4FCD-8053-76BEAB60E076}" srcOrd="2" destOrd="0" parTransId="{9A91FF10-3FF3-41F9-B057-289F48765938}" sibTransId="{3B178495-5339-441F-B8FB-7F4F23BCF359}"/>
    <dgm:cxn modelId="{9074CC99-C6D1-4C3B-A64D-12E15D4B0247}" srcId="{ABAB84F3-6551-4380-8880-D4CA69383F10}" destId="{69AB27F8-D97F-47CA-8428-6C7D0465B3ED}" srcOrd="0" destOrd="0" parTransId="{EC3D92E4-A05A-458D-8C21-5431518384EF}" sibTransId="{B17DB8D5-312D-49EB-BA00-3F74665DC28D}"/>
    <dgm:cxn modelId="{11E7EBA6-FAC3-42FE-A807-FDC59075FCB9}" srcId="{ABAB84F3-6551-4380-8880-D4CA69383F10}" destId="{FE1181ED-A761-4EC9-9E79-76FF047A585A}" srcOrd="3" destOrd="0" parTransId="{D490BD8A-5481-422B-ABA0-5B8A6B07E783}" sibTransId="{16E7383C-ED4F-474D-8058-DAECC13B74B4}"/>
    <dgm:cxn modelId="{C93F85EA-5243-44FA-95B1-DDA92F40336E}" type="presOf" srcId="{72BABE8B-8957-4FCD-8053-76BEAB60E076}" destId="{19590E47-276C-4605-8B2C-7FCD56677F02}" srcOrd="0" destOrd="0" presId="urn:microsoft.com/office/officeart/2008/layout/LinedList"/>
    <dgm:cxn modelId="{4710FBFF-9628-4C24-81F3-EAE30B0DF808}" type="presOf" srcId="{ABAB84F3-6551-4380-8880-D4CA69383F10}" destId="{860C675A-150B-4186-9121-F88EC6994CCA}" srcOrd="0" destOrd="0" presId="urn:microsoft.com/office/officeart/2008/layout/LinedList"/>
    <dgm:cxn modelId="{3F1BDE07-E3A6-4798-BA1D-C7727C06666E}" type="presParOf" srcId="{860C675A-150B-4186-9121-F88EC6994CCA}" destId="{C5AEAF78-476D-4990-98E2-6D253AF7D814}" srcOrd="0" destOrd="0" presId="urn:microsoft.com/office/officeart/2008/layout/LinedList"/>
    <dgm:cxn modelId="{BEBF9482-EBD2-4B72-8A46-E885C14B4F90}" type="presParOf" srcId="{860C675A-150B-4186-9121-F88EC6994CCA}" destId="{B426F021-1967-4E50-B803-B564EC597C91}" srcOrd="1" destOrd="0" presId="urn:microsoft.com/office/officeart/2008/layout/LinedList"/>
    <dgm:cxn modelId="{F5609449-728B-4FDA-9565-C185743D3F08}" type="presParOf" srcId="{B426F021-1967-4E50-B803-B564EC597C91}" destId="{5D488905-53EF-49E1-A033-B954DC3BE69D}" srcOrd="0" destOrd="0" presId="urn:microsoft.com/office/officeart/2008/layout/LinedList"/>
    <dgm:cxn modelId="{5BED2947-98B5-4184-9842-26DB127EB12A}" type="presParOf" srcId="{B426F021-1967-4E50-B803-B564EC597C91}" destId="{645453A2-9DE2-42D6-BB31-7F7783F4298C}" srcOrd="1" destOrd="0" presId="urn:microsoft.com/office/officeart/2008/layout/LinedList"/>
    <dgm:cxn modelId="{6F35B955-02D4-4998-B30F-3FD0BCA9CC17}" type="presParOf" srcId="{860C675A-150B-4186-9121-F88EC6994CCA}" destId="{E10C263B-70B8-4204-9689-51AA4C2242E7}" srcOrd="2" destOrd="0" presId="urn:microsoft.com/office/officeart/2008/layout/LinedList"/>
    <dgm:cxn modelId="{E457F229-0A65-4888-8662-6C915AE7421B}" type="presParOf" srcId="{860C675A-150B-4186-9121-F88EC6994CCA}" destId="{C8B161FC-6812-46B6-8FCB-2A8CB0261E52}" srcOrd="3" destOrd="0" presId="urn:microsoft.com/office/officeart/2008/layout/LinedList"/>
    <dgm:cxn modelId="{D34A46D7-9553-4BF2-B771-3480304A7FDD}" type="presParOf" srcId="{C8B161FC-6812-46B6-8FCB-2A8CB0261E52}" destId="{01A1916E-2077-41A3-8102-6F1363A9290C}" srcOrd="0" destOrd="0" presId="urn:microsoft.com/office/officeart/2008/layout/LinedList"/>
    <dgm:cxn modelId="{A242C148-A695-49C1-848B-3E9BE2234839}" type="presParOf" srcId="{C8B161FC-6812-46B6-8FCB-2A8CB0261E52}" destId="{986DA2E5-FF6E-4925-83E0-646BE519A63A}" srcOrd="1" destOrd="0" presId="urn:microsoft.com/office/officeart/2008/layout/LinedList"/>
    <dgm:cxn modelId="{7BFF0821-FE9D-4A35-A7F9-71E963C319AE}" type="presParOf" srcId="{860C675A-150B-4186-9121-F88EC6994CCA}" destId="{7E65EED7-8A7C-4436-8D0F-B99075BC49B3}" srcOrd="4" destOrd="0" presId="urn:microsoft.com/office/officeart/2008/layout/LinedList"/>
    <dgm:cxn modelId="{505982A0-6358-4FAB-9D17-E3C2C84EE894}" type="presParOf" srcId="{860C675A-150B-4186-9121-F88EC6994CCA}" destId="{12187A58-091F-4D94-875A-0B063AF2909A}" srcOrd="5" destOrd="0" presId="urn:microsoft.com/office/officeart/2008/layout/LinedList"/>
    <dgm:cxn modelId="{6B7EEA9D-4460-41FA-89B5-2D1B09763E62}" type="presParOf" srcId="{12187A58-091F-4D94-875A-0B063AF2909A}" destId="{19590E47-276C-4605-8B2C-7FCD56677F02}" srcOrd="0" destOrd="0" presId="urn:microsoft.com/office/officeart/2008/layout/LinedList"/>
    <dgm:cxn modelId="{176B6BE3-7E98-40C9-B391-C856AB05FCE9}" type="presParOf" srcId="{12187A58-091F-4D94-875A-0B063AF2909A}" destId="{968FB924-1024-48EF-AEC6-1B8E1B6AA5AB}" srcOrd="1" destOrd="0" presId="urn:microsoft.com/office/officeart/2008/layout/LinedList"/>
    <dgm:cxn modelId="{F7D05A0A-A297-4D8C-8F9E-5348C2C5F942}" type="presParOf" srcId="{860C675A-150B-4186-9121-F88EC6994CCA}" destId="{4DF04A7B-D5C2-43BF-87DA-E3D684D7F5BB}" srcOrd="6" destOrd="0" presId="urn:microsoft.com/office/officeart/2008/layout/LinedList"/>
    <dgm:cxn modelId="{EF484624-681E-4949-97C4-E886FBEF403D}" type="presParOf" srcId="{860C675A-150B-4186-9121-F88EC6994CCA}" destId="{239E4898-0A8D-4FF7-9D77-74836DABDD6C}" srcOrd="7" destOrd="0" presId="urn:microsoft.com/office/officeart/2008/layout/LinedList"/>
    <dgm:cxn modelId="{DFE22E3E-DE89-49A1-BE0F-8CD070585B18}" type="presParOf" srcId="{239E4898-0A8D-4FF7-9D77-74836DABDD6C}" destId="{8EB769DA-9C4E-4B16-BCC1-8A5F8714E4B0}" srcOrd="0" destOrd="0" presId="urn:microsoft.com/office/officeart/2008/layout/LinedList"/>
    <dgm:cxn modelId="{981F134C-ABE2-4449-A220-4A870DBDC46A}" type="presParOf" srcId="{239E4898-0A8D-4FF7-9D77-74836DABDD6C}" destId="{9860DF19-6EC8-4872-AB4A-E0623BE7DDB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5EB46C7-ECA6-469E-B1F0-592FBB8ED7B0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6F4AF5B-85BC-45A9-9CDA-BA11A084E5CC}">
      <dgm:prSet/>
      <dgm:spPr/>
      <dgm:t>
        <a:bodyPr/>
        <a:lstStyle/>
        <a:p>
          <a:r>
            <a:rPr lang="en-US"/>
            <a:t>Discos duros externos</a:t>
          </a:r>
        </a:p>
      </dgm:t>
    </dgm:pt>
    <dgm:pt modelId="{FE5CBBB5-A424-4A88-80C9-F5E9824AC947}" type="parTrans" cxnId="{18A5650A-F6C0-4825-8758-8C218305081D}">
      <dgm:prSet/>
      <dgm:spPr/>
      <dgm:t>
        <a:bodyPr/>
        <a:lstStyle/>
        <a:p>
          <a:endParaRPr lang="en-US"/>
        </a:p>
      </dgm:t>
    </dgm:pt>
    <dgm:pt modelId="{320AEA2C-9755-4F14-BDF4-B6AEBCFC1882}" type="sibTrans" cxnId="{18A5650A-F6C0-4825-8758-8C218305081D}">
      <dgm:prSet/>
      <dgm:spPr/>
      <dgm:t>
        <a:bodyPr/>
        <a:lstStyle/>
        <a:p>
          <a:endParaRPr lang="en-US"/>
        </a:p>
      </dgm:t>
    </dgm:pt>
    <dgm:pt modelId="{BF9F6A74-624E-4D09-B6E4-73DDCC304098}">
      <dgm:prSet/>
      <dgm:spPr/>
      <dgm:t>
        <a:bodyPr/>
        <a:lstStyle/>
        <a:p>
          <a:r>
            <a:rPr lang="en-US"/>
            <a:t>Memorias USB</a:t>
          </a:r>
        </a:p>
      </dgm:t>
    </dgm:pt>
    <dgm:pt modelId="{4D2ADDF1-EB5A-4159-B701-316AE3FA1530}" type="parTrans" cxnId="{C24CEF3F-53E8-4F0E-9F78-64535F93376A}">
      <dgm:prSet/>
      <dgm:spPr/>
      <dgm:t>
        <a:bodyPr/>
        <a:lstStyle/>
        <a:p>
          <a:endParaRPr lang="en-US"/>
        </a:p>
      </dgm:t>
    </dgm:pt>
    <dgm:pt modelId="{FBE4D86D-E0BA-4557-ADC3-C347E03A0256}" type="sibTrans" cxnId="{C24CEF3F-53E8-4F0E-9F78-64535F93376A}">
      <dgm:prSet/>
      <dgm:spPr/>
      <dgm:t>
        <a:bodyPr/>
        <a:lstStyle/>
        <a:p>
          <a:endParaRPr lang="en-US"/>
        </a:p>
      </dgm:t>
    </dgm:pt>
    <dgm:pt modelId="{ECBE71A1-7969-4BD5-9E5C-DFC522D18C50}">
      <dgm:prSet/>
      <dgm:spPr/>
      <dgm:t>
        <a:bodyPr/>
        <a:lstStyle/>
        <a:p>
          <a:r>
            <a:rPr lang="en-US"/>
            <a:t>Tarjetas de memoria</a:t>
          </a:r>
        </a:p>
      </dgm:t>
    </dgm:pt>
    <dgm:pt modelId="{FC5D744E-EDA9-4637-9806-36EAE7EE73B3}" type="parTrans" cxnId="{9580B3F9-A9EB-4424-BE25-211E8634492A}">
      <dgm:prSet/>
      <dgm:spPr/>
      <dgm:t>
        <a:bodyPr/>
        <a:lstStyle/>
        <a:p>
          <a:endParaRPr lang="en-US"/>
        </a:p>
      </dgm:t>
    </dgm:pt>
    <dgm:pt modelId="{714412EB-FF3F-42C8-9D6E-F4752AD58B07}" type="sibTrans" cxnId="{9580B3F9-A9EB-4424-BE25-211E8634492A}">
      <dgm:prSet/>
      <dgm:spPr/>
      <dgm:t>
        <a:bodyPr/>
        <a:lstStyle/>
        <a:p>
          <a:endParaRPr lang="en-US"/>
        </a:p>
      </dgm:t>
    </dgm:pt>
    <dgm:pt modelId="{2C4692BF-525E-467A-BADB-07FAD7F6732A}">
      <dgm:prSet/>
      <dgm:spPr/>
      <dgm:t>
        <a:bodyPr/>
        <a:lstStyle/>
        <a:p>
          <a:r>
            <a:rPr lang="en-US"/>
            <a:t>Portabilidad y facilidad de uso</a:t>
          </a:r>
        </a:p>
      </dgm:t>
    </dgm:pt>
    <dgm:pt modelId="{0995EAD8-DF13-4CA6-91C5-DBDB977CF74B}" type="parTrans" cxnId="{DF55899C-0882-4E25-9835-480ACB771E56}">
      <dgm:prSet/>
      <dgm:spPr/>
      <dgm:t>
        <a:bodyPr/>
        <a:lstStyle/>
        <a:p>
          <a:endParaRPr lang="en-US"/>
        </a:p>
      </dgm:t>
    </dgm:pt>
    <dgm:pt modelId="{5B5C130E-227E-4213-9E97-4A42B766EE8E}" type="sibTrans" cxnId="{DF55899C-0882-4E25-9835-480ACB771E56}">
      <dgm:prSet/>
      <dgm:spPr/>
      <dgm:t>
        <a:bodyPr/>
        <a:lstStyle/>
        <a:p>
          <a:endParaRPr lang="en-US"/>
        </a:p>
      </dgm:t>
    </dgm:pt>
    <dgm:pt modelId="{3012057C-C399-48AA-9B26-1F6397EAFB85}" type="pres">
      <dgm:prSet presAssocID="{55EB46C7-ECA6-469E-B1F0-592FBB8ED7B0}" presName="vert0" presStyleCnt="0">
        <dgm:presLayoutVars>
          <dgm:dir/>
          <dgm:animOne val="branch"/>
          <dgm:animLvl val="lvl"/>
        </dgm:presLayoutVars>
      </dgm:prSet>
      <dgm:spPr/>
    </dgm:pt>
    <dgm:pt modelId="{C830FECC-F660-4DC4-BCFE-24274BEA5C2E}" type="pres">
      <dgm:prSet presAssocID="{D6F4AF5B-85BC-45A9-9CDA-BA11A084E5CC}" presName="thickLine" presStyleLbl="alignNode1" presStyleIdx="0" presStyleCnt="4"/>
      <dgm:spPr/>
    </dgm:pt>
    <dgm:pt modelId="{337679A9-0AF5-4987-9FC9-E9D18247EF58}" type="pres">
      <dgm:prSet presAssocID="{D6F4AF5B-85BC-45A9-9CDA-BA11A084E5CC}" presName="horz1" presStyleCnt="0"/>
      <dgm:spPr/>
    </dgm:pt>
    <dgm:pt modelId="{7C73FD2B-BE5C-410E-80A0-539A59E22025}" type="pres">
      <dgm:prSet presAssocID="{D6F4AF5B-85BC-45A9-9CDA-BA11A084E5CC}" presName="tx1" presStyleLbl="revTx" presStyleIdx="0" presStyleCnt="4"/>
      <dgm:spPr/>
    </dgm:pt>
    <dgm:pt modelId="{F55370A5-F95F-45AF-BE96-602DEE6579F1}" type="pres">
      <dgm:prSet presAssocID="{D6F4AF5B-85BC-45A9-9CDA-BA11A084E5CC}" presName="vert1" presStyleCnt="0"/>
      <dgm:spPr/>
    </dgm:pt>
    <dgm:pt modelId="{6462A390-0CE8-48B7-91EA-6FA8E5BFF752}" type="pres">
      <dgm:prSet presAssocID="{BF9F6A74-624E-4D09-B6E4-73DDCC304098}" presName="thickLine" presStyleLbl="alignNode1" presStyleIdx="1" presStyleCnt="4"/>
      <dgm:spPr/>
    </dgm:pt>
    <dgm:pt modelId="{B415D4A7-0B62-4573-AD36-97C047DDBB0A}" type="pres">
      <dgm:prSet presAssocID="{BF9F6A74-624E-4D09-B6E4-73DDCC304098}" presName="horz1" presStyleCnt="0"/>
      <dgm:spPr/>
    </dgm:pt>
    <dgm:pt modelId="{3CBA0C1E-9B58-47C8-9BB3-21B8082F1F34}" type="pres">
      <dgm:prSet presAssocID="{BF9F6A74-624E-4D09-B6E4-73DDCC304098}" presName="tx1" presStyleLbl="revTx" presStyleIdx="1" presStyleCnt="4"/>
      <dgm:spPr/>
    </dgm:pt>
    <dgm:pt modelId="{4260C5FD-0F8C-496F-8F7A-5CFDC6BB974F}" type="pres">
      <dgm:prSet presAssocID="{BF9F6A74-624E-4D09-B6E4-73DDCC304098}" presName="vert1" presStyleCnt="0"/>
      <dgm:spPr/>
    </dgm:pt>
    <dgm:pt modelId="{D44A3D5A-2E51-4A28-9E39-AEB1E2F51A35}" type="pres">
      <dgm:prSet presAssocID="{ECBE71A1-7969-4BD5-9E5C-DFC522D18C50}" presName="thickLine" presStyleLbl="alignNode1" presStyleIdx="2" presStyleCnt="4"/>
      <dgm:spPr/>
    </dgm:pt>
    <dgm:pt modelId="{F4933326-564C-47EB-870B-C9A0B7434AC6}" type="pres">
      <dgm:prSet presAssocID="{ECBE71A1-7969-4BD5-9E5C-DFC522D18C50}" presName="horz1" presStyleCnt="0"/>
      <dgm:spPr/>
    </dgm:pt>
    <dgm:pt modelId="{F2A119A7-DC5A-401C-B63D-8DFC2EAF0EFD}" type="pres">
      <dgm:prSet presAssocID="{ECBE71A1-7969-4BD5-9E5C-DFC522D18C50}" presName="tx1" presStyleLbl="revTx" presStyleIdx="2" presStyleCnt="4"/>
      <dgm:spPr/>
    </dgm:pt>
    <dgm:pt modelId="{D20BC074-A4B3-4B70-9023-AA0BC162A53D}" type="pres">
      <dgm:prSet presAssocID="{ECBE71A1-7969-4BD5-9E5C-DFC522D18C50}" presName="vert1" presStyleCnt="0"/>
      <dgm:spPr/>
    </dgm:pt>
    <dgm:pt modelId="{3F181BE6-A24D-4518-A9C7-6CD7799C0ADF}" type="pres">
      <dgm:prSet presAssocID="{2C4692BF-525E-467A-BADB-07FAD7F6732A}" presName="thickLine" presStyleLbl="alignNode1" presStyleIdx="3" presStyleCnt="4"/>
      <dgm:spPr/>
    </dgm:pt>
    <dgm:pt modelId="{1317270C-0D16-4A54-9D4A-7C49B4F2C7E8}" type="pres">
      <dgm:prSet presAssocID="{2C4692BF-525E-467A-BADB-07FAD7F6732A}" presName="horz1" presStyleCnt="0"/>
      <dgm:spPr/>
    </dgm:pt>
    <dgm:pt modelId="{4FDC9E10-3139-4C88-8DF7-A63ECBC9C27E}" type="pres">
      <dgm:prSet presAssocID="{2C4692BF-525E-467A-BADB-07FAD7F6732A}" presName="tx1" presStyleLbl="revTx" presStyleIdx="3" presStyleCnt="4"/>
      <dgm:spPr/>
    </dgm:pt>
    <dgm:pt modelId="{EA250130-9B62-4AFC-80CD-2D4B23B4D5E0}" type="pres">
      <dgm:prSet presAssocID="{2C4692BF-525E-467A-BADB-07FAD7F6732A}" presName="vert1" presStyleCnt="0"/>
      <dgm:spPr/>
    </dgm:pt>
  </dgm:ptLst>
  <dgm:cxnLst>
    <dgm:cxn modelId="{18A5650A-F6C0-4825-8758-8C218305081D}" srcId="{55EB46C7-ECA6-469E-B1F0-592FBB8ED7B0}" destId="{D6F4AF5B-85BC-45A9-9CDA-BA11A084E5CC}" srcOrd="0" destOrd="0" parTransId="{FE5CBBB5-A424-4A88-80C9-F5E9824AC947}" sibTransId="{320AEA2C-9755-4F14-BDF4-B6AEBCFC1882}"/>
    <dgm:cxn modelId="{C24CEF3F-53E8-4F0E-9F78-64535F93376A}" srcId="{55EB46C7-ECA6-469E-B1F0-592FBB8ED7B0}" destId="{BF9F6A74-624E-4D09-B6E4-73DDCC304098}" srcOrd="1" destOrd="0" parTransId="{4D2ADDF1-EB5A-4159-B701-316AE3FA1530}" sibTransId="{FBE4D86D-E0BA-4557-ADC3-C347E03A0256}"/>
    <dgm:cxn modelId="{17EFD368-825B-4DA8-8207-2514AB66B961}" type="presOf" srcId="{BF9F6A74-624E-4D09-B6E4-73DDCC304098}" destId="{3CBA0C1E-9B58-47C8-9BB3-21B8082F1F34}" srcOrd="0" destOrd="0" presId="urn:microsoft.com/office/officeart/2008/layout/LinedList"/>
    <dgm:cxn modelId="{DF55899C-0882-4E25-9835-480ACB771E56}" srcId="{55EB46C7-ECA6-469E-B1F0-592FBB8ED7B0}" destId="{2C4692BF-525E-467A-BADB-07FAD7F6732A}" srcOrd="3" destOrd="0" parTransId="{0995EAD8-DF13-4CA6-91C5-DBDB977CF74B}" sibTransId="{5B5C130E-227E-4213-9E97-4A42B766EE8E}"/>
    <dgm:cxn modelId="{E5B17EDB-0FA1-477E-8BF7-819C5381927A}" type="presOf" srcId="{ECBE71A1-7969-4BD5-9E5C-DFC522D18C50}" destId="{F2A119A7-DC5A-401C-B63D-8DFC2EAF0EFD}" srcOrd="0" destOrd="0" presId="urn:microsoft.com/office/officeart/2008/layout/LinedList"/>
    <dgm:cxn modelId="{D3332CDC-6F68-48E2-A738-FE4EAB593EB2}" type="presOf" srcId="{55EB46C7-ECA6-469E-B1F0-592FBB8ED7B0}" destId="{3012057C-C399-48AA-9B26-1F6397EAFB85}" srcOrd="0" destOrd="0" presId="urn:microsoft.com/office/officeart/2008/layout/LinedList"/>
    <dgm:cxn modelId="{8F097EDC-44B2-406B-A7CF-1A8C48753F17}" type="presOf" srcId="{2C4692BF-525E-467A-BADB-07FAD7F6732A}" destId="{4FDC9E10-3139-4C88-8DF7-A63ECBC9C27E}" srcOrd="0" destOrd="0" presId="urn:microsoft.com/office/officeart/2008/layout/LinedList"/>
    <dgm:cxn modelId="{B2AB7DF2-DCDE-419C-8EA6-6987F9DFFF50}" type="presOf" srcId="{D6F4AF5B-85BC-45A9-9CDA-BA11A084E5CC}" destId="{7C73FD2B-BE5C-410E-80A0-539A59E22025}" srcOrd="0" destOrd="0" presId="urn:microsoft.com/office/officeart/2008/layout/LinedList"/>
    <dgm:cxn modelId="{9580B3F9-A9EB-4424-BE25-211E8634492A}" srcId="{55EB46C7-ECA6-469E-B1F0-592FBB8ED7B0}" destId="{ECBE71A1-7969-4BD5-9E5C-DFC522D18C50}" srcOrd="2" destOrd="0" parTransId="{FC5D744E-EDA9-4637-9806-36EAE7EE73B3}" sibTransId="{714412EB-FF3F-42C8-9D6E-F4752AD58B07}"/>
    <dgm:cxn modelId="{010A2469-BC86-4055-8F41-917910E963CA}" type="presParOf" srcId="{3012057C-C399-48AA-9B26-1F6397EAFB85}" destId="{C830FECC-F660-4DC4-BCFE-24274BEA5C2E}" srcOrd="0" destOrd="0" presId="urn:microsoft.com/office/officeart/2008/layout/LinedList"/>
    <dgm:cxn modelId="{5B5AA03B-490F-4605-A8AA-3D88A8E20E22}" type="presParOf" srcId="{3012057C-C399-48AA-9B26-1F6397EAFB85}" destId="{337679A9-0AF5-4987-9FC9-E9D18247EF58}" srcOrd="1" destOrd="0" presId="urn:microsoft.com/office/officeart/2008/layout/LinedList"/>
    <dgm:cxn modelId="{A9046148-F2AB-4634-B30E-023DC69C9538}" type="presParOf" srcId="{337679A9-0AF5-4987-9FC9-E9D18247EF58}" destId="{7C73FD2B-BE5C-410E-80A0-539A59E22025}" srcOrd="0" destOrd="0" presId="urn:microsoft.com/office/officeart/2008/layout/LinedList"/>
    <dgm:cxn modelId="{0F9AF823-8C6A-4C59-8B33-B8D7612570FA}" type="presParOf" srcId="{337679A9-0AF5-4987-9FC9-E9D18247EF58}" destId="{F55370A5-F95F-45AF-BE96-602DEE6579F1}" srcOrd="1" destOrd="0" presId="urn:microsoft.com/office/officeart/2008/layout/LinedList"/>
    <dgm:cxn modelId="{807568DE-CE73-4ACB-8714-1035D060AE9F}" type="presParOf" srcId="{3012057C-C399-48AA-9B26-1F6397EAFB85}" destId="{6462A390-0CE8-48B7-91EA-6FA8E5BFF752}" srcOrd="2" destOrd="0" presId="urn:microsoft.com/office/officeart/2008/layout/LinedList"/>
    <dgm:cxn modelId="{C4AA7275-BAA0-497E-9539-C8EB2A0DB54E}" type="presParOf" srcId="{3012057C-C399-48AA-9B26-1F6397EAFB85}" destId="{B415D4A7-0B62-4573-AD36-97C047DDBB0A}" srcOrd="3" destOrd="0" presId="urn:microsoft.com/office/officeart/2008/layout/LinedList"/>
    <dgm:cxn modelId="{50ED1870-9084-4E0A-93CB-118550B9760B}" type="presParOf" srcId="{B415D4A7-0B62-4573-AD36-97C047DDBB0A}" destId="{3CBA0C1E-9B58-47C8-9BB3-21B8082F1F34}" srcOrd="0" destOrd="0" presId="urn:microsoft.com/office/officeart/2008/layout/LinedList"/>
    <dgm:cxn modelId="{C7272C7D-1DE4-47E1-8687-81EF358AC13C}" type="presParOf" srcId="{B415D4A7-0B62-4573-AD36-97C047DDBB0A}" destId="{4260C5FD-0F8C-496F-8F7A-5CFDC6BB974F}" srcOrd="1" destOrd="0" presId="urn:microsoft.com/office/officeart/2008/layout/LinedList"/>
    <dgm:cxn modelId="{DE710BDB-635A-4261-9AA5-D1D2456EB20B}" type="presParOf" srcId="{3012057C-C399-48AA-9B26-1F6397EAFB85}" destId="{D44A3D5A-2E51-4A28-9E39-AEB1E2F51A35}" srcOrd="4" destOrd="0" presId="urn:microsoft.com/office/officeart/2008/layout/LinedList"/>
    <dgm:cxn modelId="{C9FD5E66-E3C6-4402-88C6-FF5D30DDBF9F}" type="presParOf" srcId="{3012057C-C399-48AA-9B26-1F6397EAFB85}" destId="{F4933326-564C-47EB-870B-C9A0B7434AC6}" srcOrd="5" destOrd="0" presId="urn:microsoft.com/office/officeart/2008/layout/LinedList"/>
    <dgm:cxn modelId="{148F1FDF-05D0-4DDB-BA41-C2929BBCB3D6}" type="presParOf" srcId="{F4933326-564C-47EB-870B-C9A0B7434AC6}" destId="{F2A119A7-DC5A-401C-B63D-8DFC2EAF0EFD}" srcOrd="0" destOrd="0" presId="urn:microsoft.com/office/officeart/2008/layout/LinedList"/>
    <dgm:cxn modelId="{15CE1F2F-5BDC-40AA-A1AB-28B56EAADD91}" type="presParOf" srcId="{F4933326-564C-47EB-870B-C9A0B7434AC6}" destId="{D20BC074-A4B3-4B70-9023-AA0BC162A53D}" srcOrd="1" destOrd="0" presId="urn:microsoft.com/office/officeart/2008/layout/LinedList"/>
    <dgm:cxn modelId="{4874F4BB-2C3A-4CC7-A4CA-C0C0C1D79C5F}" type="presParOf" srcId="{3012057C-C399-48AA-9B26-1F6397EAFB85}" destId="{3F181BE6-A24D-4518-A9C7-6CD7799C0ADF}" srcOrd="6" destOrd="0" presId="urn:microsoft.com/office/officeart/2008/layout/LinedList"/>
    <dgm:cxn modelId="{98076607-F68A-4EB4-B94E-FD0915893929}" type="presParOf" srcId="{3012057C-C399-48AA-9B26-1F6397EAFB85}" destId="{1317270C-0D16-4A54-9D4A-7C49B4F2C7E8}" srcOrd="7" destOrd="0" presId="urn:microsoft.com/office/officeart/2008/layout/LinedList"/>
    <dgm:cxn modelId="{CCDC8749-EF91-404C-BAC1-CDB920D5A256}" type="presParOf" srcId="{1317270C-0D16-4A54-9D4A-7C49B4F2C7E8}" destId="{4FDC9E10-3139-4C88-8DF7-A63ECBC9C27E}" srcOrd="0" destOrd="0" presId="urn:microsoft.com/office/officeart/2008/layout/LinedList"/>
    <dgm:cxn modelId="{4DBA6212-2682-43AE-97C3-7223190AEB63}" type="presParOf" srcId="{1317270C-0D16-4A54-9D4A-7C49B4F2C7E8}" destId="{EA250130-9B62-4AFC-80CD-2D4B23B4D5E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AEEB1D1-1C8D-46C4-A0C4-10B0B2B78B3E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954936BE-F5FC-4C14-8A88-4F842EF30B82}">
      <dgm:prSet/>
      <dgm:spPr/>
      <dgm:t>
        <a:bodyPr/>
        <a:lstStyle/>
        <a:p>
          <a:r>
            <a:rPr lang="en-US"/>
            <a:t>NAS (Network Attached Storage)</a:t>
          </a:r>
        </a:p>
      </dgm:t>
    </dgm:pt>
    <dgm:pt modelId="{4BEA77DF-878A-4543-886B-13D2A0A03B0F}" type="parTrans" cxnId="{FFA07FB7-9DAE-49A6-B541-B27790A4E196}">
      <dgm:prSet/>
      <dgm:spPr/>
      <dgm:t>
        <a:bodyPr/>
        <a:lstStyle/>
        <a:p>
          <a:endParaRPr lang="en-US"/>
        </a:p>
      </dgm:t>
    </dgm:pt>
    <dgm:pt modelId="{307316E9-236F-49A8-83AF-6CE7FB2CCEA0}" type="sibTrans" cxnId="{FFA07FB7-9DAE-49A6-B541-B27790A4E196}">
      <dgm:prSet/>
      <dgm:spPr/>
      <dgm:t>
        <a:bodyPr/>
        <a:lstStyle/>
        <a:p>
          <a:endParaRPr lang="en-US"/>
        </a:p>
      </dgm:t>
    </dgm:pt>
    <dgm:pt modelId="{B90C1EC4-8582-4E86-9A50-588089BA4F03}">
      <dgm:prSet/>
      <dgm:spPr/>
      <dgm:t>
        <a:bodyPr/>
        <a:lstStyle/>
        <a:p>
          <a:r>
            <a:rPr lang="en-US"/>
            <a:t>SAN (Storage Area Network)</a:t>
          </a:r>
        </a:p>
      </dgm:t>
    </dgm:pt>
    <dgm:pt modelId="{FC765F72-764F-4C14-90BC-F0431526179A}" type="parTrans" cxnId="{560EB368-8A0B-4444-9350-281AAAA9A37D}">
      <dgm:prSet/>
      <dgm:spPr/>
      <dgm:t>
        <a:bodyPr/>
        <a:lstStyle/>
        <a:p>
          <a:endParaRPr lang="en-US"/>
        </a:p>
      </dgm:t>
    </dgm:pt>
    <dgm:pt modelId="{8C1BCA4E-DE3E-4AB6-AFE0-CD2E6BCA07DA}" type="sibTrans" cxnId="{560EB368-8A0B-4444-9350-281AAAA9A37D}">
      <dgm:prSet/>
      <dgm:spPr/>
      <dgm:t>
        <a:bodyPr/>
        <a:lstStyle/>
        <a:p>
          <a:endParaRPr lang="en-US"/>
        </a:p>
      </dgm:t>
    </dgm:pt>
    <dgm:pt modelId="{876287C9-09CC-40EE-95E3-BC657694111E}">
      <dgm:prSet/>
      <dgm:spPr/>
      <dgm:t>
        <a:bodyPr/>
        <a:lstStyle/>
        <a:p>
          <a:r>
            <a:rPr lang="en-US"/>
            <a:t>Uso habitual en entornos empresariales</a:t>
          </a:r>
        </a:p>
      </dgm:t>
    </dgm:pt>
    <dgm:pt modelId="{11B1CDDF-5770-4F75-A071-1F03D6892C21}" type="parTrans" cxnId="{0A318D6B-C984-4275-BBAD-E49F4AE28393}">
      <dgm:prSet/>
      <dgm:spPr/>
      <dgm:t>
        <a:bodyPr/>
        <a:lstStyle/>
        <a:p>
          <a:endParaRPr lang="en-US"/>
        </a:p>
      </dgm:t>
    </dgm:pt>
    <dgm:pt modelId="{03963BE4-80BC-41E4-9D85-D286FAD0C0FF}" type="sibTrans" cxnId="{0A318D6B-C984-4275-BBAD-E49F4AE28393}">
      <dgm:prSet/>
      <dgm:spPr/>
      <dgm:t>
        <a:bodyPr/>
        <a:lstStyle/>
        <a:p>
          <a:endParaRPr lang="en-US"/>
        </a:p>
      </dgm:t>
    </dgm:pt>
    <dgm:pt modelId="{5AEBC419-BD28-4320-A758-3F21E895FE3C}">
      <dgm:prSet/>
      <dgm:spPr/>
      <dgm:t>
        <a:bodyPr/>
        <a:lstStyle/>
        <a:p>
          <a:r>
            <a:rPr lang="en-US"/>
            <a:t>Acceso compartido a los datos</a:t>
          </a:r>
        </a:p>
      </dgm:t>
    </dgm:pt>
    <dgm:pt modelId="{ACEFCC07-50AA-49B9-8F11-984F1E1BA0FE}" type="parTrans" cxnId="{5CD679B5-60E4-475F-AD83-147F8EC0B756}">
      <dgm:prSet/>
      <dgm:spPr/>
      <dgm:t>
        <a:bodyPr/>
        <a:lstStyle/>
        <a:p>
          <a:endParaRPr lang="en-US"/>
        </a:p>
      </dgm:t>
    </dgm:pt>
    <dgm:pt modelId="{B66F5D39-1ED8-47B1-9294-0AE04AE98191}" type="sibTrans" cxnId="{5CD679B5-60E4-475F-AD83-147F8EC0B756}">
      <dgm:prSet/>
      <dgm:spPr/>
      <dgm:t>
        <a:bodyPr/>
        <a:lstStyle/>
        <a:p>
          <a:endParaRPr lang="en-US"/>
        </a:p>
      </dgm:t>
    </dgm:pt>
    <dgm:pt modelId="{64C50031-AC16-4EEE-85BA-A17B6ADEEA44}" type="pres">
      <dgm:prSet presAssocID="{DAEEB1D1-1C8D-46C4-A0C4-10B0B2B78B3E}" presName="vert0" presStyleCnt="0">
        <dgm:presLayoutVars>
          <dgm:dir/>
          <dgm:animOne val="branch"/>
          <dgm:animLvl val="lvl"/>
        </dgm:presLayoutVars>
      </dgm:prSet>
      <dgm:spPr/>
    </dgm:pt>
    <dgm:pt modelId="{C084D791-93E2-492E-9DF7-C57852C343BB}" type="pres">
      <dgm:prSet presAssocID="{954936BE-F5FC-4C14-8A88-4F842EF30B82}" presName="thickLine" presStyleLbl="alignNode1" presStyleIdx="0" presStyleCnt="4"/>
      <dgm:spPr/>
    </dgm:pt>
    <dgm:pt modelId="{AF1F57D2-BEAA-4FE8-AA43-4E6A086B47DD}" type="pres">
      <dgm:prSet presAssocID="{954936BE-F5FC-4C14-8A88-4F842EF30B82}" presName="horz1" presStyleCnt="0"/>
      <dgm:spPr/>
    </dgm:pt>
    <dgm:pt modelId="{8CB4105D-8690-4311-93FE-F5EE99460F94}" type="pres">
      <dgm:prSet presAssocID="{954936BE-F5FC-4C14-8A88-4F842EF30B82}" presName="tx1" presStyleLbl="revTx" presStyleIdx="0" presStyleCnt="4"/>
      <dgm:spPr/>
    </dgm:pt>
    <dgm:pt modelId="{32A089CF-97B6-419D-B872-F522D7F34835}" type="pres">
      <dgm:prSet presAssocID="{954936BE-F5FC-4C14-8A88-4F842EF30B82}" presName="vert1" presStyleCnt="0"/>
      <dgm:spPr/>
    </dgm:pt>
    <dgm:pt modelId="{0A974439-1EA2-44EC-93D4-864AC7284A79}" type="pres">
      <dgm:prSet presAssocID="{B90C1EC4-8582-4E86-9A50-588089BA4F03}" presName="thickLine" presStyleLbl="alignNode1" presStyleIdx="1" presStyleCnt="4"/>
      <dgm:spPr/>
    </dgm:pt>
    <dgm:pt modelId="{6D1D1D23-4608-4DAB-9857-ACA9BBC9657C}" type="pres">
      <dgm:prSet presAssocID="{B90C1EC4-8582-4E86-9A50-588089BA4F03}" presName="horz1" presStyleCnt="0"/>
      <dgm:spPr/>
    </dgm:pt>
    <dgm:pt modelId="{99B1450E-06D6-459C-BAF4-96442B0FD6DB}" type="pres">
      <dgm:prSet presAssocID="{B90C1EC4-8582-4E86-9A50-588089BA4F03}" presName="tx1" presStyleLbl="revTx" presStyleIdx="1" presStyleCnt="4"/>
      <dgm:spPr/>
    </dgm:pt>
    <dgm:pt modelId="{8537D5D8-4DB8-4E1F-9488-ECEC9C4D57EF}" type="pres">
      <dgm:prSet presAssocID="{B90C1EC4-8582-4E86-9A50-588089BA4F03}" presName="vert1" presStyleCnt="0"/>
      <dgm:spPr/>
    </dgm:pt>
    <dgm:pt modelId="{E6F17B8C-0D84-413A-AB59-11A41D0B5327}" type="pres">
      <dgm:prSet presAssocID="{876287C9-09CC-40EE-95E3-BC657694111E}" presName="thickLine" presStyleLbl="alignNode1" presStyleIdx="2" presStyleCnt="4"/>
      <dgm:spPr/>
    </dgm:pt>
    <dgm:pt modelId="{8E569947-5CB2-42A7-B0E1-C47A61424149}" type="pres">
      <dgm:prSet presAssocID="{876287C9-09CC-40EE-95E3-BC657694111E}" presName="horz1" presStyleCnt="0"/>
      <dgm:spPr/>
    </dgm:pt>
    <dgm:pt modelId="{8F14B462-40B7-4827-BA7A-C8F3604EFAFC}" type="pres">
      <dgm:prSet presAssocID="{876287C9-09CC-40EE-95E3-BC657694111E}" presName="tx1" presStyleLbl="revTx" presStyleIdx="2" presStyleCnt="4"/>
      <dgm:spPr/>
    </dgm:pt>
    <dgm:pt modelId="{89311E2B-CFFF-404C-ADBB-3E71DD4AA857}" type="pres">
      <dgm:prSet presAssocID="{876287C9-09CC-40EE-95E3-BC657694111E}" presName="vert1" presStyleCnt="0"/>
      <dgm:spPr/>
    </dgm:pt>
    <dgm:pt modelId="{72017197-0758-42F2-839A-D02A4F1A0DB7}" type="pres">
      <dgm:prSet presAssocID="{5AEBC419-BD28-4320-A758-3F21E895FE3C}" presName="thickLine" presStyleLbl="alignNode1" presStyleIdx="3" presStyleCnt="4"/>
      <dgm:spPr/>
    </dgm:pt>
    <dgm:pt modelId="{07B09E8D-550A-4B9B-B467-A8C64C3BE663}" type="pres">
      <dgm:prSet presAssocID="{5AEBC419-BD28-4320-A758-3F21E895FE3C}" presName="horz1" presStyleCnt="0"/>
      <dgm:spPr/>
    </dgm:pt>
    <dgm:pt modelId="{3A7CE234-1357-4129-8527-19CF4D8ED3C9}" type="pres">
      <dgm:prSet presAssocID="{5AEBC419-BD28-4320-A758-3F21E895FE3C}" presName="tx1" presStyleLbl="revTx" presStyleIdx="3" presStyleCnt="4"/>
      <dgm:spPr/>
    </dgm:pt>
    <dgm:pt modelId="{7DDF81E2-DBDF-4FB3-B5DC-1EB9352C0EF9}" type="pres">
      <dgm:prSet presAssocID="{5AEBC419-BD28-4320-A758-3F21E895FE3C}" presName="vert1" presStyleCnt="0"/>
      <dgm:spPr/>
    </dgm:pt>
  </dgm:ptLst>
  <dgm:cxnLst>
    <dgm:cxn modelId="{2BC11F19-99D7-4AC7-8211-8998F9C2511B}" type="presOf" srcId="{5AEBC419-BD28-4320-A758-3F21E895FE3C}" destId="{3A7CE234-1357-4129-8527-19CF4D8ED3C9}" srcOrd="0" destOrd="0" presId="urn:microsoft.com/office/officeart/2008/layout/LinedList"/>
    <dgm:cxn modelId="{8B534D39-FBF9-4D70-8119-1DE935978719}" type="presOf" srcId="{954936BE-F5FC-4C14-8A88-4F842EF30B82}" destId="{8CB4105D-8690-4311-93FE-F5EE99460F94}" srcOrd="0" destOrd="0" presId="urn:microsoft.com/office/officeart/2008/layout/LinedList"/>
    <dgm:cxn modelId="{560EB368-8A0B-4444-9350-281AAAA9A37D}" srcId="{DAEEB1D1-1C8D-46C4-A0C4-10B0B2B78B3E}" destId="{B90C1EC4-8582-4E86-9A50-588089BA4F03}" srcOrd="1" destOrd="0" parTransId="{FC765F72-764F-4C14-90BC-F0431526179A}" sibTransId="{8C1BCA4E-DE3E-4AB6-AFE0-CD2E6BCA07DA}"/>
    <dgm:cxn modelId="{0A318D6B-C984-4275-BBAD-E49F4AE28393}" srcId="{DAEEB1D1-1C8D-46C4-A0C4-10B0B2B78B3E}" destId="{876287C9-09CC-40EE-95E3-BC657694111E}" srcOrd="2" destOrd="0" parTransId="{11B1CDDF-5770-4F75-A071-1F03D6892C21}" sibTransId="{03963BE4-80BC-41E4-9D85-D286FAD0C0FF}"/>
    <dgm:cxn modelId="{81231057-80DE-423F-BABC-87CB8ED042D5}" type="presOf" srcId="{876287C9-09CC-40EE-95E3-BC657694111E}" destId="{8F14B462-40B7-4827-BA7A-C8F3604EFAFC}" srcOrd="0" destOrd="0" presId="urn:microsoft.com/office/officeart/2008/layout/LinedList"/>
    <dgm:cxn modelId="{6AF80985-07F6-4311-81AF-D60281A30040}" type="presOf" srcId="{B90C1EC4-8582-4E86-9A50-588089BA4F03}" destId="{99B1450E-06D6-459C-BAF4-96442B0FD6DB}" srcOrd="0" destOrd="0" presId="urn:microsoft.com/office/officeart/2008/layout/LinedList"/>
    <dgm:cxn modelId="{D0F10BA8-8AA4-47E7-A57D-6F62928E5C6B}" type="presOf" srcId="{DAEEB1D1-1C8D-46C4-A0C4-10B0B2B78B3E}" destId="{64C50031-AC16-4EEE-85BA-A17B6ADEEA44}" srcOrd="0" destOrd="0" presId="urn:microsoft.com/office/officeart/2008/layout/LinedList"/>
    <dgm:cxn modelId="{5CD679B5-60E4-475F-AD83-147F8EC0B756}" srcId="{DAEEB1D1-1C8D-46C4-A0C4-10B0B2B78B3E}" destId="{5AEBC419-BD28-4320-A758-3F21E895FE3C}" srcOrd="3" destOrd="0" parTransId="{ACEFCC07-50AA-49B9-8F11-984F1E1BA0FE}" sibTransId="{B66F5D39-1ED8-47B1-9294-0AE04AE98191}"/>
    <dgm:cxn modelId="{FFA07FB7-9DAE-49A6-B541-B27790A4E196}" srcId="{DAEEB1D1-1C8D-46C4-A0C4-10B0B2B78B3E}" destId="{954936BE-F5FC-4C14-8A88-4F842EF30B82}" srcOrd="0" destOrd="0" parTransId="{4BEA77DF-878A-4543-886B-13D2A0A03B0F}" sibTransId="{307316E9-236F-49A8-83AF-6CE7FB2CCEA0}"/>
    <dgm:cxn modelId="{B8BD0BE2-CF75-48E3-B597-B27B00CA2EA5}" type="presParOf" srcId="{64C50031-AC16-4EEE-85BA-A17B6ADEEA44}" destId="{C084D791-93E2-492E-9DF7-C57852C343BB}" srcOrd="0" destOrd="0" presId="urn:microsoft.com/office/officeart/2008/layout/LinedList"/>
    <dgm:cxn modelId="{7792E903-EDF3-4BBA-BADC-BCF7E3E290E6}" type="presParOf" srcId="{64C50031-AC16-4EEE-85BA-A17B6ADEEA44}" destId="{AF1F57D2-BEAA-4FE8-AA43-4E6A086B47DD}" srcOrd="1" destOrd="0" presId="urn:microsoft.com/office/officeart/2008/layout/LinedList"/>
    <dgm:cxn modelId="{B4EBAA35-B565-4D8D-B4B1-2670EBA316E1}" type="presParOf" srcId="{AF1F57D2-BEAA-4FE8-AA43-4E6A086B47DD}" destId="{8CB4105D-8690-4311-93FE-F5EE99460F94}" srcOrd="0" destOrd="0" presId="urn:microsoft.com/office/officeart/2008/layout/LinedList"/>
    <dgm:cxn modelId="{0C60DDB7-6F70-4C63-925F-2331F7A9A3F0}" type="presParOf" srcId="{AF1F57D2-BEAA-4FE8-AA43-4E6A086B47DD}" destId="{32A089CF-97B6-419D-B872-F522D7F34835}" srcOrd="1" destOrd="0" presId="urn:microsoft.com/office/officeart/2008/layout/LinedList"/>
    <dgm:cxn modelId="{F6E32C3C-9C3B-4838-AF1C-8AD256FC525A}" type="presParOf" srcId="{64C50031-AC16-4EEE-85BA-A17B6ADEEA44}" destId="{0A974439-1EA2-44EC-93D4-864AC7284A79}" srcOrd="2" destOrd="0" presId="urn:microsoft.com/office/officeart/2008/layout/LinedList"/>
    <dgm:cxn modelId="{7B38E809-F0F5-4D10-AD7A-975868B269F0}" type="presParOf" srcId="{64C50031-AC16-4EEE-85BA-A17B6ADEEA44}" destId="{6D1D1D23-4608-4DAB-9857-ACA9BBC9657C}" srcOrd="3" destOrd="0" presId="urn:microsoft.com/office/officeart/2008/layout/LinedList"/>
    <dgm:cxn modelId="{16718B51-C82B-43D5-AFBA-8A6BA93139F4}" type="presParOf" srcId="{6D1D1D23-4608-4DAB-9857-ACA9BBC9657C}" destId="{99B1450E-06D6-459C-BAF4-96442B0FD6DB}" srcOrd="0" destOrd="0" presId="urn:microsoft.com/office/officeart/2008/layout/LinedList"/>
    <dgm:cxn modelId="{0EF9139E-92D6-45E2-B0C5-533BD6478860}" type="presParOf" srcId="{6D1D1D23-4608-4DAB-9857-ACA9BBC9657C}" destId="{8537D5D8-4DB8-4E1F-9488-ECEC9C4D57EF}" srcOrd="1" destOrd="0" presId="urn:microsoft.com/office/officeart/2008/layout/LinedList"/>
    <dgm:cxn modelId="{A8758DFF-AEF3-49C6-9538-C150E05EFC7C}" type="presParOf" srcId="{64C50031-AC16-4EEE-85BA-A17B6ADEEA44}" destId="{E6F17B8C-0D84-413A-AB59-11A41D0B5327}" srcOrd="4" destOrd="0" presId="urn:microsoft.com/office/officeart/2008/layout/LinedList"/>
    <dgm:cxn modelId="{D53E1CC6-1109-4C84-AB28-955931B441A2}" type="presParOf" srcId="{64C50031-AC16-4EEE-85BA-A17B6ADEEA44}" destId="{8E569947-5CB2-42A7-B0E1-C47A61424149}" srcOrd="5" destOrd="0" presId="urn:microsoft.com/office/officeart/2008/layout/LinedList"/>
    <dgm:cxn modelId="{85993F11-6E74-4AF8-A3F8-BD99A51CB882}" type="presParOf" srcId="{8E569947-5CB2-42A7-B0E1-C47A61424149}" destId="{8F14B462-40B7-4827-BA7A-C8F3604EFAFC}" srcOrd="0" destOrd="0" presId="urn:microsoft.com/office/officeart/2008/layout/LinedList"/>
    <dgm:cxn modelId="{C744843C-86D7-4758-962F-32AC7317AAD5}" type="presParOf" srcId="{8E569947-5CB2-42A7-B0E1-C47A61424149}" destId="{89311E2B-CFFF-404C-ADBB-3E71DD4AA857}" srcOrd="1" destOrd="0" presId="urn:microsoft.com/office/officeart/2008/layout/LinedList"/>
    <dgm:cxn modelId="{8E46591C-085E-4DFE-AFE6-ED0C8C3F753C}" type="presParOf" srcId="{64C50031-AC16-4EEE-85BA-A17B6ADEEA44}" destId="{72017197-0758-42F2-839A-D02A4F1A0DB7}" srcOrd="6" destOrd="0" presId="urn:microsoft.com/office/officeart/2008/layout/LinedList"/>
    <dgm:cxn modelId="{A918D433-93AB-40C1-A4B4-BAB32C6D570A}" type="presParOf" srcId="{64C50031-AC16-4EEE-85BA-A17B6ADEEA44}" destId="{07B09E8D-550A-4B9B-B467-A8C64C3BE663}" srcOrd="7" destOrd="0" presId="urn:microsoft.com/office/officeart/2008/layout/LinedList"/>
    <dgm:cxn modelId="{21160880-83F6-42BD-9FAF-C28742DD862A}" type="presParOf" srcId="{07B09E8D-550A-4B9B-B467-A8C64C3BE663}" destId="{3A7CE234-1357-4129-8527-19CF4D8ED3C9}" srcOrd="0" destOrd="0" presId="urn:microsoft.com/office/officeart/2008/layout/LinedList"/>
    <dgm:cxn modelId="{A261134C-C232-4C1E-AAE8-6DC2801784F6}" type="presParOf" srcId="{07B09E8D-550A-4B9B-B467-A8C64C3BE663}" destId="{7DDF81E2-DBDF-4FB3-B5DC-1EB9352C0EF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D3FB0EA-94D8-4F71-91CD-FFFA4F69AB7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2C936CA-F5BD-4B7A-987D-6E0D6AEFAAD6}">
      <dgm:prSet/>
      <dgm:spPr/>
      <dgm:t>
        <a:bodyPr/>
        <a:lstStyle/>
        <a:p>
          <a:pPr>
            <a:defRPr cap="all"/>
          </a:pPr>
          <a:r>
            <a:rPr lang="en-US"/>
            <a:t>Permiten organizar la información en los dispositivos</a:t>
          </a:r>
        </a:p>
      </dgm:t>
    </dgm:pt>
    <dgm:pt modelId="{10DD894B-A240-49C7-A982-99C4C298D029}" type="parTrans" cxnId="{90EFF5DD-4AA0-4378-8E9E-ACACF5D52AF9}">
      <dgm:prSet/>
      <dgm:spPr/>
      <dgm:t>
        <a:bodyPr/>
        <a:lstStyle/>
        <a:p>
          <a:endParaRPr lang="en-US"/>
        </a:p>
      </dgm:t>
    </dgm:pt>
    <dgm:pt modelId="{8A4E9F0D-7CFD-4969-B37D-D625B31205EE}" type="sibTrans" cxnId="{90EFF5DD-4AA0-4378-8E9E-ACACF5D52AF9}">
      <dgm:prSet/>
      <dgm:spPr/>
      <dgm:t>
        <a:bodyPr/>
        <a:lstStyle/>
        <a:p>
          <a:endParaRPr lang="en-US"/>
        </a:p>
      </dgm:t>
    </dgm:pt>
    <dgm:pt modelId="{69144AEA-80CE-4D82-A269-4D3A23286853}">
      <dgm:prSet/>
      <dgm:spPr/>
      <dgm:t>
        <a:bodyPr/>
        <a:lstStyle/>
        <a:p>
          <a:pPr>
            <a:defRPr cap="all"/>
          </a:pPr>
          <a:r>
            <a:rPr lang="en-US"/>
            <a:t>Gestionan archivos y directorios</a:t>
          </a:r>
        </a:p>
      </dgm:t>
    </dgm:pt>
    <dgm:pt modelId="{F8AC41EA-5BE8-4703-9A14-5CB13A0EE122}" type="parTrans" cxnId="{68D01C2A-3B99-490F-B1F2-0C2269A1E8FF}">
      <dgm:prSet/>
      <dgm:spPr/>
      <dgm:t>
        <a:bodyPr/>
        <a:lstStyle/>
        <a:p>
          <a:endParaRPr lang="en-US"/>
        </a:p>
      </dgm:t>
    </dgm:pt>
    <dgm:pt modelId="{6CA0A14A-1783-4927-B320-05E304F7CA6A}" type="sibTrans" cxnId="{68D01C2A-3B99-490F-B1F2-0C2269A1E8FF}">
      <dgm:prSet/>
      <dgm:spPr/>
      <dgm:t>
        <a:bodyPr/>
        <a:lstStyle/>
        <a:p>
          <a:endParaRPr lang="en-US"/>
        </a:p>
      </dgm:t>
    </dgm:pt>
    <dgm:pt modelId="{F04708E0-7977-4BED-99A9-7DC0A845F072}">
      <dgm:prSet/>
      <dgm:spPr/>
      <dgm:t>
        <a:bodyPr/>
        <a:lstStyle/>
        <a:p>
          <a:pPr>
            <a:defRPr cap="all"/>
          </a:pPr>
          <a:r>
            <a:rPr lang="en-US"/>
            <a:t>Controlan permisos y acceso</a:t>
          </a:r>
        </a:p>
      </dgm:t>
    </dgm:pt>
    <dgm:pt modelId="{3ADBDE7F-1EC2-485D-827D-0F38CA927EDD}" type="parTrans" cxnId="{578EF516-10EE-4645-9E4D-72CB86EDECAF}">
      <dgm:prSet/>
      <dgm:spPr/>
      <dgm:t>
        <a:bodyPr/>
        <a:lstStyle/>
        <a:p>
          <a:endParaRPr lang="en-US"/>
        </a:p>
      </dgm:t>
    </dgm:pt>
    <dgm:pt modelId="{0B7A661F-106F-499D-ADA5-246F4A3B03F3}" type="sibTrans" cxnId="{578EF516-10EE-4645-9E4D-72CB86EDECAF}">
      <dgm:prSet/>
      <dgm:spPr/>
      <dgm:t>
        <a:bodyPr/>
        <a:lstStyle/>
        <a:p>
          <a:endParaRPr lang="en-US"/>
        </a:p>
      </dgm:t>
    </dgm:pt>
    <dgm:pt modelId="{9A606E03-5F22-4004-9F1D-07BF3E4BFB56}" type="pres">
      <dgm:prSet presAssocID="{FD3FB0EA-94D8-4F71-91CD-FFFA4F69AB7B}" presName="root" presStyleCnt="0">
        <dgm:presLayoutVars>
          <dgm:dir/>
          <dgm:resizeHandles val="exact"/>
        </dgm:presLayoutVars>
      </dgm:prSet>
      <dgm:spPr/>
    </dgm:pt>
    <dgm:pt modelId="{FDF61608-AFB3-49B2-8A7F-0D808B11D4FB}" type="pres">
      <dgm:prSet presAssocID="{62C936CA-F5BD-4B7A-987D-6E0D6AEFAAD6}" presName="compNode" presStyleCnt="0"/>
      <dgm:spPr/>
    </dgm:pt>
    <dgm:pt modelId="{BA3C46BB-DA2D-460A-9624-F8ECBBE70F9E}" type="pres">
      <dgm:prSet presAssocID="{62C936CA-F5BD-4B7A-987D-6E0D6AEFAAD6}" presName="iconBgRect" presStyleLbl="bgShp" presStyleIdx="0" presStyleCnt="3"/>
      <dgm:spPr/>
    </dgm:pt>
    <dgm:pt modelId="{77AE52C0-F6AD-4B26-B8C4-DEF8E090B0A5}" type="pres">
      <dgm:prSet presAssocID="{62C936CA-F5BD-4B7A-987D-6E0D6AEFAAD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495ACC68-C1D3-4949-925B-27EF5239719F}" type="pres">
      <dgm:prSet presAssocID="{62C936CA-F5BD-4B7A-987D-6E0D6AEFAAD6}" presName="spaceRect" presStyleCnt="0"/>
      <dgm:spPr/>
    </dgm:pt>
    <dgm:pt modelId="{60E38F61-6789-4616-89BC-3880F1756E39}" type="pres">
      <dgm:prSet presAssocID="{62C936CA-F5BD-4B7A-987D-6E0D6AEFAAD6}" presName="textRect" presStyleLbl="revTx" presStyleIdx="0" presStyleCnt="3">
        <dgm:presLayoutVars>
          <dgm:chMax val="1"/>
          <dgm:chPref val="1"/>
        </dgm:presLayoutVars>
      </dgm:prSet>
      <dgm:spPr/>
    </dgm:pt>
    <dgm:pt modelId="{E7ACA371-641C-4533-A274-A4C370926C2E}" type="pres">
      <dgm:prSet presAssocID="{8A4E9F0D-7CFD-4969-B37D-D625B31205EE}" presName="sibTrans" presStyleCnt="0"/>
      <dgm:spPr/>
    </dgm:pt>
    <dgm:pt modelId="{C815E1E7-1A9A-4524-82B2-08416CBFA0CA}" type="pres">
      <dgm:prSet presAssocID="{69144AEA-80CE-4D82-A269-4D3A23286853}" presName="compNode" presStyleCnt="0"/>
      <dgm:spPr/>
    </dgm:pt>
    <dgm:pt modelId="{AFA35B6E-CF67-46C5-894B-A25E7BC93BCE}" type="pres">
      <dgm:prSet presAssocID="{69144AEA-80CE-4D82-A269-4D3A23286853}" presName="iconBgRect" presStyleLbl="bgShp" presStyleIdx="1" presStyleCnt="3"/>
      <dgm:spPr/>
    </dgm:pt>
    <dgm:pt modelId="{F1A7DED1-D404-4B2B-A0EC-95736E9D2C99}" type="pres">
      <dgm:prSet presAssocID="{69144AEA-80CE-4D82-A269-4D3A2328685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4150B747-BB40-4A17-B7FE-4C3442CE2E1D}" type="pres">
      <dgm:prSet presAssocID="{69144AEA-80CE-4D82-A269-4D3A23286853}" presName="spaceRect" presStyleCnt="0"/>
      <dgm:spPr/>
    </dgm:pt>
    <dgm:pt modelId="{70B2575E-4DAD-4CB4-9F1D-8834AFC9BD8A}" type="pres">
      <dgm:prSet presAssocID="{69144AEA-80CE-4D82-A269-4D3A23286853}" presName="textRect" presStyleLbl="revTx" presStyleIdx="1" presStyleCnt="3">
        <dgm:presLayoutVars>
          <dgm:chMax val="1"/>
          <dgm:chPref val="1"/>
        </dgm:presLayoutVars>
      </dgm:prSet>
      <dgm:spPr/>
    </dgm:pt>
    <dgm:pt modelId="{59E50C65-07FB-4A43-9BFB-B6711C8DA5DC}" type="pres">
      <dgm:prSet presAssocID="{6CA0A14A-1783-4927-B320-05E304F7CA6A}" presName="sibTrans" presStyleCnt="0"/>
      <dgm:spPr/>
    </dgm:pt>
    <dgm:pt modelId="{3BAFBD19-D248-44BF-ADBD-3C1406904CB6}" type="pres">
      <dgm:prSet presAssocID="{F04708E0-7977-4BED-99A9-7DC0A845F072}" presName="compNode" presStyleCnt="0"/>
      <dgm:spPr/>
    </dgm:pt>
    <dgm:pt modelId="{9D662CFE-6A2A-4884-A805-2DD9EC1CBE15}" type="pres">
      <dgm:prSet presAssocID="{F04708E0-7977-4BED-99A9-7DC0A845F072}" presName="iconBgRect" presStyleLbl="bgShp" presStyleIdx="2" presStyleCnt="3"/>
      <dgm:spPr/>
    </dgm:pt>
    <dgm:pt modelId="{FA855BEF-2899-42E5-94B1-0BC5586F2A70}" type="pres">
      <dgm:prSet presAssocID="{F04708E0-7977-4BED-99A9-7DC0A845F07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AE81803C-3E9C-4411-8BB0-DC50B134DF17}" type="pres">
      <dgm:prSet presAssocID="{F04708E0-7977-4BED-99A9-7DC0A845F072}" presName="spaceRect" presStyleCnt="0"/>
      <dgm:spPr/>
    </dgm:pt>
    <dgm:pt modelId="{7296FDBA-5DB7-4523-82D3-F1ED722DB4D9}" type="pres">
      <dgm:prSet presAssocID="{F04708E0-7977-4BED-99A9-7DC0A845F07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78EF516-10EE-4645-9E4D-72CB86EDECAF}" srcId="{FD3FB0EA-94D8-4F71-91CD-FFFA4F69AB7B}" destId="{F04708E0-7977-4BED-99A9-7DC0A845F072}" srcOrd="2" destOrd="0" parTransId="{3ADBDE7F-1EC2-485D-827D-0F38CA927EDD}" sibTransId="{0B7A661F-106F-499D-ADA5-246F4A3B03F3}"/>
    <dgm:cxn modelId="{8976CC22-CF82-4E64-B4EC-E83B11E0C1FD}" type="presOf" srcId="{62C936CA-F5BD-4B7A-987D-6E0D6AEFAAD6}" destId="{60E38F61-6789-4616-89BC-3880F1756E39}" srcOrd="0" destOrd="0" presId="urn:microsoft.com/office/officeart/2018/5/layout/IconCircleLabelList"/>
    <dgm:cxn modelId="{68D01C2A-3B99-490F-B1F2-0C2269A1E8FF}" srcId="{FD3FB0EA-94D8-4F71-91CD-FFFA4F69AB7B}" destId="{69144AEA-80CE-4D82-A269-4D3A23286853}" srcOrd="1" destOrd="0" parTransId="{F8AC41EA-5BE8-4703-9A14-5CB13A0EE122}" sibTransId="{6CA0A14A-1783-4927-B320-05E304F7CA6A}"/>
    <dgm:cxn modelId="{A9EFB36C-259D-4F23-8188-E0E3F8A7E223}" type="presOf" srcId="{FD3FB0EA-94D8-4F71-91CD-FFFA4F69AB7B}" destId="{9A606E03-5F22-4004-9F1D-07BF3E4BFB56}" srcOrd="0" destOrd="0" presId="urn:microsoft.com/office/officeart/2018/5/layout/IconCircleLabelList"/>
    <dgm:cxn modelId="{4F082EAB-CA98-4E73-8865-78B8407EB060}" type="presOf" srcId="{F04708E0-7977-4BED-99A9-7DC0A845F072}" destId="{7296FDBA-5DB7-4523-82D3-F1ED722DB4D9}" srcOrd="0" destOrd="0" presId="urn:microsoft.com/office/officeart/2018/5/layout/IconCircleLabelList"/>
    <dgm:cxn modelId="{90EFF5DD-4AA0-4378-8E9E-ACACF5D52AF9}" srcId="{FD3FB0EA-94D8-4F71-91CD-FFFA4F69AB7B}" destId="{62C936CA-F5BD-4B7A-987D-6E0D6AEFAAD6}" srcOrd="0" destOrd="0" parTransId="{10DD894B-A240-49C7-A982-99C4C298D029}" sibTransId="{8A4E9F0D-7CFD-4969-B37D-D625B31205EE}"/>
    <dgm:cxn modelId="{6CE34EF8-387E-415E-A7AD-33136BED4F6B}" type="presOf" srcId="{69144AEA-80CE-4D82-A269-4D3A23286853}" destId="{70B2575E-4DAD-4CB4-9F1D-8834AFC9BD8A}" srcOrd="0" destOrd="0" presId="urn:microsoft.com/office/officeart/2018/5/layout/IconCircleLabelList"/>
    <dgm:cxn modelId="{E65D81E6-7299-4D55-A26C-AD5E48121822}" type="presParOf" srcId="{9A606E03-5F22-4004-9F1D-07BF3E4BFB56}" destId="{FDF61608-AFB3-49B2-8A7F-0D808B11D4FB}" srcOrd="0" destOrd="0" presId="urn:microsoft.com/office/officeart/2018/5/layout/IconCircleLabelList"/>
    <dgm:cxn modelId="{D0CEFB21-677E-4148-85D1-DE5616BD5948}" type="presParOf" srcId="{FDF61608-AFB3-49B2-8A7F-0D808B11D4FB}" destId="{BA3C46BB-DA2D-460A-9624-F8ECBBE70F9E}" srcOrd="0" destOrd="0" presId="urn:microsoft.com/office/officeart/2018/5/layout/IconCircleLabelList"/>
    <dgm:cxn modelId="{F3BC1A6D-E4EB-4CB4-B795-FF4024438751}" type="presParOf" srcId="{FDF61608-AFB3-49B2-8A7F-0D808B11D4FB}" destId="{77AE52C0-F6AD-4B26-B8C4-DEF8E090B0A5}" srcOrd="1" destOrd="0" presId="urn:microsoft.com/office/officeart/2018/5/layout/IconCircleLabelList"/>
    <dgm:cxn modelId="{71E7494D-C6F8-4473-B0CC-9FDA301EB353}" type="presParOf" srcId="{FDF61608-AFB3-49B2-8A7F-0D808B11D4FB}" destId="{495ACC68-C1D3-4949-925B-27EF5239719F}" srcOrd="2" destOrd="0" presId="urn:microsoft.com/office/officeart/2018/5/layout/IconCircleLabelList"/>
    <dgm:cxn modelId="{C6B2D445-B08C-43D6-86F5-70FEE74C7377}" type="presParOf" srcId="{FDF61608-AFB3-49B2-8A7F-0D808B11D4FB}" destId="{60E38F61-6789-4616-89BC-3880F1756E39}" srcOrd="3" destOrd="0" presId="urn:microsoft.com/office/officeart/2018/5/layout/IconCircleLabelList"/>
    <dgm:cxn modelId="{81EDF6DC-E3FB-4036-9593-62ADA7CDD02B}" type="presParOf" srcId="{9A606E03-5F22-4004-9F1D-07BF3E4BFB56}" destId="{E7ACA371-641C-4533-A274-A4C370926C2E}" srcOrd="1" destOrd="0" presId="urn:microsoft.com/office/officeart/2018/5/layout/IconCircleLabelList"/>
    <dgm:cxn modelId="{C44F79AE-CF06-4F78-91E7-CE82202C33B1}" type="presParOf" srcId="{9A606E03-5F22-4004-9F1D-07BF3E4BFB56}" destId="{C815E1E7-1A9A-4524-82B2-08416CBFA0CA}" srcOrd="2" destOrd="0" presId="urn:microsoft.com/office/officeart/2018/5/layout/IconCircleLabelList"/>
    <dgm:cxn modelId="{76F51A5D-1FA3-40D3-915C-B9BC7EBC3673}" type="presParOf" srcId="{C815E1E7-1A9A-4524-82B2-08416CBFA0CA}" destId="{AFA35B6E-CF67-46C5-894B-A25E7BC93BCE}" srcOrd="0" destOrd="0" presId="urn:microsoft.com/office/officeart/2018/5/layout/IconCircleLabelList"/>
    <dgm:cxn modelId="{15EF3B90-6EF4-4C77-B478-EB1E420CA2D0}" type="presParOf" srcId="{C815E1E7-1A9A-4524-82B2-08416CBFA0CA}" destId="{F1A7DED1-D404-4B2B-A0EC-95736E9D2C99}" srcOrd="1" destOrd="0" presId="urn:microsoft.com/office/officeart/2018/5/layout/IconCircleLabelList"/>
    <dgm:cxn modelId="{30D13F47-BF03-4BB0-AE67-73F3CBD8983B}" type="presParOf" srcId="{C815E1E7-1A9A-4524-82B2-08416CBFA0CA}" destId="{4150B747-BB40-4A17-B7FE-4C3442CE2E1D}" srcOrd="2" destOrd="0" presId="urn:microsoft.com/office/officeart/2018/5/layout/IconCircleLabelList"/>
    <dgm:cxn modelId="{F1DEDE1A-F92E-4E13-9DE2-582EF3455A8C}" type="presParOf" srcId="{C815E1E7-1A9A-4524-82B2-08416CBFA0CA}" destId="{70B2575E-4DAD-4CB4-9F1D-8834AFC9BD8A}" srcOrd="3" destOrd="0" presId="urn:microsoft.com/office/officeart/2018/5/layout/IconCircleLabelList"/>
    <dgm:cxn modelId="{5E91112B-0BEB-4F62-BB6C-4270726D3B42}" type="presParOf" srcId="{9A606E03-5F22-4004-9F1D-07BF3E4BFB56}" destId="{59E50C65-07FB-4A43-9BFB-B6711C8DA5DC}" srcOrd="3" destOrd="0" presId="urn:microsoft.com/office/officeart/2018/5/layout/IconCircleLabelList"/>
    <dgm:cxn modelId="{939CFE67-8CDC-4292-9084-3768ED26A9B1}" type="presParOf" srcId="{9A606E03-5F22-4004-9F1D-07BF3E4BFB56}" destId="{3BAFBD19-D248-44BF-ADBD-3C1406904CB6}" srcOrd="4" destOrd="0" presId="urn:microsoft.com/office/officeart/2018/5/layout/IconCircleLabelList"/>
    <dgm:cxn modelId="{B2B9D0FD-4EAD-4E87-8196-20F36C5E25DC}" type="presParOf" srcId="{3BAFBD19-D248-44BF-ADBD-3C1406904CB6}" destId="{9D662CFE-6A2A-4884-A805-2DD9EC1CBE15}" srcOrd="0" destOrd="0" presId="urn:microsoft.com/office/officeart/2018/5/layout/IconCircleLabelList"/>
    <dgm:cxn modelId="{FC62A1C4-C655-412E-8E9E-80B33FB6129C}" type="presParOf" srcId="{3BAFBD19-D248-44BF-ADBD-3C1406904CB6}" destId="{FA855BEF-2899-42E5-94B1-0BC5586F2A70}" srcOrd="1" destOrd="0" presId="urn:microsoft.com/office/officeart/2018/5/layout/IconCircleLabelList"/>
    <dgm:cxn modelId="{055C8A2D-0B26-4AB9-8209-9F725B704344}" type="presParOf" srcId="{3BAFBD19-D248-44BF-ADBD-3C1406904CB6}" destId="{AE81803C-3E9C-4411-8BB0-DC50B134DF17}" srcOrd="2" destOrd="0" presId="urn:microsoft.com/office/officeart/2018/5/layout/IconCircleLabelList"/>
    <dgm:cxn modelId="{0F3F8DE0-59AA-4CC5-A3C4-00DA604D39BB}" type="presParOf" srcId="{3BAFBD19-D248-44BF-ADBD-3C1406904CB6}" destId="{7296FDBA-5DB7-4523-82D3-F1ED722DB4D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342323B-96CE-4013-BF61-EAB06C93DEA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4A73051-C10D-4A24-93C8-DC94AA0FEF6C}">
      <dgm:prSet/>
      <dgm:spPr/>
      <dgm:t>
        <a:bodyPr/>
        <a:lstStyle/>
        <a:p>
          <a:r>
            <a:rPr lang="en-US"/>
            <a:t>Tamaño máximo de archivo</a:t>
          </a:r>
        </a:p>
      </dgm:t>
    </dgm:pt>
    <dgm:pt modelId="{F6A7423F-0FB6-43FF-BBBA-CFDEA413D8DC}" type="parTrans" cxnId="{4CBA358B-4D30-4929-BC05-567873723AA6}">
      <dgm:prSet/>
      <dgm:spPr/>
      <dgm:t>
        <a:bodyPr/>
        <a:lstStyle/>
        <a:p>
          <a:endParaRPr lang="en-US"/>
        </a:p>
      </dgm:t>
    </dgm:pt>
    <dgm:pt modelId="{2BDA7395-C242-4D29-AE60-34F88DD4461F}" type="sibTrans" cxnId="{4CBA358B-4D30-4929-BC05-567873723AA6}">
      <dgm:prSet/>
      <dgm:spPr/>
      <dgm:t>
        <a:bodyPr/>
        <a:lstStyle/>
        <a:p>
          <a:endParaRPr lang="en-US"/>
        </a:p>
      </dgm:t>
    </dgm:pt>
    <dgm:pt modelId="{4A5A375E-3611-4094-B1E8-DDE920EEED67}">
      <dgm:prSet/>
      <dgm:spPr/>
      <dgm:t>
        <a:bodyPr/>
        <a:lstStyle/>
        <a:p>
          <a:r>
            <a:rPr lang="en-US"/>
            <a:t>Gestión del espacio</a:t>
          </a:r>
        </a:p>
      </dgm:t>
    </dgm:pt>
    <dgm:pt modelId="{DA58F95B-9C3E-443A-AB24-5F5DF0E2A33D}" type="parTrans" cxnId="{8DDD58E8-411E-411B-80AF-168CC66438A8}">
      <dgm:prSet/>
      <dgm:spPr/>
      <dgm:t>
        <a:bodyPr/>
        <a:lstStyle/>
        <a:p>
          <a:endParaRPr lang="en-US"/>
        </a:p>
      </dgm:t>
    </dgm:pt>
    <dgm:pt modelId="{A93650B8-F9C2-4585-91B0-C1A357669250}" type="sibTrans" cxnId="{8DDD58E8-411E-411B-80AF-168CC66438A8}">
      <dgm:prSet/>
      <dgm:spPr/>
      <dgm:t>
        <a:bodyPr/>
        <a:lstStyle/>
        <a:p>
          <a:endParaRPr lang="en-US"/>
        </a:p>
      </dgm:t>
    </dgm:pt>
    <dgm:pt modelId="{D82ECC2D-1288-4FFE-A839-4CCDE5495465}">
      <dgm:prSet/>
      <dgm:spPr/>
      <dgm:t>
        <a:bodyPr/>
        <a:lstStyle/>
        <a:p>
          <a:r>
            <a:rPr lang="en-US"/>
            <a:t>Soporte de permisos</a:t>
          </a:r>
        </a:p>
      </dgm:t>
    </dgm:pt>
    <dgm:pt modelId="{C56C10A9-0BAC-416D-96B9-C6BCBC695CC9}" type="parTrans" cxnId="{C2072581-F337-4C69-9433-A9947444B50E}">
      <dgm:prSet/>
      <dgm:spPr/>
      <dgm:t>
        <a:bodyPr/>
        <a:lstStyle/>
        <a:p>
          <a:endParaRPr lang="en-US"/>
        </a:p>
      </dgm:t>
    </dgm:pt>
    <dgm:pt modelId="{92C85B34-225D-4457-B04B-4CCF509AB500}" type="sibTrans" cxnId="{C2072581-F337-4C69-9433-A9947444B50E}">
      <dgm:prSet/>
      <dgm:spPr/>
      <dgm:t>
        <a:bodyPr/>
        <a:lstStyle/>
        <a:p>
          <a:endParaRPr lang="en-US"/>
        </a:p>
      </dgm:t>
    </dgm:pt>
    <dgm:pt modelId="{87FBB037-7F8B-4097-ADB2-37842F6DB6C3}">
      <dgm:prSet/>
      <dgm:spPr/>
      <dgm:t>
        <a:bodyPr/>
        <a:lstStyle/>
        <a:p>
          <a:r>
            <a:rPr lang="en-US"/>
            <a:t>Fiabilidad y recuperación</a:t>
          </a:r>
        </a:p>
      </dgm:t>
    </dgm:pt>
    <dgm:pt modelId="{B41EC455-A07C-4848-9719-88C2103A9A1B}" type="parTrans" cxnId="{627A6621-8ABC-4E82-A800-293239051D39}">
      <dgm:prSet/>
      <dgm:spPr/>
      <dgm:t>
        <a:bodyPr/>
        <a:lstStyle/>
        <a:p>
          <a:endParaRPr lang="en-US"/>
        </a:p>
      </dgm:t>
    </dgm:pt>
    <dgm:pt modelId="{8AE10263-5C5D-4410-BCC4-093EBA2332B2}" type="sibTrans" cxnId="{627A6621-8ABC-4E82-A800-293239051D39}">
      <dgm:prSet/>
      <dgm:spPr/>
      <dgm:t>
        <a:bodyPr/>
        <a:lstStyle/>
        <a:p>
          <a:endParaRPr lang="en-US"/>
        </a:p>
      </dgm:t>
    </dgm:pt>
    <dgm:pt modelId="{D5944012-AE0C-4D5E-AB44-0040F7287481}" type="pres">
      <dgm:prSet presAssocID="{0342323B-96CE-4013-BF61-EAB06C93DEAC}" presName="root" presStyleCnt="0">
        <dgm:presLayoutVars>
          <dgm:dir/>
          <dgm:resizeHandles val="exact"/>
        </dgm:presLayoutVars>
      </dgm:prSet>
      <dgm:spPr/>
    </dgm:pt>
    <dgm:pt modelId="{985BE30B-F2ED-4366-9836-52BA5493DA78}" type="pres">
      <dgm:prSet presAssocID="{E4A73051-C10D-4A24-93C8-DC94AA0FEF6C}" presName="compNode" presStyleCnt="0"/>
      <dgm:spPr/>
    </dgm:pt>
    <dgm:pt modelId="{A86D7B65-C242-4CFD-8F67-5C918C016756}" type="pres">
      <dgm:prSet presAssocID="{E4A73051-C10D-4A24-93C8-DC94AA0FEF6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45478BCF-E30B-4E45-BB7F-90C6E2C13107}" type="pres">
      <dgm:prSet presAssocID="{E4A73051-C10D-4A24-93C8-DC94AA0FEF6C}" presName="spaceRect" presStyleCnt="0"/>
      <dgm:spPr/>
    </dgm:pt>
    <dgm:pt modelId="{53294FA8-0F8B-4FC3-8658-E5D5924DDE8D}" type="pres">
      <dgm:prSet presAssocID="{E4A73051-C10D-4A24-93C8-DC94AA0FEF6C}" presName="textRect" presStyleLbl="revTx" presStyleIdx="0" presStyleCnt="4">
        <dgm:presLayoutVars>
          <dgm:chMax val="1"/>
          <dgm:chPref val="1"/>
        </dgm:presLayoutVars>
      </dgm:prSet>
      <dgm:spPr/>
    </dgm:pt>
    <dgm:pt modelId="{D862C80E-EF58-4B05-8332-81235DDA8479}" type="pres">
      <dgm:prSet presAssocID="{2BDA7395-C242-4D29-AE60-34F88DD4461F}" presName="sibTrans" presStyleCnt="0"/>
      <dgm:spPr/>
    </dgm:pt>
    <dgm:pt modelId="{D9BC3FFA-5638-4890-B78B-912BF4002B23}" type="pres">
      <dgm:prSet presAssocID="{4A5A375E-3611-4094-B1E8-DDE920EEED67}" presName="compNode" presStyleCnt="0"/>
      <dgm:spPr/>
    </dgm:pt>
    <dgm:pt modelId="{9EBA9392-2531-403B-8DD0-5CD42744BF09}" type="pres">
      <dgm:prSet presAssocID="{4A5A375E-3611-4094-B1E8-DDE920EEED6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0A7D1B16-05EF-46F2-8090-C28E14CC7A13}" type="pres">
      <dgm:prSet presAssocID="{4A5A375E-3611-4094-B1E8-DDE920EEED67}" presName="spaceRect" presStyleCnt="0"/>
      <dgm:spPr/>
    </dgm:pt>
    <dgm:pt modelId="{17F0970E-66C9-4CAD-BD9F-CA42B77677C6}" type="pres">
      <dgm:prSet presAssocID="{4A5A375E-3611-4094-B1E8-DDE920EEED67}" presName="textRect" presStyleLbl="revTx" presStyleIdx="1" presStyleCnt="4">
        <dgm:presLayoutVars>
          <dgm:chMax val="1"/>
          <dgm:chPref val="1"/>
        </dgm:presLayoutVars>
      </dgm:prSet>
      <dgm:spPr/>
    </dgm:pt>
    <dgm:pt modelId="{3C3632C6-239F-4206-8B04-7E18A99B0A9A}" type="pres">
      <dgm:prSet presAssocID="{A93650B8-F9C2-4585-91B0-C1A357669250}" presName="sibTrans" presStyleCnt="0"/>
      <dgm:spPr/>
    </dgm:pt>
    <dgm:pt modelId="{9393C3F6-1E01-468B-B1C6-23DD7F4520E2}" type="pres">
      <dgm:prSet presAssocID="{D82ECC2D-1288-4FFE-A839-4CCDE5495465}" presName="compNode" presStyleCnt="0"/>
      <dgm:spPr/>
    </dgm:pt>
    <dgm:pt modelId="{32535DAC-959E-41D4-BBFD-40BE85CEC7C8}" type="pres">
      <dgm:prSet presAssocID="{D82ECC2D-1288-4FFE-A839-4CCDE549546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CD224B88-38B4-4727-8D76-6BC737B97119}" type="pres">
      <dgm:prSet presAssocID="{D82ECC2D-1288-4FFE-A839-4CCDE5495465}" presName="spaceRect" presStyleCnt="0"/>
      <dgm:spPr/>
    </dgm:pt>
    <dgm:pt modelId="{6E2673FD-1AA3-45CE-BCDC-8FD9D18065DB}" type="pres">
      <dgm:prSet presAssocID="{D82ECC2D-1288-4FFE-A839-4CCDE5495465}" presName="textRect" presStyleLbl="revTx" presStyleIdx="2" presStyleCnt="4">
        <dgm:presLayoutVars>
          <dgm:chMax val="1"/>
          <dgm:chPref val="1"/>
        </dgm:presLayoutVars>
      </dgm:prSet>
      <dgm:spPr/>
    </dgm:pt>
    <dgm:pt modelId="{46E1ABF3-19AD-4880-AD76-721492CE6F58}" type="pres">
      <dgm:prSet presAssocID="{92C85B34-225D-4457-B04B-4CCF509AB500}" presName="sibTrans" presStyleCnt="0"/>
      <dgm:spPr/>
    </dgm:pt>
    <dgm:pt modelId="{3AB4DB21-9605-492A-AA14-4A1C4C4F04D2}" type="pres">
      <dgm:prSet presAssocID="{87FBB037-7F8B-4097-ADB2-37842F6DB6C3}" presName="compNode" presStyleCnt="0"/>
      <dgm:spPr/>
    </dgm:pt>
    <dgm:pt modelId="{0294122A-21D9-4FED-80E9-3A0750F1295B}" type="pres">
      <dgm:prSet presAssocID="{87FBB037-7F8B-4097-ADB2-37842F6DB6C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5BB4BBA-15A1-4825-9667-C84626FEC352}" type="pres">
      <dgm:prSet presAssocID="{87FBB037-7F8B-4097-ADB2-37842F6DB6C3}" presName="spaceRect" presStyleCnt="0"/>
      <dgm:spPr/>
    </dgm:pt>
    <dgm:pt modelId="{575C537B-2EE4-4E3E-B4C5-7D9172F638FC}" type="pres">
      <dgm:prSet presAssocID="{87FBB037-7F8B-4097-ADB2-37842F6DB6C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27A6621-8ABC-4E82-A800-293239051D39}" srcId="{0342323B-96CE-4013-BF61-EAB06C93DEAC}" destId="{87FBB037-7F8B-4097-ADB2-37842F6DB6C3}" srcOrd="3" destOrd="0" parTransId="{B41EC455-A07C-4848-9719-88C2103A9A1B}" sibTransId="{8AE10263-5C5D-4410-BCC4-093EBA2332B2}"/>
    <dgm:cxn modelId="{EF164C2A-5244-4967-A1C6-355E098F4AEE}" type="presOf" srcId="{0342323B-96CE-4013-BF61-EAB06C93DEAC}" destId="{D5944012-AE0C-4D5E-AB44-0040F7287481}" srcOrd="0" destOrd="0" presId="urn:microsoft.com/office/officeart/2018/2/layout/IconLabelList"/>
    <dgm:cxn modelId="{330A973D-FC85-43A8-A007-406932D5D10A}" type="presOf" srcId="{E4A73051-C10D-4A24-93C8-DC94AA0FEF6C}" destId="{53294FA8-0F8B-4FC3-8658-E5D5924DDE8D}" srcOrd="0" destOrd="0" presId="urn:microsoft.com/office/officeart/2018/2/layout/IconLabelList"/>
    <dgm:cxn modelId="{C2072581-F337-4C69-9433-A9947444B50E}" srcId="{0342323B-96CE-4013-BF61-EAB06C93DEAC}" destId="{D82ECC2D-1288-4FFE-A839-4CCDE5495465}" srcOrd="2" destOrd="0" parTransId="{C56C10A9-0BAC-416D-96B9-C6BCBC695CC9}" sibTransId="{92C85B34-225D-4457-B04B-4CCF509AB500}"/>
    <dgm:cxn modelId="{83C2A083-FA1C-4859-8B5C-B14A5FF1B6ED}" type="presOf" srcId="{87FBB037-7F8B-4097-ADB2-37842F6DB6C3}" destId="{575C537B-2EE4-4E3E-B4C5-7D9172F638FC}" srcOrd="0" destOrd="0" presId="urn:microsoft.com/office/officeart/2018/2/layout/IconLabelList"/>
    <dgm:cxn modelId="{4CBA358B-4D30-4929-BC05-567873723AA6}" srcId="{0342323B-96CE-4013-BF61-EAB06C93DEAC}" destId="{E4A73051-C10D-4A24-93C8-DC94AA0FEF6C}" srcOrd="0" destOrd="0" parTransId="{F6A7423F-0FB6-43FF-BBBA-CFDEA413D8DC}" sibTransId="{2BDA7395-C242-4D29-AE60-34F88DD4461F}"/>
    <dgm:cxn modelId="{EB1417C7-A0A5-4B26-A362-7C1A538527E4}" type="presOf" srcId="{D82ECC2D-1288-4FFE-A839-4CCDE5495465}" destId="{6E2673FD-1AA3-45CE-BCDC-8FD9D18065DB}" srcOrd="0" destOrd="0" presId="urn:microsoft.com/office/officeart/2018/2/layout/IconLabelList"/>
    <dgm:cxn modelId="{7C88A7E0-732B-4107-8399-B4AB8A5BD422}" type="presOf" srcId="{4A5A375E-3611-4094-B1E8-DDE920EEED67}" destId="{17F0970E-66C9-4CAD-BD9F-CA42B77677C6}" srcOrd="0" destOrd="0" presId="urn:microsoft.com/office/officeart/2018/2/layout/IconLabelList"/>
    <dgm:cxn modelId="{8DDD58E8-411E-411B-80AF-168CC66438A8}" srcId="{0342323B-96CE-4013-BF61-EAB06C93DEAC}" destId="{4A5A375E-3611-4094-B1E8-DDE920EEED67}" srcOrd="1" destOrd="0" parTransId="{DA58F95B-9C3E-443A-AB24-5F5DF0E2A33D}" sibTransId="{A93650B8-F9C2-4585-91B0-C1A357669250}"/>
    <dgm:cxn modelId="{1457D374-70FF-406D-9EA2-B6992F756C9D}" type="presParOf" srcId="{D5944012-AE0C-4D5E-AB44-0040F7287481}" destId="{985BE30B-F2ED-4366-9836-52BA5493DA78}" srcOrd="0" destOrd="0" presId="urn:microsoft.com/office/officeart/2018/2/layout/IconLabelList"/>
    <dgm:cxn modelId="{C762E80F-4851-4A1C-A33B-179A70D94C43}" type="presParOf" srcId="{985BE30B-F2ED-4366-9836-52BA5493DA78}" destId="{A86D7B65-C242-4CFD-8F67-5C918C016756}" srcOrd="0" destOrd="0" presId="urn:microsoft.com/office/officeart/2018/2/layout/IconLabelList"/>
    <dgm:cxn modelId="{5CE924FA-D94D-4BF6-8252-2C7774446A0A}" type="presParOf" srcId="{985BE30B-F2ED-4366-9836-52BA5493DA78}" destId="{45478BCF-E30B-4E45-BB7F-90C6E2C13107}" srcOrd="1" destOrd="0" presId="urn:microsoft.com/office/officeart/2018/2/layout/IconLabelList"/>
    <dgm:cxn modelId="{E5951122-9F50-4EC3-BFFF-5D8B6C588139}" type="presParOf" srcId="{985BE30B-F2ED-4366-9836-52BA5493DA78}" destId="{53294FA8-0F8B-4FC3-8658-E5D5924DDE8D}" srcOrd="2" destOrd="0" presId="urn:microsoft.com/office/officeart/2018/2/layout/IconLabelList"/>
    <dgm:cxn modelId="{6EBBB831-EB5C-4127-AFA1-0F1C66E46531}" type="presParOf" srcId="{D5944012-AE0C-4D5E-AB44-0040F7287481}" destId="{D862C80E-EF58-4B05-8332-81235DDA8479}" srcOrd="1" destOrd="0" presId="urn:microsoft.com/office/officeart/2018/2/layout/IconLabelList"/>
    <dgm:cxn modelId="{9306573E-5DD1-4BFC-A9D8-E7B5BA4BA721}" type="presParOf" srcId="{D5944012-AE0C-4D5E-AB44-0040F7287481}" destId="{D9BC3FFA-5638-4890-B78B-912BF4002B23}" srcOrd="2" destOrd="0" presId="urn:microsoft.com/office/officeart/2018/2/layout/IconLabelList"/>
    <dgm:cxn modelId="{01E7B4B3-1620-4A21-9A73-E0F061B6E847}" type="presParOf" srcId="{D9BC3FFA-5638-4890-B78B-912BF4002B23}" destId="{9EBA9392-2531-403B-8DD0-5CD42744BF09}" srcOrd="0" destOrd="0" presId="urn:microsoft.com/office/officeart/2018/2/layout/IconLabelList"/>
    <dgm:cxn modelId="{5D4E84FA-327B-4E0F-B4E7-BDDCFF42EC88}" type="presParOf" srcId="{D9BC3FFA-5638-4890-B78B-912BF4002B23}" destId="{0A7D1B16-05EF-46F2-8090-C28E14CC7A13}" srcOrd="1" destOrd="0" presId="urn:microsoft.com/office/officeart/2018/2/layout/IconLabelList"/>
    <dgm:cxn modelId="{1F0D3922-84AC-4306-9253-F52EE6C2F8DA}" type="presParOf" srcId="{D9BC3FFA-5638-4890-B78B-912BF4002B23}" destId="{17F0970E-66C9-4CAD-BD9F-CA42B77677C6}" srcOrd="2" destOrd="0" presId="urn:microsoft.com/office/officeart/2018/2/layout/IconLabelList"/>
    <dgm:cxn modelId="{67E2F76F-3956-46AD-AFDF-366A402F329B}" type="presParOf" srcId="{D5944012-AE0C-4D5E-AB44-0040F7287481}" destId="{3C3632C6-239F-4206-8B04-7E18A99B0A9A}" srcOrd="3" destOrd="0" presId="urn:microsoft.com/office/officeart/2018/2/layout/IconLabelList"/>
    <dgm:cxn modelId="{E73C4DD0-5662-4423-A3FB-F3CE90852238}" type="presParOf" srcId="{D5944012-AE0C-4D5E-AB44-0040F7287481}" destId="{9393C3F6-1E01-468B-B1C6-23DD7F4520E2}" srcOrd="4" destOrd="0" presId="urn:microsoft.com/office/officeart/2018/2/layout/IconLabelList"/>
    <dgm:cxn modelId="{DD8E7BD3-ABBE-4A2B-972C-6BF890FF006B}" type="presParOf" srcId="{9393C3F6-1E01-468B-B1C6-23DD7F4520E2}" destId="{32535DAC-959E-41D4-BBFD-40BE85CEC7C8}" srcOrd="0" destOrd="0" presId="urn:microsoft.com/office/officeart/2018/2/layout/IconLabelList"/>
    <dgm:cxn modelId="{688DDB91-0D79-4ED7-B9DB-B1334B1063E1}" type="presParOf" srcId="{9393C3F6-1E01-468B-B1C6-23DD7F4520E2}" destId="{CD224B88-38B4-4727-8D76-6BC737B97119}" srcOrd="1" destOrd="0" presId="urn:microsoft.com/office/officeart/2018/2/layout/IconLabelList"/>
    <dgm:cxn modelId="{E66F743F-566E-4953-BEA1-81D3A6FBE13C}" type="presParOf" srcId="{9393C3F6-1E01-468B-B1C6-23DD7F4520E2}" destId="{6E2673FD-1AA3-45CE-BCDC-8FD9D18065DB}" srcOrd="2" destOrd="0" presId="urn:microsoft.com/office/officeart/2018/2/layout/IconLabelList"/>
    <dgm:cxn modelId="{C7291ED1-4E8F-4EB7-BCED-BC9AA69C29B7}" type="presParOf" srcId="{D5944012-AE0C-4D5E-AB44-0040F7287481}" destId="{46E1ABF3-19AD-4880-AD76-721492CE6F58}" srcOrd="5" destOrd="0" presId="urn:microsoft.com/office/officeart/2018/2/layout/IconLabelList"/>
    <dgm:cxn modelId="{EEE6BE33-1C15-41D8-92F5-1ABD016CE45A}" type="presParOf" srcId="{D5944012-AE0C-4D5E-AB44-0040F7287481}" destId="{3AB4DB21-9605-492A-AA14-4A1C4C4F04D2}" srcOrd="6" destOrd="0" presId="urn:microsoft.com/office/officeart/2018/2/layout/IconLabelList"/>
    <dgm:cxn modelId="{C8FAB15E-966E-4F19-AD9E-BA241FEF4E3F}" type="presParOf" srcId="{3AB4DB21-9605-492A-AA14-4A1C4C4F04D2}" destId="{0294122A-21D9-4FED-80E9-3A0750F1295B}" srcOrd="0" destOrd="0" presId="urn:microsoft.com/office/officeart/2018/2/layout/IconLabelList"/>
    <dgm:cxn modelId="{F8093414-9821-4D5D-9BA2-6DA83B846E14}" type="presParOf" srcId="{3AB4DB21-9605-492A-AA14-4A1C4C4F04D2}" destId="{15BB4BBA-15A1-4825-9667-C84626FEC352}" srcOrd="1" destOrd="0" presId="urn:microsoft.com/office/officeart/2018/2/layout/IconLabelList"/>
    <dgm:cxn modelId="{F533C397-E819-41E3-9945-945E9B8BC7F2}" type="presParOf" srcId="{3AB4DB21-9605-492A-AA14-4A1C4C4F04D2}" destId="{575C537B-2EE4-4E3E-B4C5-7D9172F638F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D5DE567-4552-4D06-A1EA-154875A02358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4A2ADA6-6C40-4FCB-8098-3F576D28B2CB}">
      <dgm:prSet/>
      <dgm:spPr/>
      <dgm:t>
        <a:bodyPr/>
        <a:lstStyle/>
        <a:p>
          <a:r>
            <a:rPr lang="en-US"/>
            <a:t>FAT32 y exFAT</a:t>
          </a:r>
        </a:p>
      </dgm:t>
    </dgm:pt>
    <dgm:pt modelId="{88A5F11D-B92E-4D02-A69C-0DECDBAAA1D0}" type="parTrans" cxnId="{61C3EE04-51C7-4FD6-A4B0-E48D886D66AC}">
      <dgm:prSet/>
      <dgm:spPr/>
      <dgm:t>
        <a:bodyPr/>
        <a:lstStyle/>
        <a:p>
          <a:endParaRPr lang="en-US"/>
        </a:p>
      </dgm:t>
    </dgm:pt>
    <dgm:pt modelId="{E1C65BF0-1383-4D57-82AC-A3A84335183B}" type="sibTrans" cxnId="{61C3EE04-51C7-4FD6-A4B0-E48D886D66AC}">
      <dgm:prSet/>
      <dgm:spPr/>
      <dgm:t>
        <a:bodyPr/>
        <a:lstStyle/>
        <a:p>
          <a:endParaRPr lang="en-US"/>
        </a:p>
      </dgm:t>
    </dgm:pt>
    <dgm:pt modelId="{80D6F606-B727-4C9B-99CB-5382AE936003}">
      <dgm:prSet/>
      <dgm:spPr/>
      <dgm:t>
        <a:bodyPr/>
        <a:lstStyle/>
        <a:p>
          <a:r>
            <a:rPr lang="en-US"/>
            <a:t>NTFS</a:t>
          </a:r>
        </a:p>
      </dgm:t>
    </dgm:pt>
    <dgm:pt modelId="{8756EC49-EA14-441D-950A-75A57B5475A4}" type="parTrans" cxnId="{78569C28-C639-42B6-974E-39DB19618ED5}">
      <dgm:prSet/>
      <dgm:spPr/>
      <dgm:t>
        <a:bodyPr/>
        <a:lstStyle/>
        <a:p>
          <a:endParaRPr lang="en-US"/>
        </a:p>
      </dgm:t>
    </dgm:pt>
    <dgm:pt modelId="{73281559-46A0-41A8-B056-546E70D22772}" type="sibTrans" cxnId="{78569C28-C639-42B6-974E-39DB19618ED5}">
      <dgm:prSet/>
      <dgm:spPr/>
      <dgm:t>
        <a:bodyPr/>
        <a:lstStyle/>
        <a:p>
          <a:endParaRPr lang="en-US"/>
        </a:p>
      </dgm:t>
    </dgm:pt>
    <dgm:pt modelId="{7EB0959D-BDA4-4025-BE7D-E35DC23E666C}">
      <dgm:prSet/>
      <dgm:spPr/>
      <dgm:t>
        <a:bodyPr/>
        <a:lstStyle/>
        <a:p>
          <a:r>
            <a:rPr lang="en-US"/>
            <a:t>ext4</a:t>
          </a:r>
        </a:p>
      </dgm:t>
    </dgm:pt>
    <dgm:pt modelId="{3333948D-8004-4E80-83FD-20BD4E592F6C}" type="parTrans" cxnId="{32D89D1A-FEE3-4E8C-9EEA-3B106965CB83}">
      <dgm:prSet/>
      <dgm:spPr/>
      <dgm:t>
        <a:bodyPr/>
        <a:lstStyle/>
        <a:p>
          <a:endParaRPr lang="en-US"/>
        </a:p>
      </dgm:t>
    </dgm:pt>
    <dgm:pt modelId="{A2DE00E2-AC7D-4DEF-93AA-1C625C02631B}" type="sibTrans" cxnId="{32D89D1A-FEE3-4E8C-9EEA-3B106965CB83}">
      <dgm:prSet/>
      <dgm:spPr/>
      <dgm:t>
        <a:bodyPr/>
        <a:lstStyle/>
        <a:p>
          <a:endParaRPr lang="en-US"/>
        </a:p>
      </dgm:t>
    </dgm:pt>
    <dgm:pt modelId="{2195DBEB-A9D6-4785-9CD5-2A86A0579AA7}">
      <dgm:prSet/>
      <dgm:spPr/>
      <dgm:t>
        <a:bodyPr/>
        <a:lstStyle/>
        <a:p>
          <a:r>
            <a:rPr lang="en-US"/>
            <a:t>XFS</a:t>
          </a:r>
        </a:p>
      </dgm:t>
    </dgm:pt>
    <dgm:pt modelId="{571F4295-B5C9-4B7C-AC5C-F21ADE4D6BDE}" type="parTrans" cxnId="{E2BF830F-DD88-4DED-AC8D-5C947804E2D8}">
      <dgm:prSet/>
      <dgm:spPr/>
      <dgm:t>
        <a:bodyPr/>
        <a:lstStyle/>
        <a:p>
          <a:endParaRPr lang="en-US"/>
        </a:p>
      </dgm:t>
    </dgm:pt>
    <dgm:pt modelId="{3F08B550-177D-4965-BA70-CD0DF744BFB0}" type="sibTrans" cxnId="{E2BF830F-DD88-4DED-AC8D-5C947804E2D8}">
      <dgm:prSet/>
      <dgm:spPr/>
      <dgm:t>
        <a:bodyPr/>
        <a:lstStyle/>
        <a:p>
          <a:endParaRPr lang="en-US"/>
        </a:p>
      </dgm:t>
    </dgm:pt>
    <dgm:pt modelId="{43EF1584-8BB2-4D09-A5E1-EEE4BBC36BB1}" type="pres">
      <dgm:prSet presAssocID="{5D5DE567-4552-4D06-A1EA-154875A02358}" presName="diagram" presStyleCnt="0">
        <dgm:presLayoutVars>
          <dgm:dir/>
          <dgm:resizeHandles val="exact"/>
        </dgm:presLayoutVars>
      </dgm:prSet>
      <dgm:spPr/>
    </dgm:pt>
    <dgm:pt modelId="{759F6F4A-EE53-446E-95B8-52934DF42839}" type="pres">
      <dgm:prSet presAssocID="{04A2ADA6-6C40-4FCB-8098-3F576D28B2CB}" presName="arrow" presStyleLbl="node1" presStyleIdx="0" presStyleCnt="4">
        <dgm:presLayoutVars>
          <dgm:bulletEnabled val="1"/>
        </dgm:presLayoutVars>
      </dgm:prSet>
      <dgm:spPr/>
    </dgm:pt>
    <dgm:pt modelId="{EDB4FE5A-C8C7-4C87-9A0F-832C793447A2}" type="pres">
      <dgm:prSet presAssocID="{80D6F606-B727-4C9B-99CB-5382AE936003}" presName="arrow" presStyleLbl="node1" presStyleIdx="1" presStyleCnt="4">
        <dgm:presLayoutVars>
          <dgm:bulletEnabled val="1"/>
        </dgm:presLayoutVars>
      </dgm:prSet>
      <dgm:spPr/>
    </dgm:pt>
    <dgm:pt modelId="{497106D9-DE62-4778-9A84-8020285E6AFA}" type="pres">
      <dgm:prSet presAssocID="{7EB0959D-BDA4-4025-BE7D-E35DC23E666C}" presName="arrow" presStyleLbl="node1" presStyleIdx="2" presStyleCnt="4">
        <dgm:presLayoutVars>
          <dgm:bulletEnabled val="1"/>
        </dgm:presLayoutVars>
      </dgm:prSet>
      <dgm:spPr/>
    </dgm:pt>
    <dgm:pt modelId="{5F2FCD95-A2B3-4C1E-A899-2C7065034698}" type="pres">
      <dgm:prSet presAssocID="{2195DBEB-A9D6-4785-9CD5-2A86A0579AA7}" presName="arrow" presStyleLbl="node1" presStyleIdx="3" presStyleCnt="4">
        <dgm:presLayoutVars>
          <dgm:bulletEnabled val="1"/>
        </dgm:presLayoutVars>
      </dgm:prSet>
      <dgm:spPr/>
    </dgm:pt>
  </dgm:ptLst>
  <dgm:cxnLst>
    <dgm:cxn modelId="{61C3EE04-51C7-4FD6-A4B0-E48D886D66AC}" srcId="{5D5DE567-4552-4D06-A1EA-154875A02358}" destId="{04A2ADA6-6C40-4FCB-8098-3F576D28B2CB}" srcOrd="0" destOrd="0" parTransId="{88A5F11D-B92E-4D02-A69C-0DECDBAAA1D0}" sibTransId="{E1C65BF0-1383-4D57-82AC-A3A84335183B}"/>
    <dgm:cxn modelId="{0B32AF0C-6179-4BC5-B1E2-F10942603C56}" type="presOf" srcId="{04A2ADA6-6C40-4FCB-8098-3F576D28B2CB}" destId="{759F6F4A-EE53-446E-95B8-52934DF42839}" srcOrd="0" destOrd="0" presId="urn:microsoft.com/office/officeart/2005/8/layout/arrow5"/>
    <dgm:cxn modelId="{E2BF830F-DD88-4DED-AC8D-5C947804E2D8}" srcId="{5D5DE567-4552-4D06-A1EA-154875A02358}" destId="{2195DBEB-A9D6-4785-9CD5-2A86A0579AA7}" srcOrd="3" destOrd="0" parTransId="{571F4295-B5C9-4B7C-AC5C-F21ADE4D6BDE}" sibTransId="{3F08B550-177D-4965-BA70-CD0DF744BFB0}"/>
    <dgm:cxn modelId="{32D89D1A-FEE3-4E8C-9EEA-3B106965CB83}" srcId="{5D5DE567-4552-4D06-A1EA-154875A02358}" destId="{7EB0959D-BDA4-4025-BE7D-E35DC23E666C}" srcOrd="2" destOrd="0" parTransId="{3333948D-8004-4E80-83FD-20BD4E592F6C}" sibTransId="{A2DE00E2-AC7D-4DEF-93AA-1C625C02631B}"/>
    <dgm:cxn modelId="{78569C28-C639-42B6-974E-39DB19618ED5}" srcId="{5D5DE567-4552-4D06-A1EA-154875A02358}" destId="{80D6F606-B727-4C9B-99CB-5382AE936003}" srcOrd="1" destOrd="0" parTransId="{8756EC49-EA14-441D-950A-75A57B5475A4}" sibTransId="{73281559-46A0-41A8-B056-546E70D22772}"/>
    <dgm:cxn modelId="{105D9E2F-29AE-40B5-ABA1-CDA1C834E844}" type="presOf" srcId="{80D6F606-B727-4C9B-99CB-5382AE936003}" destId="{EDB4FE5A-C8C7-4C87-9A0F-832C793447A2}" srcOrd="0" destOrd="0" presId="urn:microsoft.com/office/officeart/2005/8/layout/arrow5"/>
    <dgm:cxn modelId="{485F9F4F-2AF5-4B59-B791-05B18E89BD68}" type="presOf" srcId="{5D5DE567-4552-4D06-A1EA-154875A02358}" destId="{43EF1584-8BB2-4D09-A5E1-EEE4BBC36BB1}" srcOrd="0" destOrd="0" presId="urn:microsoft.com/office/officeart/2005/8/layout/arrow5"/>
    <dgm:cxn modelId="{0590FBB5-9D34-4568-AF8D-1664C76FE43F}" type="presOf" srcId="{2195DBEB-A9D6-4785-9CD5-2A86A0579AA7}" destId="{5F2FCD95-A2B3-4C1E-A899-2C7065034698}" srcOrd="0" destOrd="0" presId="urn:microsoft.com/office/officeart/2005/8/layout/arrow5"/>
    <dgm:cxn modelId="{CF7332C1-ADB3-4D13-A1DC-1FE1EF6E7198}" type="presOf" srcId="{7EB0959D-BDA4-4025-BE7D-E35DC23E666C}" destId="{497106D9-DE62-4778-9A84-8020285E6AFA}" srcOrd="0" destOrd="0" presId="urn:microsoft.com/office/officeart/2005/8/layout/arrow5"/>
    <dgm:cxn modelId="{45FD9139-7563-4A3F-8C10-A85F563B3A43}" type="presParOf" srcId="{43EF1584-8BB2-4D09-A5E1-EEE4BBC36BB1}" destId="{759F6F4A-EE53-446E-95B8-52934DF42839}" srcOrd="0" destOrd="0" presId="urn:microsoft.com/office/officeart/2005/8/layout/arrow5"/>
    <dgm:cxn modelId="{822D63FB-4366-4006-A771-6585A3B2E4B9}" type="presParOf" srcId="{43EF1584-8BB2-4D09-A5E1-EEE4BBC36BB1}" destId="{EDB4FE5A-C8C7-4C87-9A0F-832C793447A2}" srcOrd="1" destOrd="0" presId="urn:microsoft.com/office/officeart/2005/8/layout/arrow5"/>
    <dgm:cxn modelId="{61ADDB6A-CB5A-4F7F-975B-B0CDE0564BEB}" type="presParOf" srcId="{43EF1584-8BB2-4D09-A5E1-EEE4BBC36BB1}" destId="{497106D9-DE62-4778-9A84-8020285E6AFA}" srcOrd="2" destOrd="0" presId="urn:microsoft.com/office/officeart/2005/8/layout/arrow5"/>
    <dgm:cxn modelId="{531F0DB2-9739-446D-8A1A-B77B005521CD}" type="presParOf" srcId="{43EF1584-8BB2-4D09-A5E1-EEE4BBC36BB1}" destId="{5F2FCD95-A2B3-4C1E-A899-2C7065034698}" srcOrd="3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D76CD4A-8F25-4789-9C93-B62A84900F7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FE01D07-3D4D-4B2E-A203-1FD9804D0D39}">
      <dgm:prSet/>
      <dgm:spPr/>
      <dgm:t>
        <a:bodyPr/>
        <a:lstStyle/>
        <a:p>
          <a:r>
            <a:rPr lang="en-US"/>
            <a:t>Discos divididos en particiones</a:t>
          </a:r>
        </a:p>
      </dgm:t>
    </dgm:pt>
    <dgm:pt modelId="{8D5E78E9-CB8E-4EA5-9F1F-A8E10E8493A4}" type="parTrans" cxnId="{D47436B1-D7A9-4BAB-B7D5-2691FF80B786}">
      <dgm:prSet/>
      <dgm:spPr/>
      <dgm:t>
        <a:bodyPr/>
        <a:lstStyle/>
        <a:p>
          <a:endParaRPr lang="en-US"/>
        </a:p>
      </dgm:t>
    </dgm:pt>
    <dgm:pt modelId="{CF0C4056-3B58-49AC-AD42-483EB8329790}" type="sibTrans" cxnId="{D47436B1-D7A9-4BAB-B7D5-2691FF80B786}">
      <dgm:prSet/>
      <dgm:spPr/>
      <dgm:t>
        <a:bodyPr/>
        <a:lstStyle/>
        <a:p>
          <a:endParaRPr lang="en-US"/>
        </a:p>
      </dgm:t>
    </dgm:pt>
    <dgm:pt modelId="{63DC0265-CA47-408F-84CC-48340AC086F4}">
      <dgm:prSet/>
      <dgm:spPr/>
      <dgm:t>
        <a:bodyPr/>
        <a:lstStyle/>
        <a:p>
          <a:r>
            <a:rPr lang="en-US"/>
            <a:t>Sistemas de archivos sobre particiones</a:t>
          </a:r>
        </a:p>
      </dgm:t>
    </dgm:pt>
    <dgm:pt modelId="{F8C3F8AF-53BB-408E-845E-A7D36F7C85F1}" type="parTrans" cxnId="{B4BFB2A8-2795-4419-85F6-B8CC29D38C5E}">
      <dgm:prSet/>
      <dgm:spPr/>
      <dgm:t>
        <a:bodyPr/>
        <a:lstStyle/>
        <a:p>
          <a:endParaRPr lang="en-US"/>
        </a:p>
      </dgm:t>
    </dgm:pt>
    <dgm:pt modelId="{84560B16-7525-40C4-B63A-CD9F61F88305}" type="sibTrans" cxnId="{B4BFB2A8-2795-4419-85F6-B8CC29D38C5E}">
      <dgm:prSet/>
      <dgm:spPr/>
      <dgm:t>
        <a:bodyPr/>
        <a:lstStyle/>
        <a:p>
          <a:endParaRPr lang="en-US"/>
        </a:p>
      </dgm:t>
    </dgm:pt>
    <dgm:pt modelId="{4555856F-7C48-453C-8F67-788C23CFE7BA}">
      <dgm:prSet/>
      <dgm:spPr/>
      <dgm:t>
        <a:bodyPr/>
        <a:lstStyle/>
        <a:p>
          <a:r>
            <a:rPr lang="en-US"/>
            <a:t>Estructura jerárquica de directorios</a:t>
          </a:r>
        </a:p>
      </dgm:t>
    </dgm:pt>
    <dgm:pt modelId="{EEBDB293-9CC0-4BBC-86F2-EB36635B4A63}" type="parTrans" cxnId="{48D00176-4A46-4745-9DFF-6A60789595C0}">
      <dgm:prSet/>
      <dgm:spPr/>
      <dgm:t>
        <a:bodyPr/>
        <a:lstStyle/>
        <a:p>
          <a:endParaRPr lang="en-US"/>
        </a:p>
      </dgm:t>
    </dgm:pt>
    <dgm:pt modelId="{E4CEAA76-16AB-49C9-9BD2-371FDF45E49B}" type="sibTrans" cxnId="{48D00176-4A46-4745-9DFF-6A60789595C0}">
      <dgm:prSet/>
      <dgm:spPr/>
      <dgm:t>
        <a:bodyPr/>
        <a:lstStyle/>
        <a:p>
          <a:endParaRPr lang="en-US"/>
        </a:p>
      </dgm:t>
    </dgm:pt>
    <dgm:pt modelId="{777BB148-64CB-4BBB-945E-2E0426A67F25}" type="pres">
      <dgm:prSet presAssocID="{BD76CD4A-8F25-4789-9C93-B62A84900F77}" presName="root" presStyleCnt="0">
        <dgm:presLayoutVars>
          <dgm:dir/>
          <dgm:resizeHandles val="exact"/>
        </dgm:presLayoutVars>
      </dgm:prSet>
      <dgm:spPr/>
    </dgm:pt>
    <dgm:pt modelId="{2B9D931A-87C3-4D4C-9639-9BC5BCC58202}" type="pres">
      <dgm:prSet presAssocID="{AFE01D07-3D4D-4B2E-A203-1FD9804D0D39}" presName="compNode" presStyleCnt="0"/>
      <dgm:spPr/>
    </dgm:pt>
    <dgm:pt modelId="{6B0EE600-9B36-4A61-857A-B84D37B2A4D7}" type="pres">
      <dgm:prSet presAssocID="{AFE01D07-3D4D-4B2E-A203-1FD9804D0D3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"/>
        </a:ext>
      </dgm:extLst>
    </dgm:pt>
    <dgm:pt modelId="{0F12AE39-DB7F-424B-8921-085143B1AF49}" type="pres">
      <dgm:prSet presAssocID="{AFE01D07-3D4D-4B2E-A203-1FD9804D0D39}" presName="spaceRect" presStyleCnt="0"/>
      <dgm:spPr/>
    </dgm:pt>
    <dgm:pt modelId="{7178AF7E-C395-4417-A00A-8F111F42194A}" type="pres">
      <dgm:prSet presAssocID="{AFE01D07-3D4D-4B2E-A203-1FD9804D0D39}" presName="textRect" presStyleLbl="revTx" presStyleIdx="0" presStyleCnt="3">
        <dgm:presLayoutVars>
          <dgm:chMax val="1"/>
          <dgm:chPref val="1"/>
        </dgm:presLayoutVars>
      </dgm:prSet>
      <dgm:spPr/>
    </dgm:pt>
    <dgm:pt modelId="{8DB6B740-CD7B-4934-B063-4C7398914F66}" type="pres">
      <dgm:prSet presAssocID="{CF0C4056-3B58-49AC-AD42-483EB8329790}" presName="sibTrans" presStyleCnt="0"/>
      <dgm:spPr/>
    </dgm:pt>
    <dgm:pt modelId="{FB89F0BD-74AE-4230-A9FB-26A96B0B9C03}" type="pres">
      <dgm:prSet presAssocID="{63DC0265-CA47-408F-84CC-48340AC086F4}" presName="compNode" presStyleCnt="0"/>
      <dgm:spPr/>
    </dgm:pt>
    <dgm:pt modelId="{F9246777-C6C2-4E56-99A9-2A3739C4A244}" type="pres">
      <dgm:prSet presAssocID="{63DC0265-CA47-408F-84CC-48340AC086F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0F27A0C2-B237-4E46-BD82-2E327FF94A2C}" type="pres">
      <dgm:prSet presAssocID="{63DC0265-CA47-408F-84CC-48340AC086F4}" presName="spaceRect" presStyleCnt="0"/>
      <dgm:spPr/>
    </dgm:pt>
    <dgm:pt modelId="{23FA8A6C-BD1B-493C-830E-D61A19C6EC5B}" type="pres">
      <dgm:prSet presAssocID="{63DC0265-CA47-408F-84CC-48340AC086F4}" presName="textRect" presStyleLbl="revTx" presStyleIdx="1" presStyleCnt="3">
        <dgm:presLayoutVars>
          <dgm:chMax val="1"/>
          <dgm:chPref val="1"/>
        </dgm:presLayoutVars>
      </dgm:prSet>
      <dgm:spPr/>
    </dgm:pt>
    <dgm:pt modelId="{9FFBFA55-ABA7-4759-A92F-07EA220813BB}" type="pres">
      <dgm:prSet presAssocID="{84560B16-7525-40C4-B63A-CD9F61F88305}" presName="sibTrans" presStyleCnt="0"/>
      <dgm:spPr/>
    </dgm:pt>
    <dgm:pt modelId="{2822EA94-ECD8-42D0-8B66-BD623E16B674}" type="pres">
      <dgm:prSet presAssocID="{4555856F-7C48-453C-8F67-788C23CFE7BA}" presName="compNode" presStyleCnt="0"/>
      <dgm:spPr/>
    </dgm:pt>
    <dgm:pt modelId="{756F3799-4551-4E78-AAF9-0E12CEBA3075}" type="pres">
      <dgm:prSet presAssocID="{4555856F-7C48-453C-8F67-788C23CFE7B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FF7C20D0-E220-4CD7-9191-FB903687A43C}" type="pres">
      <dgm:prSet presAssocID="{4555856F-7C48-453C-8F67-788C23CFE7BA}" presName="spaceRect" presStyleCnt="0"/>
      <dgm:spPr/>
    </dgm:pt>
    <dgm:pt modelId="{ED2EC1B0-D30B-493F-A6FE-72F61EBA96C5}" type="pres">
      <dgm:prSet presAssocID="{4555856F-7C48-453C-8F67-788C23CFE7B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F1B5410-442F-484D-A0E7-CBEB38F83E6B}" type="presOf" srcId="{AFE01D07-3D4D-4B2E-A203-1FD9804D0D39}" destId="{7178AF7E-C395-4417-A00A-8F111F42194A}" srcOrd="0" destOrd="0" presId="urn:microsoft.com/office/officeart/2018/2/layout/IconLabelList"/>
    <dgm:cxn modelId="{EAC17817-C784-4342-B342-F541EBE63E02}" type="presOf" srcId="{BD76CD4A-8F25-4789-9C93-B62A84900F77}" destId="{777BB148-64CB-4BBB-945E-2E0426A67F25}" srcOrd="0" destOrd="0" presId="urn:microsoft.com/office/officeart/2018/2/layout/IconLabelList"/>
    <dgm:cxn modelId="{BD63A720-F638-4C95-87E3-C5D483B8BC88}" type="presOf" srcId="{63DC0265-CA47-408F-84CC-48340AC086F4}" destId="{23FA8A6C-BD1B-493C-830E-D61A19C6EC5B}" srcOrd="0" destOrd="0" presId="urn:microsoft.com/office/officeart/2018/2/layout/IconLabelList"/>
    <dgm:cxn modelId="{48D00176-4A46-4745-9DFF-6A60789595C0}" srcId="{BD76CD4A-8F25-4789-9C93-B62A84900F77}" destId="{4555856F-7C48-453C-8F67-788C23CFE7BA}" srcOrd="2" destOrd="0" parTransId="{EEBDB293-9CC0-4BBC-86F2-EB36635B4A63}" sibTransId="{E4CEAA76-16AB-49C9-9BD2-371FDF45E49B}"/>
    <dgm:cxn modelId="{B4BFB2A8-2795-4419-85F6-B8CC29D38C5E}" srcId="{BD76CD4A-8F25-4789-9C93-B62A84900F77}" destId="{63DC0265-CA47-408F-84CC-48340AC086F4}" srcOrd="1" destOrd="0" parTransId="{F8C3F8AF-53BB-408E-845E-A7D36F7C85F1}" sibTransId="{84560B16-7525-40C4-B63A-CD9F61F88305}"/>
    <dgm:cxn modelId="{D47436B1-D7A9-4BAB-B7D5-2691FF80B786}" srcId="{BD76CD4A-8F25-4789-9C93-B62A84900F77}" destId="{AFE01D07-3D4D-4B2E-A203-1FD9804D0D39}" srcOrd="0" destOrd="0" parTransId="{8D5E78E9-CB8E-4EA5-9F1F-A8E10E8493A4}" sibTransId="{CF0C4056-3B58-49AC-AD42-483EB8329790}"/>
    <dgm:cxn modelId="{1973C8DE-0569-4BC1-BC29-1CB1E1E58934}" type="presOf" srcId="{4555856F-7C48-453C-8F67-788C23CFE7BA}" destId="{ED2EC1B0-D30B-493F-A6FE-72F61EBA96C5}" srcOrd="0" destOrd="0" presId="urn:microsoft.com/office/officeart/2018/2/layout/IconLabelList"/>
    <dgm:cxn modelId="{189582B3-BC11-467E-BC8A-C6127E5FECA0}" type="presParOf" srcId="{777BB148-64CB-4BBB-945E-2E0426A67F25}" destId="{2B9D931A-87C3-4D4C-9639-9BC5BCC58202}" srcOrd="0" destOrd="0" presId="urn:microsoft.com/office/officeart/2018/2/layout/IconLabelList"/>
    <dgm:cxn modelId="{F0C16A04-D761-4A4B-882C-1A8538EAB50C}" type="presParOf" srcId="{2B9D931A-87C3-4D4C-9639-9BC5BCC58202}" destId="{6B0EE600-9B36-4A61-857A-B84D37B2A4D7}" srcOrd="0" destOrd="0" presId="urn:microsoft.com/office/officeart/2018/2/layout/IconLabelList"/>
    <dgm:cxn modelId="{2B76DBDC-661E-4117-95FB-69C91E5ED5E0}" type="presParOf" srcId="{2B9D931A-87C3-4D4C-9639-9BC5BCC58202}" destId="{0F12AE39-DB7F-424B-8921-085143B1AF49}" srcOrd="1" destOrd="0" presId="urn:microsoft.com/office/officeart/2018/2/layout/IconLabelList"/>
    <dgm:cxn modelId="{60B57C56-2AC5-47C2-9CEE-B2B1D428CC05}" type="presParOf" srcId="{2B9D931A-87C3-4D4C-9639-9BC5BCC58202}" destId="{7178AF7E-C395-4417-A00A-8F111F42194A}" srcOrd="2" destOrd="0" presId="urn:microsoft.com/office/officeart/2018/2/layout/IconLabelList"/>
    <dgm:cxn modelId="{4A0AFFA6-ACD6-46A2-83DB-5CA32AC586DC}" type="presParOf" srcId="{777BB148-64CB-4BBB-945E-2E0426A67F25}" destId="{8DB6B740-CD7B-4934-B063-4C7398914F66}" srcOrd="1" destOrd="0" presId="urn:microsoft.com/office/officeart/2018/2/layout/IconLabelList"/>
    <dgm:cxn modelId="{1DF5958E-8039-48DF-A9EC-A66824938078}" type="presParOf" srcId="{777BB148-64CB-4BBB-945E-2E0426A67F25}" destId="{FB89F0BD-74AE-4230-A9FB-26A96B0B9C03}" srcOrd="2" destOrd="0" presId="urn:microsoft.com/office/officeart/2018/2/layout/IconLabelList"/>
    <dgm:cxn modelId="{F8259426-D8A9-48CC-95DE-1988A38CACEF}" type="presParOf" srcId="{FB89F0BD-74AE-4230-A9FB-26A96B0B9C03}" destId="{F9246777-C6C2-4E56-99A9-2A3739C4A244}" srcOrd="0" destOrd="0" presId="urn:microsoft.com/office/officeart/2018/2/layout/IconLabelList"/>
    <dgm:cxn modelId="{B4AA891B-A591-4AF3-AC31-E1CB2E69E880}" type="presParOf" srcId="{FB89F0BD-74AE-4230-A9FB-26A96B0B9C03}" destId="{0F27A0C2-B237-4E46-BD82-2E327FF94A2C}" srcOrd="1" destOrd="0" presId="urn:microsoft.com/office/officeart/2018/2/layout/IconLabelList"/>
    <dgm:cxn modelId="{9A2A5E22-01A3-4745-8D48-A7555F28C235}" type="presParOf" srcId="{FB89F0BD-74AE-4230-A9FB-26A96B0B9C03}" destId="{23FA8A6C-BD1B-493C-830E-D61A19C6EC5B}" srcOrd="2" destOrd="0" presId="urn:microsoft.com/office/officeart/2018/2/layout/IconLabelList"/>
    <dgm:cxn modelId="{311E8D71-FB1F-4980-90E2-704121C6E0B6}" type="presParOf" srcId="{777BB148-64CB-4BBB-945E-2E0426A67F25}" destId="{9FFBFA55-ABA7-4759-A92F-07EA220813BB}" srcOrd="3" destOrd="0" presId="urn:microsoft.com/office/officeart/2018/2/layout/IconLabelList"/>
    <dgm:cxn modelId="{C32F0CF8-24E3-4BF4-895F-B22D2612898F}" type="presParOf" srcId="{777BB148-64CB-4BBB-945E-2E0426A67F25}" destId="{2822EA94-ECD8-42D0-8B66-BD623E16B674}" srcOrd="4" destOrd="0" presId="urn:microsoft.com/office/officeart/2018/2/layout/IconLabelList"/>
    <dgm:cxn modelId="{501E97D2-220B-411D-B23C-DFAF00CEBF5E}" type="presParOf" srcId="{2822EA94-ECD8-42D0-8B66-BD623E16B674}" destId="{756F3799-4551-4E78-AAF9-0E12CEBA3075}" srcOrd="0" destOrd="0" presId="urn:microsoft.com/office/officeart/2018/2/layout/IconLabelList"/>
    <dgm:cxn modelId="{FEB14C88-54AF-41C3-834B-086361D5EBFF}" type="presParOf" srcId="{2822EA94-ECD8-42D0-8B66-BD623E16B674}" destId="{FF7C20D0-E220-4CD7-9191-FB903687A43C}" srcOrd="1" destOrd="0" presId="urn:microsoft.com/office/officeart/2018/2/layout/IconLabelList"/>
    <dgm:cxn modelId="{2CE8E0BD-A5D4-415F-9BFA-B0E0344BC772}" type="presParOf" srcId="{2822EA94-ECD8-42D0-8B66-BD623E16B674}" destId="{ED2EC1B0-D30B-493F-A6FE-72F61EBA96C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88FB3C2-42FD-4124-BBF9-A37DD90DBB64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719F349-7B18-446C-9E30-FE0BDB3B9C19}">
      <dgm:prSet/>
      <dgm:spPr/>
      <dgm:t>
        <a:bodyPr/>
        <a:lstStyle/>
        <a:p>
          <a:r>
            <a:rPr lang="en-US"/>
            <a:t>Particiones primarias y lógicas</a:t>
          </a:r>
        </a:p>
      </dgm:t>
    </dgm:pt>
    <dgm:pt modelId="{83BFDB80-CF5B-40A9-BCBD-A301BCD471ED}" type="parTrans" cxnId="{A03F383E-4909-429F-9C06-EC57EE61C489}">
      <dgm:prSet/>
      <dgm:spPr/>
      <dgm:t>
        <a:bodyPr/>
        <a:lstStyle/>
        <a:p>
          <a:endParaRPr lang="en-US"/>
        </a:p>
      </dgm:t>
    </dgm:pt>
    <dgm:pt modelId="{3C8E2AD2-2DF6-4168-AB6C-8ADE4D547FA5}" type="sibTrans" cxnId="{A03F383E-4909-429F-9C06-EC57EE61C489}">
      <dgm:prSet/>
      <dgm:spPr/>
      <dgm:t>
        <a:bodyPr/>
        <a:lstStyle/>
        <a:p>
          <a:endParaRPr lang="en-US"/>
        </a:p>
      </dgm:t>
    </dgm:pt>
    <dgm:pt modelId="{1F249640-922A-4541-A7D3-D74B267B5C9B}">
      <dgm:prSet/>
      <dgm:spPr/>
      <dgm:t>
        <a:bodyPr/>
        <a:lstStyle/>
        <a:p>
          <a:r>
            <a:rPr lang="en-US"/>
            <a:t>Puntos de montaje</a:t>
          </a:r>
        </a:p>
      </dgm:t>
    </dgm:pt>
    <dgm:pt modelId="{94D9DFC5-424A-484F-AF90-95FCBBFF3B9F}" type="parTrans" cxnId="{1F89E0FD-8240-4278-BD2E-B4360CBB325F}">
      <dgm:prSet/>
      <dgm:spPr/>
      <dgm:t>
        <a:bodyPr/>
        <a:lstStyle/>
        <a:p>
          <a:endParaRPr lang="en-US"/>
        </a:p>
      </dgm:t>
    </dgm:pt>
    <dgm:pt modelId="{59799C32-8A4A-40DE-9646-CC1639D82F3A}" type="sibTrans" cxnId="{1F89E0FD-8240-4278-BD2E-B4360CBB325F}">
      <dgm:prSet/>
      <dgm:spPr/>
      <dgm:t>
        <a:bodyPr/>
        <a:lstStyle/>
        <a:p>
          <a:endParaRPr lang="en-US"/>
        </a:p>
      </dgm:t>
    </dgm:pt>
    <dgm:pt modelId="{100E9EDC-E3F9-4579-910F-8CFEF1EEE17E}">
      <dgm:prSet/>
      <dgm:spPr/>
      <dgm:t>
        <a:bodyPr/>
        <a:lstStyle/>
        <a:p>
          <a:r>
            <a:rPr lang="en-US"/>
            <a:t>Volúmenes lógicos</a:t>
          </a:r>
        </a:p>
      </dgm:t>
    </dgm:pt>
    <dgm:pt modelId="{75658B45-3CBD-474E-A153-090A2438EC41}" type="parTrans" cxnId="{C7A4863E-5E3E-44A2-B385-7207D7E73F1D}">
      <dgm:prSet/>
      <dgm:spPr/>
      <dgm:t>
        <a:bodyPr/>
        <a:lstStyle/>
        <a:p>
          <a:endParaRPr lang="en-US"/>
        </a:p>
      </dgm:t>
    </dgm:pt>
    <dgm:pt modelId="{31CF0BD9-F9AC-495A-89E4-9ACEEA58E979}" type="sibTrans" cxnId="{C7A4863E-5E3E-44A2-B385-7207D7E73F1D}">
      <dgm:prSet/>
      <dgm:spPr/>
      <dgm:t>
        <a:bodyPr/>
        <a:lstStyle/>
        <a:p>
          <a:endParaRPr lang="en-US"/>
        </a:p>
      </dgm:t>
    </dgm:pt>
    <dgm:pt modelId="{63F687D9-E8DE-4E30-8F7C-A2F60C342CDC}" type="pres">
      <dgm:prSet presAssocID="{E88FB3C2-42FD-4124-BBF9-A37DD90DBB64}" presName="diagram" presStyleCnt="0">
        <dgm:presLayoutVars>
          <dgm:dir/>
          <dgm:resizeHandles val="exact"/>
        </dgm:presLayoutVars>
      </dgm:prSet>
      <dgm:spPr/>
    </dgm:pt>
    <dgm:pt modelId="{B77F731A-A0AE-44B5-A3D4-349AFF7C030F}" type="pres">
      <dgm:prSet presAssocID="{7719F349-7B18-446C-9E30-FE0BDB3B9C19}" presName="arrow" presStyleLbl="node1" presStyleIdx="0" presStyleCnt="3">
        <dgm:presLayoutVars>
          <dgm:bulletEnabled val="1"/>
        </dgm:presLayoutVars>
      </dgm:prSet>
      <dgm:spPr/>
    </dgm:pt>
    <dgm:pt modelId="{ED96DFB2-F897-40E0-9540-E23A91B8CE05}" type="pres">
      <dgm:prSet presAssocID="{1F249640-922A-4541-A7D3-D74B267B5C9B}" presName="arrow" presStyleLbl="node1" presStyleIdx="1" presStyleCnt="3">
        <dgm:presLayoutVars>
          <dgm:bulletEnabled val="1"/>
        </dgm:presLayoutVars>
      </dgm:prSet>
      <dgm:spPr/>
    </dgm:pt>
    <dgm:pt modelId="{AC329310-2200-4888-9EF5-A14F79B7E3BD}" type="pres">
      <dgm:prSet presAssocID="{100E9EDC-E3F9-4579-910F-8CFEF1EEE17E}" presName="arrow" presStyleLbl="node1" presStyleIdx="2" presStyleCnt="3">
        <dgm:presLayoutVars>
          <dgm:bulletEnabled val="1"/>
        </dgm:presLayoutVars>
      </dgm:prSet>
      <dgm:spPr/>
    </dgm:pt>
  </dgm:ptLst>
  <dgm:cxnLst>
    <dgm:cxn modelId="{D17FF832-17F0-484B-A8E6-1659E2267A4D}" type="presOf" srcId="{100E9EDC-E3F9-4579-910F-8CFEF1EEE17E}" destId="{AC329310-2200-4888-9EF5-A14F79B7E3BD}" srcOrd="0" destOrd="0" presId="urn:microsoft.com/office/officeart/2005/8/layout/arrow5"/>
    <dgm:cxn modelId="{A03F383E-4909-429F-9C06-EC57EE61C489}" srcId="{E88FB3C2-42FD-4124-BBF9-A37DD90DBB64}" destId="{7719F349-7B18-446C-9E30-FE0BDB3B9C19}" srcOrd="0" destOrd="0" parTransId="{83BFDB80-CF5B-40A9-BCBD-A301BCD471ED}" sibTransId="{3C8E2AD2-2DF6-4168-AB6C-8ADE4D547FA5}"/>
    <dgm:cxn modelId="{C7A4863E-5E3E-44A2-B385-7207D7E73F1D}" srcId="{E88FB3C2-42FD-4124-BBF9-A37DD90DBB64}" destId="{100E9EDC-E3F9-4579-910F-8CFEF1EEE17E}" srcOrd="2" destOrd="0" parTransId="{75658B45-3CBD-474E-A153-090A2438EC41}" sibTransId="{31CF0BD9-F9AC-495A-89E4-9ACEEA58E979}"/>
    <dgm:cxn modelId="{58D49D64-2F81-4BEB-B825-E928C0E2D19F}" type="presOf" srcId="{E88FB3C2-42FD-4124-BBF9-A37DD90DBB64}" destId="{63F687D9-E8DE-4E30-8F7C-A2F60C342CDC}" srcOrd="0" destOrd="0" presId="urn:microsoft.com/office/officeart/2005/8/layout/arrow5"/>
    <dgm:cxn modelId="{BCA8A556-22C4-4913-BE5A-17D60777EC23}" type="presOf" srcId="{1F249640-922A-4541-A7D3-D74B267B5C9B}" destId="{ED96DFB2-F897-40E0-9540-E23A91B8CE05}" srcOrd="0" destOrd="0" presId="urn:microsoft.com/office/officeart/2005/8/layout/arrow5"/>
    <dgm:cxn modelId="{06221E85-ED56-46E6-ACC0-2B9C1DA5B3D1}" type="presOf" srcId="{7719F349-7B18-446C-9E30-FE0BDB3B9C19}" destId="{B77F731A-A0AE-44B5-A3D4-349AFF7C030F}" srcOrd="0" destOrd="0" presId="urn:microsoft.com/office/officeart/2005/8/layout/arrow5"/>
    <dgm:cxn modelId="{1F89E0FD-8240-4278-BD2E-B4360CBB325F}" srcId="{E88FB3C2-42FD-4124-BBF9-A37DD90DBB64}" destId="{1F249640-922A-4541-A7D3-D74B267B5C9B}" srcOrd="1" destOrd="0" parTransId="{94D9DFC5-424A-484F-AF90-95FCBBFF3B9F}" sibTransId="{59799C32-8A4A-40DE-9646-CC1639D82F3A}"/>
    <dgm:cxn modelId="{4389D70A-C8BE-48FD-9189-CD2E901D3E03}" type="presParOf" srcId="{63F687D9-E8DE-4E30-8F7C-A2F60C342CDC}" destId="{B77F731A-A0AE-44B5-A3D4-349AFF7C030F}" srcOrd="0" destOrd="0" presId="urn:microsoft.com/office/officeart/2005/8/layout/arrow5"/>
    <dgm:cxn modelId="{F8EF1B44-D803-48C2-94DC-4A4982FD1E96}" type="presParOf" srcId="{63F687D9-E8DE-4E30-8F7C-A2F60C342CDC}" destId="{ED96DFB2-F897-40E0-9540-E23A91B8CE05}" srcOrd="1" destOrd="0" presId="urn:microsoft.com/office/officeart/2005/8/layout/arrow5"/>
    <dgm:cxn modelId="{A938C9C7-CF11-4F37-B070-20F65F3B04DA}" type="presParOf" srcId="{63F687D9-E8DE-4E30-8F7C-A2F60C342CDC}" destId="{AC329310-2200-4888-9EF5-A14F79B7E3BD}" srcOrd="2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233B340-FEAE-48BB-B076-8EB55ECB29E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B73604B-AF3E-40FB-8051-450AE063BFE7}">
      <dgm:prSet/>
      <dgm:spPr/>
      <dgm:t>
        <a:bodyPr/>
        <a:lstStyle/>
        <a:p>
          <a:r>
            <a:rPr lang="en-US"/>
            <a:t>Permiten administrar discos y particiones</a:t>
          </a:r>
        </a:p>
      </dgm:t>
    </dgm:pt>
    <dgm:pt modelId="{9184E1BB-117B-4997-9D72-D6A2A8A49E14}" type="parTrans" cxnId="{5C46CC41-3534-4441-90D9-B36B349434A8}">
      <dgm:prSet/>
      <dgm:spPr/>
      <dgm:t>
        <a:bodyPr/>
        <a:lstStyle/>
        <a:p>
          <a:endParaRPr lang="en-US"/>
        </a:p>
      </dgm:t>
    </dgm:pt>
    <dgm:pt modelId="{A4721F97-AF38-4DDD-950E-C0AA61C2A5CC}" type="sibTrans" cxnId="{5C46CC41-3534-4441-90D9-B36B349434A8}">
      <dgm:prSet/>
      <dgm:spPr/>
      <dgm:t>
        <a:bodyPr/>
        <a:lstStyle/>
        <a:p>
          <a:endParaRPr lang="en-US"/>
        </a:p>
      </dgm:t>
    </dgm:pt>
    <dgm:pt modelId="{CC8EC1BE-7740-461D-BBD6-BC4AD068AF86}">
      <dgm:prSet/>
      <dgm:spPr/>
      <dgm:t>
        <a:bodyPr/>
        <a:lstStyle/>
        <a:p>
          <a:r>
            <a:rPr lang="en-US"/>
            <a:t>Facilitan la detección de errores</a:t>
          </a:r>
        </a:p>
      </dgm:t>
    </dgm:pt>
    <dgm:pt modelId="{8607F204-5319-4CAE-97FC-284993CC1B8A}" type="parTrans" cxnId="{CF811835-FF25-4528-8262-75AD4997D894}">
      <dgm:prSet/>
      <dgm:spPr/>
      <dgm:t>
        <a:bodyPr/>
        <a:lstStyle/>
        <a:p>
          <a:endParaRPr lang="en-US"/>
        </a:p>
      </dgm:t>
    </dgm:pt>
    <dgm:pt modelId="{5B78D815-E7CF-41BB-B681-ED9F75114A60}" type="sibTrans" cxnId="{CF811835-FF25-4528-8262-75AD4997D894}">
      <dgm:prSet/>
      <dgm:spPr/>
      <dgm:t>
        <a:bodyPr/>
        <a:lstStyle/>
        <a:p>
          <a:endParaRPr lang="en-US"/>
        </a:p>
      </dgm:t>
    </dgm:pt>
    <dgm:pt modelId="{F584ABF9-3AC4-4D4C-8E1E-2495233DBF96}">
      <dgm:prSet/>
      <dgm:spPr/>
      <dgm:t>
        <a:bodyPr/>
        <a:lstStyle/>
        <a:p>
          <a:r>
            <a:rPr lang="en-US"/>
            <a:t>Ayudan a optimizar el espacio disponible</a:t>
          </a:r>
        </a:p>
      </dgm:t>
    </dgm:pt>
    <dgm:pt modelId="{A4001828-A063-4402-A251-27693D0D7730}" type="parTrans" cxnId="{6AA301A4-CAD1-4143-A282-707C03C10B41}">
      <dgm:prSet/>
      <dgm:spPr/>
      <dgm:t>
        <a:bodyPr/>
        <a:lstStyle/>
        <a:p>
          <a:endParaRPr lang="en-US"/>
        </a:p>
      </dgm:t>
    </dgm:pt>
    <dgm:pt modelId="{2D105DA3-9AF8-4874-862F-2B5EFBC009BC}" type="sibTrans" cxnId="{6AA301A4-CAD1-4143-A282-707C03C10B41}">
      <dgm:prSet/>
      <dgm:spPr/>
      <dgm:t>
        <a:bodyPr/>
        <a:lstStyle/>
        <a:p>
          <a:endParaRPr lang="en-US"/>
        </a:p>
      </dgm:t>
    </dgm:pt>
    <dgm:pt modelId="{B33051C0-1C86-491D-90B7-1B77270E1522}" type="pres">
      <dgm:prSet presAssocID="{5233B340-FEAE-48BB-B076-8EB55ECB29E5}" presName="root" presStyleCnt="0">
        <dgm:presLayoutVars>
          <dgm:dir/>
          <dgm:resizeHandles val="exact"/>
        </dgm:presLayoutVars>
      </dgm:prSet>
      <dgm:spPr/>
    </dgm:pt>
    <dgm:pt modelId="{EDE208D3-76BD-447D-9127-86B98D601C42}" type="pres">
      <dgm:prSet presAssocID="{EB73604B-AF3E-40FB-8051-450AE063BFE7}" presName="compNode" presStyleCnt="0"/>
      <dgm:spPr/>
    </dgm:pt>
    <dgm:pt modelId="{6ECA1482-6F08-420B-ABC2-FF3DFB849F48}" type="pres">
      <dgm:prSet presAssocID="{EB73604B-AF3E-40FB-8051-450AE063BFE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44ACEDC9-9EB0-44F2-BAFE-99F05E87D8D6}" type="pres">
      <dgm:prSet presAssocID="{EB73604B-AF3E-40FB-8051-450AE063BFE7}" presName="spaceRect" presStyleCnt="0"/>
      <dgm:spPr/>
    </dgm:pt>
    <dgm:pt modelId="{6871AE67-5D8C-4ADB-B93B-F71AF89668CA}" type="pres">
      <dgm:prSet presAssocID="{EB73604B-AF3E-40FB-8051-450AE063BFE7}" presName="textRect" presStyleLbl="revTx" presStyleIdx="0" presStyleCnt="3">
        <dgm:presLayoutVars>
          <dgm:chMax val="1"/>
          <dgm:chPref val="1"/>
        </dgm:presLayoutVars>
      </dgm:prSet>
      <dgm:spPr/>
    </dgm:pt>
    <dgm:pt modelId="{5AD4D135-68D3-4E75-8C6D-C4423B6A0267}" type="pres">
      <dgm:prSet presAssocID="{A4721F97-AF38-4DDD-950E-C0AA61C2A5CC}" presName="sibTrans" presStyleCnt="0"/>
      <dgm:spPr/>
    </dgm:pt>
    <dgm:pt modelId="{3D3B5FE9-A432-4283-8BEA-6742421118C0}" type="pres">
      <dgm:prSet presAssocID="{CC8EC1BE-7740-461D-BBD6-BC4AD068AF86}" presName="compNode" presStyleCnt="0"/>
      <dgm:spPr/>
    </dgm:pt>
    <dgm:pt modelId="{E466FF2D-51B4-4F2C-BF11-5F72F562C195}" type="pres">
      <dgm:prSet presAssocID="{CC8EC1BE-7740-461D-BBD6-BC4AD068AF8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secto"/>
        </a:ext>
      </dgm:extLst>
    </dgm:pt>
    <dgm:pt modelId="{CD0FCE82-3B96-4D00-89BE-E21A90E8C096}" type="pres">
      <dgm:prSet presAssocID="{CC8EC1BE-7740-461D-BBD6-BC4AD068AF86}" presName="spaceRect" presStyleCnt="0"/>
      <dgm:spPr/>
    </dgm:pt>
    <dgm:pt modelId="{864A097D-401F-4BCC-BB2A-CFDCBF5AF22E}" type="pres">
      <dgm:prSet presAssocID="{CC8EC1BE-7740-461D-BBD6-BC4AD068AF86}" presName="textRect" presStyleLbl="revTx" presStyleIdx="1" presStyleCnt="3">
        <dgm:presLayoutVars>
          <dgm:chMax val="1"/>
          <dgm:chPref val="1"/>
        </dgm:presLayoutVars>
      </dgm:prSet>
      <dgm:spPr/>
    </dgm:pt>
    <dgm:pt modelId="{75F4E2D2-723B-45F6-B8FB-4D0617DE712B}" type="pres">
      <dgm:prSet presAssocID="{5B78D815-E7CF-41BB-B681-ED9F75114A60}" presName="sibTrans" presStyleCnt="0"/>
      <dgm:spPr/>
    </dgm:pt>
    <dgm:pt modelId="{468E066E-5E61-4D17-AF67-A076B6777A14}" type="pres">
      <dgm:prSet presAssocID="{F584ABF9-3AC4-4D4C-8E1E-2495233DBF96}" presName="compNode" presStyleCnt="0"/>
      <dgm:spPr/>
    </dgm:pt>
    <dgm:pt modelId="{47083127-2FBC-4773-B037-543579B25684}" type="pres">
      <dgm:prSet presAssocID="{F584ABF9-3AC4-4D4C-8E1E-2495233DBF9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38D6D18F-CB27-4529-9F1C-6B2C8D92B0BB}" type="pres">
      <dgm:prSet presAssocID="{F584ABF9-3AC4-4D4C-8E1E-2495233DBF96}" presName="spaceRect" presStyleCnt="0"/>
      <dgm:spPr/>
    </dgm:pt>
    <dgm:pt modelId="{CF519C7C-6E83-4039-AB9F-7AFD5741F2AC}" type="pres">
      <dgm:prSet presAssocID="{F584ABF9-3AC4-4D4C-8E1E-2495233DBF9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F811835-FF25-4528-8262-75AD4997D894}" srcId="{5233B340-FEAE-48BB-B076-8EB55ECB29E5}" destId="{CC8EC1BE-7740-461D-BBD6-BC4AD068AF86}" srcOrd="1" destOrd="0" parTransId="{8607F204-5319-4CAE-97FC-284993CC1B8A}" sibTransId="{5B78D815-E7CF-41BB-B681-ED9F75114A60}"/>
    <dgm:cxn modelId="{5C46CC41-3534-4441-90D9-B36B349434A8}" srcId="{5233B340-FEAE-48BB-B076-8EB55ECB29E5}" destId="{EB73604B-AF3E-40FB-8051-450AE063BFE7}" srcOrd="0" destOrd="0" parTransId="{9184E1BB-117B-4997-9D72-D6A2A8A49E14}" sibTransId="{A4721F97-AF38-4DDD-950E-C0AA61C2A5CC}"/>
    <dgm:cxn modelId="{583F3F77-3F14-413C-9779-456F1808763C}" type="presOf" srcId="{F584ABF9-3AC4-4D4C-8E1E-2495233DBF96}" destId="{CF519C7C-6E83-4039-AB9F-7AFD5741F2AC}" srcOrd="0" destOrd="0" presId="urn:microsoft.com/office/officeart/2018/2/layout/IconLabelList"/>
    <dgm:cxn modelId="{3C4EF894-0EC2-4978-9F73-B857183033BE}" type="presOf" srcId="{5233B340-FEAE-48BB-B076-8EB55ECB29E5}" destId="{B33051C0-1C86-491D-90B7-1B77270E1522}" srcOrd="0" destOrd="0" presId="urn:microsoft.com/office/officeart/2018/2/layout/IconLabelList"/>
    <dgm:cxn modelId="{6AA301A4-CAD1-4143-A282-707C03C10B41}" srcId="{5233B340-FEAE-48BB-B076-8EB55ECB29E5}" destId="{F584ABF9-3AC4-4D4C-8E1E-2495233DBF96}" srcOrd="2" destOrd="0" parTransId="{A4001828-A063-4402-A251-27693D0D7730}" sibTransId="{2D105DA3-9AF8-4874-862F-2B5EFBC009BC}"/>
    <dgm:cxn modelId="{5A9F4DA8-1F69-4457-A25B-7E932627B939}" type="presOf" srcId="{CC8EC1BE-7740-461D-BBD6-BC4AD068AF86}" destId="{864A097D-401F-4BCC-BB2A-CFDCBF5AF22E}" srcOrd="0" destOrd="0" presId="urn:microsoft.com/office/officeart/2018/2/layout/IconLabelList"/>
    <dgm:cxn modelId="{43DAA5FB-4B18-4D7A-ACD7-6F889FA231F9}" type="presOf" srcId="{EB73604B-AF3E-40FB-8051-450AE063BFE7}" destId="{6871AE67-5D8C-4ADB-B93B-F71AF89668CA}" srcOrd="0" destOrd="0" presId="urn:microsoft.com/office/officeart/2018/2/layout/IconLabelList"/>
    <dgm:cxn modelId="{3D2D5E75-6AF2-46BB-A2DA-23C4ED8892C2}" type="presParOf" srcId="{B33051C0-1C86-491D-90B7-1B77270E1522}" destId="{EDE208D3-76BD-447D-9127-86B98D601C42}" srcOrd="0" destOrd="0" presId="urn:microsoft.com/office/officeart/2018/2/layout/IconLabelList"/>
    <dgm:cxn modelId="{BC0803BD-CEB9-4834-A578-18E2DABCF9A9}" type="presParOf" srcId="{EDE208D3-76BD-447D-9127-86B98D601C42}" destId="{6ECA1482-6F08-420B-ABC2-FF3DFB849F48}" srcOrd="0" destOrd="0" presId="urn:microsoft.com/office/officeart/2018/2/layout/IconLabelList"/>
    <dgm:cxn modelId="{6CF47208-A18D-4949-B0F4-8D3392D19BAC}" type="presParOf" srcId="{EDE208D3-76BD-447D-9127-86B98D601C42}" destId="{44ACEDC9-9EB0-44F2-BAFE-99F05E87D8D6}" srcOrd="1" destOrd="0" presId="urn:microsoft.com/office/officeart/2018/2/layout/IconLabelList"/>
    <dgm:cxn modelId="{76B7E1A0-8B61-405A-8E62-F57B52E882A9}" type="presParOf" srcId="{EDE208D3-76BD-447D-9127-86B98D601C42}" destId="{6871AE67-5D8C-4ADB-B93B-F71AF89668CA}" srcOrd="2" destOrd="0" presId="urn:microsoft.com/office/officeart/2018/2/layout/IconLabelList"/>
    <dgm:cxn modelId="{FD8D3085-764A-4383-BE7F-EFB4EF49BE63}" type="presParOf" srcId="{B33051C0-1C86-491D-90B7-1B77270E1522}" destId="{5AD4D135-68D3-4E75-8C6D-C4423B6A0267}" srcOrd="1" destOrd="0" presId="urn:microsoft.com/office/officeart/2018/2/layout/IconLabelList"/>
    <dgm:cxn modelId="{B92D7BAE-8CE6-4244-8E32-5E8933F9884D}" type="presParOf" srcId="{B33051C0-1C86-491D-90B7-1B77270E1522}" destId="{3D3B5FE9-A432-4283-8BEA-6742421118C0}" srcOrd="2" destOrd="0" presId="urn:microsoft.com/office/officeart/2018/2/layout/IconLabelList"/>
    <dgm:cxn modelId="{09D5B607-ABEF-4A3F-AE74-97E90D2A8884}" type="presParOf" srcId="{3D3B5FE9-A432-4283-8BEA-6742421118C0}" destId="{E466FF2D-51B4-4F2C-BF11-5F72F562C195}" srcOrd="0" destOrd="0" presId="urn:microsoft.com/office/officeart/2018/2/layout/IconLabelList"/>
    <dgm:cxn modelId="{A81E70F1-27B9-435E-B38E-6A4050F4B7AC}" type="presParOf" srcId="{3D3B5FE9-A432-4283-8BEA-6742421118C0}" destId="{CD0FCE82-3B96-4D00-89BE-E21A90E8C096}" srcOrd="1" destOrd="0" presId="urn:microsoft.com/office/officeart/2018/2/layout/IconLabelList"/>
    <dgm:cxn modelId="{77E234C5-AEB7-40BE-B700-3F828882EA35}" type="presParOf" srcId="{3D3B5FE9-A432-4283-8BEA-6742421118C0}" destId="{864A097D-401F-4BCC-BB2A-CFDCBF5AF22E}" srcOrd="2" destOrd="0" presId="urn:microsoft.com/office/officeart/2018/2/layout/IconLabelList"/>
    <dgm:cxn modelId="{F8186DFA-FAB9-418D-BFE9-3DDBA7D8DBDB}" type="presParOf" srcId="{B33051C0-1C86-491D-90B7-1B77270E1522}" destId="{75F4E2D2-723B-45F6-B8FB-4D0617DE712B}" srcOrd="3" destOrd="0" presId="urn:microsoft.com/office/officeart/2018/2/layout/IconLabelList"/>
    <dgm:cxn modelId="{1C0437ED-5FA4-481E-BF94-513058B65D73}" type="presParOf" srcId="{B33051C0-1C86-491D-90B7-1B77270E1522}" destId="{468E066E-5E61-4D17-AF67-A076B6777A14}" srcOrd="4" destOrd="0" presId="urn:microsoft.com/office/officeart/2018/2/layout/IconLabelList"/>
    <dgm:cxn modelId="{709C15DA-37D9-4B3B-80DA-35D16C579CBC}" type="presParOf" srcId="{468E066E-5E61-4D17-AF67-A076B6777A14}" destId="{47083127-2FBC-4773-B037-543579B25684}" srcOrd="0" destOrd="0" presId="urn:microsoft.com/office/officeart/2018/2/layout/IconLabelList"/>
    <dgm:cxn modelId="{94C19BAF-9F81-4F5A-B495-D1AB832220F2}" type="presParOf" srcId="{468E066E-5E61-4D17-AF67-A076B6777A14}" destId="{38D6D18F-CB27-4529-9F1C-6B2C8D92B0BB}" srcOrd="1" destOrd="0" presId="urn:microsoft.com/office/officeart/2018/2/layout/IconLabelList"/>
    <dgm:cxn modelId="{15373F93-5E07-4D14-81FE-D94D0898E022}" type="presParOf" srcId="{468E066E-5E61-4D17-AF67-A076B6777A14}" destId="{CF519C7C-6E83-4039-AB9F-7AFD5741F2A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B11073E-521D-4B5C-B828-BCA867B6825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3DF59BC-5C52-4197-81FD-A6219B9B0A82}">
      <dgm:prSet/>
      <dgm:spPr/>
      <dgm:t>
        <a:bodyPr/>
        <a:lstStyle/>
        <a:p>
          <a:r>
            <a:rPr lang="en-US"/>
            <a:t>Administración de discos (Windows)</a:t>
          </a:r>
        </a:p>
      </dgm:t>
    </dgm:pt>
    <dgm:pt modelId="{14B1274E-D9F3-454E-BB64-5F9B76AC772D}" type="parTrans" cxnId="{F117A4C4-D2A8-4158-B64F-222CD80BEC0F}">
      <dgm:prSet/>
      <dgm:spPr/>
      <dgm:t>
        <a:bodyPr/>
        <a:lstStyle/>
        <a:p>
          <a:endParaRPr lang="en-US"/>
        </a:p>
      </dgm:t>
    </dgm:pt>
    <dgm:pt modelId="{433EE3BD-FEB0-4E7B-AA2C-ABF78C54E55E}" type="sibTrans" cxnId="{F117A4C4-D2A8-4158-B64F-222CD80BEC0F}">
      <dgm:prSet/>
      <dgm:spPr/>
      <dgm:t>
        <a:bodyPr/>
        <a:lstStyle/>
        <a:p>
          <a:endParaRPr lang="en-US"/>
        </a:p>
      </dgm:t>
    </dgm:pt>
    <dgm:pt modelId="{C215C23E-E241-48F3-A1C4-B8BD9FA02434}">
      <dgm:prSet/>
      <dgm:spPr/>
      <dgm:t>
        <a:bodyPr/>
        <a:lstStyle/>
        <a:p>
          <a:r>
            <a:rPr lang="en-US"/>
            <a:t>Herramientas de línea de comandos</a:t>
          </a:r>
        </a:p>
      </dgm:t>
    </dgm:pt>
    <dgm:pt modelId="{356E7EBF-5468-4892-A2A3-0F0F622F032A}" type="parTrans" cxnId="{1D25B79A-87C1-44D6-A57C-7C167879E2F6}">
      <dgm:prSet/>
      <dgm:spPr/>
      <dgm:t>
        <a:bodyPr/>
        <a:lstStyle/>
        <a:p>
          <a:endParaRPr lang="en-US"/>
        </a:p>
      </dgm:t>
    </dgm:pt>
    <dgm:pt modelId="{613174D8-B545-47AA-9E0F-79CD7ED8CEC7}" type="sibTrans" cxnId="{1D25B79A-87C1-44D6-A57C-7C167879E2F6}">
      <dgm:prSet/>
      <dgm:spPr/>
      <dgm:t>
        <a:bodyPr/>
        <a:lstStyle/>
        <a:p>
          <a:endParaRPr lang="en-US"/>
        </a:p>
      </dgm:t>
    </dgm:pt>
    <dgm:pt modelId="{6401F4DD-C75B-45D5-8E69-6FAA5DC924AD}">
      <dgm:prSet/>
      <dgm:spPr/>
      <dgm:t>
        <a:bodyPr/>
        <a:lstStyle/>
        <a:p>
          <a:r>
            <a:rPr lang="en-US"/>
            <a:t>Gestores de volúmenes</a:t>
          </a:r>
        </a:p>
      </dgm:t>
    </dgm:pt>
    <dgm:pt modelId="{77075385-3A7B-4977-A95D-FF4E4E10E5E3}" type="parTrans" cxnId="{ECB850FC-ABFD-40EB-B01E-BEFA83072D9F}">
      <dgm:prSet/>
      <dgm:spPr/>
      <dgm:t>
        <a:bodyPr/>
        <a:lstStyle/>
        <a:p>
          <a:endParaRPr lang="en-US"/>
        </a:p>
      </dgm:t>
    </dgm:pt>
    <dgm:pt modelId="{393BD108-5F54-48AF-BA7B-A81F806A7832}" type="sibTrans" cxnId="{ECB850FC-ABFD-40EB-B01E-BEFA83072D9F}">
      <dgm:prSet/>
      <dgm:spPr/>
      <dgm:t>
        <a:bodyPr/>
        <a:lstStyle/>
        <a:p>
          <a:endParaRPr lang="en-US"/>
        </a:p>
      </dgm:t>
    </dgm:pt>
    <dgm:pt modelId="{9AFBBFB1-8CE2-4BBC-914F-27CC6B0ACE04}">
      <dgm:prSet/>
      <dgm:spPr/>
      <dgm:t>
        <a:bodyPr/>
        <a:lstStyle/>
        <a:p>
          <a:r>
            <a:rPr lang="en-US"/>
            <a:t>Herramientas de monitorización</a:t>
          </a:r>
        </a:p>
      </dgm:t>
    </dgm:pt>
    <dgm:pt modelId="{7B7B6185-23E8-420A-B50C-4562904DAA7E}" type="parTrans" cxnId="{D3871A9A-4533-43FE-9CB5-20A200137BE5}">
      <dgm:prSet/>
      <dgm:spPr/>
      <dgm:t>
        <a:bodyPr/>
        <a:lstStyle/>
        <a:p>
          <a:endParaRPr lang="en-US"/>
        </a:p>
      </dgm:t>
    </dgm:pt>
    <dgm:pt modelId="{2517AD35-DA59-4430-9517-FB44EAA07D86}" type="sibTrans" cxnId="{D3871A9A-4533-43FE-9CB5-20A200137BE5}">
      <dgm:prSet/>
      <dgm:spPr/>
      <dgm:t>
        <a:bodyPr/>
        <a:lstStyle/>
        <a:p>
          <a:endParaRPr lang="en-US"/>
        </a:p>
      </dgm:t>
    </dgm:pt>
    <dgm:pt modelId="{DB3F7835-C793-4432-867E-835F735F5E6D}" type="pres">
      <dgm:prSet presAssocID="{2B11073E-521D-4B5C-B828-BCA867B6825A}" presName="root" presStyleCnt="0">
        <dgm:presLayoutVars>
          <dgm:dir/>
          <dgm:resizeHandles val="exact"/>
        </dgm:presLayoutVars>
      </dgm:prSet>
      <dgm:spPr/>
    </dgm:pt>
    <dgm:pt modelId="{E690C4BE-9DFD-4790-AF83-1BBA4A343D98}" type="pres">
      <dgm:prSet presAssocID="{53DF59BC-5C52-4197-81FD-A6219B9B0A82}" presName="compNode" presStyleCnt="0"/>
      <dgm:spPr/>
    </dgm:pt>
    <dgm:pt modelId="{6A3F2AD3-D50B-4397-8784-885235BA2599}" type="pres">
      <dgm:prSet presAssocID="{53DF59BC-5C52-4197-81FD-A6219B9B0A8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"/>
        </a:ext>
      </dgm:extLst>
    </dgm:pt>
    <dgm:pt modelId="{46485788-0630-415B-9756-C6C8F23900A1}" type="pres">
      <dgm:prSet presAssocID="{53DF59BC-5C52-4197-81FD-A6219B9B0A82}" presName="spaceRect" presStyleCnt="0"/>
      <dgm:spPr/>
    </dgm:pt>
    <dgm:pt modelId="{4DC0F4C6-9870-4468-8268-AC8E63121A11}" type="pres">
      <dgm:prSet presAssocID="{53DF59BC-5C52-4197-81FD-A6219B9B0A82}" presName="textRect" presStyleLbl="revTx" presStyleIdx="0" presStyleCnt="4">
        <dgm:presLayoutVars>
          <dgm:chMax val="1"/>
          <dgm:chPref val="1"/>
        </dgm:presLayoutVars>
      </dgm:prSet>
      <dgm:spPr/>
    </dgm:pt>
    <dgm:pt modelId="{731A633E-F924-49D3-835A-F97EE0D2CA21}" type="pres">
      <dgm:prSet presAssocID="{433EE3BD-FEB0-4E7B-AA2C-ABF78C54E55E}" presName="sibTrans" presStyleCnt="0"/>
      <dgm:spPr/>
    </dgm:pt>
    <dgm:pt modelId="{66BC8230-172D-4D95-AFB1-FB081D72CF33}" type="pres">
      <dgm:prSet presAssocID="{C215C23E-E241-48F3-A1C4-B8BD9FA02434}" presName="compNode" presStyleCnt="0"/>
      <dgm:spPr/>
    </dgm:pt>
    <dgm:pt modelId="{D92C6B61-9EC2-4496-8D5A-6ACBB333A543}" type="pres">
      <dgm:prSet presAssocID="{C215C23E-E241-48F3-A1C4-B8BD9FA0243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rramientas"/>
        </a:ext>
      </dgm:extLst>
    </dgm:pt>
    <dgm:pt modelId="{EA70426D-B7C2-4425-A5D8-821318BE373C}" type="pres">
      <dgm:prSet presAssocID="{C215C23E-E241-48F3-A1C4-B8BD9FA02434}" presName="spaceRect" presStyleCnt="0"/>
      <dgm:spPr/>
    </dgm:pt>
    <dgm:pt modelId="{4CA55DA3-5412-46F3-B85E-2F115920E5C4}" type="pres">
      <dgm:prSet presAssocID="{C215C23E-E241-48F3-A1C4-B8BD9FA02434}" presName="textRect" presStyleLbl="revTx" presStyleIdx="1" presStyleCnt="4">
        <dgm:presLayoutVars>
          <dgm:chMax val="1"/>
          <dgm:chPref val="1"/>
        </dgm:presLayoutVars>
      </dgm:prSet>
      <dgm:spPr/>
    </dgm:pt>
    <dgm:pt modelId="{071033B2-4935-4F58-99E5-AAD0C79248D8}" type="pres">
      <dgm:prSet presAssocID="{613174D8-B545-47AA-9E0F-79CD7ED8CEC7}" presName="sibTrans" presStyleCnt="0"/>
      <dgm:spPr/>
    </dgm:pt>
    <dgm:pt modelId="{50D7F42B-FCAE-49DC-836E-98B41B3A8976}" type="pres">
      <dgm:prSet presAssocID="{6401F4DD-C75B-45D5-8E69-6FAA5DC924AD}" presName="compNode" presStyleCnt="0"/>
      <dgm:spPr/>
    </dgm:pt>
    <dgm:pt modelId="{60AB0AA3-A7E4-4E61-8A11-8FA23AD2ED71}" type="pres">
      <dgm:prSet presAssocID="{6401F4DD-C75B-45D5-8E69-6FAA5DC924A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013C39EE-7750-47D4-B954-F09002A147BF}" type="pres">
      <dgm:prSet presAssocID="{6401F4DD-C75B-45D5-8E69-6FAA5DC924AD}" presName="spaceRect" presStyleCnt="0"/>
      <dgm:spPr/>
    </dgm:pt>
    <dgm:pt modelId="{7CD177D1-827A-4F43-8FC9-C21A2974FA0A}" type="pres">
      <dgm:prSet presAssocID="{6401F4DD-C75B-45D5-8E69-6FAA5DC924AD}" presName="textRect" presStyleLbl="revTx" presStyleIdx="2" presStyleCnt="4">
        <dgm:presLayoutVars>
          <dgm:chMax val="1"/>
          <dgm:chPref val="1"/>
        </dgm:presLayoutVars>
      </dgm:prSet>
      <dgm:spPr/>
    </dgm:pt>
    <dgm:pt modelId="{4C8BC792-26BF-4C54-80A1-268BC7F9AFC7}" type="pres">
      <dgm:prSet presAssocID="{393BD108-5F54-48AF-BA7B-A81F806A7832}" presName="sibTrans" presStyleCnt="0"/>
      <dgm:spPr/>
    </dgm:pt>
    <dgm:pt modelId="{7999EAB5-81A4-447F-A7F9-1BECF9DF9818}" type="pres">
      <dgm:prSet presAssocID="{9AFBBFB1-8CE2-4BBC-914F-27CC6B0ACE04}" presName="compNode" presStyleCnt="0"/>
      <dgm:spPr/>
    </dgm:pt>
    <dgm:pt modelId="{E9ECC313-401C-4F32-98C8-398DECA3F179}" type="pres">
      <dgm:prSet presAssocID="{9AFBBFB1-8CE2-4BBC-914F-27CC6B0ACE0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dicador"/>
        </a:ext>
      </dgm:extLst>
    </dgm:pt>
    <dgm:pt modelId="{403417CD-74B4-4907-B84C-32EF9389425D}" type="pres">
      <dgm:prSet presAssocID="{9AFBBFB1-8CE2-4BBC-914F-27CC6B0ACE04}" presName="spaceRect" presStyleCnt="0"/>
      <dgm:spPr/>
    </dgm:pt>
    <dgm:pt modelId="{E1A0953E-7DDF-4761-9C37-258A850DDEF4}" type="pres">
      <dgm:prSet presAssocID="{9AFBBFB1-8CE2-4BBC-914F-27CC6B0ACE0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801B126-58EA-43A0-B149-5A9528C37538}" type="presOf" srcId="{6401F4DD-C75B-45D5-8E69-6FAA5DC924AD}" destId="{7CD177D1-827A-4F43-8FC9-C21A2974FA0A}" srcOrd="0" destOrd="0" presId="urn:microsoft.com/office/officeart/2018/2/layout/IconLabelList"/>
    <dgm:cxn modelId="{7FE0114C-0A2D-49A0-9FC6-344B2335C154}" type="presOf" srcId="{9AFBBFB1-8CE2-4BBC-914F-27CC6B0ACE04}" destId="{E1A0953E-7DDF-4761-9C37-258A850DDEF4}" srcOrd="0" destOrd="0" presId="urn:microsoft.com/office/officeart/2018/2/layout/IconLabelList"/>
    <dgm:cxn modelId="{D3871A9A-4533-43FE-9CB5-20A200137BE5}" srcId="{2B11073E-521D-4B5C-B828-BCA867B6825A}" destId="{9AFBBFB1-8CE2-4BBC-914F-27CC6B0ACE04}" srcOrd="3" destOrd="0" parTransId="{7B7B6185-23E8-420A-B50C-4562904DAA7E}" sibTransId="{2517AD35-DA59-4430-9517-FB44EAA07D86}"/>
    <dgm:cxn modelId="{1D25B79A-87C1-44D6-A57C-7C167879E2F6}" srcId="{2B11073E-521D-4B5C-B828-BCA867B6825A}" destId="{C215C23E-E241-48F3-A1C4-B8BD9FA02434}" srcOrd="1" destOrd="0" parTransId="{356E7EBF-5468-4892-A2A3-0F0F622F032A}" sibTransId="{613174D8-B545-47AA-9E0F-79CD7ED8CEC7}"/>
    <dgm:cxn modelId="{F42FD1A0-2111-4C72-9EB5-E6734CBE4E44}" type="presOf" srcId="{53DF59BC-5C52-4197-81FD-A6219B9B0A82}" destId="{4DC0F4C6-9870-4468-8268-AC8E63121A11}" srcOrd="0" destOrd="0" presId="urn:microsoft.com/office/officeart/2018/2/layout/IconLabelList"/>
    <dgm:cxn modelId="{446450A4-021E-4A44-B314-1F61EBAB84A5}" type="presOf" srcId="{2B11073E-521D-4B5C-B828-BCA867B6825A}" destId="{DB3F7835-C793-4432-867E-835F735F5E6D}" srcOrd="0" destOrd="0" presId="urn:microsoft.com/office/officeart/2018/2/layout/IconLabelList"/>
    <dgm:cxn modelId="{F117A4C4-D2A8-4158-B64F-222CD80BEC0F}" srcId="{2B11073E-521D-4B5C-B828-BCA867B6825A}" destId="{53DF59BC-5C52-4197-81FD-A6219B9B0A82}" srcOrd="0" destOrd="0" parTransId="{14B1274E-D9F3-454E-BB64-5F9B76AC772D}" sibTransId="{433EE3BD-FEB0-4E7B-AA2C-ABF78C54E55E}"/>
    <dgm:cxn modelId="{242143F7-FDDD-4FDE-9714-0081FB77FDB5}" type="presOf" srcId="{C215C23E-E241-48F3-A1C4-B8BD9FA02434}" destId="{4CA55DA3-5412-46F3-B85E-2F115920E5C4}" srcOrd="0" destOrd="0" presId="urn:microsoft.com/office/officeart/2018/2/layout/IconLabelList"/>
    <dgm:cxn modelId="{ECB850FC-ABFD-40EB-B01E-BEFA83072D9F}" srcId="{2B11073E-521D-4B5C-B828-BCA867B6825A}" destId="{6401F4DD-C75B-45D5-8E69-6FAA5DC924AD}" srcOrd="2" destOrd="0" parTransId="{77075385-3A7B-4977-A95D-FF4E4E10E5E3}" sibTransId="{393BD108-5F54-48AF-BA7B-A81F806A7832}"/>
    <dgm:cxn modelId="{3F730E7C-DF4D-45EA-8D49-D0AF5BE87D4E}" type="presParOf" srcId="{DB3F7835-C793-4432-867E-835F735F5E6D}" destId="{E690C4BE-9DFD-4790-AF83-1BBA4A343D98}" srcOrd="0" destOrd="0" presId="urn:microsoft.com/office/officeart/2018/2/layout/IconLabelList"/>
    <dgm:cxn modelId="{9969909D-84E0-4DFF-95C0-5B795A67F080}" type="presParOf" srcId="{E690C4BE-9DFD-4790-AF83-1BBA4A343D98}" destId="{6A3F2AD3-D50B-4397-8784-885235BA2599}" srcOrd="0" destOrd="0" presId="urn:microsoft.com/office/officeart/2018/2/layout/IconLabelList"/>
    <dgm:cxn modelId="{B3AD0E3C-B518-474A-B9E0-98335DC1D651}" type="presParOf" srcId="{E690C4BE-9DFD-4790-AF83-1BBA4A343D98}" destId="{46485788-0630-415B-9756-C6C8F23900A1}" srcOrd="1" destOrd="0" presId="urn:microsoft.com/office/officeart/2018/2/layout/IconLabelList"/>
    <dgm:cxn modelId="{1C9A4DB3-845A-4B1A-AB16-F73B36C089A5}" type="presParOf" srcId="{E690C4BE-9DFD-4790-AF83-1BBA4A343D98}" destId="{4DC0F4C6-9870-4468-8268-AC8E63121A11}" srcOrd="2" destOrd="0" presId="urn:microsoft.com/office/officeart/2018/2/layout/IconLabelList"/>
    <dgm:cxn modelId="{250CEAEA-5A5D-473D-94EA-804E18A693F3}" type="presParOf" srcId="{DB3F7835-C793-4432-867E-835F735F5E6D}" destId="{731A633E-F924-49D3-835A-F97EE0D2CA21}" srcOrd="1" destOrd="0" presId="urn:microsoft.com/office/officeart/2018/2/layout/IconLabelList"/>
    <dgm:cxn modelId="{33372519-E013-4BFB-AEB7-069967A099FF}" type="presParOf" srcId="{DB3F7835-C793-4432-867E-835F735F5E6D}" destId="{66BC8230-172D-4D95-AFB1-FB081D72CF33}" srcOrd="2" destOrd="0" presId="urn:microsoft.com/office/officeart/2018/2/layout/IconLabelList"/>
    <dgm:cxn modelId="{7ECD0375-F446-4493-A99C-08C52F72C654}" type="presParOf" srcId="{66BC8230-172D-4D95-AFB1-FB081D72CF33}" destId="{D92C6B61-9EC2-4496-8D5A-6ACBB333A543}" srcOrd="0" destOrd="0" presId="urn:microsoft.com/office/officeart/2018/2/layout/IconLabelList"/>
    <dgm:cxn modelId="{C0710AD5-A911-4349-BC87-9C4ADE55491C}" type="presParOf" srcId="{66BC8230-172D-4D95-AFB1-FB081D72CF33}" destId="{EA70426D-B7C2-4425-A5D8-821318BE373C}" srcOrd="1" destOrd="0" presId="urn:microsoft.com/office/officeart/2018/2/layout/IconLabelList"/>
    <dgm:cxn modelId="{AFE5497E-8726-4EA3-BD67-34F432F9503B}" type="presParOf" srcId="{66BC8230-172D-4D95-AFB1-FB081D72CF33}" destId="{4CA55DA3-5412-46F3-B85E-2F115920E5C4}" srcOrd="2" destOrd="0" presId="urn:microsoft.com/office/officeart/2018/2/layout/IconLabelList"/>
    <dgm:cxn modelId="{CC0B6E04-C3B8-4940-924B-6BF8FE353ACD}" type="presParOf" srcId="{DB3F7835-C793-4432-867E-835F735F5E6D}" destId="{071033B2-4935-4F58-99E5-AAD0C79248D8}" srcOrd="3" destOrd="0" presId="urn:microsoft.com/office/officeart/2018/2/layout/IconLabelList"/>
    <dgm:cxn modelId="{53A091D0-0C24-44E4-B41E-0E105E2C0D13}" type="presParOf" srcId="{DB3F7835-C793-4432-867E-835F735F5E6D}" destId="{50D7F42B-FCAE-49DC-836E-98B41B3A8976}" srcOrd="4" destOrd="0" presId="urn:microsoft.com/office/officeart/2018/2/layout/IconLabelList"/>
    <dgm:cxn modelId="{7BA20978-4346-4EF6-BC64-4C89D8A64EB5}" type="presParOf" srcId="{50D7F42B-FCAE-49DC-836E-98B41B3A8976}" destId="{60AB0AA3-A7E4-4E61-8A11-8FA23AD2ED71}" srcOrd="0" destOrd="0" presId="urn:microsoft.com/office/officeart/2018/2/layout/IconLabelList"/>
    <dgm:cxn modelId="{13372D7F-2013-4C25-93A6-C84F821F41B3}" type="presParOf" srcId="{50D7F42B-FCAE-49DC-836E-98B41B3A8976}" destId="{013C39EE-7750-47D4-B954-F09002A147BF}" srcOrd="1" destOrd="0" presId="urn:microsoft.com/office/officeart/2018/2/layout/IconLabelList"/>
    <dgm:cxn modelId="{28940499-73EC-478F-8157-12AE2A38DF95}" type="presParOf" srcId="{50D7F42B-FCAE-49DC-836E-98B41B3A8976}" destId="{7CD177D1-827A-4F43-8FC9-C21A2974FA0A}" srcOrd="2" destOrd="0" presId="urn:microsoft.com/office/officeart/2018/2/layout/IconLabelList"/>
    <dgm:cxn modelId="{158E4AC4-50B9-459C-B540-3479D125C5B4}" type="presParOf" srcId="{DB3F7835-C793-4432-867E-835F735F5E6D}" destId="{4C8BC792-26BF-4C54-80A1-268BC7F9AFC7}" srcOrd="5" destOrd="0" presId="urn:microsoft.com/office/officeart/2018/2/layout/IconLabelList"/>
    <dgm:cxn modelId="{EB81A220-5BD5-4C5B-97D4-292F620B6192}" type="presParOf" srcId="{DB3F7835-C793-4432-867E-835F735F5E6D}" destId="{7999EAB5-81A4-447F-A7F9-1BECF9DF9818}" srcOrd="6" destOrd="0" presId="urn:microsoft.com/office/officeart/2018/2/layout/IconLabelList"/>
    <dgm:cxn modelId="{099C760D-773E-435C-ABA2-562AA6301146}" type="presParOf" srcId="{7999EAB5-81A4-447F-A7F9-1BECF9DF9818}" destId="{E9ECC313-401C-4F32-98C8-398DECA3F179}" srcOrd="0" destOrd="0" presId="urn:microsoft.com/office/officeart/2018/2/layout/IconLabelList"/>
    <dgm:cxn modelId="{CF126705-3242-4E20-B684-55D2E5EF96C7}" type="presParOf" srcId="{7999EAB5-81A4-447F-A7F9-1BECF9DF9818}" destId="{403417CD-74B4-4907-B84C-32EF9389425D}" srcOrd="1" destOrd="0" presId="urn:microsoft.com/office/officeart/2018/2/layout/IconLabelList"/>
    <dgm:cxn modelId="{AEDD97F2-A68D-446D-BBE1-9F1AE390FA17}" type="presParOf" srcId="{7999EAB5-81A4-447F-A7F9-1BECF9DF9818}" destId="{E1A0953E-7DDF-4761-9C37-258A850DDEF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61C5FB56-09D4-4CFF-927B-963E1A0FE11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72A22D8-C541-4FFD-9C8C-4A2266D62C8B}">
      <dgm:prSet/>
      <dgm:spPr/>
      <dgm:t>
        <a:bodyPr/>
        <a:lstStyle/>
        <a:p>
          <a:r>
            <a:rPr lang="en-US"/>
            <a:t>Evita pérdida de datos</a:t>
          </a:r>
        </a:p>
      </dgm:t>
    </dgm:pt>
    <dgm:pt modelId="{63F41183-A723-4AC2-9BE2-4073875924C2}" type="parTrans" cxnId="{5811B28E-2E45-4B20-BAEA-31B7FB3A3AE8}">
      <dgm:prSet/>
      <dgm:spPr/>
      <dgm:t>
        <a:bodyPr/>
        <a:lstStyle/>
        <a:p>
          <a:endParaRPr lang="en-US"/>
        </a:p>
      </dgm:t>
    </dgm:pt>
    <dgm:pt modelId="{B47FD64A-253C-446B-9B85-DC8660523AC6}" type="sibTrans" cxnId="{5811B28E-2E45-4B20-BAEA-31B7FB3A3AE8}">
      <dgm:prSet/>
      <dgm:spPr/>
      <dgm:t>
        <a:bodyPr/>
        <a:lstStyle/>
        <a:p>
          <a:endParaRPr lang="en-US"/>
        </a:p>
      </dgm:t>
    </dgm:pt>
    <dgm:pt modelId="{424CB8CD-2F44-49D1-BE33-92FE4C75928E}">
      <dgm:prSet/>
      <dgm:spPr/>
      <dgm:t>
        <a:bodyPr/>
        <a:lstStyle/>
        <a:p>
          <a:r>
            <a:rPr lang="en-US"/>
            <a:t>Mejora el rendimiento del sistema</a:t>
          </a:r>
        </a:p>
      </dgm:t>
    </dgm:pt>
    <dgm:pt modelId="{5FB39BBD-7E62-4AF5-9EF1-4558EFF83EE3}" type="parTrans" cxnId="{3E2C0C1D-3315-4517-BCB7-8DA907FF3CED}">
      <dgm:prSet/>
      <dgm:spPr/>
      <dgm:t>
        <a:bodyPr/>
        <a:lstStyle/>
        <a:p>
          <a:endParaRPr lang="en-US"/>
        </a:p>
      </dgm:t>
    </dgm:pt>
    <dgm:pt modelId="{BBE9B73B-28FD-47CF-9C19-8DF7E2ECA4D7}" type="sibTrans" cxnId="{3E2C0C1D-3315-4517-BCB7-8DA907FF3CED}">
      <dgm:prSet/>
      <dgm:spPr/>
      <dgm:t>
        <a:bodyPr/>
        <a:lstStyle/>
        <a:p>
          <a:endParaRPr lang="en-US"/>
        </a:p>
      </dgm:t>
    </dgm:pt>
    <dgm:pt modelId="{9A66BE36-EC2B-4F6F-88AB-52BBE0F4F5F8}">
      <dgm:prSet/>
      <dgm:spPr/>
      <dgm:t>
        <a:bodyPr/>
        <a:lstStyle/>
        <a:p>
          <a:r>
            <a:rPr lang="en-US"/>
            <a:t>Facilita copias de seguridad y recuperación</a:t>
          </a:r>
        </a:p>
      </dgm:t>
    </dgm:pt>
    <dgm:pt modelId="{7EDD6179-FFC0-4874-9BD1-A3D92A6AC0C8}" type="parTrans" cxnId="{874A82A5-9263-4E1D-983B-7E9ADA830B1C}">
      <dgm:prSet/>
      <dgm:spPr/>
      <dgm:t>
        <a:bodyPr/>
        <a:lstStyle/>
        <a:p>
          <a:endParaRPr lang="en-US"/>
        </a:p>
      </dgm:t>
    </dgm:pt>
    <dgm:pt modelId="{DB865B68-1C2D-407E-B218-832369715C7B}" type="sibTrans" cxnId="{874A82A5-9263-4E1D-983B-7E9ADA830B1C}">
      <dgm:prSet/>
      <dgm:spPr/>
      <dgm:t>
        <a:bodyPr/>
        <a:lstStyle/>
        <a:p>
          <a:endParaRPr lang="en-US"/>
        </a:p>
      </dgm:t>
    </dgm:pt>
    <dgm:pt modelId="{B73F66A7-8D7A-4A17-8765-D8F16573928C}" type="pres">
      <dgm:prSet presAssocID="{61C5FB56-09D4-4CFF-927B-963E1A0FE11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50C9367-0CB9-4422-996B-3603352E9DE3}" type="pres">
      <dgm:prSet presAssocID="{B72A22D8-C541-4FFD-9C8C-4A2266D62C8B}" presName="hierRoot1" presStyleCnt="0"/>
      <dgm:spPr/>
    </dgm:pt>
    <dgm:pt modelId="{0A75136F-CD56-4FDB-B7B6-EBB2708287F9}" type="pres">
      <dgm:prSet presAssocID="{B72A22D8-C541-4FFD-9C8C-4A2266D62C8B}" presName="composite" presStyleCnt="0"/>
      <dgm:spPr/>
    </dgm:pt>
    <dgm:pt modelId="{BFAFCFA1-242F-4EF0-9199-F0851010DB92}" type="pres">
      <dgm:prSet presAssocID="{B72A22D8-C541-4FFD-9C8C-4A2266D62C8B}" presName="background" presStyleLbl="node0" presStyleIdx="0" presStyleCnt="3"/>
      <dgm:spPr/>
    </dgm:pt>
    <dgm:pt modelId="{DE7700EA-5D72-4EE6-87A3-66B9100FB3AB}" type="pres">
      <dgm:prSet presAssocID="{B72A22D8-C541-4FFD-9C8C-4A2266D62C8B}" presName="text" presStyleLbl="fgAcc0" presStyleIdx="0" presStyleCnt="3">
        <dgm:presLayoutVars>
          <dgm:chPref val="3"/>
        </dgm:presLayoutVars>
      </dgm:prSet>
      <dgm:spPr/>
    </dgm:pt>
    <dgm:pt modelId="{10EE21DB-1F20-4D8D-BCA0-21039DB28DA9}" type="pres">
      <dgm:prSet presAssocID="{B72A22D8-C541-4FFD-9C8C-4A2266D62C8B}" presName="hierChild2" presStyleCnt="0"/>
      <dgm:spPr/>
    </dgm:pt>
    <dgm:pt modelId="{78242EE3-0F65-42E5-8971-32EE14D0A7DC}" type="pres">
      <dgm:prSet presAssocID="{424CB8CD-2F44-49D1-BE33-92FE4C75928E}" presName="hierRoot1" presStyleCnt="0"/>
      <dgm:spPr/>
    </dgm:pt>
    <dgm:pt modelId="{96A78720-5AE1-4D2F-8847-0BBF1757876E}" type="pres">
      <dgm:prSet presAssocID="{424CB8CD-2F44-49D1-BE33-92FE4C75928E}" presName="composite" presStyleCnt="0"/>
      <dgm:spPr/>
    </dgm:pt>
    <dgm:pt modelId="{BBC8EF15-D5B8-4D44-B584-1D3465E9E9AD}" type="pres">
      <dgm:prSet presAssocID="{424CB8CD-2F44-49D1-BE33-92FE4C75928E}" presName="background" presStyleLbl="node0" presStyleIdx="1" presStyleCnt="3"/>
      <dgm:spPr/>
    </dgm:pt>
    <dgm:pt modelId="{43DDC893-0D60-4111-AA5E-23808C911562}" type="pres">
      <dgm:prSet presAssocID="{424CB8CD-2F44-49D1-BE33-92FE4C75928E}" presName="text" presStyleLbl="fgAcc0" presStyleIdx="1" presStyleCnt="3">
        <dgm:presLayoutVars>
          <dgm:chPref val="3"/>
        </dgm:presLayoutVars>
      </dgm:prSet>
      <dgm:spPr/>
    </dgm:pt>
    <dgm:pt modelId="{D0707FE5-A5D3-45D2-A415-CB6C1969FEA6}" type="pres">
      <dgm:prSet presAssocID="{424CB8CD-2F44-49D1-BE33-92FE4C75928E}" presName="hierChild2" presStyleCnt="0"/>
      <dgm:spPr/>
    </dgm:pt>
    <dgm:pt modelId="{E7A0323C-878F-4C2A-AECA-1E13047CBD83}" type="pres">
      <dgm:prSet presAssocID="{9A66BE36-EC2B-4F6F-88AB-52BBE0F4F5F8}" presName="hierRoot1" presStyleCnt="0"/>
      <dgm:spPr/>
    </dgm:pt>
    <dgm:pt modelId="{3BAB185B-19DC-40CB-B8AB-B2AC5200FEBC}" type="pres">
      <dgm:prSet presAssocID="{9A66BE36-EC2B-4F6F-88AB-52BBE0F4F5F8}" presName="composite" presStyleCnt="0"/>
      <dgm:spPr/>
    </dgm:pt>
    <dgm:pt modelId="{70E9FCF7-71E8-41B9-8ADF-48E990FC8077}" type="pres">
      <dgm:prSet presAssocID="{9A66BE36-EC2B-4F6F-88AB-52BBE0F4F5F8}" presName="background" presStyleLbl="node0" presStyleIdx="2" presStyleCnt="3"/>
      <dgm:spPr/>
    </dgm:pt>
    <dgm:pt modelId="{4DBABF47-6142-47F1-B4D4-4FA79A5C4A26}" type="pres">
      <dgm:prSet presAssocID="{9A66BE36-EC2B-4F6F-88AB-52BBE0F4F5F8}" presName="text" presStyleLbl="fgAcc0" presStyleIdx="2" presStyleCnt="3">
        <dgm:presLayoutVars>
          <dgm:chPref val="3"/>
        </dgm:presLayoutVars>
      </dgm:prSet>
      <dgm:spPr/>
    </dgm:pt>
    <dgm:pt modelId="{064D7E05-6BC0-4008-8384-E6B1222A6D5A}" type="pres">
      <dgm:prSet presAssocID="{9A66BE36-EC2B-4F6F-88AB-52BBE0F4F5F8}" presName="hierChild2" presStyleCnt="0"/>
      <dgm:spPr/>
    </dgm:pt>
  </dgm:ptLst>
  <dgm:cxnLst>
    <dgm:cxn modelId="{3E2C0C1D-3315-4517-BCB7-8DA907FF3CED}" srcId="{61C5FB56-09D4-4CFF-927B-963E1A0FE111}" destId="{424CB8CD-2F44-49D1-BE33-92FE4C75928E}" srcOrd="1" destOrd="0" parTransId="{5FB39BBD-7E62-4AF5-9EF1-4558EFF83EE3}" sibTransId="{BBE9B73B-28FD-47CF-9C19-8DF7E2ECA4D7}"/>
    <dgm:cxn modelId="{3F399C61-779E-475F-A65C-598FCFE3C32C}" type="presOf" srcId="{424CB8CD-2F44-49D1-BE33-92FE4C75928E}" destId="{43DDC893-0D60-4111-AA5E-23808C911562}" srcOrd="0" destOrd="0" presId="urn:microsoft.com/office/officeart/2005/8/layout/hierarchy1"/>
    <dgm:cxn modelId="{5A191D52-E8A8-42C6-8562-D0E3268C3882}" type="presOf" srcId="{61C5FB56-09D4-4CFF-927B-963E1A0FE111}" destId="{B73F66A7-8D7A-4A17-8765-D8F16573928C}" srcOrd="0" destOrd="0" presId="urn:microsoft.com/office/officeart/2005/8/layout/hierarchy1"/>
    <dgm:cxn modelId="{F9C4F477-5932-4568-B37A-FA83175A85DA}" type="presOf" srcId="{9A66BE36-EC2B-4F6F-88AB-52BBE0F4F5F8}" destId="{4DBABF47-6142-47F1-B4D4-4FA79A5C4A26}" srcOrd="0" destOrd="0" presId="urn:microsoft.com/office/officeart/2005/8/layout/hierarchy1"/>
    <dgm:cxn modelId="{C5ED615A-6CE6-4241-87AE-8CA493F5D2E9}" type="presOf" srcId="{B72A22D8-C541-4FFD-9C8C-4A2266D62C8B}" destId="{DE7700EA-5D72-4EE6-87A3-66B9100FB3AB}" srcOrd="0" destOrd="0" presId="urn:microsoft.com/office/officeart/2005/8/layout/hierarchy1"/>
    <dgm:cxn modelId="{5811B28E-2E45-4B20-BAEA-31B7FB3A3AE8}" srcId="{61C5FB56-09D4-4CFF-927B-963E1A0FE111}" destId="{B72A22D8-C541-4FFD-9C8C-4A2266D62C8B}" srcOrd="0" destOrd="0" parTransId="{63F41183-A723-4AC2-9BE2-4073875924C2}" sibTransId="{B47FD64A-253C-446B-9B85-DC8660523AC6}"/>
    <dgm:cxn modelId="{874A82A5-9263-4E1D-983B-7E9ADA830B1C}" srcId="{61C5FB56-09D4-4CFF-927B-963E1A0FE111}" destId="{9A66BE36-EC2B-4F6F-88AB-52BBE0F4F5F8}" srcOrd="2" destOrd="0" parTransId="{7EDD6179-FFC0-4874-9BD1-A3D92A6AC0C8}" sibTransId="{DB865B68-1C2D-407E-B218-832369715C7B}"/>
    <dgm:cxn modelId="{80CDED2C-EAF3-43AC-864C-C98A787DD84C}" type="presParOf" srcId="{B73F66A7-8D7A-4A17-8765-D8F16573928C}" destId="{250C9367-0CB9-4422-996B-3603352E9DE3}" srcOrd="0" destOrd="0" presId="urn:microsoft.com/office/officeart/2005/8/layout/hierarchy1"/>
    <dgm:cxn modelId="{ED026D35-90EF-457C-8368-788EDEB646B9}" type="presParOf" srcId="{250C9367-0CB9-4422-996B-3603352E9DE3}" destId="{0A75136F-CD56-4FDB-B7B6-EBB2708287F9}" srcOrd="0" destOrd="0" presId="urn:microsoft.com/office/officeart/2005/8/layout/hierarchy1"/>
    <dgm:cxn modelId="{EFB4BB07-7F99-45C0-9F6D-C047A4D5F816}" type="presParOf" srcId="{0A75136F-CD56-4FDB-B7B6-EBB2708287F9}" destId="{BFAFCFA1-242F-4EF0-9199-F0851010DB92}" srcOrd="0" destOrd="0" presId="urn:microsoft.com/office/officeart/2005/8/layout/hierarchy1"/>
    <dgm:cxn modelId="{D62AEBEB-16A1-49EB-B963-AB984F683810}" type="presParOf" srcId="{0A75136F-CD56-4FDB-B7B6-EBB2708287F9}" destId="{DE7700EA-5D72-4EE6-87A3-66B9100FB3AB}" srcOrd="1" destOrd="0" presId="urn:microsoft.com/office/officeart/2005/8/layout/hierarchy1"/>
    <dgm:cxn modelId="{92C2516B-CD66-446E-AC50-B31D33435B52}" type="presParOf" srcId="{250C9367-0CB9-4422-996B-3603352E9DE3}" destId="{10EE21DB-1F20-4D8D-BCA0-21039DB28DA9}" srcOrd="1" destOrd="0" presId="urn:microsoft.com/office/officeart/2005/8/layout/hierarchy1"/>
    <dgm:cxn modelId="{8449C6C9-DC9E-4949-9CE8-9E172C56EAB5}" type="presParOf" srcId="{B73F66A7-8D7A-4A17-8765-D8F16573928C}" destId="{78242EE3-0F65-42E5-8971-32EE14D0A7DC}" srcOrd="1" destOrd="0" presId="urn:microsoft.com/office/officeart/2005/8/layout/hierarchy1"/>
    <dgm:cxn modelId="{0552145E-A7F7-4C51-BC98-D5F93FCE3886}" type="presParOf" srcId="{78242EE3-0F65-42E5-8971-32EE14D0A7DC}" destId="{96A78720-5AE1-4D2F-8847-0BBF1757876E}" srcOrd="0" destOrd="0" presId="urn:microsoft.com/office/officeart/2005/8/layout/hierarchy1"/>
    <dgm:cxn modelId="{0EAC4668-1B3B-4A38-992A-C76E1C75FCB8}" type="presParOf" srcId="{96A78720-5AE1-4D2F-8847-0BBF1757876E}" destId="{BBC8EF15-D5B8-4D44-B584-1D3465E9E9AD}" srcOrd="0" destOrd="0" presId="urn:microsoft.com/office/officeart/2005/8/layout/hierarchy1"/>
    <dgm:cxn modelId="{1AF6827E-6F44-469A-8B2D-CEA6176A70F0}" type="presParOf" srcId="{96A78720-5AE1-4D2F-8847-0BBF1757876E}" destId="{43DDC893-0D60-4111-AA5E-23808C911562}" srcOrd="1" destOrd="0" presId="urn:microsoft.com/office/officeart/2005/8/layout/hierarchy1"/>
    <dgm:cxn modelId="{171D93C3-E53D-4BC4-A96F-3C46FFE67623}" type="presParOf" srcId="{78242EE3-0F65-42E5-8971-32EE14D0A7DC}" destId="{D0707FE5-A5D3-45D2-A415-CB6C1969FEA6}" srcOrd="1" destOrd="0" presId="urn:microsoft.com/office/officeart/2005/8/layout/hierarchy1"/>
    <dgm:cxn modelId="{288DB5C2-E4F8-467D-B513-114B0178CD52}" type="presParOf" srcId="{B73F66A7-8D7A-4A17-8765-D8F16573928C}" destId="{E7A0323C-878F-4C2A-AECA-1E13047CBD83}" srcOrd="2" destOrd="0" presId="urn:microsoft.com/office/officeart/2005/8/layout/hierarchy1"/>
    <dgm:cxn modelId="{9371E7C6-3AFB-43A4-8D5D-F1267528327E}" type="presParOf" srcId="{E7A0323C-878F-4C2A-AECA-1E13047CBD83}" destId="{3BAB185B-19DC-40CB-B8AB-B2AC5200FEBC}" srcOrd="0" destOrd="0" presId="urn:microsoft.com/office/officeart/2005/8/layout/hierarchy1"/>
    <dgm:cxn modelId="{311DA01D-1D38-453E-9D7F-76B3298FC15C}" type="presParOf" srcId="{3BAB185B-19DC-40CB-B8AB-B2AC5200FEBC}" destId="{70E9FCF7-71E8-41B9-8ADF-48E990FC8077}" srcOrd="0" destOrd="0" presId="urn:microsoft.com/office/officeart/2005/8/layout/hierarchy1"/>
    <dgm:cxn modelId="{402A2775-9BE5-4069-8AB0-DA62E5861618}" type="presParOf" srcId="{3BAB185B-19DC-40CB-B8AB-B2AC5200FEBC}" destId="{4DBABF47-6142-47F1-B4D4-4FA79A5C4A26}" srcOrd="1" destOrd="0" presId="urn:microsoft.com/office/officeart/2005/8/layout/hierarchy1"/>
    <dgm:cxn modelId="{1C4D0756-2D0F-41D5-B7C0-047710456EE3}" type="presParOf" srcId="{E7A0323C-878F-4C2A-AECA-1E13047CBD83}" destId="{064D7E05-6BC0-4008-8384-E6B1222A6D5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37077CDC-08AB-402C-9F25-548F75D50BB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DDB01C4-FDDA-4CDB-9890-D0D4DA432455}">
      <dgm:prSet/>
      <dgm:spPr/>
      <dgm:t>
        <a:bodyPr/>
        <a:lstStyle/>
        <a:p>
          <a:r>
            <a:rPr lang="en-US"/>
            <a:t>El almacenamiento es un pilar fundamental</a:t>
          </a:r>
        </a:p>
      </dgm:t>
    </dgm:pt>
    <dgm:pt modelId="{7D3D765E-B120-47EE-947F-9F63C6E5A547}" type="parTrans" cxnId="{B7A2902B-65EE-498A-98A4-3E851A0841C4}">
      <dgm:prSet/>
      <dgm:spPr/>
      <dgm:t>
        <a:bodyPr/>
        <a:lstStyle/>
        <a:p>
          <a:endParaRPr lang="en-US"/>
        </a:p>
      </dgm:t>
    </dgm:pt>
    <dgm:pt modelId="{386F1569-AE82-4736-B713-1F4345AB5292}" type="sibTrans" cxnId="{B7A2902B-65EE-498A-98A4-3E851A0841C4}">
      <dgm:prSet/>
      <dgm:spPr/>
      <dgm:t>
        <a:bodyPr/>
        <a:lstStyle/>
        <a:p>
          <a:endParaRPr lang="en-US"/>
        </a:p>
      </dgm:t>
    </dgm:pt>
    <dgm:pt modelId="{B717D9F0-1F60-41FD-8770-DE6D19839DCD}">
      <dgm:prSet/>
      <dgm:spPr/>
      <dgm:t>
        <a:bodyPr/>
        <a:lstStyle/>
        <a:p>
          <a:r>
            <a:rPr lang="en-US"/>
            <a:t>Debe elegirse según necesidades y entorno</a:t>
          </a:r>
        </a:p>
      </dgm:t>
    </dgm:pt>
    <dgm:pt modelId="{B75F3BA8-57CD-4E04-A060-1B7FC0C80AFA}" type="parTrans" cxnId="{3C046844-89ED-48F4-9EDC-017C81655A6A}">
      <dgm:prSet/>
      <dgm:spPr/>
      <dgm:t>
        <a:bodyPr/>
        <a:lstStyle/>
        <a:p>
          <a:endParaRPr lang="en-US"/>
        </a:p>
      </dgm:t>
    </dgm:pt>
    <dgm:pt modelId="{99784E5F-7D2F-4192-8866-6252724867FD}" type="sibTrans" cxnId="{3C046844-89ED-48F4-9EDC-017C81655A6A}">
      <dgm:prSet/>
      <dgm:spPr/>
      <dgm:t>
        <a:bodyPr/>
        <a:lstStyle/>
        <a:p>
          <a:endParaRPr lang="en-US"/>
        </a:p>
      </dgm:t>
    </dgm:pt>
    <dgm:pt modelId="{47931527-11A0-4502-A36E-C3DAB4EA5565}">
      <dgm:prSet/>
      <dgm:spPr/>
      <dgm:t>
        <a:bodyPr/>
        <a:lstStyle/>
        <a:p>
          <a:r>
            <a:rPr lang="en-US"/>
            <a:t>Una buena gestión garantiza seguridad y disponibilidad</a:t>
          </a:r>
        </a:p>
      </dgm:t>
    </dgm:pt>
    <dgm:pt modelId="{054A68A3-9DC5-4673-A2D8-984F88164C40}" type="parTrans" cxnId="{8195949A-A020-4BD1-9952-E5511F089383}">
      <dgm:prSet/>
      <dgm:spPr/>
      <dgm:t>
        <a:bodyPr/>
        <a:lstStyle/>
        <a:p>
          <a:endParaRPr lang="en-US"/>
        </a:p>
      </dgm:t>
    </dgm:pt>
    <dgm:pt modelId="{EDB24100-2D2C-43BB-83F9-A109D53514F4}" type="sibTrans" cxnId="{8195949A-A020-4BD1-9952-E5511F089383}">
      <dgm:prSet/>
      <dgm:spPr/>
      <dgm:t>
        <a:bodyPr/>
        <a:lstStyle/>
        <a:p>
          <a:endParaRPr lang="en-US"/>
        </a:p>
      </dgm:t>
    </dgm:pt>
    <dgm:pt modelId="{B8D6F9FE-758C-4F43-A63D-0BB7F54130D3}" type="pres">
      <dgm:prSet presAssocID="{37077CDC-08AB-402C-9F25-548F75D50BB2}" presName="root" presStyleCnt="0">
        <dgm:presLayoutVars>
          <dgm:dir/>
          <dgm:resizeHandles val="exact"/>
        </dgm:presLayoutVars>
      </dgm:prSet>
      <dgm:spPr/>
    </dgm:pt>
    <dgm:pt modelId="{5C87DFF1-4F41-4B14-B490-95B0C26654A3}" type="pres">
      <dgm:prSet presAssocID="{ADDB01C4-FDDA-4CDB-9890-D0D4DA432455}" presName="compNode" presStyleCnt="0"/>
      <dgm:spPr/>
    </dgm:pt>
    <dgm:pt modelId="{421408C2-5042-45E9-A7A0-AE80C89AA779}" type="pres">
      <dgm:prSet presAssocID="{ADDB01C4-FDDA-4CDB-9890-D0D4DA43245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D6CA147B-4EAE-40F2-867F-EF1664B06E2F}" type="pres">
      <dgm:prSet presAssocID="{ADDB01C4-FDDA-4CDB-9890-D0D4DA432455}" presName="spaceRect" presStyleCnt="0"/>
      <dgm:spPr/>
    </dgm:pt>
    <dgm:pt modelId="{15880933-7D93-4E21-B7CA-06FAA67047A2}" type="pres">
      <dgm:prSet presAssocID="{ADDB01C4-FDDA-4CDB-9890-D0D4DA432455}" presName="textRect" presStyleLbl="revTx" presStyleIdx="0" presStyleCnt="3">
        <dgm:presLayoutVars>
          <dgm:chMax val="1"/>
          <dgm:chPref val="1"/>
        </dgm:presLayoutVars>
      </dgm:prSet>
      <dgm:spPr/>
    </dgm:pt>
    <dgm:pt modelId="{9CE2BC6E-23D1-4EE2-B059-CDDE268FB9E6}" type="pres">
      <dgm:prSet presAssocID="{386F1569-AE82-4736-B713-1F4345AB5292}" presName="sibTrans" presStyleCnt="0"/>
      <dgm:spPr/>
    </dgm:pt>
    <dgm:pt modelId="{402B40A8-3C87-4359-AA15-EDB5DE871249}" type="pres">
      <dgm:prSet presAssocID="{B717D9F0-1F60-41FD-8770-DE6D19839DCD}" presName="compNode" presStyleCnt="0"/>
      <dgm:spPr/>
    </dgm:pt>
    <dgm:pt modelId="{2F2C86B9-9940-4CDB-B0A6-50D265963F2F}" type="pres">
      <dgm:prSet presAssocID="{B717D9F0-1F60-41FD-8770-DE6D19839DC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C324F9FC-9052-4761-96AA-38CE810EDA21}" type="pres">
      <dgm:prSet presAssocID="{B717D9F0-1F60-41FD-8770-DE6D19839DCD}" presName="spaceRect" presStyleCnt="0"/>
      <dgm:spPr/>
    </dgm:pt>
    <dgm:pt modelId="{18357891-0113-4535-B280-A6C3C0EF81A5}" type="pres">
      <dgm:prSet presAssocID="{B717D9F0-1F60-41FD-8770-DE6D19839DCD}" presName="textRect" presStyleLbl="revTx" presStyleIdx="1" presStyleCnt="3">
        <dgm:presLayoutVars>
          <dgm:chMax val="1"/>
          <dgm:chPref val="1"/>
        </dgm:presLayoutVars>
      </dgm:prSet>
      <dgm:spPr/>
    </dgm:pt>
    <dgm:pt modelId="{2A6C55D2-B752-48E9-8D2D-E770BB56324A}" type="pres">
      <dgm:prSet presAssocID="{99784E5F-7D2F-4192-8866-6252724867FD}" presName="sibTrans" presStyleCnt="0"/>
      <dgm:spPr/>
    </dgm:pt>
    <dgm:pt modelId="{0FE6CA87-A36A-4289-B5C3-70DF2F910AF9}" type="pres">
      <dgm:prSet presAssocID="{47931527-11A0-4502-A36E-C3DAB4EA5565}" presName="compNode" presStyleCnt="0"/>
      <dgm:spPr/>
    </dgm:pt>
    <dgm:pt modelId="{56FC70F0-8C75-4585-BAEF-515BAE2C2B58}" type="pres">
      <dgm:prSet presAssocID="{47931527-11A0-4502-A36E-C3DAB4EA556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47E7738E-C5D8-4708-A5E6-213E15E4D9FB}" type="pres">
      <dgm:prSet presAssocID="{47931527-11A0-4502-A36E-C3DAB4EA5565}" presName="spaceRect" presStyleCnt="0"/>
      <dgm:spPr/>
    </dgm:pt>
    <dgm:pt modelId="{B63C15E5-E55E-4FAC-93F6-2E0B57FA4456}" type="pres">
      <dgm:prSet presAssocID="{47931527-11A0-4502-A36E-C3DAB4EA556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7A2902B-65EE-498A-98A4-3E851A0841C4}" srcId="{37077CDC-08AB-402C-9F25-548F75D50BB2}" destId="{ADDB01C4-FDDA-4CDB-9890-D0D4DA432455}" srcOrd="0" destOrd="0" parTransId="{7D3D765E-B120-47EE-947F-9F63C6E5A547}" sibTransId="{386F1569-AE82-4736-B713-1F4345AB5292}"/>
    <dgm:cxn modelId="{3C046844-89ED-48F4-9EDC-017C81655A6A}" srcId="{37077CDC-08AB-402C-9F25-548F75D50BB2}" destId="{B717D9F0-1F60-41FD-8770-DE6D19839DCD}" srcOrd="1" destOrd="0" parTransId="{B75F3BA8-57CD-4E04-A060-1B7FC0C80AFA}" sibTransId="{99784E5F-7D2F-4192-8866-6252724867FD}"/>
    <dgm:cxn modelId="{BB0CAB45-465A-40E0-AB8C-34F7EC56C8B2}" type="presOf" srcId="{37077CDC-08AB-402C-9F25-548F75D50BB2}" destId="{B8D6F9FE-758C-4F43-A63D-0BB7F54130D3}" srcOrd="0" destOrd="0" presId="urn:microsoft.com/office/officeart/2018/2/layout/IconLabelList"/>
    <dgm:cxn modelId="{8195949A-A020-4BD1-9952-E5511F089383}" srcId="{37077CDC-08AB-402C-9F25-548F75D50BB2}" destId="{47931527-11A0-4502-A36E-C3DAB4EA5565}" srcOrd="2" destOrd="0" parTransId="{054A68A3-9DC5-4673-A2D8-984F88164C40}" sibTransId="{EDB24100-2D2C-43BB-83F9-A109D53514F4}"/>
    <dgm:cxn modelId="{D873D9B9-3244-4A13-ABFB-D3E96BFC3A8E}" type="presOf" srcId="{47931527-11A0-4502-A36E-C3DAB4EA5565}" destId="{B63C15E5-E55E-4FAC-93F6-2E0B57FA4456}" srcOrd="0" destOrd="0" presId="urn:microsoft.com/office/officeart/2018/2/layout/IconLabelList"/>
    <dgm:cxn modelId="{88A028C1-EFFD-4BEE-A8F0-901A287E30F4}" type="presOf" srcId="{B717D9F0-1F60-41FD-8770-DE6D19839DCD}" destId="{18357891-0113-4535-B280-A6C3C0EF81A5}" srcOrd="0" destOrd="0" presId="urn:microsoft.com/office/officeart/2018/2/layout/IconLabelList"/>
    <dgm:cxn modelId="{718CA0C4-3234-422E-9529-4C4C59B715CD}" type="presOf" srcId="{ADDB01C4-FDDA-4CDB-9890-D0D4DA432455}" destId="{15880933-7D93-4E21-B7CA-06FAA67047A2}" srcOrd="0" destOrd="0" presId="urn:microsoft.com/office/officeart/2018/2/layout/IconLabelList"/>
    <dgm:cxn modelId="{BA4EC9A9-026F-4EEE-B0B8-96E0CFE03718}" type="presParOf" srcId="{B8D6F9FE-758C-4F43-A63D-0BB7F54130D3}" destId="{5C87DFF1-4F41-4B14-B490-95B0C26654A3}" srcOrd="0" destOrd="0" presId="urn:microsoft.com/office/officeart/2018/2/layout/IconLabelList"/>
    <dgm:cxn modelId="{6829C4EA-5101-4EF7-BA5B-073F9DEC2C01}" type="presParOf" srcId="{5C87DFF1-4F41-4B14-B490-95B0C26654A3}" destId="{421408C2-5042-45E9-A7A0-AE80C89AA779}" srcOrd="0" destOrd="0" presId="urn:microsoft.com/office/officeart/2018/2/layout/IconLabelList"/>
    <dgm:cxn modelId="{0065A7C3-E781-4DE5-933A-E44799E0C764}" type="presParOf" srcId="{5C87DFF1-4F41-4B14-B490-95B0C26654A3}" destId="{D6CA147B-4EAE-40F2-867F-EF1664B06E2F}" srcOrd="1" destOrd="0" presId="urn:microsoft.com/office/officeart/2018/2/layout/IconLabelList"/>
    <dgm:cxn modelId="{4ECC33DF-188F-409E-82DB-0C14B4330ECE}" type="presParOf" srcId="{5C87DFF1-4F41-4B14-B490-95B0C26654A3}" destId="{15880933-7D93-4E21-B7CA-06FAA67047A2}" srcOrd="2" destOrd="0" presId="urn:microsoft.com/office/officeart/2018/2/layout/IconLabelList"/>
    <dgm:cxn modelId="{406284D5-2B14-46B8-B77A-578E9CDC348D}" type="presParOf" srcId="{B8D6F9FE-758C-4F43-A63D-0BB7F54130D3}" destId="{9CE2BC6E-23D1-4EE2-B059-CDDE268FB9E6}" srcOrd="1" destOrd="0" presId="urn:microsoft.com/office/officeart/2018/2/layout/IconLabelList"/>
    <dgm:cxn modelId="{D6DD8340-8BE8-49D3-A600-6BDD10802551}" type="presParOf" srcId="{B8D6F9FE-758C-4F43-A63D-0BB7F54130D3}" destId="{402B40A8-3C87-4359-AA15-EDB5DE871249}" srcOrd="2" destOrd="0" presId="urn:microsoft.com/office/officeart/2018/2/layout/IconLabelList"/>
    <dgm:cxn modelId="{08486D7D-0BC0-49BD-9F14-E5833961F77E}" type="presParOf" srcId="{402B40A8-3C87-4359-AA15-EDB5DE871249}" destId="{2F2C86B9-9940-4CDB-B0A6-50D265963F2F}" srcOrd="0" destOrd="0" presId="urn:microsoft.com/office/officeart/2018/2/layout/IconLabelList"/>
    <dgm:cxn modelId="{B7AFA342-0F0E-4E6D-9E50-620B5BFA22FA}" type="presParOf" srcId="{402B40A8-3C87-4359-AA15-EDB5DE871249}" destId="{C324F9FC-9052-4761-96AA-38CE810EDA21}" srcOrd="1" destOrd="0" presId="urn:microsoft.com/office/officeart/2018/2/layout/IconLabelList"/>
    <dgm:cxn modelId="{6AF3CAA2-560C-4A87-8732-FA90FC91730E}" type="presParOf" srcId="{402B40A8-3C87-4359-AA15-EDB5DE871249}" destId="{18357891-0113-4535-B280-A6C3C0EF81A5}" srcOrd="2" destOrd="0" presId="urn:microsoft.com/office/officeart/2018/2/layout/IconLabelList"/>
    <dgm:cxn modelId="{70D01B3F-9DC7-455B-AFC8-8A06CAB95DE1}" type="presParOf" srcId="{B8D6F9FE-758C-4F43-A63D-0BB7F54130D3}" destId="{2A6C55D2-B752-48E9-8D2D-E770BB56324A}" srcOrd="3" destOrd="0" presId="urn:microsoft.com/office/officeart/2018/2/layout/IconLabelList"/>
    <dgm:cxn modelId="{534E38B9-ABDE-4BEB-9F2B-CF3805E65CE7}" type="presParOf" srcId="{B8D6F9FE-758C-4F43-A63D-0BB7F54130D3}" destId="{0FE6CA87-A36A-4289-B5C3-70DF2F910AF9}" srcOrd="4" destOrd="0" presId="urn:microsoft.com/office/officeart/2018/2/layout/IconLabelList"/>
    <dgm:cxn modelId="{973A5671-3051-4F85-BE0C-56333DC445C7}" type="presParOf" srcId="{0FE6CA87-A36A-4289-B5C3-70DF2F910AF9}" destId="{56FC70F0-8C75-4585-BAEF-515BAE2C2B58}" srcOrd="0" destOrd="0" presId="urn:microsoft.com/office/officeart/2018/2/layout/IconLabelList"/>
    <dgm:cxn modelId="{A10EE1D1-7882-4FA8-A55D-291A16DFE107}" type="presParOf" srcId="{0FE6CA87-A36A-4289-B5C3-70DF2F910AF9}" destId="{47E7738E-C5D8-4708-A5E6-213E15E4D9FB}" srcOrd="1" destOrd="0" presId="urn:microsoft.com/office/officeart/2018/2/layout/IconLabelList"/>
    <dgm:cxn modelId="{5B735F54-B364-4A72-9FA3-4805B88A53D2}" type="presParOf" srcId="{0FE6CA87-A36A-4289-B5C3-70DF2F910AF9}" destId="{B63C15E5-E55E-4FAC-93F6-2E0B57FA445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16E3EC-0C66-4A89-9CBE-F354330EC2B9}">
      <dsp:nvSpPr>
        <dsp:cNvPr id="0" name=""/>
        <dsp:cNvSpPr/>
      </dsp:nvSpPr>
      <dsp:spPr>
        <a:xfrm>
          <a:off x="708766" y="810072"/>
          <a:ext cx="1076426" cy="10764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EE74C6-1A84-4CA5-AA0D-5FE3788F3BD6}">
      <dsp:nvSpPr>
        <dsp:cNvPr id="0" name=""/>
        <dsp:cNvSpPr/>
      </dsp:nvSpPr>
      <dsp:spPr>
        <a:xfrm>
          <a:off x="50950" y="2203726"/>
          <a:ext cx="239205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Importancia del almacenamiento en los sistemas informáticos</a:t>
          </a:r>
        </a:p>
      </dsp:txBody>
      <dsp:txXfrm>
        <a:off x="50950" y="2203726"/>
        <a:ext cx="2392059" cy="720000"/>
      </dsp:txXfrm>
    </dsp:sp>
    <dsp:sp modelId="{EB763442-882D-4C03-AF71-4FB9D5F78940}">
      <dsp:nvSpPr>
        <dsp:cNvPr id="0" name=""/>
        <dsp:cNvSpPr/>
      </dsp:nvSpPr>
      <dsp:spPr>
        <a:xfrm>
          <a:off x="3519436" y="810072"/>
          <a:ext cx="1076426" cy="10764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8DDC6A-73CD-4D6F-844B-4DA72F12B52B}">
      <dsp:nvSpPr>
        <dsp:cNvPr id="0" name=""/>
        <dsp:cNvSpPr/>
      </dsp:nvSpPr>
      <dsp:spPr>
        <a:xfrm>
          <a:off x="2861620" y="2203726"/>
          <a:ext cx="239205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Relación directa con rendimiento, seguridad y disponibilidad</a:t>
          </a:r>
        </a:p>
      </dsp:txBody>
      <dsp:txXfrm>
        <a:off x="2861620" y="2203726"/>
        <a:ext cx="2392059" cy="720000"/>
      </dsp:txXfrm>
    </dsp:sp>
    <dsp:sp modelId="{3D09E1D5-67B8-43D0-A688-822B413D1BAA}">
      <dsp:nvSpPr>
        <dsp:cNvPr id="0" name=""/>
        <dsp:cNvSpPr/>
      </dsp:nvSpPr>
      <dsp:spPr>
        <a:xfrm>
          <a:off x="6330106" y="810072"/>
          <a:ext cx="1076426" cy="10764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D5A321-2A1B-43D0-87B6-A4EF86F35BCE}">
      <dsp:nvSpPr>
        <dsp:cNvPr id="0" name=""/>
        <dsp:cNvSpPr/>
      </dsp:nvSpPr>
      <dsp:spPr>
        <a:xfrm>
          <a:off x="5672290" y="2203726"/>
          <a:ext cx="239205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Elemento clave en entornos personales y empresariales</a:t>
          </a:r>
        </a:p>
      </dsp:txBody>
      <dsp:txXfrm>
        <a:off x="5672290" y="2203726"/>
        <a:ext cx="239205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7C0D51-A797-4213-94D3-129B33D3F4BC}">
      <dsp:nvSpPr>
        <dsp:cNvPr id="0" name=""/>
        <dsp:cNvSpPr/>
      </dsp:nvSpPr>
      <dsp:spPr>
        <a:xfrm>
          <a:off x="1045320" y="2124"/>
          <a:ext cx="2868885" cy="17213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El almacenamiento permite guardar información de forma persistente</a:t>
          </a:r>
        </a:p>
      </dsp:txBody>
      <dsp:txXfrm>
        <a:off x="1045320" y="2124"/>
        <a:ext cx="2868885" cy="1721331"/>
      </dsp:txXfrm>
    </dsp:sp>
    <dsp:sp modelId="{C46F974E-2506-4F51-998B-9FD1E23F164D}">
      <dsp:nvSpPr>
        <dsp:cNvPr id="0" name=""/>
        <dsp:cNvSpPr/>
      </dsp:nvSpPr>
      <dsp:spPr>
        <a:xfrm>
          <a:off x="4201094" y="2124"/>
          <a:ext cx="2868885" cy="1721331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Es esencial para sistemas operativos, aplicaciones y datos</a:t>
          </a:r>
        </a:p>
      </dsp:txBody>
      <dsp:txXfrm>
        <a:off x="4201094" y="2124"/>
        <a:ext cx="2868885" cy="1721331"/>
      </dsp:txXfrm>
    </dsp:sp>
    <dsp:sp modelId="{3F92704A-DACB-4EC4-83BB-5574433F2052}">
      <dsp:nvSpPr>
        <dsp:cNvPr id="0" name=""/>
        <dsp:cNvSpPr/>
      </dsp:nvSpPr>
      <dsp:spPr>
        <a:xfrm>
          <a:off x="2623207" y="2010343"/>
          <a:ext cx="2868885" cy="1721331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Un mal diseño afecta al rendimiento y a la seguridad</a:t>
          </a:r>
        </a:p>
      </dsp:txBody>
      <dsp:txXfrm>
        <a:off x="2623207" y="2010343"/>
        <a:ext cx="2868885" cy="17213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86A556-A474-443C-A91C-CAD98F19EA28}">
      <dsp:nvSpPr>
        <dsp:cNvPr id="0" name=""/>
        <dsp:cNvSpPr/>
      </dsp:nvSpPr>
      <dsp:spPr>
        <a:xfrm>
          <a:off x="0" y="2483"/>
          <a:ext cx="48171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6A59D2-3448-46C5-AB41-544548696DAD}">
      <dsp:nvSpPr>
        <dsp:cNvPr id="0" name=""/>
        <dsp:cNvSpPr/>
      </dsp:nvSpPr>
      <dsp:spPr>
        <a:xfrm>
          <a:off x="0" y="2483"/>
          <a:ext cx="4817176" cy="16934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Guardar datos de forma permanente</a:t>
          </a:r>
        </a:p>
      </dsp:txBody>
      <dsp:txXfrm>
        <a:off x="0" y="2483"/>
        <a:ext cx="4817176" cy="1693492"/>
      </dsp:txXfrm>
    </dsp:sp>
    <dsp:sp modelId="{92056F50-6E64-4F64-85BF-8CDA5CF16F0F}">
      <dsp:nvSpPr>
        <dsp:cNvPr id="0" name=""/>
        <dsp:cNvSpPr/>
      </dsp:nvSpPr>
      <dsp:spPr>
        <a:xfrm>
          <a:off x="0" y="1695975"/>
          <a:ext cx="481717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812DFC-CBA0-49AE-9580-AA38A0415CAF}">
      <dsp:nvSpPr>
        <dsp:cNvPr id="0" name=""/>
        <dsp:cNvSpPr/>
      </dsp:nvSpPr>
      <dsp:spPr>
        <a:xfrm>
          <a:off x="0" y="1695975"/>
          <a:ext cx="4817176" cy="16934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Permitir acceso rápido y fiable a la información</a:t>
          </a:r>
        </a:p>
      </dsp:txBody>
      <dsp:txXfrm>
        <a:off x="0" y="1695975"/>
        <a:ext cx="4817176" cy="1693492"/>
      </dsp:txXfrm>
    </dsp:sp>
    <dsp:sp modelId="{38ECFD44-1FB7-4C11-B838-AB288A5B2F43}">
      <dsp:nvSpPr>
        <dsp:cNvPr id="0" name=""/>
        <dsp:cNvSpPr/>
      </dsp:nvSpPr>
      <dsp:spPr>
        <a:xfrm>
          <a:off x="0" y="3389468"/>
          <a:ext cx="48171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72EF84-0733-436B-8951-2C2A08FBF3E2}">
      <dsp:nvSpPr>
        <dsp:cNvPr id="0" name=""/>
        <dsp:cNvSpPr/>
      </dsp:nvSpPr>
      <dsp:spPr>
        <a:xfrm>
          <a:off x="0" y="3389468"/>
          <a:ext cx="4817176" cy="16934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Garantizar integridad y disponibilidad de los datos</a:t>
          </a:r>
        </a:p>
      </dsp:txBody>
      <dsp:txXfrm>
        <a:off x="0" y="3389468"/>
        <a:ext cx="4817176" cy="16934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7D90F4-DF06-4CD6-B745-A904C7140850}">
      <dsp:nvSpPr>
        <dsp:cNvPr id="0" name=""/>
        <dsp:cNvSpPr/>
      </dsp:nvSpPr>
      <dsp:spPr>
        <a:xfrm>
          <a:off x="0" y="0"/>
          <a:ext cx="48171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B1B4BF-AAFD-4DD7-A92E-A19258E21922}">
      <dsp:nvSpPr>
        <dsp:cNvPr id="0" name=""/>
        <dsp:cNvSpPr/>
      </dsp:nvSpPr>
      <dsp:spPr>
        <a:xfrm>
          <a:off x="0" y="0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Dispositivos magnéticos</a:t>
          </a:r>
        </a:p>
      </dsp:txBody>
      <dsp:txXfrm>
        <a:off x="0" y="0"/>
        <a:ext cx="4817176" cy="1271361"/>
      </dsp:txXfrm>
    </dsp:sp>
    <dsp:sp modelId="{1875C957-2085-4E81-AC26-F917E86BB1ED}">
      <dsp:nvSpPr>
        <dsp:cNvPr id="0" name=""/>
        <dsp:cNvSpPr/>
      </dsp:nvSpPr>
      <dsp:spPr>
        <a:xfrm>
          <a:off x="0" y="1271361"/>
          <a:ext cx="481717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6062D-8EA1-4637-8D4D-12B2E2C67E2D}">
      <dsp:nvSpPr>
        <dsp:cNvPr id="0" name=""/>
        <dsp:cNvSpPr/>
      </dsp:nvSpPr>
      <dsp:spPr>
        <a:xfrm>
          <a:off x="0" y="1271361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Dispositivos ópticos</a:t>
          </a:r>
        </a:p>
      </dsp:txBody>
      <dsp:txXfrm>
        <a:off x="0" y="1271361"/>
        <a:ext cx="4817176" cy="1271361"/>
      </dsp:txXfrm>
    </dsp:sp>
    <dsp:sp modelId="{746C5D50-55C3-400C-9262-65EF15C57D02}">
      <dsp:nvSpPr>
        <dsp:cNvPr id="0" name=""/>
        <dsp:cNvSpPr/>
      </dsp:nvSpPr>
      <dsp:spPr>
        <a:xfrm>
          <a:off x="0" y="2542722"/>
          <a:ext cx="48171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26E03B-B1EA-41F6-82D7-816CA6C3B1A9}">
      <dsp:nvSpPr>
        <dsp:cNvPr id="0" name=""/>
        <dsp:cNvSpPr/>
      </dsp:nvSpPr>
      <dsp:spPr>
        <a:xfrm>
          <a:off x="0" y="2542722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Dispositivos de estado sólido</a:t>
          </a:r>
        </a:p>
      </dsp:txBody>
      <dsp:txXfrm>
        <a:off x="0" y="2542722"/>
        <a:ext cx="4817176" cy="1271361"/>
      </dsp:txXfrm>
    </dsp:sp>
    <dsp:sp modelId="{BFA1DAA4-806E-4BE2-B9B3-2E7864616011}">
      <dsp:nvSpPr>
        <dsp:cNvPr id="0" name=""/>
        <dsp:cNvSpPr/>
      </dsp:nvSpPr>
      <dsp:spPr>
        <a:xfrm>
          <a:off x="0" y="3814083"/>
          <a:ext cx="48171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1A29E3-4E63-485B-9EEB-25FEA01008BD}">
      <dsp:nvSpPr>
        <dsp:cNvPr id="0" name=""/>
        <dsp:cNvSpPr/>
      </dsp:nvSpPr>
      <dsp:spPr>
        <a:xfrm>
          <a:off x="0" y="3814083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Almacenamiento en red</a:t>
          </a:r>
        </a:p>
      </dsp:txBody>
      <dsp:txXfrm>
        <a:off x="0" y="3814083"/>
        <a:ext cx="4817176" cy="127136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D8D011-4C00-4713-AEB0-5B2AAABC852D}">
      <dsp:nvSpPr>
        <dsp:cNvPr id="0" name=""/>
        <dsp:cNvSpPr/>
      </dsp:nvSpPr>
      <dsp:spPr>
        <a:xfrm>
          <a:off x="0" y="0"/>
          <a:ext cx="48171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C8300-8FB7-429D-891F-149EB04D8D3A}">
      <dsp:nvSpPr>
        <dsp:cNvPr id="0" name=""/>
        <dsp:cNvSpPr/>
      </dsp:nvSpPr>
      <dsp:spPr>
        <a:xfrm>
          <a:off x="0" y="0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Basados en tecnología magnética</a:t>
          </a:r>
        </a:p>
      </dsp:txBody>
      <dsp:txXfrm>
        <a:off x="0" y="0"/>
        <a:ext cx="4817176" cy="1271361"/>
      </dsp:txXfrm>
    </dsp:sp>
    <dsp:sp modelId="{A45AEF95-8DCD-4930-9F6C-8F6CFABA7B78}">
      <dsp:nvSpPr>
        <dsp:cNvPr id="0" name=""/>
        <dsp:cNvSpPr/>
      </dsp:nvSpPr>
      <dsp:spPr>
        <a:xfrm>
          <a:off x="0" y="1271361"/>
          <a:ext cx="481717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E13FF5-CC3D-4824-9DAD-36B0FD35C0A9}">
      <dsp:nvSpPr>
        <dsp:cNvPr id="0" name=""/>
        <dsp:cNvSpPr/>
      </dsp:nvSpPr>
      <dsp:spPr>
        <a:xfrm>
          <a:off x="0" y="1271361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Gran capacidad de almacenamiento</a:t>
          </a:r>
        </a:p>
      </dsp:txBody>
      <dsp:txXfrm>
        <a:off x="0" y="1271361"/>
        <a:ext cx="4817176" cy="1271361"/>
      </dsp:txXfrm>
    </dsp:sp>
    <dsp:sp modelId="{D956DD1C-DE17-40C2-829A-3AB35220CC86}">
      <dsp:nvSpPr>
        <dsp:cNvPr id="0" name=""/>
        <dsp:cNvSpPr/>
      </dsp:nvSpPr>
      <dsp:spPr>
        <a:xfrm>
          <a:off x="0" y="2542722"/>
          <a:ext cx="48171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931994-CCF4-43B7-B0A1-F4F2F20587D4}">
      <dsp:nvSpPr>
        <dsp:cNvPr id="0" name=""/>
        <dsp:cNvSpPr/>
      </dsp:nvSpPr>
      <dsp:spPr>
        <a:xfrm>
          <a:off x="0" y="2542722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Menor velocidad que los SSD</a:t>
          </a:r>
        </a:p>
      </dsp:txBody>
      <dsp:txXfrm>
        <a:off x="0" y="2542722"/>
        <a:ext cx="4817176" cy="1271361"/>
      </dsp:txXfrm>
    </dsp:sp>
    <dsp:sp modelId="{888B65BA-C765-4305-9F57-8C9C8D84B74C}">
      <dsp:nvSpPr>
        <dsp:cNvPr id="0" name=""/>
        <dsp:cNvSpPr/>
      </dsp:nvSpPr>
      <dsp:spPr>
        <a:xfrm>
          <a:off x="0" y="3814083"/>
          <a:ext cx="48171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C913DC-E179-471F-8E8A-8D926F2F78FB}">
      <dsp:nvSpPr>
        <dsp:cNvPr id="0" name=""/>
        <dsp:cNvSpPr/>
      </dsp:nvSpPr>
      <dsp:spPr>
        <a:xfrm>
          <a:off x="0" y="3814083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Uso frecuente en servidores y copias de seguridad</a:t>
          </a:r>
        </a:p>
      </dsp:txBody>
      <dsp:txXfrm>
        <a:off x="0" y="3814083"/>
        <a:ext cx="4817176" cy="127136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53856-08C6-4C88-8ABD-16501AF9B654}">
      <dsp:nvSpPr>
        <dsp:cNvPr id="0" name=""/>
        <dsp:cNvSpPr/>
      </dsp:nvSpPr>
      <dsp:spPr>
        <a:xfrm>
          <a:off x="0" y="0"/>
          <a:ext cx="48171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11DB91-E2AA-4295-B4C2-E66C46BD6EDC}">
      <dsp:nvSpPr>
        <dsp:cNvPr id="0" name=""/>
        <dsp:cNvSpPr/>
      </dsp:nvSpPr>
      <dsp:spPr>
        <a:xfrm>
          <a:off x="0" y="0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Basadas en memoria flash</a:t>
          </a:r>
        </a:p>
      </dsp:txBody>
      <dsp:txXfrm>
        <a:off x="0" y="0"/>
        <a:ext cx="4817176" cy="1271361"/>
      </dsp:txXfrm>
    </dsp:sp>
    <dsp:sp modelId="{7C07563C-D9CA-4613-A7A2-4125BE539203}">
      <dsp:nvSpPr>
        <dsp:cNvPr id="0" name=""/>
        <dsp:cNvSpPr/>
      </dsp:nvSpPr>
      <dsp:spPr>
        <a:xfrm>
          <a:off x="0" y="1271361"/>
          <a:ext cx="481717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370FE-1490-44A8-8D49-B777E7921E93}">
      <dsp:nvSpPr>
        <dsp:cNvPr id="0" name=""/>
        <dsp:cNvSpPr/>
      </dsp:nvSpPr>
      <dsp:spPr>
        <a:xfrm>
          <a:off x="0" y="1271361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Alta velocidad de lectura y escritura</a:t>
          </a:r>
        </a:p>
      </dsp:txBody>
      <dsp:txXfrm>
        <a:off x="0" y="1271361"/>
        <a:ext cx="4817176" cy="1271361"/>
      </dsp:txXfrm>
    </dsp:sp>
    <dsp:sp modelId="{450057F4-63EA-49C1-BB28-29A5EC77F9EA}">
      <dsp:nvSpPr>
        <dsp:cNvPr id="0" name=""/>
        <dsp:cNvSpPr/>
      </dsp:nvSpPr>
      <dsp:spPr>
        <a:xfrm>
          <a:off x="0" y="2542722"/>
          <a:ext cx="48171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482B57-474D-4028-8C08-5586A9D40AA7}">
      <dsp:nvSpPr>
        <dsp:cNvPr id="0" name=""/>
        <dsp:cNvSpPr/>
      </dsp:nvSpPr>
      <dsp:spPr>
        <a:xfrm>
          <a:off x="0" y="2542722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Menor consumo energético</a:t>
          </a:r>
        </a:p>
      </dsp:txBody>
      <dsp:txXfrm>
        <a:off x="0" y="2542722"/>
        <a:ext cx="4817176" cy="1271361"/>
      </dsp:txXfrm>
    </dsp:sp>
    <dsp:sp modelId="{5806C48E-63C4-491D-A769-6679578A1468}">
      <dsp:nvSpPr>
        <dsp:cNvPr id="0" name=""/>
        <dsp:cNvSpPr/>
      </dsp:nvSpPr>
      <dsp:spPr>
        <a:xfrm>
          <a:off x="0" y="3814083"/>
          <a:ext cx="48171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D30678-2501-4455-8F12-1F304A0F63AC}">
      <dsp:nvSpPr>
        <dsp:cNvPr id="0" name=""/>
        <dsp:cNvSpPr/>
      </dsp:nvSpPr>
      <dsp:spPr>
        <a:xfrm>
          <a:off x="0" y="3814083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Mayor coste por GB que los HDD</a:t>
          </a:r>
        </a:p>
      </dsp:txBody>
      <dsp:txXfrm>
        <a:off x="0" y="3814083"/>
        <a:ext cx="4817176" cy="127136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AEAF78-476D-4990-98E2-6D253AF7D814}">
      <dsp:nvSpPr>
        <dsp:cNvPr id="0" name=""/>
        <dsp:cNvSpPr/>
      </dsp:nvSpPr>
      <dsp:spPr>
        <a:xfrm>
          <a:off x="0" y="0"/>
          <a:ext cx="48171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488905-53EF-49E1-A033-B954DC3BE69D}">
      <dsp:nvSpPr>
        <dsp:cNvPr id="0" name=""/>
        <dsp:cNvSpPr/>
      </dsp:nvSpPr>
      <dsp:spPr>
        <a:xfrm>
          <a:off x="0" y="0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CD, DVD y Blu-ray</a:t>
          </a:r>
        </a:p>
      </dsp:txBody>
      <dsp:txXfrm>
        <a:off x="0" y="0"/>
        <a:ext cx="4817176" cy="1271361"/>
      </dsp:txXfrm>
    </dsp:sp>
    <dsp:sp modelId="{E10C263B-70B8-4204-9689-51AA4C2242E7}">
      <dsp:nvSpPr>
        <dsp:cNvPr id="0" name=""/>
        <dsp:cNvSpPr/>
      </dsp:nvSpPr>
      <dsp:spPr>
        <a:xfrm>
          <a:off x="0" y="1271361"/>
          <a:ext cx="481717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A1916E-2077-41A3-8102-6F1363A9290C}">
      <dsp:nvSpPr>
        <dsp:cNvPr id="0" name=""/>
        <dsp:cNvSpPr/>
      </dsp:nvSpPr>
      <dsp:spPr>
        <a:xfrm>
          <a:off x="0" y="1271361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Capacidad limitada</a:t>
          </a:r>
        </a:p>
      </dsp:txBody>
      <dsp:txXfrm>
        <a:off x="0" y="1271361"/>
        <a:ext cx="4817176" cy="1271361"/>
      </dsp:txXfrm>
    </dsp:sp>
    <dsp:sp modelId="{7E65EED7-8A7C-4436-8D0F-B99075BC49B3}">
      <dsp:nvSpPr>
        <dsp:cNvPr id="0" name=""/>
        <dsp:cNvSpPr/>
      </dsp:nvSpPr>
      <dsp:spPr>
        <a:xfrm>
          <a:off x="0" y="2542722"/>
          <a:ext cx="48171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590E47-276C-4605-8B2C-7FCD56677F02}">
      <dsp:nvSpPr>
        <dsp:cNvPr id="0" name=""/>
        <dsp:cNvSpPr/>
      </dsp:nvSpPr>
      <dsp:spPr>
        <a:xfrm>
          <a:off x="0" y="2542722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Uso decreciente</a:t>
          </a:r>
        </a:p>
      </dsp:txBody>
      <dsp:txXfrm>
        <a:off x="0" y="2542722"/>
        <a:ext cx="4817176" cy="1271361"/>
      </dsp:txXfrm>
    </dsp:sp>
    <dsp:sp modelId="{4DF04A7B-D5C2-43BF-87DA-E3D684D7F5BB}">
      <dsp:nvSpPr>
        <dsp:cNvPr id="0" name=""/>
        <dsp:cNvSpPr/>
      </dsp:nvSpPr>
      <dsp:spPr>
        <a:xfrm>
          <a:off x="0" y="3814083"/>
          <a:ext cx="48171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B769DA-9C4E-4B16-BCC1-8A5F8714E4B0}">
      <dsp:nvSpPr>
        <dsp:cNvPr id="0" name=""/>
        <dsp:cNvSpPr/>
      </dsp:nvSpPr>
      <dsp:spPr>
        <a:xfrm>
          <a:off x="0" y="3814083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Empleados para distribución o copias puntuales</a:t>
          </a:r>
        </a:p>
      </dsp:txBody>
      <dsp:txXfrm>
        <a:off x="0" y="3814083"/>
        <a:ext cx="4817176" cy="127136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30FECC-F660-4DC4-BCFE-24274BEA5C2E}">
      <dsp:nvSpPr>
        <dsp:cNvPr id="0" name=""/>
        <dsp:cNvSpPr/>
      </dsp:nvSpPr>
      <dsp:spPr>
        <a:xfrm>
          <a:off x="0" y="0"/>
          <a:ext cx="48171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73FD2B-BE5C-410E-80A0-539A59E22025}">
      <dsp:nvSpPr>
        <dsp:cNvPr id="0" name=""/>
        <dsp:cNvSpPr/>
      </dsp:nvSpPr>
      <dsp:spPr>
        <a:xfrm>
          <a:off x="0" y="0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Discos duros externos</a:t>
          </a:r>
        </a:p>
      </dsp:txBody>
      <dsp:txXfrm>
        <a:off x="0" y="0"/>
        <a:ext cx="4817176" cy="1271361"/>
      </dsp:txXfrm>
    </dsp:sp>
    <dsp:sp modelId="{6462A390-0CE8-48B7-91EA-6FA8E5BFF752}">
      <dsp:nvSpPr>
        <dsp:cNvPr id="0" name=""/>
        <dsp:cNvSpPr/>
      </dsp:nvSpPr>
      <dsp:spPr>
        <a:xfrm>
          <a:off x="0" y="1271361"/>
          <a:ext cx="481717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BA0C1E-9B58-47C8-9BB3-21B8082F1F34}">
      <dsp:nvSpPr>
        <dsp:cNvPr id="0" name=""/>
        <dsp:cNvSpPr/>
      </dsp:nvSpPr>
      <dsp:spPr>
        <a:xfrm>
          <a:off x="0" y="1271361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Memorias USB</a:t>
          </a:r>
        </a:p>
      </dsp:txBody>
      <dsp:txXfrm>
        <a:off x="0" y="1271361"/>
        <a:ext cx="4817176" cy="1271361"/>
      </dsp:txXfrm>
    </dsp:sp>
    <dsp:sp modelId="{D44A3D5A-2E51-4A28-9E39-AEB1E2F51A35}">
      <dsp:nvSpPr>
        <dsp:cNvPr id="0" name=""/>
        <dsp:cNvSpPr/>
      </dsp:nvSpPr>
      <dsp:spPr>
        <a:xfrm>
          <a:off x="0" y="2542722"/>
          <a:ext cx="48171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A119A7-DC5A-401C-B63D-8DFC2EAF0EFD}">
      <dsp:nvSpPr>
        <dsp:cNvPr id="0" name=""/>
        <dsp:cNvSpPr/>
      </dsp:nvSpPr>
      <dsp:spPr>
        <a:xfrm>
          <a:off x="0" y="2542722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Tarjetas de memoria</a:t>
          </a:r>
        </a:p>
      </dsp:txBody>
      <dsp:txXfrm>
        <a:off x="0" y="2542722"/>
        <a:ext cx="4817176" cy="1271361"/>
      </dsp:txXfrm>
    </dsp:sp>
    <dsp:sp modelId="{3F181BE6-A24D-4518-A9C7-6CD7799C0ADF}">
      <dsp:nvSpPr>
        <dsp:cNvPr id="0" name=""/>
        <dsp:cNvSpPr/>
      </dsp:nvSpPr>
      <dsp:spPr>
        <a:xfrm>
          <a:off x="0" y="3814083"/>
          <a:ext cx="48171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DC9E10-3139-4C88-8DF7-A63ECBC9C27E}">
      <dsp:nvSpPr>
        <dsp:cNvPr id="0" name=""/>
        <dsp:cNvSpPr/>
      </dsp:nvSpPr>
      <dsp:spPr>
        <a:xfrm>
          <a:off x="0" y="3814083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Portabilidad y facilidad de uso</a:t>
          </a:r>
        </a:p>
      </dsp:txBody>
      <dsp:txXfrm>
        <a:off x="0" y="3814083"/>
        <a:ext cx="4817176" cy="127136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4D791-93E2-492E-9DF7-C57852C343BB}">
      <dsp:nvSpPr>
        <dsp:cNvPr id="0" name=""/>
        <dsp:cNvSpPr/>
      </dsp:nvSpPr>
      <dsp:spPr>
        <a:xfrm>
          <a:off x="0" y="0"/>
          <a:ext cx="48171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B4105D-8690-4311-93FE-F5EE99460F94}">
      <dsp:nvSpPr>
        <dsp:cNvPr id="0" name=""/>
        <dsp:cNvSpPr/>
      </dsp:nvSpPr>
      <dsp:spPr>
        <a:xfrm>
          <a:off x="0" y="0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NAS (Network Attached Storage)</a:t>
          </a:r>
        </a:p>
      </dsp:txBody>
      <dsp:txXfrm>
        <a:off x="0" y="0"/>
        <a:ext cx="4817176" cy="1271361"/>
      </dsp:txXfrm>
    </dsp:sp>
    <dsp:sp modelId="{0A974439-1EA2-44EC-93D4-864AC7284A79}">
      <dsp:nvSpPr>
        <dsp:cNvPr id="0" name=""/>
        <dsp:cNvSpPr/>
      </dsp:nvSpPr>
      <dsp:spPr>
        <a:xfrm>
          <a:off x="0" y="1271361"/>
          <a:ext cx="48171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B1450E-06D6-459C-BAF4-96442B0FD6DB}">
      <dsp:nvSpPr>
        <dsp:cNvPr id="0" name=""/>
        <dsp:cNvSpPr/>
      </dsp:nvSpPr>
      <dsp:spPr>
        <a:xfrm>
          <a:off x="0" y="1271361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SAN (Storage Area Network)</a:t>
          </a:r>
        </a:p>
      </dsp:txBody>
      <dsp:txXfrm>
        <a:off x="0" y="1271361"/>
        <a:ext cx="4817176" cy="1271361"/>
      </dsp:txXfrm>
    </dsp:sp>
    <dsp:sp modelId="{E6F17B8C-0D84-413A-AB59-11A41D0B5327}">
      <dsp:nvSpPr>
        <dsp:cNvPr id="0" name=""/>
        <dsp:cNvSpPr/>
      </dsp:nvSpPr>
      <dsp:spPr>
        <a:xfrm>
          <a:off x="0" y="2542722"/>
          <a:ext cx="48171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14B462-40B7-4827-BA7A-C8F3604EFAFC}">
      <dsp:nvSpPr>
        <dsp:cNvPr id="0" name=""/>
        <dsp:cNvSpPr/>
      </dsp:nvSpPr>
      <dsp:spPr>
        <a:xfrm>
          <a:off x="0" y="2542722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Uso habitual en entornos empresariales</a:t>
          </a:r>
        </a:p>
      </dsp:txBody>
      <dsp:txXfrm>
        <a:off x="0" y="2542722"/>
        <a:ext cx="4817176" cy="1271361"/>
      </dsp:txXfrm>
    </dsp:sp>
    <dsp:sp modelId="{72017197-0758-42F2-839A-D02A4F1A0DB7}">
      <dsp:nvSpPr>
        <dsp:cNvPr id="0" name=""/>
        <dsp:cNvSpPr/>
      </dsp:nvSpPr>
      <dsp:spPr>
        <a:xfrm>
          <a:off x="0" y="3814083"/>
          <a:ext cx="48171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7CE234-1357-4129-8527-19CF4D8ED3C9}">
      <dsp:nvSpPr>
        <dsp:cNvPr id="0" name=""/>
        <dsp:cNvSpPr/>
      </dsp:nvSpPr>
      <dsp:spPr>
        <a:xfrm>
          <a:off x="0" y="3814083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Acceso compartido a los datos</a:t>
          </a:r>
        </a:p>
      </dsp:txBody>
      <dsp:txXfrm>
        <a:off x="0" y="3814083"/>
        <a:ext cx="4817176" cy="127136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3C46BB-DA2D-460A-9624-F8ECBBE70F9E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AE52C0-F6AD-4B26-B8C4-DEF8E090B0A5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E38F61-6789-4616-89BC-3880F1756E39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Permiten organizar la información en los dispositivos</a:t>
          </a:r>
        </a:p>
      </dsp:txBody>
      <dsp:txXfrm>
        <a:off x="46529" y="2703902"/>
        <a:ext cx="2418750" cy="720000"/>
      </dsp:txXfrm>
    </dsp:sp>
    <dsp:sp modelId="{AFA35B6E-CF67-46C5-894B-A25E7BC93BCE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A7DED1-D404-4B2B-A0EC-95736E9D2C99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B2575E-4DAD-4CB4-9F1D-8834AFC9BD8A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Gestionan archivos y directorios</a:t>
          </a:r>
        </a:p>
      </dsp:txBody>
      <dsp:txXfrm>
        <a:off x="2888560" y="2703902"/>
        <a:ext cx="2418750" cy="720000"/>
      </dsp:txXfrm>
    </dsp:sp>
    <dsp:sp modelId="{9D662CFE-6A2A-4884-A805-2DD9EC1CBE15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855BEF-2899-42E5-94B1-0BC5586F2A70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96FDBA-5DB7-4523-82D3-F1ED722DB4D9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Controlan permisos y acceso</a:t>
          </a:r>
        </a:p>
      </dsp:txBody>
      <dsp:txXfrm>
        <a:off x="5730591" y="2703902"/>
        <a:ext cx="241875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6D7B65-C242-4CFD-8F67-5C918C016756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294FA8-0F8B-4FC3-8658-E5D5924DDE8D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Tamaño máximo de archivo</a:t>
          </a:r>
        </a:p>
      </dsp:txBody>
      <dsp:txXfrm>
        <a:off x="25435" y="2276522"/>
        <a:ext cx="1800000" cy="720000"/>
      </dsp:txXfrm>
    </dsp:sp>
    <dsp:sp modelId="{9EBA9392-2531-403B-8DD0-5CD42744BF09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F0970E-66C9-4CAD-BD9F-CA42B77677C6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Gestión del espacio</a:t>
          </a:r>
        </a:p>
      </dsp:txBody>
      <dsp:txXfrm>
        <a:off x="2140435" y="2276522"/>
        <a:ext cx="1800000" cy="720000"/>
      </dsp:txXfrm>
    </dsp:sp>
    <dsp:sp modelId="{32535DAC-959E-41D4-BBFD-40BE85CEC7C8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2673FD-1AA3-45CE-BCDC-8FD9D18065DB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Soporte de permisos</a:t>
          </a:r>
        </a:p>
      </dsp:txBody>
      <dsp:txXfrm>
        <a:off x="4255435" y="2276522"/>
        <a:ext cx="1800000" cy="720000"/>
      </dsp:txXfrm>
    </dsp:sp>
    <dsp:sp modelId="{0294122A-21D9-4FED-80E9-3A0750F1295B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5C537B-2EE4-4E3E-B4C5-7D9172F638FC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Fiabilidad y recuperación</a:t>
          </a:r>
        </a:p>
      </dsp:txBody>
      <dsp:txXfrm>
        <a:off x="6370435" y="2276522"/>
        <a:ext cx="180000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9F6F4A-EE53-446E-95B8-52934DF42839}">
      <dsp:nvSpPr>
        <dsp:cNvPr id="0" name=""/>
        <dsp:cNvSpPr/>
      </dsp:nvSpPr>
      <dsp:spPr>
        <a:xfrm>
          <a:off x="3313681" y="773"/>
          <a:ext cx="1487937" cy="1487937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FAT32 y exFAT</a:t>
          </a:r>
        </a:p>
      </dsp:txBody>
      <dsp:txXfrm>
        <a:off x="3685665" y="773"/>
        <a:ext cx="743969" cy="1227548"/>
      </dsp:txXfrm>
    </dsp:sp>
    <dsp:sp modelId="{EDB4FE5A-C8C7-4C87-9A0F-832C793447A2}">
      <dsp:nvSpPr>
        <dsp:cNvPr id="0" name=""/>
        <dsp:cNvSpPr/>
      </dsp:nvSpPr>
      <dsp:spPr>
        <a:xfrm rot="5400000">
          <a:off x="4435838" y="1122930"/>
          <a:ext cx="1487937" cy="1487937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NTFS</a:t>
          </a:r>
        </a:p>
      </dsp:txBody>
      <dsp:txXfrm rot="-5400000">
        <a:off x="4696228" y="1494914"/>
        <a:ext cx="1227548" cy="743969"/>
      </dsp:txXfrm>
    </dsp:sp>
    <dsp:sp modelId="{497106D9-DE62-4778-9A84-8020285E6AFA}">
      <dsp:nvSpPr>
        <dsp:cNvPr id="0" name=""/>
        <dsp:cNvSpPr/>
      </dsp:nvSpPr>
      <dsp:spPr>
        <a:xfrm rot="10800000">
          <a:off x="3313681" y="2245088"/>
          <a:ext cx="1487937" cy="1487937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ext4</a:t>
          </a:r>
        </a:p>
      </dsp:txBody>
      <dsp:txXfrm rot="10800000">
        <a:off x="3685665" y="2505477"/>
        <a:ext cx="743969" cy="1227548"/>
      </dsp:txXfrm>
    </dsp:sp>
    <dsp:sp modelId="{5F2FCD95-A2B3-4C1E-A899-2C7065034698}">
      <dsp:nvSpPr>
        <dsp:cNvPr id="0" name=""/>
        <dsp:cNvSpPr/>
      </dsp:nvSpPr>
      <dsp:spPr>
        <a:xfrm rot="16200000">
          <a:off x="2191524" y="1122930"/>
          <a:ext cx="1487937" cy="1487937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XFS</a:t>
          </a:r>
        </a:p>
      </dsp:txBody>
      <dsp:txXfrm rot="5400000">
        <a:off x="2191525" y="1494914"/>
        <a:ext cx="1227548" cy="74396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0EE600-9B36-4A61-857A-B84D37B2A4D7}">
      <dsp:nvSpPr>
        <dsp:cNvPr id="0" name=""/>
        <dsp:cNvSpPr/>
      </dsp:nvSpPr>
      <dsp:spPr>
        <a:xfrm>
          <a:off x="708766" y="810072"/>
          <a:ext cx="1076426" cy="10764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78AF7E-C395-4417-A00A-8F111F42194A}">
      <dsp:nvSpPr>
        <dsp:cNvPr id="0" name=""/>
        <dsp:cNvSpPr/>
      </dsp:nvSpPr>
      <dsp:spPr>
        <a:xfrm>
          <a:off x="50950" y="2203726"/>
          <a:ext cx="239205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Discos divididos en particiones</a:t>
          </a:r>
        </a:p>
      </dsp:txBody>
      <dsp:txXfrm>
        <a:off x="50950" y="2203726"/>
        <a:ext cx="2392059" cy="720000"/>
      </dsp:txXfrm>
    </dsp:sp>
    <dsp:sp modelId="{F9246777-C6C2-4E56-99A9-2A3739C4A244}">
      <dsp:nvSpPr>
        <dsp:cNvPr id="0" name=""/>
        <dsp:cNvSpPr/>
      </dsp:nvSpPr>
      <dsp:spPr>
        <a:xfrm>
          <a:off x="3519436" y="810072"/>
          <a:ext cx="1076426" cy="10764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FA8A6C-BD1B-493C-830E-D61A19C6EC5B}">
      <dsp:nvSpPr>
        <dsp:cNvPr id="0" name=""/>
        <dsp:cNvSpPr/>
      </dsp:nvSpPr>
      <dsp:spPr>
        <a:xfrm>
          <a:off x="2861620" y="2203726"/>
          <a:ext cx="239205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Sistemas de archivos sobre particiones</a:t>
          </a:r>
        </a:p>
      </dsp:txBody>
      <dsp:txXfrm>
        <a:off x="2861620" y="2203726"/>
        <a:ext cx="2392059" cy="720000"/>
      </dsp:txXfrm>
    </dsp:sp>
    <dsp:sp modelId="{756F3799-4551-4E78-AAF9-0E12CEBA3075}">
      <dsp:nvSpPr>
        <dsp:cNvPr id="0" name=""/>
        <dsp:cNvSpPr/>
      </dsp:nvSpPr>
      <dsp:spPr>
        <a:xfrm>
          <a:off x="6330106" y="810072"/>
          <a:ext cx="1076426" cy="10764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2EC1B0-D30B-493F-A6FE-72F61EBA96C5}">
      <dsp:nvSpPr>
        <dsp:cNvPr id="0" name=""/>
        <dsp:cNvSpPr/>
      </dsp:nvSpPr>
      <dsp:spPr>
        <a:xfrm>
          <a:off x="5672290" y="2203726"/>
          <a:ext cx="239205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Estructura jerárquica de directorios</a:t>
          </a:r>
        </a:p>
      </dsp:txBody>
      <dsp:txXfrm>
        <a:off x="5672290" y="2203726"/>
        <a:ext cx="2392059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7F731A-A0AE-44B5-A3D4-349AFF7C030F}">
      <dsp:nvSpPr>
        <dsp:cNvPr id="0" name=""/>
        <dsp:cNvSpPr/>
      </dsp:nvSpPr>
      <dsp:spPr>
        <a:xfrm>
          <a:off x="3125460" y="895"/>
          <a:ext cx="1864379" cy="1864379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Particiones primarias y lógicas</a:t>
          </a:r>
        </a:p>
      </dsp:txBody>
      <dsp:txXfrm>
        <a:off x="3591555" y="895"/>
        <a:ext cx="932189" cy="1538113"/>
      </dsp:txXfrm>
    </dsp:sp>
    <dsp:sp modelId="{ED96DFB2-F897-40E0-9540-E23A91B8CE05}">
      <dsp:nvSpPr>
        <dsp:cNvPr id="0" name=""/>
        <dsp:cNvSpPr/>
      </dsp:nvSpPr>
      <dsp:spPr>
        <a:xfrm rot="7200000">
          <a:off x="4203736" y="1868524"/>
          <a:ext cx="1864379" cy="1864379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Puntos de montaje</a:t>
          </a:r>
        </a:p>
      </dsp:txBody>
      <dsp:txXfrm rot="-5400000">
        <a:off x="4508146" y="2416186"/>
        <a:ext cx="1538113" cy="932189"/>
      </dsp:txXfrm>
    </dsp:sp>
    <dsp:sp modelId="{AC329310-2200-4888-9EF5-A14F79B7E3BD}">
      <dsp:nvSpPr>
        <dsp:cNvPr id="0" name=""/>
        <dsp:cNvSpPr/>
      </dsp:nvSpPr>
      <dsp:spPr>
        <a:xfrm rot="14400000">
          <a:off x="2047184" y="1868524"/>
          <a:ext cx="1864379" cy="1864379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Volúmenes lógicos</a:t>
          </a:r>
        </a:p>
      </dsp:txBody>
      <dsp:txXfrm rot="5400000">
        <a:off x="2069040" y="2416186"/>
        <a:ext cx="1538113" cy="93218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CA1482-6F08-420B-ABC2-FF3DFB849F48}">
      <dsp:nvSpPr>
        <dsp:cNvPr id="0" name=""/>
        <dsp:cNvSpPr/>
      </dsp:nvSpPr>
      <dsp:spPr>
        <a:xfrm>
          <a:off x="708766" y="810072"/>
          <a:ext cx="1076426" cy="10764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71AE67-5D8C-4ADB-B93B-F71AF89668CA}">
      <dsp:nvSpPr>
        <dsp:cNvPr id="0" name=""/>
        <dsp:cNvSpPr/>
      </dsp:nvSpPr>
      <dsp:spPr>
        <a:xfrm>
          <a:off x="50950" y="2203726"/>
          <a:ext cx="239205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Permiten administrar discos y particiones</a:t>
          </a:r>
        </a:p>
      </dsp:txBody>
      <dsp:txXfrm>
        <a:off x="50950" y="2203726"/>
        <a:ext cx="2392059" cy="720000"/>
      </dsp:txXfrm>
    </dsp:sp>
    <dsp:sp modelId="{E466FF2D-51B4-4F2C-BF11-5F72F562C195}">
      <dsp:nvSpPr>
        <dsp:cNvPr id="0" name=""/>
        <dsp:cNvSpPr/>
      </dsp:nvSpPr>
      <dsp:spPr>
        <a:xfrm>
          <a:off x="3519436" y="810072"/>
          <a:ext cx="1076426" cy="10764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4A097D-401F-4BCC-BB2A-CFDCBF5AF22E}">
      <dsp:nvSpPr>
        <dsp:cNvPr id="0" name=""/>
        <dsp:cNvSpPr/>
      </dsp:nvSpPr>
      <dsp:spPr>
        <a:xfrm>
          <a:off x="2861620" y="2203726"/>
          <a:ext cx="239205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Facilitan la detección de errores</a:t>
          </a:r>
        </a:p>
      </dsp:txBody>
      <dsp:txXfrm>
        <a:off x="2861620" y="2203726"/>
        <a:ext cx="2392059" cy="720000"/>
      </dsp:txXfrm>
    </dsp:sp>
    <dsp:sp modelId="{47083127-2FBC-4773-B037-543579B25684}">
      <dsp:nvSpPr>
        <dsp:cNvPr id="0" name=""/>
        <dsp:cNvSpPr/>
      </dsp:nvSpPr>
      <dsp:spPr>
        <a:xfrm>
          <a:off x="6330106" y="810072"/>
          <a:ext cx="1076426" cy="10764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519C7C-6E83-4039-AB9F-7AFD5741F2AC}">
      <dsp:nvSpPr>
        <dsp:cNvPr id="0" name=""/>
        <dsp:cNvSpPr/>
      </dsp:nvSpPr>
      <dsp:spPr>
        <a:xfrm>
          <a:off x="5672290" y="2203726"/>
          <a:ext cx="239205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Ayudan a optimizar el espacio disponible</a:t>
          </a:r>
        </a:p>
      </dsp:txBody>
      <dsp:txXfrm>
        <a:off x="5672290" y="2203726"/>
        <a:ext cx="2392059" cy="72000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3F2AD3-D50B-4397-8784-885235BA2599}">
      <dsp:nvSpPr>
        <dsp:cNvPr id="0" name=""/>
        <dsp:cNvSpPr/>
      </dsp:nvSpPr>
      <dsp:spPr>
        <a:xfrm>
          <a:off x="494124" y="970339"/>
          <a:ext cx="806835" cy="8068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C0F4C6-9870-4468-8268-AC8E63121A11}">
      <dsp:nvSpPr>
        <dsp:cNvPr id="0" name=""/>
        <dsp:cNvSpPr/>
      </dsp:nvSpPr>
      <dsp:spPr>
        <a:xfrm>
          <a:off x="1058" y="2046271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Administración de discos (Windows)</a:t>
          </a:r>
        </a:p>
      </dsp:txBody>
      <dsp:txXfrm>
        <a:off x="1058" y="2046271"/>
        <a:ext cx="1792968" cy="717187"/>
      </dsp:txXfrm>
    </dsp:sp>
    <dsp:sp modelId="{D92C6B61-9EC2-4496-8D5A-6ACBB333A543}">
      <dsp:nvSpPr>
        <dsp:cNvPr id="0" name=""/>
        <dsp:cNvSpPr/>
      </dsp:nvSpPr>
      <dsp:spPr>
        <a:xfrm>
          <a:off x="2600862" y="970339"/>
          <a:ext cx="806835" cy="8068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55DA3-5412-46F3-B85E-2F115920E5C4}">
      <dsp:nvSpPr>
        <dsp:cNvPr id="0" name=""/>
        <dsp:cNvSpPr/>
      </dsp:nvSpPr>
      <dsp:spPr>
        <a:xfrm>
          <a:off x="2107796" y="2046271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Herramientas de línea de comandos</a:t>
          </a:r>
        </a:p>
      </dsp:txBody>
      <dsp:txXfrm>
        <a:off x="2107796" y="2046271"/>
        <a:ext cx="1792968" cy="717187"/>
      </dsp:txXfrm>
    </dsp:sp>
    <dsp:sp modelId="{60AB0AA3-A7E4-4E61-8A11-8FA23AD2ED71}">
      <dsp:nvSpPr>
        <dsp:cNvPr id="0" name=""/>
        <dsp:cNvSpPr/>
      </dsp:nvSpPr>
      <dsp:spPr>
        <a:xfrm>
          <a:off x="4707601" y="970339"/>
          <a:ext cx="806835" cy="8068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D177D1-827A-4F43-8FC9-C21A2974FA0A}">
      <dsp:nvSpPr>
        <dsp:cNvPr id="0" name=""/>
        <dsp:cNvSpPr/>
      </dsp:nvSpPr>
      <dsp:spPr>
        <a:xfrm>
          <a:off x="4214534" y="2046271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Gestores de volúmenes</a:t>
          </a:r>
        </a:p>
      </dsp:txBody>
      <dsp:txXfrm>
        <a:off x="4214534" y="2046271"/>
        <a:ext cx="1792968" cy="717187"/>
      </dsp:txXfrm>
    </dsp:sp>
    <dsp:sp modelId="{E9ECC313-401C-4F32-98C8-398DECA3F179}">
      <dsp:nvSpPr>
        <dsp:cNvPr id="0" name=""/>
        <dsp:cNvSpPr/>
      </dsp:nvSpPr>
      <dsp:spPr>
        <a:xfrm>
          <a:off x="6814339" y="970339"/>
          <a:ext cx="806835" cy="8068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0953E-7DDF-4761-9C37-258A850DDEF4}">
      <dsp:nvSpPr>
        <dsp:cNvPr id="0" name=""/>
        <dsp:cNvSpPr/>
      </dsp:nvSpPr>
      <dsp:spPr>
        <a:xfrm>
          <a:off x="6321273" y="2046271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Herramientas de monitorización</a:t>
          </a:r>
        </a:p>
      </dsp:txBody>
      <dsp:txXfrm>
        <a:off x="6321273" y="2046271"/>
        <a:ext cx="1792968" cy="71718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AFCFA1-242F-4EF0-9199-F0851010DB92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7700EA-5D72-4EE6-87A3-66B9100FB3AB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Evita pérdida de datos</a:t>
          </a:r>
        </a:p>
      </dsp:txBody>
      <dsp:txXfrm>
        <a:off x="298991" y="1277365"/>
        <a:ext cx="2219346" cy="1377989"/>
      </dsp:txXfrm>
    </dsp:sp>
    <dsp:sp modelId="{BBC8EF15-D5B8-4D44-B584-1D3465E9E9AD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DDC893-0D60-4111-AA5E-23808C911562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Mejora el rendimiento del sistema</a:t>
          </a:r>
        </a:p>
      </dsp:txBody>
      <dsp:txXfrm>
        <a:off x="3116322" y="1277365"/>
        <a:ext cx="2219346" cy="1377989"/>
      </dsp:txXfrm>
    </dsp:sp>
    <dsp:sp modelId="{70E9FCF7-71E8-41B9-8ADF-48E990FC8077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BABF47-6142-47F1-B4D4-4FA79A5C4A26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Facilita copias de seguridad y recuperación</a:t>
          </a:r>
        </a:p>
      </dsp:txBody>
      <dsp:txXfrm>
        <a:off x="5933653" y="1277365"/>
        <a:ext cx="2219346" cy="137798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1408C2-5042-45E9-A7A0-AE80C89AA779}">
      <dsp:nvSpPr>
        <dsp:cNvPr id="0" name=""/>
        <dsp:cNvSpPr/>
      </dsp:nvSpPr>
      <dsp:spPr>
        <a:xfrm>
          <a:off x="738477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880933-7D93-4E21-B7CA-06FAA67047A2}">
      <dsp:nvSpPr>
        <dsp:cNvPr id="0" name=""/>
        <dsp:cNvSpPr/>
      </dsp:nvSpPr>
      <dsp:spPr>
        <a:xfrm>
          <a:off x="78583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El almacenamiento es un pilar fundamental</a:t>
          </a:r>
        </a:p>
      </dsp:txBody>
      <dsp:txXfrm>
        <a:off x="78583" y="2183504"/>
        <a:ext cx="2399612" cy="720000"/>
      </dsp:txXfrm>
    </dsp:sp>
    <dsp:sp modelId="{2F2C86B9-9940-4CDB-B0A6-50D265963F2F}">
      <dsp:nvSpPr>
        <dsp:cNvPr id="0" name=""/>
        <dsp:cNvSpPr/>
      </dsp:nvSpPr>
      <dsp:spPr>
        <a:xfrm>
          <a:off x="3558022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357891-0113-4535-B280-A6C3C0EF81A5}">
      <dsp:nvSpPr>
        <dsp:cNvPr id="0" name=""/>
        <dsp:cNvSpPr/>
      </dsp:nvSpPr>
      <dsp:spPr>
        <a:xfrm>
          <a:off x="2898129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Debe elegirse según necesidades y entorno</a:t>
          </a:r>
        </a:p>
      </dsp:txBody>
      <dsp:txXfrm>
        <a:off x="2898129" y="2183504"/>
        <a:ext cx="2399612" cy="720000"/>
      </dsp:txXfrm>
    </dsp:sp>
    <dsp:sp modelId="{56FC70F0-8C75-4585-BAEF-515BAE2C2B58}">
      <dsp:nvSpPr>
        <dsp:cNvPr id="0" name=""/>
        <dsp:cNvSpPr/>
      </dsp:nvSpPr>
      <dsp:spPr>
        <a:xfrm>
          <a:off x="6377567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3C15E5-E55E-4FAC-93F6-2E0B57FA4456}">
      <dsp:nvSpPr>
        <dsp:cNvPr id="0" name=""/>
        <dsp:cNvSpPr/>
      </dsp:nvSpPr>
      <dsp:spPr>
        <a:xfrm>
          <a:off x="5717674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Una buena gestión garantiza seguridad y disponibilidad</a:t>
          </a:r>
        </a:p>
      </dsp:txBody>
      <dsp:txXfrm>
        <a:off x="5717674" y="2183504"/>
        <a:ext cx="23996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200"/>
              <a:t>Capítulo 3 – Demostración de sistemas de almacenamiento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C178F4-DA37-8B9B-E0BE-E992AFD18D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6550750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s-ES" sz="3500"/>
              <a:t>1. Introducción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39EFE4-4B6F-8792-23B4-176F891B49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9149427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6F39C2-8746-4599-843B-CED156C40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D714AD-9E94-4752-AA45-D4B0EAAB5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52"/>
            <a:ext cx="3333122" cy="63233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58" y="767258"/>
            <a:ext cx="2407001" cy="5323484"/>
          </a:xfrm>
        </p:spPr>
        <p:txBody>
          <a:bodyPr>
            <a:normAutofit/>
          </a:bodyPr>
          <a:lstStyle/>
          <a:p>
            <a:r>
              <a:rPr lang="es-ES" sz="2400">
                <a:solidFill>
                  <a:schemeClr val="bg1"/>
                </a:solidFill>
              </a:rPr>
              <a:t>Funciones del almacenamiento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F89E09-42FB-4694-96E4-95652B1D8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19882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D3C032-881F-4579-A4BF-0FA966E9F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02E2CB-EA85-BED0-347D-56EB537545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1039080"/>
              </p:ext>
            </p:extLst>
          </p:nvPr>
        </p:nvGraphicFramePr>
        <p:xfrm>
          <a:off x="3932187" y="1005298"/>
          <a:ext cx="4817176" cy="5085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6F39C2-8746-4599-843B-CED156C40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D714AD-9E94-4752-AA45-D4B0EAAB5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52"/>
            <a:ext cx="3333122" cy="63233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58" y="767258"/>
            <a:ext cx="2407001" cy="5323484"/>
          </a:xfrm>
        </p:spPr>
        <p:txBody>
          <a:bodyPr>
            <a:normAutofit/>
          </a:bodyPr>
          <a:lstStyle/>
          <a:p>
            <a:r>
              <a:rPr lang="es-ES" sz="2400">
                <a:solidFill>
                  <a:schemeClr val="bg1"/>
                </a:solidFill>
              </a:rPr>
              <a:t>2. Tipos de dispositivos de almacenamiento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F89E09-42FB-4694-96E4-95652B1D8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19882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D3C032-881F-4579-A4BF-0FA966E9F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1B3593-2DB2-D63D-C893-0078A0D7CF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147851"/>
              </p:ext>
            </p:extLst>
          </p:nvPr>
        </p:nvGraphicFramePr>
        <p:xfrm>
          <a:off x="3932187" y="1005298"/>
          <a:ext cx="4817176" cy="5085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6F39C2-8746-4599-843B-CED156C40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D714AD-9E94-4752-AA45-D4B0EAAB5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52"/>
            <a:ext cx="3333122" cy="63233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58" y="767258"/>
            <a:ext cx="2407001" cy="5323484"/>
          </a:xfrm>
        </p:spPr>
        <p:txBody>
          <a:bodyPr>
            <a:normAutofit/>
          </a:bodyPr>
          <a:lstStyle/>
          <a:p>
            <a:r>
              <a:rPr lang="es-ES" sz="2400">
                <a:solidFill>
                  <a:schemeClr val="bg1"/>
                </a:solidFill>
              </a:rPr>
              <a:t>Discos duros (HDD)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F89E09-42FB-4694-96E4-95652B1D8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19882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D3C032-881F-4579-A4BF-0FA966E9F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043274-3569-17C9-0F7C-F1511B9A4A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1788040"/>
              </p:ext>
            </p:extLst>
          </p:nvPr>
        </p:nvGraphicFramePr>
        <p:xfrm>
          <a:off x="3932187" y="1005298"/>
          <a:ext cx="4817176" cy="5085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6F39C2-8746-4599-843B-CED156C40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D714AD-9E94-4752-AA45-D4B0EAAB5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52"/>
            <a:ext cx="3333122" cy="63233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58" y="767258"/>
            <a:ext cx="2407001" cy="5323484"/>
          </a:xfrm>
        </p:spPr>
        <p:txBody>
          <a:bodyPr>
            <a:normAutofit/>
          </a:bodyPr>
          <a:lstStyle/>
          <a:p>
            <a:r>
              <a:rPr lang="es-ES" sz="2400">
                <a:solidFill>
                  <a:schemeClr val="bg1"/>
                </a:solidFill>
              </a:rPr>
              <a:t>Unidades de estado sólido (SSD)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F89E09-42FB-4694-96E4-95652B1D8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19882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D3C032-881F-4579-A4BF-0FA966E9F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A237F2-C11A-9508-C4B0-A2A911EC7A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440928"/>
              </p:ext>
            </p:extLst>
          </p:nvPr>
        </p:nvGraphicFramePr>
        <p:xfrm>
          <a:off x="3932187" y="1005298"/>
          <a:ext cx="4817176" cy="5085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6F39C2-8746-4599-843B-CED156C40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D714AD-9E94-4752-AA45-D4B0EAAB5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52"/>
            <a:ext cx="3333122" cy="63233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58" y="767258"/>
            <a:ext cx="2407001" cy="5323484"/>
          </a:xfrm>
        </p:spPr>
        <p:txBody>
          <a:bodyPr>
            <a:normAutofit/>
          </a:bodyPr>
          <a:lstStyle/>
          <a:p>
            <a:r>
              <a:rPr lang="es-ES" sz="2400">
                <a:solidFill>
                  <a:schemeClr val="bg1"/>
                </a:solidFill>
              </a:rPr>
              <a:t>Dispositivos ópticos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F89E09-42FB-4694-96E4-95652B1D8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19882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D3C032-881F-4579-A4BF-0FA966E9F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BC0E53-0080-8C7D-3E77-D360992303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5758159"/>
              </p:ext>
            </p:extLst>
          </p:nvPr>
        </p:nvGraphicFramePr>
        <p:xfrm>
          <a:off x="3932187" y="1005298"/>
          <a:ext cx="4817176" cy="5085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6F39C2-8746-4599-843B-CED156C40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D714AD-9E94-4752-AA45-D4B0EAAB5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52"/>
            <a:ext cx="3333122" cy="63233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58" y="767258"/>
            <a:ext cx="2407001" cy="5323484"/>
          </a:xfrm>
        </p:spPr>
        <p:txBody>
          <a:bodyPr>
            <a:normAutofit/>
          </a:bodyPr>
          <a:lstStyle/>
          <a:p>
            <a:r>
              <a:rPr lang="es-ES" sz="2400">
                <a:solidFill>
                  <a:schemeClr val="bg1"/>
                </a:solidFill>
              </a:rPr>
              <a:t>Almacenamiento externo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F89E09-42FB-4694-96E4-95652B1D8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19882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D3C032-881F-4579-A4BF-0FA966E9F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EFA87F-C8FB-7D47-1F9A-419F7AD9E0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787457"/>
              </p:ext>
            </p:extLst>
          </p:nvPr>
        </p:nvGraphicFramePr>
        <p:xfrm>
          <a:off x="3932187" y="1005298"/>
          <a:ext cx="4817176" cy="5085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6F39C2-8746-4599-843B-CED156C40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D714AD-9E94-4752-AA45-D4B0EAAB5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52"/>
            <a:ext cx="3333122" cy="63233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58" y="767258"/>
            <a:ext cx="2407001" cy="5323484"/>
          </a:xfrm>
        </p:spPr>
        <p:txBody>
          <a:bodyPr>
            <a:normAutofit/>
          </a:bodyPr>
          <a:lstStyle/>
          <a:p>
            <a:r>
              <a:rPr lang="es-ES" sz="2400">
                <a:solidFill>
                  <a:schemeClr val="bg1"/>
                </a:solidFill>
              </a:rPr>
              <a:t>Almacenamiento en red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F89E09-42FB-4694-96E4-95652B1D8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19882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D3C032-881F-4579-A4BF-0FA966E9F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C63C21-DBC3-8F82-7597-2305A44D64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0270640"/>
              </p:ext>
            </p:extLst>
          </p:nvPr>
        </p:nvGraphicFramePr>
        <p:xfrm>
          <a:off x="3932187" y="1005298"/>
          <a:ext cx="4817176" cy="5085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3. Sistemas de archivo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B9CFA3-9C9A-F970-5CD2-21A7B84051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866739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200">
                <a:solidFill>
                  <a:srgbClr val="FFFFFF"/>
                </a:solidFill>
              </a:rPr>
              <a:t>Características de los sistemas de archivo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22A206-FABA-956C-531F-05BAE1A948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845604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s-ES" sz="3500"/>
              <a:t>Ejemplos de sistemas de archivo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3317D8-7680-7A05-4310-305FF5FF95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3397707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700"/>
              <a:t>4. Organización y estructura del almacenamiento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61941F-3953-8A98-B74B-484B573177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1253155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s-ES" sz="3500"/>
              <a:t>Conceptos clave de organización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6BD5A8-3526-9E6F-AE27-0A831AFC46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1911216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700"/>
              <a:t>5. Herramientas de gestión de almacenamiento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D6B885-0394-F2F8-8DE6-7045BCB287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3385108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s-ES" sz="3500"/>
              <a:t>Herramientas habituales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9ABB92-8A04-E8B1-C5C3-9A5ABABE3C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2535275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Importancia de la gestión del almacenamiento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30AF55-4032-D0CE-B071-3FA58D14E2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880472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Conclusión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C378A0-B326-A234-5D81-3CAEA49279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693663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377</Words>
  <Application>Microsoft Office PowerPoint</Application>
  <PresentationFormat>Presentación en pantalla (4:3)</PresentationFormat>
  <Paragraphs>81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Capítulo 3 – Demostración de sistemas de almacenamiento</vt:lpstr>
      <vt:lpstr>1. Introducción</vt:lpstr>
      <vt:lpstr>Funciones del almacenamiento</vt:lpstr>
      <vt:lpstr>2. Tipos de dispositivos de almacenamiento</vt:lpstr>
      <vt:lpstr>Discos duros (HDD)</vt:lpstr>
      <vt:lpstr>Unidades de estado sólido (SSD)</vt:lpstr>
      <vt:lpstr>Dispositivos ópticos</vt:lpstr>
      <vt:lpstr>Almacenamiento externo</vt:lpstr>
      <vt:lpstr>Almacenamiento en red</vt:lpstr>
      <vt:lpstr>3. Sistemas de archivo</vt:lpstr>
      <vt:lpstr>Características de los sistemas de archivo</vt:lpstr>
      <vt:lpstr>Ejemplos de sistemas de archivo</vt:lpstr>
      <vt:lpstr>4. Organización y estructura del almacenamiento</vt:lpstr>
      <vt:lpstr>Conceptos clave de organización</vt:lpstr>
      <vt:lpstr>5. Herramientas de gestión de almacenamiento</vt:lpstr>
      <vt:lpstr>Herramientas habituales</vt:lpstr>
      <vt:lpstr>Importancia de la gestión del almacenamiento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1</cp:revision>
  <dcterms:created xsi:type="dcterms:W3CDTF">2013-01-27T09:14:16Z</dcterms:created>
  <dcterms:modified xsi:type="dcterms:W3CDTF">2026-01-07T11:54:16Z</dcterms:modified>
  <cp:category/>
</cp:coreProperties>
</file>