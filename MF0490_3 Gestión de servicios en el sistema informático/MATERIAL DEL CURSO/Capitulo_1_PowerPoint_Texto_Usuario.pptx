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7" d="100"/>
          <a:sy n="97" d="100"/>
        </p:scale>
        <p:origin x="1122" y="30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berto Ruiz" userId="47fa91d207cfb014" providerId="LiveId" clId="{85FEFC20-368C-4804-AF35-776ECB9C6605}"/>
    <pc:docChg chg="custSel modSld">
      <pc:chgData name="Alberto Ruiz" userId="47fa91d207cfb014" providerId="LiveId" clId="{85FEFC20-368C-4804-AF35-776ECB9C6605}" dt="2026-01-07T11:30:42.497" v="15" actId="26606"/>
      <pc:docMkLst>
        <pc:docMk/>
      </pc:docMkLst>
      <pc:sldChg chg="addSp modSp mod setBg">
        <pc:chgData name="Alberto Ruiz" userId="47fa91d207cfb014" providerId="LiveId" clId="{85FEFC20-368C-4804-AF35-776ECB9C6605}" dt="2026-01-07T11:29:40.712" v="0" actId="26606"/>
        <pc:sldMkLst>
          <pc:docMk/>
          <pc:sldMk cId="0" sldId="256"/>
        </pc:sldMkLst>
        <pc:spChg chg="mod">
          <ac:chgData name="Alberto Ruiz" userId="47fa91d207cfb014" providerId="LiveId" clId="{85FEFC20-368C-4804-AF35-776ECB9C6605}" dt="2026-01-07T11:29:40.712" v="0" actId="26606"/>
          <ac:spMkLst>
            <pc:docMk/>
            <pc:sldMk cId="0" sldId="256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29:40.712" v="0" actId="26606"/>
          <ac:spMkLst>
            <pc:docMk/>
            <pc:sldMk cId="0" sldId="25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29:40.712" v="0" actId="26606"/>
          <ac:spMkLst>
            <pc:docMk/>
            <pc:sldMk cId="0" sldId="256"/>
            <ac:spMk id="9" creationId="{C0763A76-9F1C-4FC5-82B7-DD475DA461B2}"/>
          </ac:spMkLst>
        </pc:spChg>
        <pc:spChg chg="add">
          <ac:chgData name="Alberto Ruiz" userId="47fa91d207cfb014" providerId="LiveId" clId="{85FEFC20-368C-4804-AF35-776ECB9C6605}" dt="2026-01-07T11:29:40.712" v="0" actId="26606"/>
          <ac:spMkLst>
            <pc:docMk/>
            <pc:sldMk cId="0" sldId="256"/>
            <ac:spMk id="11" creationId="{E81BF4F6-F2CF-4984-9D14-D6966D92F99F}"/>
          </ac:spMkLst>
        </pc:spChg>
        <pc:picChg chg="add">
          <ac:chgData name="Alberto Ruiz" userId="47fa91d207cfb014" providerId="LiveId" clId="{85FEFC20-368C-4804-AF35-776ECB9C6605}" dt="2026-01-07T11:29:40.712" v="0" actId="26606"/>
          <ac:picMkLst>
            <pc:docMk/>
            <pc:sldMk cId="0" sldId="256"/>
            <ac:picMk id="5" creationId="{0A995B75-77D5-F159-0872-B03BDEBA4A9D}"/>
          </ac:picMkLst>
        </pc:picChg>
      </pc:sldChg>
      <pc:sldChg chg="addSp delSp modSp mod setBg">
        <pc:chgData name="Alberto Ruiz" userId="47fa91d207cfb014" providerId="LiveId" clId="{85FEFC20-368C-4804-AF35-776ECB9C6605}" dt="2026-01-07T11:29:45.242" v="1" actId="26606"/>
        <pc:sldMkLst>
          <pc:docMk/>
          <pc:sldMk cId="0" sldId="257"/>
        </pc:sldMkLst>
        <pc:spChg chg="mod">
          <ac:chgData name="Alberto Ruiz" userId="47fa91d207cfb014" providerId="LiveId" clId="{85FEFC20-368C-4804-AF35-776ECB9C6605}" dt="2026-01-07T11:29:45.242" v="1" actId="26606"/>
          <ac:spMkLst>
            <pc:docMk/>
            <pc:sldMk cId="0" sldId="25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29:45.242" v="1" actId="26606"/>
          <ac:spMkLst>
            <pc:docMk/>
            <pc:sldMk cId="0" sldId="25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29:45.242" v="1" actId="26606"/>
          <ac:spMkLst>
            <pc:docMk/>
            <pc:sldMk cId="0" sldId="257"/>
            <ac:spMk id="9" creationId="{BACC6370-2D7E-4714-9D71-7542949D7D5D}"/>
          </ac:spMkLst>
        </pc:spChg>
        <pc:spChg chg="add">
          <ac:chgData name="Alberto Ruiz" userId="47fa91d207cfb014" providerId="LiveId" clId="{85FEFC20-368C-4804-AF35-776ECB9C6605}" dt="2026-01-07T11:29:45.242" v="1" actId="26606"/>
          <ac:spMkLst>
            <pc:docMk/>
            <pc:sldMk cId="0" sldId="257"/>
            <ac:spMk id="11" creationId="{F68B3F68-107C-434F-AA38-110D5EA91B85}"/>
          </ac:spMkLst>
        </pc:spChg>
        <pc:spChg chg="add">
          <ac:chgData name="Alberto Ruiz" userId="47fa91d207cfb014" providerId="LiveId" clId="{85FEFC20-368C-4804-AF35-776ECB9C6605}" dt="2026-01-07T11:29:45.242" v="1" actId="26606"/>
          <ac:spMkLst>
            <pc:docMk/>
            <pc:sldMk cId="0" sldId="257"/>
            <ac:spMk id="13" creationId="{AAD0DBB9-1A4B-4391-81D4-CB19F9AB918A}"/>
          </ac:spMkLst>
        </pc:spChg>
        <pc:spChg chg="add">
          <ac:chgData name="Alberto Ruiz" userId="47fa91d207cfb014" providerId="LiveId" clId="{85FEFC20-368C-4804-AF35-776ECB9C6605}" dt="2026-01-07T11:29:45.242" v="1" actId="26606"/>
          <ac:spMkLst>
            <pc:docMk/>
            <pc:sldMk cId="0" sldId="257"/>
            <ac:spMk id="15" creationId="{063BBA22-50EA-4C4D-BE05-F1CE4E63AA56}"/>
          </ac:spMkLst>
        </pc:spChg>
        <pc:graphicFrameChg chg="add">
          <ac:chgData name="Alberto Ruiz" userId="47fa91d207cfb014" providerId="LiveId" clId="{85FEFC20-368C-4804-AF35-776ECB9C6605}" dt="2026-01-07T11:29:45.242" v="1" actId="26606"/>
          <ac:graphicFrameMkLst>
            <pc:docMk/>
            <pc:sldMk cId="0" sldId="257"/>
            <ac:graphicFrameMk id="5" creationId="{AC2717BD-1BE2-EA04-738C-295AC670FC8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29:49.824" v="2" actId="26606"/>
        <pc:sldMkLst>
          <pc:docMk/>
          <pc:sldMk cId="0" sldId="258"/>
        </pc:sldMkLst>
        <pc:spChg chg="mod">
          <ac:chgData name="Alberto Ruiz" userId="47fa91d207cfb014" providerId="LiveId" clId="{85FEFC20-368C-4804-AF35-776ECB9C6605}" dt="2026-01-07T11:29:49.824" v="2" actId="26606"/>
          <ac:spMkLst>
            <pc:docMk/>
            <pc:sldMk cId="0" sldId="25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29:49.824" v="2" actId="26606"/>
          <ac:spMkLst>
            <pc:docMk/>
            <pc:sldMk cId="0" sldId="25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29:49.824" v="2" actId="26606"/>
          <ac:spMkLst>
            <pc:docMk/>
            <pc:sldMk cId="0" sldId="258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29:49.824" v="2" actId="26606"/>
          <ac:spMkLst>
            <pc:docMk/>
            <pc:sldMk cId="0" sldId="258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29:49.824" v="2" actId="26606"/>
          <ac:spMkLst>
            <pc:docMk/>
            <pc:sldMk cId="0" sldId="258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29:49.824" v="2" actId="26606"/>
          <ac:grpSpMkLst>
            <pc:docMk/>
            <pc:sldMk cId="0" sldId="258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29:49.824" v="2" actId="26606"/>
          <ac:graphicFrameMkLst>
            <pc:docMk/>
            <pc:sldMk cId="0" sldId="258"/>
            <ac:graphicFrameMk id="5" creationId="{9A2C2796-B59B-20C7-B1AE-7F34512F86BC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29:53.996" v="3" actId="26606"/>
        <pc:sldMkLst>
          <pc:docMk/>
          <pc:sldMk cId="0" sldId="259"/>
        </pc:sldMkLst>
        <pc:spChg chg="mod">
          <ac:chgData name="Alberto Ruiz" userId="47fa91d207cfb014" providerId="LiveId" clId="{85FEFC20-368C-4804-AF35-776ECB9C6605}" dt="2026-01-07T11:29:53.996" v="3" actId="26606"/>
          <ac:spMkLst>
            <pc:docMk/>
            <pc:sldMk cId="0" sldId="25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29:53.996" v="3" actId="26606"/>
          <ac:spMkLst>
            <pc:docMk/>
            <pc:sldMk cId="0" sldId="25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29:53.996" v="3" actId="26606"/>
          <ac:spMkLst>
            <pc:docMk/>
            <pc:sldMk cId="0" sldId="259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29:53.996" v="3" actId="26606"/>
          <ac:spMkLst>
            <pc:docMk/>
            <pc:sldMk cId="0" sldId="259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29:53.996" v="3" actId="26606"/>
          <ac:spMkLst>
            <pc:docMk/>
            <pc:sldMk cId="0" sldId="259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29:53.996" v="3" actId="26606"/>
          <ac:grpSpMkLst>
            <pc:docMk/>
            <pc:sldMk cId="0" sldId="259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29:53.996" v="3" actId="26606"/>
          <ac:graphicFrameMkLst>
            <pc:docMk/>
            <pc:sldMk cId="0" sldId="259"/>
            <ac:graphicFrameMk id="5" creationId="{253BF09D-5B15-9590-D6B3-5D2F67EB1CBC}"/>
          </ac:graphicFrameMkLst>
        </pc:graphicFrameChg>
      </pc:sldChg>
      <pc:sldChg chg="addSp modSp mod setBg">
        <pc:chgData name="Alberto Ruiz" userId="47fa91d207cfb014" providerId="LiveId" clId="{85FEFC20-368C-4804-AF35-776ECB9C6605}" dt="2026-01-07T11:30:01.008" v="4" actId="26606"/>
        <pc:sldMkLst>
          <pc:docMk/>
          <pc:sldMk cId="0" sldId="260"/>
        </pc:sldMkLst>
        <pc:spChg chg="mod">
          <ac:chgData name="Alberto Ruiz" userId="47fa91d207cfb014" providerId="LiveId" clId="{85FEFC20-368C-4804-AF35-776ECB9C6605}" dt="2026-01-07T11:30:01.008" v="4" actId="26606"/>
          <ac:spMkLst>
            <pc:docMk/>
            <pc:sldMk cId="0" sldId="260"/>
            <ac:spMk id="2" creationId="{00000000-0000-0000-0000-000000000000}"/>
          </ac:spMkLst>
        </pc:spChg>
        <pc:spChg chg="mod">
          <ac:chgData name="Alberto Ruiz" userId="47fa91d207cfb014" providerId="LiveId" clId="{85FEFC20-368C-4804-AF35-776ECB9C6605}" dt="2026-01-07T11:30:01.008" v="4" actId="26606"/>
          <ac:spMkLst>
            <pc:docMk/>
            <pc:sldMk cId="0" sldId="26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01.008" v="4" actId="26606"/>
          <ac:spMkLst>
            <pc:docMk/>
            <pc:sldMk cId="0" sldId="260"/>
            <ac:spMk id="8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01.008" v="4" actId="26606"/>
          <ac:spMkLst>
            <pc:docMk/>
            <pc:sldMk cId="0" sldId="260"/>
            <ac:spMk id="14" creationId="{BD92035A-AA2F-4CD8-A556-1CE8BDEC75BD}"/>
          </ac:spMkLst>
        </pc:spChg>
        <pc:spChg chg="add">
          <ac:chgData name="Alberto Ruiz" userId="47fa91d207cfb014" providerId="LiveId" clId="{85FEFC20-368C-4804-AF35-776ECB9C6605}" dt="2026-01-07T11:30:01.008" v="4" actId="26606"/>
          <ac:spMkLst>
            <pc:docMk/>
            <pc:sldMk cId="0" sldId="260"/>
            <ac:spMk id="16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01.008" v="4" actId="26606"/>
          <ac:grpSpMkLst>
            <pc:docMk/>
            <pc:sldMk cId="0" sldId="260"/>
            <ac:grpSpMk id="10" creationId="{5D1A9D8B-3117-4D9D-BDA4-DD81895098B0}"/>
          </ac:grpSpMkLst>
        </pc:grpChg>
      </pc:sldChg>
      <pc:sldChg chg="addSp delSp modSp mod setBg">
        <pc:chgData name="Alberto Ruiz" userId="47fa91d207cfb014" providerId="LiveId" clId="{85FEFC20-368C-4804-AF35-776ECB9C6605}" dt="2026-01-07T11:30:05.167" v="5" actId="26606"/>
        <pc:sldMkLst>
          <pc:docMk/>
          <pc:sldMk cId="0" sldId="261"/>
        </pc:sldMkLst>
        <pc:spChg chg="mod">
          <ac:chgData name="Alberto Ruiz" userId="47fa91d207cfb014" providerId="LiveId" clId="{85FEFC20-368C-4804-AF35-776ECB9C6605}" dt="2026-01-07T11:30:05.167" v="5" actId="26606"/>
          <ac:spMkLst>
            <pc:docMk/>
            <pc:sldMk cId="0" sldId="26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05.167" v="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05.167" v="5" actId="26606"/>
          <ac:spMkLst>
            <pc:docMk/>
            <pc:sldMk cId="0" sldId="261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1:30:05.167" v="5" actId="26606"/>
          <ac:graphicFrameMkLst>
            <pc:docMk/>
            <pc:sldMk cId="0" sldId="261"/>
            <ac:graphicFrameMk id="5" creationId="{07AFAB21-0127-6207-C3D7-E75DA1ABD157}"/>
          </ac:graphicFrameMkLst>
        </pc:graphicFrameChg>
        <pc:picChg chg="add">
          <ac:chgData name="Alberto Ruiz" userId="47fa91d207cfb014" providerId="LiveId" clId="{85FEFC20-368C-4804-AF35-776ECB9C6605}" dt="2026-01-07T11:30:05.167" v="5" actId="26606"/>
          <ac:picMkLst>
            <pc:docMk/>
            <pc:sldMk cId="0" sldId="261"/>
            <ac:picMk id="6" creationId="{579FB575-C158-FA90-7B1A-026155266AAC}"/>
          </ac:picMkLst>
        </pc:picChg>
      </pc:sldChg>
      <pc:sldChg chg="addSp delSp modSp mod setBg">
        <pc:chgData name="Alberto Ruiz" userId="47fa91d207cfb014" providerId="LiveId" clId="{85FEFC20-368C-4804-AF35-776ECB9C6605}" dt="2026-01-07T11:30:09.508" v="6" actId="26606"/>
        <pc:sldMkLst>
          <pc:docMk/>
          <pc:sldMk cId="0" sldId="262"/>
        </pc:sldMkLst>
        <pc:spChg chg="mod">
          <ac:chgData name="Alberto Ruiz" userId="47fa91d207cfb014" providerId="LiveId" clId="{85FEFC20-368C-4804-AF35-776ECB9C6605}" dt="2026-01-07T11:30:09.508" v="6" actId="26606"/>
          <ac:spMkLst>
            <pc:docMk/>
            <pc:sldMk cId="0" sldId="262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09.508" v="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09.508" v="6" actId="26606"/>
          <ac:spMkLst>
            <pc:docMk/>
            <pc:sldMk cId="0" sldId="262"/>
            <ac:spMk id="10" creationId="{B50AB553-2A96-4A92-96F2-93548E096954}"/>
          </ac:spMkLst>
        </pc:spChg>
        <pc:graphicFrameChg chg="add">
          <ac:chgData name="Alberto Ruiz" userId="47fa91d207cfb014" providerId="LiveId" clId="{85FEFC20-368C-4804-AF35-776ECB9C6605}" dt="2026-01-07T11:30:09.508" v="6" actId="26606"/>
          <ac:graphicFrameMkLst>
            <pc:docMk/>
            <pc:sldMk cId="0" sldId="262"/>
            <ac:graphicFrameMk id="5" creationId="{340F7488-D63D-F8A4-9DC9-6E6ED0146663}"/>
          </ac:graphicFrameMkLst>
        </pc:graphicFrameChg>
        <pc:picChg chg="add">
          <ac:chgData name="Alberto Ruiz" userId="47fa91d207cfb014" providerId="LiveId" clId="{85FEFC20-368C-4804-AF35-776ECB9C6605}" dt="2026-01-07T11:30:09.508" v="6" actId="26606"/>
          <ac:picMkLst>
            <pc:docMk/>
            <pc:sldMk cId="0" sldId="262"/>
            <ac:picMk id="6" creationId="{E89BDFD3-D57E-9E10-58A8-CDC6A84F87E6}"/>
          </ac:picMkLst>
        </pc:picChg>
      </pc:sldChg>
      <pc:sldChg chg="addSp delSp modSp mod setBg">
        <pc:chgData name="Alberto Ruiz" userId="47fa91d207cfb014" providerId="LiveId" clId="{85FEFC20-368C-4804-AF35-776ECB9C6605}" dt="2026-01-07T11:30:13.887" v="7" actId="26606"/>
        <pc:sldMkLst>
          <pc:docMk/>
          <pc:sldMk cId="0" sldId="263"/>
        </pc:sldMkLst>
        <pc:spChg chg="mod">
          <ac:chgData name="Alberto Ruiz" userId="47fa91d207cfb014" providerId="LiveId" clId="{85FEFC20-368C-4804-AF35-776ECB9C6605}" dt="2026-01-07T11:30:13.887" v="7" actId="26606"/>
          <ac:spMkLst>
            <pc:docMk/>
            <pc:sldMk cId="0" sldId="263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13.887" v="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13.887" v="7" actId="26606"/>
          <ac:spMkLst>
            <pc:docMk/>
            <pc:sldMk cId="0" sldId="263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13.887" v="7" actId="26606"/>
          <ac:spMkLst>
            <pc:docMk/>
            <pc:sldMk cId="0" sldId="263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13.887" v="7" actId="26606"/>
          <ac:spMkLst>
            <pc:docMk/>
            <pc:sldMk cId="0" sldId="263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13.887" v="7" actId="26606"/>
          <ac:grpSpMkLst>
            <pc:docMk/>
            <pc:sldMk cId="0" sldId="263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13.887" v="7" actId="26606"/>
          <ac:graphicFrameMkLst>
            <pc:docMk/>
            <pc:sldMk cId="0" sldId="263"/>
            <ac:graphicFrameMk id="5" creationId="{65A12D15-933B-2CAB-DE65-F08E82D1909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18.063" v="8" actId="26606"/>
        <pc:sldMkLst>
          <pc:docMk/>
          <pc:sldMk cId="0" sldId="264"/>
        </pc:sldMkLst>
        <pc:spChg chg="mod">
          <ac:chgData name="Alberto Ruiz" userId="47fa91d207cfb014" providerId="LiveId" clId="{85FEFC20-368C-4804-AF35-776ECB9C6605}" dt="2026-01-07T11:30:18.063" v="8" actId="26606"/>
          <ac:spMkLst>
            <pc:docMk/>
            <pc:sldMk cId="0" sldId="264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18.063" v="8" actId="26606"/>
          <ac:spMkLst>
            <pc:docMk/>
            <pc:sldMk cId="0" sldId="264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18.063" v="8" actId="26606"/>
          <ac:spMkLst>
            <pc:docMk/>
            <pc:sldMk cId="0" sldId="264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18.063" v="8" actId="26606"/>
          <ac:spMkLst>
            <pc:docMk/>
            <pc:sldMk cId="0" sldId="264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18.063" v="8" actId="26606"/>
          <ac:spMkLst>
            <pc:docMk/>
            <pc:sldMk cId="0" sldId="264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18.063" v="8" actId="26606"/>
          <ac:grpSpMkLst>
            <pc:docMk/>
            <pc:sldMk cId="0" sldId="264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18.063" v="8" actId="26606"/>
          <ac:graphicFrameMkLst>
            <pc:docMk/>
            <pc:sldMk cId="0" sldId="264"/>
            <ac:graphicFrameMk id="5" creationId="{E97C6AC8-2D74-9DE5-945C-726E18D7D18E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22.563" v="9" actId="26606"/>
        <pc:sldMkLst>
          <pc:docMk/>
          <pc:sldMk cId="0" sldId="265"/>
        </pc:sldMkLst>
        <pc:spChg chg="mod">
          <ac:chgData name="Alberto Ruiz" userId="47fa91d207cfb014" providerId="LiveId" clId="{85FEFC20-368C-4804-AF35-776ECB9C6605}" dt="2026-01-07T11:30:22.563" v="9" actId="26606"/>
          <ac:spMkLst>
            <pc:docMk/>
            <pc:sldMk cId="0" sldId="265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22.563" v="9" actId="26606"/>
          <ac:spMkLst>
            <pc:docMk/>
            <pc:sldMk cId="0" sldId="265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22.563" v="9" actId="26606"/>
          <ac:spMkLst>
            <pc:docMk/>
            <pc:sldMk cId="0" sldId="265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22.563" v="9" actId="26606"/>
          <ac:spMkLst>
            <pc:docMk/>
            <pc:sldMk cId="0" sldId="265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22.563" v="9" actId="26606"/>
          <ac:spMkLst>
            <pc:docMk/>
            <pc:sldMk cId="0" sldId="265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22.563" v="9" actId="26606"/>
          <ac:grpSpMkLst>
            <pc:docMk/>
            <pc:sldMk cId="0" sldId="265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22.563" v="9" actId="26606"/>
          <ac:graphicFrameMkLst>
            <pc:docMk/>
            <pc:sldMk cId="0" sldId="265"/>
            <ac:graphicFrameMk id="5" creationId="{08B11D53-2391-6A06-235F-EB99601CE330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26.056" v="10" actId="26606"/>
        <pc:sldMkLst>
          <pc:docMk/>
          <pc:sldMk cId="0" sldId="266"/>
        </pc:sldMkLst>
        <pc:spChg chg="mod">
          <ac:chgData name="Alberto Ruiz" userId="47fa91d207cfb014" providerId="LiveId" clId="{85FEFC20-368C-4804-AF35-776ECB9C6605}" dt="2026-01-07T11:30:26.056" v="10" actId="26606"/>
          <ac:spMkLst>
            <pc:docMk/>
            <pc:sldMk cId="0" sldId="266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26.056" v="10" actId="26606"/>
          <ac:spMkLst>
            <pc:docMk/>
            <pc:sldMk cId="0" sldId="266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26.056" v="10" actId="26606"/>
          <ac:spMkLst>
            <pc:docMk/>
            <pc:sldMk cId="0" sldId="266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26.056" v="10" actId="26606"/>
          <ac:spMkLst>
            <pc:docMk/>
            <pc:sldMk cId="0" sldId="266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26.056" v="10" actId="26606"/>
          <ac:spMkLst>
            <pc:docMk/>
            <pc:sldMk cId="0" sldId="266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26.056" v="10" actId="26606"/>
          <ac:grpSpMkLst>
            <pc:docMk/>
            <pc:sldMk cId="0" sldId="266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26.056" v="10" actId="26606"/>
          <ac:graphicFrameMkLst>
            <pc:docMk/>
            <pc:sldMk cId="0" sldId="266"/>
            <ac:graphicFrameMk id="5" creationId="{E88EBD5C-DFBC-6BDD-C70A-36364C21D48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29.432" v="11" actId="26606"/>
        <pc:sldMkLst>
          <pc:docMk/>
          <pc:sldMk cId="0" sldId="267"/>
        </pc:sldMkLst>
        <pc:spChg chg="mod">
          <ac:chgData name="Alberto Ruiz" userId="47fa91d207cfb014" providerId="LiveId" clId="{85FEFC20-368C-4804-AF35-776ECB9C6605}" dt="2026-01-07T11:30:29.432" v="11" actId="26606"/>
          <ac:spMkLst>
            <pc:docMk/>
            <pc:sldMk cId="0" sldId="267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29.432" v="11" actId="26606"/>
          <ac:spMkLst>
            <pc:docMk/>
            <pc:sldMk cId="0" sldId="267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29.432" v="11" actId="26606"/>
          <ac:spMkLst>
            <pc:docMk/>
            <pc:sldMk cId="0" sldId="267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29.432" v="11" actId="26606"/>
          <ac:spMkLst>
            <pc:docMk/>
            <pc:sldMk cId="0" sldId="267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29.432" v="11" actId="26606"/>
          <ac:spMkLst>
            <pc:docMk/>
            <pc:sldMk cId="0" sldId="267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29.432" v="11" actId="26606"/>
          <ac:grpSpMkLst>
            <pc:docMk/>
            <pc:sldMk cId="0" sldId="267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29.432" v="11" actId="26606"/>
          <ac:graphicFrameMkLst>
            <pc:docMk/>
            <pc:sldMk cId="0" sldId="267"/>
            <ac:graphicFrameMk id="5" creationId="{F43320A6-141D-AEB5-14E8-2F0F82CD0CC5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32.699" v="12" actId="26606"/>
        <pc:sldMkLst>
          <pc:docMk/>
          <pc:sldMk cId="0" sldId="268"/>
        </pc:sldMkLst>
        <pc:spChg chg="mod">
          <ac:chgData name="Alberto Ruiz" userId="47fa91d207cfb014" providerId="LiveId" clId="{85FEFC20-368C-4804-AF35-776ECB9C6605}" dt="2026-01-07T11:30:32.699" v="12" actId="26606"/>
          <ac:spMkLst>
            <pc:docMk/>
            <pc:sldMk cId="0" sldId="268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32.699" v="12" actId="26606"/>
          <ac:spMkLst>
            <pc:docMk/>
            <pc:sldMk cId="0" sldId="268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32.699" v="12" actId="26606"/>
          <ac:spMkLst>
            <pc:docMk/>
            <pc:sldMk cId="0" sldId="268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32.699" v="12" actId="26606"/>
          <ac:spMkLst>
            <pc:docMk/>
            <pc:sldMk cId="0" sldId="268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32.699" v="12" actId="26606"/>
          <ac:spMkLst>
            <pc:docMk/>
            <pc:sldMk cId="0" sldId="268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32.699" v="12" actId="26606"/>
          <ac:grpSpMkLst>
            <pc:docMk/>
            <pc:sldMk cId="0" sldId="268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32.699" v="12" actId="26606"/>
          <ac:graphicFrameMkLst>
            <pc:docMk/>
            <pc:sldMk cId="0" sldId="268"/>
            <ac:graphicFrameMk id="5" creationId="{B68BD4B0-F29F-755D-3306-8A4E8A2A0ED6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35.781" v="13" actId="26606"/>
        <pc:sldMkLst>
          <pc:docMk/>
          <pc:sldMk cId="0" sldId="269"/>
        </pc:sldMkLst>
        <pc:spChg chg="mod">
          <ac:chgData name="Alberto Ruiz" userId="47fa91d207cfb014" providerId="LiveId" clId="{85FEFC20-368C-4804-AF35-776ECB9C6605}" dt="2026-01-07T11:30:35.781" v="13" actId="26606"/>
          <ac:spMkLst>
            <pc:docMk/>
            <pc:sldMk cId="0" sldId="269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35.781" v="13" actId="26606"/>
          <ac:spMkLst>
            <pc:docMk/>
            <pc:sldMk cId="0" sldId="269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35.781" v="13" actId="26606"/>
          <ac:spMkLst>
            <pc:docMk/>
            <pc:sldMk cId="0" sldId="269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35.781" v="13" actId="26606"/>
          <ac:spMkLst>
            <pc:docMk/>
            <pc:sldMk cId="0" sldId="269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35.781" v="13" actId="26606"/>
          <ac:spMkLst>
            <pc:docMk/>
            <pc:sldMk cId="0" sldId="269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35.781" v="13" actId="26606"/>
          <ac:grpSpMkLst>
            <pc:docMk/>
            <pc:sldMk cId="0" sldId="269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35.781" v="13" actId="26606"/>
          <ac:graphicFrameMkLst>
            <pc:docMk/>
            <pc:sldMk cId="0" sldId="269"/>
            <ac:graphicFrameMk id="5" creationId="{D8942ED8-28DE-EB80-768F-3B91829EB707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39.243" v="14" actId="26606"/>
        <pc:sldMkLst>
          <pc:docMk/>
          <pc:sldMk cId="0" sldId="270"/>
        </pc:sldMkLst>
        <pc:spChg chg="mod">
          <ac:chgData name="Alberto Ruiz" userId="47fa91d207cfb014" providerId="LiveId" clId="{85FEFC20-368C-4804-AF35-776ECB9C6605}" dt="2026-01-07T11:30:39.243" v="14" actId="26606"/>
          <ac:spMkLst>
            <pc:docMk/>
            <pc:sldMk cId="0" sldId="270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39.243" v="14" actId="26606"/>
          <ac:spMkLst>
            <pc:docMk/>
            <pc:sldMk cId="0" sldId="270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39.243" v="14" actId="26606"/>
          <ac:spMkLst>
            <pc:docMk/>
            <pc:sldMk cId="0" sldId="270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39.243" v="14" actId="26606"/>
          <ac:spMkLst>
            <pc:docMk/>
            <pc:sldMk cId="0" sldId="270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39.243" v="14" actId="26606"/>
          <ac:spMkLst>
            <pc:docMk/>
            <pc:sldMk cId="0" sldId="270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39.243" v="14" actId="26606"/>
          <ac:grpSpMkLst>
            <pc:docMk/>
            <pc:sldMk cId="0" sldId="270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39.243" v="14" actId="26606"/>
          <ac:graphicFrameMkLst>
            <pc:docMk/>
            <pc:sldMk cId="0" sldId="270"/>
            <ac:graphicFrameMk id="5" creationId="{D57B357A-F12B-0343-FA70-40EC0FF0EC53}"/>
          </ac:graphicFrameMkLst>
        </pc:graphicFrameChg>
      </pc:sldChg>
      <pc:sldChg chg="addSp delSp modSp mod setBg">
        <pc:chgData name="Alberto Ruiz" userId="47fa91d207cfb014" providerId="LiveId" clId="{85FEFC20-368C-4804-AF35-776ECB9C6605}" dt="2026-01-07T11:30:42.497" v="15" actId="26606"/>
        <pc:sldMkLst>
          <pc:docMk/>
          <pc:sldMk cId="0" sldId="271"/>
        </pc:sldMkLst>
        <pc:spChg chg="mod">
          <ac:chgData name="Alberto Ruiz" userId="47fa91d207cfb014" providerId="LiveId" clId="{85FEFC20-368C-4804-AF35-776ECB9C6605}" dt="2026-01-07T11:30:42.497" v="15" actId="26606"/>
          <ac:spMkLst>
            <pc:docMk/>
            <pc:sldMk cId="0" sldId="271"/>
            <ac:spMk id="2" creationId="{00000000-0000-0000-0000-000000000000}"/>
          </ac:spMkLst>
        </pc:spChg>
        <pc:spChg chg="del">
          <ac:chgData name="Alberto Ruiz" userId="47fa91d207cfb014" providerId="LiveId" clId="{85FEFC20-368C-4804-AF35-776ECB9C6605}" dt="2026-01-07T11:30:42.497" v="15" actId="26606"/>
          <ac:spMkLst>
            <pc:docMk/>
            <pc:sldMk cId="0" sldId="271"/>
            <ac:spMk id="3" creationId="{00000000-0000-0000-0000-000000000000}"/>
          </ac:spMkLst>
        </pc:spChg>
        <pc:spChg chg="add">
          <ac:chgData name="Alberto Ruiz" userId="47fa91d207cfb014" providerId="LiveId" clId="{85FEFC20-368C-4804-AF35-776ECB9C6605}" dt="2026-01-07T11:30:42.497" v="15" actId="26606"/>
          <ac:spMkLst>
            <pc:docMk/>
            <pc:sldMk cId="0" sldId="271"/>
            <ac:spMk id="9" creationId="{5C8908E2-EE49-44D2-9428-A28D2312A8D5}"/>
          </ac:spMkLst>
        </pc:spChg>
        <pc:spChg chg="add">
          <ac:chgData name="Alberto Ruiz" userId="47fa91d207cfb014" providerId="LiveId" clId="{85FEFC20-368C-4804-AF35-776ECB9C6605}" dt="2026-01-07T11:30:42.497" v="15" actId="26606"/>
          <ac:spMkLst>
            <pc:docMk/>
            <pc:sldMk cId="0" sldId="271"/>
            <ac:spMk id="15" creationId="{7449A6C7-D15F-4AA5-BFA5-71A404B47016}"/>
          </ac:spMkLst>
        </pc:spChg>
        <pc:spChg chg="add">
          <ac:chgData name="Alberto Ruiz" userId="47fa91d207cfb014" providerId="LiveId" clId="{85FEFC20-368C-4804-AF35-776ECB9C6605}" dt="2026-01-07T11:30:42.497" v="15" actId="26606"/>
          <ac:spMkLst>
            <pc:docMk/>
            <pc:sldMk cId="0" sldId="271"/>
            <ac:spMk id="17" creationId="{ED888B23-07FA-482A-96DF-47E31AF1A603}"/>
          </ac:spMkLst>
        </pc:spChg>
        <pc:grpChg chg="add">
          <ac:chgData name="Alberto Ruiz" userId="47fa91d207cfb014" providerId="LiveId" clId="{85FEFC20-368C-4804-AF35-776ECB9C6605}" dt="2026-01-07T11:30:42.497" v="15" actId="26606"/>
          <ac:grpSpMkLst>
            <pc:docMk/>
            <pc:sldMk cId="0" sldId="271"/>
            <ac:grpSpMk id="11" creationId="{05314994-6337-4875-8CF5-652CAFE8342C}"/>
          </ac:grpSpMkLst>
        </pc:grpChg>
        <pc:graphicFrameChg chg="add">
          <ac:chgData name="Alberto Ruiz" userId="47fa91d207cfb014" providerId="LiveId" clId="{85FEFC20-368C-4804-AF35-776ECB9C6605}" dt="2026-01-07T11:30:42.497" v="15" actId="26606"/>
          <ac:graphicFrameMkLst>
            <pc:docMk/>
            <pc:sldMk cId="0" sldId="271"/>
            <ac:graphicFrameMk id="5" creationId="{8A1E1585-4384-2046-C135-F2FB36FB4361}"/>
          </ac:graphicFrameMkLst>
        </pc:graphicFrameChg>
      </pc:sldChg>
    </pc:docChg>
  </pc:docChgLst>
</pc:chgInfo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ata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" Type="http://schemas.openxmlformats.org/officeDocument/2006/relationships/image" Target="../media/image2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diagrams/_rels/drawing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svg"/><Relationship Id="rId1" Type="http://schemas.openxmlformats.org/officeDocument/2006/relationships/image" Target="../media/image10.png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AD3BCE-97CF-464B-AA8C-328D321D024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5BE8AC1-088D-48CA-897D-5436F9A86CFA}">
      <dgm:prSet/>
      <dgm:spPr/>
      <dgm:t>
        <a:bodyPr/>
        <a:lstStyle/>
        <a:p>
          <a:r>
            <a:rPr lang="en-US"/>
            <a:t>Protección de datos y sistemas de información</a:t>
          </a:r>
        </a:p>
      </dgm:t>
    </dgm:pt>
    <dgm:pt modelId="{2AD4E06B-EE4F-41AC-8012-B8805BF4C757}" type="parTrans" cxnId="{CBE8F880-04C8-4C9A-8F94-A8A95299DC58}">
      <dgm:prSet/>
      <dgm:spPr/>
      <dgm:t>
        <a:bodyPr/>
        <a:lstStyle/>
        <a:p>
          <a:endParaRPr lang="en-US"/>
        </a:p>
      </dgm:t>
    </dgm:pt>
    <dgm:pt modelId="{31ECBCC0-741D-462A-B0E7-1342ADE51224}" type="sibTrans" cxnId="{CBE8F880-04C8-4C9A-8F94-A8A95299DC58}">
      <dgm:prSet/>
      <dgm:spPr/>
      <dgm:t>
        <a:bodyPr/>
        <a:lstStyle/>
        <a:p>
          <a:endParaRPr lang="en-US"/>
        </a:p>
      </dgm:t>
    </dgm:pt>
    <dgm:pt modelId="{63D1C476-3EE4-4C5B-92D6-0DAA1DD49C9A}">
      <dgm:prSet/>
      <dgm:spPr/>
      <dgm:t>
        <a:bodyPr/>
        <a:lstStyle/>
        <a:p>
          <a:r>
            <a:rPr lang="en-US"/>
            <a:t>Evita accesos no autorizados, pérdidas o alteraciones</a:t>
          </a:r>
        </a:p>
      </dgm:t>
    </dgm:pt>
    <dgm:pt modelId="{75D2E242-D143-464D-8042-0A96F6B5D77A}" type="parTrans" cxnId="{0E93F1D9-D521-4C27-BAF7-375EF58676E8}">
      <dgm:prSet/>
      <dgm:spPr/>
      <dgm:t>
        <a:bodyPr/>
        <a:lstStyle/>
        <a:p>
          <a:endParaRPr lang="en-US"/>
        </a:p>
      </dgm:t>
    </dgm:pt>
    <dgm:pt modelId="{8C3E506E-CBD9-429D-A7E5-C9B347DF92E1}" type="sibTrans" cxnId="{0E93F1D9-D521-4C27-BAF7-375EF58676E8}">
      <dgm:prSet/>
      <dgm:spPr/>
      <dgm:t>
        <a:bodyPr/>
        <a:lstStyle/>
        <a:p>
          <a:endParaRPr lang="en-US"/>
        </a:p>
      </dgm:t>
    </dgm:pt>
    <dgm:pt modelId="{097F7C50-168F-4719-8A39-5DB7E394500F}">
      <dgm:prSet/>
      <dgm:spPr/>
      <dgm:t>
        <a:bodyPr/>
        <a:lstStyle/>
        <a:p>
          <a:r>
            <a:rPr lang="en-US"/>
            <a:t>Elemento estratégico en las organizaciones</a:t>
          </a:r>
        </a:p>
      </dgm:t>
    </dgm:pt>
    <dgm:pt modelId="{3EEC872A-9E01-4282-99E3-29FD0FE3C8F2}" type="parTrans" cxnId="{017E20DB-A2C8-4F33-AF3E-B758E564A4A9}">
      <dgm:prSet/>
      <dgm:spPr/>
      <dgm:t>
        <a:bodyPr/>
        <a:lstStyle/>
        <a:p>
          <a:endParaRPr lang="en-US"/>
        </a:p>
      </dgm:t>
    </dgm:pt>
    <dgm:pt modelId="{7883953A-6648-4B39-880E-6A26E61588F5}" type="sibTrans" cxnId="{017E20DB-A2C8-4F33-AF3E-B758E564A4A9}">
      <dgm:prSet/>
      <dgm:spPr/>
      <dgm:t>
        <a:bodyPr/>
        <a:lstStyle/>
        <a:p>
          <a:endParaRPr lang="en-US"/>
        </a:p>
      </dgm:t>
    </dgm:pt>
    <dgm:pt modelId="{AA320D38-8D82-4D09-82F1-1004778EEBF7}" type="pres">
      <dgm:prSet presAssocID="{84AD3BCE-97CF-464B-AA8C-328D321D024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A94CCD8-5F88-45BA-8B08-CAC42D16E60B}" type="pres">
      <dgm:prSet presAssocID="{95BE8AC1-088D-48CA-897D-5436F9A86CFA}" presName="hierRoot1" presStyleCnt="0"/>
      <dgm:spPr/>
    </dgm:pt>
    <dgm:pt modelId="{E389B711-DAC2-4DEB-91CC-37DC5EFA8CB7}" type="pres">
      <dgm:prSet presAssocID="{95BE8AC1-088D-48CA-897D-5436F9A86CFA}" presName="composite" presStyleCnt="0"/>
      <dgm:spPr/>
    </dgm:pt>
    <dgm:pt modelId="{0ED3284F-41DA-4625-AB2C-DF9ADF18414C}" type="pres">
      <dgm:prSet presAssocID="{95BE8AC1-088D-48CA-897D-5436F9A86CFA}" presName="background" presStyleLbl="node0" presStyleIdx="0" presStyleCnt="3"/>
      <dgm:spPr/>
    </dgm:pt>
    <dgm:pt modelId="{45B167D6-A2DB-4457-B515-90D9C460C330}" type="pres">
      <dgm:prSet presAssocID="{95BE8AC1-088D-48CA-897D-5436F9A86CFA}" presName="text" presStyleLbl="fgAcc0" presStyleIdx="0" presStyleCnt="3">
        <dgm:presLayoutVars>
          <dgm:chPref val="3"/>
        </dgm:presLayoutVars>
      </dgm:prSet>
      <dgm:spPr/>
    </dgm:pt>
    <dgm:pt modelId="{1E06CDA3-3A7D-4310-9386-7AC679B76036}" type="pres">
      <dgm:prSet presAssocID="{95BE8AC1-088D-48CA-897D-5436F9A86CFA}" presName="hierChild2" presStyleCnt="0"/>
      <dgm:spPr/>
    </dgm:pt>
    <dgm:pt modelId="{C6660EA6-34EA-4B41-8B21-AD9FBF9327E4}" type="pres">
      <dgm:prSet presAssocID="{63D1C476-3EE4-4C5B-92D6-0DAA1DD49C9A}" presName="hierRoot1" presStyleCnt="0"/>
      <dgm:spPr/>
    </dgm:pt>
    <dgm:pt modelId="{8B70041F-9F95-41C2-B681-D2EA8F339A69}" type="pres">
      <dgm:prSet presAssocID="{63D1C476-3EE4-4C5B-92D6-0DAA1DD49C9A}" presName="composite" presStyleCnt="0"/>
      <dgm:spPr/>
    </dgm:pt>
    <dgm:pt modelId="{9F60B3F4-6692-42E9-9057-670DBC77AC22}" type="pres">
      <dgm:prSet presAssocID="{63D1C476-3EE4-4C5B-92D6-0DAA1DD49C9A}" presName="background" presStyleLbl="node0" presStyleIdx="1" presStyleCnt="3"/>
      <dgm:spPr/>
    </dgm:pt>
    <dgm:pt modelId="{1F12B2A4-B35F-4FAE-90DB-53E9780BAAE8}" type="pres">
      <dgm:prSet presAssocID="{63D1C476-3EE4-4C5B-92D6-0DAA1DD49C9A}" presName="text" presStyleLbl="fgAcc0" presStyleIdx="1" presStyleCnt="3">
        <dgm:presLayoutVars>
          <dgm:chPref val="3"/>
        </dgm:presLayoutVars>
      </dgm:prSet>
      <dgm:spPr/>
    </dgm:pt>
    <dgm:pt modelId="{91B12140-A209-4A21-BE53-EBB2BC61220E}" type="pres">
      <dgm:prSet presAssocID="{63D1C476-3EE4-4C5B-92D6-0DAA1DD49C9A}" presName="hierChild2" presStyleCnt="0"/>
      <dgm:spPr/>
    </dgm:pt>
    <dgm:pt modelId="{F7F5D80D-4847-4D63-9E87-1F058F444195}" type="pres">
      <dgm:prSet presAssocID="{097F7C50-168F-4719-8A39-5DB7E394500F}" presName="hierRoot1" presStyleCnt="0"/>
      <dgm:spPr/>
    </dgm:pt>
    <dgm:pt modelId="{C18136EC-1A67-4D58-BAA4-0C0F10641CB0}" type="pres">
      <dgm:prSet presAssocID="{097F7C50-168F-4719-8A39-5DB7E394500F}" presName="composite" presStyleCnt="0"/>
      <dgm:spPr/>
    </dgm:pt>
    <dgm:pt modelId="{26AB802B-2E38-4741-ACDE-EC986ED3432F}" type="pres">
      <dgm:prSet presAssocID="{097F7C50-168F-4719-8A39-5DB7E394500F}" presName="background" presStyleLbl="node0" presStyleIdx="2" presStyleCnt="3"/>
      <dgm:spPr/>
    </dgm:pt>
    <dgm:pt modelId="{C2581B2B-348D-4CD8-803D-3A94E33926FC}" type="pres">
      <dgm:prSet presAssocID="{097F7C50-168F-4719-8A39-5DB7E394500F}" presName="text" presStyleLbl="fgAcc0" presStyleIdx="2" presStyleCnt="3">
        <dgm:presLayoutVars>
          <dgm:chPref val="3"/>
        </dgm:presLayoutVars>
      </dgm:prSet>
      <dgm:spPr/>
    </dgm:pt>
    <dgm:pt modelId="{85F37BDE-87DC-4DC7-BE5A-0C8C46A7769A}" type="pres">
      <dgm:prSet presAssocID="{097F7C50-168F-4719-8A39-5DB7E394500F}" presName="hierChild2" presStyleCnt="0"/>
      <dgm:spPr/>
    </dgm:pt>
  </dgm:ptLst>
  <dgm:cxnLst>
    <dgm:cxn modelId="{5C91582C-2A48-49B2-B22B-DF47B07211A9}" type="presOf" srcId="{097F7C50-168F-4719-8A39-5DB7E394500F}" destId="{C2581B2B-348D-4CD8-803D-3A94E33926FC}" srcOrd="0" destOrd="0" presId="urn:microsoft.com/office/officeart/2005/8/layout/hierarchy1"/>
    <dgm:cxn modelId="{3558465A-03E9-45CA-A26F-6FB204933509}" type="presOf" srcId="{95BE8AC1-088D-48CA-897D-5436F9A86CFA}" destId="{45B167D6-A2DB-4457-B515-90D9C460C330}" srcOrd="0" destOrd="0" presId="urn:microsoft.com/office/officeart/2005/8/layout/hierarchy1"/>
    <dgm:cxn modelId="{CBE8F880-04C8-4C9A-8F94-A8A95299DC58}" srcId="{84AD3BCE-97CF-464B-AA8C-328D321D0245}" destId="{95BE8AC1-088D-48CA-897D-5436F9A86CFA}" srcOrd="0" destOrd="0" parTransId="{2AD4E06B-EE4F-41AC-8012-B8805BF4C757}" sibTransId="{31ECBCC0-741D-462A-B0E7-1342ADE51224}"/>
    <dgm:cxn modelId="{E7AA8C8A-FFB0-421A-988D-B37910EE2BFF}" type="presOf" srcId="{84AD3BCE-97CF-464B-AA8C-328D321D0245}" destId="{AA320D38-8D82-4D09-82F1-1004778EEBF7}" srcOrd="0" destOrd="0" presId="urn:microsoft.com/office/officeart/2005/8/layout/hierarchy1"/>
    <dgm:cxn modelId="{85FD61D2-D958-4FCE-8354-E92F31AC6C93}" type="presOf" srcId="{63D1C476-3EE4-4C5B-92D6-0DAA1DD49C9A}" destId="{1F12B2A4-B35F-4FAE-90DB-53E9780BAAE8}" srcOrd="0" destOrd="0" presId="urn:microsoft.com/office/officeart/2005/8/layout/hierarchy1"/>
    <dgm:cxn modelId="{0E93F1D9-D521-4C27-BAF7-375EF58676E8}" srcId="{84AD3BCE-97CF-464B-AA8C-328D321D0245}" destId="{63D1C476-3EE4-4C5B-92D6-0DAA1DD49C9A}" srcOrd="1" destOrd="0" parTransId="{75D2E242-D143-464D-8042-0A96F6B5D77A}" sibTransId="{8C3E506E-CBD9-429D-A7E5-C9B347DF92E1}"/>
    <dgm:cxn modelId="{017E20DB-A2C8-4F33-AF3E-B758E564A4A9}" srcId="{84AD3BCE-97CF-464B-AA8C-328D321D0245}" destId="{097F7C50-168F-4719-8A39-5DB7E394500F}" srcOrd="2" destOrd="0" parTransId="{3EEC872A-9E01-4282-99E3-29FD0FE3C8F2}" sibTransId="{7883953A-6648-4B39-880E-6A26E61588F5}"/>
    <dgm:cxn modelId="{E55D8B20-7E78-4933-879E-D0D078FB2E57}" type="presParOf" srcId="{AA320D38-8D82-4D09-82F1-1004778EEBF7}" destId="{5A94CCD8-5F88-45BA-8B08-CAC42D16E60B}" srcOrd="0" destOrd="0" presId="urn:microsoft.com/office/officeart/2005/8/layout/hierarchy1"/>
    <dgm:cxn modelId="{6B0A04CA-42EB-4E4C-ACF1-7962CE6298F1}" type="presParOf" srcId="{5A94CCD8-5F88-45BA-8B08-CAC42D16E60B}" destId="{E389B711-DAC2-4DEB-91CC-37DC5EFA8CB7}" srcOrd="0" destOrd="0" presId="urn:microsoft.com/office/officeart/2005/8/layout/hierarchy1"/>
    <dgm:cxn modelId="{A1964E75-A63B-48C9-A23A-69D4C15EF2E7}" type="presParOf" srcId="{E389B711-DAC2-4DEB-91CC-37DC5EFA8CB7}" destId="{0ED3284F-41DA-4625-AB2C-DF9ADF18414C}" srcOrd="0" destOrd="0" presId="urn:microsoft.com/office/officeart/2005/8/layout/hierarchy1"/>
    <dgm:cxn modelId="{4582846A-F72D-4A3F-9960-45C032700D96}" type="presParOf" srcId="{E389B711-DAC2-4DEB-91CC-37DC5EFA8CB7}" destId="{45B167D6-A2DB-4457-B515-90D9C460C330}" srcOrd="1" destOrd="0" presId="urn:microsoft.com/office/officeart/2005/8/layout/hierarchy1"/>
    <dgm:cxn modelId="{9018E9F3-699F-45E8-96F2-38ECB4F2B80D}" type="presParOf" srcId="{5A94CCD8-5F88-45BA-8B08-CAC42D16E60B}" destId="{1E06CDA3-3A7D-4310-9386-7AC679B76036}" srcOrd="1" destOrd="0" presId="urn:microsoft.com/office/officeart/2005/8/layout/hierarchy1"/>
    <dgm:cxn modelId="{6328BD53-18AF-4290-B1A3-43EB6BE1FDC9}" type="presParOf" srcId="{AA320D38-8D82-4D09-82F1-1004778EEBF7}" destId="{C6660EA6-34EA-4B41-8B21-AD9FBF9327E4}" srcOrd="1" destOrd="0" presId="urn:microsoft.com/office/officeart/2005/8/layout/hierarchy1"/>
    <dgm:cxn modelId="{CA8BFFD9-58BD-4391-9879-A7B1CDA04330}" type="presParOf" srcId="{C6660EA6-34EA-4B41-8B21-AD9FBF9327E4}" destId="{8B70041F-9F95-41C2-B681-D2EA8F339A69}" srcOrd="0" destOrd="0" presId="urn:microsoft.com/office/officeart/2005/8/layout/hierarchy1"/>
    <dgm:cxn modelId="{A3E455B4-E5AF-434D-890D-94A3C6955DD7}" type="presParOf" srcId="{8B70041F-9F95-41C2-B681-D2EA8F339A69}" destId="{9F60B3F4-6692-42E9-9057-670DBC77AC22}" srcOrd="0" destOrd="0" presId="urn:microsoft.com/office/officeart/2005/8/layout/hierarchy1"/>
    <dgm:cxn modelId="{9BCBF7C2-1ED7-458D-9EED-3F972D1F7B22}" type="presParOf" srcId="{8B70041F-9F95-41C2-B681-D2EA8F339A69}" destId="{1F12B2A4-B35F-4FAE-90DB-53E9780BAAE8}" srcOrd="1" destOrd="0" presId="urn:microsoft.com/office/officeart/2005/8/layout/hierarchy1"/>
    <dgm:cxn modelId="{E3A5277A-5520-482A-AD50-C34F051A07C9}" type="presParOf" srcId="{C6660EA6-34EA-4B41-8B21-AD9FBF9327E4}" destId="{91B12140-A209-4A21-BE53-EBB2BC61220E}" srcOrd="1" destOrd="0" presId="urn:microsoft.com/office/officeart/2005/8/layout/hierarchy1"/>
    <dgm:cxn modelId="{085C49BE-1A79-4763-94F2-C00B6298684E}" type="presParOf" srcId="{AA320D38-8D82-4D09-82F1-1004778EEBF7}" destId="{F7F5D80D-4847-4D63-9E87-1F058F444195}" srcOrd="2" destOrd="0" presId="urn:microsoft.com/office/officeart/2005/8/layout/hierarchy1"/>
    <dgm:cxn modelId="{54435678-9CB6-43DA-9BBF-036E14E809DF}" type="presParOf" srcId="{F7F5D80D-4847-4D63-9E87-1F058F444195}" destId="{C18136EC-1A67-4D58-BAA4-0C0F10641CB0}" srcOrd="0" destOrd="0" presId="urn:microsoft.com/office/officeart/2005/8/layout/hierarchy1"/>
    <dgm:cxn modelId="{C91B5A1C-932D-4161-BDC6-3932B6FEB969}" type="presParOf" srcId="{C18136EC-1A67-4D58-BAA4-0C0F10641CB0}" destId="{26AB802B-2E38-4741-ACDE-EC986ED3432F}" srcOrd="0" destOrd="0" presId="urn:microsoft.com/office/officeart/2005/8/layout/hierarchy1"/>
    <dgm:cxn modelId="{67D94999-7212-4BEF-B71E-B555EF9DB8C4}" type="presParOf" srcId="{C18136EC-1A67-4D58-BAA4-0C0F10641CB0}" destId="{C2581B2B-348D-4CD8-803D-3A94E33926FC}" srcOrd="1" destOrd="0" presId="urn:microsoft.com/office/officeart/2005/8/layout/hierarchy1"/>
    <dgm:cxn modelId="{1FF45786-A725-4761-BA77-467179D212C1}" type="presParOf" srcId="{F7F5D80D-4847-4D63-9E87-1F058F444195}" destId="{85F37BDE-87DC-4DC7-BE5A-0C8C46A7769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837CAE1-F09B-4CA4-BC69-AD2033991814}" type="doc">
      <dgm:prSet loTypeId="urn:microsoft.com/office/officeart/2005/8/layout/defaul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0450A33-D4B2-4E13-8349-16F98F3325CB}">
      <dgm:prSet/>
      <dgm:spPr/>
      <dgm:t>
        <a:bodyPr/>
        <a:lstStyle/>
        <a:p>
          <a:r>
            <a:rPr lang="en-US"/>
            <a:t>Confidencialidad: acceso solo a personas autorizadas</a:t>
          </a:r>
        </a:p>
      </dgm:t>
    </dgm:pt>
    <dgm:pt modelId="{35CD936B-A995-4276-8331-695703849793}" type="parTrans" cxnId="{90A3E41C-E4C9-4644-9593-10970F906A76}">
      <dgm:prSet/>
      <dgm:spPr/>
      <dgm:t>
        <a:bodyPr/>
        <a:lstStyle/>
        <a:p>
          <a:endParaRPr lang="en-US"/>
        </a:p>
      </dgm:t>
    </dgm:pt>
    <dgm:pt modelId="{E97B3055-1F61-4A5E-8C37-C715EDC9BFC2}" type="sibTrans" cxnId="{90A3E41C-E4C9-4644-9593-10970F906A76}">
      <dgm:prSet/>
      <dgm:spPr/>
      <dgm:t>
        <a:bodyPr/>
        <a:lstStyle/>
        <a:p>
          <a:endParaRPr lang="en-US"/>
        </a:p>
      </dgm:t>
    </dgm:pt>
    <dgm:pt modelId="{CD9FCE70-3BA4-4753-9A22-0785D896BE86}">
      <dgm:prSet/>
      <dgm:spPr/>
      <dgm:t>
        <a:bodyPr/>
        <a:lstStyle/>
        <a:p>
          <a:r>
            <a:rPr lang="en-US"/>
            <a:t>Integridad: información correcta y no alterada</a:t>
          </a:r>
        </a:p>
      </dgm:t>
    </dgm:pt>
    <dgm:pt modelId="{E9F17147-8F1D-4D78-820D-C1CBA089A440}" type="parTrans" cxnId="{4139CB7B-717B-43F2-A006-B04CDE107282}">
      <dgm:prSet/>
      <dgm:spPr/>
      <dgm:t>
        <a:bodyPr/>
        <a:lstStyle/>
        <a:p>
          <a:endParaRPr lang="en-US"/>
        </a:p>
      </dgm:t>
    </dgm:pt>
    <dgm:pt modelId="{3B7E86C0-8253-4F29-A6F8-1F280EA2506A}" type="sibTrans" cxnId="{4139CB7B-717B-43F2-A006-B04CDE107282}">
      <dgm:prSet/>
      <dgm:spPr/>
      <dgm:t>
        <a:bodyPr/>
        <a:lstStyle/>
        <a:p>
          <a:endParaRPr lang="en-US"/>
        </a:p>
      </dgm:t>
    </dgm:pt>
    <dgm:pt modelId="{4662800B-5744-42E5-9E68-D9F957E25C3C}">
      <dgm:prSet/>
      <dgm:spPr/>
      <dgm:t>
        <a:bodyPr/>
        <a:lstStyle/>
        <a:p>
          <a:r>
            <a:rPr lang="en-US"/>
            <a:t>Disponibilidad: accesible cuando se necesita</a:t>
          </a:r>
        </a:p>
      </dgm:t>
    </dgm:pt>
    <dgm:pt modelId="{A8C6B7BA-76F4-4EFD-8400-7156A53A56C3}" type="parTrans" cxnId="{CE5E5FC2-6E7F-42B0-9F78-379A174787EE}">
      <dgm:prSet/>
      <dgm:spPr/>
      <dgm:t>
        <a:bodyPr/>
        <a:lstStyle/>
        <a:p>
          <a:endParaRPr lang="en-US"/>
        </a:p>
      </dgm:t>
    </dgm:pt>
    <dgm:pt modelId="{55C645F6-6499-401C-849C-B413BC029D15}" type="sibTrans" cxnId="{CE5E5FC2-6E7F-42B0-9F78-379A174787EE}">
      <dgm:prSet/>
      <dgm:spPr/>
      <dgm:t>
        <a:bodyPr/>
        <a:lstStyle/>
        <a:p>
          <a:endParaRPr lang="en-US"/>
        </a:p>
      </dgm:t>
    </dgm:pt>
    <dgm:pt modelId="{F1EE6BE5-1748-4BC6-B438-0FF9081A3341}" type="pres">
      <dgm:prSet presAssocID="{5837CAE1-F09B-4CA4-BC69-AD2033991814}" presName="diagram" presStyleCnt="0">
        <dgm:presLayoutVars>
          <dgm:dir/>
          <dgm:resizeHandles val="exact"/>
        </dgm:presLayoutVars>
      </dgm:prSet>
      <dgm:spPr/>
    </dgm:pt>
    <dgm:pt modelId="{03BEF811-0347-45C6-AB31-CAD80DD6FAF6}" type="pres">
      <dgm:prSet presAssocID="{50450A33-D4B2-4E13-8349-16F98F3325CB}" presName="node" presStyleLbl="node1" presStyleIdx="0" presStyleCnt="3">
        <dgm:presLayoutVars>
          <dgm:bulletEnabled val="1"/>
        </dgm:presLayoutVars>
      </dgm:prSet>
      <dgm:spPr/>
    </dgm:pt>
    <dgm:pt modelId="{28B709C8-94A6-43C6-8364-0B8EB5A9AC1C}" type="pres">
      <dgm:prSet presAssocID="{E97B3055-1F61-4A5E-8C37-C715EDC9BFC2}" presName="sibTrans" presStyleCnt="0"/>
      <dgm:spPr/>
    </dgm:pt>
    <dgm:pt modelId="{3D45A791-199F-4F40-ADE9-F09463A57318}" type="pres">
      <dgm:prSet presAssocID="{CD9FCE70-3BA4-4753-9A22-0785D896BE86}" presName="node" presStyleLbl="node1" presStyleIdx="1" presStyleCnt="3">
        <dgm:presLayoutVars>
          <dgm:bulletEnabled val="1"/>
        </dgm:presLayoutVars>
      </dgm:prSet>
      <dgm:spPr/>
    </dgm:pt>
    <dgm:pt modelId="{D388A4FE-20B9-43C8-B4DC-8D65E2C347BA}" type="pres">
      <dgm:prSet presAssocID="{3B7E86C0-8253-4F29-A6F8-1F280EA2506A}" presName="sibTrans" presStyleCnt="0"/>
      <dgm:spPr/>
    </dgm:pt>
    <dgm:pt modelId="{41199464-FB30-4A5F-9DE3-C534AE070826}" type="pres">
      <dgm:prSet presAssocID="{4662800B-5744-42E5-9E68-D9F957E25C3C}" presName="node" presStyleLbl="node1" presStyleIdx="2" presStyleCnt="3">
        <dgm:presLayoutVars>
          <dgm:bulletEnabled val="1"/>
        </dgm:presLayoutVars>
      </dgm:prSet>
      <dgm:spPr/>
    </dgm:pt>
  </dgm:ptLst>
  <dgm:cxnLst>
    <dgm:cxn modelId="{90A3E41C-E4C9-4644-9593-10970F906A76}" srcId="{5837CAE1-F09B-4CA4-BC69-AD2033991814}" destId="{50450A33-D4B2-4E13-8349-16F98F3325CB}" srcOrd="0" destOrd="0" parTransId="{35CD936B-A995-4276-8331-695703849793}" sibTransId="{E97B3055-1F61-4A5E-8C37-C715EDC9BFC2}"/>
    <dgm:cxn modelId="{4139CB7B-717B-43F2-A006-B04CDE107282}" srcId="{5837CAE1-F09B-4CA4-BC69-AD2033991814}" destId="{CD9FCE70-3BA4-4753-9A22-0785D896BE86}" srcOrd="1" destOrd="0" parTransId="{E9F17147-8F1D-4D78-820D-C1CBA089A440}" sibTransId="{3B7E86C0-8253-4F29-A6F8-1F280EA2506A}"/>
    <dgm:cxn modelId="{41FA8182-0BBC-4F04-AD75-FF79F62D529E}" type="presOf" srcId="{5837CAE1-F09B-4CA4-BC69-AD2033991814}" destId="{F1EE6BE5-1748-4BC6-B438-0FF9081A3341}" srcOrd="0" destOrd="0" presId="urn:microsoft.com/office/officeart/2005/8/layout/default"/>
    <dgm:cxn modelId="{80C0C6B4-0CBB-414D-B8F1-87CC7271F931}" type="presOf" srcId="{CD9FCE70-3BA4-4753-9A22-0785D896BE86}" destId="{3D45A791-199F-4F40-ADE9-F09463A57318}" srcOrd="0" destOrd="0" presId="urn:microsoft.com/office/officeart/2005/8/layout/default"/>
    <dgm:cxn modelId="{8F9125C2-5651-4421-8A8A-8AB4A84BB603}" type="presOf" srcId="{50450A33-D4B2-4E13-8349-16F98F3325CB}" destId="{03BEF811-0347-45C6-AB31-CAD80DD6FAF6}" srcOrd="0" destOrd="0" presId="urn:microsoft.com/office/officeart/2005/8/layout/default"/>
    <dgm:cxn modelId="{CE5E5FC2-6E7F-42B0-9F78-379A174787EE}" srcId="{5837CAE1-F09B-4CA4-BC69-AD2033991814}" destId="{4662800B-5744-42E5-9E68-D9F957E25C3C}" srcOrd="2" destOrd="0" parTransId="{A8C6B7BA-76F4-4EFD-8400-7156A53A56C3}" sibTransId="{55C645F6-6499-401C-849C-B413BC029D15}"/>
    <dgm:cxn modelId="{7EDF23E3-E550-481E-82F5-B275E5CACBEA}" type="presOf" srcId="{4662800B-5744-42E5-9E68-D9F957E25C3C}" destId="{41199464-FB30-4A5F-9DE3-C534AE070826}" srcOrd="0" destOrd="0" presId="urn:microsoft.com/office/officeart/2005/8/layout/default"/>
    <dgm:cxn modelId="{363C7220-6F53-45AB-876B-FFF6866DD57F}" type="presParOf" srcId="{F1EE6BE5-1748-4BC6-B438-0FF9081A3341}" destId="{03BEF811-0347-45C6-AB31-CAD80DD6FAF6}" srcOrd="0" destOrd="0" presId="urn:microsoft.com/office/officeart/2005/8/layout/default"/>
    <dgm:cxn modelId="{01BB135F-9105-445D-9F09-313D36DBA688}" type="presParOf" srcId="{F1EE6BE5-1748-4BC6-B438-0FF9081A3341}" destId="{28B709C8-94A6-43C6-8364-0B8EB5A9AC1C}" srcOrd="1" destOrd="0" presId="urn:microsoft.com/office/officeart/2005/8/layout/default"/>
    <dgm:cxn modelId="{5B78ABAF-9000-462C-9B13-937AC64AF188}" type="presParOf" srcId="{F1EE6BE5-1748-4BC6-B438-0FF9081A3341}" destId="{3D45A791-199F-4F40-ADE9-F09463A57318}" srcOrd="2" destOrd="0" presId="urn:microsoft.com/office/officeart/2005/8/layout/default"/>
    <dgm:cxn modelId="{1E3B7491-15A2-42BF-9D6B-5099E740A76D}" type="presParOf" srcId="{F1EE6BE5-1748-4BC6-B438-0FF9081A3341}" destId="{D388A4FE-20B9-43C8-B4DC-8D65E2C347BA}" srcOrd="3" destOrd="0" presId="urn:microsoft.com/office/officeart/2005/8/layout/default"/>
    <dgm:cxn modelId="{DAAF58A6-2908-4638-9C6A-FD4C7FDCC6A1}" type="presParOf" srcId="{F1EE6BE5-1748-4BC6-B438-0FF9081A3341}" destId="{41199464-FB30-4A5F-9DE3-C534AE070826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8311577-965C-449D-80DF-E7D7C55A59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2D755B6B-B26A-4699-ADA9-B1A49C1EB6BE}">
      <dgm:prSet/>
      <dgm:spPr/>
      <dgm:t>
        <a:bodyPr/>
        <a:lstStyle/>
        <a:p>
          <a:r>
            <a:rPr lang="en-US"/>
            <a:t>Consecuencias legales</a:t>
          </a:r>
        </a:p>
      </dgm:t>
    </dgm:pt>
    <dgm:pt modelId="{07AC0C35-336C-4799-B3E8-BB73293DA432}" type="parTrans" cxnId="{4C9B6268-82DA-4D8C-A247-171F8B6B7C12}">
      <dgm:prSet/>
      <dgm:spPr/>
      <dgm:t>
        <a:bodyPr/>
        <a:lstStyle/>
        <a:p>
          <a:endParaRPr lang="en-US"/>
        </a:p>
      </dgm:t>
    </dgm:pt>
    <dgm:pt modelId="{C19E5CDF-7130-42FB-A15B-90352CE62094}" type="sibTrans" cxnId="{4C9B6268-82DA-4D8C-A247-171F8B6B7C12}">
      <dgm:prSet/>
      <dgm:spPr/>
      <dgm:t>
        <a:bodyPr/>
        <a:lstStyle/>
        <a:p>
          <a:endParaRPr lang="en-US"/>
        </a:p>
      </dgm:t>
    </dgm:pt>
    <dgm:pt modelId="{E4FED9D8-FD87-4D18-B428-EFBA4638301E}">
      <dgm:prSet/>
      <dgm:spPr/>
      <dgm:t>
        <a:bodyPr/>
        <a:lstStyle/>
        <a:p>
          <a:r>
            <a:rPr lang="en-US"/>
            <a:t>Consecuencias económicas</a:t>
          </a:r>
        </a:p>
      </dgm:t>
    </dgm:pt>
    <dgm:pt modelId="{161EB35C-0E31-4E31-8E49-967AA2A60B04}" type="parTrans" cxnId="{DD2E7DA7-E120-4BF4-BED1-517FBD1901E1}">
      <dgm:prSet/>
      <dgm:spPr/>
      <dgm:t>
        <a:bodyPr/>
        <a:lstStyle/>
        <a:p>
          <a:endParaRPr lang="en-US"/>
        </a:p>
      </dgm:t>
    </dgm:pt>
    <dgm:pt modelId="{F61F3383-37C7-4C3B-82D6-196E7DBD1D07}" type="sibTrans" cxnId="{DD2E7DA7-E120-4BF4-BED1-517FBD1901E1}">
      <dgm:prSet/>
      <dgm:spPr/>
      <dgm:t>
        <a:bodyPr/>
        <a:lstStyle/>
        <a:p>
          <a:endParaRPr lang="en-US"/>
        </a:p>
      </dgm:t>
    </dgm:pt>
    <dgm:pt modelId="{EB9C48C1-3AD1-44A6-9203-E041848552C6}">
      <dgm:prSet/>
      <dgm:spPr/>
      <dgm:t>
        <a:bodyPr/>
        <a:lstStyle/>
        <a:p>
          <a:r>
            <a:rPr lang="en-US"/>
            <a:t>Daños a la imagen corporativa</a:t>
          </a:r>
        </a:p>
      </dgm:t>
    </dgm:pt>
    <dgm:pt modelId="{A0E31297-86F8-4673-B8BF-523EE5CEB2B4}" type="parTrans" cxnId="{ACBD11E0-C1E4-493E-B38E-987C4092425B}">
      <dgm:prSet/>
      <dgm:spPr/>
      <dgm:t>
        <a:bodyPr/>
        <a:lstStyle/>
        <a:p>
          <a:endParaRPr lang="en-US"/>
        </a:p>
      </dgm:t>
    </dgm:pt>
    <dgm:pt modelId="{B0DC6314-C627-4CEF-A639-588327425604}" type="sibTrans" cxnId="{ACBD11E0-C1E4-493E-B38E-987C4092425B}">
      <dgm:prSet/>
      <dgm:spPr/>
      <dgm:t>
        <a:bodyPr/>
        <a:lstStyle/>
        <a:p>
          <a:endParaRPr lang="en-US"/>
        </a:p>
      </dgm:t>
    </dgm:pt>
    <dgm:pt modelId="{59CBF1AF-50C9-48D3-ADF3-1ED380AF6D84}" type="pres">
      <dgm:prSet presAssocID="{68311577-965C-449D-80DF-E7D7C55A5957}" presName="root" presStyleCnt="0">
        <dgm:presLayoutVars>
          <dgm:dir/>
          <dgm:resizeHandles val="exact"/>
        </dgm:presLayoutVars>
      </dgm:prSet>
      <dgm:spPr/>
    </dgm:pt>
    <dgm:pt modelId="{B99F85B8-DBC5-486B-B092-16D0419FF3A1}" type="pres">
      <dgm:prSet presAssocID="{2D755B6B-B26A-4699-ADA9-B1A49C1EB6BE}" presName="compNode" presStyleCnt="0"/>
      <dgm:spPr/>
    </dgm:pt>
    <dgm:pt modelId="{E782BFF4-09AC-4F5B-8094-CFB0FBFE3338}" type="pres">
      <dgm:prSet presAssocID="{2D755B6B-B26A-4699-ADA9-B1A49C1EB6BE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1D1F0D7E-74CA-425E-8DCE-9450FF779DED}" type="pres">
      <dgm:prSet presAssocID="{2D755B6B-B26A-4699-ADA9-B1A49C1EB6BE}" presName="spaceRect" presStyleCnt="0"/>
      <dgm:spPr/>
    </dgm:pt>
    <dgm:pt modelId="{E3ADD74D-108E-4E3E-8355-F4FCA983CE14}" type="pres">
      <dgm:prSet presAssocID="{2D755B6B-B26A-4699-ADA9-B1A49C1EB6BE}" presName="textRect" presStyleLbl="revTx" presStyleIdx="0" presStyleCnt="3">
        <dgm:presLayoutVars>
          <dgm:chMax val="1"/>
          <dgm:chPref val="1"/>
        </dgm:presLayoutVars>
      </dgm:prSet>
      <dgm:spPr/>
    </dgm:pt>
    <dgm:pt modelId="{0C11A66D-C43C-4A72-8AEB-FD23BBAF1C45}" type="pres">
      <dgm:prSet presAssocID="{C19E5CDF-7130-42FB-A15B-90352CE62094}" presName="sibTrans" presStyleCnt="0"/>
      <dgm:spPr/>
    </dgm:pt>
    <dgm:pt modelId="{9705B592-05FF-4760-8E24-201BEE059506}" type="pres">
      <dgm:prSet presAssocID="{E4FED9D8-FD87-4D18-B428-EFBA4638301E}" presName="compNode" presStyleCnt="0"/>
      <dgm:spPr/>
    </dgm:pt>
    <dgm:pt modelId="{2750B9EC-101A-4E9F-904F-986A2792A45F}" type="pres">
      <dgm:prSet presAssocID="{E4FED9D8-FD87-4D18-B428-EFBA4638301E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das"/>
        </a:ext>
      </dgm:extLst>
    </dgm:pt>
    <dgm:pt modelId="{CDF95267-A46F-4FB6-970C-8ED856F92DAC}" type="pres">
      <dgm:prSet presAssocID="{E4FED9D8-FD87-4D18-B428-EFBA4638301E}" presName="spaceRect" presStyleCnt="0"/>
      <dgm:spPr/>
    </dgm:pt>
    <dgm:pt modelId="{135D384D-2F90-465F-8726-28B4AD1EBC5D}" type="pres">
      <dgm:prSet presAssocID="{E4FED9D8-FD87-4D18-B428-EFBA4638301E}" presName="textRect" presStyleLbl="revTx" presStyleIdx="1" presStyleCnt="3">
        <dgm:presLayoutVars>
          <dgm:chMax val="1"/>
          <dgm:chPref val="1"/>
        </dgm:presLayoutVars>
      </dgm:prSet>
      <dgm:spPr/>
    </dgm:pt>
    <dgm:pt modelId="{C95ED1EB-1492-49C0-BF37-F7EDEA8C2A46}" type="pres">
      <dgm:prSet presAssocID="{F61F3383-37C7-4C3B-82D6-196E7DBD1D07}" presName="sibTrans" presStyleCnt="0"/>
      <dgm:spPr/>
    </dgm:pt>
    <dgm:pt modelId="{420A5A1F-B7B6-45EB-B189-1CAD0ACFCCD7}" type="pres">
      <dgm:prSet presAssocID="{EB9C48C1-3AD1-44A6-9203-E041848552C6}" presName="compNode" presStyleCnt="0"/>
      <dgm:spPr/>
    </dgm:pt>
    <dgm:pt modelId="{BC1459EA-0099-445C-A5B3-3BB7DAFC53FB}" type="pres">
      <dgm:prSet presAssocID="{EB9C48C1-3AD1-44A6-9203-E041848552C6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11A34E13-4AFB-468F-9F85-8DA3D70431DD}" type="pres">
      <dgm:prSet presAssocID="{EB9C48C1-3AD1-44A6-9203-E041848552C6}" presName="spaceRect" presStyleCnt="0"/>
      <dgm:spPr/>
    </dgm:pt>
    <dgm:pt modelId="{EDF5CBAE-B5CB-41DA-9D4B-E6C6297042BE}" type="pres">
      <dgm:prSet presAssocID="{EB9C48C1-3AD1-44A6-9203-E041848552C6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C9B6268-82DA-4D8C-A247-171F8B6B7C12}" srcId="{68311577-965C-449D-80DF-E7D7C55A5957}" destId="{2D755B6B-B26A-4699-ADA9-B1A49C1EB6BE}" srcOrd="0" destOrd="0" parTransId="{07AC0C35-336C-4799-B3E8-BB73293DA432}" sibTransId="{C19E5CDF-7130-42FB-A15B-90352CE62094}"/>
    <dgm:cxn modelId="{DD2E7DA7-E120-4BF4-BED1-517FBD1901E1}" srcId="{68311577-965C-449D-80DF-E7D7C55A5957}" destId="{E4FED9D8-FD87-4D18-B428-EFBA4638301E}" srcOrd="1" destOrd="0" parTransId="{161EB35C-0E31-4E31-8E49-967AA2A60B04}" sibTransId="{F61F3383-37C7-4C3B-82D6-196E7DBD1D07}"/>
    <dgm:cxn modelId="{7DB7B0BC-1AB1-42D5-81D0-C2B1390A0A68}" type="presOf" srcId="{EB9C48C1-3AD1-44A6-9203-E041848552C6}" destId="{EDF5CBAE-B5CB-41DA-9D4B-E6C6297042BE}" srcOrd="0" destOrd="0" presId="urn:microsoft.com/office/officeart/2018/2/layout/IconLabelList"/>
    <dgm:cxn modelId="{F16F8CBD-EFA4-42B1-9171-06030732DF4D}" type="presOf" srcId="{E4FED9D8-FD87-4D18-B428-EFBA4638301E}" destId="{135D384D-2F90-465F-8726-28B4AD1EBC5D}" srcOrd="0" destOrd="0" presId="urn:microsoft.com/office/officeart/2018/2/layout/IconLabelList"/>
    <dgm:cxn modelId="{ACBD11E0-C1E4-493E-B38E-987C4092425B}" srcId="{68311577-965C-449D-80DF-E7D7C55A5957}" destId="{EB9C48C1-3AD1-44A6-9203-E041848552C6}" srcOrd="2" destOrd="0" parTransId="{A0E31297-86F8-4673-B8BF-523EE5CEB2B4}" sibTransId="{B0DC6314-C627-4CEF-A639-588327425604}"/>
    <dgm:cxn modelId="{23B99DF1-394F-45C3-8CBC-08201E8AEF21}" type="presOf" srcId="{68311577-965C-449D-80DF-E7D7C55A5957}" destId="{59CBF1AF-50C9-48D3-ADF3-1ED380AF6D84}" srcOrd="0" destOrd="0" presId="urn:microsoft.com/office/officeart/2018/2/layout/IconLabelList"/>
    <dgm:cxn modelId="{BCC781F9-9995-4E03-9654-D217C09347CE}" type="presOf" srcId="{2D755B6B-B26A-4699-ADA9-B1A49C1EB6BE}" destId="{E3ADD74D-108E-4E3E-8355-F4FCA983CE14}" srcOrd="0" destOrd="0" presId="urn:microsoft.com/office/officeart/2018/2/layout/IconLabelList"/>
    <dgm:cxn modelId="{41CE057A-4210-4357-BE1F-3E6A56C663BC}" type="presParOf" srcId="{59CBF1AF-50C9-48D3-ADF3-1ED380AF6D84}" destId="{B99F85B8-DBC5-486B-B092-16D0419FF3A1}" srcOrd="0" destOrd="0" presId="urn:microsoft.com/office/officeart/2018/2/layout/IconLabelList"/>
    <dgm:cxn modelId="{0818A5B9-DBE7-46AF-9B6C-B391E3E75A29}" type="presParOf" srcId="{B99F85B8-DBC5-486B-B092-16D0419FF3A1}" destId="{E782BFF4-09AC-4F5B-8094-CFB0FBFE3338}" srcOrd="0" destOrd="0" presId="urn:microsoft.com/office/officeart/2018/2/layout/IconLabelList"/>
    <dgm:cxn modelId="{EA28BFB9-3C6E-400C-8E82-281EED69B426}" type="presParOf" srcId="{B99F85B8-DBC5-486B-B092-16D0419FF3A1}" destId="{1D1F0D7E-74CA-425E-8DCE-9450FF779DED}" srcOrd="1" destOrd="0" presId="urn:microsoft.com/office/officeart/2018/2/layout/IconLabelList"/>
    <dgm:cxn modelId="{2AB3747F-0DC9-432B-9684-476537CA7279}" type="presParOf" srcId="{B99F85B8-DBC5-486B-B092-16D0419FF3A1}" destId="{E3ADD74D-108E-4E3E-8355-F4FCA983CE14}" srcOrd="2" destOrd="0" presId="urn:microsoft.com/office/officeart/2018/2/layout/IconLabelList"/>
    <dgm:cxn modelId="{C3B10F7E-4B66-45CC-85FB-82949D86930E}" type="presParOf" srcId="{59CBF1AF-50C9-48D3-ADF3-1ED380AF6D84}" destId="{0C11A66D-C43C-4A72-8AEB-FD23BBAF1C45}" srcOrd="1" destOrd="0" presId="urn:microsoft.com/office/officeart/2018/2/layout/IconLabelList"/>
    <dgm:cxn modelId="{E7103697-D752-42A8-A5F0-3044C65CC354}" type="presParOf" srcId="{59CBF1AF-50C9-48D3-ADF3-1ED380AF6D84}" destId="{9705B592-05FF-4760-8E24-201BEE059506}" srcOrd="2" destOrd="0" presId="urn:microsoft.com/office/officeart/2018/2/layout/IconLabelList"/>
    <dgm:cxn modelId="{BF84E827-C4C8-4437-AD6C-CEBE0CDDF386}" type="presParOf" srcId="{9705B592-05FF-4760-8E24-201BEE059506}" destId="{2750B9EC-101A-4E9F-904F-986A2792A45F}" srcOrd="0" destOrd="0" presId="urn:microsoft.com/office/officeart/2018/2/layout/IconLabelList"/>
    <dgm:cxn modelId="{2AAF022F-A9E1-41A7-BD2C-E26B86ABCF32}" type="presParOf" srcId="{9705B592-05FF-4760-8E24-201BEE059506}" destId="{CDF95267-A46F-4FB6-970C-8ED856F92DAC}" srcOrd="1" destOrd="0" presId="urn:microsoft.com/office/officeart/2018/2/layout/IconLabelList"/>
    <dgm:cxn modelId="{00C41CDA-E5D3-4614-ABEC-1CBF02707824}" type="presParOf" srcId="{9705B592-05FF-4760-8E24-201BEE059506}" destId="{135D384D-2F90-465F-8726-28B4AD1EBC5D}" srcOrd="2" destOrd="0" presId="urn:microsoft.com/office/officeart/2018/2/layout/IconLabelList"/>
    <dgm:cxn modelId="{5EFF9AC3-9A29-4D66-91CC-52400DB307B0}" type="presParOf" srcId="{59CBF1AF-50C9-48D3-ADF3-1ED380AF6D84}" destId="{C95ED1EB-1492-49C0-BF37-F7EDEA8C2A46}" srcOrd="3" destOrd="0" presId="urn:microsoft.com/office/officeart/2018/2/layout/IconLabelList"/>
    <dgm:cxn modelId="{3CA9DADA-284F-43D0-8A52-6C7845AF4B53}" type="presParOf" srcId="{59CBF1AF-50C9-48D3-ADF3-1ED380AF6D84}" destId="{420A5A1F-B7B6-45EB-B189-1CAD0ACFCCD7}" srcOrd="4" destOrd="0" presId="urn:microsoft.com/office/officeart/2018/2/layout/IconLabelList"/>
    <dgm:cxn modelId="{F5BA7597-DE36-45B2-BC09-6BD722CB145E}" type="presParOf" srcId="{420A5A1F-B7B6-45EB-B189-1CAD0ACFCCD7}" destId="{BC1459EA-0099-445C-A5B3-3BB7DAFC53FB}" srcOrd="0" destOrd="0" presId="urn:microsoft.com/office/officeart/2018/2/layout/IconLabelList"/>
    <dgm:cxn modelId="{5D83EB7A-F9C2-40A4-93F0-57EEECB1E5ED}" type="presParOf" srcId="{420A5A1F-B7B6-45EB-B189-1CAD0ACFCCD7}" destId="{11A34E13-4AFB-468F-9F85-8DA3D70431DD}" srcOrd="1" destOrd="0" presId="urn:microsoft.com/office/officeart/2018/2/layout/IconLabelList"/>
    <dgm:cxn modelId="{51C98BA5-2DCB-4FE6-9665-D40280917285}" type="presParOf" srcId="{420A5A1F-B7B6-45EB-B189-1CAD0ACFCCD7}" destId="{EDF5CBAE-B5CB-41DA-9D4B-E6C6297042BE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04FAB6EF-957E-4753-80EA-BF151A1BE2DB}" type="doc">
      <dgm:prSet loTypeId="urn:microsoft.com/office/officeart/2005/8/layout/cycle1" loCatId="cycle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9E608F48-ED60-4003-B42B-8B12D40156E7}">
      <dgm:prSet/>
      <dgm:spPr/>
      <dgm:t>
        <a:bodyPr/>
        <a:lstStyle/>
        <a:p>
          <a:r>
            <a:rPr lang="en-US"/>
            <a:t>Control de accesos</a:t>
          </a:r>
        </a:p>
      </dgm:t>
    </dgm:pt>
    <dgm:pt modelId="{9F68FA9C-6DBB-4494-A8F2-FE259BD82A42}" type="parTrans" cxnId="{58602935-EB78-43FF-8254-1256D9FA7BDD}">
      <dgm:prSet/>
      <dgm:spPr/>
      <dgm:t>
        <a:bodyPr/>
        <a:lstStyle/>
        <a:p>
          <a:endParaRPr lang="en-US"/>
        </a:p>
      </dgm:t>
    </dgm:pt>
    <dgm:pt modelId="{5F2B73AA-ABBC-49CC-A182-716D26164DCB}" type="sibTrans" cxnId="{58602935-EB78-43FF-8254-1256D9FA7BDD}">
      <dgm:prSet/>
      <dgm:spPr/>
      <dgm:t>
        <a:bodyPr/>
        <a:lstStyle/>
        <a:p>
          <a:endParaRPr lang="en-US"/>
        </a:p>
      </dgm:t>
    </dgm:pt>
    <dgm:pt modelId="{D2270D7A-FE3E-45FF-B75C-C64A079156B3}">
      <dgm:prSet/>
      <dgm:spPr/>
      <dgm:t>
        <a:bodyPr/>
        <a:lstStyle/>
        <a:p>
          <a:r>
            <a:rPr lang="en-US"/>
            <a:t>Gestión de activos</a:t>
          </a:r>
        </a:p>
      </dgm:t>
    </dgm:pt>
    <dgm:pt modelId="{CCA352D9-2FC9-41A0-BF65-0D3DD89B5D42}" type="parTrans" cxnId="{9110B0C3-A642-4E35-AF36-2EBF765A61C3}">
      <dgm:prSet/>
      <dgm:spPr/>
      <dgm:t>
        <a:bodyPr/>
        <a:lstStyle/>
        <a:p>
          <a:endParaRPr lang="en-US"/>
        </a:p>
      </dgm:t>
    </dgm:pt>
    <dgm:pt modelId="{9D2DFC07-C01F-4F24-AD0B-3C7C13E6F8A0}" type="sibTrans" cxnId="{9110B0C3-A642-4E35-AF36-2EBF765A61C3}">
      <dgm:prSet/>
      <dgm:spPr/>
      <dgm:t>
        <a:bodyPr/>
        <a:lstStyle/>
        <a:p>
          <a:endParaRPr lang="en-US"/>
        </a:p>
      </dgm:t>
    </dgm:pt>
    <dgm:pt modelId="{2F2B3688-0B26-48FE-A0DA-76DFB8C7E3B6}">
      <dgm:prSet/>
      <dgm:spPr/>
      <dgm:t>
        <a:bodyPr/>
        <a:lstStyle/>
        <a:p>
          <a:r>
            <a:rPr lang="en-US"/>
            <a:t>Seguridad física</a:t>
          </a:r>
        </a:p>
      </dgm:t>
    </dgm:pt>
    <dgm:pt modelId="{3DB0D9C1-0CCC-4375-858D-B3512B239BB8}" type="parTrans" cxnId="{34EFE454-BB03-41DA-912C-85B7E28BCB2D}">
      <dgm:prSet/>
      <dgm:spPr/>
      <dgm:t>
        <a:bodyPr/>
        <a:lstStyle/>
        <a:p>
          <a:endParaRPr lang="en-US"/>
        </a:p>
      </dgm:t>
    </dgm:pt>
    <dgm:pt modelId="{361D63CB-FA6F-4D54-AEB4-D4A16195A5D6}" type="sibTrans" cxnId="{34EFE454-BB03-41DA-912C-85B7E28BCB2D}">
      <dgm:prSet/>
      <dgm:spPr/>
      <dgm:t>
        <a:bodyPr/>
        <a:lstStyle/>
        <a:p>
          <a:endParaRPr lang="en-US"/>
        </a:p>
      </dgm:t>
    </dgm:pt>
    <dgm:pt modelId="{AE7A9D74-82FA-452F-BF91-3C80F38449E0}">
      <dgm:prSet/>
      <dgm:spPr/>
      <dgm:t>
        <a:bodyPr/>
        <a:lstStyle/>
        <a:p>
          <a:r>
            <a:rPr lang="en-US"/>
            <a:t>Seguridad en las operaciones</a:t>
          </a:r>
        </a:p>
      </dgm:t>
    </dgm:pt>
    <dgm:pt modelId="{A5851E26-D25F-440A-AEC8-8EE629DB36B7}" type="parTrans" cxnId="{7D0D7EE6-A2EB-4BBF-9AF9-0F958B76D2BA}">
      <dgm:prSet/>
      <dgm:spPr/>
      <dgm:t>
        <a:bodyPr/>
        <a:lstStyle/>
        <a:p>
          <a:endParaRPr lang="en-US"/>
        </a:p>
      </dgm:t>
    </dgm:pt>
    <dgm:pt modelId="{673BB786-8DB2-4876-9EEF-0022DD72B536}" type="sibTrans" cxnId="{7D0D7EE6-A2EB-4BBF-9AF9-0F958B76D2BA}">
      <dgm:prSet/>
      <dgm:spPr/>
      <dgm:t>
        <a:bodyPr/>
        <a:lstStyle/>
        <a:p>
          <a:endParaRPr lang="en-US"/>
        </a:p>
      </dgm:t>
    </dgm:pt>
    <dgm:pt modelId="{141F8FC3-3037-4E2F-9501-97F58487122E}">
      <dgm:prSet/>
      <dgm:spPr/>
      <dgm:t>
        <a:bodyPr/>
        <a:lstStyle/>
        <a:p>
          <a:r>
            <a:rPr lang="en-US"/>
            <a:t>Gestión de incidentes</a:t>
          </a:r>
        </a:p>
      </dgm:t>
    </dgm:pt>
    <dgm:pt modelId="{0AD53D1B-B5B0-4C72-8DA5-D859AEEE7A9B}" type="parTrans" cxnId="{5299778C-A2A3-4CF0-87FB-9EEFA96690CA}">
      <dgm:prSet/>
      <dgm:spPr/>
      <dgm:t>
        <a:bodyPr/>
        <a:lstStyle/>
        <a:p>
          <a:endParaRPr lang="en-US"/>
        </a:p>
      </dgm:t>
    </dgm:pt>
    <dgm:pt modelId="{305B6B40-9403-4098-9A6D-B72EC12D32E1}" type="sibTrans" cxnId="{5299778C-A2A3-4CF0-87FB-9EEFA96690CA}">
      <dgm:prSet/>
      <dgm:spPr/>
      <dgm:t>
        <a:bodyPr/>
        <a:lstStyle/>
        <a:p>
          <a:endParaRPr lang="en-US"/>
        </a:p>
      </dgm:t>
    </dgm:pt>
    <dgm:pt modelId="{08AB4383-7254-43D6-B0D5-7382696A4D1E}" type="pres">
      <dgm:prSet presAssocID="{04FAB6EF-957E-4753-80EA-BF151A1BE2DB}" presName="cycle" presStyleCnt="0">
        <dgm:presLayoutVars>
          <dgm:dir/>
          <dgm:resizeHandles val="exact"/>
        </dgm:presLayoutVars>
      </dgm:prSet>
      <dgm:spPr/>
    </dgm:pt>
    <dgm:pt modelId="{96296CF7-C2E8-4076-954D-0464FF3EE435}" type="pres">
      <dgm:prSet presAssocID="{9E608F48-ED60-4003-B42B-8B12D40156E7}" presName="dummy" presStyleCnt="0"/>
      <dgm:spPr/>
    </dgm:pt>
    <dgm:pt modelId="{CDAC1C18-E986-4C7B-8143-39386877F5B6}" type="pres">
      <dgm:prSet presAssocID="{9E608F48-ED60-4003-B42B-8B12D40156E7}" presName="node" presStyleLbl="revTx" presStyleIdx="0" presStyleCnt="5">
        <dgm:presLayoutVars>
          <dgm:bulletEnabled val="1"/>
        </dgm:presLayoutVars>
      </dgm:prSet>
      <dgm:spPr/>
    </dgm:pt>
    <dgm:pt modelId="{26DD9365-E740-4CC0-A915-57168188478E}" type="pres">
      <dgm:prSet presAssocID="{5F2B73AA-ABBC-49CC-A182-716D26164DCB}" presName="sibTrans" presStyleLbl="node1" presStyleIdx="0" presStyleCnt="5"/>
      <dgm:spPr/>
    </dgm:pt>
    <dgm:pt modelId="{132FA4BD-E5CD-4701-8241-06EC73A69BB5}" type="pres">
      <dgm:prSet presAssocID="{D2270D7A-FE3E-45FF-B75C-C64A079156B3}" presName="dummy" presStyleCnt="0"/>
      <dgm:spPr/>
    </dgm:pt>
    <dgm:pt modelId="{B9ADF833-B228-4EF0-A2D0-41DB30DC54A5}" type="pres">
      <dgm:prSet presAssocID="{D2270D7A-FE3E-45FF-B75C-C64A079156B3}" presName="node" presStyleLbl="revTx" presStyleIdx="1" presStyleCnt="5">
        <dgm:presLayoutVars>
          <dgm:bulletEnabled val="1"/>
        </dgm:presLayoutVars>
      </dgm:prSet>
      <dgm:spPr/>
    </dgm:pt>
    <dgm:pt modelId="{5364C999-3349-4710-9263-D2E81D0DAA03}" type="pres">
      <dgm:prSet presAssocID="{9D2DFC07-C01F-4F24-AD0B-3C7C13E6F8A0}" presName="sibTrans" presStyleLbl="node1" presStyleIdx="1" presStyleCnt="5"/>
      <dgm:spPr/>
    </dgm:pt>
    <dgm:pt modelId="{5129504D-52B4-4BAB-92BE-06BEFDCB297A}" type="pres">
      <dgm:prSet presAssocID="{2F2B3688-0B26-48FE-A0DA-76DFB8C7E3B6}" presName="dummy" presStyleCnt="0"/>
      <dgm:spPr/>
    </dgm:pt>
    <dgm:pt modelId="{46092715-8AF2-490A-AB48-ED2591564D64}" type="pres">
      <dgm:prSet presAssocID="{2F2B3688-0B26-48FE-A0DA-76DFB8C7E3B6}" presName="node" presStyleLbl="revTx" presStyleIdx="2" presStyleCnt="5">
        <dgm:presLayoutVars>
          <dgm:bulletEnabled val="1"/>
        </dgm:presLayoutVars>
      </dgm:prSet>
      <dgm:spPr/>
    </dgm:pt>
    <dgm:pt modelId="{96FD86D9-7BFE-4526-9B39-A133447635A5}" type="pres">
      <dgm:prSet presAssocID="{361D63CB-FA6F-4D54-AEB4-D4A16195A5D6}" presName="sibTrans" presStyleLbl="node1" presStyleIdx="2" presStyleCnt="5"/>
      <dgm:spPr/>
    </dgm:pt>
    <dgm:pt modelId="{A0545BDD-0021-4B8F-BF8B-1F1BD100542C}" type="pres">
      <dgm:prSet presAssocID="{AE7A9D74-82FA-452F-BF91-3C80F38449E0}" presName="dummy" presStyleCnt="0"/>
      <dgm:spPr/>
    </dgm:pt>
    <dgm:pt modelId="{8222720E-8150-4D82-AE56-37CA014F84B8}" type="pres">
      <dgm:prSet presAssocID="{AE7A9D74-82FA-452F-BF91-3C80F38449E0}" presName="node" presStyleLbl="revTx" presStyleIdx="3" presStyleCnt="5">
        <dgm:presLayoutVars>
          <dgm:bulletEnabled val="1"/>
        </dgm:presLayoutVars>
      </dgm:prSet>
      <dgm:spPr/>
    </dgm:pt>
    <dgm:pt modelId="{668EFF95-2FAA-4DF3-9D75-87A8665FFD56}" type="pres">
      <dgm:prSet presAssocID="{673BB786-8DB2-4876-9EEF-0022DD72B536}" presName="sibTrans" presStyleLbl="node1" presStyleIdx="3" presStyleCnt="5"/>
      <dgm:spPr/>
    </dgm:pt>
    <dgm:pt modelId="{6AD684B2-F6C3-457F-9181-55E464227DE9}" type="pres">
      <dgm:prSet presAssocID="{141F8FC3-3037-4E2F-9501-97F58487122E}" presName="dummy" presStyleCnt="0"/>
      <dgm:spPr/>
    </dgm:pt>
    <dgm:pt modelId="{67149ACC-D122-4DA5-96E7-AB80286A3984}" type="pres">
      <dgm:prSet presAssocID="{141F8FC3-3037-4E2F-9501-97F58487122E}" presName="node" presStyleLbl="revTx" presStyleIdx="4" presStyleCnt="5">
        <dgm:presLayoutVars>
          <dgm:bulletEnabled val="1"/>
        </dgm:presLayoutVars>
      </dgm:prSet>
      <dgm:spPr/>
    </dgm:pt>
    <dgm:pt modelId="{57A312C6-AB32-4A9F-8DF6-2EE7AD41EF8E}" type="pres">
      <dgm:prSet presAssocID="{305B6B40-9403-4098-9A6D-B72EC12D32E1}" presName="sibTrans" presStyleLbl="node1" presStyleIdx="4" presStyleCnt="5"/>
      <dgm:spPr/>
    </dgm:pt>
  </dgm:ptLst>
  <dgm:cxnLst>
    <dgm:cxn modelId="{4497871B-0B32-414B-914C-8A8E6481B214}" type="presOf" srcId="{9D2DFC07-C01F-4F24-AD0B-3C7C13E6F8A0}" destId="{5364C999-3349-4710-9263-D2E81D0DAA03}" srcOrd="0" destOrd="0" presId="urn:microsoft.com/office/officeart/2005/8/layout/cycle1"/>
    <dgm:cxn modelId="{041E9A2A-68E0-4C67-A3D5-320418F5AB7B}" type="presOf" srcId="{141F8FC3-3037-4E2F-9501-97F58487122E}" destId="{67149ACC-D122-4DA5-96E7-AB80286A3984}" srcOrd="0" destOrd="0" presId="urn:microsoft.com/office/officeart/2005/8/layout/cycle1"/>
    <dgm:cxn modelId="{58602935-EB78-43FF-8254-1256D9FA7BDD}" srcId="{04FAB6EF-957E-4753-80EA-BF151A1BE2DB}" destId="{9E608F48-ED60-4003-B42B-8B12D40156E7}" srcOrd="0" destOrd="0" parTransId="{9F68FA9C-6DBB-4494-A8F2-FE259BD82A42}" sibTransId="{5F2B73AA-ABBC-49CC-A182-716D26164DCB}"/>
    <dgm:cxn modelId="{CD03F64A-66B3-4F77-9BE0-1DF52176820F}" type="presOf" srcId="{9E608F48-ED60-4003-B42B-8B12D40156E7}" destId="{CDAC1C18-E986-4C7B-8143-39386877F5B6}" srcOrd="0" destOrd="0" presId="urn:microsoft.com/office/officeart/2005/8/layout/cycle1"/>
    <dgm:cxn modelId="{283E1D4E-9ECF-4875-A16A-B3DD9982E38D}" type="presOf" srcId="{04FAB6EF-957E-4753-80EA-BF151A1BE2DB}" destId="{08AB4383-7254-43D6-B0D5-7382696A4D1E}" srcOrd="0" destOrd="0" presId="urn:microsoft.com/office/officeart/2005/8/layout/cycle1"/>
    <dgm:cxn modelId="{34EFE454-BB03-41DA-912C-85B7E28BCB2D}" srcId="{04FAB6EF-957E-4753-80EA-BF151A1BE2DB}" destId="{2F2B3688-0B26-48FE-A0DA-76DFB8C7E3B6}" srcOrd="2" destOrd="0" parTransId="{3DB0D9C1-0CCC-4375-858D-B3512B239BB8}" sibTransId="{361D63CB-FA6F-4D54-AEB4-D4A16195A5D6}"/>
    <dgm:cxn modelId="{C5036189-0257-48AE-8776-750DDE81E07E}" type="presOf" srcId="{D2270D7A-FE3E-45FF-B75C-C64A079156B3}" destId="{B9ADF833-B228-4EF0-A2D0-41DB30DC54A5}" srcOrd="0" destOrd="0" presId="urn:microsoft.com/office/officeart/2005/8/layout/cycle1"/>
    <dgm:cxn modelId="{5299778C-A2A3-4CF0-87FB-9EEFA96690CA}" srcId="{04FAB6EF-957E-4753-80EA-BF151A1BE2DB}" destId="{141F8FC3-3037-4E2F-9501-97F58487122E}" srcOrd="4" destOrd="0" parTransId="{0AD53D1B-B5B0-4C72-8DA5-D859AEEE7A9B}" sibTransId="{305B6B40-9403-4098-9A6D-B72EC12D32E1}"/>
    <dgm:cxn modelId="{F6112C9C-ECF4-4358-85F9-FAC50AF246D4}" type="presOf" srcId="{361D63CB-FA6F-4D54-AEB4-D4A16195A5D6}" destId="{96FD86D9-7BFE-4526-9B39-A133447635A5}" srcOrd="0" destOrd="0" presId="urn:microsoft.com/office/officeart/2005/8/layout/cycle1"/>
    <dgm:cxn modelId="{8FBF6AA0-4F38-4FBF-BC67-8142E0FEA4FA}" type="presOf" srcId="{305B6B40-9403-4098-9A6D-B72EC12D32E1}" destId="{57A312C6-AB32-4A9F-8DF6-2EE7AD41EF8E}" srcOrd="0" destOrd="0" presId="urn:microsoft.com/office/officeart/2005/8/layout/cycle1"/>
    <dgm:cxn modelId="{9110B0C3-A642-4E35-AF36-2EBF765A61C3}" srcId="{04FAB6EF-957E-4753-80EA-BF151A1BE2DB}" destId="{D2270D7A-FE3E-45FF-B75C-C64A079156B3}" srcOrd="1" destOrd="0" parTransId="{CCA352D9-2FC9-41A0-BF65-0D3DD89B5D42}" sibTransId="{9D2DFC07-C01F-4F24-AD0B-3C7C13E6F8A0}"/>
    <dgm:cxn modelId="{7D8DA8C8-3BB6-4739-B989-505E9FFDF12E}" type="presOf" srcId="{5F2B73AA-ABBC-49CC-A182-716D26164DCB}" destId="{26DD9365-E740-4CC0-A915-57168188478E}" srcOrd="0" destOrd="0" presId="urn:microsoft.com/office/officeart/2005/8/layout/cycle1"/>
    <dgm:cxn modelId="{839144D4-0C0A-4C54-A18D-9E5B6C436754}" type="presOf" srcId="{AE7A9D74-82FA-452F-BF91-3C80F38449E0}" destId="{8222720E-8150-4D82-AE56-37CA014F84B8}" srcOrd="0" destOrd="0" presId="urn:microsoft.com/office/officeart/2005/8/layout/cycle1"/>
    <dgm:cxn modelId="{7D0D7EE6-A2EB-4BBF-9AF9-0F958B76D2BA}" srcId="{04FAB6EF-957E-4753-80EA-BF151A1BE2DB}" destId="{AE7A9D74-82FA-452F-BF91-3C80F38449E0}" srcOrd="3" destOrd="0" parTransId="{A5851E26-D25F-440A-AEC8-8EE629DB36B7}" sibTransId="{673BB786-8DB2-4876-9EEF-0022DD72B536}"/>
    <dgm:cxn modelId="{3CB1DCE7-1B9F-4374-9346-D8C48BC254FB}" type="presOf" srcId="{2F2B3688-0B26-48FE-A0DA-76DFB8C7E3B6}" destId="{46092715-8AF2-490A-AB48-ED2591564D64}" srcOrd="0" destOrd="0" presId="urn:microsoft.com/office/officeart/2005/8/layout/cycle1"/>
    <dgm:cxn modelId="{008EE1FE-9EBD-4774-B1AA-C6C722EE43AA}" type="presOf" srcId="{673BB786-8DB2-4876-9EEF-0022DD72B536}" destId="{668EFF95-2FAA-4DF3-9D75-87A8665FFD56}" srcOrd="0" destOrd="0" presId="urn:microsoft.com/office/officeart/2005/8/layout/cycle1"/>
    <dgm:cxn modelId="{453F8DE2-6F2C-4327-8832-87C0CB19D5F5}" type="presParOf" srcId="{08AB4383-7254-43D6-B0D5-7382696A4D1E}" destId="{96296CF7-C2E8-4076-954D-0464FF3EE435}" srcOrd="0" destOrd="0" presId="urn:microsoft.com/office/officeart/2005/8/layout/cycle1"/>
    <dgm:cxn modelId="{7ADC256B-DAAD-47EC-9E99-56BD2F48768A}" type="presParOf" srcId="{08AB4383-7254-43D6-B0D5-7382696A4D1E}" destId="{CDAC1C18-E986-4C7B-8143-39386877F5B6}" srcOrd="1" destOrd="0" presId="urn:microsoft.com/office/officeart/2005/8/layout/cycle1"/>
    <dgm:cxn modelId="{A8C9126A-D4E2-465F-9C36-E03F2FC55954}" type="presParOf" srcId="{08AB4383-7254-43D6-B0D5-7382696A4D1E}" destId="{26DD9365-E740-4CC0-A915-57168188478E}" srcOrd="2" destOrd="0" presId="urn:microsoft.com/office/officeart/2005/8/layout/cycle1"/>
    <dgm:cxn modelId="{278D3962-98D5-4FE7-9EF5-E229EC53E837}" type="presParOf" srcId="{08AB4383-7254-43D6-B0D5-7382696A4D1E}" destId="{132FA4BD-E5CD-4701-8241-06EC73A69BB5}" srcOrd="3" destOrd="0" presId="urn:microsoft.com/office/officeart/2005/8/layout/cycle1"/>
    <dgm:cxn modelId="{73E39CAF-2610-48D8-83A2-22B7A6B73719}" type="presParOf" srcId="{08AB4383-7254-43D6-B0D5-7382696A4D1E}" destId="{B9ADF833-B228-4EF0-A2D0-41DB30DC54A5}" srcOrd="4" destOrd="0" presId="urn:microsoft.com/office/officeart/2005/8/layout/cycle1"/>
    <dgm:cxn modelId="{774C7E65-CEDB-4DCE-ABCC-456F0C5ECB84}" type="presParOf" srcId="{08AB4383-7254-43D6-B0D5-7382696A4D1E}" destId="{5364C999-3349-4710-9263-D2E81D0DAA03}" srcOrd="5" destOrd="0" presId="urn:microsoft.com/office/officeart/2005/8/layout/cycle1"/>
    <dgm:cxn modelId="{2B7EFF6F-6803-4248-9B6D-D14E275F8FD9}" type="presParOf" srcId="{08AB4383-7254-43D6-B0D5-7382696A4D1E}" destId="{5129504D-52B4-4BAB-92BE-06BEFDCB297A}" srcOrd="6" destOrd="0" presId="urn:microsoft.com/office/officeart/2005/8/layout/cycle1"/>
    <dgm:cxn modelId="{F7DCFF57-ABCD-40A8-BF73-F19E303DA5D0}" type="presParOf" srcId="{08AB4383-7254-43D6-B0D5-7382696A4D1E}" destId="{46092715-8AF2-490A-AB48-ED2591564D64}" srcOrd="7" destOrd="0" presId="urn:microsoft.com/office/officeart/2005/8/layout/cycle1"/>
    <dgm:cxn modelId="{57DDB22E-1277-4395-89B8-D0274A63909A}" type="presParOf" srcId="{08AB4383-7254-43D6-B0D5-7382696A4D1E}" destId="{96FD86D9-7BFE-4526-9B39-A133447635A5}" srcOrd="8" destOrd="0" presId="urn:microsoft.com/office/officeart/2005/8/layout/cycle1"/>
    <dgm:cxn modelId="{366350B0-4430-4CE7-ABF8-AA47A5572113}" type="presParOf" srcId="{08AB4383-7254-43D6-B0D5-7382696A4D1E}" destId="{A0545BDD-0021-4B8F-BF8B-1F1BD100542C}" srcOrd="9" destOrd="0" presId="urn:microsoft.com/office/officeart/2005/8/layout/cycle1"/>
    <dgm:cxn modelId="{68F07C0F-DE44-4CA0-9A1A-7F1F8B8BFF78}" type="presParOf" srcId="{08AB4383-7254-43D6-B0D5-7382696A4D1E}" destId="{8222720E-8150-4D82-AE56-37CA014F84B8}" srcOrd="10" destOrd="0" presId="urn:microsoft.com/office/officeart/2005/8/layout/cycle1"/>
    <dgm:cxn modelId="{F14D643E-E26E-42EE-87C8-E11FC5798CA9}" type="presParOf" srcId="{08AB4383-7254-43D6-B0D5-7382696A4D1E}" destId="{668EFF95-2FAA-4DF3-9D75-87A8665FFD56}" srcOrd="11" destOrd="0" presId="urn:microsoft.com/office/officeart/2005/8/layout/cycle1"/>
    <dgm:cxn modelId="{29A13F88-A097-4CD9-87AC-6C5913E232DF}" type="presParOf" srcId="{08AB4383-7254-43D6-B0D5-7382696A4D1E}" destId="{6AD684B2-F6C3-457F-9181-55E464227DE9}" srcOrd="12" destOrd="0" presId="urn:microsoft.com/office/officeart/2005/8/layout/cycle1"/>
    <dgm:cxn modelId="{94610457-8285-423C-B76E-653AC8A963E0}" type="presParOf" srcId="{08AB4383-7254-43D6-B0D5-7382696A4D1E}" destId="{67149ACC-D122-4DA5-96E7-AB80286A3984}" srcOrd="13" destOrd="0" presId="urn:microsoft.com/office/officeart/2005/8/layout/cycle1"/>
    <dgm:cxn modelId="{E1494009-9A2B-4D35-9318-F24BB6F7F801}" type="presParOf" srcId="{08AB4383-7254-43D6-B0D5-7382696A4D1E}" destId="{57A312C6-AB32-4A9F-8DF6-2EE7AD41EF8E}" srcOrd="14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A0A04D6-8B8D-46DB-BE05-9A19A64EEE7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D56E777-F8A4-48D3-97B4-B560058C6E94}">
      <dgm:prSet/>
      <dgm:spPr/>
      <dgm:t>
        <a:bodyPr/>
        <a:lstStyle/>
        <a:p>
          <a:r>
            <a:rPr lang="en-US"/>
            <a:t>Marco de buenas prácticas para servicios TI</a:t>
          </a:r>
        </a:p>
      </dgm:t>
    </dgm:pt>
    <dgm:pt modelId="{5A301B2A-1BF8-4E97-8068-EBB276DC80D8}" type="parTrans" cxnId="{8CFC4CB1-0A05-4D1E-BE53-E6863997B1A2}">
      <dgm:prSet/>
      <dgm:spPr/>
      <dgm:t>
        <a:bodyPr/>
        <a:lstStyle/>
        <a:p>
          <a:endParaRPr lang="en-US"/>
        </a:p>
      </dgm:t>
    </dgm:pt>
    <dgm:pt modelId="{E79FD22D-8AD1-4262-89D9-05ED2E9006D2}" type="sibTrans" cxnId="{8CFC4CB1-0A05-4D1E-BE53-E6863997B1A2}">
      <dgm:prSet/>
      <dgm:spPr/>
      <dgm:t>
        <a:bodyPr/>
        <a:lstStyle/>
        <a:p>
          <a:endParaRPr lang="en-US"/>
        </a:p>
      </dgm:t>
    </dgm:pt>
    <dgm:pt modelId="{D489F4F7-7B3C-4109-A769-9BB64931983A}">
      <dgm:prSet/>
      <dgm:spPr/>
      <dgm:t>
        <a:bodyPr/>
        <a:lstStyle/>
        <a:p>
          <a:r>
            <a:rPr lang="en-US"/>
            <a:t>Alinea TI con las necesidades del negocio</a:t>
          </a:r>
        </a:p>
      </dgm:t>
    </dgm:pt>
    <dgm:pt modelId="{35B39FF3-5A9A-4C74-A05D-372781C41852}" type="parTrans" cxnId="{6555A5FA-8DAE-4CAC-AC46-66BB41511ABB}">
      <dgm:prSet/>
      <dgm:spPr/>
      <dgm:t>
        <a:bodyPr/>
        <a:lstStyle/>
        <a:p>
          <a:endParaRPr lang="en-US"/>
        </a:p>
      </dgm:t>
    </dgm:pt>
    <dgm:pt modelId="{E62837AD-08E2-45B2-BE20-E6842F739FC5}" type="sibTrans" cxnId="{6555A5FA-8DAE-4CAC-AC46-66BB41511ABB}">
      <dgm:prSet/>
      <dgm:spPr/>
      <dgm:t>
        <a:bodyPr/>
        <a:lstStyle/>
        <a:p>
          <a:endParaRPr lang="en-US"/>
        </a:p>
      </dgm:t>
    </dgm:pt>
    <dgm:pt modelId="{05957599-BE1A-475A-9D10-D60EA52534CE}">
      <dgm:prSet/>
      <dgm:spPr/>
      <dgm:t>
        <a:bodyPr/>
        <a:lstStyle/>
        <a:p>
          <a:r>
            <a:rPr lang="en-US"/>
            <a:t>Reduce riesgos y mejora la calidad del servicio</a:t>
          </a:r>
        </a:p>
      </dgm:t>
    </dgm:pt>
    <dgm:pt modelId="{BB7EB580-32C3-4CF1-8885-BA5ABB02320D}" type="parTrans" cxnId="{1C75E225-C386-4908-B7E0-FBE287EB0F82}">
      <dgm:prSet/>
      <dgm:spPr/>
      <dgm:t>
        <a:bodyPr/>
        <a:lstStyle/>
        <a:p>
          <a:endParaRPr lang="en-US"/>
        </a:p>
      </dgm:t>
    </dgm:pt>
    <dgm:pt modelId="{AE12EC2D-9B7D-4E5A-8918-7B289153A6FD}" type="sibTrans" cxnId="{1C75E225-C386-4908-B7E0-FBE287EB0F82}">
      <dgm:prSet/>
      <dgm:spPr/>
      <dgm:t>
        <a:bodyPr/>
        <a:lstStyle/>
        <a:p>
          <a:endParaRPr lang="en-US"/>
        </a:p>
      </dgm:t>
    </dgm:pt>
    <dgm:pt modelId="{10E6244B-648D-46EB-A5EE-4E399EB24335}" type="pres">
      <dgm:prSet presAssocID="{DA0A04D6-8B8D-46DB-BE05-9A19A64EEE7B}" presName="linear" presStyleCnt="0">
        <dgm:presLayoutVars>
          <dgm:animLvl val="lvl"/>
          <dgm:resizeHandles val="exact"/>
        </dgm:presLayoutVars>
      </dgm:prSet>
      <dgm:spPr/>
    </dgm:pt>
    <dgm:pt modelId="{07280943-21F5-4BCD-9466-BC2C33D97D27}" type="pres">
      <dgm:prSet presAssocID="{BD56E777-F8A4-48D3-97B4-B560058C6E9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BD6E5F88-CEEB-4878-8FE6-6C2B0EA2FBB0}" type="pres">
      <dgm:prSet presAssocID="{E79FD22D-8AD1-4262-89D9-05ED2E9006D2}" presName="spacer" presStyleCnt="0"/>
      <dgm:spPr/>
    </dgm:pt>
    <dgm:pt modelId="{C6F95015-884B-4D6F-BFBE-ACAD34D6E0DD}" type="pres">
      <dgm:prSet presAssocID="{D489F4F7-7B3C-4109-A769-9BB64931983A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FAFEDE2E-60E3-4466-8C89-4413CE791E5C}" type="pres">
      <dgm:prSet presAssocID="{E62837AD-08E2-45B2-BE20-E6842F739FC5}" presName="spacer" presStyleCnt="0"/>
      <dgm:spPr/>
    </dgm:pt>
    <dgm:pt modelId="{0F58C247-7787-4020-8231-D2C49B0539D4}" type="pres">
      <dgm:prSet presAssocID="{05957599-BE1A-475A-9D10-D60EA52534C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E0FAA811-5488-42A2-9004-6F23A4B9D23B}" type="presOf" srcId="{DA0A04D6-8B8D-46DB-BE05-9A19A64EEE7B}" destId="{10E6244B-648D-46EB-A5EE-4E399EB24335}" srcOrd="0" destOrd="0" presId="urn:microsoft.com/office/officeart/2005/8/layout/vList2"/>
    <dgm:cxn modelId="{1C75E225-C386-4908-B7E0-FBE287EB0F82}" srcId="{DA0A04D6-8B8D-46DB-BE05-9A19A64EEE7B}" destId="{05957599-BE1A-475A-9D10-D60EA52534CE}" srcOrd="2" destOrd="0" parTransId="{BB7EB580-32C3-4CF1-8885-BA5ABB02320D}" sibTransId="{AE12EC2D-9B7D-4E5A-8918-7B289153A6FD}"/>
    <dgm:cxn modelId="{AD061C4B-44EB-4D2E-9608-4D907FC33A54}" type="presOf" srcId="{05957599-BE1A-475A-9D10-D60EA52534CE}" destId="{0F58C247-7787-4020-8231-D2C49B0539D4}" srcOrd="0" destOrd="0" presId="urn:microsoft.com/office/officeart/2005/8/layout/vList2"/>
    <dgm:cxn modelId="{785B70A2-0DE8-49ED-BB0D-2A65C8B27DCC}" type="presOf" srcId="{D489F4F7-7B3C-4109-A769-9BB64931983A}" destId="{C6F95015-884B-4D6F-BFBE-ACAD34D6E0DD}" srcOrd="0" destOrd="0" presId="urn:microsoft.com/office/officeart/2005/8/layout/vList2"/>
    <dgm:cxn modelId="{A9B727A5-BD8D-4016-9077-C1FE6EC3FD95}" type="presOf" srcId="{BD56E777-F8A4-48D3-97B4-B560058C6E94}" destId="{07280943-21F5-4BCD-9466-BC2C33D97D27}" srcOrd="0" destOrd="0" presId="urn:microsoft.com/office/officeart/2005/8/layout/vList2"/>
    <dgm:cxn modelId="{8CFC4CB1-0A05-4D1E-BE53-E6863997B1A2}" srcId="{DA0A04D6-8B8D-46DB-BE05-9A19A64EEE7B}" destId="{BD56E777-F8A4-48D3-97B4-B560058C6E94}" srcOrd="0" destOrd="0" parTransId="{5A301B2A-1BF8-4E97-8068-EBB276DC80D8}" sibTransId="{E79FD22D-8AD1-4262-89D9-05ED2E9006D2}"/>
    <dgm:cxn modelId="{6555A5FA-8DAE-4CAC-AC46-66BB41511ABB}" srcId="{DA0A04D6-8B8D-46DB-BE05-9A19A64EEE7B}" destId="{D489F4F7-7B3C-4109-A769-9BB64931983A}" srcOrd="1" destOrd="0" parTransId="{35B39FF3-5A9A-4C74-A05D-372781C41852}" sibTransId="{E62837AD-08E2-45B2-BE20-E6842F739FC5}"/>
    <dgm:cxn modelId="{B1A91F79-A88C-4A79-8198-FF64095BECDC}" type="presParOf" srcId="{10E6244B-648D-46EB-A5EE-4E399EB24335}" destId="{07280943-21F5-4BCD-9466-BC2C33D97D27}" srcOrd="0" destOrd="0" presId="urn:microsoft.com/office/officeart/2005/8/layout/vList2"/>
    <dgm:cxn modelId="{3B52941E-4456-460E-9368-5755975EE2EA}" type="presParOf" srcId="{10E6244B-648D-46EB-A5EE-4E399EB24335}" destId="{BD6E5F88-CEEB-4878-8FE6-6C2B0EA2FBB0}" srcOrd="1" destOrd="0" presId="urn:microsoft.com/office/officeart/2005/8/layout/vList2"/>
    <dgm:cxn modelId="{88EE990B-7B31-4CA6-91B0-209E0553E884}" type="presParOf" srcId="{10E6244B-648D-46EB-A5EE-4E399EB24335}" destId="{C6F95015-884B-4D6F-BFBE-ACAD34D6E0DD}" srcOrd="2" destOrd="0" presId="urn:microsoft.com/office/officeart/2005/8/layout/vList2"/>
    <dgm:cxn modelId="{B94385C8-8905-471B-9509-42A96C00DBF0}" type="presParOf" srcId="{10E6244B-648D-46EB-A5EE-4E399EB24335}" destId="{FAFEDE2E-60E3-4466-8C89-4413CE791E5C}" srcOrd="3" destOrd="0" presId="urn:microsoft.com/office/officeart/2005/8/layout/vList2"/>
    <dgm:cxn modelId="{B3704B80-AE19-4930-B98E-A06D66C22543}" type="presParOf" srcId="{10E6244B-648D-46EB-A5EE-4E399EB24335}" destId="{0F58C247-7787-4020-8231-D2C49B0539D4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73DA065A-A24A-4FB6-A98B-AE1FC46DEF84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BF21BC0-A736-4CBE-AFFB-1EB07A4DC202}">
      <dgm:prSet/>
      <dgm:spPr/>
      <dgm:t>
        <a:bodyPr/>
        <a:lstStyle/>
        <a:p>
          <a:r>
            <a:rPr lang="en-US"/>
            <a:t>Gestión de incidentes</a:t>
          </a:r>
        </a:p>
      </dgm:t>
    </dgm:pt>
    <dgm:pt modelId="{15DF09E9-39AA-4146-8D5C-AC6319339D1C}" type="parTrans" cxnId="{BCA37CF4-08E0-4868-A1B6-7417D9D2F07F}">
      <dgm:prSet/>
      <dgm:spPr/>
      <dgm:t>
        <a:bodyPr/>
        <a:lstStyle/>
        <a:p>
          <a:endParaRPr lang="en-US"/>
        </a:p>
      </dgm:t>
    </dgm:pt>
    <dgm:pt modelId="{20ABD8D7-86D0-4742-B843-04EE6BB4D967}" type="sibTrans" cxnId="{BCA37CF4-08E0-4868-A1B6-7417D9D2F07F}">
      <dgm:prSet/>
      <dgm:spPr/>
      <dgm:t>
        <a:bodyPr/>
        <a:lstStyle/>
        <a:p>
          <a:endParaRPr lang="en-US"/>
        </a:p>
      </dgm:t>
    </dgm:pt>
    <dgm:pt modelId="{37338B52-E1F2-48C8-8A6D-1790F124DBC4}">
      <dgm:prSet/>
      <dgm:spPr/>
      <dgm:t>
        <a:bodyPr/>
        <a:lstStyle/>
        <a:p>
          <a:r>
            <a:rPr lang="en-US"/>
            <a:t>Gestión de problemas</a:t>
          </a:r>
        </a:p>
      </dgm:t>
    </dgm:pt>
    <dgm:pt modelId="{F513D3A6-22B7-4E16-BEF9-99B563D59AF3}" type="parTrans" cxnId="{9DA9C775-8FDB-486A-85BF-9292CB429CD3}">
      <dgm:prSet/>
      <dgm:spPr/>
      <dgm:t>
        <a:bodyPr/>
        <a:lstStyle/>
        <a:p>
          <a:endParaRPr lang="en-US"/>
        </a:p>
      </dgm:t>
    </dgm:pt>
    <dgm:pt modelId="{9235D0DC-7B13-424C-B4AB-544383734C0D}" type="sibTrans" cxnId="{9DA9C775-8FDB-486A-85BF-9292CB429CD3}">
      <dgm:prSet/>
      <dgm:spPr/>
      <dgm:t>
        <a:bodyPr/>
        <a:lstStyle/>
        <a:p>
          <a:endParaRPr lang="en-US"/>
        </a:p>
      </dgm:t>
    </dgm:pt>
    <dgm:pt modelId="{F522A402-BEC1-4B36-9B10-7CD82F4D12A4}">
      <dgm:prSet/>
      <dgm:spPr/>
      <dgm:t>
        <a:bodyPr/>
        <a:lstStyle/>
        <a:p>
          <a:r>
            <a:rPr lang="en-US"/>
            <a:t>Gestión de cambios</a:t>
          </a:r>
        </a:p>
      </dgm:t>
    </dgm:pt>
    <dgm:pt modelId="{3E884E4E-4D05-4BFE-B8FA-19385A8ABF14}" type="parTrans" cxnId="{EE4BC29B-7446-44CF-8903-0667A5C94A27}">
      <dgm:prSet/>
      <dgm:spPr/>
      <dgm:t>
        <a:bodyPr/>
        <a:lstStyle/>
        <a:p>
          <a:endParaRPr lang="en-US"/>
        </a:p>
      </dgm:t>
    </dgm:pt>
    <dgm:pt modelId="{686E820C-E5EF-4866-A107-EA28F996F865}" type="sibTrans" cxnId="{EE4BC29B-7446-44CF-8903-0667A5C94A27}">
      <dgm:prSet/>
      <dgm:spPr/>
      <dgm:t>
        <a:bodyPr/>
        <a:lstStyle/>
        <a:p>
          <a:endParaRPr lang="en-US"/>
        </a:p>
      </dgm:t>
    </dgm:pt>
    <dgm:pt modelId="{1CC060C7-216D-41B7-994C-5BE4B7D5FAC2}">
      <dgm:prSet/>
      <dgm:spPr/>
      <dgm:t>
        <a:bodyPr/>
        <a:lstStyle/>
        <a:p>
          <a:r>
            <a:rPr lang="en-US"/>
            <a:t>Gestión de la seguridad de la información</a:t>
          </a:r>
        </a:p>
      </dgm:t>
    </dgm:pt>
    <dgm:pt modelId="{4D3AC6FF-6C4C-47BE-8EB6-2FA3ACB4C34A}" type="parTrans" cxnId="{37DF32B6-8FE2-4AB4-9E26-6F195F5C0AD1}">
      <dgm:prSet/>
      <dgm:spPr/>
      <dgm:t>
        <a:bodyPr/>
        <a:lstStyle/>
        <a:p>
          <a:endParaRPr lang="en-US"/>
        </a:p>
      </dgm:t>
    </dgm:pt>
    <dgm:pt modelId="{40C513E1-C31D-44F0-9BC3-B7E4E50F3132}" type="sibTrans" cxnId="{37DF32B6-8FE2-4AB4-9E26-6F195F5C0AD1}">
      <dgm:prSet/>
      <dgm:spPr/>
      <dgm:t>
        <a:bodyPr/>
        <a:lstStyle/>
        <a:p>
          <a:endParaRPr lang="en-US"/>
        </a:p>
      </dgm:t>
    </dgm:pt>
    <dgm:pt modelId="{E3DB9D0C-E97D-42D1-8770-DDA696C44263}" type="pres">
      <dgm:prSet presAssocID="{73DA065A-A24A-4FB6-A98B-AE1FC46DEF84}" presName="diagram" presStyleCnt="0">
        <dgm:presLayoutVars>
          <dgm:dir/>
          <dgm:resizeHandles val="exact"/>
        </dgm:presLayoutVars>
      </dgm:prSet>
      <dgm:spPr/>
    </dgm:pt>
    <dgm:pt modelId="{049B158D-252D-46FC-B9AD-3A29C05A45B3}" type="pres">
      <dgm:prSet presAssocID="{DBF21BC0-A736-4CBE-AFFB-1EB07A4DC202}" presName="node" presStyleLbl="node1" presStyleIdx="0" presStyleCnt="4">
        <dgm:presLayoutVars>
          <dgm:bulletEnabled val="1"/>
        </dgm:presLayoutVars>
      </dgm:prSet>
      <dgm:spPr/>
    </dgm:pt>
    <dgm:pt modelId="{18F4F100-DDDC-45D4-AB1B-24398A612BE5}" type="pres">
      <dgm:prSet presAssocID="{20ABD8D7-86D0-4742-B843-04EE6BB4D967}" presName="sibTrans" presStyleCnt="0"/>
      <dgm:spPr/>
    </dgm:pt>
    <dgm:pt modelId="{EAC3DCA3-4F9B-4671-8C0A-10426A9D068D}" type="pres">
      <dgm:prSet presAssocID="{37338B52-E1F2-48C8-8A6D-1790F124DBC4}" presName="node" presStyleLbl="node1" presStyleIdx="1" presStyleCnt="4">
        <dgm:presLayoutVars>
          <dgm:bulletEnabled val="1"/>
        </dgm:presLayoutVars>
      </dgm:prSet>
      <dgm:spPr/>
    </dgm:pt>
    <dgm:pt modelId="{16E3BB1F-C663-4DD8-93EC-3390ADA489D9}" type="pres">
      <dgm:prSet presAssocID="{9235D0DC-7B13-424C-B4AB-544383734C0D}" presName="sibTrans" presStyleCnt="0"/>
      <dgm:spPr/>
    </dgm:pt>
    <dgm:pt modelId="{680CBA2E-D4AA-40E5-8D20-E86515498386}" type="pres">
      <dgm:prSet presAssocID="{F522A402-BEC1-4B36-9B10-7CD82F4D12A4}" presName="node" presStyleLbl="node1" presStyleIdx="2" presStyleCnt="4">
        <dgm:presLayoutVars>
          <dgm:bulletEnabled val="1"/>
        </dgm:presLayoutVars>
      </dgm:prSet>
      <dgm:spPr/>
    </dgm:pt>
    <dgm:pt modelId="{31C6740B-8333-4A05-AB58-7CF991AC56CD}" type="pres">
      <dgm:prSet presAssocID="{686E820C-E5EF-4866-A107-EA28F996F865}" presName="sibTrans" presStyleCnt="0"/>
      <dgm:spPr/>
    </dgm:pt>
    <dgm:pt modelId="{2A3EF804-3A0C-435B-AD16-4C2A18B69A7F}" type="pres">
      <dgm:prSet presAssocID="{1CC060C7-216D-41B7-994C-5BE4B7D5FAC2}" presName="node" presStyleLbl="node1" presStyleIdx="3" presStyleCnt="4">
        <dgm:presLayoutVars>
          <dgm:bulletEnabled val="1"/>
        </dgm:presLayoutVars>
      </dgm:prSet>
      <dgm:spPr/>
    </dgm:pt>
  </dgm:ptLst>
  <dgm:cxnLst>
    <dgm:cxn modelId="{9DA9C775-8FDB-486A-85BF-9292CB429CD3}" srcId="{73DA065A-A24A-4FB6-A98B-AE1FC46DEF84}" destId="{37338B52-E1F2-48C8-8A6D-1790F124DBC4}" srcOrd="1" destOrd="0" parTransId="{F513D3A6-22B7-4E16-BEF9-99B563D59AF3}" sibTransId="{9235D0DC-7B13-424C-B4AB-544383734C0D}"/>
    <dgm:cxn modelId="{D2F3387D-18D1-4435-B2FC-0F1B15DB0A54}" type="presOf" srcId="{DBF21BC0-A736-4CBE-AFFB-1EB07A4DC202}" destId="{049B158D-252D-46FC-B9AD-3A29C05A45B3}" srcOrd="0" destOrd="0" presId="urn:microsoft.com/office/officeart/2005/8/layout/default"/>
    <dgm:cxn modelId="{56CEDF7F-0899-4F73-A6B6-DBE08222ADDD}" type="presOf" srcId="{1CC060C7-216D-41B7-994C-5BE4B7D5FAC2}" destId="{2A3EF804-3A0C-435B-AD16-4C2A18B69A7F}" srcOrd="0" destOrd="0" presId="urn:microsoft.com/office/officeart/2005/8/layout/default"/>
    <dgm:cxn modelId="{8230F185-D753-4688-BE5B-3BD2BDC774EB}" type="presOf" srcId="{37338B52-E1F2-48C8-8A6D-1790F124DBC4}" destId="{EAC3DCA3-4F9B-4671-8C0A-10426A9D068D}" srcOrd="0" destOrd="0" presId="urn:microsoft.com/office/officeart/2005/8/layout/default"/>
    <dgm:cxn modelId="{EE4BC29B-7446-44CF-8903-0667A5C94A27}" srcId="{73DA065A-A24A-4FB6-A98B-AE1FC46DEF84}" destId="{F522A402-BEC1-4B36-9B10-7CD82F4D12A4}" srcOrd="2" destOrd="0" parTransId="{3E884E4E-4D05-4BFE-B8FA-19385A8ABF14}" sibTransId="{686E820C-E5EF-4866-A107-EA28F996F865}"/>
    <dgm:cxn modelId="{37DF32B6-8FE2-4AB4-9E26-6F195F5C0AD1}" srcId="{73DA065A-A24A-4FB6-A98B-AE1FC46DEF84}" destId="{1CC060C7-216D-41B7-994C-5BE4B7D5FAC2}" srcOrd="3" destOrd="0" parTransId="{4D3AC6FF-6C4C-47BE-8EB6-2FA3ACB4C34A}" sibTransId="{40C513E1-C31D-44F0-9BC3-B7E4E50F3132}"/>
    <dgm:cxn modelId="{7475D1D8-38FA-44CC-91A5-49ECEDCA2A9F}" type="presOf" srcId="{73DA065A-A24A-4FB6-A98B-AE1FC46DEF84}" destId="{E3DB9D0C-E97D-42D1-8770-DDA696C44263}" srcOrd="0" destOrd="0" presId="urn:microsoft.com/office/officeart/2005/8/layout/default"/>
    <dgm:cxn modelId="{D2500DDF-91C4-4387-8D87-D4DE2B181616}" type="presOf" srcId="{F522A402-BEC1-4B36-9B10-7CD82F4D12A4}" destId="{680CBA2E-D4AA-40E5-8D20-E86515498386}" srcOrd="0" destOrd="0" presId="urn:microsoft.com/office/officeart/2005/8/layout/default"/>
    <dgm:cxn modelId="{BCA37CF4-08E0-4868-A1B6-7417D9D2F07F}" srcId="{73DA065A-A24A-4FB6-A98B-AE1FC46DEF84}" destId="{DBF21BC0-A736-4CBE-AFFB-1EB07A4DC202}" srcOrd="0" destOrd="0" parTransId="{15DF09E9-39AA-4146-8D5C-AC6319339D1C}" sibTransId="{20ABD8D7-86D0-4742-B843-04EE6BB4D967}"/>
    <dgm:cxn modelId="{65E5DE52-E645-4B71-AD47-894CCA9B6E66}" type="presParOf" srcId="{E3DB9D0C-E97D-42D1-8770-DDA696C44263}" destId="{049B158D-252D-46FC-B9AD-3A29C05A45B3}" srcOrd="0" destOrd="0" presId="urn:microsoft.com/office/officeart/2005/8/layout/default"/>
    <dgm:cxn modelId="{873BDAF5-9EF3-46A4-8063-F0A31F83B923}" type="presParOf" srcId="{E3DB9D0C-E97D-42D1-8770-DDA696C44263}" destId="{18F4F100-DDDC-45D4-AB1B-24398A612BE5}" srcOrd="1" destOrd="0" presId="urn:microsoft.com/office/officeart/2005/8/layout/default"/>
    <dgm:cxn modelId="{58F947D1-AC33-44A0-A3AE-7E8AEAE1A559}" type="presParOf" srcId="{E3DB9D0C-E97D-42D1-8770-DDA696C44263}" destId="{EAC3DCA3-4F9B-4671-8C0A-10426A9D068D}" srcOrd="2" destOrd="0" presId="urn:microsoft.com/office/officeart/2005/8/layout/default"/>
    <dgm:cxn modelId="{EE2AA583-16DD-41B2-BE73-739B0538CE63}" type="presParOf" srcId="{E3DB9D0C-E97D-42D1-8770-DDA696C44263}" destId="{16E3BB1F-C663-4DD8-93EC-3390ADA489D9}" srcOrd="3" destOrd="0" presId="urn:microsoft.com/office/officeart/2005/8/layout/default"/>
    <dgm:cxn modelId="{10EDE756-D1C7-49ED-9B0A-E21BB755FC24}" type="presParOf" srcId="{E3DB9D0C-E97D-42D1-8770-DDA696C44263}" destId="{680CBA2E-D4AA-40E5-8D20-E86515498386}" srcOrd="4" destOrd="0" presId="urn:microsoft.com/office/officeart/2005/8/layout/default"/>
    <dgm:cxn modelId="{838628CE-0B5A-4452-BA0A-0F3FBB384CEA}" type="presParOf" srcId="{E3DB9D0C-E97D-42D1-8770-DDA696C44263}" destId="{31C6740B-8333-4A05-AB58-7CF991AC56CD}" srcOrd="5" destOrd="0" presId="urn:microsoft.com/office/officeart/2005/8/layout/default"/>
    <dgm:cxn modelId="{1B47EADB-7F05-4BEB-A35E-F804F39082EF}" type="presParOf" srcId="{E3DB9D0C-E97D-42D1-8770-DDA696C44263}" destId="{2A3EF804-3A0C-435B-AD16-4C2A18B69A7F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D89DD61D-D436-4586-9B52-D925EDDC09D2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50387F2-DC91-410E-B8FA-2A4649816EC9}">
      <dgm:prSet/>
      <dgm:spPr/>
      <dgm:t>
        <a:bodyPr/>
        <a:lstStyle/>
        <a:p>
          <a:r>
            <a:rPr lang="en-US"/>
            <a:t>No es una norma</a:t>
          </a:r>
        </a:p>
      </dgm:t>
    </dgm:pt>
    <dgm:pt modelId="{2CE7A897-DA07-4A66-8150-64846E7B35DD}" type="parTrans" cxnId="{BAA88BB0-C5A7-43D8-BBD9-72C1D29854F3}">
      <dgm:prSet/>
      <dgm:spPr/>
      <dgm:t>
        <a:bodyPr/>
        <a:lstStyle/>
        <a:p>
          <a:endParaRPr lang="en-US"/>
        </a:p>
      </dgm:t>
    </dgm:pt>
    <dgm:pt modelId="{7270948D-DC50-4B96-8FF5-D356CB7C6F2C}" type="sibTrans" cxnId="{BAA88BB0-C5A7-43D8-BBD9-72C1D29854F3}">
      <dgm:prSet/>
      <dgm:spPr/>
      <dgm:t>
        <a:bodyPr/>
        <a:lstStyle/>
        <a:p>
          <a:endParaRPr lang="en-US"/>
        </a:p>
      </dgm:t>
    </dgm:pt>
    <dgm:pt modelId="{B26143AA-BF24-428E-86AB-5F572609B614}">
      <dgm:prSet/>
      <dgm:spPr/>
      <dgm:t>
        <a:bodyPr/>
        <a:lstStyle/>
        <a:p>
          <a:r>
            <a:rPr lang="en-US"/>
            <a:t>Es una metodología</a:t>
          </a:r>
        </a:p>
      </dgm:t>
    </dgm:pt>
    <dgm:pt modelId="{8A148A48-6EEB-4DD4-A8F6-331B44CDF399}" type="parTrans" cxnId="{B01782B0-7692-40CE-A4D0-E0B8D36C1495}">
      <dgm:prSet/>
      <dgm:spPr/>
      <dgm:t>
        <a:bodyPr/>
        <a:lstStyle/>
        <a:p>
          <a:endParaRPr lang="en-US"/>
        </a:p>
      </dgm:t>
    </dgm:pt>
    <dgm:pt modelId="{8DE228D0-52D8-437C-BAE7-12B3762CC034}" type="sibTrans" cxnId="{B01782B0-7692-40CE-A4D0-E0B8D36C1495}">
      <dgm:prSet/>
      <dgm:spPr/>
      <dgm:t>
        <a:bodyPr/>
        <a:lstStyle/>
        <a:p>
          <a:endParaRPr lang="en-US"/>
        </a:p>
      </dgm:t>
    </dgm:pt>
    <dgm:pt modelId="{879F917F-C088-42EE-A1EA-152B450069EC}">
      <dgm:prSet/>
      <dgm:spPr/>
      <dgm:t>
        <a:bodyPr/>
        <a:lstStyle/>
        <a:p>
          <a:r>
            <a:rPr lang="en-US"/>
            <a:t>Muy utilizada en entornos profesionales</a:t>
          </a:r>
        </a:p>
      </dgm:t>
    </dgm:pt>
    <dgm:pt modelId="{326775B9-3EE5-4CA4-815D-C9F04A6FC1E8}" type="parTrans" cxnId="{660BBE32-D1F8-414E-B7F3-E3E30863F671}">
      <dgm:prSet/>
      <dgm:spPr/>
      <dgm:t>
        <a:bodyPr/>
        <a:lstStyle/>
        <a:p>
          <a:endParaRPr lang="en-US"/>
        </a:p>
      </dgm:t>
    </dgm:pt>
    <dgm:pt modelId="{251840DD-DF5E-4ADA-BA27-978DF662C055}" type="sibTrans" cxnId="{660BBE32-D1F8-414E-B7F3-E3E30863F671}">
      <dgm:prSet/>
      <dgm:spPr/>
      <dgm:t>
        <a:bodyPr/>
        <a:lstStyle/>
        <a:p>
          <a:endParaRPr lang="en-US"/>
        </a:p>
      </dgm:t>
    </dgm:pt>
    <dgm:pt modelId="{76421F42-E371-4E17-9FCB-E44BEDD5D504}" type="pres">
      <dgm:prSet presAssocID="{D89DD61D-D436-4586-9B52-D925EDDC09D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7EF5A75-C8F2-4981-B57A-73F7F8214C6B}" type="pres">
      <dgm:prSet presAssocID="{150387F2-DC91-410E-B8FA-2A4649816EC9}" presName="hierRoot1" presStyleCnt="0"/>
      <dgm:spPr/>
    </dgm:pt>
    <dgm:pt modelId="{682EC65F-0582-4297-9840-0BAD4B097CE7}" type="pres">
      <dgm:prSet presAssocID="{150387F2-DC91-410E-B8FA-2A4649816EC9}" presName="composite" presStyleCnt="0"/>
      <dgm:spPr/>
    </dgm:pt>
    <dgm:pt modelId="{BD1044AF-44E9-49CB-A98C-E15CCE824FA3}" type="pres">
      <dgm:prSet presAssocID="{150387F2-DC91-410E-B8FA-2A4649816EC9}" presName="background" presStyleLbl="node0" presStyleIdx="0" presStyleCnt="3"/>
      <dgm:spPr/>
    </dgm:pt>
    <dgm:pt modelId="{7B0D4F3B-CE40-4040-9FCC-6CBF3EA1D6B9}" type="pres">
      <dgm:prSet presAssocID="{150387F2-DC91-410E-B8FA-2A4649816EC9}" presName="text" presStyleLbl="fgAcc0" presStyleIdx="0" presStyleCnt="3">
        <dgm:presLayoutVars>
          <dgm:chPref val="3"/>
        </dgm:presLayoutVars>
      </dgm:prSet>
      <dgm:spPr/>
    </dgm:pt>
    <dgm:pt modelId="{AA89FFF2-929C-4F07-9CE4-171C6137AB98}" type="pres">
      <dgm:prSet presAssocID="{150387F2-DC91-410E-B8FA-2A4649816EC9}" presName="hierChild2" presStyleCnt="0"/>
      <dgm:spPr/>
    </dgm:pt>
    <dgm:pt modelId="{AFE77A0D-BD0A-49B7-99CB-EB40C06CE51C}" type="pres">
      <dgm:prSet presAssocID="{B26143AA-BF24-428E-86AB-5F572609B614}" presName="hierRoot1" presStyleCnt="0"/>
      <dgm:spPr/>
    </dgm:pt>
    <dgm:pt modelId="{D34453F0-FDC6-420C-8BD7-F5809EC2305C}" type="pres">
      <dgm:prSet presAssocID="{B26143AA-BF24-428E-86AB-5F572609B614}" presName="composite" presStyleCnt="0"/>
      <dgm:spPr/>
    </dgm:pt>
    <dgm:pt modelId="{64C3699D-BCC2-4F70-9DD2-8E6C25AAF44E}" type="pres">
      <dgm:prSet presAssocID="{B26143AA-BF24-428E-86AB-5F572609B614}" presName="background" presStyleLbl="node0" presStyleIdx="1" presStyleCnt="3"/>
      <dgm:spPr/>
    </dgm:pt>
    <dgm:pt modelId="{E10B64AD-E1C4-459B-A5BB-C95C823682EB}" type="pres">
      <dgm:prSet presAssocID="{B26143AA-BF24-428E-86AB-5F572609B614}" presName="text" presStyleLbl="fgAcc0" presStyleIdx="1" presStyleCnt="3">
        <dgm:presLayoutVars>
          <dgm:chPref val="3"/>
        </dgm:presLayoutVars>
      </dgm:prSet>
      <dgm:spPr/>
    </dgm:pt>
    <dgm:pt modelId="{439C1930-03D0-46DB-AD8A-4630721C2711}" type="pres">
      <dgm:prSet presAssocID="{B26143AA-BF24-428E-86AB-5F572609B614}" presName="hierChild2" presStyleCnt="0"/>
      <dgm:spPr/>
    </dgm:pt>
    <dgm:pt modelId="{EBC3D1CC-EAD4-4BE9-84FA-6C063ACC7029}" type="pres">
      <dgm:prSet presAssocID="{879F917F-C088-42EE-A1EA-152B450069EC}" presName="hierRoot1" presStyleCnt="0"/>
      <dgm:spPr/>
    </dgm:pt>
    <dgm:pt modelId="{34F0377E-55B2-4902-AAF7-602B5C754EEF}" type="pres">
      <dgm:prSet presAssocID="{879F917F-C088-42EE-A1EA-152B450069EC}" presName="composite" presStyleCnt="0"/>
      <dgm:spPr/>
    </dgm:pt>
    <dgm:pt modelId="{591A642C-17BA-44B4-A655-306B6BAEA2F6}" type="pres">
      <dgm:prSet presAssocID="{879F917F-C088-42EE-A1EA-152B450069EC}" presName="background" presStyleLbl="node0" presStyleIdx="2" presStyleCnt="3"/>
      <dgm:spPr/>
    </dgm:pt>
    <dgm:pt modelId="{28268E00-0A00-4753-9097-360B0810CD76}" type="pres">
      <dgm:prSet presAssocID="{879F917F-C088-42EE-A1EA-152B450069EC}" presName="text" presStyleLbl="fgAcc0" presStyleIdx="2" presStyleCnt="3">
        <dgm:presLayoutVars>
          <dgm:chPref val="3"/>
        </dgm:presLayoutVars>
      </dgm:prSet>
      <dgm:spPr/>
    </dgm:pt>
    <dgm:pt modelId="{4C71C1B2-4F37-4866-9778-C65FCC4A453A}" type="pres">
      <dgm:prSet presAssocID="{879F917F-C088-42EE-A1EA-152B450069EC}" presName="hierChild2" presStyleCnt="0"/>
      <dgm:spPr/>
    </dgm:pt>
  </dgm:ptLst>
  <dgm:cxnLst>
    <dgm:cxn modelId="{660BBE32-D1F8-414E-B7F3-E3E30863F671}" srcId="{D89DD61D-D436-4586-9B52-D925EDDC09D2}" destId="{879F917F-C088-42EE-A1EA-152B450069EC}" srcOrd="2" destOrd="0" parTransId="{326775B9-3EE5-4CA4-815D-C9F04A6FC1E8}" sibTransId="{251840DD-DF5E-4ADA-BA27-978DF662C055}"/>
    <dgm:cxn modelId="{29A404A2-AFF1-4F4A-8A6E-D76E9A70BFA7}" type="presOf" srcId="{879F917F-C088-42EE-A1EA-152B450069EC}" destId="{28268E00-0A00-4753-9097-360B0810CD76}" srcOrd="0" destOrd="0" presId="urn:microsoft.com/office/officeart/2005/8/layout/hierarchy1"/>
    <dgm:cxn modelId="{B01782B0-7692-40CE-A4D0-E0B8D36C1495}" srcId="{D89DD61D-D436-4586-9B52-D925EDDC09D2}" destId="{B26143AA-BF24-428E-86AB-5F572609B614}" srcOrd="1" destOrd="0" parTransId="{8A148A48-6EEB-4DD4-A8F6-331B44CDF399}" sibTransId="{8DE228D0-52D8-437C-BAE7-12B3762CC034}"/>
    <dgm:cxn modelId="{BAA88BB0-C5A7-43D8-BBD9-72C1D29854F3}" srcId="{D89DD61D-D436-4586-9B52-D925EDDC09D2}" destId="{150387F2-DC91-410E-B8FA-2A4649816EC9}" srcOrd="0" destOrd="0" parTransId="{2CE7A897-DA07-4A66-8150-64846E7B35DD}" sibTransId="{7270948D-DC50-4B96-8FF5-D356CB7C6F2C}"/>
    <dgm:cxn modelId="{3EDB14B1-30CA-49B5-8114-DA1414A8C9E3}" type="presOf" srcId="{D89DD61D-D436-4586-9B52-D925EDDC09D2}" destId="{76421F42-E371-4E17-9FCB-E44BEDD5D504}" srcOrd="0" destOrd="0" presId="urn:microsoft.com/office/officeart/2005/8/layout/hierarchy1"/>
    <dgm:cxn modelId="{219294B6-9C67-484F-B295-4A26F3EA0054}" type="presOf" srcId="{150387F2-DC91-410E-B8FA-2A4649816EC9}" destId="{7B0D4F3B-CE40-4040-9FCC-6CBF3EA1D6B9}" srcOrd="0" destOrd="0" presId="urn:microsoft.com/office/officeart/2005/8/layout/hierarchy1"/>
    <dgm:cxn modelId="{EACAB3F9-A83B-4924-BF93-C2E03CEDE3AA}" type="presOf" srcId="{B26143AA-BF24-428E-86AB-5F572609B614}" destId="{E10B64AD-E1C4-459B-A5BB-C95C823682EB}" srcOrd="0" destOrd="0" presId="urn:microsoft.com/office/officeart/2005/8/layout/hierarchy1"/>
    <dgm:cxn modelId="{614A7F0D-13F5-4DA1-8A02-257675683B15}" type="presParOf" srcId="{76421F42-E371-4E17-9FCB-E44BEDD5D504}" destId="{67EF5A75-C8F2-4981-B57A-73F7F8214C6B}" srcOrd="0" destOrd="0" presId="urn:microsoft.com/office/officeart/2005/8/layout/hierarchy1"/>
    <dgm:cxn modelId="{75A8E8D8-C7CA-4394-86A0-CB1CFB8AE2AC}" type="presParOf" srcId="{67EF5A75-C8F2-4981-B57A-73F7F8214C6B}" destId="{682EC65F-0582-4297-9840-0BAD4B097CE7}" srcOrd="0" destOrd="0" presId="urn:microsoft.com/office/officeart/2005/8/layout/hierarchy1"/>
    <dgm:cxn modelId="{2BC55B4C-F8E5-40FD-AECE-0B29CC461D0B}" type="presParOf" srcId="{682EC65F-0582-4297-9840-0BAD4B097CE7}" destId="{BD1044AF-44E9-49CB-A98C-E15CCE824FA3}" srcOrd="0" destOrd="0" presId="urn:microsoft.com/office/officeart/2005/8/layout/hierarchy1"/>
    <dgm:cxn modelId="{D0A02182-1616-4D2B-BC0F-5AC0AC926A72}" type="presParOf" srcId="{682EC65F-0582-4297-9840-0BAD4B097CE7}" destId="{7B0D4F3B-CE40-4040-9FCC-6CBF3EA1D6B9}" srcOrd="1" destOrd="0" presId="urn:microsoft.com/office/officeart/2005/8/layout/hierarchy1"/>
    <dgm:cxn modelId="{7F3E369F-76A0-44E9-823D-71FE81B748E3}" type="presParOf" srcId="{67EF5A75-C8F2-4981-B57A-73F7F8214C6B}" destId="{AA89FFF2-929C-4F07-9CE4-171C6137AB98}" srcOrd="1" destOrd="0" presId="urn:microsoft.com/office/officeart/2005/8/layout/hierarchy1"/>
    <dgm:cxn modelId="{E096C37D-8A99-4096-A4A7-BA24FA61ADC2}" type="presParOf" srcId="{76421F42-E371-4E17-9FCB-E44BEDD5D504}" destId="{AFE77A0D-BD0A-49B7-99CB-EB40C06CE51C}" srcOrd="1" destOrd="0" presId="urn:microsoft.com/office/officeart/2005/8/layout/hierarchy1"/>
    <dgm:cxn modelId="{FC00E673-578C-4111-9526-EF4702D55670}" type="presParOf" srcId="{AFE77A0D-BD0A-49B7-99CB-EB40C06CE51C}" destId="{D34453F0-FDC6-420C-8BD7-F5809EC2305C}" srcOrd="0" destOrd="0" presId="urn:microsoft.com/office/officeart/2005/8/layout/hierarchy1"/>
    <dgm:cxn modelId="{C56B4B7B-B5E3-469D-917D-39481B5A51F6}" type="presParOf" srcId="{D34453F0-FDC6-420C-8BD7-F5809EC2305C}" destId="{64C3699D-BCC2-4F70-9DD2-8E6C25AAF44E}" srcOrd="0" destOrd="0" presId="urn:microsoft.com/office/officeart/2005/8/layout/hierarchy1"/>
    <dgm:cxn modelId="{268B729B-CC53-490F-B624-A8D933B95375}" type="presParOf" srcId="{D34453F0-FDC6-420C-8BD7-F5809EC2305C}" destId="{E10B64AD-E1C4-459B-A5BB-C95C823682EB}" srcOrd="1" destOrd="0" presId="urn:microsoft.com/office/officeart/2005/8/layout/hierarchy1"/>
    <dgm:cxn modelId="{231E81DF-4D94-410A-9977-FB9CBD9DA3B9}" type="presParOf" srcId="{AFE77A0D-BD0A-49B7-99CB-EB40C06CE51C}" destId="{439C1930-03D0-46DB-AD8A-4630721C2711}" srcOrd="1" destOrd="0" presId="urn:microsoft.com/office/officeart/2005/8/layout/hierarchy1"/>
    <dgm:cxn modelId="{AE0BB9F7-1787-44B8-82FA-DA674E4385BC}" type="presParOf" srcId="{76421F42-E371-4E17-9FCB-E44BEDD5D504}" destId="{EBC3D1CC-EAD4-4BE9-84FA-6C063ACC7029}" srcOrd="2" destOrd="0" presId="urn:microsoft.com/office/officeart/2005/8/layout/hierarchy1"/>
    <dgm:cxn modelId="{2A896F39-56EF-482E-8F51-4A63F7E55407}" type="presParOf" srcId="{EBC3D1CC-EAD4-4BE9-84FA-6C063ACC7029}" destId="{34F0377E-55B2-4902-AAF7-602B5C754EEF}" srcOrd="0" destOrd="0" presId="urn:microsoft.com/office/officeart/2005/8/layout/hierarchy1"/>
    <dgm:cxn modelId="{B2D5104D-E76B-4367-B326-4DA5F0D232B7}" type="presParOf" srcId="{34F0377E-55B2-4902-AAF7-602B5C754EEF}" destId="{591A642C-17BA-44B4-A655-306B6BAEA2F6}" srcOrd="0" destOrd="0" presId="urn:microsoft.com/office/officeart/2005/8/layout/hierarchy1"/>
    <dgm:cxn modelId="{8CFFAD5B-1C00-45BF-815D-341987B9BD4B}" type="presParOf" srcId="{34F0377E-55B2-4902-AAF7-602B5C754EEF}" destId="{28268E00-0A00-4753-9097-360B0810CD76}" srcOrd="1" destOrd="0" presId="urn:microsoft.com/office/officeart/2005/8/layout/hierarchy1"/>
    <dgm:cxn modelId="{587EA6C9-4577-4F7B-AC90-7CDD9EA724EE}" type="presParOf" srcId="{EBC3D1CC-EAD4-4BE9-84FA-6C063ACC7029}" destId="{4C71C1B2-4F37-4866-9778-C65FCC4A453A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C7F94F15-AC4A-4604-9BC0-CB915EAA9A50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267BF3-8558-4ED9-A416-29C774471A3F}">
      <dgm:prSet/>
      <dgm:spPr/>
      <dgm:t>
        <a:bodyPr/>
        <a:lstStyle/>
        <a:p>
          <a:r>
            <a:rPr lang="en-US"/>
            <a:t>Regulan el tratamiento de datos personales</a:t>
          </a:r>
        </a:p>
      </dgm:t>
    </dgm:pt>
    <dgm:pt modelId="{E0B8CA96-6841-42DB-A56F-9202AC69BBBE}" type="parTrans" cxnId="{256D68B4-4B50-4108-A1A7-499B306297EA}">
      <dgm:prSet/>
      <dgm:spPr/>
      <dgm:t>
        <a:bodyPr/>
        <a:lstStyle/>
        <a:p>
          <a:endParaRPr lang="en-US"/>
        </a:p>
      </dgm:t>
    </dgm:pt>
    <dgm:pt modelId="{D915D273-2461-49B2-8A60-34688B15F0D3}" type="sibTrans" cxnId="{256D68B4-4B50-4108-A1A7-499B306297EA}">
      <dgm:prSet/>
      <dgm:spPr/>
      <dgm:t>
        <a:bodyPr/>
        <a:lstStyle/>
        <a:p>
          <a:endParaRPr lang="en-US"/>
        </a:p>
      </dgm:t>
    </dgm:pt>
    <dgm:pt modelId="{2BA7301C-268D-4999-9434-4B72E048AC3E}">
      <dgm:prSet/>
      <dgm:spPr/>
      <dgm:t>
        <a:bodyPr/>
        <a:lstStyle/>
        <a:p>
          <a:r>
            <a:rPr lang="en-US"/>
            <a:t>Aplicables en España y la Unión Europea</a:t>
          </a:r>
        </a:p>
      </dgm:t>
    </dgm:pt>
    <dgm:pt modelId="{A91B04E5-E237-4F9D-9975-87D840A4B107}" type="parTrans" cxnId="{1ADEC71E-81BD-40E4-A8A6-5497439BC616}">
      <dgm:prSet/>
      <dgm:spPr/>
      <dgm:t>
        <a:bodyPr/>
        <a:lstStyle/>
        <a:p>
          <a:endParaRPr lang="en-US"/>
        </a:p>
      </dgm:t>
    </dgm:pt>
    <dgm:pt modelId="{A0088119-33FF-49CB-8359-DDE7F5EF2305}" type="sibTrans" cxnId="{1ADEC71E-81BD-40E4-A8A6-5497439BC616}">
      <dgm:prSet/>
      <dgm:spPr/>
      <dgm:t>
        <a:bodyPr/>
        <a:lstStyle/>
        <a:p>
          <a:endParaRPr lang="en-US"/>
        </a:p>
      </dgm:t>
    </dgm:pt>
    <dgm:pt modelId="{00AE0101-8D83-40A7-9530-C3427FD1413A}">
      <dgm:prSet/>
      <dgm:spPr/>
      <dgm:t>
        <a:bodyPr/>
        <a:lstStyle/>
        <a:p>
          <a:r>
            <a:rPr lang="en-US"/>
            <a:t>Cumplimiento obligatorio</a:t>
          </a:r>
        </a:p>
      </dgm:t>
    </dgm:pt>
    <dgm:pt modelId="{ED54C103-5FC0-4D21-B130-CA10481FE422}" type="parTrans" cxnId="{571A4630-AD8B-4B97-8669-348C9CBBBB8A}">
      <dgm:prSet/>
      <dgm:spPr/>
      <dgm:t>
        <a:bodyPr/>
        <a:lstStyle/>
        <a:p>
          <a:endParaRPr lang="en-US"/>
        </a:p>
      </dgm:t>
    </dgm:pt>
    <dgm:pt modelId="{B428536F-3700-4168-AA0D-041F15EC785A}" type="sibTrans" cxnId="{571A4630-AD8B-4B97-8669-348C9CBBBB8A}">
      <dgm:prSet/>
      <dgm:spPr/>
      <dgm:t>
        <a:bodyPr/>
        <a:lstStyle/>
        <a:p>
          <a:endParaRPr lang="en-US"/>
        </a:p>
      </dgm:t>
    </dgm:pt>
    <dgm:pt modelId="{F1E6E7A1-F680-4C7F-9C9E-E3EC5AE02949}" type="pres">
      <dgm:prSet presAssocID="{C7F94F15-AC4A-4604-9BC0-CB915EAA9A5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50F076C3-3767-4808-91B5-3D337E20251B}" type="pres">
      <dgm:prSet presAssocID="{7A267BF3-8558-4ED9-A416-29C774471A3F}" presName="hierRoot1" presStyleCnt="0"/>
      <dgm:spPr/>
    </dgm:pt>
    <dgm:pt modelId="{2E6E660B-F583-4E40-8A8D-FC89CBCEB51E}" type="pres">
      <dgm:prSet presAssocID="{7A267BF3-8558-4ED9-A416-29C774471A3F}" presName="composite" presStyleCnt="0"/>
      <dgm:spPr/>
    </dgm:pt>
    <dgm:pt modelId="{29FD6ED4-FA5C-4C13-BA90-C22DDC3DF6F5}" type="pres">
      <dgm:prSet presAssocID="{7A267BF3-8558-4ED9-A416-29C774471A3F}" presName="background" presStyleLbl="node0" presStyleIdx="0" presStyleCnt="3"/>
      <dgm:spPr/>
    </dgm:pt>
    <dgm:pt modelId="{650CB3E8-14FC-435A-885C-A8CC50E234A7}" type="pres">
      <dgm:prSet presAssocID="{7A267BF3-8558-4ED9-A416-29C774471A3F}" presName="text" presStyleLbl="fgAcc0" presStyleIdx="0" presStyleCnt="3">
        <dgm:presLayoutVars>
          <dgm:chPref val="3"/>
        </dgm:presLayoutVars>
      </dgm:prSet>
      <dgm:spPr/>
    </dgm:pt>
    <dgm:pt modelId="{3FFFD215-BBFB-440F-BC45-A05146C4B0E4}" type="pres">
      <dgm:prSet presAssocID="{7A267BF3-8558-4ED9-A416-29C774471A3F}" presName="hierChild2" presStyleCnt="0"/>
      <dgm:spPr/>
    </dgm:pt>
    <dgm:pt modelId="{5DA0458D-6535-4D04-8A04-338D771AFC9F}" type="pres">
      <dgm:prSet presAssocID="{2BA7301C-268D-4999-9434-4B72E048AC3E}" presName="hierRoot1" presStyleCnt="0"/>
      <dgm:spPr/>
    </dgm:pt>
    <dgm:pt modelId="{7606402D-07CD-4EE2-BC6B-719B439F9C2F}" type="pres">
      <dgm:prSet presAssocID="{2BA7301C-268D-4999-9434-4B72E048AC3E}" presName="composite" presStyleCnt="0"/>
      <dgm:spPr/>
    </dgm:pt>
    <dgm:pt modelId="{68B0BE94-E167-4374-856B-BB487F47DCE5}" type="pres">
      <dgm:prSet presAssocID="{2BA7301C-268D-4999-9434-4B72E048AC3E}" presName="background" presStyleLbl="node0" presStyleIdx="1" presStyleCnt="3"/>
      <dgm:spPr/>
    </dgm:pt>
    <dgm:pt modelId="{EFAB2533-9E38-4583-82DE-A70BE6B967DB}" type="pres">
      <dgm:prSet presAssocID="{2BA7301C-268D-4999-9434-4B72E048AC3E}" presName="text" presStyleLbl="fgAcc0" presStyleIdx="1" presStyleCnt="3">
        <dgm:presLayoutVars>
          <dgm:chPref val="3"/>
        </dgm:presLayoutVars>
      </dgm:prSet>
      <dgm:spPr/>
    </dgm:pt>
    <dgm:pt modelId="{B0AA1053-09CB-4901-9A2A-99106D12D09F}" type="pres">
      <dgm:prSet presAssocID="{2BA7301C-268D-4999-9434-4B72E048AC3E}" presName="hierChild2" presStyleCnt="0"/>
      <dgm:spPr/>
    </dgm:pt>
    <dgm:pt modelId="{DF950D43-2457-41A5-BE84-C931F81CD94B}" type="pres">
      <dgm:prSet presAssocID="{00AE0101-8D83-40A7-9530-C3427FD1413A}" presName="hierRoot1" presStyleCnt="0"/>
      <dgm:spPr/>
    </dgm:pt>
    <dgm:pt modelId="{20C4FB42-7F02-4561-9389-E91FBEAD0D09}" type="pres">
      <dgm:prSet presAssocID="{00AE0101-8D83-40A7-9530-C3427FD1413A}" presName="composite" presStyleCnt="0"/>
      <dgm:spPr/>
    </dgm:pt>
    <dgm:pt modelId="{EE5D2025-7F38-43EB-9267-B5DB35C24FED}" type="pres">
      <dgm:prSet presAssocID="{00AE0101-8D83-40A7-9530-C3427FD1413A}" presName="background" presStyleLbl="node0" presStyleIdx="2" presStyleCnt="3"/>
      <dgm:spPr/>
    </dgm:pt>
    <dgm:pt modelId="{3DCE94D0-F1C0-4AA8-961F-C7B947003A7B}" type="pres">
      <dgm:prSet presAssocID="{00AE0101-8D83-40A7-9530-C3427FD1413A}" presName="text" presStyleLbl="fgAcc0" presStyleIdx="2" presStyleCnt="3">
        <dgm:presLayoutVars>
          <dgm:chPref val="3"/>
        </dgm:presLayoutVars>
      </dgm:prSet>
      <dgm:spPr/>
    </dgm:pt>
    <dgm:pt modelId="{F391AD11-DB8F-481A-BFB1-8D173F3E8AC0}" type="pres">
      <dgm:prSet presAssocID="{00AE0101-8D83-40A7-9530-C3427FD1413A}" presName="hierChild2" presStyleCnt="0"/>
      <dgm:spPr/>
    </dgm:pt>
  </dgm:ptLst>
  <dgm:cxnLst>
    <dgm:cxn modelId="{1ADEC71E-81BD-40E4-A8A6-5497439BC616}" srcId="{C7F94F15-AC4A-4604-9BC0-CB915EAA9A50}" destId="{2BA7301C-268D-4999-9434-4B72E048AC3E}" srcOrd="1" destOrd="0" parTransId="{A91B04E5-E237-4F9D-9975-87D840A4B107}" sibTransId="{A0088119-33FF-49CB-8359-DDE7F5EF2305}"/>
    <dgm:cxn modelId="{46AD682E-4712-4A15-B6BC-833CEB16D91C}" type="presOf" srcId="{00AE0101-8D83-40A7-9530-C3427FD1413A}" destId="{3DCE94D0-F1C0-4AA8-961F-C7B947003A7B}" srcOrd="0" destOrd="0" presId="urn:microsoft.com/office/officeart/2005/8/layout/hierarchy1"/>
    <dgm:cxn modelId="{571A4630-AD8B-4B97-8669-348C9CBBBB8A}" srcId="{C7F94F15-AC4A-4604-9BC0-CB915EAA9A50}" destId="{00AE0101-8D83-40A7-9530-C3427FD1413A}" srcOrd="2" destOrd="0" parTransId="{ED54C103-5FC0-4D21-B130-CA10481FE422}" sibTransId="{B428536F-3700-4168-AA0D-041F15EC785A}"/>
    <dgm:cxn modelId="{6CB31F4E-4804-4026-BF2F-F18D36CD3193}" type="presOf" srcId="{7A267BF3-8558-4ED9-A416-29C774471A3F}" destId="{650CB3E8-14FC-435A-885C-A8CC50E234A7}" srcOrd="0" destOrd="0" presId="urn:microsoft.com/office/officeart/2005/8/layout/hierarchy1"/>
    <dgm:cxn modelId="{0480C18D-E3E2-465B-907F-090041E0567A}" type="presOf" srcId="{2BA7301C-268D-4999-9434-4B72E048AC3E}" destId="{EFAB2533-9E38-4583-82DE-A70BE6B967DB}" srcOrd="0" destOrd="0" presId="urn:microsoft.com/office/officeart/2005/8/layout/hierarchy1"/>
    <dgm:cxn modelId="{BB333996-ADE9-496C-9B9D-CE754CF268BA}" type="presOf" srcId="{C7F94F15-AC4A-4604-9BC0-CB915EAA9A50}" destId="{F1E6E7A1-F680-4C7F-9C9E-E3EC5AE02949}" srcOrd="0" destOrd="0" presId="urn:microsoft.com/office/officeart/2005/8/layout/hierarchy1"/>
    <dgm:cxn modelId="{256D68B4-4B50-4108-A1A7-499B306297EA}" srcId="{C7F94F15-AC4A-4604-9BC0-CB915EAA9A50}" destId="{7A267BF3-8558-4ED9-A416-29C774471A3F}" srcOrd="0" destOrd="0" parTransId="{E0B8CA96-6841-42DB-A56F-9202AC69BBBE}" sibTransId="{D915D273-2461-49B2-8A60-34688B15F0D3}"/>
    <dgm:cxn modelId="{4DD86743-2A19-45CC-ACA5-EDB22E3ED109}" type="presParOf" srcId="{F1E6E7A1-F680-4C7F-9C9E-E3EC5AE02949}" destId="{50F076C3-3767-4808-91B5-3D337E20251B}" srcOrd="0" destOrd="0" presId="urn:microsoft.com/office/officeart/2005/8/layout/hierarchy1"/>
    <dgm:cxn modelId="{0657F056-F97B-4BDE-A549-3606414FAE3D}" type="presParOf" srcId="{50F076C3-3767-4808-91B5-3D337E20251B}" destId="{2E6E660B-F583-4E40-8A8D-FC89CBCEB51E}" srcOrd="0" destOrd="0" presId="urn:microsoft.com/office/officeart/2005/8/layout/hierarchy1"/>
    <dgm:cxn modelId="{120E20ED-A99D-43F6-95CA-B3B7C393F443}" type="presParOf" srcId="{2E6E660B-F583-4E40-8A8D-FC89CBCEB51E}" destId="{29FD6ED4-FA5C-4C13-BA90-C22DDC3DF6F5}" srcOrd="0" destOrd="0" presId="urn:microsoft.com/office/officeart/2005/8/layout/hierarchy1"/>
    <dgm:cxn modelId="{EEE5C846-A983-4261-9A7C-33B7209988B6}" type="presParOf" srcId="{2E6E660B-F583-4E40-8A8D-FC89CBCEB51E}" destId="{650CB3E8-14FC-435A-885C-A8CC50E234A7}" srcOrd="1" destOrd="0" presId="urn:microsoft.com/office/officeart/2005/8/layout/hierarchy1"/>
    <dgm:cxn modelId="{1FB3D0BD-9825-4738-891F-7B3DFEAFBCC8}" type="presParOf" srcId="{50F076C3-3767-4808-91B5-3D337E20251B}" destId="{3FFFD215-BBFB-440F-BC45-A05146C4B0E4}" srcOrd="1" destOrd="0" presId="urn:microsoft.com/office/officeart/2005/8/layout/hierarchy1"/>
    <dgm:cxn modelId="{DB129CB6-B31E-4374-BA1E-D91119783D63}" type="presParOf" srcId="{F1E6E7A1-F680-4C7F-9C9E-E3EC5AE02949}" destId="{5DA0458D-6535-4D04-8A04-338D771AFC9F}" srcOrd="1" destOrd="0" presId="urn:microsoft.com/office/officeart/2005/8/layout/hierarchy1"/>
    <dgm:cxn modelId="{028636CB-E1CD-49B4-ACF9-0C402ACB8C30}" type="presParOf" srcId="{5DA0458D-6535-4D04-8A04-338D771AFC9F}" destId="{7606402D-07CD-4EE2-BC6B-719B439F9C2F}" srcOrd="0" destOrd="0" presId="urn:microsoft.com/office/officeart/2005/8/layout/hierarchy1"/>
    <dgm:cxn modelId="{1209E258-761C-476F-BBA8-839A08106DE7}" type="presParOf" srcId="{7606402D-07CD-4EE2-BC6B-719B439F9C2F}" destId="{68B0BE94-E167-4374-856B-BB487F47DCE5}" srcOrd="0" destOrd="0" presId="urn:microsoft.com/office/officeart/2005/8/layout/hierarchy1"/>
    <dgm:cxn modelId="{94662A05-CBDB-428B-BF86-4A891C5C1B56}" type="presParOf" srcId="{7606402D-07CD-4EE2-BC6B-719B439F9C2F}" destId="{EFAB2533-9E38-4583-82DE-A70BE6B967DB}" srcOrd="1" destOrd="0" presId="urn:microsoft.com/office/officeart/2005/8/layout/hierarchy1"/>
    <dgm:cxn modelId="{5A06E0FA-08B1-4376-8D06-F1A67D718944}" type="presParOf" srcId="{5DA0458D-6535-4D04-8A04-338D771AFC9F}" destId="{B0AA1053-09CB-4901-9A2A-99106D12D09F}" srcOrd="1" destOrd="0" presId="urn:microsoft.com/office/officeart/2005/8/layout/hierarchy1"/>
    <dgm:cxn modelId="{0949568E-28F2-4494-852A-99F2BAF2B8B1}" type="presParOf" srcId="{F1E6E7A1-F680-4C7F-9C9E-E3EC5AE02949}" destId="{DF950D43-2457-41A5-BE84-C931F81CD94B}" srcOrd="2" destOrd="0" presId="urn:microsoft.com/office/officeart/2005/8/layout/hierarchy1"/>
    <dgm:cxn modelId="{58C367B5-D805-46CD-8C95-660495012389}" type="presParOf" srcId="{DF950D43-2457-41A5-BE84-C931F81CD94B}" destId="{20C4FB42-7F02-4561-9389-E91FBEAD0D09}" srcOrd="0" destOrd="0" presId="urn:microsoft.com/office/officeart/2005/8/layout/hierarchy1"/>
    <dgm:cxn modelId="{66FB2B03-CA53-4BA4-99A9-FA6B7A2DEDFE}" type="presParOf" srcId="{20C4FB42-7F02-4561-9389-E91FBEAD0D09}" destId="{EE5D2025-7F38-43EB-9267-B5DB35C24FED}" srcOrd="0" destOrd="0" presId="urn:microsoft.com/office/officeart/2005/8/layout/hierarchy1"/>
    <dgm:cxn modelId="{12D282CD-7E9E-47A3-B9EE-51056E2625EB}" type="presParOf" srcId="{20C4FB42-7F02-4561-9389-E91FBEAD0D09}" destId="{3DCE94D0-F1C0-4AA8-961F-C7B947003A7B}" srcOrd="1" destOrd="0" presId="urn:microsoft.com/office/officeart/2005/8/layout/hierarchy1"/>
    <dgm:cxn modelId="{17DF14B3-5F21-4307-904A-D249C9114565}" type="presParOf" srcId="{DF950D43-2457-41A5-BE84-C931F81CD94B}" destId="{F391AD11-DB8F-481A-BFB1-8D173F3E8AC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87143F54-28DB-4D1D-B7D1-B89772491C1D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3E00B00-1985-448B-ADC2-9F8802A74E1D}">
      <dgm:prSet/>
      <dgm:spPr/>
      <dgm:t>
        <a:bodyPr/>
        <a:lstStyle/>
        <a:p>
          <a:r>
            <a:rPr lang="en-US"/>
            <a:t>Derechos de los ciudadanos</a:t>
          </a:r>
        </a:p>
      </dgm:t>
    </dgm:pt>
    <dgm:pt modelId="{131C32A2-E868-4720-932E-03F8C1B4C000}" type="parTrans" cxnId="{34B855BA-73B6-4BAE-B5E0-DB58CE463A3A}">
      <dgm:prSet/>
      <dgm:spPr/>
      <dgm:t>
        <a:bodyPr/>
        <a:lstStyle/>
        <a:p>
          <a:endParaRPr lang="en-US"/>
        </a:p>
      </dgm:t>
    </dgm:pt>
    <dgm:pt modelId="{16FA5045-18E4-42BF-9755-141381A56DEE}" type="sibTrans" cxnId="{34B855BA-73B6-4BAE-B5E0-DB58CE463A3A}">
      <dgm:prSet/>
      <dgm:spPr/>
      <dgm:t>
        <a:bodyPr/>
        <a:lstStyle/>
        <a:p>
          <a:endParaRPr lang="en-US"/>
        </a:p>
      </dgm:t>
    </dgm:pt>
    <dgm:pt modelId="{72619A8F-0404-4CC3-A76B-5FBF4E9CC558}">
      <dgm:prSet/>
      <dgm:spPr/>
      <dgm:t>
        <a:bodyPr/>
        <a:lstStyle/>
        <a:p>
          <a:r>
            <a:rPr lang="en-US"/>
            <a:t>Obligaciones para las organizaciones</a:t>
          </a:r>
        </a:p>
      </dgm:t>
    </dgm:pt>
    <dgm:pt modelId="{D7013682-4C2D-49DF-A535-A2742F4EA718}" type="parTrans" cxnId="{C951987D-6CD8-4A4B-A59B-08232376D180}">
      <dgm:prSet/>
      <dgm:spPr/>
      <dgm:t>
        <a:bodyPr/>
        <a:lstStyle/>
        <a:p>
          <a:endParaRPr lang="en-US"/>
        </a:p>
      </dgm:t>
    </dgm:pt>
    <dgm:pt modelId="{5447DF5C-04EF-4EA4-A8BC-44FF88D95598}" type="sibTrans" cxnId="{C951987D-6CD8-4A4B-A59B-08232376D180}">
      <dgm:prSet/>
      <dgm:spPr/>
      <dgm:t>
        <a:bodyPr/>
        <a:lstStyle/>
        <a:p>
          <a:endParaRPr lang="en-US"/>
        </a:p>
      </dgm:t>
    </dgm:pt>
    <dgm:pt modelId="{6A2F7F93-E2B9-4903-859A-742B58404CF6}">
      <dgm:prSet/>
      <dgm:spPr/>
      <dgm:t>
        <a:bodyPr/>
        <a:lstStyle/>
        <a:p>
          <a:r>
            <a:rPr lang="en-US"/>
            <a:t>Medidas de seguridad técnicas y organizativas</a:t>
          </a:r>
        </a:p>
      </dgm:t>
    </dgm:pt>
    <dgm:pt modelId="{FC1D382E-F884-4C73-8A44-F1F11F5301B0}" type="parTrans" cxnId="{FEFFF385-41BD-4502-8E65-F6208FC49A05}">
      <dgm:prSet/>
      <dgm:spPr/>
      <dgm:t>
        <a:bodyPr/>
        <a:lstStyle/>
        <a:p>
          <a:endParaRPr lang="en-US"/>
        </a:p>
      </dgm:t>
    </dgm:pt>
    <dgm:pt modelId="{8B45C1DF-F3C6-4992-914B-EEBCFC4B4A3F}" type="sibTrans" cxnId="{FEFFF385-41BD-4502-8E65-F6208FC49A05}">
      <dgm:prSet/>
      <dgm:spPr/>
      <dgm:t>
        <a:bodyPr/>
        <a:lstStyle/>
        <a:p>
          <a:endParaRPr lang="en-US"/>
        </a:p>
      </dgm:t>
    </dgm:pt>
    <dgm:pt modelId="{9D5EBA83-D843-4E38-AA0E-342D6B4B1958}" type="pres">
      <dgm:prSet presAssocID="{87143F54-28DB-4D1D-B7D1-B89772491C1D}" presName="diagram" presStyleCnt="0">
        <dgm:presLayoutVars>
          <dgm:dir/>
          <dgm:resizeHandles val="exact"/>
        </dgm:presLayoutVars>
      </dgm:prSet>
      <dgm:spPr/>
    </dgm:pt>
    <dgm:pt modelId="{ABECF7B8-17F4-44AE-B6A2-1BCE3971CCE3}" type="pres">
      <dgm:prSet presAssocID="{53E00B00-1985-448B-ADC2-9F8802A74E1D}" presName="node" presStyleLbl="node1" presStyleIdx="0" presStyleCnt="3">
        <dgm:presLayoutVars>
          <dgm:bulletEnabled val="1"/>
        </dgm:presLayoutVars>
      </dgm:prSet>
      <dgm:spPr/>
    </dgm:pt>
    <dgm:pt modelId="{2305101F-2BAE-49D3-B97B-5A4F986EF25D}" type="pres">
      <dgm:prSet presAssocID="{16FA5045-18E4-42BF-9755-141381A56DEE}" presName="sibTrans" presStyleCnt="0"/>
      <dgm:spPr/>
    </dgm:pt>
    <dgm:pt modelId="{12ED5755-0E49-4246-9742-561B0F76EF8A}" type="pres">
      <dgm:prSet presAssocID="{72619A8F-0404-4CC3-A76B-5FBF4E9CC558}" presName="node" presStyleLbl="node1" presStyleIdx="1" presStyleCnt="3">
        <dgm:presLayoutVars>
          <dgm:bulletEnabled val="1"/>
        </dgm:presLayoutVars>
      </dgm:prSet>
      <dgm:spPr/>
    </dgm:pt>
    <dgm:pt modelId="{F640E422-F4A7-48C3-B255-FF4BDB5089E1}" type="pres">
      <dgm:prSet presAssocID="{5447DF5C-04EF-4EA4-A8BC-44FF88D95598}" presName="sibTrans" presStyleCnt="0"/>
      <dgm:spPr/>
    </dgm:pt>
    <dgm:pt modelId="{98C951FD-2364-44C8-9539-B2ED3E4F72AC}" type="pres">
      <dgm:prSet presAssocID="{6A2F7F93-E2B9-4903-859A-742B58404CF6}" presName="node" presStyleLbl="node1" presStyleIdx="2" presStyleCnt="3">
        <dgm:presLayoutVars>
          <dgm:bulletEnabled val="1"/>
        </dgm:presLayoutVars>
      </dgm:prSet>
      <dgm:spPr/>
    </dgm:pt>
  </dgm:ptLst>
  <dgm:cxnLst>
    <dgm:cxn modelId="{1DF0BD72-5D5D-4624-AE42-9C03B8427EDF}" type="presOf" srcId="{6A2F7F93-E2B9-4903-859A-742B58404CF6}" destId="{98C951FD-2364-44C8-9539-B2ED3E4F72AC}" srcOrd="0" destOrd="0" presId="urn:microsoft.com/office/officeart/2005/8/layout/default"/>
    <dgm:cxn modelId="{C951987D-6CD8-4A4B-A59B-08232376D180}" srcId="{87143F54-28DB-4D1D-B7D1-B89772491C1D}" destId="{72619A8F-0404-4CC3-A76B-5FBF4E9CC558}" srcOrd="1" destOrd="0" parTransId="{D7013682-4C2D-49DF-A535-A2742F4EA718}" sibTransId="{5447DF5C-04EF-4EA4-A8BC-44FF88D95598}"/>
    <dgm:cxn modelId="{FEFFF385-41BD-4502-8E65-F6208FC49A05}" srcId="{87143F54-28DB-4D1D-B7D1-B89772491C1D}" destId="{6A2F7F93-E2B9-4903-859A-742B58404CF6}" srcOrd="2" destOrd="0" parTransId="{FC1D382E-F884-4C73-8A44-F1F11F5301B0}" sibTransId="{8B45C1DF-F3C6-4992-914B-EEBCFC4B4A3F}"/>
    <dgm:cxn modelId="{2E07569D-4C73-4758-8C35-738DE4FEED12}" type="presOf" srcId="{72619A8F-0404-4CC3-A76B-5FBF4E9CC558}" destId="{12ED5755-0E49-4246-9742-561B0F76EF8A}" srcOrd="0" destOrd="0" presId="urn:microsoft.com/office/officeart/2005/8/layout/default"/>
    <dgm:cxn modelId="{34B855BA-73B6-4BAE-B5E0-DB58CE463A3A}" srcId="{87143F54-28DB-4D1D-B7D1-B89772491C1D}" destId="{53E00B00-1985-448B-ADC2-9F8802A74E1D}" srcOrd="0" destOrd="0" parTransId="{131C32A2-E868-4720-932E-03F8C1B4C000}" sibTransId="{16FA5045-18E4-42BF-9755-141381A56DEE}"/>
    <dgm:cxn modelId="{884213EC-6D3A-4174-A969-0CFA67F59B36}" type="presOf" srcId="{87143F54-28DB-4D1D-B7D1-B89772491C1D}" destId="{9D5EBA83-D843-4E38-AA0E-342D6B4B1958}" srcOrd="0" destOrd="0" presId="urn:microsoft.com/office/officeart/2005/8/layout/default"/>
    <dgm:cxn modelId="{6AA8A3EF-5AE9-4F63-8CB8-B1B108A11869}" type="presOf" srcId="{53E00B00-1985-448B-ADC2-9F8802A74E1D}" destId="{ABECF7B8-17F4-44AE-B6A2-1BCE3971CCE3}" srcOrd="0" destOrd="0" presId="urn:microsoft.com/office/officeart/2005/8/layout/default"/>
    <dgm:cxn modelId="{0D6C07A6-395F-4B25-8481-4779821CCEC3}" type="presParOf" srcId="{9D5EBA83-D843-4E38-AA0E-342D6B4B1958}" destId="{ABECF7B8-17F4-44AE-B6A2-1BCE3971CCE3}" srcOrd="0" destOrd="0" presId="urn:microsoft.com/office/officeart/2005/8/layout/default"/>
    <dgm:cxn modelId="{4420AE5B-DB7D-4C18-AA62-EAC17CC6975F}" type="presParOf" srcId="{9D5EBA83-D843-4E38-AA0E-342D6B4B1958}" destId="{2305101F-2BAE-49D3-B97B-5A4F986EF25D}" srcOrd="1" destOrd="0" presId="urn:microsoft.com/office/officeart/2005/8/layout/default"/>
    <dgm:cxn modelId="{2ECB3C82-CD90-4635-BC09-9C95D65DF18C}" type="presParOf" srcId="{9D5EBA83-D843-4E38-AA0E-342D6B4B1958}" destId="{12ED5755-0E49-4246-9742-561B0F76EF8A}" srcOrd="2" destOrd="0" presId="urn:microsoft.com/office/officeart/2005/8/layout/default"/>
    <dgm:cxn modelId="{407AD97A-CA08-474F-9DD4-CADB4E701214}" type="presParOf" srcId="{9D5EBA83-D843-4E38-AA0E-342D6B4B1958}" destId="{F640E422-F4A7-48C3-B255-FF4BDB5089E1}" srcOrd="3" destOrd="0" presId="urn:microsoft.com/office/officeart/2005/8/layout/default"/>
    <dgm:cxn modelId="{CC13C36C-D9CB-4BD9-A889-570946C12060}" type="presParOf" srcId="{9D5EBA83-D843-4E38-AA0E-342D6B4B1958}" destId="{98C951FD-2364-44C8-9539-B2ED3E4F72AC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114798EF-4B96-4E01-BD5F-572289AE698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A48E150B-C738-4579-B332-F83BE1171EBB}">
      <dgm:prSet/>
      <dgm:spPr/>
      <dgm:t>
        <a:bodyPr/>
        <a:lstStyle/>
        <a:p>
          <a:pPr>
            <a:defRPr cap="all"/>
          </a:pPr>
          <a:r>
            <a:rPr lang="en-US"/>
            <a:t>Sanciones económicas importantes</a:t>
          </a:r>
        </a:p>
      </dgm:t>
    </dgm:pt>
    <dgm:pt modelId="{494A734A-2C45-471F-BCB6-9997DD3C47EF}" type="parTrans" cxnId="{25D7356B-E88C-42F5-B1E1-FE54278C0F29}">
      <dgm:prSet/>
      <dgm:spPr/>
      <dgm:t>
        <a:bodyPr/>
        <a:lstStyle/>
        <a:p>
          <a:endParaRPr lang="en-US"/>
        </a:p>
      </dgm:t>
    </dgm:pt>
    <dgm:pt modelId="{08EC7440-4E07-4D98-8F4D-8DAB7743FB2F}" type="sibTrans" cxnId="{25D7356B-E88C-42F5-B1E1-FE54278C0F29}">
      <dgm:prSet/>
      <dgm:spPr/>
      <dgm:t>
        <a:bodyPr/>
        <a:lstStyle/>
        <a:p>
          <a:endParaRPr lang="en-US"/>
        </a:p>
      </dgm:t>
    </dgm:pt>
    <dgm:pt modelId="{B2C71621-E805-4D9E-8C3E-8446C78D7043}">
      <dgm:prSet/>
      <dgm:spPr/>
      <dgm:t>
        <a:bodyPr/>
        <a:lstStyle/>
        <a:p>
          <a:pPr>
            <a:defRPr cap="all"/>
          </a:pPr>
          <a:r>
            <a:rPr lang="en-US"/>
            <a:t>Responsabilidad legal</a:t>
          </a:r>
        </a:p>
      </dgm:t>
    </dgm:pt>
    <dgm:pt modelId="{3D5A4E29-CF57-460C-A7CA-EDBA9670B284}" type="parTrans" cxnId="{00FBBFC0-5CFA-4552-AB22-60292BD8E8E6}">
      <dgm:prSet/>
      <dgm:spPr/>
      <dgm:t>
        <a:bodyPr/>
        <a:lstStyle/>
        <a:p>
          <a:endParaRPr lang="en-US"/>
        </a:p>
      </dgm:t>
    </dgm:pt>
    <dgm:pt modelId="{FA47C398-9148-4357-AC50-DFB6648FC8AE}" type="sibTrans" cxnId="{00FBBFC0-5CFA-4552-AB22-60292BD8E8E6}">
      <dgm:prSet/>
      <dgm:spPr/>
      <dgm:t>
        <a:bodyPr/>
        <a:lstStyle/>
        <a:p>
          <a:endParaRPr lang="en-US"/>
        </a:p>
      </dgm:t>
    </dgm:pt>
    <dgm:pt modelId="{1C51C5D5-3CAA-4A91-81FB-7F5813D7580D}">
      <dgm:prSet/>
      <dgm:spPr/>
      <dgm:t>
        <a:bodyPr/>
        <a:lstStyle/>
        <a:p>
          <a:pPr>
            <a:defRPr cap="all"/>
          </a:pPr>
          <a:r>
            <a:rPr lang="en-US"/>
            <a:t>Daños reputacionales</a:t>
          </a:r>
        </a:p>
      </dgm:t>
    </dgm:pt>
    <dgm:pt modelId="{5C15BA70-CD8E-4479-A4C1-A15240B91291}" type="parTrans" cxnId="{F08590E8-C302-4226-A434-D0145B58CF2B}">
      <dgm:prSet/>
      <dgm:spPr/>
      <dgm:t>
        <a:bodyPr/>
        <a:lstStyle/>
        <a:p>
          <a:endParaRPr lang="en-US"/>
        </a:p>
      </dgm:t>
    </dgm:pt>
    <dgm:pt modelId="{3A525312-D767-4425-BF94-21D0AEE625C9}" type="sibTrans" cxnId="{F08590E8-C302-4226-A434-D0145B58CF2B}">
      <dgm:prSet/>
      <dgm:spPr/>
      <dgm:t>
        <a:bodyPr/>
        <a:lstStyle/>
        <a:p>
          <a:endParaRPr lang="en-US"/>
        </a:p>
      </dgm:t>
    </dgm:pt>
    <dgm:pt modelId="{80BD700C-A2EE-4EF7-8D4A-78EB126D1F67}" type="pres">
      <dgm:prSet presAssocID="{114798EF-4B96-4E01-BD5F-572289AE6982}" presName="root" presStyleCnt="0">
        <dgm:presLayoutVars>
          <dgm:dir/>
          <dgm:resizeHandles val="exact"/>
        </dgm:presLayoutVars>
      </dgm:prSet>
      <dgm:spPr/>
    </dgm:pt>
    <dgm:pt modelId="{213C820C-63ED-4E84-ADA0-6CD53585FE02}" type="pres">
      <dgm:prSet presAssocID="{A48E150B-C738-4579-B332-F83BE1171EBB}" presName="compNode" presStyleCnt="0"/>
      <dgm:spPr/>
    </dgm:pt>
    <dgm:pt modelId="{0A86B583-CC2A-4856-8DF6-2D778E5180E2}" type="pres">
      <dgm:prSet presAssocID="{A48E150B-C738-4579-B332-F83BE1171EBB}" presName="iconBgRect" presStyleLbl="bgShp" presStyleIdx="0" presStyleCnt="3"/>
      <dgm:spPr/>
    </dgm:pt>
    <dgm:pt modelId="{8A0B0A58-9074-4C17-B8C2-DAFD5D97CFD4}" type="pres">
      <dgm:prSet presAssocID="{A48E150B-C738-4579-B332-F83BE1171EBB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inero"/>
        </a:ext>
      </dgm:extLst>
    </dgm:pt>
    <dgm:pt modelId="{7F3DF106-0275-4C00-AD16-1D03B87CAAD7}" type="pres">
      <dgm:prSet presAssocID="{A48E150B-C738-4579-B332-F83BE1171EBB}" presName="spaceRect" presStyleCnt="0"/>
      <dgm:spPr/>
    </dgm:pt>
    <dgm:pt modelId="{61A0C6C5-F023-449D-92D3-4F8434079FEB}" type="pres">
      <dgm:prSet presAssocID="{A48E150B-C738-4579-B332-F83BE1171EBB}" presName="textRect" presStyleLbl="revTx" presStyleIdx="0" presStyleCnt="3">
        <dgm:presLayoutVars>
          <dgm:chMax val="1"/>
          <dgm:chPref val="1"/>
        </dgm:presLayoutVars>
      </dgm:prSet>
      <dgm:spPr/>
    </dgm:pt>
    <dgm:pt modelId="{AFD0F25E-4632-463F-8F8B-13DA6659D186}" type="pres">
      <dgm:prSet presAssocID="{08EC7440-4E07-4D98-8F4D-8DAB7743FB2F}" presName="sibTrans" presStyleCnt="0"/>
      <dgm:spPr/>
    </dgm:pt>
    <dgm:pt modelId="{27B163A8-4D08-4AFA-9AB1-E5FE674960EC}" type="pres">
      <dgm:prSet presAssocID="{B2C71621-E805-4D9E-8C3E-8446C78D7043}" presName="compNode" presStyleCnt="0"/>
      <dgm:spPr/>
    </dgm:pt>
    <dgm:pt modelId="{45264E25-5E1A-45D7-BB05-4DC914C7164B}" type="pres">
      <dgm:prSet presAssocID="{B2C71621-E805-4D9E-8C3E-8446C78D7043}" presName="iconBgRect" presStyleLbl="bgShp" presStyleIdx="1" presStyleCnt="3"/>
      <dgm:spPr/>
    </dgm:pt>
    <dgm:pt modelId="{4EAEFDA4-5E25-46CF-BE37-12F63DFCB01B}" type="pres">
      <dgm:prSet presAssocID="{B2C71621-E805-4D9E-8C3E-8446C78D7043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B2B0890C-F1DE-4C81-9E8C-1DE78275BBD4}" type="pres">
      <dgm:prSet presAssocID="{B2C71621-E805-4D9E-8C3E-8446C78D7043}" presName="spaceRect" presStyleCnt="0"/>
      <dgm:spPr/>
    </dgm:pt>
    <dgm:pt modelId="{27B3C6AE-CA5A-4682-824E-2FFDA20C643F}" type="pres">
      <dgm:prSet presAssocID="{B2C71621-E805-4D9E-8C3E-8446C78D7043}" presName="textRect" presStyleLbl="revTx" presStyleIdx="1" presStyleCnt="3">
        <dgm:presLayoutVars>
          <dgm:chMax val="1"/>
          <dgm:chPref val="1"/>
        </dgm:presLayoutVars>
      </dgm:prSet>
      <dgm:spPr/>
    </dgm:pt>
    <dgm:pt modelId="{51A809D5-7518-4C1F-A6AE-B5BC74DF761C}" type="pres">
      <dgm:prSet presAssocID="{FA47C398-9148-4357-AC50-DFB6648FC8AE}" presName="sibTrans" presStyleCnt="0"/>
      <dgm:spPr/>
    </dgm:pt>
    <dgm:pt modelId="{DBB23417-9618-406A-BA0F-EECEA75C12F4}" type="pres">
      <dgm:prSet presAssocID="{1C51C5D5-3CAA-4A91-81FB-7F5813D7580D}" presName="compNode" presStyleCnt="0"/>
      <dgm:spPr/>
    </dgm:pt>
    <dgm:pt modelId="{816B4321-A16E-480A-845D-EE80380CAA17}" type="pres">
      <dgm:prSet presAssocID="{1C51C5D5-3CAA-4A91-81FB-7F5813D7580D}" presName="iconBgRect" presStyleLbl="bgShp" presStyleIdx="2" presStyleCnt="3"/>
      <dgm:spPr/>
    </dgm:pt>
    <dgm:pt modelId="{682E89BF-9CDC-465A-9843-6F40CBF62EB7}" type="pres">
      <dgm:prSet presAssocID="{1C51C5D5-3CAA-4A91-81FB-7F5813D7580D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C06D4EAE-333B-4CF8-B87B-7D911D8B1E58}" type="pres">
      <dgm:prSet presAssocID="{1C51C5D5-3CAA-4A91-81FB-7F5813D7580D}" presName="spaceRect" presStyleCnt="0"/>
      <dgm:spPr/>
    </dgm:pt>
    <dgm:pt modelId="{C167363C-78A8-4416-BDAB-14309AED8CBB}" type="pres">
      <dgm:prSet presAssocID="{1C51C5D5-3CAA-4A91-81FB-7F5813D7580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88D2204-29F9-4A81-B516-09F389FA5069}" type="presOf" srcId="{1C51C5D5-3CAA-4A91-81FB-7F5813D7580D}" destId="{C167363C-78A8-4416-BDAB-14309AED8CBB}" srcOrd="0" destOrd="0" presId="urn:microsoft.com/office/officeart/2018/5/layout/IconCircleLabelList"/>
    <dgm:cxn modelId="{0C78072C-2929-4F59-BF86-AF816095F45C}" type="presOf" srcId="{A48E150B-C738-4579-B332-F83BE1171EBB}" destId="{61A0C6C5-F023-449D-92D3-4F8434079FEB}" srcOrd="0" destOrd="0" presId="urn:microsoft.com/office/officeart/2018/5/layout/IconCircleLabelList"/>
    <dgm:cxn modelId="{44F05E30-580F-41A0-AFC0-264E1F91C1EC}" type="presOf" srcId="{B2C71621-E805-4D9E-8C3E-8446C78D7043}" destId="{27B3C6AE-CA5A-4682-824E-2FFDA20C643F}" srcOrd="0" destOrd="0" presId="urn:microsoft.com/office/officeart/2018/5/layout/IconCircleLabelList"/>
    <dgm:cxn modelId="{C853F134-4FA0-4028-9849-CBAE90481E7A}" type="presOf" srcId="{114798EF-4B96-4E01-BD5F-572289AE6982}" destId="{80BD700C-A2EE-4EF7-8D4A-78EB126D1F67}" srcOrd="0" destOrd="0" presId="urn:microsoft.com/office/officeart/2018/5/layout/IconCircleLabelList"/>
    <dgm:cxn modelId="{25D7356B-E88C-42F5-B1E1-FE54278C0F29}" srcId="{114798EF-4B96-4E01-BD5F-572289AE6982}" destId="{A48E150B-C738-4579-B332-F83BE1171EBB}" srcOrd="0" destOrd="0" parTransId="{494A734A-2C45-471F-BCB6-9997DD3C47EF}" sibTransId="{08EC7440-4E07-4D98-8F4D-8DAB7743FB2F}"/>
    <dgm:cxn modelId="{00FBBFC0-5CFA-4552-AB22-60292BD8E8E6}" srcId="{114798EF-4B96-4E01-BD5F-572289AE6982}" destId="{B2C71621-E805-4D9E-8C3E-8446C78D7043}" srcOrd="1" destOrd="0" parTransId="{3D5A4E29-CF57-460C-A7CA-EDBA9670B284}" sibTransId="{FA47C398-9148-4357-AC50-DFB6648FC8AE}"/>
    <dgm:cxn modelId="{F08590E8-C302-4226-A434-D0145B58CF2B}" srcId="{114798EF-4B96-4E01-BD5F-572289AE6982}" destId="{1C51C5D5-3CAA-4A91-81FB-7F5813D7580D}" srcOrd="2" destOrd="0" parTransId="{5C15BA70-CD8E-4479-A4C1-A15240B91291}" sibTransId="{3A525312-D767-4425-BF94-21D0AEE625C9}"/>
    <dgm:cxn modelId="{581D5775-883C-4B71-B6CB-98AEAE0BEAFA}" type="presParOf" srcId="{80BD700C-A2EE-4EF7-8D4A-78EB126D1F67}" destId="{213C820C-63ED-4E84-ADA0-6CD53585FE02}" srcOrd="0" destOrd="0" presId="urn:microsoft.com/office/officeart/2018/5/layout/IconCircleLabelList"/>
    <dgm:cxn modelId="{2520191B-3233-4F98-A2DE-0567BE54ED11}" type="presParOf" srcId="{213C820C-63ED-4E84-ADA0-6CD53585FE02}" destId="{0A86B583-CC2A-4856-8DF6-2D778E5180E2}" srcOrd="0" destOrd="0" presId="urn:microsoft.com/office/officeart/2018/5/layout/IconCircleLabelList"/>
    <dgm:cxn modelId="{162B504C-89E4-4B64-9A65-72ACC4979ED9}" type="presParOf" srcId="{213C820C-63ED-4E84-ADA0-6CD53585FE02}" destId="{8A0B0A58-9074-4C17-B8C2-DAFD5D97CFD4}" srcOrd="1" destOrd="0" presId="urn:microsoft.com/office/officeart/2018/5/layout/IconCircleLabelList"/>
    <dgm:cxn modelId="{758F3D7C-3BD9-403D-86CA-B9DA89BFB6DE}" type="presParOf" srcId="{213C820C-63ED-4E84-ADA0-6CD53585FE02}" destId="{7F3DF106-0275-4C00-AD16-1D03B87CAAD7}" srcOrd="2" destOrd="0" presId="urn:microsoft.com/office/officeart/2018/5/layout/IconCircleLabelList"/>
    <dgm:cxn modelId="{4D2BFA76-8F84-4FF6-815B-E5FC64AF2739}" type="presParOf" srcId="{213C820C-63ED-4E84-ADA0-6CD53585FE02}" destId="{61A0C6C5-F023-449D-92D3-4F8434079FEB}" srcOrd="3" destOrd="0" presId="urn:microsoft.com/office/officeart/2018/5/layout/IconCircleLabelList"/>
    <dgm:cxn modelId="{CCE12281-ED16-4F4B-A51E-176BC3902EE0}" type="presParOf" srcId="{80BD700C-A2EE-4EF7-8D4A-78EB126D1F67}" destId="{AFD0F25E-4632-463F-8F8B-13DA6659D186}" srcOrd="1" destOrd="0" presId="urn:microsoft.com/office/officeart/2018/5/layout/IconCircleLabelList"/>
    <dgm:cxn modelId="{F8504BED-B3B6-4939-89C2-BB809ACBA416}" type="presParOf" srcId="{80BD700C-A2EE-4EF7-8D4A-78EB126D1F67}" destId="{27B163A8-4D08-4AFA-9AB1-E5FE674960EC}" srcOrd="2" destOrd="0" presId="urn:microsoft.com/office/officeart/2018/5/layout/IconCircleLabelList"/>
    <dgm:cxn modelId="{664ACF77-500D-4A54-857A-2D1323D5088A}" type="presParOf" srcId="{27B163A8-4D08-4AFA-9AB1-E5FE674960EC}" destId="{45264E25-5E1A-45D7-BB05-4DC914C7164B}" srcOrd="0" destOrd="0" presId="urn:microsoft.com/office/officeart/2018/5/layout/IconCircleLabelList"/>
    <dgm:cxn modelId="{4F7DC368-EDD7-4C2A-8AC8-3BE278051311}" type="presParOf" srcId="{27B163A8-4D08-4AFA-9AB1-E5FE674960EC}" destId="{4EAEFDA4-5E25-46CF-BE37-12F63DFCB01B}" srcOrd="1" destOrd="0" presId="urn:microsoft.com/office/officeart/2018/5/layout/IconCircleLabelList"/>
    <dgm:cxn modelId="{C3F16336-70F9-40C0-95A9-C960CC96DA7E}" type="presParOf" srcId="{27B163A8-4D08-4AFA-9AB1-E5FE674960EC}" destId="{B2B0890C-F1DE-4C81-9E8C-1DE78275BBD4}" srcOrd="2" destOrd="0" presId="urn:microsoft.com/office/officeart/2018/5/layout/IconCircleLabelList"/>
    <dgm:cxn modelId="{84BE5C24-ED0B-410F-85B2-FC7244751B47}" type="presParOf" srcId="{27B163A8-4D08-4AFA-9AB1-E5FE674960EC}" destId="{27B3C6AE-CA5A-4682-824E-2FFDA20C643F}" srcOrd="3" destOrd="0" presId="urn:microsoft.com/office/officeart/2018/5/layout/IconCircleLabelList"/>
    <dgm:cxn modelId="{597354C1-0A2C-4AA9-AB6A-F0C86447013B}" type="presParOf" srcId="{80BD700C-A2EE-4EF7-8D4A-78EB126D1F67}" destId="{51A809D5-7518-4C1F-A6AE-B5BC74DF761C}" srcOrd="3" destOrd="0" presId="urn:microsoft.com/office/officeart/2018/5/layout/IconCircleLabelList"/>
    <dgm:cxn modelId="{D2D22F57-86C8-4FB0-BA79-10F0F529C4FF}" type="presParOf" srcId="{80BD700C-A2EE-4EF7-8D4A-78EB126D1F67}" destId="{DBB23417-9618-406A-BA0F-EECEA75C12F4}" srcOrd="4" destOrd="0" presId="urn:microsoft.com/office/officeart/2018/5/layout/IconCircleLabelList"/>
    <dgm:cxn modelId="{D0D956B4-3684-4E20-9DA0-398FB065E879}" type="presParOf" srcId="{DBB23417-9618-406A-BA0F-EECEA75C12F4}" destId="{816B4321-A16E-480A-845D-EE80380CAA17}" srcOrd="0" destOrd="0" presId="urn:microsoft.com/office/officeart/2018/5/layout/IconCircleLabelList"/>
    <dgm:cxn modelId="{A57B4ED4-3DE5-4CFF-974B-58582AD5133F}" type="presParOf" srcId="{DBB23417-9618-406A-BA0F-EECEA75C12F4}" destId="{682E89BF-9CDC-465A-9843-6F40CBF62EB7}" srcOrd="1" destOrd="0" presId="urn:microsoft.com/office/officeart/2018/5/layout/IconCircleLabelList"/>
    <dgm:cxn modelId="{DC942B0D-94CF-4CFD-81F1-78CBE0841FA2}" type="presParOf" srcId="{DBB23417-9618-406A-BA0F-EECEA75C12F4}" destId="{C06D4EAE-333B-4CF8-B87B-7D911D8B1E58}" srcOrd="2" destOrd="0" presId="urn:microsoft.com/office/officeart/2018/5/layout/IconCircleLabelList"/>
    <dgm:cxn modelId="{D4CB29E6-400F-42DB-81CC-2980C0A35682}" type="presParOf" srcId="{DBB23417-9618-406A-BA0F-EECEA75C12F4}" destId="{C167363C-78A8-4416-BDAB-14309AED8CBB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BF9F3AD6-3BF0-4A7D-BACA-97F1503559C2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0F06F32-16C6-410E-B1F5-C79AC6CA636F}">
      <dgm:prSet/>
      <dgm:spPr/>
      <dgm:t>
        <a:bodyPr/>
        <a:lstStyle/>
        <a:p>
          <a:r>
            <a:rPr lang="en-US"/>
            <a:t>Protege espacios, equipos y soportes</a:t>
          </a:r>
        </a:p>
      </dgm:t>
    </dgm:pt>
    <dgm:pt modelId="{0C0C75AC-672A-480E-97AA-11C2BC48BE38}" type="parTrans" cxnId="{39E469AD-8CD5-4203-B6F3-981F73E13D8D}">
      <dgm:prSet/>
      <dgm:spPr/>
      <dgm:t>
        <a:bodyPr/>
        <a:lstStyle/>
        <a:p>
          <a:endParaRPr lang="en-US"/>
        </a:p>
      </dgm:t>
    </dgm:pt>
    <dgm:pt modelId="{C40C6755-F6C6-4F2B-848D-2ABC0CFF7FDF}" type="sibTrans" cxnId="{39E469AD-8CD5-4203-B6F3-981F73E13D8D}">
      <dgm:prSet/>
      <dgm:spPr/>
      <dgm:t>
        <a:bodyPr/>
        <a:lstStyle/>
        <a:p>
          <a:endParaRPr lang="en-US"/>
        </a:p>
      </dgm:t>
    </dgm:pt>
    <dgm:pt modelId="{FA31DA9B-E388-4ACD-8E52-1C0E462FF3F1}">
      <dgm:prSet/>
      <dgm:spPr/>
      <dgm:t>
        <a:bodyPr/>
        <a:lstStyle/>
        <a:p>
          <a:r>
            <a:rPr lang="en-US"/>
            <a:t>Complementa la seguridad lógica</a:t>
          </a:r>
        </a:p>
      </dgm:t>
    </dgm:pt>
    <dgm:pt modelId="{83E1A9AB-8430-4987-B6DE-C81CF3CA21F3}" type="parTrans" cxnId="{3DD952FF-4B12-499A-9FB7-AACD333A04E5}">
      <dgm:prSet/>
      <dgm:spPr/>
      <dgm:t>
        <a:bodyPr/>
        <a:lstStyle/>
        <a:p>
          <a:endParaRPr lang="en-US"/>
        </a:p>
      </dgm:t>
    </dgm:pt>
    <dgm:pt modelId="{AE611B59-9906-4241-AF89-773BAC656D20}" type="sibTrans" cxnId="{3DD952FF-4B12-499A-9FB7-AACD333A04E5}">
      <dgm:prSet/>
      <dgm:spPr/>
      <dgm:t>
        <a:bodyPr/>
        <a:lstStyle/>
        <a:p>
          <a:endParaRPr lang="en-US"/>
        </a:p>
      </dgm:t>
    </dgm:pt>
    <dgm:pt modelId="{AAED05D9-B050-4B45-88AB-BC725A7A8438}">
      <dgm:prSet/>
      <dgm:spPr/>
      <dgm:t>
        <a:bodyPr/>
        <a:lstStyle/>
        <a:p>
          <a:r>
            <a:rPr lang="en-US"/>
            <a:t>Fundamental en entornos corporativos</a:t>
          </a:r>
        </a:p>
      </dgm:t>
    </dgm:pt>
    <dgm:pt modelId="{48948C09-4707-4E13-A197-83B992FA7999}" type="parTrans" cxnId="{B444ED67-90FC-48D0-8F0E-77111240DC17}">
      <dgm:prSet/>
      <dgm:spPr/>
      <dgm:t>
        <a:bodyPr/>
        <a:lstStyle/>
        <a:p>
          <a:endParaRPr lang="en-US"/>
        </a:p>
      </dgm:t>
    </dgm:pt>
    <dgm:pt modelId="{198985CA-7730-430C-9B36-E9DAFE98AE7C}" type="sibTrans" cxnId="{B444ED67-90FC-48D0-8F0E-77111240DC17}">
      <dgm:prSet/>
      <dgm:spPr/>
      <dgm:t>
        <a:bodyPr/>
        <a:lstStyle/>
        <a:p>
          <a:endParaRPr lang="en-US"/>
        </a:p>
      </dgm:t>
    </dgm:pt>
    <dgm:pt modelId="{9333B53E-A438-491E-AF45-3D1F43EF5F66}" type="pres">
      <dgm:prSet presAssocID="{BF9F3AD6-3BF0-4A7D-BACA-97F1503559C2}" presName="diagram" presStyleCnt="0">
        <dgm:presLayoutVars>
          <dgm:dir/>
          <dgm:resizeHandles val="exact"/>
        </dgm:presLayoutVars>
      </dgm:prSet>
      <dgm:spPr/>
    </dgm:pt>
    <dgm:pt modelId="{630DED11-49DE-4626-A02C-73DED3EA92A1}" type="pres">
      <dgm:prSet presAssocID="{70F06F32-16C6-410E-B1F5-C79AC6CA636F}" presName="node" presStyleLbl="node1" presStyleIdx="0" presStyleCnt="3">
        <dgm:presLayoutVars>
          <dgm:bulletEnabled val="1"/>
        </dgm:presLayoutVars>
      </dgm:prSet>
      <dgm:spPr/>
    </dgm:pt>
    <dgm:pt modelId="{DCD740C7-35B0-432A-8BE1-48895AFDDF57}" type="pres">
      <dgm:prSet presAssocID="{C40C6755-F6C6-4F2B-848D-2ABC0CFF7FDF}" presName="sibTrans" presStyleCnt="0"/>
      <dgm:spPr/>
    </dgm:pt>
    <dgm:pt modelId="{D4C32663-AD83-4698-8920-98FCB7121737}" type="pres">
      <dgm:prSet presAssocID="{FA31DA9B-E388-4ACD-8E52-1C0E462FF3F1}" presName="node" presStyleLbl="node1" presStyleIdx="1" presStyleCnt="3">
        <dgm:presLayoutVars>
          <dgm:bulletEnabled val="1"/>
        </dgm:presLayoutVars>
      </dgm:prSet>
      <dgm:spPr/>
    </dgm:pt>
    <dgm:pt modelId="{436AD8DC-9DA3-4930-BF05-2067C6548CE9}" type="pres">
      <dgm:prSet presAssocID="{AE611B59-9906-4241-AF89-773BAC656D20}" presName="sibTrans" presStyleCnt="0"/>
      <dgm:spPr/>
    </dgm:pt>
    <dgm:pt modelId="{7F47ACA8-92B6-4CBC-9CFA-6273DF72FF04}" type="pres">
      <dgm:prSet presAssocID="{AAED05D9-B050-4B45-88AB-BC725A7A8438}" presName="node" presStyleLbl="node1" presStyleIdx="2" presStyleCnt="3">
        <dgm:presLayoutVars>
          <dgm:bulletEnabled val="1"/>
        </dgm:presLayoutVars>
      </dgm:prSet>
      <dgm:spPr/>
    </dgm:pt>
  </dgm:ptLst>
  <dgm:cxnLst>
    <dgm:cxn modelId="{B444ED67-90FC-48D0-8F0E-77111240DC17}" srcId="{BF9F3AD6-3BF0-4A7D-BACA-97F1503559C2}" destId="{AAED05D9-B050-4B45-88AB-BC725A7A8438}" srcOrd="2" destOrd="0" parTransId="{48948C09-4707-4E13-A197-83B992FA7999}" sibTransId="{198985CA-7730-430C-9B36-E9DAFE98AE7C}"/>
    <dgm:cxn modelId="{A6601D85-24FB-4D46-8783-2CBB4500E2DF}" type="presOf" srcId="{AAED05D9-B050-4B45-88AB-BC725A7A8438}" destId="{7F47ACA8-92B6-4CBC-9CFA-6273DF72FF04}" srcOrd="0" destOrd="0" presId="urn:microsoft.com/office/officeart/2005/8/layout/default"/>
    <dgm:cxn modelId="{9B3027A5-AE86-41FF-84AE-EDE46B37A70A}" type="presOf" srcId="{FA31DA9B-E388-4ACD-8E52-1C0E462FF3F1}" destId="{D4C32663-AD83-4698-8920-98FCB7121737}" srcOrd="0" destOrd="0" presId="urn:microsoft.com/office/officeart/2005/8/layout/default"/>
    <dgm:cxn modelId="{39E469AD-8CD5-4203-B6F3-981F73E13D8D}" srcId="{BF9F3AD6-3BF0-4A7D-BACA-97F1503559C2}" destId="{70F06F32-16C6-410E-B1F5-C79AC6CA636F}" srcOrd="0" destOrd="0" parTransId="{0C0C75AC-672A-480E-97AA-11C2BC48BE38}" sibTransId="{C40C6755-F6C6-4F2B-848D-2ABC0CFF7FDF}"/>
    <dgm:cxn modelId="{AB4B57C9-07FF-4A17-BE97-104022C53C96}" type="presOf" srcId="{BF9F3AD6-3BF0-4A7D-BACA-97F1503559C2}" destId="{9333B53E-A438-491E-AF45-3D1F43EF5F66}" srcOrd="0" destOrd="0" presId="urn:microsoft.com/office/officeart/2005/8/layout/default"/>
    <dgm:cxn modelId="{A088C4E0-F490-41BA-8C9D-8B1185FF1F52}" type="presOf" srcId="{70F06F32-16C6-410E-B1F5-C79AC6CA636F}" destId="{630DED11-49DE-4626-A02C-73DED3EA92A1}" srcOrd="0" destOrd="0" presId="urn:microsoft.com/office/officeart/2005/8/layout/default"/>
    <dgm:cxn modelId="{3DD952FF-4B12-499A-9FB7-AACD333A04E5}" srcId="{BF9F3AD6-3BF0-4A7D-BACA-97F1503559C2}" destId="{FA31DA9B-E388-4ACD-8E52-1C0E462FF3F1}" srcOrd="1" destOrd="0" parTransId="{83E1A9AB-8430-4987-B6DE-C81CF3CA21F3}" sibTransId="{AE611B59-9906-4241-AF89-773BAC656D20}"/>
    <dgm:cxn modelId="{E7313F26-2030-4945-8662-CD895F62FD3F}" type="presParOf" srcId="{9333B53E-A438-491E-AF45-3D1F43EF5F66}" destId="{630DED11-49DE-4626-A02C-73DED3EA92A1}" srcOrd="0" destOrd="0" presId="urn:microsoft.com/office/officeart/2005/8/layout/default"/>
    <dgm:cxn modelId="{CAABAEF0-465D-4E86-A521-77119D062DDA}" type="presParOf" srcId="{9333B53E-A438-491E-AF45-3D1F43EF5F66}" destId="{DCD740C7-35B0-432A-8BE1-48895AFDDF57}" srcOrd="1" destOrd="0" presId="urn:microsoft.com/office/officeart/2005/8/layout/default"/>
    <dgm:cxn modelId="{057DE029-9998-4BD1-89EE-B7989D0BCFFD}" type="presParOf" srcId="{9333B53E-A438-491E-AF45-3D1F43EF5F66}" destId="{D4C32663-AD83-4698-8920-98FCB7121737}" srcOrd="2" destOrd="0" presId="urn:microsoft.com/office/officeart/2005/8/layout/default"/>
    <dgm:cxn modelId="{B8611C7B-540C-4547-AD26-A502D0F933E2}" type="presParOf" srcId="{9333B53E-A438-491E-AF45-3D1F43EF5F66}" destId="{436AD8DC-9DA3-4930-BF05-2067C6548CE9}" srcOrd="3" destOrd="0" presId="urn:microsoft.com/office/officeart/2005/8/layout/default"/>
    <dgm:cxn modelId="{8E2BE146-FD5D-4C5F-8512-66678E91A14F}" type="presParOf" srcId="{9333B53E-A438-491E-AF45-3D1F43EF5F66}" destId="{7F47ACA8-92B6-4CBC-9CFA-6273DF72FF04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09B32C95-D708-4787-9CDA-28C3831235A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AE70BCB-86D5-4759-9CBB-3BF1690869D1}">
      <dgm:prSet/>
      <dgm:spPr/>
      <dgm:t>
        <a:bodyPr/>
        <a:lstStyle/>
        <a:p>
          <a:r>
            <a:rPr lang="en-US"/>
            <a:t>Control de accesos a instalaciones</a:t>
          </a:r>
        </a:p>
      </dgm:t>
    </dgm:pt>
    <dgm:pt modelId="{5B95D5C3-3373-4943-9501-1DF7406CB38D}" type="parTrans" cxnId="{0C2FC8E4-6A46-45AA-8B2B-98D3630D871D}">
      <dgm:prSet/>
      <dgm:spPr/>
      <dgm:t>
        <a:bodyPr/>
        <a:lstStyle/>
        <a:p>
          <a:endParaRPr lang="en-US"/>
        </a:p>
      </dgm:t>
    </dgm:pt>
    <dgm:pt modelId="{69E09BCD-8CAD-4BCE-8845-BBBC90DE4293}" type="sibTrans" cxnId="{0C2FC8E4-6A46-45AA-8B2B-98D3630D871D}">
      <dgm:prSet/>
      <dgm:spPr/>
      <dgm:t>
        <a:bodyPr/>
        <a:lstStyle/>
        <a:p>
          <a:endParaRPr lang="en-US"/>
        </a:p>
      </dgm:t>
    </dgm:pt>
    <dgm:pt modelId="{3F0191AD-A85C-4814-8F1E-BD0F6E712D8C}">
      <dgm:prSet/>
      <dgm:spPr/>
      <dgm:t>
        <a:bodyPr/>
        <a:lstStyle/>
        <a:p>
          <a:r>
            <a:rPr lang="en-US"/>
            <a:t>Sistemas de vigilancia</a:t>
          </a:r>
        </a:p>
      </dgm:t>
    </dgm:pt>
    <dgm:pt modelId="{7D1E6FCF-DBCC-4333-95C7-AF60A4BF5A17}" type="parTrans" cxnId="{2CA1453A-D448-4612-B6B7-5A277C683D48}">
      <dgm:prSet/>
      <dgm:spPr/>
      <dgm:t>
        <a:bodyPr/>
        <a:lstStyle/>
        <a:p>
          <a:endParaRPr lang="en-US"/>
        </a:p>
      </dgm:t>
    </dgm:pt>
    <dgm:pt modelId="{89847A7C-5B23-4E3E-B7CB-767A00E318DD}" type="sibTrans" cxnId="{2CA1453A-D448-4612-B6B7-5A277C683D48}">
      <dgm:prSet/>
      <dgm:spPr/>
      <dgm:t>
        <a:bodyPr/>
        <a:lstStyle/>
        <a:p>
          <a:endParaRPr lang="en-US"/>
        </a:p>
      </dgm:t>
    </dgm:pt>
    <dgm:pt modelId="{680064CB-C5BD-4436-8B8F-9A288E6906BB}">
      <dgm:prSet/>
      <dgm:spPr/>
      <dgm:t>
        <a:bodyPr/>
        <a:lstStyle/>
        <a:p>
          <a:r>
            <a:rPr lang="en-US"/>
            <a:t>Protección contra incendios, robos o inundaciones</a:t>
          </a:r>
        </a:p>
      </dgm:t>
    </dgm:pt>
    <dgm:pt modelId="{F40A59DE-3223-4886-B334-141E0D327FDA}" type="parTrans" cxnId="{B8AF64CC-08EF-45EA-8BE0-E6E5521190AE}">
      <dgm:prSet/>
      <dgm:spPr/>
      <dgm:t>
        <a:bodyPr/>
        <a:lstStyle/>
        <a:p>
          <a:endParaRPr lang="en-US"/>
        </a:p>
      </dgm:t>
    </dgm:pt>
    <dgm:pt modelId="{0397620D-2BFD-4554-8616-0D925033DB19}" type="sibTrans" cxnId="{B8AF64CC-08EF-45EA-8BE0-E6E5521190AE}">
      <dgm:prSet/>
      <dgm:spPr/>
      <dgm:t>
        <a:bodyPr/>
        <a:lstStyle/>
        <a:p>
          <a:endParaRPr lang="en-US"/>
        </a:p>
      </dgm:t>
    </dgm:pt>
    <dgm:pt modelId="{F2DC05E0-A102-4C10-9C79-814B73360824}">
      <dgm:prSet/>
      <dgm:spPr/>
      <dgm:t>
        <a:bodyPr/>
        <a:lstStyle/>
        <a:p>
          <a:r>
            <a:rPr lang="en-US"/>
            <a:t>Acceso controlado a CPDs</a:t>
          </a:r>
        </a:p>
      </dgm:t>
    </dgm:pt>
    <dgm:pt modelId="{A9F9FEF1-382D-4853-A378-1C90F7EA1C49}" type="parTrans" cxnId="{51B82E5B-C0B4-4B9B-8D4A-8BF7D0601419}">
      <dgm:prSet/>
      <dgm:spPr/>
      <dgm:t>
        <a:bodyPr/>
        <a:lstStyle/>
        <a:p>
          <a:endParaRPr lang="en-US"/>
        </a:p>
      </dgm:t>
    </dgm:pt>
    <dgm:pt modelId="{F3AFA061-1D9C-43CD-B335-237083ADFD0B}" type="sibTrans" cxnId="{51B82E5B-C0B4-4B9B-8D4A-8BF7D0601419}">
      <dgm:prSet/>
      <dgm:spPr/>
      <dgm:t>
        <a:bodyPr/>
        <a:lstStyle/>
        <a:p>
          <a:endParaRPr lang="en-US"/>
        </a:p>
      </dgm:t>
    </dgm:pt>
    <dgm:pt modelId="{BAB7DC78-2D50-48A3-89D1-D57E104F1F04}" type="pres">
      <dgm:prSet presAssocID="{09B32C95-D708-4787-9CDA-28C3831235AB}" presName="linear" presStyleCnt="0">
        <dgm:presLayoutVars>
          <dgm:animLvl val="lvl"/>
          <dgm:resizeHandles val="exact"/>
        </dgm:presLayoutVars>
      </dgm:prSet>
      <dgm:spPr/>
    </dgm:pt>
    <dgm:pt modelId="{A4FAB740-FC84-43E6-A403-A4951541846C}" type="pres">
      <dgm:prSet presAssocID="{7AE70BCB-86D5-4759-9CBB-3BF1690869D1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AF550AEC-AB63-45BE-B443-0E073C3C82D8}" type="pres">
      <dgm:prSet presAssocID="{69E09BCD-8CAD-4BCE-8845-BBBC90DE4293}" presName="spacer" presStyleCnt="0"/>
      <dgm:spPr/>
    </dgm:pt>
    <dgm:pt modelId="{03DF4DE7-8F6E-4F44-8005-B9611324D9AD}" type="pres">
      <dgm:prSet presAssocID="{3F0191AD-A85C-4814-8F1E-BD0F6E712D8C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086BBE13-6241-4E2A-B743-50ACF348892A}" type="pres">
      <dgm:prSet presAssocID="{89847A7C-5B23-4E3E-B7CB-767A00E318DD}" presName="spacer" presStyleCnt="0"/>
      <dgm:spPr/>
    </dgm:pt>
    <dgm:pt modelId="{92DCAA07-92FA-45D9-8C22-9AC05BF37C66}" type="pres">
      <dgm:prSet presAssocID="{680064CB-C5BD-4436-8B8F-9A288E6906BB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BF9A107-F7A2-4604-A72B-B1B3968C93E9}" type="pres">
      <dgm:prSet presAssocID="{0397620D-2BFD-4554-8616-0D925033DB19}" presName="spacer" presStyleCnt="0"/>
      <dgm:spPr/>
    </dgm:pt>
    <dgm:pt modelId="{C9F6AE65-8165-4534-9BC1-4199D624FE91}" type="pres">
      <dgm:prSet presAssocID="{F2DC05E0-A102-4C10-9C79-814B7336082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2DF3BC00-DC7F-42F5-852F-6E64370E090E}" type="presOf" srcId="{F2DC05E0-A102-4C10-9C79-814B73360824}" destId="{C9F6AE65-8165-4534-9BC1-4199D624FE91}" srcOrd="0" destOrd="0" presId="urn:microsoft.com/office/officeart/2005/8/layout/vList2"/>
    <dgm:cxn modelId="{195AC624-401D-476F-B670-245F7C01E1F0}" type="presOf" srcId="{09B32C95-D708-4787-9CDA-28C3831235AB}" destId="{BAB7DC78-2D50-48A3-89D1-D57E104F1F04}" srcOrd="0" destOrd="0" presId="urn:microsoft.com/office/officeart/2005/8/layout/vList2"/>
    <dgm:cxn modelId="{2CA1453A-D448-4612-B6B7-5A277C683D48}" srcId="{09B32C95-D708-4787-9CDA-28C3831235AB}" destId="{3F0191AD-A85C-4814-8F1E-BD0F6E712D8C}" srcOrd="1" destOrd="0" parTransId="{7D1E6FCF-DBCC-4333-95C7-AF60A4BF5A17}" sibTransId="{89847A7C-5B23-4E3E-B7CB-767A00E318DD}"/>
    <dgm:cxn modelId="{51B82E5B-C0B4-4B9B-8D4A-8BF7D0601419}" srcId="{09B32C95-D708-4787-9CDA-28C3831235AB}" destId="{F2DC05E0-A102-4C10-9C79-814B73360824}" srcOrd="3" destOrd="0" parTransId="{A9F9FEF1-382D-4853-A378-1C90F7EA1C49}" sibTransId="{F3AFA061-1D9C-43CD-B335-237083ADFD0B}"/>
    <dgm:cxn modelId="{231B1C43-37FB-4A5D-A3B6-F3CA3BB07B93}" type="presOf" srcId="{7AE70BCB-86D5-4759-9CBB-3BF1690869D1}" destId="{A4FAB740-FC84-43E6-A403-A4951541846C}" srcOrd="0" destOrd="0" presId="urn:microsoft.com/office/officeart/2005/8/layout/vList2"/>
    <dgm:cxn modelId="{B407AE6B-84E1-4258-AE5D-6DA9A6405AC1}" type="presOf" srcId="{3F0191AD-A85C-4814-8F1E-BD0F6E712D8C}" destId="{03DF4DE7-8F6E-4F44-8005-B9611324D9AD}" srcOrd="0" destOrd="0" presId="urn:microsoft.com/office/officeart/2005/8/layout/vList2"/>
    <dgm:cxn modelId="{B8AF64CC-08EF-45EA-8BE0-E6E5521190AE}" srcId="{09B32C95-D708-4787-9CDA-28C3831235AB}" destId="{680064CB-C5BD-4436-8B8F-9A288E6906BB}" srcOrd="2" destOrd="0" parTransId="{F40A59DE-3223-4886-B334-141E0D327FDA}" sibTransId="{0397620D-2BFD-4554-8616-0D925033DB19}"/>
    <dgm:cxn modelId="{0C2FC8E4-6A46-45AA-8B2B-98D3630D871D}" srcId="{09B32C95-D708-4787-9CDA-28C3831235AB}" destId="{7AE70BCB-86D5-4759-9CBB-3BF1690869D1}" srcOrd="0" destOrd="0" parTransId="{5B95D5C3-3373-4943-9501-1DF7406CB38D}" sibTransId="{69E09BCD-8CAD-4BCE-8845-BBBC90DE4293}"/>
    <dgm:cxn modelId="{5D0FBEEC-B976-4CD9-AA66-6EC2D24FF986}" type="presOf" srcId="{680064CB-C5BD-4436-8B8F-9A288E6906BB}" destId="{92DCAA07-92FA-45D9-8C22-9AC05BF37C66}" srcOrd="0" destOrd="0" presId="urn:microsoft.com/office/officeart/2005/8/layout/vList2"/>
    <dgm:cxn modelId="{DF79AB19-9FF5-4556-A3FB-1F14860DE7C2}" type="presParOf" srcId="{BAB7DC78-2D50-48A3-89D1-D57E104F1F04}" destId="{A4FAB740-FC84-43E6-A403-A4951541846C}" srcOrd="0" destOrd="0" presId="urn:microsoft.com/office/officeart/2005/8/layout/vList2"/>
    <dgm:cxn modelId="{55173CBF-1951-4DDD-90F6-329BF7DEAF02}" type="presParOf" srcId="{BAB7DC78-2D50-48A3-89D1-D57E104F1F04}" destId="{AF550AEC-AB63-45BE-B443-0E073C3C82D8}" srcOrd="1" destOrd="0" presId="urn:microsoft.com/office/officeart/2005/8/layout/vList2"/>
    <dgm:cxn modelId="{A0EDD6E5-892B-4A89-BF5F-AA296ADB0665}" type="presParOf" srcId="{BAB7DC78-2D50-48A3-89D1-D57E104F1F04}" destId="{03DF4DE7-8F6E-4F44-8005-B9611324D9AD}" srcOrd="2" destOrd="0" presId="urn:microsoft.com/office/officeart/2005/8/layout/vList2"/>
    <dgm:cxn modelId="{C7AF1DD0-59F0-4E17-8055-9085B11D54D9}" type="presParOf" srcId="{BAB7DC78-2D50-48A3-89D1-D57E104F1F04}" destId="{086BBE13-6241-4E2A-B743-50ACF348892A}" srcOrd="3" destOrd="0" presId="urn:microsoft.com/office/officeart/2005/8/layout/vList2"/>
    <dgm:cxn modelId="{C7A2D4F3-5229-4B51-9A8F-3F71FCD918AF}" type="presParOf" srcId="{BAB7DC78-2D50-48A3-89D1-D57E104F1F04}" destId="{92DCAA07-92FA-45D9-8C22-9AC05BF37C66}" srcOrd="4" destOrd="0" presId="urn:microsoft.com/office/officeart/2005/8/layout/vList2"/>
    <dgm:cxn modelId="{B05159DF-15C2-4AAB-B02F-8AFD55DBD29B}" type="presParOf" srcId="{BAB7DC78-2D50-48A3-89D1-D57E104F1F04}" destId="{6BF9A107-F7A2-4604-A72B-B1B3968C93E9}" srcOrd="5" destOrd="0" presId="urn:microsoft.com/office/officeart/2005/8/layout/vList2"/>
    <dgm:cxn modelId="{574ADA56-82C8-4B59-967A-2F925A589231}" type="presParOf" srcId="{BAB7DC78-2D50-48A3-89D1-D57E104F1F04}" destId="{C9F6AE65-8165-4534-9BC1-4199D624FE91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F623455-CFC0-4BC2-97CD-B309E3011B51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62358F6-C08B-48E0-B4BC-206ECB71541F}">
      <dgm:prSet/>
      <dgm:spPr/>
      <dgm:t>
        <a:bodyPr/>
        <a:lstStyle/>
        <a:p>
          <a:r>
            <a:rPr lang="en-US"/>
            <a:t>La seguridad combina normativa</a:t>
          </a:r>
        </a:p>
      </dgm:t>
    </dgm:pt>
    <dgm:pt modelId="{3FAB9644-87C4-4FA9-B6C9-DC3885E60CE8}" type="parTrans" cxnId="{FB013E8A-DE6B-4FE3-8FC5-F3D2C8F78409}">
      <dgm:prSet/>
      <dgm:spPr/>
      <dgm:t>
        <a:bodyPr/>
        <a:lstStyle/>
        <a:p>
          <a:endParaRPr lang="en-US"/>
        </a:p>
      </dgm:t>
    </dgm:pt>
    <dgm:pt modelId="{BC26E899-2770-4010-B2BE-62D37E01515F}" type="sibTrans" cxnId="{FB013E8A-DE6B-4FE3-8FC5-F3D2C8F78409}">
      <dgm:prSet/>
      <dgm:spPr/>
      <dgm:t>
        <a:bodyPr/>
        <a:lstStyle/>
        <a:p>
          <a:endParaRPr lang="en-US"/>
        </a:p>
      </dgm:t>
    </dgm:pt>
    <dgm:pt modelId="{D16BFEA7-A35E-49FA-8E4F-B12A8908091F}">
      <dgm:prSet/>
      <dgm:spPr/>
      <dgm:t>
        <a:bodyPr/>
        <a:lstStyle/>
        <a:p>
          <a:r>
            <a:rPr lang="en-US"/>
            <a:t>Procedimientos</a:t>
          </a:r>
        </a:p>
      </dgm:t>
    </dgm:pt>
    <dgm:pt modelId="{69799B74-1E8A-4671-803B-220904D1B72C}" type="parTrans" cxnId="{41C57286-ACB0-4565-91EC-03C4D6C96D2E}">
      <dgm:prSet/>
      <dgm:spPr/>
      <dgm:t>
        <a:bodyPr/>
        <a:lstStyle/>
        <a:p>
          <a:endParaRPr lang="en-US"/>
        </a:p>
      </dgm:t>
    </dgm:pt>
    <dgm:pt modelId="{D7B28326-0191-4018-AB64-A4AE8DD08798}" type="sibTrans" cxnId="{41C57286-ACB0-4565-91EC-03C4D6C96D2E}">
      <dgm:prSet/>
      <dgm:spPr/>
      <dgm:t>
        <a:bodyPr/>
        <a:lstStyle/>
        <a:p>
          <a:endParaRPr lang="en-US"/>
        </a:p>
      </dgm:t>
    </dgm:pt>
    <dgm:pt modelId="{0B316AED-AAB8-4E99-8074-DDA8A14D8F7D}">
      <dgm:prSet/>
      <dgm:spPr/>
      <dgm:t>
        <a:bodyPr/>
        <a:lstStyle/>
        <a:p>
          <a:r>
            <a:rPr lang="en-US"/>
            <a:t>Tecnología</a:t>
          </a:r>
        </a:p>
      </dgm:t>
    </dgm:pt>
    <dgm:pt modelId="{2805605A-6799-4215-B5E7-7BDEBC9376E2}" type="parTrans" cxnId="{ECE45136-4C96-4511-8097-69AB7BDD4C66}">
      <dgm:prSet/>
      <dgm:spPr/>
      <dgm:t>
        <a:bodyPr/>
        <a:lstStyle/>
        <a:p>
          <a:endParaRPr lang="en-US"/>
        </a:p>
      </dgm:t>
    </dgm:pt>
    <dgm:pt modelId="{7DDA23F7-F5AB-4610-BDCC-BCA1DD850C1A}" type="sibTrans" cxnId="{ECE45136-4C96-4511-8097-69AB7BDD4C66}">
      <dgm:prSet/>
      <dgm:spPr/>
      <dgm:t>
        <a:bodyPr/>
        <a:lstStyle/>
        <a:p>
          <a:endParaRPr lang="en-US"/>
        </a:p>
      </dgm:t>
    </dgm:pt>
    <dgm:pt modelId="{273FFF9E-D46E-4568-B7EF-A3D61935EB54}">
      <dgm:prSet/>
      <dgm:spPr/>
      <dgm:t>
        <a:bodyPr/>
        <a:lstStyle/>
        <a:p>
          <a:r>
            <a:rPr lang="en-US"/>
            <a:t>Personas</a:t>
          </a:r>
        </a:p>
      </dgm:t>
    </dgm:pt>
    <dgm:pt modelId="{3543C7AB-C663-45B2-83F6-5270572622F7}" type="parTrans" cxnId="{032F9FB9-5E32-40B1-BE26-8EF6273BECFF}">
      <dgm:prSet/>
      <dgm:spPr/>
      <dgm:t>
        <a:bodyPr/>
        <a:lstStyle/>
        <a:p>
          <a:endParaRPr lang="en-US"/>
        </a:p>
      </dgm:t>
    </dgm:pt>
    <dgm:pt modelId="{E90237AF-98D3-4054-B402-CA044B499FE4}" type="sibTrans" cxnId="{032F9FB9-5E32-40B1-BE26-8EF6273BECFF}">
      <dgm:prSet/>
      <dgm:spPr/>
      <dgm:t>
        <a:bodyPr/>
        <a:lstStyle/>
        <a:p>
          <a:endParaRPr lang="en-US"/>
        </a:p>
      </dgm:t>
    </dgm:pt>
    <dgm:pt modelId="{8D2DD222-1075-4FE3-B294-50C4CBB4CAD2}" type="pres">
      <dgm:prSet presAssocID="{7F623455-CFC0-4BC2-97CD-B309E3011B51}" presName="linear" presStyleCnt="0">
        <dgm:presLayoutVars>
          <dgm:animLvl val="lvl"/>
          <dgm:resizeHandles val="exact"/>
        </dgm:presLayoutVars>
      </dgm:prSet>
      <dgm:spPr/>
    </dgm:pt>
    <dgm:pt modelId="{7B105530-D7B8-432A-ADD6-F94F3F77B33C}" type="pres">
      <dgm:prSet presAssocID="{762358F6-C08B-48E0-B4BC-206ECB71541F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8DB6D32C-1FF9-43C8-AED6-7F3F926683FD}" type="pres">
      <dgm:prSet presAssocID="{BC26E899-2770-4010-B2BE-62D37E01515F}" presName="spacer" presStyleCnt="0"/>
      <dgm:spPr/>
    </dgm:pt>
    <dgm:pt modelId="{ECE14133-8359-4471-A41C-1BE735304746}" type="pres">
      <dgm:prSet presAssocID="{D16BFEA7-A35E-49FA-8E4F-B12A8908091F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4B14793C-0C84-401A-9D3E-9595B0EF0EE0}" type="pres">
      <dgm:prSet presAssocID="{D7B28326-0191-4018-AB64-A4AE8DD08798}" presName="spacer" presStyleCnt="0"/>
      <dgm:spPr/>
    </dgm:pt>
    <dgm:pt modelId="{7616EFCC-B9D7-4A30-B50C-3061D82A2A68}" type="pres">
      <dgm:prSet presAssocID="{0B316AED-AAB8-4E99-8074-DDA8A14D8F7D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07278997-1C60-4237-9520-64280C7D11AD}" type="pres">
      <dgm:prSet presAssocID="{7DDA23F7-F5AB-4610-BDCC-BCA1DD850C1A}" presName="spacer" presStyleCnt="0"/>
      <dgm:spPr/>
    </dgm:pt>
    <dgm:pt modelId="{BE017CCC-DEEB-4A49-B07A-8F4975C9FD8D}" type="pres">
      <dgm:prSet presAssocID="{273FFF9E-D46E-4568-B7EF-A3D61935EB54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ECE45136-4C96-4511-8097-69AB7BDD4C66}" srcId="{7F623455-CFC0-4BC2-97CD-B309E3011B51}" destId="{0B316AED-AAB8-4E99-8074-DDA8A14D8F7D}" srcOrd="2" destOrd="0" parTransId="{2805605A-6799-4215-B5E7-7BDEBC9376E2}" sibTransId="{7DDA23F7-F5AB-4610-BDCC-BCA1DD850C1A}"/>
    <dgm:cxn modelId="{4D792D6D-107C-414D-B01B-16C1D7E5CB43}" type="presOf" srcId="{273FFF9E-D46E-4568-B7EF-A3D61935EB54}" destId="{BE017CCC-DEEB-4A49-B07A-8F4975C9FD8D}" srcOrd="0" destOrd="0" presId="urn:microsoft.com/office/officeart/2005/8/layout/vList2"/>
    <dgm:cxn modelId="{E5449B7D-F6A6-4DEA-B59B-6287BAA34109}" type="presOf" srcId="{762358F6-C08B-48E0-B4BC-206ECB71541F}" destId="{7B105530-D7B8-432A-ADD6-F94F3F77B33C}" srcOrd="0" destOrd="0" presId="urn:microsoft.com/office/officeart/2005/8/layout/vList2"/>
    <dgm:cxn modelId="{41C57286-ACB0-4565-91EC-03C4D6C96D2E}" srcId="{7F623455-CFC0-4BC2-97CD-B309E3011B51}" destId="{D16BFEA7-A35E-49FA-8E4F-B12A8908091F}" srcOrd="1" destOrd="0" parTransId="{69799B74-1E8A-4671-803B-220904D1B72C}" sibTransId="{D7B28326-0191-4018-AB64-A4AE8DD08798}"/>
    <dgm:cxn modelId="{CFD29E89-FE78-4CC7-A787-F9845CC119E1}" type="presOf" srcId="{D16BFEA7-A35E-49FA-8E4F-B12A8908091F}" destId="{ECE14133-8359-4471-A41C-1BE735304746}" srcOrd="0" destOrd="0" presId="urn:microsoft.com/office/officeart/2005/8/layout/vList2"/>
    <dgm:cxn modelId="{FB013E8A-DE6B-4FE3-8FC5-F3D2C8F78409}" srcId="{7F623455-CFC0-4BC2-97CD-B309E3011B51}" destId="{762358F6-C08B-48E0-B4BC-206ECB71541F}" srcOrd="0" destOrd="0" parTransId="{3FAB9644-87C4-4FA9-B6C9-DC3885E60CE8}" sibTransId="{BC26E899-2770-4010-B2BE-62D37E01515F}"/>
    <dgm:cxn modelId="{032F9FB9-5E32-40B1-BE26-8EF6273BECFF}" srcId="{7F623455-CFC0-4BC2-97CD-B309E3011B51}" destId="{273FFF9E-D46E-4568-B7EF-A3D61935EB54}" srcOrd="3" destOrd="0" parTransId="{3543C7AB-C663-45B2-83F6-5270572622F7}" sibTransId="{E90237AF-98D3-4054-B402-CA044B499FE4}"/>
    <dgm:cxn modelId="{360368FB-3794-4F57-A844-0A29CD123487}" type="presOf" srcId="{0B316AED-AAB8-4E99-8074-DDA8A14D8F7D}" destId="{7616EFCC-B9D7-4A30-B50C-3061D82A2A68}" srcOrd="0" destOrd="0" presId="urn:microsoft.com/office/officeart/2005/8/layout/vList2"/>
    <dgm:cxn modelId="{9946F6FE-B63C-42F8-AC10-CCB5F987C3C1}" type="presOf" srcId="{7F623455-CFC0-4BC2-97CD-B309E3011B51}" destId="{8D2DD222-1075-4FE3-B294-50C4CBB4CAD2}" srcOrd="0" destOrd="0" presId="urn:microsoft.com/office/officeart/2005/8/layout/vList2"/>
    <dgm:cxn modelId="{C04344F3-924D-491A-8085-B73B57340AF8}" type="presParOf" srcId="{8D2DD222-1075-4FE3-B294-50C4CBB4CAD2}" destId="{7B105530-D7B8-432A-ADD6-F94F3F77B33C}" srcOrd="0" destOrd="0" presId="urn:microsoft.com/office/officeart/2005/8/layout/vList2"/>
    <dgm:cxn modelId="{E086F626-0A17-43BA-88E8-644BB8A241EE}" type="presParOf" srcId="{8D2DD222-1075-4FE3-B294-50C4CBB4CAD2}" destId="{8DB6D32C-1FF9-43C8-AED6-7F3F926683FD}" srcOrd="1" destOrd="0" presId="urn:microsoft.com/office/officeart/2005/8/layout/vList2"/>
    <dgm:cxn modelId="{4DA29255-5869-4A5E-A358-31C2976A0E7E}" type="presParOf" srcId="{8D2DD222-1075-4FE3-B294-50C4CBB4CAD2}" destId="{ECE14133-8359-4471-A41C-1BE735304746}" srcOrd="2" destOrd="0" presId="urn:microsoft.com/office/officeart/2005/8/layout/vList2"/>
    <dgm:cxn modelId="{ED3AD305-56C4-4C30-BC35-FAF333EE30AF}" type="presParOf" srcId="{8D2DD222-1075-4FE3-B294-50C4CBB4CAD2}" destId="{4B14793C-0C84-401A-9D3E-9595B0EF0EE0}" srcOrd="3" destOrd="0" presId="urn:microsoft.com/office/officeart/2005/8/layout/vList2"/>
    <dgm:cxn modelId="{7CDDD961-BB57-4100-BB2F-CD6210497FB5}" type="presParOf" srcId="{8D2DD222-1075-4FE3-B294-50C4CBB4CAD2}" destId="{7616EFCC-B9D7-4A30-B50C-3061D82A2A68}" srcOrd="4" destOrd="0" presId="urn:microsoft.com/office/officeart/2005/8/layout/vList2"/>
    <dgm:cxn modelId="{CD9E82F9-FB59-402A-8FA4-1100AAD372E0}" type="presParOf" srcId="{8D2DD222-1075-4FE3-B294-50C4CBB4CAD2}" destId="{07278997-1C60-4237-9520-64280C7D11AD}" srcOrd="5" destOrd="0" presId="urn:microsoft.com/office/officeart/2005/8/layout/vList2"/>
    <dgm:cxn modelId="{B700927C-CC8B-4271-95BE-B900E7156E45}" type="presParOf" srcId="{8D2DD222-1075-4FE3-B294-50C4CBB4CAD2}" destId="{BE017CCC-DEEB-4A49-B07A-8F4975C9FD8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5C3E965-57A3-4E34-82A4-E9011B92700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2116143-143A-4FAD-8A9E-80FF96B9A299}">
      <dgm:prSet/>
      <dgm:spPr/>
      <dgm:t>
        <a:bodyPr/>
        <a:lstStyle/>
        <a:p>
          <a:pPr>
            <a:defRPr cap="all"/>
          </a:pPr>
          <a:r>
            <a:rPr lang="en-US"/>
            <a:t>Reducir riesgos</a:t>
          </a:r>
        </a:p>
      </dgm:t>
    </dgm:pt>
    <dgm:pt modelId="{94815815-4123-4403-864C-77070BE6A5CF}" type="parTrans" cxnId="{43004C76-06BA-4A67-985F-159F2938AD3B}">
      <dgm:prSet/>
      <dgm:spPr/>
      <dgm:t>
        <a:bodyPr/>
        <a:lstStyle/>
        <a:p>
          <a:endParaRPr lang="en-US"/>
        </a:p>
      </dgm:t>
    </dgm:pt>
    <dgm:pt modelId="{73E86DD3-3C29-43B6-946B-C49ED604A7B2}" type="sibTrans" cxnId="{43004C76-06BA-4A67-985F-159F2938AD3B}">
      <dgm:prSet/>
      <dgm:spPr/>
      <dgm:t>
        <a:bodyPr/>
        <a:lstStyle/>
        <a:p>
          <a:endParaRPr lang="en-US"/>
        </a:p>
      </dgm:t>
    </dgm:pt>
    <dgm:pt modelId="{96F9502C-F4E2-49C7-BB8A-600559874CBB}">
      <dgm:prSet/>
      <dgm:spPr/>
      <dgm:t>
        <a:bodyPr/>
        <a:lstStyle/>
        <a:p>
          <a:pPr>
            <a:defRPr cap="all"/>
          </a:pPr>
          <a:r>
            <a:rPr lang="en-US"/>
            <a:t>Proteger la información</a:t>
          </a:r>
        </a:p>
      </dgm:t>
    </dgm:pt>
    <dgm:pt modelId="{2ECC808B-FB0F-4651-B6D8-33EE283F66C4}" type="parTrans" cxnId="{DA5D71BA-0653-4C42-B2BA-5492027ADC61}">
      <dgm:prSet/>
      <dgm:spPr/>
      <dgm:t>
        <a:bodyPr/>
        <a:lstStyle/>
        <a:p>
          <a:endParaRPr lang="en-US"/>
        </a:p>
      </dgm:t>
    </dgm:pt>
    <dgm:pt modelId="{75930DE4-7083-47F6-8159-F4C85DF7CA08}" type="sibTrans" cxnId="{DA5D71BA-0653-4C42-B2BA-5492027ADC61}">
      <dgm:prSet/>
      <dgm:spPr/>
      <dgm:t>
        <a:bodyPr/>
        <a:lstStyle/>
        <a:p>
          <a:endParaRPr lang="en-US"/>
        </a:p>
      </dgm:t>
    </dgm:pt>
    <dgm:pt modelId="{BA3ACE8B-AE50-4345-A167-163CF33290C5}">
      <dgm:prSet/>
      <dgm:spPr/>
      <dgm:t>
        <a:bodyPr/>
        <a:lstStyle/>
        <a:p>
          <a:pPr>
            <a:defRPr cap="all"/>
          </a:pPr>
          <a:r>
            <a:rPr lang="en-US"/>
            <a:t>Garantizar la continuidad del negocio</a:t>
          </a:r>
        </a:p>
      </dgm:t>
    </dgm:pt>
    <dgm:pt modelId="{FC1CCFF3-899D-4BE3-85D5-1CB14B313F93}" type="parTrans" cxnId="{EF29F2A3-3D1E-42DD-B245-5242A2E7BFAE}">
      <dgm:prSet/>
      <dgm:spPr/>
      <dgm:t>
        <a:bodyPr/>
        <a:lstStyle/>
        <a:p>
          <a:endParaRPr lang="en-US"/>
        </a:p>
      </dgm:t>
    </dgm:pt>
    <dgm:pt modelId="{AFF6D7B2-5BED-4779-B261-60E0259D3B91}" type="sibTrans" cxnId="{EF29F2A3-3D1E-42DD-B245-5242A2E7BFAE}">
      <dgm:prSet/>
      <dgm:spPr/>
      <dgm:t>
        <a:bodyPr/>
        <a:lstStyle/>
        <a:p>
          <a:endParaRPr lang="en-US"/>
        </a:p>
      </dgm:t>
    </dgm:pt>
    <dgm:pt modelId="{71D36F27-4BD3-40C0-A949-AE39564E179F}" type="pres">
      <dgm:prSet presAssocID="{05C3E965-57A3-4E34-82A4-E9011B927003}" presName="root" presStyleCnt="0">
        <dgm:presLayoutVars>
          <dgm:dir/>
          <dgm:resizeHandles val="exact"/>
        </dgm:presLayoutVars>
      </dgm:prSet>
      <dgm:spPr/>
    </dgm:pt>
    <dgm:pt modelId="{5AB51A27-FD93-41A3-AD31-F58029B898DA}" type="pres">
      <dgm:prSet presAssocID="{C2116143-143A-4FAD-8A9E-80FF96B9A299}" presName="compNode" presStyleCnt="0"/>
      <dgm:spPr/>
    </dgm:pt>
    <dgm:pt modelId="{98339C84-AB41-4B78-AEF1-847564D32343}" type="pres">
      <dgm:prSet presAssocID="{C2116143-143A-4FAD-8A9E-80FF96B9A299}" presName="iconBgRect" presStyleLbl="bgShp" presStyleIdx="0" presStyleCnt="3"/>
      <dgm:spPr/>
    </dgm:pt>
    <dgm:pt modelId="{B4BF98E8-E9B1-4336-904C-A79219B9BC92}" type="pres">
      <dgm:prSet presAssocID="{C2116143-143A-4FAD-8A9E-80FF96B9A299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dvertencia"/>
        </a:ext>
      </dgm:extLst>
    </dgm:pt>
    <dgm:pt modelId="{4A141596-5AAE-4967-B679-B3678C8B32D3}" type="pres">
      <dgm:prSet presAssocID="{C2116143-143A-4FAD-8A9E-80FF96B9A299}" presName="spaceRect" presStyleCnt="0"/>
      <dgm:spPr/>
    </dgm:pt>
    <dgm:pt modelId="{8F331AFB-C07A-4FF6-8710-78EE0CF662F1}" type="pres">
      <dgm:prSet presAssocID="{C2116143-143A-4FAD-8A9E-80FF96B9A299}" presName="textRect" presStyleLbl="revTx" presStyleIdx="0" presStyleCnt="3">
        <dgm:presLayoutVars>
          <dgm:chMax val="1"/>
          <dgm:chPref val="1"/>
        </dgm:presLayoutVars>
      </dgm:prSet>
      <dgm:spPr/>
    </dgm:pt>
    <dgm:pt modelId="{BB4DA894-82BB-4665-B3CB-9D0301BB85F5}" type="pres">
      <dgm:prSet presAssocID="{73E86DD3-3C29-43B6-946B-C49ED604A7B2}" presName="sibTrans" presStyleCnt="0"/>
      <dgm:spPr/>
    </dgm:pt>
    <dgm:pt modelId="{388FC2C1-366D-4EC3-AB58-6EC54B9F0FF3}" type="pres">
      <dgm:prSet presAssocID="{96F9502C-F4E2-49C7-BB8A-600559874CBB}" presName="compNode" presStyleCnt="0"/>
      <dgm:spPr/>
    </dgm:pt>
    <dgm:pt modelId="{B391652F-BAE7-4AB9-B3D4-955D92BAD708}" type="pres">
      <dgm:prSet presAssocID="{96F9502C-F4E2-49C7-BB8A-600559874CBB}" presName="iconBgRect" presStyleLbl="bgShp" presStyleIdx="1" presStyleCnt="3"/>
      <dgm:spPr/>
    </dgm:pt>
    <dgm:pt modelId="{DFB8B461-ACA3-462B-B67C-D24AF51FF40C}" type="pres">
      <dgm:prSet presAssocID="{96F9502C-F4E2-49C7-BB8A-600559874CB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oquear"/>
        </a:ext>
      </dgm:extLst>
    </dgm:pt>
    <dgm:pt modelId="{59533F44-5704-46F2-8A40-20EB65E374D3}" type="pres">
      <dgm:prSet presAssocID="{96F9502C-F4E2-49C7-BB8A-600559874CBB}" presName="spaceRect" presStyleCnt="0"/>
      <dgm:spPr/>
    </dgm:pt>
    <dgm:pt modelId="{A54382B6-7420-43EC-AA22-AE07BE88BD0B}" type="pres">
      <dgm:prSet presAssocID="{96F9502C-F4E2-49C7-BB8A-600559874CBB}" presName="textRect" presStyleLbl="revTx" presStyleIdx="1" presStyleCnt="3">
        <dgm:presLayoutVars>
          <dgm:chMax val="1"/>
          <dgm:chPref val="1"/>
        </dgm:presLayoutVars>
      </dgm:prSet>
      <dgm:spPr/>
    </dgm:pt>
    <dgm:pt modelId="{6B5B73FE-EF28-4CFD-9C7B-BE97FBED64CA}" type="pres">
      <dgm:prSet presAssocID="{75930DE4-7083-47F6-8159-F4C85DF7CA08}" presName="sibTrans" presStyleCnt="0"/>
      <dgm:spPr/>
    </dgm:pt>
    <dgm:pt modelId="{7F6E5DA2-567E-4E2C-818E-7FCC73F4191D}" type="pres">
      <dgm:prSet presAssocID="{BA3ACE8B-AE50-4345-A167-163CF33290C5}" presName="compNode" presStyleCnt="0"/>
      <dgm:spPr/>
    </dgm:pt>
    <dgm:pt modelId="{9903B01E-BB52-43A0-9AAB-393542999739}" type="pres">
      <dgm:prSet presAssocID="{BA3ACE8B-AE50-4345-A167-163CF33290C5}" presName="iconBgRect" presStyleLbl="bgShp" presStyleIdx="2" presStyleCnt="3"/>
      <dgm:spPr/>
    </dgm:pt>
    <dgm:pt modelId="{B8BE6A11-FE9D-4EC0-A4CB-6FF301C760B4}" type="pres">
      <dgm:prSet presAssocID="{BA3ACE8B-AE50-4345-A167-163CF33290C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pretón de manos"/>
        </a:ext>
      </dgm:extLst>
    </dgm:pt>
    <dgm:pt modelId="{FA287EEC-E4E3-4B84-BCF3-8F488B820D83}" type="pres">
      <dgm:prSet presAssocID="{BA3ACE8B-AE50-4345-A167-163CF33290C5}" presName="spaceRect" presStyleCnt="0"/>
      <dgm:spPr/>
    </dgm:pt>
    <dgm:pt modelId="{2D016405-DAB7-467B-8480-EC010D9ED3A9}" type="pres">
      <dgm:prSet presAssocID="{BA3ACE8B-AE50-4345-A167-163CF33290C5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EF96E117-964B-42C1-9647-B0E99F92EB97}" type="presOf" srcId="{05C3E965-57A3-4E34-82A4-E9011B927003}" destId="{71D36F27-4BD3-40C0-A949-AE39564E179F}" srcOrd="0" destOrd="0" presId="urn:microsoft.com/office/officeart/2018/5/layout/IconCircleLabelList"/>
    <dgm:cxn modelId="{24241922-F14D-4EE7-ADD2-E41B36F45CE8}" type="presOf" srcId="{96F9502C-F4E2-49C7-BB8A-600559874CBB}" destId="{A54382B6-7420-43EC-AA22-AE07BE88BD0B}" srcOrd="0" destOrd="0" presId="urn:microsoft.com/office/officeart/2018/5/layout/IconCircleLabelList"/>
    <dgm:cxn modelId="{43004C76-06BA-4A67-985F-159F2938AD3B}" srcId="{05C3E965-57A3-4E34-82A4-E9011B927003}" destId="{C2116143-143A-4FAD-8A9E-80FF96B9A299}" srcOrd="0" destOrd="0" parTransId="{94815815-4123-4403-864C-77070BE6A5CF}" sibTransId="{73E86DD3-3C29-43B6-946B-C49ED604A7B2}"/>
    <dgm:cxn modelId="{80FFE096-8C77-4DF8-A232-052D8A171477}" type="presOf" srcId="{C2116143-143A-4FAD-8A9E-80FF96B9A299}" destId="{8F331AFB-C07A-4FF6-8710-78EE0CF662F1}" srcOrd="0" destOrd="0" presId="urn:microsoft.com/office/officeart/2018/5/layout/IconCircleLabelList"/>
    <dgm:cxn modelId="{EF29F2A3-3D1E-42DD-B245-5242A2E7BFAE}" srcId="{05C3E965-57A3-4E34-82A4-E9011B927003}" destId="{BA3ACE8B-AE50-4345-A167-163CF33290C5}" srcOrd="2" destOrd="0" parTransId="{FC1CCFF3-899D-4BE3-85D5-1CB14B313F93}" sibTransId="{AFF6D7B2-5BED-4779-B261-60E0259D3B91}"/>
    <dgm:cxn modelId="{DA5D71BA-0653-4C42-B2BA-5492027ADC61}" srcId="{05C3E965-57A3-4E34-82A4-E9011B927003}" destId="{96F9502C-F4E2-49C7-BB8A-600559874CBB}" srcOrd="1" destOrd="0" parTransId="{2ECC808B-FB0F-4651-B6D8-33EE283F66C4}" sibTransId="{75930DE4-7083-47F6-8159-F4C85DF7CA08}"/>
    <dgm:cxn modelId="{BDCFA5C8-220A-4011-AA8A-D9B9FCD0CE8E}" type="presOf" srcId="{BA3ACE8B-AE50-4345-A167-163CF33290C5}" destId="{2D016405-DAB7-467B-8480-EC010D9ED3A9}" srcOrd="0" destOrd="0" presId="urn:microsoft.com/office/officeart/2018/5/layout/IconCircleLabelList"/>
    <dgm:cxn modelId="{182A7500-A375-45BB-A6D7-7961D1D84BE6}" type="presParOf" srcId="{71D36F27-4BD3-40C0-A949-AE39564E179F}" destId="{5AB51A27-FD93-41A3-AD31-F58029B898DA}" srcOrd="0" destOrd="0" presId="urn:microsoft.com/office/officeart/2018/5/layout/IconCircleLabelList"/>
    <dgm:cxn modelId="{CA270079-1CA6-4CCA-A0F5-B95C7E903B40}" type="presParOf" srcId="{5AB51A27-FD93-41A3-AD31-F58029B898DA}" destId="{98339C84-AB41-4B78-AEF1-847564D32343}" srcOrd="0" destOrd="0" presId="urn:microsoft.com/office/officeart/2018/5/layout/IconCircleLabelList"/>
    <dgm:cxn modelId="{14B0CA87-DE67-4BC5-89BC-088386806F00}" type="presParOf" srcId="{5AB51A27-FD93-41A3-AD31-F58029B898DA}" destId="{B4BF98E8-E9B1-4336-904C-A79219B9BC92}" srcOrd="1" destOrd="0" presId="urn:microsoft.com/office/officeart/2018/5/layout/IconCircleLabelList"/>
    <dgm:cxn modelId="{51E43768-F3AB-48B0-B614-4791EE00748E}" type="presParOf" srcId="{5AB51A27-FD93-41A3-AD31-F58029B898DA}" destId="{4A141596-5AAE-4967-B679-B3678C8B32D3}" srcOrd="2" destOrd="0" presId="urn:microsoft.com/office/officeart/2018/5/layout/IconCircleLabelList"/>
    <dgm:cxn modelId="{3BFF3DB8-AE81-4B6B-AFF0-1A56CF61379A}" type="presParOf" srcId="{5AB51A27-FD93-41A3-AD31-F58029B898DA}" destId="{8F331AFB-C07A-4FF6-8710-78EE0CF662F1}" srcOrd="3" destOrd="0" presId="urn:microsoft.com/office/officeart/2018/5/layout/IconCircleLabelList"/>
    <dgm:cxn modelId="{349F8038-77CB-4635-BE2B-A10274DD77BE}" type="presParOf" srcId="{71D36F27-4BD3-40C0-A949-AE39564E179F}" destId="{BB4DA894-82BB-4665-B3CB-9D0301BB85F5}" srcOrd="1" destOrd="0" presId="urn:microsoft.com/office/officeart/2018/5/layout/IconCircleLabelList"/>
    <dgm:cxn modelId="{35EF05ED-4AF1-40E2-8324-E56D0CCD7A75}" type="presParOf" srcId="{71D36F27-4BD3-40C0-A949-AE39564E179F}" destId="{388FC2C1-366D-4EC3-AB58-6EC54B9F0FF3}" srcOrd="2" destOrd="0" presId="urn:microsoft.com/office/officeart/2018/5/layout/IconCircleLabelList"/>
    <dgm:cxn modelId="{8AEA24A5-2FBB-49AE-80E0-057CA23AC577}" type="presParOf" srcId="{388FC2C1-366D-4EC3-AB58-6EC54B9F0FF3}" destId="{B391652F-BAE7-4AB9-B3D4-955D92BAD708}" srcOrd="0" destOrd="0" presId="urn:microsoft.com/office/officeart/2018/5/layout/IconCircleLabelList"/>
    <dgm:cxn modelId="{7ABD8712-B58C-4B5A-889D-E8469220D1B8}" type="presParOf" srcId="{388FC2C1-366D-4EC3-AB58-6EC54B9F0FF3}" destId="{DFB8B461-ACA3-462B-B67C-D24AF51FF40C}" srcOrd="1" destOrd="0" presId="urn:microsoft.com/office/officeart/2018/5/layout/IconCircleLabelList"/>
    <dgm:cxn modelId="{E220F48B-C128-4F3A-9204-36B17A28E97E}" type="presParOf" srcId="{388FC2C1-366D-4EC3-AB58-6EC54B9F0FF3}" destId="{59533F44-5704-46F2-8A40-20EB65E374D3}" srcOrd="2" destOrd="0" presId="urn:microsoft.com/office/officeart/2018/5/layout/IconCircleLabelList"/>
    <dgm:cxn modelId="{C125DEB6-7F31-48D7-BBB5-11353630C63A}" type="presParOf" srcId="{388FC2C1-366D-4EC3-AB58-6EC54B9F0FF3}" destId="{A54382B6-7420-43EC-AA22-AE07BE88BD0B}" srcOrd="3" destOrd="0" presId="urn:microsoft.com/office/officeart/2018/5/layout/IconCircleLabelList"/>
    <dgm:cxn modelId="{DBC513AE-1D60-4A63-B7F8-4ED173402D95}" type="presParOf" srcId="{71D36F27-4BD3-40C0-A949-AE39564E179F}" destId="{6B5B73FE-EF28-4CFD-9C7B-BE97FBED64CA}" srcOrd="3" destOrd="0" presId="urn:microsoft.com/office/officeart/2018/5/layout/IconCircleLabelList"/>
    <dgm:cxn modelId="{89F3B2A2-78E9-4B60-B165-E154FC27BCE2}" type="presParOf" srcId="{71D36F27-4BD3-40C0-A949-AE39564E179F}" destId="{7F6E5DA2-567E-4E2C-818E-7FCC73F4191D}" srcOrd="4" destOrd="0" presId="urn:microsoft.com/office/officeart/2018/5/layout/IconCircleLabelList"/>
    <dgm:cxn modelId="{7A1283A0-257C-4C93-8972-EA188870ADC0}" type="presParOf" srcId="{7F6E5DA2-567E-4E2C-818E-7FCC73F4191D}" destId="{9903B01E-BB52-43A0-9AAB-393542999739}" srcOrd="0" destOrd="0" presId="urn:microsoft.com/office/officeart/2018/5/layout/IconCircleLabelList"/>
    <dgm:cxn modelId="{B21BD19C-AC30-4DC8-9D56-47FB18B8D1C5}" type="presParOf" srcId="{7F6E5DA2-567E-4E2C-818E-7FCC73F4191D}" destId="{B8BE6A11-FE9D-4EC0-A4CB-6FF301C760B4}" srcOrd="1" destOrd="0" presId="urn:microsoft.com/office/officeart/2018/5/layout/IconCircleLabelList"/>
    <dgm:cxn modelId="{436C7885-24D3-47D6-BD5D-02B309C45BE1}" type="presParOf" srcId="{7F6E5DA2-567E-4E2C-818E-7FCC73F4191D}" destId="{FA287EEC-E4E3-4B84-BCF3-8F488B820D83}" srcOrd="2" destOrd="0" presId="urn:microsoft.com/office/officeart/2018/5/layout/IconCircleLabelList"/>
    <dgm:cxn modelId="{89C4E9CF-6741-403E-8FEA-0298504B6791}" type="presParOf" srcId="{7F6E5DA2-567E-4E2C-818E-7FCC73F4191D}" destId="{2D016405-DAB7-467B-8480-EC010D9ED3A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D3284F-41DA-4625-AB2C-DF9ADF18414C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167D6-A2DB-4457-B515-90D9C460C330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Protección de datos y sistemas de información</a:t>
          </a:r>
        </a:p>
      </dsp:txBody>
      <dsp:txXfrm>
        <a:off x="298991" y="1277365"/>
        <a:ext cx="2219346" cy="1377989"/>
      </dsp:txXfrm>
    </dsp:sp>
    <dsp:sp modelId="{9F60B3F4-6692-42E9-9057-670DBC77AC22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12B2A4-B35F-4FAE-90DB-53E9780BAAE8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Evita accesos no autorizados, pérdidas o alteraciones</a:t>
          </a:r>
        </a:p>
      </dsp:txBody>
      <dsp:txXfrm>
        <a:off x="3116322" y="1277365"/>
        <a:ext cx="2219346" cy="1377989"/>
      </dsp:txXfrm>
    </dsp:sp>
    <dsp:sp modelId="{26AB802B-2E38-4741-ACDE-EC986ED3432F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2581B2B-348D-4CD8-803D-3A94E33926FC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Elemento estratégico en las organizaciones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BEF811-0347-45C6-AB31-CAD80DD6FAF6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Confidencialidad: acceso solo a personas autorizadas</a:t>
          </a:r>
        </a:p>
      </dsp:txBody>
      <dsp:txXfrm>
        <a:off x="1045320" y="2124"/>
        <a:ext cx="2868885" cy="1721331"/>
      </dsp:txXfrm>
    </dsp:sp>
    <dsp:sp modelId="{3D45A791-199F-4F40-ADE9-F09463A57318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Integridad: información correcta y no alterada</a:t>
          </a:r>
        </a:p>
      </dsp:txBody>
      <dsp:txXfrm>
        <a:off x="4201094" y="2124"/>
        <a:ext cx="2868885" cy="1721331"/>
      </dsp:txXfrm>
    </dsp:sp>
    <dsp:sp modelId="{41199464-FB30-4A5F-9DE3-C534AE070826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Disponibilidad: accesible cuando se necesita</a:t>
          </a:r>
        </a:p>
      </dsp:txBody>
      <dsp:txXfrm>
        <a:off x="2623207" y="2010343"/>
        <a:ext cx="2868885" cy="172133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782BFF4-09AC-4F5B-8094-CFB0FBFE3338}">
      <dsp:nvSpPr>
        <dsp:cNvPr id="0" name=""/>
        <dsp:cNvSpPr/>
      </dsp:nvSpPr>
      <dsp:spPr>
        <a:xfrm>
          <a:off x="70876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ADD74D-108E-4E3E-8355-F4FCA983CE14}">
      <dsp:nvSpPr>
        <dsp:cNvPr id="0" name=""/>
        <dsp:cNvSpPr/>
      </dsp:nvSpPr>
      <dsp:spPr>
        <a:xfrm>
          <a:off x="5095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Consecuencias legales</a:t>
          </a:r>
        </a:p>
      </dsp:txBody>
      <dsp:txXfrm>
        <a:off x="50950" y="2203726"/>
        <a:ext cx="2392059" cy="720000"/>
      </dsp:txXfrm>
    </dsp:sp>
    <dsp:sp modelId="{2750B9EC-101A-4E9F-904F-986A2792A45F}">
      <dsp:nvSpPr>
        <dsp:cNvPr id="0" name=""/>
        <dsp:cNvSpPr/>
      </dsp:nvSpPr>
      <dsp:spPr>
        <a:xfrm>
          <a:off x="351943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5D384D-2F90-465F-8726-28B4AD1EBC5D}">
      <dsp:nvSpPr>
        <dsp:cNvPr id="0" name=""/>
        <dsp:cNvSpPr/>
      </dsp:nvSpPr>
      <dsp:spPr>
        <a:xfrm>
          <a:off x="286162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Consecuencias económicas</a:t>
          </a:r>
        </a:p>
      </dsp:txBody>
      <dsp:txXfrm>
        <a:off x="2861620" y="2203726"/>
        <a:ext cx="2392059" cy="720000"/>
      </dsp:txXfrm>
    </dsp:sp>
    <dsp:sp modelId="{BC1459EA-0099-445C-A5B3-3BB7DAFC53FB}">
      <dsp:nvSpPr>
        <dsp:cNvPr id="0" name=""/>
        <dsp:cNvSpPr/>
      </dsp:nvSpPr>
      <dsp:spPr>
        <a:xfrm>
          <a:off x="6330106" y="810072"/>
          <a:ext cx="1076426" cy="10764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DF5CBAE-B5CB-41DA-9D4B-E6C6297042BE}">
      <dsp:nvSpPr>
        <dsp:cNvPr id="0" name=""/>
        <dsp:cNvSpPr/>
      </dsp:nvSpPr>
      <dsp:spPr>
        <a:xfrm>
          <a:off x="5672290" y="2203726"/>
          <a:ext cx="239205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Daños a la imagen corporativa</a:t>
          </a:r>
        </a:p>
      </dsp:txBody>
      <dsp:txXfrm>
        <a:off x="5672290" y="2203726"/>
        <a:ext cx="2392059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AC1C18-E986-4C7B-8143-39386877F5B6}">
      <dsp:nvSpPr>
        <dsp:cNvPr id="0" name=""/>
        <dsp:cNvSpPr/>
      </dsp:nvSpPr>
      <dsp:spPr>
        <a:xfrm>
          <a:off x="4458144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Control de accesos</a:t>
          </a:r>
        </a:p>
      </dsp:txBody>
      <dsp:txXfrm>
        <a:off x="4458144" y="32156"/>
        <a:ext cx="1076334" cy="1076334"/>
      </dsp:txXfrm>
    </dsp:sp>
    <dsp:sp modelId="{26DD9365-E740-4CC0-A915-57168188478E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21293789"/>
            <a:gd name="adj4" fmla="val 19765760"/>
            <a:gd name="adj5" fmla="val 6065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9ADF833-B228-4EF0-A2D0-41DB30DC54A5}">
      <dsp:nvSpPr>
        <dsp:cNvPr id="0" name=""/>
        <dsp:cNvSpPr/>
      </dsp:nvSpPr>
      <dsp:spPr>
        <a:xfrm>
          <a:off x="5108910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Gestión de activos</a:t>
          </a:r>
        </a:p>
      </dsp:txBody>
      <dsp:txXfrm>
        <a:off x="5108910" y="2035008"/>
        <a:ext cx="1076334" cy="1076334"/>
      </dsp:txXfrm>
    </dsp:sp>
    <dsp:sp modelId="{5364C999-3349-4710-9263-D2E81D0DAA03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4015265"/>
            <a:gd name="adj4" fmla="val 2252912"/>
            <a:gd name="adj5" fmla="val 6065"/>
          </a:avLst>
        </a:prstGeom>
        <a:gradFill rotWithShape="0">
          <a:gsLst>
            <a:gs pos="0">
              <a:schemeClr val="accent5">
                <a:hueOff val="-2483469"/>
                <a:satOff val="9953"/>
                <a:lumOff val="2157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2483469"/>
                <a:satOff val="9953"/>
                <a:lumOff val="2157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6092715-8AF2-490A-AB48-ED2591564D64}">
      <dsp:nvSpPr>
        <dsp:cNvPr id="0" name=""/>
        <dsp:cNvSpPr/>
      </dsp:nvSpPr>
      <dsp:spPr>
        <a:xfrm>
          <a:off x="3405182" y="327283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Seguridad física</a:t>
          </a:r>
        </a:p>
      </dsp:txBody>
      <dsp:txXfrm>
        <a:off x="3405182" y="3272838"/>
        <a:ext cx="1076334" cy="1076334"/>
      </dsp:txXfrm>
    </dsp:sp>
    <dsp:sp modelId="{96FD86D9-7BFE-4526-9B39-A133447635A5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8211309"/>
            <a:gd name="adj4" fmla="val 6448956"/>
            <a:gd name="adj5" fmla="val 6065"/>
          </a:avLst>
        </a:prstGeom>
        <a:gradFill rotWithShape="0">
          <a:gsLst>
            <a:gs pos="0">
              <a:schemeClr val="accent5">
                <a:hueOff val="-4966938"/>
                <a:satOff val="19906"/>
                <a:lumOff val="4314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4966938"/>
                <a:satOff val="19906"/>
                <a:lumOff val="4314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222720E-8150-4D82-AE56-37CA014F84B8}">
      <dsp:nvSpPr>
        <dsp:cNvPr id="0" name=""/>
        <dsp:cNvSpPr/>
      </dsp:nvSpPr>
      <dsp:spPr>
        <a:xfrm>
          <a:off x="1701455" y="2035008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Seguridad en las operaciones</a:t>
          </a:r>
        </a:p>
      </dsp:txBody>
      <dsp:txXfrm>
        <a:off x="1701455" y="2035008"/>
        <a:ext cx="1076334" cy="1076334"/>
      </dsp:txXfrm>
    </dsp:sp>
    <dsp:sp modelId="{668EFF95-2FAA-4DF3-9D75-87A8665FFD56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2298462"/>
            <a:gd name="adj4" fmla="val 10770432"/>
            <a:gd name="adj5" fmla="val 6065"/>
          </a:avLst>
        </a:prstGeom>
        <a:gradFill rotWithShape="0">
          <a:gsLst>
            <a:gs pos="0">
              <a:schemeClr val="accent5">
                <a:hueOff val="-7450407"/>
                <a:satOff val="29858"/>
                <a:lumOff val="6471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7450407"/>
                <a:satOff val="29858"/>
                <a:lumOff val="6471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7149ACC-D122-4DA5-96E7-AB80286A3984}">
      <dsp:nvSpPr>
        <dsp:cNvPr id="0" name=""/>
        <dsp:cNvSpPr/>
      </dsp:nvSpPr>
      <dsp:spPr>
        <a:xfrm>
          <a:off x="2352221" y="32156"/>
          <a:ext cx="1076334" cy="107633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Gestión de incidentes</a:t>
          </a:r>
        </a:p>
      </dsp:txBody>
      <dsp:txXfrm>
        <a:off x="2352221" y="32156"/>
        <a:ext cx="1076334" cy="1076334"/>
      </dsp:txXfrm>
    </dsp:sp>
    <dsp:sp modelId="{57A312C6-AB32-4A9F-8DF6-2EE7AD41EF8E}">
      <dsp:nvSpPr>
        <dsp:cNvPr id="0" name=""/>
        <dsp:cNvSpPr/>
      </dsp:nvSpPr>
      <dsp:spPr>
        <a:xfrm>
          <a:off x="1924569" y="819"/>
          <a:ext cx="4037561" cy="4037561"/>
        </a:xfrm>
        <a:prstGeom prst="circularArrow">
          <a:avLst>
            <a:gd name="adj1" fmla="val 5198"/>
            <a:gd name="adj2" fmla="val 335779"/>
            <a:gd name="adj3" fmla="val 16866252"/>
            <a:gd name="adj4" fmla="val 15197969"/>
            <a:gd name="adj5" fmla="val 6065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100000"/>
                <a:shade val="100000"/>
                <a:satMod val="13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50000"/>
                <a:shade val="100000"/>
                <a:satMod val="350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280943-21F5-4BCD-9466-BC2C33D97D27}">
      <dsp:nvSpPr>
        <dsp:cNvPr id="0" name=""/>
        <dsp:cNvSpPr/>
      </dsp:nvSpPr>
      <dsp:spPr>
        <a:xfrm>
          <a:off x="0" y="48969"/>
          <a:ext cx="7886700" cy="13525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Marco de buenas prácticas para servicios TI</a:t>
          </a:r>
        </a:p>
      </dsp:txBody>
      <dsp:txXfrm>
        <a:off x="66025" y="114994"/>
        <a:ext cx="7754650" cy="1220470"/>
      </dsp:txXfrm>
    </dsp:sp>
    <dsp:sp modelId="{C6F95015-884B-4D6F-BFBE-ACAD34D6E0DD}">
      <dsp:nvSpPr>
        <dsp:cNvPr id="0" name=""/>
        <dsp:cNvSpPr/>
      </dsp:nvSpPr>
      <dsp:spPr>
        <a:xfrm>
          <a:off x="0" y="1499409"/>
          <a:ext cx="7886700" cy="135252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Alinea TI con las necesidades del negocio</a:t>
          </a:r>
        </a:p>
      </dsp:txBody>
      <dsp:txXfrm>
        <a:off x="66025" y="1565434"/>
        <a:ext cx="7754650" cy="1220470"/>
      </dsp:txXfrm>
    </dsp:sp>
    <dsp:sp modelId="{0F58C247-7787-4020-8231-D2C49B0539D4}">
      <dsp:nvSpPr>
        <dsp:cNvPr id="0" name=""/>
        <dsp:cNvSpPr/>
      </dsp:nvSpPr>
      <dsp:spPr>
        <a:xfrm>
          <a:off x="0" y="2949848"/>
          <a:ext cx="7886700" cy="13525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Reduce riesgos y mejora la calidad del servicio</a:t>
          </a:r>
        </a:p>
      </dsp:txBody>
      <dsp:txXfrm>
        <a:off x="66025" y="3015873"/>
        <a:ext cx="7754650" cy="122047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49B158D-252D-46FC-B9AD-3A29C05A45B3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Gestión de incidentes</a:t>
          </a:r>
        </a:p>
      </dsp:txBody>
      <dsp:txXfrm>
        <a:off x="1045320" y="2124"/>
        <a:ext cx="2868885" cy="1721331"/>
      </dsp:txXfrm>
    </dsp:sp>
    <dsp:sp modelId="{EAC3DCA3-4F9B-4671-8C0A-10426A9D068D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Gestión de problemas</a:t>
          </a:r>
        </a:p>
      </dsp:txBody>
      <dsp:txXfrm>
        <a:off x="4201094" y="2124"/>
        <a:ext cx="2868885" cy="1721331"/>
      </dsp:txXfrm>
    </dsp:sp>
    <dsp:sp modelId="{680CBA2E-D4AA-40E5-8D20-E86515498386}">
      <dsp:nvSpPr>
        <dsp:cNvPr id="0" name=""/>
        <dsp:cNvSpPr/>
      </dsp:nvSpPr>
      <dsp:spPr>
        <a:xfrm>
          <a:off x="1045320" y="2010343"/>
          <a:ext cx="2868885" cy="1721331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Gestión de cambios</a:t>
          </a:r>
        </a:p>
      </dsp:txBody>
      <dsp:txXfrm>
        <a:off x="1045320" y="2010343"/>
        <a:ext cx="2868885" cy="1721331"/>
      </dsp:txXfrm>
    </dsp:sp>
    <dsp:sp modelId="{2A3EF804-3A0C-435B-AD16-4C2A18B69A7F}">
      <dsp:nvSpPr>
        <dsp:cNvPr id="0" name=""/>
        <dsp:cNvSpPr/>
      </dsp:nvSpPr>
      <dsp:spPr>
        <a:xfrm>
          <a:off x="4201094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400" kern="1200"/>
            <a:t>Gestión de la seguridad de la información</a:t>
          </a:r>
        </a:p>
      </dsp:txBody>
      <dsp:txXfrm>
        <a:off x="4201094" y="2010343"/>
        <a:ext cx="2868885" cy="1721331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D1044AF-44E9-49CB-A98C-E15CCE824FA3}">
      <dsp:nvSpPr>
        <dsp:cNvPr id="0" name=""/>
        <dsp:cNvSpPr/>
      </dsp:nvSpPr>
      <dsp:spPr>
        <a:xfrm>
          <a:off x="0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0D4F3B-CE40-4040-9FCC-6CBF3EA1D6B9}">
      <dsp:nvSpPr>
        <dsp:cNvPr id="0" name=""/>
        <dsp:cNvSpPr/>
      </dsp:nvSpPr>
      <dsp:spPr>
        <a:xfrm>
          <a:off x="253603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No es una norma</a:t>
          </a:r>
        </a:p>
      </dsp:txBody>
      <dsp:txXfrm>
        <a:off x="296053" y="1305140"/>
        <a:ext cx="2197528" cy="1364441"/>
      </dsp:txXfrm>
    </dsp:sp>
    <dsp:sp modelId="{64C3699D-BCC2-4F70-9DD2-8E6C25AAF44E}">
      <dsp:nvSpPr>
        <dsp:cNvPr id="0" name=""/>
        <dsp:cNvSpPr/>
      </dsp:nvSpPr>
      <dsp:spPr>
        <a:xfrm>
          <a:off x="2789634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10B64AD-E1C4-459B-A5BB-C95C823682EB}">
      <dsp:nvSpPr>
        <dsp:cNvPr id="0" name=""/>
        <dsp:cNvSpPr/>
      </dsp:nvSpPr>
      <dsp:spPr>
        <a:xfrm>
          <a:off x="3043237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Es una metodología</a:t>
          </a:r>
        </a:p>
      </dsp:txBody>
      <dsp:txXfrm>
        <a:off x="3085687" y="1305140"/>
        <a:ext cx="2197528" cy="1364441"/>
      </dsp:txXfrm>
    </dsp:sp>
    <dsp:sp modelId="{591A642C-17BA-44B4-A655-306B6BAEA2F6}">
      <dsp:nvSpPr>
        <dsp:cNvPr id="0" name=""/>
        <dsp:cNvSpPr/>
      </dsp:nvSpPr>
      <dsp:spPr>
        <a:xfrm>
          <a:off x="5579268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268E00-0A00-4753-9097-360B0810CD76}">
      <dsp:nvSpPr>
        <dsp:cNvPr id="0" name=""/>
        <dsp:cNvSpPr/>
      </dsp:nvSpPr>
      <dsp:spPr>
        <a:xfrm>
          <a:off x="5832871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Muy utilizada en entornos profesionales</a:t>
          </a:r>
        </a:p>
      </dsp:txBody>
      <dsp:txXfrm>
        <a:off x="5875321" y="1305140"/>
        <a:ext cx="2197528" cy="136444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FD6ED4-FA5C-4C13-BA90-C22DDC3DF6F5}">
      <dsp:nvSpPr>
        <dsp:cNvPr id="0" name=""/>
        <dsp:cNvSpPr/>
      </dsp:nvSpPr>
      <dsp:spPr>
        <a:xfrm>
          <a:off x="0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50CB3E8-14FC-435A-885C-A8CC50E234A7}">
      <dsp:nvSpPr>
        <dsp:cNvPr id="0" name=""/>
        <dsp:cNvSpPr/>
      </dsp:nvSpPr>
      <dsp:spPr>
        <a:xfrm>
          <a:off x="253603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Regulan el tratamiento de datos personales</a:t>
          </a:r>
        </a:p>
      </dsp:txBody>
      <dsp:txXfrm>
        <a:off x="296053" y="1305140"/>
        <a:ext cx="2197528" cy="1364441"/>
      </dsp:txXfrm>
    </dsp:sp>
    <dsp:sp modelId="{68B0BE94-E167-4374-856B-BB487F47DCE5}">
      <dsp:nvSpPr>
        <dsp:cNvPr id="0" name=""/>
        <dsp:cNvSpPr/>
      </dsp:nvSpPr>
      <dsp:spPr>
        <a:xfrm>
          <a:off x="2789634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B2533-9E38-4583-82DE-A70BE6B967DB}">
      <dsp:nvSpPr>
        <dsp:cNvPr id="0" name=""/>
        <dsp:cNvSpPr/>
      </dsp:nvSpPr>
      <dsp:spPr>
        <a:xfrm>
          <a:off x="3043237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Aplicables en España y la Unión Europea</a:t>
          </a:r>
        </a:p>
      </dsp:txBody>
      <dsp:txXfrm>
        <a:off x="3085687" y="1305140"/>
        <a:ext cx="2197528" cy="1364441"/>
      </dsp:txXfrm>
    </dsp:sp>
    <dsp:sp modelId="{EE5D2025-7F38-43EB-9267-B5DB35C24FED}">
      <dsp:nvSpPr>
        <dsp:cNvPr id="0" name=""/>
        <dsp:cNvSpPr/>
      </dsp:nvSpPr>
      <dsp:spPr>
        <a:xfrm>
          <a:off x="5579268" y="1021767"/>
          <a:ext cx="2282428" cy="144934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CE94D0-F1C0-4AA8-961F-C7B947003A7B}">
      <dsp:nvSpPr>
        <dsp:cNvPr id="0" name=""/>
        <dsp:cNvSpPr/>
      </dsp:nvSpPr>
      <dsp:spPr>
        <a:xfrm>
          <a:off x="5832871" y="1262690"/>
          <a:ext cx="2282428" cy="144934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Cumplimiento obligatorio</a:t>
          </a:r>
        </a:p>
      </dsp:txBody>
      <dsp:txXfrm>
        <a:off x="5875321" y="1305140"/>
        <a:ext cx="2197528" cy="136444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BECF7B8-17F4-44AE-B6A2-1BCE3971CCE3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Derechos de los ciudadanos</a:t>
          </a:r>
        </a:p>
      </dsp:txBody>
      <dsp:txXfrm>
        <a:off x="1045320" y="2124"/>
        <a:ext cx="2868885" cy="1721331"/>
      </dsp:txXfrm>
    </dsp:sp>
    <dsp:sp modelId="{12ED5755-0E49-4246-9742-561B0F76EF8A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Obligaciones para las organizaciones</a:t>
          </a:r>
        </a:p>
      </dsp:txBody>
      <dsp:txXfrm>
        <a:off x="4201094" y="2124"/>
        <a:ext cx="2868885" cy="1721331"/>
      </dsp:txXfrm>
    </dsp:sp>
    <dsp:sp modelId="{98C951FD-2364-44C8-9539-B2ED3E4F72AC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ctr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Medidas de seguridad técnicas y organizativas</a:t>
          </a:r>
        </a:p>
      </dsp:txBody>
      <dsp:txXfrm>
        <a:off x="2623207" y="2010343"/>
        <a:ext cx="2868885" cy="172133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A86B583-CC2A-4856-8DF6-2D778E5180E2}">
      <dsp:nvSpPr>
        <dsp:cNvPr id="0" name=""/>
        <dsp:cNvSpPr/>
      </dsp:nvSpPr>
      <dsp:spPr>
        <a:xfrm>
          <a:off x="477900" y="539399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A0B0A58-9074-4C17-B8C2-DAFD5D97CFD4}">
      <dsp:nvSpPr>
        <dsp:cNvPr id="0" name=""/>
        <dsp:cNvSpPr/>
      </dsp:nvSpPr>
      <dsp:spPr>
        <a:xfrm>
          <a:off x="792337" y="853837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A0C6C5-F023-449D-92D3-4F8434079FEB}">
      <dsp:nvSpPr>
        <dsp:cNvPr id="0" name=""/>
        <dsp:cNvSpPr/>
      </dsp:nvSpPr>
      <dsp:spPr>
        <a:xfrm>
          <a:off x="6243" y="2474399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Sanciones económicas importantes</a:t>
          </a:r>
        </a:p>
      </dsp:txBody>
      <dsp:txXfrm>
        <a:off x="6243" y="2474399"/>
        <a:ext cx="2418750" cy="720000"/>
      </dsp:txXfrm>
    </dsp:sp>
    <dsp:sp modelId="{45264E25-5E1A-45D7-BB05-4DC914C7164B}">
      <dsp:nvSpPr>
        <dsp:cNvPr id="0" name=""/>
        <dsp:cNvSpPr/>
      </dsp:nvSpPr>
      <dsp:spPr>
        <a:xfrm>
          <a:off x="3319931" y="539399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EAEFDA4-5E25-46CF-BE37-12F63DFCB01B}">
      <dsp:nvSpPr>
        <dsp:cNvPr id="0" name=""/>
        <dsp:cNvSpPr/>
      </dsp:nvSpPr>
      <dsp:spPr>
        <a:xfrm>
          <a:off x="3634368" y="853837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B3C6AE-CA5A-4682-824E-2FFDA20C643F}">
      <dsp:nvSpPr>
        <dsp:cNvPr id="0" name=""/>
        <dsp:cNvSpPr/>
      </dsp:nvSpPr>
      <dsp:spPr>
        <a:xfrm>
          <a:off x="2848275" y="2474399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Responsabilidad legal</a:t>
          </a:r>
        </a:p>
      </dsp:txBody>
      <dsp:txXfrm>
        <a:off x="2848275" y="2474399"/>
        <a:ext cx="2418750" cy="720000"/>
      </dsp:txXfrm>
    </dsp:sp>
    <dsp:sp modelId="{816B4321-A16E-480A-845D-EE80380CAA17}">
      <dsp:nvSpPr>
        <dsp:cNvPr id="0" name=""/>
        <dsp:cNvSpPr/>
      </dsp:nvSpPr>
      <dsp:spPr>
        <a:xfrm>
          <a:off x="6161962" y="539399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E89BF-9CDC-465A-9843-6F40CBF62EB7}">
      <dsp:nvSpPr>
        <dsp:cNvPr id="0" name=""/>
        <dsp:cNvSpPr/>
      </dsp:nvSpPr>
      <dsp:spPr>
        <a:xfrm>
          <a:off x="6476400" y="853837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167363C-78A8-4416-BDAB-14309AED8CBB}">
      <dsp:nvSpPr>
        <dsp:cNvPr id="0" name=""/>
        <dsp:cNvSpPr/>
      </dsp:nvSpPr>
      <dsp:spPr>
        <a:xfrm>
          <a:off x="5690306" y="2474399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Daños reputacionales</a:t>
          </a:r>
        </a:p>
      </dsp:txBody>
      <dsp:txXfrm>
        <a:off x="5690306" y="2474399"/>
        <a:ext cx="2418750" cy="7200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0DED11-49DE-4626-A02C-73DED3EA92A1}">
      <dsp:nvSpPr>
        <dsp:cNvPr id="0" name=""/>
        <dsp:cNvSpPr/>
      </dsp:nvSpPr>
      <dsp:spPr>
        <a:xfrm>
          <a:off x="1045320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Protege espacios, equipos y soportes</a:t>
          </a:r>
        </a:p>
      </dsp:txBody>
      <dsp:txXfrm>
        <a:off x="1045320" y="2124"/>
        <a:ext cx="2868885" cy="1721331"/>
      </dsp:txXfrm>
    </dsp:sp>
    <dsp:sp modelId="{D4C32663-AD83-4698-8920-98FCB7121737}">
      <dsp:nvSpPr>
        <dsp:cNvPr id="0" name=""/>
        <dsp:cNvSpPr/>
      </dsp:nvSpPr>
      <dsp:spPr>
        <a:xfrm>
          <a:off x="4201094" y="2124"/>
          <a:ext cx="2868885" cy="1721331"/>
        </a:xfrm>
        <a:prstGeom prst="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Complementa la seguridad lógica</a:t>
          </a:r>
        </a:p>
      </dsp:txBody>
      <dsp:txXfrm>
        <a:off x="4201094" y="2124"/>
        <a:ext cx="2868885" cy="1721331"/>
      </dsp:txXfrm>
    </dsp:sp>
    <dsp:sp modelId="{7F47ACA8-92B6-4CBC-9CFA-6273DF72FF04}">
      <dsp:nvSpPr>
        <dsp:cNvPr id="0" name=""/>
        <dsp:cNvSpPr/>
      </dsp:nvSpPr>
      <dsp:spPr>
        <a:xfrm>
          <a:off x="2623207" y="2010343"/>
          <a:ext cx="2868885" cy="1721331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marL="0" lvl="0" indent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Fundamental en entornos corporativos</a:t>
          </a:r>
        </a:p>
      </dsp:txBody>
      <dsp:txXfrm>
        <a:off x="2623207" y="2010343"/>
        <a:ext cx="2868885" cy="1721331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FAB740-FC84-43E6-A403-A4951541846C}">
      <dsp:nvSpPr>
        <dsp:cNvPr id="0" name=""/>
        <dsp:cNvSpPr/>
      </dsp:nvSpPr>
      <dsp:spPr>
        <a:xfrm>
          <a:off x="0" y="298199"/>
          <a:ext cx="8115300" cy="7195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Control de accesos a instalaciones</a:t>
          </a:r>
        </a:p>
      </dsp:txBody>
      <dsp:txXfrm>
        <a:off x="35125" y="333324"/>
        <a:ext cx="8045050" cy="649299"/>
      </dsp:txXfrm>
    </dsp:sp>
    <dsp:sp modelId="{03DF4DE7-8F6E-4F44-8005-B9611324D9AD}">
      <dsp:nvSpPr>
        <dsp:cNvPr id="0" name=""/>
        <dsp:cNvSpPr/>
      </dsp:nvSpPr>
      <dsp:spPr>
        <a:xfrm>
          <a:off x="0" y="1104149"/>
          <a:ext cx="8115300" cy="719549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Sistemas de vigilancia</a:t>
          </a:r>
        </a:p>
      </dsp:txBody>
      <dsp:txXfrm>
        <a:off x="35125" y="1139274"/>
        <a:ext cx="8045050" cy="649299"/>
      </dsp:txXfrm>
    </dsp:sp>
    <dsp:sp modelId="{92DCAA07-92FA-45D9-8C22-9AC05BF37C66}">
      <dsp:nvSpPr>
        <dsp:cNvPr id="0" name=""/>
        <dsp:cNvSpPr/>
      </dsp:nvSpPr>
      <dsp:spPr>
        <a:xfrm>
          <a:off x="0" y="1910099"/>
          <a:ext cx="8115300" cy="719549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Protección contra incendios, robos o inundaciones</a:t>
          </a:r>
        </a:p>
      </dsp:txBody>
      <dsp:txXfrm>
        <a:off x="35125" y="1945224"/>
        <a:ext cx="8045050" cy="649299"/>
      </dsp:txXfrm>
    </dsp:sp>
    <dsp:sp modelId="{C9F6AE65-8165-4534-9BC1-4199D624FE91}">
      <dsp:nvSpPr>
        <dsp:cNvPr id="0" name=""/>
        <dsp:cNvSpPr/>
      </dsp:nvSpPr>
      <dsp:spPr>
        <a:xfrm>
          <a:off x="0" y="2716049"/>
          <a:ext cx="8115300" cy="7195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kern="1200"/>
            <a:t>Acceso controlado a CPDs</a:t>
          </a:r>
        </a:p>
      </dsp:txBody>
      <dsp:txXfrm>
        <a:off x="35125" y="2751174"/>
        <a:ext cx="8045050" cy="649299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105530-D7B8-432A-ADD6-F94F3F77B33C}">
      <dsp:nvSpPr>
        <dsp:cNvPr id="0" name=""/>
        <dsp:cNvSpPr/>
      </dsp:nvSpPr>
      <dsp:spPr>
        <a:xfrm>
          <a:off x="0" y="36749"/>
          <a:ext cx="8115300" cy="83947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La seguridad combina normativa</a:t>
          </a:r>
        </a:p>
      </dsp:txBody>
      <dsp:txXfrm>
        <a:off x="40980" y="77729"/>
        <a:ext cx="8033340" cy="757514"/>
      </dsp:txXfrm>
    </dsp:sp>
    <dsp:sp modelId="{ECE14133-8359-4471-A41C-1BE735304746}">
      <dsp:nvSpPr>
        <dsp:cNvPr id="0" name=""/>
        <dsp:cNvSpPr/>
      </dsp:nvSpPr>
      <dsp:spPr>
        <a:xfrm>
          <a:off x="0" y="977024"/>
          <a:ext cx="8115300" cy="839474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Procedimientos</a:t>
          </a:r>
        </a:p>
      </dsp:txBody>
      <dsp:txXfrm>
        <a:off x="40980" y="1018004"/>
        <a:ext cx="8033340" cy="757514"/>
      </dsp:txXfrm>
    </dsp:sp>
    <dsp:sp modelId="{7616EFCC-B9D7-4A30-B50C-3061D82A2A68}">
      <dsp:nvSpPr>
        <dsp:cNvPr id="0" name=""/>
        <dsp:cNvSpPr/>
      </dsp:nvSpPr>
      <dsp:spPr>
        <a:xfrm>
          <a:off x="0" y="1917299"/>
          <a:ext cx="8115300" cy="839474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Tecnología</a:t>
          </a:r>
        </a:p>
      </dsp:txBody>
      <dsp:txXfrm>
        <a:off x="40980" y="1958279"/>
        <a:ext cx="8033340" cy="757514"/>
      </dsp:txXfrm>
    </dsp:sp>
    <dsp:sp modelId="{BE017CCC-DEEB-4A49-B07A-8F4975C9FD8D}">
      <dsp:nvSpPr>
        <dsp:cNvPr id="0" name=""/>
        <dsp:cNvSpPr/>
      </dsp:nvSpPr>
      <dsp:spPr>
        <a:xfrm>
          <a:off x="0" y="2857574"/>
          <a:ext cx="8115300" cy="839474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l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/>
            <a:t>Personas</a:t>
          </a:r>
        </a:p>
      </dsp:txBody>
      <dsp:txXfrm>
        <a:off x="40980" y="2898554"/>
        <a:ext cx="8033340" cy="757514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8339C84-AB41-4B78-AEF1-847564D32343}">
      <dsp:nvSpPr>
        <dsp:cNvPr id="0" name=""/>
        <dsp:cNvSpPr/>
      </dsp:nvSpPr>
      <dsp:spPr>
        <a:xfrm>
          <a:off x="477900" y="539399"/>
          <a:ext cx="1475437" cy="1475437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BF98E8-E9B1-4336-904C-A79219B9BC92}">
      <dsp:nvSpPr>
        <dsp:cNvPr id="0" name=""/>
        <dsp:cNvSpPr/>
      </dsp:nvSpPr>
      <dsp:spPr>
        <a:xfrm>
          <a:off x="792337" y="853837"/>
          <a:ext cx="846562" cy="84656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331AFB-C07A-4FF6-8710-78EE0CF662F1}">
      <dsp:nvSpPr>
        <dsp:cNvPr id="0" name=""/>
        <dsp:cNvSpPr/>
      </dsp:nvSpPr>
      <dsp:spPr>
        <a:xfrm>
          <a:off x="6243" y="2474399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Reducir riesgos</a:t>
          </a:r>
        </a:p>
      </dsp:txBody>
      <dsp:txXfrm>
        <a:off x="6243" y="2474399"/>
        <a:ext cx="2418750" cy="720000"/>
      </dsp:txXfrm>
    </dsp:sp>
    <dsp:sp modelId="{B391652F-BAE7-4AB9-B3D4-955D92BAD708}">
      <dsp:nvSpPr>
        <dsp:cNvPr id="0" name=""/>
        <dsp:cNvSpPr/>
      </dsp:nvSpPr>
      <dsp:spPr>
        <a:xfrm>
          <a:off x="3319931" y="539399"/>
          <a:ext cx="1475437" cy="1475437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FB8B461-ACA3-462B-B67C-D24AF51FF40C}">
      <dsp:nvSpPr>
        <dsp:cNvPr id="0" name=""/>
        <dsp:cNvSpPr/>
      </dsp:nvSpPr>
      <dsp:spPr>
        <a:xfrm>
          <a:off x="3634368" y="853837"/>
          <a:ext cx="846562" cy="84656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4382B6-7420-43EC-AA22-AE07BE88BD0B}">
      <dsp:nvSpPr>
        <dsp:cNvPr id="0" name=""/>
        <dsp:cNvSpPr/>
      </dsp:nvSpPr>
      <dsp:spPr>
        <a:xfrm>
          <a:off x="2848275" y="2474399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Proteger la información</a:t>
          </a:r>
        </a:p>
      </dsp:txBody>
      <dsp:txXfrm>
        <a:off x="2848275" y="2474399"/>
        <a:ext cx="2418750" cy="720000"/>
      </dsp:txXfrm>
    </dsp:sp>
    <dsp:sp modelId="{9903B01E-BB52-43A0-9AAB-393542999739}">
      <dsp:nvSpPr>
        <dsp:cNvPr id="0" name=""/>
        <dsp:cNvSpPr/>
      </dsp:nvSpPr>
      <dsp:spPr>
        <a:xfrm>
          <a:off x="6161962" y="539399"/>
          <a:ext cx="1475437" cy="1475437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BE6A11-FE9D-4EC0-A4CB-6FF301C760B4}">
      <dsp:nvSpPr>
        <dsp:cNvPr id="0" name=""/>
        <dsp:cNvSpPr/>
      </dsp:nvSpPr>
      <dsp:spPr>
        <a:xfrm>
          <a:off x="6476400" y="853837"/>
          <a:ext cx="846562" cy="84656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016405-DAB7-467B-8480-EC010D9ED3A9}">
      <dsp:nvSpPr>
        <dsp:cNvPr id="0" name=""/>
        <dsp:cNvSpPr/>
      </dsp:nvSpPr>
      <dsp:spPr>
        <a:xfrm>
          <a:off x="5690306" y="2474399"/>
          <a:ext cx="241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700" kern="1200"/>
            <a:t>Garantizar la continuidad del negocio</a:t>
          </a:r>
        </a:p>
      </dsp:txBody>
      <dsp:txXfrm>
        <a:off x="5690306" y="2474399"/>
        <a:ext cx="24187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ES" sz="3500"/>
              <a:t>Capítulo 1 – Gestión de la seguridad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s-ES" sz="1700"/>
              <a:t>Resumen del tema</a:t>
            </a:r>
          </a:p>
          <a:p>
            <a:r>
              <a:rPr lang="es-ES" sz="1700"/>
              <a:t>Gestión de la seguridad de la información</a:t>
            </a:r>
          </a:p>
          <a:p>
            <a:r>
              <a:rPr lang="es-ES" sz="1700"/>
              <a:t>Normativas y buenas prácticas</a:t>
            </a:r>
          </a:p>
        </p:txBody>
      </p:sp>
      <p:pic>
        <p:nvPicPr>
          <p:cNvPr id="5" name="Picture 4" descr="Diseño abstracto con líneas y símbolos financieros">
            <a:extLst>
              <a:ext uri="{FF2B5EF4-FFF2-40B4-BE49-F238E27FC236}">
                <a16:creationId xmlns:a16="http://schemas.microsoft.com/office/drawing/2014/main" id="{0A995B75-77D5-F159-0872-B03BDEBA4A9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363" r="28254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s-ES" sz="3500">
                <a:solidFill>
                  <a:srgbClr val="FFFFFF"/>
                </a:solidFill>
              </a:rPr>
              <a:t>1. Introducción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C2717BD-1BE2-EA04-738C-295AC670FC8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92933872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Principios de la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A2C2796-B59B-20C7-B1AE-7F34512F86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5117155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Importancia de la seguridad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3BF09D-5B15-9590-D6B3-5D2F67EB1CB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854729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D1A9D8B-3117-4D9D-BDA4-DD8189509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5600700" cy="6858000"/>
            <a:chOff x="7467600" y="0"/>
            <a:chExt cx="4724400" cy="68580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7877B25-8C10-4C8D-BC88-BF3C557F8F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4F0DD86-96CD-4F5F-BA4D-FFC17F2D6C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BD92035A-AA2F-4CD8-A556-1CE8BDEC75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527275" cy="6858000"/>
          </a:xfrm>
          <a:custGeom>
            <a:avLst/>
            <a:gdLst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7090188 w 7467600"/>
              <a:gd name="connsiteY3" fmla="*/ 6584365 h 6858000"/>
              <a:gd name="connsiteX4" fmla="*/ 7440138 w 7467600"/>
              <a:gd name="connsiteY4" fmla="*/ 6622648 h 6858000"/>
              <a:gd name="connsiteX5" fmla="*/ 7467600 w 7467600"/>
              <a:gd name="connsiteY5" fmla="*/ 6628217 h 6858000"/>
              <a:gd name="connsiteX6" fmla="*/ 7467600 w 7467600"/>
              <a:gd name="connsiteY6" fmla="*/ 6668575 h 6858000"/>
              <a:gd name="connsiteX7" fmla="*/ 7392322 w 7467600"/>
              <a:gd name="connsiteY7" fmla="*/ 6658238 h 6858000"/>
              <a:gd name="connsiteX8" fmla="*/ 7467600 w 7467600"/>
              <a:gd name="connsiteY8" fmla="*/ 6683873 h 6858000"/>
              <a:gd name="connsiteX9" fmla="*/ 7467600 w 7467600"/>
              <a:gd name="connsiteY9" fmla="*/ 6714215 h 6858000"/>
              <a:gd name="connsiteX10" fmla="*/ 7447383 w 7467600"/>
              <a:gd name="connsiteY10" fmla="*/ 6707202 h 6858000"/>
              <a:gd name="connsiteX11" fmla="*/ 7289862 w 7467600"/>
              <a:gd name="connsiteY11" fmla="*/ 6659827 h 6858000"/>
              <a:gd name="connsiteX12" fmla="*/ 7434024 w 7467600"/>
              <a:gd name="connsiteY12" fmla="*/ 6722130 h 6858000"/>
              <a:gd name="connsiteX13" fmla="*/ 7467600 w 7467600"/>
              <a:gd name="connsiteY13" fmla="*/ 6736157 h 6858000"/>
              <a:gd name="connsiteX14" fmla="*/ 7467600 w 7467600"/>
              <a:gd name="connsiteY14" fmla="*/ 6767913 h 6858000"/>
              <a:gd name="connsiteX15" fmla="*/ 7271814 w 7467600"/>
              <a:gd name="connsiteY15" fmla="*/ 6684601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7090188 w 7467600"/>
              <a:gd name="connsiteY21" fmla="*/ 6584365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61797 w 7467600"/>
              <a:gd name="connsiteY74" fmla="*/ 5419899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126431 w 7467600"/>
              <a:gd name="connsiteY88" fmla="*/ 5737872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6861797 w 7467600"/>
              <a:gd name="connsiteY101" fmla="*/ 5419899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7133363 w 7467600"/>
              <a:gd name="connsiteY125" fmla="*/ 5050246 h 6858000"/>
              <a:gd name="connsiteX126" fmla="*/ 7450656 w 7467600"/>
              <a:gd name="connsiteY126" fmla="*/ 5134750 h 6858000"/>
              <a:gd name="connsiteX127" fmla="*/ 7467600 w 7467600"/>
              <a:gd name="connsiteY127" fmla="*/ 5142496 h 6858000"/>
              <a:gd name="connsiteX128" fmla="*/ 7467600 w 7467600"/>
              <a:gd name="connsiteY128" fmla="*/ 5158623 h 6858000"/>
              <a:gd name="connsiteX129" fmla="*/ 7427076 w 7467600"/>
              <a:gd name="connsiteY129" fmla="*/ 5142684 h 6858000"/>
              <a:gd name="connsiteX130" fmla="*/ 7467600 w 7467600"/>
              <a:gd name="connsiteY130" fmla="*/ 5164774 h 6858000"/>
              <a:gd name="connsiteX131" fmla="*/ 7467600 w 7467600"/>
              <a:gd name="connsiteY131" fmla="*/ 5199146 h 6858000"/>
              <a:gd name="connsiteX132" fmla="*/ 7391022 w 7467600"/>
              <a:gd name="connsiteY132" fmla="*/ 5158141 h 6858000"/>
              <a:gd name="connsiteX133" fmla="*/ 7312201 w 7467600"/>
              <a:gd name="connsiteY133" fmla="*/ 5128278 h 6858000"/>
              <a:gd name="connsiteX134" fmla="*/ 7343603 w 7467600"/>
              <a:gd name="connsiteY134" fmla="*/ 5149746 h 6858000"/>
              <a:gd name="connsiteX135" fmla="*/ 7467600 w 7467600"/>
              <a:gd name="connsiteY135" fmla="*/ 5241225 h 6858000"/>
              <a:gd name="connsiteX136" fmla="*/ 7467600 w 7467600"/>
              <a:gd name="connsiteY136" fmla="*/ 5277736 h 6858000"/>
              <a:gd name="connsiteX137" fmla="*/ 7327465 w 7467600"/>
              <a:gd name="connsiteY137" fmla="*/ 5174181 h 6858000"/>
              <a:gd name="connsiteX138" fmla="*/ 7244057 w 7467600"/>
              <a:gd name="connsiteY138" fmla="*/ 5124233 h 6858000"/>
              <a:gd name="connsiteX139" fmla="*/ 7353035 w 7467600"/>
              <a:gd name="connsiteY139" fmla="*/ 5197318 h 6858000"/>
              <a:gd name="connsiteX140" fmla="*/ 7467600 w 7467600"/>
              <a:gd name="connsiteY140" fmla="*/ 5297634 h 6858000"/>
              <a:gd name="connsiteX141" fmla="*/ 7467600 w 7467600"/>
              <a:gd name="connsiteY141" fmla="*/ 5361850 h 6858000"/>
              <a:gd name="connsiteX142" fmla="*/ 7368569 w 7467600"/>
              <a:gd name="connsiteY142" fmla="*/ 5270182 h 6858000"/>
              <a:gd name="connsiteX143" fmla="*/ 7131946 w 7467600"/>
              <a:gd name="connsiteY143" fmla="*/ 5075653 h 6858000"/>
              <a:gd name="connsiteX144" fmla="*/ 7133363 w 7467600"/>
              <a:gd name="connsiteY144" fmla="*/ 5050246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7467600 w 7467600"/>
              <a:gd name="connsiteY834" fmla="*/ 163142 h 6858000"/>
              <a:gd name="connsiteX835" fmla="*/ 7467600 w 7467600"/>
              <a:gd name="connsiteY835" fmla="*/ 789215 h 6858000"/>
              <a:gd name="connsiteX836" fmla="*/ 7451412 w 7467600"/>
              <a:gd name="connsiteY836" fmla="*/ 799572 h 6858000"/>
              <a:gd name="connsiteX837" fmla="*/ 7419999 w 7467600"/>
              <a:gd name="connsiteY837" fmla="*/ 774360 h 6858000"/>
              <a:gd name="connsiteX838" fmla="*/ 7429067 w 7467600"/>
              <a:gd name="connsiteY838" fmla="*/ 402737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29067 w 7467600"/>
              <a:gd name="connsiteY844" fmla="*/ 402737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7429067 w 7467600"/>
              <a:gd name="connsiteY848" fmla="*/ 402737 h 6858000"/>
              <a:gd name="connsiteX849" fmla="*/ 5905192 w 7467600"/>
              <a:gd name="connsiteY849" fmla="*/ 163079 h 6858000"/>
              <a:gd name="connsiteX850" fmla="*/ 5865655 w 7467600"/>
              <a:gd name="connsiteY850" fmla="*/ 171901 h 6858000"/>
              <a:gd name="connsiteX851" fmla="*/ 5259740 w 7467600"/>
              <a:gd name="connsiteY851" fmla="*/ 257013 h 6858000"/>
              <a:gd name="connsiteX852" fmla="*/ 5208466 w 7467600"/>
              <a:gd name="connsiteY852" fmla="*/ 257550 h 6858000"/>
              <a:gd name="connsiteX853" fmla="*/ 4980204 w 7467600"/>
              <a:gd name="connsiteY853" fmla="*/ 271903 h 6858000"/>
              <a:gd name="connsiteX854" fmla="*/ 5068068 w 7467600"/>
              <a:gd name="connsiteY854" fmla="*/ 282244 h 6858000"/>
              <a:gd name="connsiteX855" fmla="*/ 5153231 w 7467600"/>
              <a:gd name="connsiteY855" fmla="*/ 292240 h 6858000"/>
              <a:gd name="connsiteX856" fmla="*/ 5426491 w 7467600"/>
              <a:gd name="connsiteY856" fmla="*/ 281128 h 6858000"/>
              <a:gd name="connsiteX857" fmla="*/ 5731212 w 7467600"/>
              <a:gd name="connsiteY857" fmla="*/ 231951 h 6858000"/>
              <a:gd name="connsiteX858" fmla="*/ 5905192 w 7467600"/>
              <a:gd name="connsiteY858" fmla="*/ 163079 h 6858000"/>
              <a:gd name="connsiteX859" fmla="*/ 5944437 w 7467600"/>
              <a:gd name="connsiteY859" fmla="*/ 113829 h 6858000"/>
              <a:gd name="connsiteX860" fmla="*/ 5825032 w 7467600"/>
              <a:gd name="connsiteY860" fmla="*/ 146405 h 6858000"/>
              <a:gd name="connsiteX861" fmla="*/ 4955599 w 7467600"/>
              <a:gd name="connsiteY861" fmla="*/ 247008 h 6858000"/>
              <a:gd name="connsiteX862" fmla="*/ 5210104 w 7467600"/>
              <a:gd name="connsiteY862" fmla="*/ 228123 h 6858000"/>
              <a:gd name="connsiteX863" fmla="*/ 5261015 w 7467600"/>
              <a:gd name="connsiteY863" fmla="*/ 227087 h 6858000"/>
              <a:gd name="connsiteX864" fmla="*/ 5861181 w 7467600"/>
              <a:gd name="connsiteY864" fmla="*/ 143093 h 6858000"/>
              <a:gd name="connsiteX865" fmla="*/ 5961252 w 7467600"/>
              <a:gd name="connsiteY865" fmla="*/ 114820 h 6858000"/>
              <a:gd name="connsiteX866" fmla="*/ 5944437 w 7467600"/>
              <a:gd name="connsiteY866" fmla="*/ 113829 h 6858000"/>
              <a:gd name="connsiteX867" fmla="*/ 3882765 w 7467600"/>
              <a:gd name="connsiteY867" fmla="*/ 0 h 6858000"/>
              <a:gd name="connsiteX868" fmla="*/ 3995099 w 7467600"/>
              <a:gd name="connsiteY868" fmla="*/ 0 h 6858000"/>
              <a:gd name="connsiteX869" fmla="*/ 4163818 w 7467600"/>
              <a:gd name="connsiteY869" fmla="*/ 234104 h 6858000"/>
              <a:gd name="connsiteX870" fmla="*/ 4172099 w 7467600"/>
              <a:gd name="connsiteY870" fmla="*/ 234207 h 6858000"/>
              <a:gd name="connsiteX871" fmla="*/ 4784282 w 7467600"/>
              <a:gd name="connsiteY871" fmla="*/ 276561 h 6858000"/>
              <a:gd name="connsiteX872" fmla="*/ 4801687 w 7467600"/>
              <a:gd name="connsiteY872" fmla="*/ 267764 h 6858000"/>
              <a:gd name="connsiteX873" fmla="*/ 6082788 w 7467600"/>
              <a:gd name="connsiteY873" fmla="*/ 64119 h 6858000"/>
              <a:gd name="connsiteX874" fmla="*/ 6099442 w 7467600"/>
              <a:gd name="connsiteY874" fmla="*/ 82568 h 6858000"/>
              <a:gd name="connsiteX875" fmla="*/ 4804137 w 7467600"/>
              <a:gd name="connsiteY875" fmla="*/ 320931 h 6858000"/>
              <a:gd name="connsiteX876" fmla="*/ 4227047 w 7467600"/>
              <a:gd name="connsiteY876" fmla="*/ 313415 h 6858000"/>
              <a:gd name="connsiteX877" fmla="*/ 4346041 w 7467600"/>
              <a:gd name="connsiteY877" fmla="*/ 456086 h 6858000"/>
              <a:gd name="connsiteX878" fmla="*/ 4870967 w 7467600"/>
              <a:gd name="connsiteY878" fmla="*/ 963061 h 6858000"/>
              <a:gd name="connsiteX879" fmla="*/ 4889647 w 7467600"/>
              <a:gd name="connsiteY879" fmla="*/ 957147 h 6858000"/>
              <a:gd name="connsiteX880" fmla="*/ 5422504 w 7467600"/>
              <a:gd name="connsiteY880" fmla="*/ 805191 h 6858000"/>
              <a:gd name="connsiteX881" fmla="*/ 6087656 w 7467600"/>
              <a:gd name="connsiteY881" fmla="*/ 826703 h 6858000"/>
              <a:gd name="connsiteX882" fmla="*/ 6058717 w 7467600"/>
              <a:gd name="connsiteY882" fmla="*/ 865992 h 6858000"/>
              <a:gd name="connsiteX883" fmla="*/ 4974153 w 7467600"/>
              <a:gd name="connsiteY883" fmla="*/ 1045456 h 6858000"/>
              <a:gd name="connsiteX884" fmla="*/ 5627835 w 7467600"/>
              <a:gd name="connsiteY884" fmla="*/ 1472077 h 6858000"/>
              <a:gd name="connsiteX885" fmla="*/ 5629817 w 7467600"/>
              <a:gd name="connsiteY885" fmla="*/ 1471412 h 6858000"/>
              <a:gd name="connsiteX886" fmla="*/ 5634124 w 7467600"/>
              <a:gd name="connsiteY886" fmla="*/ 1470572 h 6858000"/>
              <a:gd name="connsiteX887" fmla="*/ 5755832 w 7467600"/>
              <a:gd name="connsiteY887" fmla="*/ 1383886 h 6858000"/>
              <a:gd name="connsiteX888" fmla="*/ 6014186 w 7467600"/>
              <a:gd name="connsiteY888" fmla="*/ 1279799 h 6858000"/>
              <a:gd name="connsiteX889" fmla="*/ 6901619 w 7467600"/>
              <a:gd name="connsiteY889" fmla="*/ 1047874 h 6858000"/>
              <a:gd name="connsiteX890" fmla="*/ 6931566 w 7467600"/>
              <a:gd name="connsiteY890" fmla="*/ 1062034 h 6858000"/>
              <a:gd name="connsiteX891" fmla="*/ 5790982 w 7467600"/>
              <a:gd name="connsiteY891" fmla="*/ 1561380 h 6858000"/>
              <a:gd name="connsiteX892" fmla="*/ 6188971 w 7467600"/>
              <a:gd name="connsiteY892" fmla="*/ 1755168 h 6858000"/>
              <a:gd name="connsiteX893" fmla="*/ 6202446 w 7467600"/>
              <a:gd name="connsiteY893" fmla="*/ 1752268 h 6858000"/>
              <a:gd name="connsiteX894" fmla="*/ 7179560 w 7467600"/>
              <a:gd name="connsiteY894" fmla="*/ 1467551 h 6858000"/>
              <a:gd name="connsiteX895" fmla="*/ 7158730 w 7467600"/>
              <a:gd name="connsiteY895" fmla="*/ 1507835 h 6858000"/>
              <a:gd name="connsiteX896" fmla="*/ 6326959 w 7467600"/>
              <a:gd name="connsiteY896" fmla="*/ 1817686 h 6858000"/>
              <a:gd name="connsiteX897" fmla="*/ 6537433 w 7467600"/>
              <a:gd name="connsiteY897" fmla="*/ 1907790 h 6858000"/>
              <a:gd name="connsiteX898" fmla="*/ 6550221 w 7467600"/>
              <a:gd name="connsiteY898" fmla="*/ 1910729 h 6858000"/>
              <a:gd name="connsiteX899" fmla="*/ 6964438 w 7467600"/>
              <a:gd name="connsiteY899" fmla="*/ 2209505 h 6858000"/>
              <a:gd name="connsiteX900" fmla="*/ 7367862 w 7467600"/>
              <a:gd name="connsiteY900" fmla="*/ 2806833 h 6858000"/>
              <a:gd name="connsiteX901" fmla="*/ 7364329 w 7467600"/>
              <a:gd name="connsiteY901" fmla="*/ 2826907 h 6858000"/>
              <a:gd name="connsiteX902" fmla="*/ 7290545 w 7467600"/>
              <a:gd name="connsiteY902" fmla="*/ 2850663 h 6858000"/>
              <a:gd name="connsiteX903" fmla="*/ 6472036 w 7467600"/>
              <a:gd name="connsiteY903" fmla="*/ 1959003 h 6858000"/>
              <a:gd name="connsiteX904" fmla="*/ 5792897 w 7467600"/>
              <a:gd name="connsiteY904" fmla="*/ 1647747 h 6858000"/>
              <a:gd name="connsiteX905" fmla="*/ 5842751 w 7467600"/>
              <a:gd name="connsiteY905" fmla="*/ 1816112 h 6858000"/>
              <a:gd name="connsiteX906" fmla="*/ 5847424 w 7467600"/>
              <a:gd name="connsiteY906" fmla="*/ 1815776 h 6858000"/>
              <a:gd name="connsiteX907" fmla="*/ 6399821 w 7467600"/>
              <a:gd name="connsiteY907" fmla="*/ 2344799 h 6858000"/>
              <a:gd name="connsiteX908" fmla="*/ 6323232 w 7467600"/>
              <a:gd name="connsiteY908" fmla="*/ 2389634 h 6858000"/>
              <a:gd name="connsiteX909" fmla="*/ 5942958 w 7467600"/>
              <a:gd name="connsiteY909" fmla="*/ 2077708 h 6858000"/>
              <a:gd name="connsiteX910" fmla="*/ 5921559 w 7467600"/>
              <a:gd name="connsiteY910" fmla="*/ 2378596 h 6858000"/>
              <a:gd name="connsiteX911" fmla="*/ 5817651 w 7467600"/>
              <a:gd name="connsiteY911" fmla="*/ 3023919 h 6858000"/>
              <a:gd name="connsiteX912" fmla="*/ 5729634 w 7467600"/>
              <a:gd name="connsiteY912" fmla="*/ 3051849 h 6858000"/>
              <a:gd name="connsiteX913" fmla="*/ 5611018 w 7467600"/>
              <a:gd name="connsiteY913" fmla="*/ 2316769 h 6858000"/>
              <a:gd name="connsiteX914" fmla="*/ 5687608 w 7467600"/>
              <a:gd name="connsiteY914" fmla="*/ 2039972 h 6858000"/>
              <a:gd name="connsiteX915" fmla="*/ 5657554 w 7467600"/>
              <a:gd name="connsiteY915" fmla="*/ 1576445 h 6858000"/>
              <a:gd name="connsiteX916" fmla="*/ 5150475 w 7467600"/>
              <a:gd name="connsiteY916" fmla="*/ 1274012 h 6858000"/>
              <a:gd name="connsiteX917" fmla="*/ 5349142 w 7467600"/>
              <a:gd name="connsiteY917" fmla="*/ 2204405 h 6858000"/>
              <a:gd name="connsiteX918" fmla="*/ 5262214 w 7467600"/>
              <a:gd name="connsiteY918" fmla="*/ 2233836 h 6858000"/>
              <a:gd name="connsiteX919" fmla="*/ 4981539 w 7467600"/>
              <a:gd name="connsiteY919" fmla="*/ 1542201 h 6858000"/>
              <a:gd name="connsiteX920" fmla="*/ 4958461 w 7467600"/>
              <a:gd name="connsiteY920" fmla="*/ 1136957 h 6858000"/>
              <a:gd name="connsiteX921" fmla="*/ 4655015 w 7467600"/>
              <a:gd name="connsiteY921" fmla="*/ 891426 h 6858000"/>
              <a:gd name="connsiteX922" fmla="*/ 4348002 w 7467600"/>
              <a:gd name="connsiteY922" fmla="*/ 2205895 h 6858000"/>
              <a:gd name="connsiteX923" fmla="*/ 4262250 w 7467600"/>
              <a:gd name="connsiteY923" fmla="*/ 2219972 h 6858000"/>
              <a:gd name="connsiteX924" fmla="*/ 4550611 w 7467600"/>
              <a:gd name="connsiteY924" fmla="*/ 817540 h 6858000"/>
              <a:gd name="connsiteX925" fmla="*/ 4564418 w 7467600"/>
              <a:gd name="connsiteY925" fmla="*/ 808293 h 6858000"/>
              <a:gd name="connsiteX926" fmla="*/ 4266388 w 7467600"/>
              <a:gd name="connsiteY926" fmla="*/ 500083 h 6858000"/>
              <a:gd name="connsiteX927" fmla="*/ 4032842 w 7467600"/>
              <a:gd name="connsiteY927" fmla="*/ 211809 h 6858000"/>
              <a:gd name="connsiteX928" fmla="*/ 3882765 w 7467600"/>
              <a:gd name="connsiteY928" fmla="*/ 0 h 6858000"/>
              <a:gd name="connsiteX929" fmla="*/ 3721337 w 7467600"/>
              <a:gd name="connsiteY929" fmla="*/ 0 h 6858000"/>
              <a:gd name="connsiteX930" fmla="*/ 3797544 w 7467600"/>
              <a:gd name="connsiteY930" fmla="*/ 0 h 6858000"/>
              <a:gd name="connsiteX931" fmla="*/ 3775734 w 7467600"/>
              <a:gd name="connsiteY931" fmla="*/ 95131 h 6858000"/>
              <a:gd name="connsiteX932" fmla="*/ 3724807 w 7467600"/>
              <a:gd name="connsiteY932" fmla="*/ 272257 h 6858000"/>
              <a:gd name="connsiteX933" fmla="*/ 3726844 w 7467600"/>
              <a:gd name="connsiteY933" fmla="*/ 282988 h 6858000"/>
              <a:gd name="connsiteX934" fmla="*/ 3742664 w 7467600"/>
              <a:gd name="connsiteY934" fmla="*/ 279918 h 6858000"/>
              <a:gd name="connsiteX935" fmla="*/ 4103910 w 7467600"/>
              <a:gd name="connsiteY935" fmla="*/ 1161917 h 6858000"/>
              <a:gd name="connsiteX936" fmla="*/ 4020269 w 7467600"/>
              <a:gd name="connsiteY936" fmla="*/ 1200406 h 6858000"/>
              <a:gd name="connsiteX937" fmla="*/ 3674882 w 7467600"/>
              <a:gd name="connsiteY937" fmla="*/ 488524 h 6858000"/>
              <a:gd name="connsiteX938" fmla="*/ 3132682 w 7467600"/>
              <a:gd name="connsiteY938" fmla="*/ 1072284 h 6858000"/>
              <a:gd name="connsiteX939" fmla="*/ 2716346 w 7467600"/>
              <a:gd name="connsiteY939" fmla="*/ 1276376 h 6858000"/>
              <a:gd name="connsiteX940" fmla="*/ 2716772 w 7467600"/>
              <a:gd name="connsiteY940" fmla="*/ 1255462 h 6858000"/>
              <a:gd name="connsiteX941" fmla="*/ 3471096 w 7467600"/>
              <a:gd name="connsiteY941" fmla="*/ 437072 h 6858000"/>
              <a:gd name="connsiteX942" fmla="*/ 3639057 w 7467600"/>
              <a:gd name="connsiteY942" fmla="*/ 286334 h 6858000"/>
              <a:gd name="connsiteX943" fmla="*/ 3640309 w 7467600"/>
              <a:gd name="connsiteY943" fmla="*/ 284664 h 6858000"/>
              <a:gd name="connsiteX944" fmla="*/ 3646022 w 7467600"/>
              <a:gd name="connsiteY944" fmla="*/ 276711 h 6858000"/>
              <a:gd name="connsiteX945" fmla="*/ 3707943 w 7467600"/>
              <a:gd name="connsiteY945" fmla="*/ 65958 h 6858000"/>
              <a:gd name="connsiteX946" fmla="*/ 3721337 w 7467600"/>
              <a:gd name="connsiteY946" fmla="*/ 0 h 6858000"/>
              <a:gd name="connsiteX947" fmla="*/ 2867960 w 7467600"/>
              <a:gd name="connsiteY947" fmla="*/ 0 h 6858000"/>
              <a:gd name="connsiteX948" fmla="*/ 2926351 w 7467600"/>
              <a:gd name="connsiteY948" fmla="*/ 0 h 6858000"/>
              <a:gd name="connsiteX949" fmla="*/ 2902823 w 7467600"/>
              <a:gd name="connsiteY949" fmla="*/ 262929 h 6858000"/>
              <a:gd name="connsiteX950" fmla="*/ 2940663 w 7467600"/>
              <a:gd name="connsiteY950" fmla="*/ 140884 h 6858000"/>
              <a:gd name="connsiteX951" fmla="*/ 2947039 w 7467600"/>
              <a:gd name="connsiteY951" fmla="*/ 122524 h 6858000"/>
              <a:gd name="connsiteX952" fmla="*/ 2984316 w 7467600"/>
              <a:gd name="connsiteY952" fmla="*/ 0 h 6858000"/>
              <a:gd name="connsiteX953" fmla="*/ 3016114 w 7467600"/>
              <a:gd name="connsiteY953" fmla="*/ 0 h 6858000"/>
              <a:gd name="connsiteX954" fmla="*/ 2979949 w 7467600"/>
              <a:gd name="connsiteY954" fmla="*/ 119274 h 6858000"/>
              <a:gd name="connsiteX955" fmla="*/ 3023879 w 7467600"/>
              <a:gd name="connsiteY955" fmla="*/ 0 h 6858000"/>
              <a:gd name="connsiteX956" fmla="*/ 3105400 w 7467600"/>
              <a:gd name="connsiteY956" fmla="*/ 0 h 6858000"/>
              <a:gd name="connsiteX957" fmla="*/ 3094669 w 7467600"/>
              <a:gd name="connsiteY957" fmla="*/ 30308 h 6858000"/>
              <a:gd name="connsiteX958" fmla="*/ 2901945 w 7467600"/>
              <a:gd name="connsiteY958" fmla="*/ 466538 h 6858000"/>
              <a:gd name="connsiteX959" fmla="*/ 2815209 w 7467600"/>
              <a:gd name="connsiteY959" fmla="*/ 497361 h 6858000"/>
              <a:gd name="connsiteX960" fmla="*/ 2844845 w 7467600"/>
              <a:gd name="connsiteY960" fmla="*/ 127638 h 6858000"/>
              <a:gd name="connsiteX961" fmla="*/ 2867960 w 7467600"/>
              <a:gd name="connsiteY961" fmla="*/ 0 h 6858000"/>
              <a:gd name="connsiteX962" fmla="*/ 1057230 w 7467600"/>
              <a:gd name="connsiteY962" fmla="*/ 0 h 6858000"/>
              <a:gd name="connsiteX963" fmla="*/ 1111003 w 7467600"/>
              <a:gd name="connsiteY963" fmla="*/ 0 h 6858000"/>
              <a:gd name="connsiteX964" fmla="*/ 1125553 w 7467600"/>
              <a:gd name="connsiteY964" fmla="*/ 52588 h 6858000"/>
              <a:gd name="connsiteX965" fmla="*/ 1304276 w 7467600"/>
              <a:gd name="connsiteY965" fmla="*/ 476275 h 6858000"/>
              <a:gd name="connsiteX966" fmla="*/ 1492066 w 7467600"/>
              <a:gd name="connsiteY966" fmla="*/ 886333 h 6858000"/>
              <a:gd name="connsiteX967" fmla="*/ 1423698 w 7467600"/>
              <a:gd name="connsiteY967" fmla="*/ 710817 h 6858000"/>
              <a:gd name="connsiteX968" fmla="*/ 1357609 w 7467600"/>
              <a:gd name="connsiteY968" fmla="*/ 532892 h 6858000"/>
              <a:gd name="connsiteX969" fmla="*/ 1309550 w 7467600"/>
              <a:gd name="connsiteY969" fmla="*/ 374031 h 6858000"/>
              <a:gd name="connsiteX970" fmla="*/ 1193673 w 7467600"/>
              <a:gd name="connsiteY970" fmla="*/ 49533 h 6858000"/>
              <a:gd name="connsiteX971" fmla="*/ 1164391 w 7467600"/>
              <a:gd name="connsiteY971" fmla="*/ 0 h 6858000"/>
              <a:gd name="connsiteX972" fmla="*/ 1200666 w 7467600"/>
              <a:gd name="connsiteY972" fmla="*/ 0 h 6858000"/>
              <a:gd name="connsiteX973" fmla="*/ 1223408 w 7467600"/>
              <a:gd name="connsiteY973" fmla="*/ 38996 h 6858000"/>
              <a:gd name="connsiteX974" fmla="*/ 1339635 w 7467600"/>
              <a:gd name="connsiteY974" fmla="*/ 365517 h 6858000"/>
              <a:gd name="connsiteX975" fmla="*/ 1387469 w 7467600"/>
              <a:gd name="connsiteY975" fmla="*/ 523079 h 6858000"/>
              <a:gd name="connsiteX976" fmla="*/ 1452685 w 7467600"/>
              <a:gd name="connsiteY976" fmla="*/ 699806 h 6858000"/>
              <a:gd name="connsiteX977" fmla="*/ 1492092 w 7467600"/>
              <a:gd name="connsiteY977" fmla="*/ 800424 h 6858000"/>
              <a:gd name="connsiteX978" fmla="*/ 1455302 w 7467600"/>
              <a:gd name="connsiteY978" fmla="*/ 632913 h 6858000"/>
              <a:gd name="connsiteX979" fmla="*/ 1222336 w 7467600"/>
              <a:gd name="connsiteY979" fmla="*/ 9480 h 6858000"/>
              <a:gd name="connsiteX980" fmla="*/ 1214634 w 7467600"/>
              <a:gd name="connsiteY980" fmla="*/ 0 h 6858000"/>
              <a:gd name="connsiteX981" fmla="*/ 1289827 w 7467600"/>
              <a:gd name="connsiteY981" fmla="*/ 0 h 6858000"/>
              <a:gd name="connsiteX982" fmla="*/ 1321076 w 7467600"/>
              <a:gd name="connsiteY982" fmla="*/ 59722 h 6858000"/>
              <a:gd name="connsiteX983" fmla="*/ 1512579 w 7467600"/>
              <a:gd name="connsiteY983" fmla="*/ 626441 h 6858000"/>
              <a:gd name="connsiteX984" fmla="*/ 1506076 w 7467600"/>
              <a:gd name="connsiteY984" fmla="*/ 1089289 h 6858000"/>
              <a:gd name="connsiteX985" fmla="*/ 1486346 w 7467600"/>
              <a:gd name="connsiteY985" fmla="*/ 1079919 h 6858000"/>
              <a:gd name="connsiteX986" fmla="*/ 1070511 w 7467600"/>
              <a:gd name="connsiteY986" fmla="*/ 48609 h 6858000"/>
              <a:gd name="connsiteX987" fmla="*/ 1057230 w 7467600"/>
              <a:gd name="connsiteY987" fmla="*/ 0 h 6858000"/>
              <a:gd name="connsiteX988" fmla="*/ 43151 w 7467600"/>
              <a:gd name="connsiteY988" fmla="*/ 0 h 6858000"/>
              <a:gd name="connsiteX989" fmla="*/ 95283 w 7467600"/>
              <a:gd name="connsiteY989" fmla="*/ 0 h 6858000"/>
              <a:gd name="connsiteX990" fmla="*/ 300708 w 7467600"/>
              <a:gd name="connsiteY990" fmla="*/ 154571 h 6858000"/>
              <a:gd name="connsiteX991" fmla="*/ 530414 w 7467600"/>
              <a:gd name="connsiteY991" fmla="*/ 354673 h 6858000"/>
              <a:gd name="connsiteX992" fmla="*/ 333785 w 7467600"/>
              <a:gd name="connsiteY992" fmla="*/ 161564 h 6858000"/>
              <a:gd name="connsiteX993" fmla="*/ 147005 w 7467600"/>
              <a:gd name="connsiteY993" fmla="*/ 0 h 6858000"/>
              <a:gd name="connsiteX994" fmla="*/ 272509 w 7467600"/>
              <a:gd name="connsiteY994" fmla="*/ 0 h 6858000"/>
              <a:gd name="connsiteX995" fmla="*/ 326276 w 7467600"/>
              <a:gd name="connsiteY995" fmla="*/ 45847 h 6858000"/>
              <a:gd name="connsiteX996" fmla="*/ 823759 w 7467600"/>
              <a:gd name="connsiteY996" fmla="*/ 574145 h 6858000"/>
              <a:gd name="connsiteX997" fmla="*/ 811254 w 7467600"/>
              <a:gd name="connsiteY997" fmla="*/ 665546 h 6858000"/>
              <a:gd name="connsiteX998" fmla="*/ 154042 w 7467600"/>
              <a:gd name="connsiteY998" fmla="*/ 261522 h 6858000"/>
              <a:gd name="connsiteX999" fmla="*/ 13550 w 7467600"/>
              <a:gd name="connsiteY999" fmla="*/ 158423 h 6858000"/>
              <a:gd name="connsiteX1000" fmla="*/ 0 w 7467600"/>
              <a:gd name="connsiteY1000" fmla="*/ 146618 h 6858000"/>
              <a:gd name="connsiteX1001" fmla="*/ 0 w 7467600"/>
              <a:gd name="connsiteY1001" fmla="*/ 59161 h 6858000"/>
              <a:gd name="connsiteX1002" fmla="*/ 45427 w 7467600"/>
              <a:gd name="connsiteY1002" fmla="*/ 101078 h 6858000"/>
              <a:gd name="connsiteX1003" fmla="*/ 630103 w 7467600"/>
              <a:gd name="connsiteY1003" fmla="*/ 485885 h 6858000"/>
              <a:gd name="connsiteX1004" fmla="*/ 532040 w 7467600"/>
              <a:gd name="connsiteY1004" fmla="*/ 399359 h 6858000"/>
              <a:gd name="connsiteX1005" fmla="*/ 517618 w 7467600"/>
              <a:gd name="connsiteY1005" fmla="*/ 385726 h 6858000"/>
              <a:gd name="connsiteX1006" fmla="*/ 285074 w 7467600"/>
              <a:gd name="connsiteY1006" fmla="*/ 182755 h 6858000"/>
              <a:gd name="connsiteX1007" fmla="*/ 43151 w 7467600"/>
              <a:gd name="connsiteY100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19999 w 7467600"/>
              <a:gd name="connsiteY844" fmla="*/ 774360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7419999 w 7467600"/>
              <a:gd name="connsiteY847" fmla="*/ 774360 h 6858000"/>
              <a:gd name="connsiteX848" fmla="*/ 5905192 w 7467600"/>
              <a:gd name="connsiteY848" fmla="*/ 163079 h 6858000"/>
              <a:gd name="connsiteX849" fmla="*/ 5865655 w 7467600"/>
              <a:gd name="connsiteY849" fmla="*/ 171901 h 6858000"/>
              <a:gd name="connsiteX850" fmla="*/ 5259740 w 7467600"/>
              <a:gd name="connsiteY850" fmla="*/ 257013 h 6858000"/>
              <a:gd name="connsiteX851" fmla="*/ 5208466 w 7467600"/>
              <a:gd name="connsiteY851" fmla="*/ 257550 h 6858000"/>
              <a:gd name="connsiteX852" fmla="*/ 4980204 w 7467600"/>
              <a:gd name="connsiteY852" fmla="*/ 271903 h 6858000"/>
              <a:gd name="connsiteX853" fmla="*/ 5068068 w 7467600"/>
              <a:gd name="connsiteY853" fmla="*/ 282244 h 6858000"/>
              <a:gd name="connsiteX854" fmla="*/ 5153231 w 7467600"/>
              <a:gd name="connsiteY854" fmla="*/ 292240 h 6858000"/>
              <a:gd name="connsiteX855" fmla="*/ 5426491 w 7467600"/>
              <a:gd name="connsiteY855" fmla="*/ 281128 h 6858000"/>
              <a:gd name="connsiteX856" fmla="*/ 5731212 w 7467600"/>
              <a:gd name="connsiteY856" fmla="*/ 231951 h 6858000"/>
              <a:gd name="connsiteX857" fmla="*/ 5905192 w 7467600"/>
              <a:gd name="connsiteY857" fmla="*/ 163079 h 6858000"/>
              <a:gd name="connsiteX858" fmla="*/ 5944437 w 7467600"/>
              <a:gd name="connsiteY858" fmla="*/ 113829 h 6858000"/>
              <a:gd name="connsiteX859" fmla="*/ 5825032 w 7467600"/>
              <a:gd name="connsiteY859" fmla="*/ 146405 h 6858000"/>
              <a:gd name="connsiteX860" fmla="*/ 4955599 w 7467600"/>
              <a:gd name="connsiteY860" fmla="*/ 247008 h 6858000"/>
              <a:gd name="connsiteX861" fmla="*/ 5210104 w 7467600"/>
              <a:gd name="connsiteY861" fmla="*/ 228123 h 6858000"/>
              <a:gd name="connsiteX862" fmla="*/ 5261015 w 7467600"/>
              <a:gd name="connsiteY862" fmla="*/ 227087 h 6858000"/>
              <a:gd name="connsiteX863" fmla="*/ 5861181 w 7467600"/>
              <a:gd name="connsiteY863" fmla="*/ 143093 h 6858000"/>
              <a:gd name="connsiteX864" fmla="*/ 5961252 w 7467600"/>
              <a:gd name="connsiteY864" fmla="*/ 114820 h 6858000"/>
              <a:gd name="connsiteX865" fmla="*/ 5944437 w 7467600"/>
              <a:gd name="connsiteY865" fmla="*/ 113829 h 6858000"/>
              <a:gd name="connsiteX866" fmla="*/ 3882765 w 7467600"/>
              <a:gd name="connsiteY866" fmla="*/ 0 h 6858000"/>
              <a:gd name="connsiteX867" fmla="*/ 3995099 w 7467600"/>
              <a:gd name="connsiteY867" fmla="*/ 0 h 6858000"/>
              <a:gd name="connsiteX868" fmla="*/ 4163818 w 7467600"/>
              <a:gd name="connsiteY868" fmla="*/ 234104 h 6858000"/>
              <a:gd name="connsiteX869" fmla="*/ 4172099 w 7467600"/>
              <a:gd name="connsiteY869" fmla="*/ 234207 h 6858000"/>
              <a:gd name="connsiteX870" fmla="*/ 4784282 w 7467600"/>
              <a:gd name="connsiteY870" fmla="*/ 276561 h 6858000"/>
              <a:gd name="connsiteX871" fmla="*/ 4801687 w 7467600"/>
              <a:gd name="connsiteY871" fmla="*/ 267764 h 6858000"/>
              <a:gd name="connsiteX872" fmla="*/ 6082788 w 7467600"/>
              <a:gd name="connsiteY872" fmla="*/ 64119 h 6858000"/>
              <a:gd name="connsiteX873" fmla="*/ 6099442 w 7467600"/>
              <a:gd name="connsiteY873" fmla="*/ 82568 h 6858000"/>
              <a:gd name="connsiteX874" fmla="*/ 4804137 w 7467600"/>
              <a:gd name="connsiteY874" fmla="*/ 320931 h 6858000"/>
              <a:gd name="connsiteX875" fmla="*/ 4227047 w 7467600"/>
              <a:gd name="connsiteY875" fmla="*/ 313415 h 6858000"/>
              <a:gd name="connsiteX876" fmla="*/ 4346041 w 7467600"/>
              <a:gd name="connsiteY876" fmla="*/ 456086 h 6858000"/>
              <a:gd name="connsiteX877" fmla="*/ 4870967 w 7467600"/>
              <a:gd name="connsiteY877" fmla="*/ 963061 h 6858000"/>
              <a:gd name="connsiteX878" fmla="*/ 4889647 w 7467600"/>
              <a:gd name="connsiteY878" fmla="*/ 957147 h 6858000"/>
              <a:gd name="connsiteX879" fmla="*/ 5422504 w 7467600"/>
              <a:gd name="connsiteY879" fmla="*/ 805191 h 6858000"/>
              <a:gd name="connsiteX880" fmla="*/ 6087656 w 7467600"/>
              <a:gd name="connsiteY880" fmla="*/ 826703 h 6858000"/>
              <a:gd name="connsiteX881" fmla="*/ 6058717 w 7467600"/>
              <a:gd name="connsiteY881" fmla="*/ 865992 h 6858000"/>
              <a:gd name="connsiteX882" fmla="*/ 4974153 w 7467600"/>
              <a:gd name="connsiteY882" fmla="*/ 1045456 h 6858000"/>
              <a:gd name="connsiteX883" fmla="*/ 5627835 w 7467600"/>
              <a:gd name="connsiteY883" fmla="*/ 1472077 h 6858000"/>
              <a:gd name="connsiteX884" fmla="*/ 5629817 w 7467600"/>
              <a:gd name="connsiteY884" fmla="*/ 1471412 h 6858000"/>
              <a:gd name="connsiteX885" fmla="*/ 5634124 w 7467600"/>
              <a:gd name="connsiteY885" fmla="*/ 1470572 h 6858000"/>
              <a:gd name="connsiteX886" fmla="*/ 5755832 w 7467600"/>
              <a:gd name="connsiteY886" fmla="*/ 1383886 h 6858000"/>
              <a:gd name="connsiteX887" fmla="*/ 6014186 w 7467600"/>
              <a:gd name="connsiteY887" fmla="*/ 1279799 h 6858000"/>
              <a:gd name="connsiteX888" fmla="*/ 6901619 w 7467600"/>
              <a:gd name="connsiteY888" fmla="*/ 1047874 h 6858000"/>
              <a:gd name="connsiteX889" fmla="*/ 6931566 w 7467600"/>
              <a:gd name="connsiteY889" fmla="*/ 1062034 h 6858000"/>
              <a:gd name="connsiteX890" fmla="*/ 5790982 w 7467600"/>
              <a:gd name="connsiteY890" fmla="*/ 1561380 h 6858000"/>
              <a:gd name="connsiteX891" fmla="*/ 6188971 w 7467600"/>
              <a:gd name="connsiteY891" fmla="*/ 1755168 h 6858000"/>
              <a:gd name="connsiteX892" fmla="*/ 6202446 w 7467600"/>
              <a:gd name="connsiteY892" fmla="*/ 1752268 h 6858000"/>
              <a:gd name="connsiteX893" fmla="*/ 7179560 w 7467600"/>
              <a:gd name="connsiteY893" fmla="*/ 1467551 h 6858000"/>
              <a:gd name="connsiteX894" fmla="*/ 7158730 w 7467600"/>
              <a:gd name="connsiteY894" fmla="*/ 1507835 h 6858000"/>
              <a:gd name="connsiteX895" fmla="*/ 6326959 w 7467600"/>
              <a:gd name="connsiteY895" fmla="*/ 1817686 h 6858000"/>
              <a:gd name="connsiteX896" fmla="*/ 6537433 w 7467600"/>
              <a:gd name="connsiteY896" fmla="*/ 1907790 h 6858000"/>
              <a:gd name="connsiteX897" fmla="*/ 6550221 w 7467600"/>
              <a:gd name="connsiteY897" fmla="*/ 1910729 h 6858000"/>
              <a:gd name="connsiteX898" fmla="*/ 6964438 w 7467600"/>
              <a:gd name="connsiteY898" fmla="*/ 2209505 h 6858000"/>
              <a:gd name="connsiteX899" fmla="*/ 7367862 w 7467600"/>
              <a:gd name="connsiteY899" fmla="*/ 2806833 h 6858000"/>
              <a:gd name="connsiteX900" fmla="*/ 7364329 w 7467600"/>
              <a:gd name="connsiteY900" fmla="*/ 2826907 h 6858000"/>
              <a:gd name="connsiteX901" fmla="*/ 7290545 w 7467600"/>
              <a:gd name="connsiteY901" fmla="*/ 2850663 h 6858000"/>
              <a:gd name="connsiteX902" fmla="*/ 6472036 w 7467600"/>
              <a:gd name="connsiteY902" fmla="*/ 1959003 h 6858000"/>
              <a:gd name="connsiteX903" fmla="*/ 5792897 w 7467600"/>
              <a:gd name="connsiteY903" fmla="*/ 1647747 h 6858000"/>
              <a:gd name="connsiteX904" fmla="*/ 5842751 w 7467600"/>
              <a:gd name="connsiteY904" fmla="*/ 1816112 h 6858000"/>
              <a:gd name="connsiteX905" fmla="*/ 5847424 w 7467600"/>
              <a:gd name="connsiteY905" fmla="*/ 1815776 h 6858000"/>
              <a:gd name="connsiteX906" fmla="*/ 6399821 w 7467600"/>
              <a:gd name="connsiteY906" fmla="*/ 2344799 h 6858000"/>
              <a:gd name="connsiteX907" fmla="*/ 6323232 w 7467600"/>
              <a:gd name="connsiteY907" fmla="*/ 2389634 h 6858000"/>
              <a:gd name="connsiteX908" fmla="*/ 5942958 w 7467600"/>
              <a:gd name="connsiteY908" fmla="*/ 2077708 h 6858000"/>
              <a:gd name="connsiteX909" fmla="*/ 5921559 w 7467600"/>
              <a:gd name="connsiteY909" fmla="*/ 2378596 h 6858000"/>
              <a:gd name="connsiteX910" fmla="*/ 5817651 w 7467600"/>
              <a:gd name="connsiteY910" fmla="*/ 3023919 h 6858000"/>
              <a:gd name="connsiteX911" fmla="*/ 5729634 w 7467600"/>
              <a:gd name="connsiteY911" fmla="*/ 3051849 h 6858000"/>
              <a:gd name="connsiteX912" fmla="*/ 5611018 w 7467600"/>
              <a:gd name="connsiteY912" fmla="*/ 2316769 h 6858000"/>
              <a:gd name="connsiteX913" fmla="*/ 5687608 w 7467600"/>
              <a:gd name="connsiteY913" fmla="*/ 2039972 h 6858000"/>
              <a:gd name="connsiteX914" fmla="*/ 5657554 w 7467600"/>
              <a:gd name="connsiteY914" fmla="*/ 1576445 h 6858000"/>
              <a:gd name="connsiteX915" fmla="*/ 5150475 w 7467600"/>
              <a:gd name="connsiteY915" fmla="*/ 1274012 h 6858000"/>
              <a:gd name="connsiteX916" fmla="*/ 5349142 w 7467600"/>
              <a:gd name="connsiteY916" fmla="*/ 2204405 h 6858000"/>
              <a:gd name="connsiteX917" fmla="*/ 5262214 w 7467600"/>
              <a:gd name="connsiteY917" fmla="*/ 2233836 h 6858000"/>
              <a:gd name="connsiteX918" fmla="*/ 4981539 w 7467600"/>
              <a:gd name="connsiteY918" fmla="*/ 1542201 h 6858000"/>
              <a:gd name="connsiteX919" fmla="*/ 4958461 w 7467600"/>
              <a:gd name="connsiteY919" fmla="*/ 1136957 h 6858000"/>
              <a:gd name="connsiteX920" fmla="*/ 4655015 w 7467600"/>
              <a:gd name="connsiteY920" fmla="*/ 891426 h 6858000"/>
              <a:gd name="connsiteX921" fmla="*/ 4348002 w 7467600"/>
              <a:gd name="connsiteY921" fmla="*/ 2205895 h 6858000"/>
              <a:gd name="connsiteX922" fmla="*/ 4262250 w 7467600"/>
              <a:gd name="connsiteY922" fmla="*/ 2219972 h 6858000"/>
              <a:gd name="connsiteX923" fmla="*/ 4550611 w 7467600"/>
              <a:gd name="connsiteY923" fmla="*/ 817540 h 6858000"/>
              <a:gd name="connsiteX924" fmla="*/ 4564418 w 7467600"/>
              <a:gd name="connsiteY924" fmla="*/ 808293 h 6858000"/>
              <a:gd name="connsiteX925" fmla="*/ 4266388 w 7467600"/>
              <a:gd name="connsiteY925" fmla="*/ 500083 h 6858000"/>
              <a:gd name="connsiteX926" fmla="*/ 4032842 w 7467600"/>
              <a:gd name="connsiteY926" fmla="*/ 211809 h 6858000"/>
              <a:gd name="connsiteX927" fmla="*/ 3882765 w 7467600"/>
              <a:gd name="connsiteY927" fmla="*/ 0 h 6858000"/>
              <a:gd name="connsiteX928" fmla="*/ 3721337 w 7467600"/>
              <a:gd name="connsiteY928" fmla="*/ 0 h 6858000"/>
              <a:gd name="connsiteX929" fmla="*/ 3797544 w 7467600"/>
              <a:gd name="connsiteY929" fmla="*/ 0 h 6858000"/>
              <a:gd name="connsiteX930" fmla="*/ 3775734 w 7467600"/>
              <a:gd name="connsiteY930" fmla="*/ 95131 h 6858000"/>
              <a:gd name="connsiteX931" fmla="*/ 3724807 w 7467600"/>
              <a:gd name="connsiteY931" fmla="*/ 272257 h 6858000"/>
              <a:gd name="connsiteX932" fmla="*/ 3726844 w 7467600"/>
              <a:gd name="connsiteY932" fmla="*/ 282988 h 6858000"/>
              <a:gd name="connsiteX933" fmla="*/ 3742664 w 7467600"/>
              <a:gd name="connsiteY933" fmla="*/ 279918 h 6858000"/>
              <a:gd name="connsiteX934" fmla="*/ 4103910 w 7467600"/>
              <a:gd name="connsiteY934" fmla="*/ 1161917 h 6858000"/>
              <a:gd name="connsiteX935" fmla="*/ 4020269 w 7467600"/>
              <a:gd name="connsiteY935" fmla="*/ 1200406 h 6858000"/>
              <a:gd name="connsiteX936" fmla="*/ 3674882 w 7467600"/>
              <a:gd name="connsiteY936" fmla="*/ 488524 h 6858000"/>
              <a:gd name="connsiteX937" fmla="*/ 3132682 w 7467600"/>
              <a:gd name="connsiteY937" fmla="*/ 1072284 h 6858000"/>
              <a:gd name="connsiteX938" fmla="*/ 2716346 w 7467600"/>
              <a:gd name="connsiteY938" fmla="*/ 1276376 h 6858000"/>
              <a:gd name="connsiteX939" fmla="*/ 2716772 w 7467600"/>
              <a:gd name="connsiteY939" fmla="*/ 1255462 h 6858000"/>
              <a:gd name="connsiteX940" fmla="*/ 3471096 w 7467600"/>
              <a:gd name="connsiteY940" fmla="*/ 437072 h 6858000"/>
              <a:gd name="connsiteX941" fmla="*/ 3639057 w 7467600"/>
              <a:gd name="connsiteY941" fmla="*/ 286334 h 6858000"/>
              <a:gd name="connsiteX942" fmla="*/ 3640309 w 7467600"/>
              <a:gd name="connsiteY942" fmla="*/ 284664 h 6858000"/>
              <a:gd name="connsiteX943" fmla="*/ 3646022 w 7467600"/>
              <a:gd name="connsiteY943" fmla="*/ 276711 h 6858000"/>
              <a:gd name="connsiteX944" fmla="*/ 3707943 w 7467600"/>
              <a:gd name="connsiteY944" fmla="*/ 65958 h 6858000"/>
              <a:gd name="connsiteX945" fmla="*/ 3721337 w 7467600"/>
              <a:gd name="connsiteY945" fmla="*/ 0 h 6858000"/>
              <a:gd name="connsiteX946" fmla="*/ 2867960 w 7467600"/>
              <a:gd name="connsiteY946" fmla="*/ 0 h 6858000"/>
              <a:gd name="connsiteX947" fmla="*/ 2926351 w 7467600"/>
              <a:gd name="connsiteY947" fmla="*/ 0 h 6858000"/>
              <a:gd name="connsiteX948" fmla="*/ 2902823 w 7467600"/>
              <a:gd name="connsiteY948" fmla="*/ 262929 h 6858000"/>
              <a:gd name="connsiteX949" fmla="*/ 2940663 w 7467600"/>
              <a:gd name="connsiteY949" fmla="*/ 140884 h 6858000"/>
              <a:gd name="connsiteX950" fmla="*/ 2947039 w 7467600"/>
              <a:gd name="connsiteY950" fmla="*/ 122524 h 6858000"/>
              <a:gd name="connsiteX951" fmla="*/ 2984316 w 7467600"/>
              <a:gd name="connsiteY951" fmla="*/ 0 h 6858000"/>
              <a:gd name="connsiteX952" fmla="*/ 3016114 w 7467600"/>
              <a:gd name="connsiteY952" fmla="*/ 0 h 6858000"/>
              <a:gd name="connsiteX953" fmla="*/ 2979949 w 7467600"/>
              <a:gd name="connsiteY953" fmla="*/ 119274 h 6858000"/>
              <a:gd name="connsiteX954" fmla="*/ 3023879 w 7467600"/>
              <a:gd name="connsiteY954" fmla="*/ 0 h 6858000"/>
              <a:gd name="connsiteX955" fmla="*/ 3105400 w 7467600"/>
              <a:gd name="connsiteY955" fmla="*/ 0 h 6858000"/>
              <a:gd name="connsiteX956" fmla="*/ 3094669 w 7467600"/>
              <a:gd name="connsiteY956" fmla="*/ 30308 h 6858000"/>
              <a:gd name="connsiteX957" fmla="*/ 2901945 w 7467600"/>
              <a:gd name="connsiteY957" fmla="*/ 466538 h 6858000"/>
              <a:gd name="connsiteX958" fmla="*/ 2815209 w 7467600"/>
              <a:gd name="connsiteY958" fmla="*/ 497361 h 6858000"/>
              <a:gd name="connsiteX959" fmla="*/ 2844845 w 7467600"/>
              <a:gd name="connsiteY959" fmla="*/ 127638 h 6858000"/>
              <a:gd name="connsiteX960" fmla="*/ 2867960 w 7467600"/>
              <a:gd name="connsiteY960" fmla="*/ 0 h 6858000"/>
              <a:gd name="connsiteX961" fmla="*/ 1057230 w 7467600"/>
              <a:gd name="connsiteY961" fmla="*/ 0 h 6858000"/>
              <a:gd name="connsiteX962" fmla="*/ 1111003 w 7467600"/>
              <a:gd name="connsiteY962" fmla="*/ 0 h 6858000"/>
              <a:gd name="connsiteX963" fmla="*/ 1125553 w 7467600"/>
              <a:gd name="connsiteY963" fmla="*/ 52588 h 6858000"/>
              <a:gd name="connsiteX964" fmla="*/ 1304276 w 7467600"/>
              <a:gd name="connsiteY964" fmla="*/ 476275 h 6858000"/>
              <a:gd name="connsiteX965" fmla="*/ 1492066 w 7467600"/>
              <a:gd name="connsiteY965" fmla="*/ 886333 h 6858000"/>
              <a:gd name="connsiteX966" fmla="*/ 1423698 w 7467600"/>
              <a:gd name="connsiteY966" fmla="*/ 710817 h 6858000"/>
              <a:gd name="connsiteX967" fmla="*/ 1357609 w 7467600"/>
              <a:gd name="connsiteY967" fmla="*/ 532892 h 6858000"/>
              <a:gd name="connsiteX968" fmla="*/ 1309550 w 7467600"/>
              <a:gd name="connsiteY968" fmla="*/ 374031 h 6858000"/>
              <a:gd name="connsiteX969" fmla="*/ 1193673 w 7467600"/>
              <a:gd name="connsiteY969" fmla="*/ 49533 h 6858000"/>
              <a:gd name="connsiteX970" fmla="*/ 1164391 w 7467600"/>
              <a:gd name="connsiteY970" fmla="*/ 0 h 6858000"/>
              <a:gd name="connsiteX971" fmla="*/ 1200666 w 7467600"/>
              <a:gd name="connsiteY971" fmla="*/ 0 h 6858000"/>
              <a:gd name="connsiteX972" fmla="*/ 1223408 w 7467600"/>
              <a:gd name="connsiteY972" fmla="*/ 38996 h 6858000"/>
              <a:gd name="connsiteX973" fmla="*/ 1339635 w 7467600"/>
              <a:gd name="connsiteY973" fmla="*/ 365517 h 6858000"/>
              <a:gd name="connsiteX974" fmla="*/ 1387469 w 7467600"/>
              <a:gd name="connsiteY974" fmla="*/ 523079 h 6858000"/>
              <a:gd name="connsiteX975" fmla="*/ 1452685 w 7467600"/>
              <a:gd name="connsiteY975" fmla="*/ 699806 h 6858000"/>
              <a:gd name="connsiteX976" fmla="*/ 1492092 w 7467600"/>
              <a:gd name="connsiteY976" fmla="*/ 800424 h 6858000"/>
              <a:gd name="connsiteX977" fmla="*/ 1455302 w 7467600"/>
              <a:gd name="connsiteY977" fmla="*/ 632913 h 6858000"/>
              <a:gd name="connsiteX978" fmla="*/ 1222336 w 7467600"/>
              <a:gd name="connsiteY978" fmla="*/ 9480 h 6858000"/>
              <a:gd name="connsiteX979" fmla="*/ 1214634 w 7467600"/>
              <a:gd name="connsiteY979" fmla="*/ 0 h 6858000"/>
              <a:gd name="connsiteX980" fmla="*/ 1289827 w 7467600"/>
              <a:gd name="connsiteY980" fmla="*/ 0 h 6858000"/>
              <a:gd name="connsiteX981" fmla="*/ 1321076 w 7467600"/>
              <a:gd name="connsiteY981" fmla="*/ 59722 h 6858000"/>
              <a:gd name="connsiteX982" fmla="*/ 1512579 w 7467600"/>
              <a:gd name="connsiteY982" fmla="*/ 626441 h 6858000"/>
              <a:gd name="connsiteX983" fmla="*/ 1506076 w 7467600"/>
              <a:gd name="connsiteY983" fmla="*/ 1089289 h 6858000"/>
              <a:gd name="connsiteX984" fmla="*/ 1486346 w 7467600"/>
              <a:gd name="connsiteY984" fmla="*/ 1079919 h 6858000"/>
              <a:gd name="connsiteX985" fmla="*/ 1070511 w 7467600"/>
              <a:gd name="connsiteY985" fmla="*/ 48609 h 6858000"/>
              <a:gd name="connsiteX986" fmla="*/ 1057230 w 7467600"/>
              <a:gd name="connsiteY986" fmla="*/ 0 h 6858000"/>
              <a:gd name="connsiteX987" fmla="*/ 43151 w 7467600"/>
              <a:gd name="connsiteY987" fmla="*/ 0 h 6858000"/>
              <a:gd name="connsiteX988" fmla="*/ 95283 w 7467600"/>
              <a:gd name="connsiteY988" fmla="*/ 0 h 6858000"/>
              <a:gd name="connsiteX989" fmla="*/ 300708 w 7467600"/>
              <a:gd name="connsiteY989" fmla="*/ 154571 h 6858000"/>
              <a:gd name="connsiteX990" fmla="*/ 530414 w 7467600"/>
              <a:gd name="connsiteY990" fmla="*/ 354673 h 6858000"/>
              <a:gd name="connsiteX991" fmla="*/ 333785 w 7467600"/>
              <a:gd name="connsiteY991" fmla="*/ 161564 h 6858000"/>
              <a:gd name="connsiteX992" fmla="*/ 147005 w 7467600"/>
              <a:gd name="connsiteY992" fmla="*/ 0 h 6858000"/>
              <a:gd name="connsiteX993" fmla="*/ 272509 w 7467600"/>
              <a:gd name="connsiteY993" fmla="*/ 0 h 6858000"/>
              <a:gd name="connsiteX994" fmla="*/ 326276 w 7467600"/>
              <a:gd name="connsiteY994" fmla="*/ 45847 h 6858000"/>
              <a:gd name="connsiteX995" fmla="*/ 823759 w 7467600"/>
              <a:gd name="connsiteY995" fmla="*/ 574145 h 6858000"/>
              <a:gd name="connsiteX996" fmla="*/ 811254 w 7467600"/>
              <a:gd name="connsiteY996" fmla="*/ 665546 h 6858000"/>
              <a:gd name="connsiteX997" fmla="*/ 154042 w 7467600"/>
              <a:gd name="connsiteY997" fmla="*/ 261522 h 6858000"/>
              <a:gd name="connsiteX998" fmla="*/ 13550 w 7467600"/>
              <a:gd name="connsiteY998" fmla="*/ 158423 h 6858000"/>
              <a:gd name="connsiteX999" fmla="*/ 0 w 7467600"/>
              <a:gd name="connsiteY999" fmla="*/ 146618 h 6858000"/>
              <a:gd name="connsiteX1000" fmla="*/ 0 w 7467600"/>
              <a:gd name="connsiteY1000" fmla="*/ 59161 h 6858000"/>
              <a:gd name="connsiteX1001" fmla="*/ 45427 w 7467600"/>
              <a:gd name="connsiteY1001" fmla="*/ 101078 h 6858000"/>
              <a:gd name="connsiteX1002" fmla="*/ 630103 w 7467600"/>
              <a:gd name="connsiteY1002" fmla="*/ 485885 h 6858000"/>
              <a:gd name="connsiteX1003" fmla="*/ 532040 w 7467600"/>
              <a:gd name="connsiteY1003" fmla="*/ 399359 h 6858000"/>
              <a:gd name="connsiteX1004" fmla="*/ 517618 w 7467600"/>
              <a:gd name="connsiteY1004" fmla="*/ 385726 h 6858000"/>
              <a:gd name="connsiteX1005" fmla="*/ 285074 w 7467600"/>
              <a:gd name="connsiteY1005" fmla="*/ 182755 h 6858000"/>
              <a:gd name="connsiteX1006" fmla="*/ 43151 w 7467600"/>
              <a:gd name="connsiteY100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7451412 w 7467600"/>
              <a:gd name="connsiteY844" fmla="*/ 799572 h 6858000"/>
              <a:gd name="connsiteX845" fmla="*/ 7467600 w 7467600"/>
              <a:gd name="connsiteY845" fmla="*/ 789215 h 6858000"/>
              <a:gd name="connsiteX846" fmla="*/ 7451412 w 7467600"/>
              <a:gd name="connsiteY846" fmla="*/ 799572 h 6858000"/>
              <a:gd name="connsiteX847" fmla="*/ 5905192 w 7467600"/>
              <a:gd name="connsiteY847" fmla="*/ 163079 h 6858000"/>
              <a:gd name="connsiteX848" fmla="*/ 5865655 w 7467600"/>
              <a:gd name="connsiteY848" fmla="*/ 171901 h 6858000"/>
              <a:gd name="connsiteX849" fmla="*/ 5259740 w 7467600"/>
              <a:gd name="connsiteY849" fmla="*/ 257013 h 6858000"/>
              <a:gd name="connsiteX850" fmla="*/ 5208466 w 7467600"/>
              <a:gd name="connsiteY850" fmla="*/ 257550 h 6858000"/>
              <a:gd name="connsiteX851" fmla="*/ 4980204 w 7467600"/>
              <a:gd name="connsiteY851" fmla="*/ 271903 h 6858000"/>
              <a:gd name="connsiteX852" fmla="*/ 5068068 w 7467600"/>
              <a:gd name="connsiteY852" fmla="*/ 282244 h 6858000"/>
              <a:gd name="connsiteX853" fmla="*/ 5153231 w 7467600"/>
              <a:gd name="connsiteY853" fmla="*/ 292240 h 6858000"/>
              <a:gd name="connsiteX854" fmla="*/ 5426491 w 7467600"/>
              <a:gd name="connsiteY854" fmla="*/ 281128 h 6858000"/>
              <a:gd name="connsiteX855" fmla="*/ 5731212 w 7467600"/>
              <a:gd name="connsiteY855" fmla="*/ 231951 h 6858000"/>
              <a:gd name="connsiteX856" fmla="*/ 5905192 w 7467600"/>
              <a:gd name="connsiteY856" fmla="*/ 163079 h 6858000"/>
              <a:gd name="connsiteX857" fmla="*/ 5944437 w 7467600"/>
              <a:gd name="connsiteY857" fmla="*/ 113829 h 6858000"/>
              <a:gd name="connsiteX858" fmla="*/ 5825032 w 7467600"/>
              <a:gd name="connsiteY858" fmla="*/ 146405 h 6858000"/>
              <a:gd name="connsiteX859" fmla="*/ 4955599 w 7467600"/>
              <a:gd name="connsiteY859" fmla="*/ 247008 h 6858000"/>
              <a:gd name="connsiteX860" fmla="*/ 5210104 w 7467600"/>
              <a:gd name="connsiteY860" fmla="*/ 228123 h 6858000"/>
              <a:gd name="connsiteX861" fmla="*/ 5261015 w 7467600"/>
              <a:gd name="connsiteY861" fmla="*/ 227087 h 6858000"/>
              <a:gd name="connsiteX862" fmla="*/ 5861181 w 7467600"/>
              <a:gd name="connsiteY862" fmla="*/ 143093 h 6858000"/>
              <a:gd name="connsiteX863" fmla="*/ 5961252 w 7467600"/>
              <a:gd name="connsiteY863" fmla="*/ 114820 h 6858000"/>
              <a:gd name="connsiteX864" fmla="*/ 5944437 w 7467600"/>
              <a:gd name="connsiteY864" fmla="*/ 113829 h 6858000"/>
              <a:gd name="connsiteX865" fmla="*/ 3882765 w 7467600"/>
              <a:gd name="connsiteY865" fmla="*/ 0 h 6858000"/>
              <a:gd name="connsiteX866" fmla="*/ 3995099 w 7467600"/>
              <a:gd name="connsiteY866" fmla="*/ 0 h 6858000"/>
              <a:gd name="connsiteX867" fmla="*/ 4163818 w 7467600"/>
              <a:gd name="connsiteY867" fmla="*/ 234104 h 6858000"/>
              <a:gd name="connsiteX868" fmla="*/ 4172099 w 7467600"/>
              <a:gd name="connsiteY868" fmla="*/ 234207 h 6858000"/>
              <a:gd name="connsiteX869" fmla="*/ 4784282 w 7467600"/>
              <a:gd name="connsiteY869" fmla="*/ 276561 h 6858000"/>
              <a:gd name="connsiteX870" fmla="*/ 4801687 w 7467600"/>
              <a:gd name="connsiteY870" fmla="*/ 267764 h 6858000"/>
              <a:gd name="connsiteX871" fmla="*/ 6082788 w 7467600"/>
              <a:gd name="connsiteY871" fmla="*/ 64119 h 6858000"/>
              <a:gd name="connsiteX872" fmla="*/ 6099442 w 7467600"/>
              <a:gd name="connsiteY872" fmla="*/ 82568 h 6858000"/>
              <a:gd name="connsiteX873" fmla="*/ 4804137 w 7467600"/>
              <a:gd name="connsiteY873" fmla="*/ 320931 h 6858000"/>
              <a:gd name="connsiteX874" fmla="*/ 4227047 w 7467600"/>
              <a:gd name="connsiteY874" fmla="*/ 313415 h 6858000"/>
              <a:gd name="connsiteX875" fmla="*/ 4346041 w 7467600"/>
              <a:gd name="connsiteY875" fmla="*/ 456086 h 6858000"/>
              <a:gd name="connsiteX876" fmla="*/ 4870967 w 7467600"/>
              <a:gd name="connsiteY876" fmla="*/ 963061 h 6858000"/>
              <a:gd name="connsiteX877" fmla="*/ 4889647 w 7467600"/>
              <a:gd name="connsiteY877" fmla="*/ 957147 h 6858000"/>
              <a:gd name="connsiteX878" fmla="*/ 5422504 w 7467600"/>
              <a:gd name="connsiteY878" fmla="*/ 805191 h 6858000"/>
              <a:gd name="connsiteX879" fmla="*/ 6087656 w 7467600"/>
              <a:gd name="connsiteY879" fmla="*/ 826703 h 6858000"/>
              <a:gd name="connsiteX880" fmla="*/ 6058717 w 7467600"/>
              <a:gd name="connsiteY880" fmla="*/ 865992 h 6858000"/>
              <a:gd name="connsiteX881" fmla="*/ 4974153 w 7467600"/>
              <a:gd name="connsiteY881" fmla="*/ 1045456 h 6858000"/>
              <a:gd name="connsiteX882" fmla="*/ 5627835 w 7467600"/>
              <a:gd name="connsiteY882" fmla="*/ 1472077 h 6858000"/>
              <a:gd name="connsiteX883" fmla="*/ 5629817 w 7467600"/>
              <a:gd name="connsiteY883" fmla="*/ 1471412 h 6858000"/>
              <a:gd name="connsiteX884" fmla="*/ 5634124 w 7467600"/>
              <a:gd name="connsiteY884" fmla="*/ 1470572 h 6858000"/>
              <a:gd name="connsiteX885" fmla="*/ 5755832 w 7467600"/>
              <a:gd name="connsiteY885" fmla="*/ 1383886 h 6858000"/>
              <a:gd name="connsiteX886" fmla="*/ 6014186 w 7467600"/>
              <a:gd name="connsiteY886" fmla="*/ 1279799 h 6858000"/>
              <a:gd name="connsiteX887" fmla="*/ 6901619 w 7467600"/>
              <a:gd name="connsiteY887" fmla="*/ 1047874 h 6858000"/>
              <a:gd name="connsiteX888" fmla="*/ 6931566 w 7467600"/>
              <a:gd name="connsiteY888" fmla="*/ 1062034 h 6858000"/>
              <a:gd name="connsiteX889" fmla="*/ 5790982 w 7467600"/>
              <a:gd name="connsiteY889" fmla="*/ 1561380 h 6858000"/>
              <a:gd name="connsiteX890" fmla="*/ 6188971 w 7467600"/>
              <a:gd name="connsiteY890" fmla="*/ 1755168 h 6858000"/>
              <a:gd name="connsiteX891" fmla="*/ 6202446 w 7467600"/>
              <a:gd name="connsiteY891" fmla="*/ 1752268 h 6858000"/>
              <a:gd name="connsiteX892" fmla="*/ 7179560 w 7467600"/>
              <a:gd name="connsiteY892" fmla="*/ 1467551 h 6858000"/>
              <a:gd name="connsiteX893" fmla="*/ 7158730 w 7467600"/>
              <a:gd name="connsiteY893" fmla="*/ 1507835 h 6858000"/>
              <a:gd name="connsiteX894" fmla="*/ 6326959 w 7467600"/>
              <a:gd name="connsiteY894" fmla="*/ 1817686 h 6858000"/>
              <a:gd name="connsiteX895" fmla="*/ 6537433 w 7467600"/>
              <a:gd name="connsiteY895" fmla="*/ 1907790 h 6858000"/>
              <a:gd name="connsiteX896" fmla="*/ 6550221 w 7467600"/>
              <a:gd name="connsiteY896" fmla="*/ 1910729 h 6858000"/>
              <a:gd name="connsiteX897" fmla="*/ 6964438 w 7467600"/>
              <a:gd name="connsiteY897" fmla="*/ 2209505 h 6858000"/>
              <a:gd name="connsiteX898" fmla="*/ 7367862 w 7467600"/>
              <a:gd name="connsiteY898" fmla="*/ 2806833 h 6858000"/>
              <a:gd name="connsiteX899" fmla="*/ 7364329 w 7467600"/>
              <a:gd name="connsiteY899" fmla="*/ 2826907 h 6858000"/>
              <a:gd name="connsiteX900" fmla="*/ 7290545 w 7467600"/>
              <a:gd name="connsiteY900" fmla="*/ 2850663 h 6858000"/>
              <a:gd name="connsiteX901" fmla="*/ 6472036 w 7467600"/>
              <a:gd name="connsiteY901" fmla="*/ 1959003 h 6858000"/>
              <a:gd name="connsiteX902" fmla="*/ 5792897 w 7467600"/>
              <a:gd name="connsiteY902" fmla="*/ 1647747 h 6858000"/>
              <a:gd name="connsiteX903" fmla="*/ 5842751 w 7467600"/>
              <a:gd name="connsiteY903" fmla="*/ 1816112 h 6858000"/>
              <a:gd name="connsiteX904" fmla="*/ 5847424 w 7467600"/>
              <a:gd name="connsiteY904" fmla="*/ 1815776 h 6858000"/>
              <a:gd name="connsiteX905" fmla="*/ 6399821 w 7467600"/>
              <a:gd name="connsiteY905" fmla="*/ 2344799 h 6858000"/>
              <a:gd name="connsiteX906" fmla="*/ 6323232 w 7467600"/>
              <a:gd name="connsiteY906" fmla="*/ 2389634 h 6858000"/>
              <a:gd name="connsiteX907" fmla="*/ 5942958 w 7467600"/>
              <a:gd name="connsiteY907" fmla="*/ 2077708 h 6858000"/>
              <a:gd name="connsiteX908" fmla="*/ 5921559 w 7467600"/>
              <a:gd name="connsiteY908" fmla="*/ 2378596 h 6858000"/>
              <a:gd name="connsiteX909" fmla="*/ 5817651 w 7467600"/>
              <a:gd name="connsiteY909" fmla="*/ 3023919 h 6858000"/>
              <a:gd name="connsiteX910" fmla="*/ 5729634 w 7467600"/>
              <a:gd name="connsiteY910" fmla="*/ 3051849 h 6858000"/>
              <a:gd name="connsiteX911" fmla="*/ 5611018 w 7467600"/>
              <a:gd name="connsiteY911" fmla="*/ 2316769 h 6858000"/>
              <a:gd name="connsiteX912" fmla="*/ 5687608 w 7467600"/>
              <a:gd name="connsiteY912" fmla="*/ 2039972 h 6858000"/>
              <a:gd name="connsiteX913" fmla="*/ 5657554 w 7467600"/>
              <a:gd name="connsiteY913" fmla="*/ 1576445 h 6858000"/>
              <a:gd name="connsiteX914" fmla="*/ 5150475 w 7467600"/>
              <a:gd name="connsiteY914" fmla="*/ 1274012 h 6858000"/>
              <a:gd name="connsiteX915" fmla="*/ 5349142 w 7467600"/>
              <a:gd name="connsiteY915" fmla="*/ 2204405 h 6858000"/>
              <a:gd name="connsiteX916" fmla="*/ 5262214 w 7467600"/>
              <a:gd name="connsiteY916" fmla="*/ 2233836 h 6858000"/>
              <a:gd name="connsiteX917" fmla="*/ 4981539 w 7467600"/>
              <a:gd name="connsiteY917" fmla="*/ 1542201 h 6858000"/>
              <a:gd name="connsiteX918" fmla="*/ 4958461 w 7467600"/>
              <a:gd name="connsiteY918" fmla="*/ 1136957 h 6858000"/>
              <a:gd name="connsiteX919" fmla="*/ 4655015 w 7467600"/>
              <a:gd name="connsiteY919" fmla="*/ 891426 h 6858000"/>
              <a:gd name="connsiteX920" fmla="*/ 4348002 w 7467600"/>
              <a:gd name="connsiteY920" fmla="*/ 2205895 h 6858000"/>
              <a:gd name="connsiteX921" fmla="*/ 4262250 w 7467600"/>
              <a:gd name="connsiteY921" fmla="*/ 2219972 h 6858000"/>
              <a:gd name="connsiteX922" fmla="*/ 4550611 w 7467600"/>
              <a:gd name="connsiteY922" fmla="*/ 817540 h 6858000"/>
              <a:gd name="connsiteX923" fmla="*/ 4564418 w 7467600"/>
              <a:gd name="connsiteY923" fmla="*/ 808293 h 6858000"/>
              <a:gd name="connsiteX924" fmla="*/ 4266388 w 7467600"/>
              <a:gd name="connsiteY924" fmla="*/ 500083 h 6858000"/>
              <a:gd name="connsiteX925" fmla="*/ 4032842 w 7467600"/>
              <a:gd name="connsiteY925" fmla="*/ 211809 h 6858000"/>
              <a:gd name="connsiteX926" fmla="*/ 3882765 w 7467600"/>
              <a:gd name="connsiteY926" fmla="*/ 0 h 6858000"/>
              <a:gd name="connsiteX927" fmla="*/ 3721337 w 7467600"/>
              <a:gd name="connsiteY927" fmla="*/ 0 h 6858000"/>
              <a:gd name="connsiteX928" fmla="*/ 3797544 w 7467600"/>
              <a:gd name="connsiteY928" fmla="*/ 0 h 6858000"/>
              <a:gd name="connsiteX929" fmla="*/ 3775734 w 7467600"/>
              <a:gd name="connsiteY929" fmla="*/ 95131 h 6858000"/>
              <a:gd name="connsiteX930" fmla="*/ 3724807 w 7467600"/>
              <a:gd name="connsiteY930" fmla="*/ 272257 h 6858000"/>
              <a:gd name="connsiteX931" fmla="*/ 3726844 w 7467600"/>
              <a:gd name="connsiteY931" fmla="*/ 282988 h 6858000"/>
              <a:gd name="connsiteX932" fmla="*/ 3742664 w 7467600"/>
              <a:gd name="connsiteY932" fmla="*/ 279918 h 6858000"/>
              <a:gd name="connsiteX933" fmla="*/ 4103910 w 7467600"/>
              <a:gd name="connsiteY933" fmla="*/ 1161917 h 6858000"/>
              <a:gd name="connsiteX934" fmla="*/ 4020269 w 7467600"/>
              <a:gd name="connsiteY934" fmla="*/ 1200406 h 6858000"/>
              <a:gd name="connsiteX935" fmla="*/ 3674882 w 7467600"/>
              <a:gd name="connsiteY935" fmla="*/ 488524 h 6858000"/>
              <a:gd name="connsiteX936" fmla="*/ 3132682 w 7467600"/>
              <a:gd name="connsiteY936" fmla="*/ 1072284 h 6858000"/>
              <a:gd name="connsiteX937" fmla="*/ 2716346 w 7467600"/>
              <a:gd name="connsiteY937" fmla="*/ 1276376 h 6858000"/>
              <a:gd name="connsiteX938" fmla="*/ 2716772 w 7467600"/>
              <a:gd name="connsiteY938" fmla="*/ 1255462 h 6858000"/>
              <a:gd name="connsiteX939" fmla="*/ 3471096 w 7467600"/>
              <a:gd name="connsiteY939" fmla="*/ 437072 h 6858000"/>
              <a:gd name="connsiteX940" fmla="*/ 3639057 w 7467600"/>
              <a:gd name="connsiteY940" fmla="*/ 286334 h 6858000"/>
              <a:gd name="connsiteX941" fmla="*/ 3640309 w 7467600"/>
              <a:gd name="connsiteY941" fmla="*/ 284664 h 6858000"/>
              <a:gd name="connsiteX942" fmla="*/ 3646022 w 7467600"/>
              <a:gd name="connsiteY942" fmla="*/ 276711 h 6858000"/>
              <a:gd name="connsiteX943" fmla="*/ 3707943 w 7467600"/>
              <a:gd name="connsiteY943" fmla="*/ 65958 h 6858000"/>
              <a:gd name="connsiteX944" fmla="*/ 3721337 w 7467600"/>
              <a:gd name="connsiteY944" fmla="*/ 0 h 6858000"/>
              <a:gd name="connsiteX945" fmla="*/ 2867960 w 7467600"/>
              <a:gd name="connsiteY945" fmla="*/ 0 h 6858000"/>
              <a:gd name="connsiteX946" fmla="*/ 2926351 w 7467600"/>
              <a:gd name="connsiteY946" fmla="*/ 0 h 6858000"/>
              <a:gd name="connsiteX947" fmla="*/ 2902823 w 7467600"/>
              <a:gd name="connsiteY947" fmla="*/ 262929 h 6858000"/>
              <a:gd name="connsiteX948" fmla="*/ 2940663 w 7467600"/>
              <a:gd name="connsiteY948" fmla="*/ 140884 h 6858000"/>
              <a:gd name="connsiteX949" fmla="*/ 2947039 w 7467600"/>
              <a:gd name="connsiteY949" fmla="*/ 122524 h 6858000"/>
              <a:gd name="connsiteX950" fmla="*/ 2984316 w 7467600"/>
              <a:gd name="connsiteY950" fmla="*/ 0 h 6858000"/>
              <a:gd name="connsiteX951" fmla="*/ 3016114 w 7467600"/>
              <a:gd name="connsiteY951" fmla="*/ 0 h 6858000"/>
              <a:gd name="connsiteX952" fmla="*/ 2979949 w 7467600"/>
              <a:gd name="connsiteY952" fmla="*/ 119274 h 6858000"/>
              <a:gd name="connsiteX953" fmla="*/ 3023879 w 7467600"/>
              <a:gd name="connsiteY953" fmla="*/ 0 h 6858000"/>
              <a:gd name="connsiteX954" fmla="*/ 3105400 w 7467600"/>
              <a:gd name="connsiteY954" fmla="*/ 0 h 6858000"/>
              <a:gd name="connsiteX955" fmla="*/ 3094669 w 7467600"/>
              <a:gd name="connsiteY955" fmla="*/ 30308 h 6858000"/>
              <a:gd name="connsiteX956" fmla="*/ 2901945 w 7467600"/>
              <a:gd name="connsiteY956" fmla="*/ 466538 h 6858000"/>
              <a:gd name="connsiteX957" fmla="*/ 2815209 w 7467600"/>
              <a:gd name="connsiteY957" fmla="*/ 497361 h 6858000"/>
              <a:gd name="connsiteX958" fmla="*/ 2844845 w 7467600"/>
              <a:gd name="connsiteY958" fmla="*/ 127638 h 6858000"/>
              <a:gd name="connsiteX959" fmla="*/ 2867960 w 7467600"/>
              <a:gd name="connsiteY959" fmla="*/ 0 h 6858000"/>
              <a:gd name="connsiteX960" fmla="*/ 1057230 w 7467600"/>
              <a:gd name="connsiteY960" fmla="*/ 0 h 6858000"/>
              <a:gd name="connsiteX961" fmla="*/ 1111003 w 7467600"/>
              <a:gd name="connsiteY961" fmla="*/ 0 h 6858000"/>
              <a:gd name="connsiteX962" fmla="*/ 1125553 w 7467600"/>
              <a:gd name="connsiteY962" fmla="*/ 52588 h 6858000"/>
              <a:gd name="connsiteX963" fmla="*/ 1304276 w 7467600"/>
              <a:gd name="connsiteY963" fmla="*/ 476275 h 6858000"/>
              <a:gd name="connsiteX964" fmla="*/ 1492066 w 7467600"/>
              <a:gd name="connsiteY964" fmla="*/ 886333 h 6858000"/>
              <a:gd name="connsiteX965" fmla="*/ 1423698 w 7467600"/>
              <a:gd name="connsiteY965" fmla="*/ 710817 h 6858000"/>
              <a:gd name="connsiteX966" fmla="*/ 1357609 w 7467600"/>
              <a:gd name="connsiteY966" fmla="*/ 532892 h 6858000"/>
              <a:gd name="connsiteX967" fmla="*/ 1309550 w 7467600"/>
              <a:gd name="connsiteY967" fmla="*/ 374031 h 6858000"/>
              <a:gd name="connsiteX968" fmla="*/ 1193673 w 7467600"/>
              <a:gd name="connsiteY968" fmla="*/ 49533 h 6858000"/>
              <a:gd name="connsiteX969" fmla="*/ 1164391 w 7467600"/>
              <a:gd name="connsiteY969" fmla="*/ 0 h 6858000"/>
              <a:gd name="connsiteX970" fmla="*/ 1200666 w 7467600"/>
              <a:gd name="connsiteY970" fmla="*/ 0 h 6858000"/>
              <a:gd name="connsiteX971" fmla="*/ 1223408 w 7467600"/>
              <a:gd name="connsiteY971" fmla="*/ 38996 h 6858000"/>
              <a:gd name="connsiteX972" fmla="*/ 1339635 w 7467600"/>
              <a:gd name="connsiteY972" fmla="*/ 365517 h 6858000"/>
              <a:gd name="connsiteX973" fmla="*/ 1387469 w 7467600"/>
              <a:gd name="connsiteY973" fmla="*/ 523079 h 6858000"/>
              <a:gd name="connsiteX974" fmla="*/ 1452685 w 7467600"/>
              <a:gd name="connsiteY974" fmla="*/ 699806 h 6858000"/>
              <a:gd name="connsiteX975" fmla="*/ 1492092 w 7467600"/>
              <a:gd name="connsiteY975" fmla="*/ 800424 h 6858000"/>
              <a:gd name="connsiteX976" fmla="*/ 1455302 w 7467600"/>
              <a:gd name="connsiteY976" fmla="*/ 632913 h 6858000"/>
              <a:gd name="connsiteX977" fmla="*/ 1222336 w 7467600"/>
              <a:gd name="connsiteY977" fmla="*/ 9480 h 6858000"/>
              <a:gd name="connsiteX978" fmla="*/ 1214634 w 7467600"/>
              <a:gd name="connsiteY978" fmla="*/ 0 h 6858000"/>
              <a:gd name="connsiteX979" fmla="*/ 1289827 w 7467600"/>
              <a:gd name="connsiteY979" fmla="*/ 0 h 6858000"/>
              <a:gd name="connsiteX980" fmla="*/ 1321076 w 7467600"/>
              <a:gd name="connsiteY980" fmla="*/ 59722 h 6858000"/>
              <a:gd name="connsiteX981" fmla="*/ 1512579 w 7467600"/>
              <a:gd name="connsiteY981" fmla="*/ 626441 h 6858000"/>
              <a:gd name="connsiteX982" fmla="*/ 1506076 w 7467600"/>
              <a:gd name="connsiteY982" fmla="*/ 1089289 h 6858000"/>
              <a:gd name="connsiteX983" fmla="*/ 1486346 w 7467600"/>
              <a:gd name="connsiteY983" fmla="*/ 1079919 h 6858000"/>
              <a:gd name="connsiteX984" fmla="*/ 1070511 w 7467600"/>
              <a:gd name="connsiteY984" fmla="*/ 48609 h 6858000"/>
              <a:gd name="connsiteX985" fmla="*/ 1057230 w 7467600"/>
              <a:gd name="connsiteY985" fmla="*/ 0 h 6858000"/>
              <a:gd name="connsiteX986" fmla="*/ 43151 w 7467600"/>
              <a:gd name="connsiteY986" fmla="*/ 0 h 6858000"/>
              <a:gd name="connsiteX987" fmla="*/ 95283 w 7467600"/>
              <a:gd name="connsiteY987" fmla="*/ 0 h 6858000"/>
              <a:gd name="connsiteX988" fmla="*/ 300708 w 7467600"/>
              <a:gd name="connsiteY988" fmla="*/ 154571 h 6858000"/>
              <a:gd name="connsiteX989" fmla="*/ 530414 w 7467600"/>
              <a:gd name="connsiteY989" fmla="*/ 354673 h 6858000"/>
              <a:gd name="connsiteX990" fmla="*/ 333785 w 7467600"/>
              <a:gd name="connsiteY990" fmla="*/ 161564 h 6858000"/>
              <a:gd name="connsiteX991" fmla="*/ 147005 w 7467600"/>
              <a:gd name="connsiteY991" fmla="*/ 0 h 6858000"/>
              <a:gd name="connsiteX992" fmla="*/ 272509 w 7467600"/>
              <a:gd name="connsiteY992" fmla="*/ 0 h 6858000"/>
              <a:gd name="connsiteX993" fmla="*/ 326276 w 7467600"/>
              <a:gd name="connsiteY993" fmla="*/ 45847 h 6858000"/>
              <a:gd name="connsiteX994" fmla="*/ 823759 w 7467600"/>
              <a:gd name="connsiteY994" fmla="*/ 574145 h 6858000"/>
              <a:gd name="connsiteX995" fmla="*/ 811254 w 7467600"/>
              <a:gd name="connsiteY995" fmla="*/ 665546 h 6858000"/>
              <a:gd name="connsiteX996" fmla="*/ 154042 w 7467600"/>
              <a:gd name="connsiteY996" fmla="*/ 261522 h 6858000"/>
              <a:gd name="connsiteX997" fmla="*/ 13550 w 7467600"/>
              <a:gd name="connsiteY997" fmla="*/ 158423 h 6858000"/>
              <a:gd name="connsiteX998" fmla="*/ 0 w 7467600"/>
              <a:gd name="connsiteY998" fmla="*/ 146618 h 6858000"/>
              <a:gd name="connsiteX999" fmla="*/ 0 w 7467600"/>
              <a:gd name="connsiteY999" fmla="*/ 59161 h 6858000"/>
              <a:gd name="connsiteX1000" fmla="*/ 45427 w 7467600"/>
              <a:gd name="connsiteY1000" fmla="*/ 101078 h 6858000"/>
              <a:gd name="connsiteX1001" fmla="*/ 630103 w 7467600"/>
              <a:gd name="connsiteY1001" fmla="*/ 485885 h 6858000"/>
              <a:gd name="connsiteX1002" fmla="*/ 532040 w 7467600"/>
              <a:gd name="connsiteY1002" fmla="*/ 399359 h 6858000"/>
              <a:gd name="connsiteX1003" fmla="*/ 517618 w 7467600"/>
              <a:gd name="connsiteY1003" fmla="*/ 385726 h 6858000"/>
              <a:gd name="connsiteX1004" fmla="*/ 285074 w 7467600"/>
              <a:gd name="connsiteY1004" fmla="*/ 182755 h 6858000"/>
              <a:gd name="connsiteX1005" fmla="*/ 43151 w 7467600"/>
              <a:gd name="connsiteY100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3363 w 7467600"/>
              <a:gd name="connsiteY127" fmla="*/ 50502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7133363 w 7467600"/>
              <a:gd name="connsiteY146" fmla="*/ 5050246 h 6858000"/>
              <a:gd name="connsiteX147" fmla="*/ 1903353 w 7467600"/>
              <a:gd name="connsiteY147" fmla="*/ 5044827 h 6858000"/>
              <a:gd name="connsiteX148" fmla="*/ 1936931 w 7467600"/>
              <a:gd name="connsiteY148" fmla="*/ 5093954 h 6858000"/>
              <a:gd name="connsiteX149" fmla="*/ 2195868 w 7467600"/>
              <a:gd name="connsiteY149" fmla="*/ 5396574 h 6858000"/>
              <a:gd name="connsiteX150" fmla="*/ 2088852 w 7467600"/>
              <a:gd name="connsiteY150" fmla="*/ 5166123 h 6858000"/>
              <a:gd name="connsiteX151" fmla="*/ 1958241 w 7467600"/>
              <a:gd name="connsiteY151" fmla="*/ 5067955 h 6858000"/>
              <a:gd name="connsiteX152" fmla="*/ 1903353 w 7467600"/>
              <a:gd name="connsiteY152" fmla="*/ 5044827 h 6858000"/>
              <a:gd name="connsiteX153" fmla="*/ 1979378 w 7467600"/>
              <a:gd name="connsiteY153" fmla="*/ 4769504 h 6858000"/>
              <a:gd name="connsiteX154" fmla="*/ 2882120 w 7467600"/>
              <a:gd name="connsiteY154" fmla="*/ 5064547 h 6858000"/>
              <a:gd name="connsiteX155" fmla="*/ 2793103 w 7467600"/>
              <a:gd name="connsiteY155" fmla="*/ 5039699 h 6858000"/>
              <a:gd name="connsiteX156" fmla="*/ 2770041 w 7467600"/>
              <a:gd name="connsiteY156" fmla="*/ 5033634 h 6858000"/>
              <a:gd name="connsiteX157" fmla="*/ 1979378 w 7467600"/>
              <a:gd name="connsiteY157" fmla="*/ 4769504 h 6858000"/>
              <a:gd name="connsiteX158" fmla="*/ 1927410 w 7467600"/>
              <a:gd name="connsiteY158" fmla="*/ 4716164 h 6858000"/>
              <a:gd name="connsiteX159" fmla="*/ 1959587 w 7467600"/>
              <a:gd name="connsiteY159" fmla="*/ 4728849 h 6858000"/>
              <a:gd name="connsiteX160" fmla="*/ 2777707 w 7467600"/>
              <a:gd name="connsiteY160" fmla="*/ 5003991 h 6858000"/>
              <a:gd name="connsiteX161" fmla="*/ 2800768 w 7467600"/>
              <a:gd name="connsiteY161" fmla="*/ 5010056 h 6858000"/>
              <a:gd name="connsiteX162" fmla="*/ 2879408 w 7467600"/>
              <a:gd name="connsiteY162" fmla="*/ 5031590 h 6858000"/>
              <a:gd name="connsiteX163" fmla="*/ 2862295 w 7467600"/>
              <a:gd name="connsiteY163" fmla="*/ 5022958 h 6858000"/>
              <a:gd name="connsiteX164" fmla="*/ 2813343 w 7467600"/>
              <a:gd name="connsiteY164" fmla="*/ 4998369 h 6858000"/>
              <a:gd name="connsiteX165" fmla="*/ 2646245 w 7467600"/>
              <a:gd name="connsiteY165" fmla="*/ 4930999 h 6858000"/>
              <a:gd name="connsiteX166" fmla="*/ 1999243 w 7467600"/>
              <a:gd name="connsiteY166" fmla="*/ 4730524 h 6858000"/>
              <a:gd name="connsiteX167" fmla="*/ 1979527 w 7467600"/>
              <a:gd name="connsiteY167" fmla="*/ 4726651 h 6858000"/>
              <a:gd name="connsiteX168" fmla="*/ 1927410 w 7467600"/>
              <a:gd name="connsiteY168" fmla="*/ 4716164 h 6858000"/>
              <a:gd name="connsiteX169" fmla="*/ 1997014 w 7467600"/>
              <a:gd name="connsiteY169" fmla="*/ 4698007 h 6858000"/>
              <a:gd name="connsiteX170" fmla="*/ 2005458 w 7467600"/>
              <a:gd name="connsiteY170" fmla="*/ 4699540 h 6858000"/>
              <a:gd name="connsiteX171" fmla="*/ 2657186 w 7467600"/>
              <a:gd name="connsiteY171" fmla="*/ 4901687 h 6858000"/>
              <a:gd name="connsiteX172" fmla="*/ 2826662 w 7467600"/>
              <a:gd name="connsiteY172" fmla="*/ 4970362 h 6858000"/>
              <a:gd name="connsiteX173" fmla="*/ 2876100 w 7467600"/>
              <a:gd name="connsiteY173" fmla="*/ 4995397 h 6858000"/>
              <a:gd name="connsiteX174" fmla="*/ 3042600 w 7467600"/>
              <a:gd name="connsiteY174" fmla="*/ 5059532 h 6858000"/>
              <a:gd name="connsiteX175" fmla="*/ 1997014 w 7467600"/>
              <a:gd name="connsiteY175" fmla="*/ 4698007 h 6858000"/>
              <a:gd name="connsiteX176" fmla="*/ 2305292 w 7467600"/>
              <a:gd name="connsiteY176" fmla="*/ 4219492 h 6858000"/>
              <a:gd name="connsiteX177" fmla="*/ 3360922 w 7467600"/>
              <a:gd name="connsiteY177" fmla="*/ 4529373 h 6858000"/>
              <a:gd name="connsiteX178" fmla="*/ 3492420 w 7467600"/>
              <a:gd name="connsiteY178" fmla="*/ 4510145 h 6858000"/>
              <a:gd name="connsiteX179" fmla="*/ 3364086 w 7467600"/>
              <a:gd name="connsiteY179" fmla="*/ 4480340 h 6858000"/>
              <a:gd name="connsiteX180" fmla="*/ 3225818 w 7467600"/>
              <a:gd name="connsiteY180" fmla="*/ 4411822 h 6858000"/>
              <a:gd name="connsiteX181" fmla="*/ 3129696 w 7467600"/>
              <a:gd name="connsiteY181" fmla="*/ 4360704 h 6858000"/>
              <a:gd name="connsiteX182" fmla="*/ 2814545 w 7467600"/>
              <a:gd name="connsiteY182" fmla="*/ 4282955 h 6858000"/>
              <a:gd name="connsiteX183" fmla="*/ 2305292 w 7467600"/>
              <a:gd name="connsiteY183" fmla="*/ 4219492 h 6858000"/>
              <a:gd name="connsiteX184" fmla="*/ 2626982 w 7467600"/>
              <a:gd name="connsiteY184" fmla="*/ 4206450 h 6858000"/>
              <a:gd name="connsiteX185" fmla="*/ 2490617 w 7467600"/>
              <a:gd name="connsiteY185" fmla="*/ 4206951 h 6858000"/>
              <a:gd name="connsiteX186" fmla="*/ 2819869 w 7467600"/>
              <a:gd name="connsiteY186" fmla="*/ 4252936 h 6858000"/>
              <a:gd name="connsiteX187" fmla="*/ 3143018 w 7467600"/>
              <a:gd name="connsiteY187" fmla="*/ 4332698 h 6858000"/>
              <a:gd name="connsiteX188" fmla="*/ 3241520 w 7467600"/>
              <a:gd name="connsiteY188" fmla="*/ 4385112 h 6858000"/>
              <a:gd name="connsiteX189" fmla="*/ 3374575 w 7467600"/>
              <a:gd name="connsiteY189" fmla="*/ 4451517 h 6858000"/>
              <a:gd name="connsiteX190" fmla="*/ 3505221 w 7467600"/>
              <a:gd name="connsiteY190" fmla="*/ 4480757 h 6858000"/>
              <a:gd name="connsiteX191" fmla="*/ 2626982 w 7467600"/>
              <a:gd name="connsiteY191" fmla="*/ 4206450 h 6858000"/>
              <a:gd name="connsiteX192" fmla="*/ 1310106 w 7467600"/>
              <a:gd name="connsiteY192" fmla="*/ 3943217 h 6858000"/>
              <a:gd name="connsiteX193" fmla="*/ 854994 w 7467600"/>
              <a:gd name="connsiteY193" fmla="*/ 4399136 h 6858000"/>
              <a:gd name="connsiteX194" fmla="*/ 742462 w 7467600"/>
              <a:gd name="connsiteY194" fmla="*/ 4594648 h 6858000"/>
              <a:gd name="connsiteX195" fmla="*/ 820602 w 7467600"/>
              <a:gd name="connsiteY195" fmla="*/ 4485915 h 6858000"/>
              <a:gd name="connsiteX196" fmla="*/ 878295 w 7467600"/>
              <a:gd name="connsiteY196" fmla="*/ 4403594 h 6858000"/>
              <a:gd name="connsiteX197" fmla="*/ 1240607 w 7467600"/>
              <a:gd name="connsiteY197" fmla="*/ 4010401 h 6858000"/>
              <a:gd name="connsiteX198" fmla="*/ 1310106 w 7467600"/>
              <a:gd name="connsiteY198" fmla="*/ 3943217 h 6858000"/>
              <a:gd name="connsiteX199" fmla="*/ 1423113 w 7467600"/>
              <a:gd name="connsiteY199" fmla="*/ 3874565 h 6858000"/>
              <a:gd name="connsiteX200" fmla="*/ 1260565 w 7467600"/>
              <a:gd name="connsiteY200" fmla="*/ 4031982 h 6858000"/>
              <a:gd name="connsiteX201" fmla="*/ 901900 w 7467600"/>
              <a:gd name="connsiteY201" fmla="*/ 4421236 h 6858000"/>
              <a:gd name="connsiteX202" fmla="*/ 845044 w 7467600"/>
              <a:gd name="connsiteY202" fmla="*/ 4502436 h 6858000"/>
              <a:gd name="connsiteX203" fmla="*/ 685926 w 7467600"/>
              <a:gd name="connsiteY203" fmla="*/ 4703069 h 6858000"/>
              <a:gd name="connsiteX204" fmla="*/ 684248 w 7467600"/>
              <a:gd name="connsiteY204" fmla="*/ 4706721 h 6858000"/>
              <a:gd name="connsiteX205" fmla="*/ 1423113 w 7467600"/>
              <a:gd name="connsiteY205" fmla="*/ 3874565 h 6858000"/>
              <a:gd name="connsiteX206" fmla="*/ 3316479 w 7467600"/>
              <a:gd name="connsiteY206" fmla="*/ 3872136 h 6858000"/>
              <a:gd name="connsiteX207" fmla="*/ 3546806 w 7467600"/>
              <a:gd name="connsiteY207" fmla="*/ 4356139 h 6858000"/>
              <a:gd name="connsiteX208" fmla="*/ 3364433 w 7467600"/>
              <a:gd name="connsiteY208" fmla="*/ 3953121 h 6858000"/>
              <a:gd name="connsiteX209" fmla="*/ 3316479 w 7467600"/>
              <a:gd name="connsiteY209" fmla="*/ 3872136 h 6858000"/>
              <a:gd name="connsiteX210" fmla="*/ 3291335 w 7467600"/>
              <a:gd name="connsiteY210" fmla="*/ 3767420 h 6858000"/>
              <a:gd name="connsiteX211" fmla="*/ 3390805 w 7467600"/>
              <a:gd name="connsiteY211" fmla="*/ 3937163 h 6858000"/>
              <a:gd name="connsiteX212" fmla="*/ 3579062 w 7467600"/>
              <a:gd name="connsiteY212" fmla="*/ 4359040 h 6858000"/>
              <a:gd name="connsiteX213" fmla="*/ 3467355 w 7467600"/>
              <a:gd name="connsiteY213" fmla="*/ 3988130 h 6858000"/>
              <a:gd name="connsiteX214" fmla="*/ 3310753 w 7467600"/>
              <a:gd name="connsiteY214" fmla="*/ 3787140 h 6858000"/>
              <a:gd name="connsiteX215" fmla="*/ 3291335 w 7467600"/>
              <a:gd name="connsiteY215" fmla="*/ 3767420 h 6858000"/>
              <a:gd name="connsiteX216" fmla="*/ 1635889 w 7467600"/>
              <a:gd name="connsiteY216" fmla="*/ 3709494 h 6858000"/>
              <a:gd name="connsiteX217" fmla="*/ 1634800 w 7467600"/>
              <a:gd name="connsiteY217" fmla="*/ 3731111 h 6858000"/>
              <a:gd name="connsiteX218" fmla="*/ 1635889 w 7467600"/>
              <a:gd name="connsiteY218" fmla="*/ 3709494 h 6858000"/>
              <a:gd name="connsiteX219" fmla="*/ 1510397 w 7467600"/>
              <a:gd name="connsiteY219" fmla="*/ 3684705 h 6858000"/>
              <a:gd name="connsiteX220" fmla="*/ 1146550 w 7467600"/>
              <a:gd name="connsiteY220" fmla="*/ 3802012 h 6858000"/>
              <a:gd name="connsiteX221" fmla="*/ 698834 w 7467600"/>
              <a:gd name="connsiteY221" fmla="*/ 3952272 h 6858000"/>
              <a:gd name="connsiteX222" fmla="*/ 34256 w 7467600"/>
              <a:gd name="connsiteY222" fmla="*/ 4347603 h 6858000"/>
              <a:gd name="connsiteX223" fmla="*/ 527241 w 7467600"/>
              <a:gd name="connsiteY223" fmla="*/ 4065078 h 6858000"/>
              <a:gd name="connsiteX224" fmla="*/ 1510397 w 7467600"/>
              <a:gd name="connsiteY224" fmla="*/ 3684705 h 6858000"/>
              <a:gd name="connsiteX225" fmla="*/ 1313114 w 7467600"/>
              <a:gd name="connsiteY225" fmla="*/ 3655216 h 6858000"/>
              <a:gd name="connsiteX226" fmla="*/ 1109304 w 7467600"/>
              <a:gd name="connsiteY226" fmla="*/ 3669030 h 6858000"/>
              <a:gd name="connsiteX227" fmla="*/ 8129 w 7467600"/>
              <a:gd name="connsiteY227" fmla="*/ 4330519 h 6858000"/>
              <a:gd name="connsiteX228" fmla="*/ 687572 w 7467600"/>
              <a:gd name="connsiteY228" fmla="*/ 3925629 h 6858000"/>
              <a:gd name="connsiteX229" fmla="*/ 1138365 w 7467600"/>
              <a:gd name="connsiteY229" fmla="*/ 3774515 h 6858000"/>
              <a:gd name="connsiteX230" fmla="*/ 1505579 w 7467600"/>
              <a:gd name="connsiteY230" fmla="*/ 3655526 h 6858000"/>
              <a:gd name="connsiteX231" fmla="*/ 1313114 w 7467600"/>
              <a:gd name="connsiteY231" fmla="*/ 3655216 h 6858000"/>
              <a:gd name="connsiteX232" fmla="*/ 3655073 w 7467600"/>
              <a:gd name="connsiteY232" fmla="*/ 3650884 h 6858000"/>
              <a:gd name="connsiteX233" fmla="*/ 3989938 w 7467600"/>
              <a:gd name="connsiteY233" fmla="*/ 3991685 h 6858000"/>
              <a:gd name="connsiteX234" fmla="*/ 4393907 w 7467600"/>
              <a:gd name="connsiteY234" fmla="*/ 4261258 h 6858000"/>
              <a:gd name="connsiteX235" fmla="*/ 4648051 w 7467600"/>
              <a:gd name="connsiteY235" fmla="*/ 4374051 h 6858000"/>
              <a:gd name="connsiteX236" fmla="*/ 4383389 w 7467600"/>
              <a:gd name="connsiteY236" fmla="*/ 4184369 h 6858000"/>
              <a:gd name="connsiteX237" fmla="*/ 4165508 w 7467600"/>
              <a:gd name="connsiteY237" fmla="*/ 4035196 h 6858000"/>
              <a:gd name="connsiteX238" fmla="*/ 4068162 w 7467600"/>
              <a:gd name="connsiteY238" fmla="*/ 3953394 h 6858000"/>
              <a:gd name="connsiteX239" fmla="*/ 3981416 w 7467600"/>
              <a:gd name="connsiteY239" fmla="*/ 3880482 h 6858000"/>
              <a:gd name="connsiteX240" fmla="*/ 3800147 w 7467600"/>
              <a:gd name="connsiteY240" fmla="*/ 3749872 h 6858000"/>
              <a:gd name="connsiteX241" fmla="*/ 3655073 w 7467600"/>
              <a:gd name="connsiteY241" fmla="*/ 3650884 h 6858000"/>
              <a:gd name="connsiteX242" fmla="*/ 3670252 w 7467600"/>
              <a:gd name="connsiteY242" fmla="*/ 3622798 h 6858000"/>
              <a:gd name="connsiteX243" fmla="*/ 3817258 w 7467600"/>
              <a:gd name="connsiteY243" fmla="*/ 3723577 h 6858000"/>
              <a:gd name="connsiteX244" fmla="*/ 4000461 w 7467600"/>
              <a:gd name="connsiteY244" fmla="*/ 3855966 h 6858000"/>
              <a:gd name="connsiteX245" fmla="*/ 4088180 w 7467600"/>
              <a:gd name="connsiteY245" fmla="*/ 3929774 h 6858000"/>
              <a:gd name="connsiteX246" fmla="*/ 4184555 w 7467600"/>
              <a:gd name="connsiteY246" fmla="*/ 4010683 h 6858000"/>
              <a:gd name="connsiteX247" fmla="*/ 4399563 w 7467600"/>
              <a:gd name="connsiteY247" fmla="*/ 4158106 h 6858000"/>
              <a:gd name="connsiteX248" fmla="*/ 4684469 w 7467600"/>
              <a:gd name="connsiteY248" fmla="*/ 4364680 h 6858000"/>
              <a:gd name="connsiteX249" fmla="*/ 4690271 w 7467600"/>
              <a:gd name="connsiteY249" fmla="*/ 4370034 h 6858000"/>
              <a:gd name="connsiteX250" fmla="*/ 4136093 w 7467600"/>
              <a:gd name="connsiteY250" fmla="*/ 3858466 h 6858000"/>
              <a:gd name="connsiteX251" fmla="*/ 3670252 w 7467600"/>
              <a:gd name="connsiteY251" fmla="*/ 3622798 h 6858000"/>
              <a:gd name="connsiteX252" fmla="*/ 4440129 w 7467600"/>
              <a:gd name="connsiteY252" fmla="*/ 3448571 h 6858000"/>
              <a:gd name="connsiteX253" fmla="*/ 4856525 w 7467600"/>
              <a:gd name="connsiteY253" fmla="*/ 3915351 h 6858000"/>
              <a:gd name="connsiteX254" fmla="*/ 5059055 w 7467600"/>
              <a:gd name="connsiteY254" fmla="*/ 4108918 h 6858000"/>
              <a:gd name="connsiteX255" fmla="*/ 5290070 w 7467600"/>
              <a:gd name="connsiteY255" fmla="*/ 4263619 h 6858000"/>
              <a:gd name="connsiteX256" fmla="*/ 4834991 w 7467600"/>
              <a:gd name="connsiteY256" fmla="*/ 3830985 h 6858000"/>
              <a:gd name="connsiteX257" fmla="*/ 4440129 w 7467600"/>
              <a:gd name="connsiteY257" fmla="*/ 3448571 h 6858000"/>
              <a:gd name="connsiteX258" fmla="*/ 4441737 w 7467600"/>
              <a:gd name="connsiteY258" fmla="*/ 3399734 h 6858000"/>
              <a:gd name="connsiteX259" fmla="*/ 4431236 w 7467600"/>
              <a:gd name="connsiteY259" fmla="*/ 3400954 h 6858000"/>
              <a:gd name="connsiteX260" fmla="*/ 4557150 w 7467600"/>
              <a:gd name="connsiteY260" fmla="*/ 3510023 h 6858000"/>
              <a:gd name="connsiteX261" fmla="*/ 4856936 w 7467600"/>
              <a:gd name="connsiteY261" fmla="*/ 3809146 h 6858000"/>
              <a:gd name="connsiteX262" fmla="*/ 5111996 w 7467600"/>
              <a:gd name="connsiteY262" fmla="*/ 4065759 h 6858000"/>
              <a:gd name="connsiteX263" fmla="*/ 5388878 w 7467600"/>
              <a:gd name="connsiteY263" fmla="*/ 4300185 h 6858000"/>
              <a:gd name="connsiteX264" fmla="*/ 5425556 w 7467600"/>
              <a:gd name="connsiteY264" fmla="*/ 4308967 h 6858000"/>
              <a:gd name="connsiteX265" fmla="*/ 4943646 w 7467600"/>
              <a:gd name="connsiteY265" fmla="*/ 3822916 h 6858000"/>
              <a:gd name="connsiteX266" fmla="*/ 4594837 w 7467600"/>
              <a:gd name="connsiteY266" fmla="*/ 3532274 h 6858000"/>
              <a:gd name="connsiteX267" fmla="*/ 4441737 w 7467600"/>
              <a:gd name="connsiteY267" fmla="*/ 3399734 h 6858000"/>
              <a:gd name="connsiteX268" fmla="*/ 5425834 w 7467600"/>
              <a:gd name="connsiteY268" fmla="*/ 3162785 h 6858000"/>
              <a:gd name="connsiteX269" fmla="*/ 5401644 w 7467600"/>
              <a:gd name="connsiteY269" fmla="*/ 3617847 h 6858000"/>
              <a:gd name="connsiteX270" fmla="*/ 5467256 w 7467600"/>
              <a:gd name="connsiteY270" fmla="*/ 4175494 h 6858000"/>
              <a:gd name="connsiteX271" fmla="*/ 5448069 w 7467600"/>
              <a:gd name="connsiteY271" fmla="*/ 3567554 h 6858000"/>
              <a:gd name="connsiteX272" fmla="*/ 5425834 w 7467600"/>
              <a:gd name="connsiteY272" fmla="*/ 3162785 h 6858000"/>
              <a:gd name="connsiteX273" fmla="*/ 1318687 w 7467600"/>
              <a:gd name="connsiteY273" fmla="*/ 3113840 h 6858000"/>
              <a:gd name="connsiteX274" fmla="*/ 1066793 w 7467600"/>
              <a:gd name="connsiteY274" fmla="*/ 3212171 h 6858000"/>
              <a:gd name="connsiteX275" fmla="*/ 993319 w 7467600"/>
              <a:gd name="connsiteY275" fmla="*/ 3247648 h 6858000"/>
              <a:gd name="connsiteX276" fmla="*/ 853081 w 7467600"/>
              <a:gd name="connsiteY276" fmla="*/ 3312410 h 6858000"/>
              <a:gd name="connsiteX277" fmla="*/ 805957 w 7467600"/>
              <a:gd name="connsiteY277" fmla="*/ 3330443 h 6858000"/>
              <a:gd name="connsiteX278" fmla="*/ 1318687 w 7467600"/>
              <a:gd name="connsiteY278" fmla="*/ 3113840 h 6858000"/>
              <a:gd name="connsiteX279" fmla="*/ 5453702 w 7467600"/>
              <a:gd name="connsiteY279" fmla="*/ 3090882 h 6858000"/>
              <a:gd name="connsiteX280" fmla="*/ 5480135 w 7467600"/>
              <a:gd name="connsiteY280" fmla="*/ 3565802 h 6858000"/>
              <a:gd name="connsiteX281" fmla="*/ 5499023 w 7467600"/>
              <a:gd name="connsiteY281" fmla="*/ 4166310 h 6858000"/>
              <a:gd name="connsiteX282" fmla="*/ 5547022 w 7467600"/>
              <a:gd name="connsiteY282" fmla="*/ 3607838 h 6858000"/>
              <a:gd name="connsiteX283" fmla="*/ 5515964 w 7467600"/>
              <a:gd name="connsiteY283" fmla="*/ 3378541 h 6858000"/>
              <a:gd name="connsiteX284" fmla="*/ 5453702 w 7467600"/>
              <a:gd name="connsiteY284" fmla="*/ 3090882 h 6858000"/>
              <a:gd name="connsiteX285" fmla="*/ 1238695 w 7467600"/>
              <a:gd name="connsiteY285" fmla="*/ 3076820 h 6858000"/>
              <a:gd name="connsiteX286" fmla="*/ 716371 w 7467600"/>
              <a:gd name="connsiteY286" fmla="*/ 3293249 h 6858000"/>
              <a:gd name="connsiteX287" fmla="*/ 579522 w 7467600"/>
              <a:gd name="connsiteY287" fmla="*/ 3371759 h 6858000"/>
              <a:gd name="connsiteX288" fmla="*/ 600288 w 7467600"/>
              <a:gd name="connsiteY288" fmla="*/ 3365555 h 6858000"/>
              <a:gd name="connsiteX289" fmla="*/ 840692 w 7467600"/>
              <a:gd name="connsiteY289" fmla="*/ 3284921 h 6858000"/>
              <a:gd name="connsiteX290" fmla="*/ 979248 w 7467600"/>
              <a:gd name="connsiteY290" fmla="*/ 3221003 h 6858000"/>
              <a:gd name="connsiteX291" fmla="*/ 1053282 w 7467600"/>
              <a:gd name="connsiteY291" fmla="*/ 3185247 h 6858000"/>
              <a:gd name="connsiteX292" fmla="*/ 1320603 w 7467600"/>
              <a:gd name="connsiteY292" fmla="*/ 3081281 h 6858000"/>
              <a:gd name="connsiteX293" fmla="*/ 1238695 w 7467600"/>
              <a:gd name="connsiteY293" fmla="*/ 3076820 h 6858000"/>
              <a:gd name="connsiteX294" fmla="*/ 5425627 w 7467600"/>
              <a:gd name="connsiteY294" fmla="*/ 2954192 h 6858000"/>
              <a:gd name="connsiteX295" fmla="*/ 5470770 w 7467600"/>
              <a:gd name="connsiteY295" fmla="*/ 3005435 h 6858000"/>
              <a:gd name="connsiteX296" fmla="*/ 5519779 w 7467600"/>
              <a:gd name="connsiteY296" fmla="*/ 4359223 h 6858000"/>
              <a:gd name="connsiteX297" fmla="*/ 5520293 w 7467600"/>
              <a:gd name="connsiteY297" fmla="*/ 4360602 h 6858000"/>
              <a:gd name="connsiteX298" fmla="*/ 5767221 w 7467600"/>
              <a:gd name="connsiteY298" fmla="*/ 4665564 h 6858000"/>
              <a:gd name="connsiteX299" fmla="*/ 6937169 w 7467600"/>
              <a:gd name="connsiteY299" fmla="*/ 4815941 h 6858000"/>
              <a:gd name="connsiteX300" fmla="*/ 6953922 w 7467600"/>
              <a:gd name="connsiteY300" fmla="*/ 4890068 h 6858000"/>
              <a:gd name="connsiteX301" fmla="*/ 6071359 w 7467600"/>
              <a:gd name="connsiteY301" fmla="*/ 4770770 h 6858000"/>
              <a:gd name="connsiteX302" fmla="*/ 6038839 w 7467600"/>
              <a:gd name="connsiteY302" fmla="*/ 4764474 h 6858000"/>
              <a:gd name="connsiteX303" fmla="*/ 6038706 w 7467600"/>
              <a:gd name="connsiteY303" fmla="*/ 4763847 h 6858000"/>
              <a:gd name="connsiteX304" fmla="*/ 6037784 w 7467600"/>
              <a:gd name="connsiteY304" fmla="*/ 4764270 h 6858000"/>
              <a:gd name="connsiteX305" fmla="*/ 6038839 w 7467600"/>
              <a:gd name="connsiteY305" fmla="*/ 4764474 h 6858000"/>
              <a:gd name="connsiteX306" fmla="*/ 6040338 w 7467600"/>
              <a:gd name="connsiteY306" fmla="*/ 4771418 h 6858000"/>
              <a:gd name="connsiteX307" fmla="*/ 6024488 w 7467600"/>
              <a:gd name="connsiteY307" fmla="*/ 4809903 h 6858000"/>
              <a:gd name="connsiteX308" fmla="*/ 5599771 w 7467600"/>
              <a:gd name="connsiteY308" fmla="*/ 5509652 h 6858000"/>
              <a:gd name="connsiteX309" fmla="*/ 5548843 w 7467600"/>
              <a:gd name="connsiteY309" fmla="*/ 5563845 h 6858000"/>
              <a:gd name="connsiteX310" fmla="*/ 5940952 w 7467600"/>
              <a:gd name="connsiteY310" fmla="*/ 6250028 h 6858000"/>
              <a:gd name="connsiteX311" fmla="*/ 6043441 w 7467600"/>
              <a:gd name="connsiteY311" fmla="*/ 6665847 h 6858000"/>
              <a:gd name="connsiteX312" fmla="*/ 6093432 w 7467600"/>
              <a:gd name="connsiteY312" fmla="*/ 6858000 h 6858000"/>
              <a:gd name="connsiteX313" fmla="*/ 6034344 w 7467600"/>
              <a:gd name="connsiteY313" fmla="*/ 6858000 h 6858000"/>
              <a:gd name="connsiteX314" fmla="*/ 6026679 w 7467600"/>
              <a:gd name="connsiteY314" fmla="*/ 6836959 h 6858000"/>
              <a:gd name="connsiteX315" fmla="*/ 5800441 w 7467600"/>
              <a:gd name="connsiteY315" fmla="*/ 6335286 h 6858000"/>
              <a:gd name="connsiteX316" fmla="*/ 5526562 w 7467600"/>
              <a:gd name="connsiteY316" fmla="*/ 5705388 h 6858000"/>
              <a:gd name="connsiteX317" fmla="*/ 5519640 w 7467600"/>
              <a:gd name="connsiteY317" fmla="*/ 5683774 h 6858000"/>
              <a:gd name="connsiteX318" fmla="*/ 5844559 w 7467600"/>
              <a:gd name="connsiteY318" fmla="*/ 6553349 h 6858000"/>
              <a:gd name="connsiteX319" fmla="*/ 5975994 w 7467600"/>
              <a:gd name="connsiteY319" fmla="*/ 6858000 h 6858000"/>
              <a:gd name="connsiteX320" fmla="*/ 5898547 w 7467600"/>
              <a:gd name="connsiteY320" fmla="*/ 6858000 h 6858000"/>
              <a:gd name="connsiteX321" fmla="*/ 5682041 w 7467600"/>
              <a:gd name="connsiteY321" fmla="*/ 6355860 h 6858000"/>
              <a:gd name="connsiteX322" fmla="*/ 5461758 w 7467600"/>
              <a:gd name="connsiteY322" fmla="*/ 5820220 h 6858000"/>
              <a:gd name="connsiteX323" fmla="*/ 5237282 w 7467600"/>
              <a:gd name="connsiteY323" fmla="*/ 6579086 h 6858000"/>
              <a:gd name="connsiteX324" fmla="*/ 5115009 w 7467600"/>
              <a:gd name="connsiteY324" fmla="*/ 6858000 h 6858000"/>
              <a:gd name="connsiteX325" fmla="*/ 5028074 w 7467600"/>
              <a:gd name="connsiteY325" fmla="*/ 6858000 h 6858000"/>
              <a:gd name="connsiteX326" fmla="*/ 5079508 w 7467600"/>
              <a:gd name="connsiteY326" fmla="*/ 6749074 h 6858000"/>
              <a:gd name="connsiteX327" fmla="*/ 5371846 w 7467600"/>
              <a:gd name="connsiteY327" fmla="*/ 5924413 h 6858000"/>
              <a:gd name="connsiteX328" fmla="*/ 5270512 w 7467600"/>
              <a:gd name="connsiteY328" fmla="*/ 6138975 h 6858000"/>
              <a:gd name="connsiteX329" fmla="*/ 5062409 w 7467600"/>
              <a:gd name="connsiteY329" fmla="*/ 6653544 h 6858000"/>
              <a:gd name="connsiteX330" fmla="*/ 5036628 w 7467600"/>
              <a:gd name="connsiteY330" fmla="*/ 6754247 h 6858000"/>
              <a:gd name="connsiteX331" fmla="*/ 5009112 w 7467600"/>
              <a:gd name="connsiteY331" fmla="*/ 6858000 h 6858000"/>
              <a:gd name="connsiteX332" fmla="*/ 4976679 w 7467600"/>
              <a:gd name="connsiteY332" fmla="*/ 6858000 h 6858000"/>
              <a:gd name="connsiteX333" fmla="*/ 5006537 w 7467600"/>
              <a:gd name="connsiteY333" fmla="*/ 6747068 h 6858000"/>
              <a:gd name="connsiteX334" fmla="*/ 5032723 w 7467600"/>
              <a:gd name="connsiteY334" fmla="*/ 6644957 h 6858000"/>
              <a:gd name="connsiteX335" fmla="*/ 5242949 w 7467600"/>
              <a:gd name="connsiteY335" fmla="*/ 6125175 h 6858000"/>
              <a:gd name="connsiteX336" fmla="*/ 5286321 w 7467600"/>
              <a:gd name="connsiteY336" fmla="*/ 6033555 h 6858000"/>
              <a:gd name="connsiteX337" fmla="*/ 5008210 w 7467600"/>
              <a:gd name="connsiteY337" fmla="*/ 6649194 h 6858000"/>
              <a:gd name="connsiteX338" fmla="*/ 4986321 w 7467600"/>
              <a:gd name="connsiteY338" fmla="*/ 6765687 h 6858000"/>
              <a:gd name="connsiteX339" fmla="*/ 4973474 w 7467600"/>
              <a:gd name="connsiteY339" fmla="*/ 6858000 h 6858000"/>
              <a:gd name="connsiteX340" fmla="*/ 4907178 w 7467600"/>
              <a:gd name="connsiteY340" fmla="*/ 6858000 h 6858000"/>
              <a:gd name="connsiteX341" fmla="*/ 4910810 w 7467600"/>
              <a:gd name="connsiteY341" fmla="*/ 6829660 h 6858000"/>
              <a:gd name="connsiteX342" fmla="*/ 4987461 w 7467600"/>
              <a:gd name="connsiteY342" fmla="*/ 6432994 h 6858000"/>
              <a:gd name="connsiteX343" fmla="*/ 5179262 w 7467600"/>
              <a:gd name="connsiteY343" fmla="*/ 6035044 h 6858000"/>
              <a:gd name="connsiteX344" fmla="*/ 4689678 w 7467600"/>
              <a:gd name="connsiteY344" fmla="*/ 6440241 h 6858000"/>
              <a:gd name="connsiteX345" fmla="*/ 4477543 w 7467600"/>
              <a:gd name="connsiteY345" fmla="*/ 6674836 h 6858000"/>
              <a:gd name="connsiteX346" fmla="*/ 4329957 w 7467600"/>
              <a:gd name="connsiteY346" fmla="*/ 6858000 h 6858000"/>
              <a:gd name="connsiteX347" fmla="*/ 4218595 w 7467600"/>
              <a:gd name="connsiteY347" fmla="*/ 6858000 h 6858000"/>
              <a:gd name="connsiteX348" fmla="*/ 4368888 w 7467600"/>
              <a:gd name="connsiteY348" fmla="*/ 6668412 h 6858000"/>
              <a:gd name="connsiteX349" fmla="*/ 4563091 w 7467600"/>
              <a:gd name="connsiteY349" fmla="*/ 6442508 h 6858000"/>
              <a:gd name="connsiteX350" fmla="*/ 5387324 w 7467600"/>
              <a:gd name="connsiteY350" fmla="*/ 5705830 h 6858000"/>
              <a:gd name="connsiteX351" fmla="*/ 5073620 w 7467600"/>
              <a:gd name="connsiteY351" fmla="*/ 5955437 h 6858000"/>
              <a:gd name="connsiteX352" fmla="*/ 4689789 w 7467600"/>
              <a:gd name="connsiteY352" fmla="*/ 6268382 h 6858000"/>
              <a:gd name="connsiteX353" fmla="*/ 4418722 w 7467600"/>
              <a:gd name="connsiteY353" fmla="*/ 6570886 h 6858000"/>
              <a:gd name="connsiteX354" fmla="*/ 4214944 w 7467600"/>
              <a:gd name="connsiteY354" fmla="*/ 6858000 h 6858000"/>
              <a:gd name="connsiteX355" fmla="*/ 4177898 w 7467600"/>
              <a:gd name="connsiteY355" fmla="*/ 6858000 h 6858000"/>
              <a:gd name="connsiteX356" fmla="*/ 4391597 w 7467600"/>
              <a:gd name="connsiteY356" fmla="*/ 6556370 h 6858000"/>
              <a:gd name="connsiteX357" fmla="*/ 4668889 w 7467600"/>
              <a:gd name="connsiteY357" fmla="*/ 6246399 h 6858000"/>
              <a:gd name="connsiteX358" fmla="*/ 5055427 w 7467600"/>
              <a:gd name="connsiteY358" fmla="*/ 5931476 h 6858000"/>
              <a:gd name="connsiteX359" fmla="*/ 5371814 w 7467600"/>
              <a:gd name="connsiteY359" fmla="*/ 5678975 h 6858000"/>
              <a:gd name="connsiteX360" fmla="*/ 4987918 w 7467600"/>
              <a:gd name="connsiteY360" fmla="*/ 5838701 h 6858000"/>
              <a:gd name="connsiteX361" fmla="*/ 4317146 w 7467600"/>
              <a:gd name="connsiteY361" fmla="*/ 6587716 h 6858000"/>
              <a:gd name="connsiteX362" fmla="*/ 4171627 w 7467600"/>
              <a:gd name="connsiteY362" fmla="*/ 6858000 h 6858000"/>
              <a:gd name="connsiteX363" fmla="*/ 4081585 w 7467600"/>
              <a:gd name="connsiteY363" fmla="*/ 6858000 h 6858000"/>
              <a:gd name="connsiteX364" fmla="*/ 4238603 w 7467600"/>
              <a:gd name="connsiteY364" fmla="*/ 6559341 h 6858000"/>
              <a:gd name="connsiteX365" fmla="*/ 4778333 w 7467600"/>
              <a:gd name="connsiteY365" fmla="*/ 5873626 h 6858000"/>
              <a:gd name="connsiteX366" fmla="*/ 5414185 w 7467600"/>
              <a:gd name="connsiteY366" fmla="*/ 5573882 h 6858000"/>
              <a:gd name="connsiteX367" fmla="*/ 5959648 w 7467600"/>
              <a:gd name="connsiteY367" fmla="*/ 4760797 h 6858000"/>
              <a:gd name="connsiteX368" fmla="*/ 5355019 w 7467600"/>
              <a:gd name="connsiteY368" fmla="*/ 4734672 h 6858000"/>
              <a:gd name="connsiteX369" fmla="*/ 5083565 w 7467600"/>
              <a:gd name="connsiteY369" fmla="*/ 5179121 h 6858000"/>
              <a:gd name="connsiteX370" fmla="*/ 4713577 w 7467600"/>
              <a:gd name="connsiteY370" fmla="*/ 5616803 h 6858000"/>
              <a:gd name="connsiteX371" fmla="*/ 3989559 w 7467600"/>
              <a:gd name="connsiteY371" fmla="*/ 6145945 h 6858000"/>
              <a:gd name="connsiteX372" fmla="*/ 3939824 w 7467600"/>
              <a:gd name="connsiteY372" fmla="*/ 6066900 h 6858000"/>
              <a:gd name="connsiteX373" fmla="*/ 4584537 w 7467600"/>
              <a:gd name="connsiteY373" fmla="*/ 5324826 h 6858000"/>
              <a:gd name="connsiteX374" fmla="*/ 5037105 w 7467600"/>
              <a:gd name="connsiteY374" fmla="*/ 5088765 h 6858000"/>
              <a:gd name="connsiteX375" fmla="*/ 5039930 w 7467600"/>
              <a:gd name="connsiteY375" fmla="*/ 5089585 h 6858000"/>
              <a:gd name="connsiteX376" fmla="*/ 5263764 w 7467600"/>
              <a:gd name="connsiteY376" fmla="*/ 4735525 h 6858000"/>
              <a:gd name="connsiteX377" fmla="*/ 4086300 w 7467600"/>
              <a:gd name="connsiteY377" fmla="*/ 4884599 h 6858000"/>
              <a:gd name="connsiteX378" fmla="*/ 4085485 w 7467600"/>
              <a:gd name="connsiteY378" fmla="*/ 4899070 h 6858000"/>
              <a:gd name="connsiteX379" fmla="*/ 3871915 w 7467600"/>
              <a:gd name="connsiteY379" fmla="*/ 5253645 h 6858000"/>
              <a:gd name="connsiteX380" fmla="*/ 3799374 w 7467600"/>
              <a:gd name="connsiteY380" fmla="*/ 5466127 h 6858000"/>
              <a:gd name="connsiteX381" fmla="*/ 3498850 w 7467600"/>
              <a:gd name="connsiteY381" fmla="*/ 6661888 h 6858000"/>
              <a:gd name="connsiteX382" fmla="*/ 3399216 w 7467600"/>
              <a:gd name="connsiteY382" fmla="*/ 6858000 h 6858000"/>
              <a:gd name="connsiteX383" fmla="*/ 3303688 w 7467600"/>
              <a:gd name="connsiteY383" fmla="*/ 6858000 h 6858000"/>
              <a:gd name="connsiteX384" fmla="*/ 3391774 w 7467600"/>
              <a:gd name="connsiteY384" fmla="*/ 6697181 h 6858000"/>
              <a:gd name="connsiteX385" fmla="*/ 3735540 w 7467600"/>
              <a:gd name="connsiteY385" fmla="*/ 5546923 h 6858000"/>
              <a:gd name="connsiteX386" fmla="*/ 3729438 w 7467600"/>
              <a:gd name="connsiteY386" fmla="*/ 5569058 h 6858000"/>
              <a:gd name="connsiteX387" fmla="*/ 3707782 w 7467600"/>
              <a:gd name="connsiteY387" fmla="*/ 5644908 h 6858000"/>
              <a:gd name="connsiteX388" fmla="*/ 3583827 w 7467600"/>
              <a:gd name="connsiteY388" fmla="*/ 6039215 h 6858000"/>
              <a:gd name="connsiteX389" fmla="*/ 3547861 w 7467600"/>
              <a:gd name="connsiteY389" fmla="*/ 6129609 h 6858000"/>
              <a:gd name="connsiteX390" fmla="*/ 3490905 w 7467600"/>
              <a:gd name="connsiteY390" fmla="*/ 6277660 h 6858000"/>
              <a:gd name="connsiteX391" fmla="*/ 3455859 w 7467600"/>
              <a:gd name="connsiteY391" fmla="*/ 6391301 h 6858000"/>
              <a:gd name="connsiteX392" fmla="*/ 3429112 w 7467600"/>
              <a:gd name="connsiteY392" fmla="*/ 6479469 h 6858000"/>
              <a:gd name="connsiteX393" fmla="*/ 3304862 w 7467600"/>
              <a:gd name="connsiteY393" fmla="*/ 6796476 h 6858000"/>
              <a:gd name="connsiteX394" fmla="*/ 3276071 w 7467600"/>
              <a:gd name="connsiteY394" fmla="*/ 6858000 h 6858000"/>
              <a:gd name="connsiteX395" fmla="*/ 3240805 w 7467600"/>
              <a:gd name="connsiteY395" fmla="*/ 6858000 h 6858000"/>
              <a:gd name="connsiteX396" fmla="*/ 3275917 w 7467600"/>
              <a:gd name="connsiteY396" fmla="*/ 6783192 h 6858000"/>
              <a:gd name="connsiteX397" fmla="*/ 3399358 w 7467600"/>
              <a:gd name="connsiteY397" fmla="*/ 6469011 h 6858000"/>
              <a:gd name="connsiteX398" fmla="*/ 3425650 w 7467600"/>
              <a:gd name="connsiteY398" fmla="*/ 6381333 h 6858000"/>
              <a:gd name="connsiteX399" fmla="*/ 3460661 w 7467600"/>
              <a:gd name="connsiteY399" fmla="*/ 6266763 h 6858000"/>
              <a:gd name="connsiteX400" fmla="*/ 3518021 w 7467600"/>
              <a:gd name="connsiteY400" fmla="*/ 6117298 h 6858000"/>
              <a:gd name="connsiteX401" fmla="*/ 3554035 w 7467600"/>
              <a:gd name="connsiteY401" fmla="*/ 6027832 h 6858000"/>
              <a:gd name="connsiteX402" fmla="*/ 3677174 w 7467600"/>
              <a:gd name="connsiteY402" fmla="*/ 5636351 h 6858000"/>
              <a:gd name="connsiteX403" fmla="*/ 3698819 w 7467600"/>
              <a:gd name="connsiteY403" fmla="*/ 5560503 h 6858000"/>
              <a:gd name="connsiteX404" fmla="*/ 3702094 w 7467600"/>
              <a:gd name="connsiteY404" fmla="*/ 5549194 h 6858000"/>
              <a:gd name="connsiteX405" fmla="*/ 3398355 w 7467600"/>
              <a:gd name="connsiteY405" fmla="*/ 6094603 h 6858000"/>
              <a:gd name="connsiteX406" fmla="*/ 3193941 w 7467600"/>
              <a:gd name="connsiteY406" fmla="*/ 6798775 h 6858000"/>
              <a:gd name="connsiteX407" fmla="*/ 3184140 w 7467600"/>
              <a:gd name="connsiteY407" fmla="*/ 6858000 h 6858000"/>
              <a:gd name="connsiteX408" fmla="*/ 3099978 w 7467600"/>
              <a:gd name="connsiteY408" fmla="*/ 6858000 h 6858000"/>
              <a:gd name="connsiteX409" fmla="*/ 3101556 w 7467600"/>
              <a:gd name="connsiteY409" fmla="*/ 6843337 h 6858000"/>
              <a:gd name="connsiteX410" fmla="*/ 3370162 w 7467600"/>
              <a:gd name="connsiteY410" fmla="*/ 5785550 h 6858000"/>
              <a:gd name="connsiteX411" fmla="*/ 3746477 w 7467600"/>
              <a:gd name="connsiteY411" fmla="*/ 5377889 h 6858000"/>
              <a:gd name="connsiteX412" fmla="*/ 3863399 w 7467600"/>
              <a:gd name="connsiteY412" fmla="*/ 5087257 h 6858000"/>
              <a:gd name="connsiteX413" fmla="*/ 3968712 w 7467600"/>
              <a:gd name="connsiteY413" fmla="*/ 4913989 h 6858000"/>
              <a:gd name="connsiteX414" fmla="*/ 2792390 w 7467600"/>
              <a:gd name="connsiteY414" fmla="*/ 5382974 h 6858000"/>
              <a:gd name="connsiteX415" fmla="*/ 2714982 w 7467600"/>
              <a:gd name="connsiteY415" fmla="*/ 5427051 h 6858000"/>
              <a:gd name="connsiteX416" fmla="*/ 2813361 w 7467600"/>
              <a:gd name="connsiteY416" fmla="*/ 6023912 h 6858000"/>
              <a:gd name="connsiteX417" fmla="*/ 2688430 w 7467600"/>
              <a:gd name="connsiteY417" fmla="*/ 6801564 h 6858000"/>
              <a:gd name="connsiteX418" fmla="*/ 2629626 w 7467600"/>
              <a:gd name="connsiteY418" fmla="*/ 6763394 h 6858000"/>
              <a:gd name="connsiteX419" fmla="*/ 2565328 w 7467600"/>
              <a:gd name="connsiteY419" fmla="*/ 5516399 h 6858000"/>
              <a:gd name="connsiteX420" fmla="*/ 1922999 w 7467600"/>
              <a:gd name="connsiteY420" fmla="*/ 5980343 h 6858000"/>
              <a:gd name="connsiteX421" fmla="*/ 1950261 w 7467600"/>
              <a:gd name="connsiteY421" fmla="*/ 6405858 h 6858000"/>
              <a:gd name="connsiteX422" fmla="*/ 2365554 w 7467600"/>
              <a:gd name="connsiteY422" fmla="*/ 6759107 h 6858000"/>
              <a:gd name="connsiteX423" fmla="*/ 2424142 w 7467600"/>
              <a:gd name="connsiteY423" fmla="*/ 6858000 h 6858000"/>
              <a:gd name="connsiteX424" fmla="*/ 2395994 w 7467600"/>
              <a:gd name="connsiteY424" fmla="*/ 6858000 h 6858000"/>
              <a:gd name="connsiteX425" fmla="*/ 2392863 w 7467600"/>
              <a:gd name="connsiteY425" fmla="*/ 6852964 h 6858000"/>
              <a:gd name="connsiteX426" fmla="*/ 2017589 w 7467600"/>
              <a:gd name="connsiteY426" fmla="*/ 6493982 h 6858000"/>
              <a:gd name="connsiteX427" fmla="*/ 2147336 w 7467600"/>
              <a:gd name="connsiteY427" fmla="*/ 6594052 h 6858000"/>
              <a:gd name="connsiteX428" fmla="*/ 2207047 w 7467600"/>
              <a:gd name="connsiteY428" fmla="*/ 6654540 h 6858000"/>
              <a:gd name="connsiteX429" fmla="*/ 2299106 w 7467600"/>
              <a:gd name="connsiteY429" fmla="*/ 6778931 h 6858000"/>
              <a:gd name="connsiteX430" fmla="*/ 2314430 w 7467600"/>
              <a:gd name="connsiteY430" fmla="*/ 6801144 h 6858000"/>
              <a:gd name="connsiteX431" fmla="*/ 2352406 w 7467600"/>
              <a:gd name="connsiteY431" fmla="*/ 6858000 h 6858000"/>
              <a:gd name="connsiteX432" fmla="*/ 2314492 w 7467600"/>
              <a:gd name="connsiteY432" fmla="*/ 6858000 h 6858000"/>
              <a:gd name="connsiteX433" fmla="*/ 2288095 w 7467600"/>
              <a:gd name="connsiteY433" fmla="*/ 6818030 h 6858000"/>
              <a:gd name="connsiteX434" fmla="*/ 2272768 w 7467600"/>
              <a:gd name="connsiteY434" fmla="*/ 6795822 h 6858000"/>
              <a:gd name="connsiteX435" fmla="*/ 2182715 w 7467600"/>
              <a:gd name="connsiteY435" fmla="*/ 6675071 h 6858000"/>
              <a:gd name="connsiteX436" fmla="*/ 2032061 w 7467600"/>
              <a:gd name="connsiteY436" fmla="*/ 6541380 h 6858000"/>
              <a:gd name="connsiteX437" fmla="*/ 2257220 w 7467600"/>
              <a:gd name="connsiteY437" fmla="*/ 6826257 h 6858000"/>
              <a:gd name="connsiteX438" fmla="*/ 2281324 w 7467600"/>
              <a:gd name="connsiteY438" fmla="*/ 6858000 h 6858000"/>
              <a:gd name="connsiteX439" fmla="*/ 2242860 w 7467600"/>
              <a:gd name="connsiteY439" fmla="*/ 6858000 h 6858000"/>
              <a:gd name="connsiteX440" fmla="*/ 2232818 w 7467600"/>
              <a:gd name="connsiteY440" fmla="*/ 6844926 h 6858000"/>
              <a:gd name="connsiteX441" fmla="*/ 1990172 w 7467600"/>
              <a:gd name="connsiteY441" fmla="*/ 6542121 h 6858000"/>
              <a:gd name="connsiteX442" fmla="*/ 2124090 w 7467600"/>
              <a:gd name="connsiteY442" fmla="*/ 6761017 h 6858000"/>
              <a:gd name="connsiteX443" fmla="*/ 2200380 w 7467600"/>
              <a:gd name="connsiteY443" fmla="*/ 6858000 h 6858000"/>
              <a:gd name="connsiteX444" fmla="*/ 2147507 w 7467600"/>
              <a:gd name="connsiteY444" fmla="*/ 6858000 h 6858000"/>
              <a:gd name="connsiteX445" fmla="*/ 2070668 w 7467600"/>
              <a:gd name="connsiteY445" fmla="*/ 6761520 h 6858000"/>
              <a:gd name="connsiteX446" fmla="*/ 1975142 w 7467600"/>
              <a:gd name="connsiteY446" fmla="*/ 6585570 h 6858000"/>
              <a:gd name="connsiteX447" fmla="*/ 2050035 w 7467600"/>
              <a:gd name="connsiteY447" fmla="*/ 6813345 h 6858000"/>
              <a:gd name="connsiteX448" fmla="*/ 2063025 w 7467600"/>
              <a:gd name="connsiteY448" fmla="*/ 6858000 h 6858000"/>
              <a:gd name="connsiteX449" fmla="*/ 2021675 w 7467600"/>
              <a:gd name="connsiteY449" fmla="*/ 6858000 h 6858000"/>
              <a:gd name="connsiteX450" fmla="*/ 2019308 w 7467600"/>
              <a:gd name="connsiteY450" fmla="*/ 6847118 h 6858000"/>
              <a:gd name="connsiteX451" fmla="*/ 1938835 w 7467600"/>
              <a:gd name="connsiteY451" fmla="*/ 6551160 h 6858000"/>
              <a:gd name="connsiteX452" fmla="*/ 1953230 w 7467600"/>
              <a:gd name="connsiteY452" fmla="*/ 6759699 h 6858000"/>
              <a:gd name="connsiteX453" fmla="*/ 1956763 w 7467600"/>
              <a:gd name="connsiteY453" fmla="*/ 6778191 h 6858000"/>
              <a:gd name="connsiteX454" fmla="*/ 1967925 w 7467600"/>
              <a:gd name="connsiteY454" fmla="*/ 6858000 h 6858000"/>
              <a:gd name="connsiteX455" fmla="*/ 1936622 w 7467600"/>
              <a:gd name="connsiteY455" fmla="*/ 6858000 h 6858000"/>
              <a:gd name="connsiteX456" fmla="*/ 1926261 w 7467600"/>
              <a:gd name="connsiteY456" fmla="*/ 6784064 h 6858000"/>
              <a:gd name="connsiteX457" fmla="*/ 1922724 w 7467600"/>
              <a:gd name="connsiteY457" fmla="*/ 6765577 h 6858000"/>
              <a:gd name="connsiteX458" fmla="*/ 1904650 w 7467600"/>
              <a:gd name="connsiteY458" fmla="*/ 6639616 h 6858000"/>
              <a:gd name="connsiteX459" fmla="*/ 1885273 w 7467600"/>
              <a:gd name="connsiteY459" fmla="*/ 6858000 h 6858000"/>
              <a:gd name="connsiteX460" fmla="*/ 1854363 w 7467600"/>
              <a:gd name="connsiteY460" fmla="*/ 6858000 h 6858000"/>
              <a:gd name="connsiteX461" fmla="*/ 1880391 w 7467600"/>
              <a:gd name="connsiteY461" fmla="*/ 6603796 h 6858000"/>
              <a:gd name="connsiteX462" fmla="*/ 1818273 w 7467600"/>
              <a:gd name="connsiteY462" fmla="*/ 6715729 h 6858000"/>
              <a:gd name="connsiteX463" fmla="*/ 1794691 w 7467600"/>
              <a:gd name="connsiteY463" fmla="*/ 6843239 h 6858000"/>
              <a:gd name="connsiteX464" fmla="*/ 1794914 w 7467600"/>
              <a:gd name="connsiteY464" fmla="*/ 6858000 h 6858000"/>
              <a:gd name="connsiteX465" fmla="*/ 1746128 w 7467600"/>
              <a:gd name="connsiteY465" fmla="*/ 6858000 h 6858000"/>
              <a:gd name="connsiteX466" fmla="*/ 1753934 w 7467600"/>
              <a:gd name="connsiteY466" fmla="*/ 6724796 h 6858000"/>
              <a:gd name="connsiteX467" fmla="*/ 1792053 w 7467600"/>
              <a:gd name="connsiteY467" fmla="*/ 6572396 h 6858000"/>
              <a:gd name="connsiteX468" fmla="*/ 1862248 w 7467600"/>
              <a:gd name="connsiteY468" fmla="*/ 6266397 h 6858000"/>
              <a:gd name="connsiteX469" fmla="*/ 1862250 w 7467600"/>
              <a:gd name="connsiteY469" fmla="*/ 6033531 h 6858000"/>
              <a:gd name="connsiteX470" fmla="*/ 1211999 w 7467600"/>
              <a:gd name="connsiteY470" fmla="*/ 6683610 h 6858000"/>
              <a:gd name="connsiteX471" fmla="*/ 1213266 w 7467600"/>
              <a:gd name="connsiteY471" fmla="*/ 6691947 h 6858000"/>
              <a:gd name="connsiteX472" fmla="*/ 1203370 w 7467600"/>
              <a:gd name="connsiteY472" fmla="*/ 6850676 h 6858000"/>
              <a:gd name="connsiteX473" fmla="*/ 1203671 w 7467600"/>
              <a:gd name="connsiteY473" fmla="*/ 6858000 h 6858000"/>
              <a:gd name="connsiteX474" fmla="*/ 1143180 w 7467600"/>
              <a:gd name="connsiteY474" fmla="*/ 6858000 h 6858000"/>
              <a:gd name="connsiteX475" fmla="*/ 1142176 w 7467600"/>
              <a:gd name="connsiteY475" fmla="*/ 6766045 h 6858000"/>
              <a:gd name="connsiteX476" fmla="*/ 1067484 w 7467600"/>
              <a:gd name="connsiteY476" fmla="*/ 6858000 h 6858000"/>
              <a:gd name="connsiteX477" fmla="*/ 953928 w 7467600"/>
              <a:gd name="connsiteY477" fmla="*/ 6858000 h 6858000"/>
              <a:gd name="connsiteX478" fmla="*/ 959715 w 7467600"/>
              <a:gd name="connsiteY478" fmla="*/ 6850185 h 6858000"/>
              <a:gd name="connsiteX479" fmla="*/ 1483788 w 7467600"/>
              <a:gd name="connsiteY479" fmla="*/ 6259174 h 6858000"/>
              <a:gd name="connsiteX480" fmla="*/ 1100671 w 7467600"/>
              <a:gd name="connsiteY480" fmla="*/ 6252137 h 6858000"/>
              <a:gd name="connsiteX481" fmla="*/ 1090144 w 7467600"/>
              <a:gd name="connsiteY481" fmla="*/ 6256748 h 6858000"/>
              <a:gd name="connsiteX482" fmla="*/ 1095872 w 7467600"/>
              <a:gd name="connsiteY482" fmla="*/ 6271892 h 6858000"/>
              <a:gd name="connsiteX483" fmla="*/ 262785 w 7467600"/>
              <a:gd name="connsiteY483" fmla="*/ 6845450 h 6858000"/>
              <a:gd name="connsiteX484" fmla="*/ 209968 w 7467600"/>
              <a:gd name="connsiteY484" fmla="*/ 6770713 h 6858000"/>
              <a:gd name="connsiteX485" fmla="*/ 873460 w 7467600"/>
              <a:gd name="connsiteY485" fmla="*/ 6253768 h 6858000"/>
              <a:gd name="connsiteX486" fmla="*/ 192686 w 7467600"/>
              <a:gd name="connsiteY486" fmla="*/ 5849257 h 6858000"/>
              <a:gd name="connsiteX487" fmla="*/ 4696 w 7467600"/>
              <a:gd name="connsiteY487" fmla="*/ 5697668 h 6858000"/>
              <a:gd name="connsiteX488" fmla="*/ 0 w 7467600"/>
              <a:gd name="connsiteY488" fmla="*/ 5689984 h 6858000"/>
              <a:gd name="connsiteX489" fmla="*/ 0 w 7467600"/>
              <a:gd name="connsiteY489" fmla="*/ 5513472 h 6858000"/>
              <a:gd name="connsiteX490" fmla="*/ 174101 w 7467600"/>
              <a:gd name="connsiteY490" fmla="*/ 5620277 h 6858000"/>
              <a:gd name="connsiteX491" fmla="*/ 891800 w 7467600"/>
              <a:gd name="connsiteY491" fmla="*/ 6036935 h 6858000"/>
              <a:gd name="connsiteX492" fmla="*/ 1072219 w 7467600"/>
              <a:gd name="connsiteY492" fmla="*/ 6169443 h 6858000"/>
              <a:gd name="connsiteX493" fmla="*/ 1074117 w 7467600"/>
              <a:gd name="connsiteY493" fmla="*/ 6170301 h 6858000"/>
              <a:gd name="connsiteX494" fmla="*/ 1083114 w 7467600"/>
              <a:gd name="connsiteY494" fmla="*/ 6174131 h 6858000"/>
              <a:gd name="connsiteX495" fmla="*/ 1543010 w 7467600"/>
              <a:gd name="connsiteY495" fmla="*/ 6191140 h 6858000"/>
              <a:gd name="connsiteX496" fmla="*/ 1551080 w 7467600"/>
              <a:gd name="connsiteY496" fmla="*/ 6195006 h 6858000"/>
              <a:gd name="connsiteX497" fmla="*/ 2345443 w 7467600"/>
              <a:gd name="connsiteY497" fmla="*/ 5549882 h 6858000"/>
              <a:gd name="connsiteX498" fmla="*/ 1721499 w 7467600"/>
              <a:gd name="connsiteY498" fmla="*/ 5599969 h 6858000"/>
              <a:gd name="connsiteX499" fmla="*/ 767716 w 7467600"/>
              <a:gd name="connsiteY499" fmla="*/ 5472768 h 6858000"/>
              <a:gd name="connsiteX500" fmla="*/ 722147 w 7467600"/>
              <a:gd name="connsiteY500" fmla="*/ 5393091 h 6858000"/>
              <a:gd name="connsiteX501" fmla="*/ 1485552 w 7467600"/>
              <a:gd name="connsiteY501" fmla="*/ 5313202 h 6858000"/>
              <a:gd name="connsiteX502" fmla="*/ 2143004 w 7467600"/>
              <a:gd name="connsiteY502" fmla="*/ 5402420 h 6858000"/>
              <a:gd name="connsiteX503" fmla="*/ 1933391 w 7467600"/>
              <a:gd name="connsiteY503" fmla="*/ 5156971 h 6858000"/>
              <a:gd name="connsiteX504" fmla="*/ 1827118 w 7467600"/>
              <a:gd name="connsiteY504" fmla="*/ 4968410 h 6858000"/>
              <a:gd name="connsiteX505" fmla="*/ 1837349 w 7467600"/>
              <a:gd name="connsiteY505" fmla="*/ 4956357 h 6858000"/>
              <a:gd name="connsiteX506" fmla="*/ 2162835 w 7467600"/>
              <a:gd name="connsiteY506" fmla="*/ 5187853 h 6858000"/>
              <a:gd name="connsiteX507" fmla="*/ 2257167 w 7467600"/>
              <a:gd name="connsiteY507" fmla="*/ 5462123 h 6858000"/>
              <a:gd name="connsiteX508" fmla="*/ 2261598 w 7467600"/>
              <a:gd name="connsiteY508" fmla="*/ 5467998 h 6858000"/>
              <a:gd name="connsiteX509" fmla="*/ 2437177 w 7467600"/>
              <a:gd name="connsiteY509" fmla="*/ 5479608 h 6858000"/>
              <a:gd name="connsiteX510" fmla="*/ 2445247 w 7467600"/>
              <a:gd name="connsiteY510" fmla="*/ 5483476 h 6858000"/>
              <a:gd name="connsiteX511" fmla="*/ 2743626 w 7467600"/>
              <a:gd name="connsiteY511" fmla="*/ 5304819 h 6858000"/>
              <a:gd name="connsiteX512" fmla="*/ 3048102 w 7467600"/>
              <a:gd name="connsiteY512" fmla="*/ 5150595 h 6858000"/>
              <a:gd name="connsiteX513" fmla="*/ 1799414 w 7467600"/>
              <a:gd name="connsiteY513" fmla="*/ 4694732 h 6858000"/>
              <a:gd name="connsiteX514" fmla="*/ 1771735 w 7467600"/>
              <a:gd name="connsiteY514" fmla="*/ 4619929 h 6858000"/>
              <a:gd name="connsiteX515" fmla="*/ 3104273 w 7467600"/>
              <a:gd name="connsiteY515" fmla="*/ 5076159 h 6858000"/>
              <a:gd name="connsiteX516" fmla="*/ 3113245 w 7467600"/>
              <a:gd name="connsiteY516" fmla="*/ 5090705 h 6858000"/>
              <a:gd name="connsiteX517" fmla="*/ 3126294 w 7467600"/>
              <a:gd name="connsiteY517" fmla="*/ 5114400 h 6858000"/>
              <a:gd name="connsiteX518" fmla="*/ 3937433 w 7467600"/>
              <a:gd name="connsiteY518" fmla="*/ 4830473 h 6858000"/>
              <a:gd name="connsiteX519" fmla="*/ 3590475 w 7467600"/>
              <a:gd name="connsiteY519" fmla="*/ 4597974 h 6858000"/>
              <a:gd name="connsiteX520" fmla="*/ 3100264 w 7467600"/>
              <a:gd name="connsiteY520" fmla="*/ 4579845 h 6858000"/>
              <a:gd name="connsiteX521" fmla="*/ 2183576 w 7467600"/>
              <a:gd name="connsiteY521" fmla="*/ 4227150 h 6858000"/>
              <a:gd name="connsiteX522" fmla="*/ 2151029 w 7467600"/>
              <a:gd name="connsiteY522" fmla="*/ 4146947 h 6858000"/>
              <a:gd name="connsiteX523" fmla="*/ 3563434 w 7467600"/>
              <a:gd name="connsiteY523" fmla="*/ 4469115 h 6858000"/>
              <a:gd name="connsiteX524" fmla="*/ 3177952 w 7467600"/>
              <a:gd name="connsiteY524" fmla="*/ 3657386 h 6858000"/>
              <a:gd name="connsiteX525" fmla="*/ 3189263 w 7467600"/>
              <a:gd name="connsiteY525" fmla="*/ 3625726 h 6858000"/>
              <a:gd name="connsiteX526" fmla="*/ 3560912 w 7467600"/>
              <a:gd name="connsiteY526" fmla="*/ 4079863 h 6858000"/>
              <a:gd name="connsiteX527" fmla="*/ 3626636 w 7467600"/>
              <a:gd name="connsiteY527" fmla="*/ 4512230 h 6858000"/>
              <a:gd name="connsiteX528" fmla="*/ 3653088 w 7467600"/>
              <a:gd name="connsiteY528" fmla="*/ 4521417 h 6858000"/>
              <a:gd name="connsiteX529" fmla="*/ 3988128 w 7467600"/>
              <a:gd name="connsiteY529" fmla="*/ 4817267 h 6858000"/>
              <a:gd name="connsiteX530" fmla="*/ 4830582 w 7467600"/>
              <a:gd name="connsiteY530" fmla="*/ 4676000 h 6858000"/>
              <a:gd name="connsiteX531" fmla="*/ 4830100 w 7467600"/>
              <a:gd name="connsiteY531" fmla="*/ 4675554 h 6858000"/>
              <a:gd name="connsiteX532" fmla="*/ 4036318 w 7467600"/>
              <a:gd name="connsiteY532" fmla="*/ 4147013 h 6858000"/>
              <a:gd name="connsiteX533" fmla="*/ 3432098 w 7467600"/>
              <a:gd name="connsiteY533" fmla="*/ 3537312 h 6858000"/>
              <a:gd name="connsiteX534" fmla="*/ 3446761 w 7467600"/>
              <a:gd name="connsiteY534" fmla="*/ 3461278 h 6858000"/>
              <a:gd name="connsiteX535" fmla="*/ 4419733 w 7467600"/>
              <a:gd name="connsiteY535" fmla="*/ 3963555 h 6858000"/>
              <a:gd name="connsiteX536" fmla="*/ 4781371 w 7467600"/>
              <a:gd name="connsiteY536" fmla="*/ 4458604 h 6858000"/>
              <a:gd name="connsiteX537" fmla="*/ 4780440 w 7467600"/>
              <a:gd name="connsiteY537" fmla="*/ 4470290 h 6858000"/>
              <a:gd name="connsiteX538" fmla="*/ 4898954 w 7467600"/>
              <a:gd name="connsiteY538" fmla="*/ 4662092 h 6858000"/>
              <a:gd name="connsiteX539" fmla="*/ 4900699 w 7467600"/>
              <a:gd name="connsiteY539" fmla="*/ 4670867 h 6858000"/>
              <a:gd name="connsiteX540" fmla="*/ 5714511 w 7467600"/>
              <a:gd name="connsiteY540" fmla="*/ 4663483 h 6858000"/>
              <a:gd name="connsiteX541" fmla="*/ 5464793 w 7467600"/>
              <a:gd name="connsiteY541" fmla="*/ 4393556 h 6858000"/>
              <a:gd name="connsiteX542" fmla="*/ 5461897 w 7467600"/>
              <a:gd name="connsiteY542" fmla="*/ 4390879 h 6858000"/>
              <a:gd name="connsiteX543" fmla="*/ 4294126 w 7467600"/>
              <a:gd name="connsiteY543" fmla="*/ 3303048 h 6858000"/>
              <a:gd name="connsiteX544" fmla="*/ 4305321 w 7467600"/>
              <a:gd name="connsiteY544" fmla="*/ 3256953 h 6858000"/>
              <a:gd name="connsiteX545" fmla="*/ 4949299 w 7467600"/>
              <a:gd name="connsiteY545" fmla="*/ 3766336 h 6858000"/>
              <a:gd name="connsiteX546" fmla="*/ 5291452 w 7467600"/>
              <a:gd name="connsiteY546" fmla="*/ 4076801 h 6858000"/>
              <a:gd name="connsiteX547" fmla="*/ 5434998 w 7467600"/>
              <a:gd name="connsiteY547" fmla="*/ 4254100 h 6858000"/>
              <a:gd name="connsiteX548" fmla="*/ 5351015 w 7467600"/>
              <a:gd name="connsiteY548" fmla="*/ 3760989 h 6858000"/>
              <a:gd name="connsiteX549" fmla="*/ 5413780 w 7467600"/>
              <a:gd name="connsiteY549" fmla="*/ 2966265 h 6858000"/>
              <a:gd name="connsiteX550" fmla="*/ 5425627 w 7467600"/>
              <a:gd name="connsiteY550" fmla="*/ 2954192 h 6858000"/>
              <a:gd name="connsiteX551" fmla="*/ 6604735 w 7467600"/>
              <a:gd name="connsiteY551" fmla="*/ 2041381 h 6858000"/>
              <a:gd name="connsiteX552" fmla="*/ 7204487 w 7467600"/>
              <a:gd name="connsiteY552" fmla="*/ 2742112 h 6858000"/>
              <a:gd name="connsiteX553" fmla="*/ 7131592 w 7467600"/>
              <a:gd name="connsiteY553" fmla="*/ 2672096 h 6858000"/>
              <a:gd name="connsiteX554" fmla="*/ 6996344 w 7467600"/>
              <a:gd name="connsiteY554" fmla="*/ 2518310 h 6858000"/>
              <a:gd name="connsiteX555" fmla="*/ 6735495 w 7467600"/>
              <a:gd name="connsiteY555" fmla="*/ 2196890 h 6858000"/>
              <a:gd name="connsiteX556" fmla="*/ 6721901 w 7467600"/>
              <a:gd name="connsiteY556" fmla="*/ 2179274 h 6858000"/>
              <a:gd name="connsiteX557" fmla="*/ 6604735 w 7467600"/>
              <a:gd name="connsiteY557" fmla="*/ 2041381 h 6858000"/>
              <a:gd name="connsiteX558" fmla="*/ 6591670 w 7467600"/>
              <a:gd name="connsiteY558" fmla="*/ 1988277 h 6858000"/>
              <a:gd name="connsiteX559" fmla="*/ 6747349 w 7467600"/>
              <a:gd name="connsiteY559" fmla="*/ 2160069 h 6858000"/>
              <a:gd name="connsiteX560" fmla="*/ 6760943 w 7467600"/>
              <a:gd name="connsiteY560" fmla="*/ 2177686 h 6858000"/>
              <a:gd name="connsiteX561" fmla="*/ 7021065 w 7467600"/>
              <a:gd name="connsiteY561" fmla="*/ 2498102 h 6858000"/>
              <a:gd name="connsiteX562" fmla="*/ 7155223 w 7467600"/>
              <a:gd name="connsiteY562" fmla="*/ 2650386 h 6858000"/>
              <a:gd name="connsiteX563" fmla="*/ 7203167 w 7467600"/>
              <a:gd name="connsiteY563" fmla="*/ 2697288 h 6858000"/>
              <a:gd name="connsiteX564" fmla="*/ 6937703 w 7467600"/>
              <a:gd name="connsiteY564" fmla="*/ 2321981 h 6858000"/>
              <a:gd name="connsiteX565" fmla="*/ 6591670 w 7467600"/>
              <a:gd name="connsiteY565" fmla="*/ 1988277 h 6858000"/>
              <a:gd name="connsiteX566" fmla="*/ 5798671 w 7467600"/>
              <a:gd name="connsiteY566" fmla="*/ 1981601 h 6858000"/>
              <a:gd name="connsiteX567" fmla="*/ 5754709 w 7467600"/>
              <a:gd name="connsiteY567" fmla="*/ 2071454 h 6858000"/>
              <a:gd name="connsiteX568" fmla="*/ 5763044 w 7467600"/>
              <a:gd name="connsiteY568" fmla="*/ 2842206 h 6858000"/>
              <a:gd name="connsiteX569" fmla="*/ 5764974 w 7467600"/>
              <a:gd name="connsiteY569" fmla="*/ 2799609 h 6858000"/>
              <a:gd name="connsiteX570" fmla="*/ 5767665 w 7467600"/>
              <a:gd name="connsiteY570" fmla="*/ 2666409 h 6858000"/>
              <a:gd name="connsiteX571" fmla="*/ 5763055 w 7467600"/>
              <a:gd name="connsiteY571" fmla="*/ 2579705 h 6858000"/>
              <a:gd name="connsiteX572" fmla="*/ 5758079 w 7467600"/>
              <a:gd name="connsiteY572" fmla="*/ 2492508 h 6858000"/>
              <a:gd name="connsiteX573" fmla="*/ 5779325 w 7467600"/>
              <a:gd name="connsiteY573" fmla="*/ 2197069 h 6858000"/>
              <a:gd name="connsiteX574" fmla="*/ 5798671 w 7467600"/>
              <a:gd name="connsiteY574" fmla="*/ 1981601 h 6858000"/>
              <a:gd name="connsiteX575" fmla="*/ 5829202 w 7467600"/>
              <a:gd name="connsiteY575" fmla="*/ 1971679 h 6858000"/>
              <a:gd name="connsiteX576" fmla="*/ 5809558 w 7467600"/>
              <a:gd name="connsiteY576" fmla="*/ 2198043 h 6858000"/>
              <a:gd name="connsiteX577" fmla="*/ 5788653 w 7467600"/>
              <a:gd name="connsiteY577" fmla="*/ 2489430 h 6858000"/>
              <a:gd name="connsiteX578" fmla="*/ 5793439 w 7467600"/>
              <a:gd name="connsiteY578" fmla="*/ 2575235 h 6858000"/>
              <a:gd name="connsiteX579" fmla="*/ 5796837 w 7467600"/>
              <a:gd name="connsiteY579" fmla="*/ 2637633 h 6858000"/>
              <a:gd name="connsiteX580" fmla="*/ 5818614 w 7467600"/>
              <a:gd name="connsiteY580" fmla="*/ 2473055 h 6858000"/>
              <a:gd name="connsiteX581" fmla="*/ 5829202 w 7467600"/>
              <a:gd name="connsiteY581" fmla="*/ 1971679 h 6858000"/>
              <a:gd name="connsiteX582" fmla="*/ 5911389 w 7467600"/>
              <a:gd name="connsiteY582" fmla="*/ 1898371 h 6858000"/>
              <a:gd name="connsiteX583" fmla="*/ 6237627 w 7467600"/>
              <a:gd name="connsiteY583" fmla="*/ 2231921 h 6858000"/>
              <a:gd name="connsiteX584" fmla="*/ 5911389 w 7467600"/>
              <a:gd name="connsiteY584" fmla="*/ 1898371 h 6858000"/>
              <a:gd name="connsiteX585" fmla="*/ 6944437 w 7467600"/>
              <a:gd name="connsiteY585" fmla="*/ 1575402 h 6858000"/>
              <a:gd name="connsiteX586" fmla="*/ 6304730 w 7467600"/>
              <a:gd name="connsiteY586" fmla="*/ 1766654 h 6858000"/>
              <a:gd name="connsiteX587" fmla="*/ 6944437 w 7467600"/>
              <a:gd name="connsiteY587" fmla="*/ 1575402 h 6858000"/>
              <a:gd name="connsiteX588" fmla="*/ 7019523 w 7467600"/>
              <a:gd name="connsiteY588" fmla="*/ 1519450 h 6858000"/>
              <a:gd name="connsiteX589" fmla="*/ 6298091 w 7467600"/>
              <a:gd name="connsiteY589" fmla="*/ 1737122 h 6858000"/>
              <a:gd name="connsiteX590" fmla="*/ 7019523 w 7467600"/>
              <a:gd name="connsiteY590" fmla="*/ 1519450 h 6858000"/>
              <a:gd name="connsiteX591" fmla="*/ 2399523 w 7467600"/>
              <a:gd name="connsiteY591" fmla="*/ 1428234 h 6858000"/>
              <a:gd name="connsiteX592" fmla="*/ 2224982 w 7467600"/>
              <a:gd name="connsiteY592" fmla="*/ 1826201 h 6858000"/>
              <a:gd name="connsiteX593" fmla="*/ 2096099 w 7467600"/>
              <a:gd name="connsiteY593" fmla="*/ 2345900 h 6858000"/>
              <a:gd name="connsiteX594" fmla="*/ 2283317 w 7467600"/>
              <a:gd name="connsiteY594" fmla="*/ 1796925 h 6858000"/>
              <a:gd name="connsiteX595" fmla="*/ 2399523 w 7467600"/>
              <a:gd name="connsiteY595" fmla="*/ 1428234 h 6858000"/>
              <a:gd name="connsiteX596" fmla="*/ 2448558 w 7467600"/>
              <a:gd name="connsiteY596" fmla="*/ 1373435 h 6858000"/>
              <a:gd name="connsiteX597" fmla="*/ 2312521 w 7467600"/>
              <a:gd name="connsiteY597" fmla="*/ 1806140 h 6858000"/>
              <a:gd name="connsiteX598" fmla="*/ 2127533 w 7467600"/>
              <a:gd name="connsiteY598" fmla="*/ 2348380 h 6858000"/>
              <a:gd name="connsiteX599" fmla="*/ 2358080 w 7467600"/>
              <a:gd name="connsiteY599" fmla="*/ 1866134 h 6858000"/>
              <a:gd name="connsiteX600" fmla="*/ 2407436 w 7467600"/>
              <a:gd name="connsiteY600" fmla="*/ 1651070 h 6858000"/>
              <a:gd name="connsiteX601" fmla="*/ 2448558 w 7467600"/>
              <a:gd name="connsiteY601" fmla="*/ 1373435 h 6858000"/>
              <a:gd name="connsiteX602" fmla="*/ 278707 w 7467600"/>
              <a:gd name="connsiteY602" fmla="*/ 1352270 h 6858000"/>
              <a:gd name="connsiteX603" fmla="*/ 321570 w 7467600"/>
              <a:gd name="connsiteY603" fmla="*/ 1861610 h 6858000"/>
              <a:gd name="connsiteX604" fmla="*/ 294281 w 7467600"/>
              <a:gd name="connsiteY604" fmla="*/ 1440658 h 6858000"/>
              <a:gd name="connsiteX605" fmla="*/ 278707 w 7467600"/>
              <a:gd name="connsiteY605" fmla="*/ 1352270 h 6858000"/>
              <a:gd name="connsiteX606" fmla="*/ 1423821 w 7467600"/>
              <a:gd name="connsiteY606" fmla="*/ 1351958 h 6858000"/>
              <a:gd name="connsiteX607" fmla="*/ 1638521 w 7467600"/>
              <a:gd name="connsiteY607" fmla="*/ 1908470 h 6858000"/>
              <a:gd name="connsiteX608" fmla="*/ 1754199 w 7467600"/>
              <a:gd name="connsiteY608" fmla="*/ 2149284 h 6858000"/>
              <a:gd name="connsiteX609" fmla="*/ 1908359 w 7467600"/>
              <a:gd name="connsiteY609" fmla="*/ 2364988 h 6858000"/>
              <a:gd name="connsiteX610" fmla="*/ 1647661 w 7467600"/>
              <a:gd name="connsiteY610" fmla="*/ 1825945 h 6858000"/>
              <a:gd name="connsiteX611" fmla="*/ 1423821 w 7467600"/>
              <a:gd name="connsiteY611" fmla="*/ 1351958 h 6858000"/>
              <a:gd name="connsiteX612" fmla="*/ 1431890 w 7467600"/>
              <a:gd name="connsiteY612" fmla="*/ 1306475 h 6858000"/>
              <a:gd name="connsiteX613" fmla="*/ 1507597 w 7467600"/>
              <a:gd name="connsiteY613" fmla="*/ 1446132 h 6858000"/>
              <a:gd name="connsiteX614" fmla="*/ 1674586 w 7467600"/>
              <a:gd name="connsiteY614" fmla="*/ 1813832 h 6858000"/>
              <a:gd name="connsiteX615" fmla="*/ 1815950 w 7467600"/>
              <a:gd name="connsiteY615" fmla="*/ 2128564 h 6858000"/>
              <a:gd name="connsiteX616" fmla="*/ 1984242 w 7467600"/>
              <a:gd name="connsiteY616" fmla="*/ 2430829 h 6858000"/>
              <a:gd name="connsiteX617" fmla="*/ 2014023 w 7467600"/>
              <a:gd name="connsiteY617" fmla="*/ 2450995 h 6858000"/>
              <a:gd name="connsiteX618" fmla="*/ 1747337 w 7467600"/>
              <a:gd name="connsiteY618" fmla="*/ 1855264 h 6858000"/>
              <a:gd name="connsiteX619" fmla="*/ 1533749 w 7467600"/>
              <a:gd name="connsiteY619" fmla="*/ 1478656 h 6858000"/>
              <a:gd name="connsiteX620" fmla="*/ 1431890 w 7467600"/>
              <a:gd name="connsiteY620" fmla="*/ 1306475 h 6858000"/>
              <a:gd name="connsiteX621" fmla="*/ 5052692 w 7467600"/>
              <a:gd name="connsiteY621" fmla="*/ 1292994 h 6858000"/>
              <a:gd name="connsiteX622" fmla="*/ 5200661 w 7467600"/>
              <a:gd name="connsiteY622" fmla="*/ 1635186 h 6858000"/>
              <a:gd name="connsiteX623" fmla="*/ 5297138 w 7467600"/>
              <a:gd name="connsiteY623" fmla="*/ 1906351 h 6858000"/>
              <a:gd name="connsiteX624" fmla="*/ 5052692 w 7467600"/>
              <a:gd name="connsiteY624" fmla="*/ 1292994 h 6858000"/>
              <a:gd name="connsiteX625" fmla="*/ 5009948 w 7467600"/>
              <a:gd name="connsiteY625" fmla="*/ 1273619 h 6858000"/>
              <a:gd name="connsiteX626" fmla="*/ 5121777 w 7467600"/>
              <a:gd name="connsiteY626" fmla="*/ 1654213 h 6858000"/>
              <a:gd name="connsiteX627" fmla="*/ 5293545 w 7467600"/>
              <a:gd name="connsiteY627" fmla="*/ 2072247 h 6858000"/>
              <a:gd name="connsiteX628" fmla="*/ 5294042 w 7467600"/>
              <a:gd name="connsiteY628" fmla="*/ 2065019 h 6858000"/>
              <a:gd name="connsiteX629" fmla="*/ 5171936 w 7467600"/>
              <a:gd name="connsiteY629" fmla="*/ 1647613 h 6858000"/>
              <a:gd name="connsiteX630" fmla="*/ 5009948 w 7467600"/>
              <a:gd name="connsiteY630" fmla="*/ 1273619 h 6858000"/>
              <a:gd name="connsiteX631" fmla="*/ 655236 w 7467600"/>
              <a:gd name="connsiteY631" fmla="*/ 1268632 h 6858000"/>
              <a:gd name="connsiteX632" fmla="*/ 839521 w 7467600"/>
              <a:gd name="connsiteY632" fmla="*/ 1685315 h 6858000"/>
              <a:gd name="connsiteX633" fmla="*/ 1109416 w 7467600"/>
              <a:gd name="connsiteY633" fmla="*/ 2061663 h 6858000"/>
              <a:gd name="connsiteX634" fmla="*/ 1298300 w 7467600"/>
              <a:gd name="connsiteY634" fmla="*/ 2247742 h 6858000"/>
              <a:gd name="connsiteX635" fmla="*/ 1125871 w 7467600"/>
              <a:gd name="connsiteY635" fmla="*/ 1989513 h 6858000"/>
              <a:gd name="connsiteX636" fmla="*/ 981574 w 7467600"/>
              <a:gd name="connsiteY636" fmla="*/ 1783157 h 6858000"/>
              <a:gd name="connsiteX637" fmla="*/ 922198 w 7467600"/>
              <a:gd name="connsiteY637" fmla="*/ 1677437 h 6858000"/>
              <a:gd name="connsiteX638" fmla="*/ 869293 w 7467600"/>
              <a:gd name="connsiteY638" fmla="*/ 1583214 h 6858000"/>
              <a:gd name="connsiteX639" fmla="*/ 751431 w 7467600"/>
              <a:gd name="connsiteY639" fmla="*/ 1405731 h 6858000"/>
              <a:gd name="connsiteX640" fmla="*/ 655236 w 7467600"/>
              <a:gd name="connsiteY640" fmla="*/ 1268632 h 6858000"/>
              <a:gd name="connsiteX641" fmla="*/ 6516292 w 7467600"/>
              <a:gd name="connsiteY641" fmla="*/ 1263064 h 6858000"/>
              <a:gd name="connsiteX642" fmla="*/ 5736320 w 7467600"/>
              <a:gd name="connsiteY642" fmla="*/ 1501803 h 6858000"/>
              <a:gd name="connsiteX643" fmla="*/ 6516292 w 7467600"/>
              <a:gd name="connsiteY643" fmla="*/ 1263064 h 6858000"/>
              <a:gd name="connsiteX644" fmla="*/ 291466 w 7467600"/>
              <a:gd name="connsiteY644" fmla="*/ 1250369 h 6858000"/>
              <a:gd name="connsiteX645" fmla="*/ 323180 w 7467600"/>
              <a:gd name="connsiteY645" fmla="*/ 1435283 h 6858000"/>
              <a:gd name="connsiteX646" fmla="*/ 349381 w 7467600"/>
              <a:gd name="connsiteY646" fmla="*/ 1875041 h 6858000"/>
              <a:gd name="connsiteX647" fmla="*/ 374363 w 7467600"/>
              <a:gd name="connsiteY647" fmla="*/ 1506494 h 6858000"/>
              <a:gd name="connsiteX648" fmla="*/ 302168 w 7467600"/>
              <a:gd name="connsiteY648" fmla="*/ 1274495 h 6858000"/>
              <a:gd name="connsiteX649" fmla="*/ 291466 w 7467600"/>
              <a:gd name="connsiteY649" fmla="*/ 1250369 h 6858000"/>
              <a:gd name="connsiteX650" fmla="*/ 678222 w 7467600"/>
              <a:gd name="connsiteY650" fmla="*/ 1248670 h 6858000"/>
              <a:gd name="connsiteX651" fmla="*/ 775536 w 7467600"/>
              <a:gd name="connsiteY651" fmla="*/ 1388015 h 6858000"/>
              <a:gd name="connsiteX652" fmla="*/ 894529 w 7467600"/>
              <a:gd name="connsiteY652" fmla="*/ 1567739 h 6858000"/>
              <a:gd name="connsiteX653" fmla="*/ 948000 w 7467600"/>
              <a:gd name="connsiteY653" fmla="*/ 1663088 h 6858000"/>
              <a:gd name="connsiteX654" fmla="*/ 1006812 w 7467600"/>
              <a:gd name="connsiteY654" fmla="*/ 1767683 h 6858000"/>
              <a:gd name="connsiteX655" fmla="*/ 1149133 w 7467600"/>
              <a:gd name="connsiteY655" fmla="*/ 1971513 h 6858000"/>
              <a:gd name="connsiteX656" fmla="*/ 1333952 w 7467600"/>
              <a:gd name="connsiteY656" fmla="*/ 2251620 h 6858000"/>
              <a:gd name="connsiteX657" fmla="*/ 1337329 w 7467600"/>
              <a:gd name="connsiteY657" fmla="*/ 2258350 h 6858000"/>
              <a:gd name="connsiteX658" fmla="*/ 1014726 w 7467600"/>
              <a:gd name="connsiteY658" fmla="*/ 1615556 h 6858000"/>
              <a:gd name="connsiteX659" fmla="*/ 678222 w 7467600"/>
              <a:gd name="connsiteY659" fmla="*/ 1248670 h 6858000"/>
              <a:gd name="connsiteX660" fmla="*/ 6691602 w 7467600"/>
              <a:gd name="connsiteY660" fmla="*/ 1140573 h 6858000"/>
              <a:gd name="connsiteX661" fmla="*/ 6571100 w 7467600"/>
              <a:gd name="connsiteY661" fmla="*/ 1183662 h 6858000"/>
              <a:gd name="connsiteX662" fmla="*/ 6241687 w 7467600"/>
              <a:gd name="connsiteY662" fmla="*/ 1257600 h 6858000"/>
              <a:gd name="connsiteX663" fmla="*/ 5693009 w 7467600"/>
              <a:gd name="connsiteY663" fmla="*/ 1478256 h 6858000"/>
              <a:gd name="connsiteX664" fmla="*/ 6548420 w 7467600"/>
              <a:gd name="connsiteY664" fmla="*/ 1214599 h 6858000"/>
              <a:gd name="connsiteX665" fmla="*/ 6605473 w 7467600"/>
              <a:gd name="connsiteY665" fmla="*/ 1184686 h 6858000"/>
              <a:gd name="connsiteX666" fmla="*/ 6691602 w 7467600"/>
              <a:gd name="connsiteY666" fmla="*/ 1140573 h 6858000"/>
              <a:gd name="connsiteX667" fmla="*/ 4002475 w 7467600"/>
              <a:gd name="connsiteY667" fmla="*/ 1037802 h 6858000"/>
              <a:gd name="connsiteX668" fmla="*/ 4000324 w 7467600"/>
              <a:gd name="connsiteY668" fmla="*/ 1039362 h 6858000"/>
              <a:gd name="connsiteX669" fmla="*/ 4002862 w 7467600"/>
              <a:gd name="connsiteY669" fmla="*/ 1042866 h 6858000"/>
              <a:gd name="connsiteX670" fmla="*/ 4002475 w 7467600"/>
              <a:gd name="connsiteY670" fmla="*/ 1037802 h 6858000"/>
              <a:gd name="connsiteX671" fmla="*/ 506322 w 7467600"/>
              <a:gd name="connsiteY671" fmla="*/ 1020997 h 6858000"/>
              <a:gd name="connsiteX672" fmla="*/ 533068 w 7467600"/>
              <a:gd name="connsiteY672" fmla="*/ 1029409 h 6858000"/>
              <a:gd name="connsiteX673" fmla="*/ 1232525 w 7467600"/>
              <a:gd name="connsiteY673" fmla="*/ 1804675 h 6858000"/>
              <a:gd name="connsiteX674" fmla="*/ 1388858 w 7467600"/>
              <a:gd name="connsiteY674" fmla="*/ 2368011 h 6858000"/>
              <a:gd name="connsiteX675" fmla="*/ 1384098 w 7467600"/>
              <a:gd name="connsiteY675" fmla="*/ 2378125 h 6858000"/>
              <a:gd name="connsiteX676" fmla="*/ 1425393 w 7467600"/>
              <a:gd name="connsiteY676" fmla="*/ 2589124 h 6858000"/>
              <a:gd name="connsiteX677" fmla="*/ 1424001 w 7467600"/>
              <a:gd name="connsiteY677" fmla="*/ 2597541 h 6858000"/>
              <a:gd name="connsiteX678" fmla="*/ 2152729 w 7467600"/>
              <a:gd name="connsiteY678" fmla="*/ 2864487 h 6858000"/>
              <a:gd name="connsiteX679" fmla="*/ 2020609 w 7467600"/>
              <a:gd name="connsiteY679" fmla="*/ 2539671 h 6858000"/>
              <a:gd name="connsiteX680" fmla="*/ 2018920 w 7467600"/>
              <a:gd name="connsiteY680" fmla="*/ 2536309 h 6858000"/>
              <a:gd name="connsiteX681" fmla="*/ 1342441 w 7467600"/>
              <a:gd name="connsiteY681" fmla="*/ 1173017 h 6858000"/>
              <a:gd name="connsiteX682" fmla="*/ 1367925 w 7467600"/>
              <a:gd name="connsiteY682" fmla="*/ 1135648 h 6858000"/>
              <a:gd name="connsiteX683" fmla="*/ 1771401 w 7467600"/>
              <a:gd name="connsiteY683" fmla="*/ 1806673 h 6858000"/>
              <a:gd name="connsiteX684" fmla="*/ 1972385 w 7467600"/>
              <a:gd name="connsiteY684" fmla="*/ 2198735 h 6858000"/>
              <a:gd name="connsiteX685" fmla="*/ 2040892 w 7467600"/>
              <a:gd name="connsiteY685" fmla="*/ 2405205 h 6858000"/>
              <a:gd name="connsiteX686" fmla="*/ 2131689 w 7467600"/>
              <a:gd name="connsiteY686" fmla="*/ 1936926 h 6858000"/>
              <a:gd name="connsiteX687" fmla="*/ 2454820 w 7467600"/>
              <a:gd name="connsiteY687" fmla="*/ 1248808 h 6858000"/>
              <a:gd name="connsiteX688" fmla="*/ 2492512 w 7467600"/>
              <a:gd name="connsiteY688" fmla="*/ 1302920 h 6858000"/>
              <a:gd name="connsiteX689" fmla="*/ 2081216 w 7467600"/>
              <a:gd name="connsiteY689" fmla="*/ 2527513 h 6858000"/>
              <a:gd name="connsiteX690" fmla="*/ 2081211 w 7467600"/>
              <a:gd name="connsiteY690" fmla="*/ 2528916 h 6858000"/>
              <a:gd name="connsiteX691" fmla="*/ 2199067 w 7467600"/>
              <a:gd name="connsiteY691" fmla="*/ 2884061 h 6858000"/>
              <a:gd name="connsiteX692" fmla="*/ 3192586 w 7467600"/>
              <a:gd name="connsiteY692" fmla="*/ 3411496 h 6858000"/>
              <a:gd name="connsiteX693" fmla="*/ 3182620 w 7467600"/>
              <a:gd name="connsiteY693" fmla="*/ 3483279 h 6858000"/>
              <a:gd name="connsiteX694" fmla="*/ 2435119 w 7467600"/>
              <a:gd name="connsiteY694" fmla="*/ 3080173 h 6858000"/>
              <a:gd name="connsiteX695" fmla="*/ 2410152 w 7467600"/>
              <a:gd name="connsiteY695" fmla="*/ 3063751 h 6858000"/>
              <a:gd name="connsiteX696" fmla="*/ 2408099 w 7467600"/>
              <a:gd name="connsiteY696" fmla="*/ 3064403 h 6858000"/>
              <a:gd name="connsiteX697" fmla="*/ 2407218 w 7467600"/>
              <a:gd name="connsiteY697" fmla="*/ 3070324 h 6858000"/>
              <a:gd name="connsiteX698" fmla="*/ 2380138 w 7467600"/>
              <a:gd name="connsiteY698" fmla="*/ 3099341 h 6858000"/>
              <a:gd name="connsiteX699" fmla="*/ 1765923 w 7467600"/>
              <a:gd name="connsiteY699" fmla="*/ 3581043 h 6858000"/>
              <a:gd name="connsiteX700" fmla="*/ 1702258 w 7467600"/>
              <a:gd name="connsiteY700" fmla="*/ 3612286 h 6858000"/>
              <a:gd name="connsiteX701" fmla="*/ 1538370 w 7467600"/>
              <a:gd name="connsiteY701" fmla="*/ 3811804 h 6858000"/>
              <a:gd name="connsiteX702" fmla="*/ 542867 w 7467600"/>
              <a:gd name="connsiteY702" fmla="*/ 4944092 h 6858000"/>
              <a:gd name="connsiteX703" fmla="*/ 515800 w 7467600"/>
              <a:gd name="connsiteY703" fmla="*/ 4862180 h 6858000"/>
              <a:gd name="connsiteX704" fmla="*/ 909145 w 7467600"/>
              <a:gd name="connsiteY704" fmla="*/ 4199225 h 6858000"/>
              <a:gd name="connsiteX705" fmla="*/ 1214067 w 7467600"/>
              <a:gd name="connsiteY705" fmla="*/ 3908561 h 6858000"/>
              <a:gd name="connsiteX706" fmla="*/ 640967 w 7467600"/>
              <a:gd name="connsiteY706" fmla="*/ 4105601 h 6858000"/>
              <a:gd name="connsiteX707" fmla="*/ 112563 w 7467600"/>
              <a:gd name="connsiteY707" fmla="*/ 4396952 h 6858000"/>
              <a:gd name="connsiteX708" fmla="*/ 0 w 7467600"/>
              <a:gd name="connsiteY708" fmla="*/ 4466006 h 6858000"/>
              <a:gd name="connsiteX709" fmla="*/ 0 w 7467600"/>
              <a:gd name="connsiteY709" fmla="*/ 4233763 h 6858000"/>
              <a:gd name="connsiteX710" fmla="*/ 36881 w 7467600"/>
              <a:gd name="connsiteY710" fmla="*/ 4200118 h 6858000"/>
              <a:gd name="connsiteX711" fmla="*/ 910534 w 7467600"/>
              <a:gd name="connsiteY711" fmla="*/ 3629753 h 6858000"/>
              <a:gd name="connsiteX712" fmla="*/ 1578717 w 7467600"/>
              <a:gd name="connsiteY712" fmla="*/ 3575982 h 6858000"/>
              <a:gd name="connsiteX713" fmla="*/ 2338780 w 7467600"/>
              <a:gd name="connsiteY713" fmla="*/ 3033725 h 6858000"/>
              <a:gd name="connsiteX714" fmla="*/ 1807991 w 7467600"/>
              <a:gd name="connsiteY714" fmla="*/ 2807184 h 6858000"/>
              <a:gd name="connsiteX715" fmla="*/ 1416358 w 7467600"/>
              <a:gd name="connsiteY715" fmla="*/ 3112571 h 6858000"/>
              <a:gd name="connsiteX716" fmla="*/ 939066 w 7467600"/>
              <a:gd name="connsiteY716" fmla="*/ 3378798 h 6858000"/>
              <a:gd name="connsiteX717" fmla="*/ 115099 w 7467600"/>
              <a:gd name="connsiteY717" fmla="*/ 3607650 h 6858000"/>
              <a:gd name="connsiteX718" fmla="*/ 97284 w 7467600"/>
              <a:gd name="connsiteY718" fmla="*/ 3520393 h 6858000"/>
              <a:gd name="connsiteX719" fmla="*/ 922050 w 7467600"/>
              <a:gd name="connsiteY719" fmla="*/ 3074867 h 6858000"/>
              <a:gd name="connsiteX720" fmla="*/ 1405265 w 7467600"/>
              <a:gd name="connsiteY720" fmla="*/ 3016319 h 6858000"/>
              <a:gd name="connsiteX721" fmla="*/ 1407512 w 7467600"/>
              <a:gd name="connsiteY721" fmla="*/ 3018001 h 6858000"/>
              <a:gd name="connsiteX722" fmla="*/ 1726266 w 7467600"/>
              <a:gd name="connsiteY722" fmla="*/ 2777274 h 6858000"/>
              <a:gd name="connsiteX723" fmla="*/ 625390 w 7467600"/>
              <a:gd name="connsiteY723" fmla="*/ 2514541 h 6858000"/>
              <a:gd name="connsiteX724" fmla="*/ 619799 w 7467600"/>
              <a:gd name="connsiteY724" fmla="*/ 2527180 h 6858000"/>
              <a:gd name="connsiteX725" fmla="*/ 310030 w 7467600"/>
              <a:gd name="connsiteY725" fmla="*/ 2771818 h 6858000"/>
              <a:gd name="connsiteX726" fmla="*/ 173877 w 7467600"/>
              <a:gd name="connsiteY726" fmla="*/ 2937056 h 6858000"/>
              <a:gd name="connsiteX727" fmla="*/ 77889 w 7467600"/>
              <a:gd name="connsiteY727" fmla="*/ 3138440 h 6858000"/>
              <a:gd name="connsiteX728" fmla="*/ 0 w 7467600"/>
              <a:gd name="connsiteY728" fmla="*/ 3271395 h 6858000"/>
              <a:gd name="connsiteX729" fmla="*/ 0 w 7467600"/>
              <a:gd name="connsiteY729" fmla="*/ 3153002 h 6858000"/>
              <a:gd name="connsiteX730" fmla="*/ 2386 w 7467600"/>
              <a:gd name="connsiteY730" fmla="*/ 3149203 h 6858000"/>
              <a:gd name="connsiteX731" fmla="*/ 89753 w 7467600"/>
              <a:gd name="connsiteY731" fmla="*/ 2987702 h 6858000"/>
              <a:gd name="connsiteX732" fmla="*/ 76869 w 7467600"/>
              <a:gd name="connsiteY732" fmla="*/ 3005404 h 6858000"/>
              <a:gd name="connsiteX733" fmla="*/ 32049 w 7467600"/>
              <a:gd name="connsiteY733" fmla="*/ 3065814 h 6858000"/>
              <a:gd name="connsiteX734" fmla="*/ 0 w 7467600"/>
              <a:gd name="connsiteY734" fmla="*/ 3108744 h 6858000"/>
              <a:gd name="connsiteX735" fmla="*/ 0 w 7467600"/>
              <a:gd name="connsiteY735" fmla="*/ 3058059 h 6858000"/>
              <a:gd name="connsiteX736" fmla="*/ 7610 w 7467600"/>
              <a:gd name="connsiteY736" fmla="*/ 3047889 h 6858000"/>
              <a:gd name="connsiteX737" fmla="*/ 52419 w 7467600"/>
              <a:gd name="connsiteY737" fmla="*/ 2987479 h 6858000"/>
              <a:gd name="connsiteX738" fmla="*/ 59142 w 7467600"/>
              <a:gd name="connsiteY738" fmla="*/ 2978488 h 6858000"/>
              <a:gd name="connsiteX739" fmla="*/ 0 w 7467600"/>
              <a:gd name="connsiteY739" fmla="*/ 3015334 h 6858000"/>
              <a:gd name="connsiteX740" fmla="*/ 0 w 7467600"/>
              <a:gd name="connsiteY740" fmla="*/ 2914286 h 6858000"/>
              <a:gd name="connsiteX741" fmla="*/ 36383 w 7467600"/>
              <a:gd name="connsiteY741" fmla="*/ 2901128 h 6858000"/>
              <a:gd name="connsiteX742" fmla="*/ 156329 w 7467600"/>
              <a:gd name="connsiteY742" fmla="*/ 2840533 h 6858000"/>
              <a:gd name="connsiteX743" fmla="*/ 358355 w 7467600"/>
              <a:gd name="connsiteY743" fmla="*/ 2620471 h 6858000"/>
              <a:gd name="connsiteX744" fmla="*/ 510577 w 7467600"/>
              <a:gd name="connsiteY744" fmla="*/ 2501244 h 6858000"/>
              <a:gd name="connsiteX745" fmla="*/ 211967 w 7467600"/>
              <a:gd name="connsiteY745" fmla="*/ 2479171 h 6858000"/>
              <a:gd name="connsiteX746" fmla="*/ 0 w 7467600"/>
              <a:gd name="connsiteY746" fmla="*/ 2476398 h 6858000"/>
              <a:gd name="connsiteX747" fmla="*/ 0 w 7467600"/>
              <a:gd name="connsiteY747" fmla="*/ 2389189 h 6858000"/>
              <a:gd name="connsiteX748" fmla="*/ 103062 w 7467600"/>
              <a:gd name="connsiteY748" fmla="*/ 2389518 h 6858000"/>
              <a:gd name="connsiteX749" fmla="*/ 510734 w 7467600"/>
              <a:gd name="connsiteY749" fmla="*/ 2416201 h 6858000"/>
              <a:gd name="connsiteX750" fmla="*/ 279257 w 7467600"/>
              <a:gd name="connsiteY750" fmla="*/ 2092102 h 6858000"/>
              <a:gd name="connsiteX751" fmla="*/ 65265 w 7467600"/>
              <a:gd name="connsiteY751" fmla="*/ 2006049 h 6858000"/>
              <a:gd name="connsiteX752" fmla="*/ 0 w 7467600"/>
              <a:gd name="connsiteY752" fmla="*/ 1982532 h 6858000"/>
              <a:gd name="connsiteX753" fmla="*/ 0 w 7467600"/>
              <a:gd name="connsiteY753" fmla="*/ 1912789 h 6858000"/>
              <a:gd name="connsiteX754" fmla="*/ 97460 w 7467600"/>
              <a:gd name="connsiteY754" fmla="*/ 1953725 h 6858000"/>
              <a:gd name="connsiteX755" fmla="*/ 221272 w 7467600"/>
              <a:gd name="connsiteY755" fmla="*/ 1980766 h 6858000"/>
              <a:gd name="connsiteX756" fmla="*/ 116765 w 7467600"/>
              <a:gd name="connsiteY756" fmla="*/ 1911033 h 6858000"/>
              <a:gd name="connsiteX757" fmla="*/ 16405 w 7467600"/>
              <a:gd name="connsiteY757" fmla="*/ 1803412 h 6858000"/>
              <a:gd name="connsiteX758" fmla="*/ 0 w 7467600"/>
              <a:gd name="connsiteY758" fmla="*/ 1784777 h 6858000"/>
              <a:gd name="connsiteX759" fmla="*/ 0 w 7467600"/>
              <a:gd name="connsiteY759" fmla="*/ 1740082 h 6858000"/>
              <a:gd name="connsiteX760" fmla="*/ 39394 w 7467600"/>
              <a:gd name="connsiteY760" fmla="*/ 1784856 h 6858000"/>
              <a:gd name="connsiteX761" fmla="*/ 135813 w 7467600"/>
              <a:gd name="connsiteY761" fmla="*/ 1888838 h 6858000"/>
              <a:gd name="connsiteX762" fmla="*/ 242575 w 7467600"/>
              <a:gd name="connsiteY762" fmla="*/ 1958841 h 6858000"/>
              <a:gd name="connsiteX763" fmla="*/ 82197 w 7467600"/>
              <a:gd name="connsiteY763" fmla="*/ 1754826 h 6858000"/>
              <a:gd name="connsiteX764" fmla="*/ 0 w 7467600"/>
              <a:gd name="connsiteY764" fmla="*/ 1679650 h 6858000"/>
              <a:gd name="connsiteX765" fmla="*/ 0 w 7467600"/>
              <a:gd name="connsiteY765" fmla="*/ 1602463 h 6858000"/>
              <a:gd name="connsiteX766" fmla="*/ 84689 w 7467600"/>
              <a:gd name="connsiteY766" fmla="*/ 1677442 h 6858000"/>
              <a:gd name="connsiteX767" fmla="*/ 298437 w 7467600"/>
              <a:gd name="connsiteY767" fmla="*/ 1968019 h 6858000"/>
              <a:gd name="connsiteX768" fmla="*/ 227269 w 7467600"/>
              <a:gd name="connsiteY768" fmla="*/ 1114064 h 6858000"/>
              <a:gd name="connsiteX769" fmla="*/ 248003 w 7467600"/>
              <a:gd name="connsiteY769" fmla="*/ 1089613 h 6858000"/>
              <a:gd name="connsiteX770" fmla="*/ 427020 w 7467600"/>
              <a:gd name="connsiteY770" fmla="*/ 1619803 h 6858000"/>
              <a:gd name="connsiteX771" fmla="*/ 340345 w 7467600"/>
              <a:gd name="connsiteY771" fmla="*/ 2027739 h 6858000"/>
              <a:gd name="connsiteX772" fmla="*/ 360865 w 7467600"/>
              <a:gd name="connsiteY772" fmla="*/ 2044827 h 6858000"/>
              <a:gd name="connsiteX773" fmla="*/ 560414 w 7467600"/>
              <a:gd name="connsiteY773" fmla="*/ 2421457 h 6858000"/>
              <a:gd name="connsiteX774" fmla="*/ 1359703 w 7467600"/>
              <a:gd name="connsiteY774" fmla="*/ 2578554 h 6858000"/>
              <a:gd name="connsiteX775" fmla="*/ 1359422 w 7467600"/>
              <a:gd name="connsiteY775" fmla="*/ 2577994 h 6858000"/>
              <a:gd name="connsiteX776" fmla="*/ 828701 w 7467600"/>
              <a:gd name="connsiteY776" fmla="*/ 1839520 h 6858000"/>
              <a:gd name="connsiteX777" fmla="*/ 494427 w 7467600"/>
              <a:gd name="connsiteY777" fmla="*/ 1092333 h 6858000"/>
              <a:gd name="connsiteX778" fmla="*/ 506322 w 7467600"/>
              <a:gd name="connsiteY778" fmla="*/ 1020997 h 6858000"/>
              <a:gd name="connsiteX779" fmla="*/ 4570198 w 7467600"/>
              <a:gd name="connsiteY779" fmla="*/ 978081 h 6858000"/>
              <a:gd name="connsiteX780" fmla="*/ 4523691 w 7467600"/>
              <a:gd name="connsiteY780" fmla="*/ 1127776 h 6858000"/>
              <a:gd name="connsiteX781" fmla="*/ 4509875 w 7467600"/>
              <a:gd name="connsiteY781" fmla="*/ 1167552 h 6858000"/>
              <a:gd name="connsiteX782" fmla="*/ 4478168 w 7467600"/>
              <a:gd name="connsiteY782" fmla="*/ 1260735 h 6858000"/>
              <a:gd name="connsiteX783" fmla="*/ 4409309 w 7467600"/>
              <a:gd name="connsiteY783" fmla="*/ 1666996 h 6858000"/>
              <a:gd name="connsiteX784" fmla="*/ 4370031 w 7467600"/>
              <a:gd name="connsiteY784" fmla="*/ 1955666 h 6858000"/>
              <a:gd name="connsiteX785" fmla="*/ 4570198 w 7467600"/>
              <a:gd name="connsiteY785" fmla="*/ 978081 h 6858000"/>
              <a:gd name="connsiteX786" fmla="*/ 4557898 w 7467600"/>
              <a:gd name="connsiteY786" fmla="*/ 900011 h 6858000"/>
              <a:gd name="connsiteX787" fmla="*/ 4344840 w 7467600"/>
              <a:gd name="connsiteY787" fmla="*/ 1922038 h 6858000"/>
              <a:gd name="connsiteX788" fmla="*/ 4378710 w 7467600"/>
              <a:gd name="connsiteY788" fmla="*/ 1665516 h 6858000"/>
              <a:gd name="connsiteX789" fmla="*/ 4448798 w 7467600"/>
              <a:gd name="connsiteY789" fmla="*/ 1253024 h 6858000"/>
              <a:gd name="connsiteX790" fmla="*/ 4480315 w 7467600"/>
              <a:gd name="connsiteY790" fmla="*/ 1158454 h 6858000"/>
              <a:gd name="connsiteX791" fmla="*/ 4494133 w 7467600"/>
              <a:gd name="connsiteY791" fmla="*/ 1118676 h 6858000"/>
              <a:gd name="connsiteX792" fmla="*/ 4557898 w 7467600"/>
              <a:gd name="connsiteY792" fmla="*/ 900011 h 6858000"/>
              <a:gd name="connsiteX793" fmla="*/ 5870151 w 7467600"/>
              <a:gd name="connsiteY793" fmla="*/ 898890 h 6858000"/>
              <a:gd name="connsiteX794" fmla="*/ 5861335 w 7467600"/>
              <a:gd name="connsiteY794" fmla="*/ 899177 h 6858000"/>
              <a:gd name="connsiteX795" fmla="*/ 5843702 w 7467600"/>
              <a:gd name="connsiteY795" fmla="*/ 899748 h 6858000"/>
              <a:gd name="connsiteX796" fmla="*/ 5651107 w 7467600"/>
              <a:gd name="connsiteY796" fmla="*/ 920306 h 6858000"/>
              <a:gd name="connsiteX797" fmla="*/ 5459407 w 7467600"/>
              <a:gd name="connsiteY797" fmla="*/ 940975 h 6858000"/>
              <a:gd name="connsiteX798" fmla="*/ 5374846 w 7467600"/>
              <a:gd name="connsiteY798" fmla="*/ 941988 h 6858000"/>
              <a:gd name="connsiteX799" fmla="*/ 5256105 w 7467600"/>
              <a:gd name="connsiteY799" fmla="*/ 945632 h 6858000"/>
              <a:gd name="connsiteX800" fmla="*/ 5107071 w 7467600"/>
              <a:gd name="connsiteY800" fmla="*/ 969720 h 6858000"/>
              <a:gd name="connsiteX801" fmla="*/ 4998681 w 7467600"/>
              <a:gd name="connsiteY801" fmla="*/ 988771 h 6858000"/>
              <a:gd name="connsiteX802" fmla="*/ 5870151 w 7467600"/>
              <a:gd name="connsiteY802" fmla="*/ 898890 h 6858000"/>
              <a:gd name="connsiteX803" fmla="*/ 5504425 w 7467600"/>
              <a:gd name="connsiteY803" fmla="*/ 848067 h 6858000"/>
              <a:gd name="connsiteX804" fmla="*/ 4968849 w 7467600"/>
              <a:gd name="connsiteY804" fmla="*/ 962318 h 6858000"/>
              <a:gd name="connsiteX805" fmla="*/ 5104039 w 7467600"/>
              <a:gd name="connsiteY805" fmla="*/ 940634 h 6858000"/>
              <a:gd name="connsiteX806" fmla="*/ 5256311 w 7467600"/>
              <a:gd name="connsiteY806" fmla="*/ 916490 h 6858000"/>
              <a:gd name="connsiteX807" fmla="*/ 5377381 w 7467600"/>
              <a:gd name="connsiteY807" fmla="*/ 912671 h 6858000"/>
              <a:gd name="connsiteX808" fmla="*/ 5460148 w 7467600"/>
              <a:gd name="connsiteY808" fmla="*/ 911442 h 6858000"/>
              <a:gd name="connsiteX809" fmla="*/ 5648971 w 7467600"/>
              <a:gd name="connsiteY809" fmla="*/ 891331 h 6858000"/>
              <a:gd name="connsiteX810" fmla="*/ 5844807 w 7467600"/>
              <a:gd name="connsiteY810" fmla="*/ 870718 h 6858000"/>
              <a:gd name="connsiteX811" fmla="*/ 5862975 w 7467600"/>
              <a:gd name="connsiteY811" fmla="*/ 869756 h 6858000"/>
              <a:gd name="connsiteX812" fmla="*/ 5920887 w 7467600"/>
              <a:gd name="connsiteY812" fmla="*/ 865929 h 6858000"/>
              <a:gd name="connsiteX813" fmla="*/ 5504425 w 7467600"/>
              <a:gd name="connsiteY813" fmla="*/ 848067 h 6858000"/>
              <a:gd name="connsiteX814" fmla="*/ 3607114 w 7467600"/>
              <a:gd name="connsiteY814" fmla="*/ 467441 h 6858000"/>
              <a:gd name="connsiteX815" fmla="*/ 3296242 w 7467600"/>
              <a:gd name="connsiteY815" fmla="*/ 807991 h 6858000"/>
              <a:gd name="connsiteX816" fmla="*/ 3174674 w 7467600"/>
              <a:gd name="connsiteY816" fmla="*/ 919759 h 6858000"/>
              <a:gd name="connsiteX817" fmla="*/ 3042978 w 7467600"/>
              <a:gd name="connsiteY817" fmla="*/ 1054894 h 6858000"/>
              <a:gd name="connsiteX818" fmla="*/ 2968914 w 7467600"/>
              <a:gd name="connsiteY818" fmla="*/ 1133756 h 6858000"/>
              <a:gd name="connsiteX819" fmla="*/ 3103823 w 7467600"/>
              <a:gd name="connsiteY819" fmla="*/ 1026814 h 6858000"/>
              <a:gd name="connsiteX820" fmla="*/ 3607114 w 7467600"/>
              <a:gd name="connsiteY820" fmla="*/ 467441 h 6858000"/>
              <a:gd name="connsiteX821" fmla="*/ 3744487 w 7467600"/>
              <a:gd name="connsiteY821" fmla="*/ 383136 h 6858000"/>
              <a:gd name="connsiteX822" fmla="*/ 3970213 w 7467600"/>
              <a:gd name="connsiteY822" fmla="*/ 995559 h 6858000"/>
              <a:gd name="connsiteX823" fmla="*/ 3744487 w 7467600"/>
              <a:gd name="connsiteY823" fmla="*/ 383136 h 6858000"/>
              <a:gd name="connsiteX824" fmla="*/ 3624562 w 7467600"/>
              <a:gd name="connsiteY824" fmla="*/ 367041 h 6858000"/>
              <a:gd name="connsiteX825" fmla="*/ 3489712 w 7467600"/>
              <a:gd name="connsiteY825" fmla="*/ 485386 h 6858000"/>
              <a:gd name="connsiteX826" fmla="*/ 3182994 w 7467600"/>
              <a:gd name="connsiteY826" fmla="*/ 828265 h 6858000"/>
              <a:gd name="connsiteX827" fmla="*/ 2892114 w 7467600"/>
              <a:gd name="connsiteY827" fmla="*/ 1172635 h 6858000"/>
              <a:gd name="connsiteX828" fmla="*/ 3021459 w 7467600"/>
              <a:gd name="connsiteY828" fmla="*/ 1035385 h 6858000"/>
              <a:gd name="connsiteX829" fmla="*/ 3153873 w 7467600"/>
              <a:gd name="connsiteY829" fmla="*/ 898971 h 6858000"/>
              <a:gd name="connsiteX830" fmla="*/ 3276511 w 7467600"/>
              <a:gd name="connsiteY830" fmla="*/ 786423 h 6858000"/>
              <a:gd name="connsiteX831" fmla="*/ 3584154 w 7467600"/>
              <a:gd name="connsiteY831" fmla="*/ 448218 h 6858000"/>
              <a:gd name="connsiteX832" fmla="*/ 3624562 w 7467600"/>
              <a:gd name="connsiteY832" fmla="*/ 367041 h 6858000"/>
              <a:gd name="connsiteX833" fmla="*/ 3766672 w 7467600"/>
              <a:gd name="connsiteY833" fmla="*/ 359429 h 6858000"/>
              <a:gd name="connsiteX834" fmla="*/ 3996338 w 7467600"/>
              <a:gd name="connsiteY834" fmla="*/ 968237 h 6858000"/>
              <a:gd name="connsiteX835" fmla="*/ 3766672 w 7467600"/>
              <a:gd name="connsiteY835" fmla="*/ 359429 h 6858000"/>
              <a:gd name="connsiteX836" fmla="*/ 5805386 w 7467600"/>
              <a:gd name="connsiteY836" fmla="*/ 239240 h 6858000"/>
              <a:gd name="connsiteX837" fmla="*/ 5736947 w 7467600"/>
              <a:gd name="connsiteY837" fmla="*/ 261367 h 6858000"/>
              <a:gd name="connsiteX838" fmla="*/ 5427012 w 7467600"/>
              <a:gd name="connsiteY838" fmla="*/ 311272 h 6858000"/>
              <a:gd name="connsiteX839" fmla="*/ 5147818 w 7467600"/>
              <a:gd name="connsiteY839" fmla="*/ 322112 h 6858000"/>
              <a:gd name="connsiteX840" fmla="*/ 5060854 w 7467600"/>
              <a:gd name="connsiteY840" fmla="*/ 311882 h 6858000"/>
              <a:gd name="connsiteX841" fmla="*/ 4945989 w 7467600"/>
              <a:gd name="connsiteY841" fmla="*/ 300516 h 6858000"/>
              <a:gd name="connsiteX842" fmla="*/ 5410479 w 7467600"/>
              <a:gd name="connsiteY842" fmla="*/ 348434 h 6858000"/>
              <a:gd name="connsiteX843" fmla="*/ 5805386 w 7467600"/>
              <a:gd name="connsiteY843" fmla="*/ 239240 h 6858000"/>
              <a:gd name="connsiteX844" fmla="*/ 5905192 w 7467600"/>
              <a:gd name="connsiteY844" fmla="*/ 163079 h 6858000"/>
              <a:gd name="connsiteX845" fmla="*/ 5865655 w 7467600"/>
              <a:gd name="connsiteY845" fmla="*/ 171901 h 6858000"/>
              <a:gd name="connsiteX846" fmla="*/ 5259740 w 7467600"/>
              <a:gd name="connsiteY846" fmla="*/ 257013 h 6858000"/>
              <a:gd name="connsiteX847" fmla="*/ 5208466 w 7467600"/>
              <a:gd name="connsiteY847" fmla="*/ 257550 h 6858000"/>
              <a:gd name="connsiteX848" fmla="*/ 4980204 w 7467600"/>
              <a:gd name="connsiteY848" fmla="*/ 271903 h 6858000"/>
              <a:gd name="connsiteX849" fmla="*/ 5068068 w 7467600"/>
              <a:gd name="connsiteY849" fmla="*/ 282244 h 6858000"/>
              <a:gd name="connsiteX850" fmla="*/ 5153231 w 7467600"/>
              <a:gd name="connsiteY850" fmla="*/ 292240 h 6858000"/>
              <a:gd name="connsiteX851" fmla="*/ 5426491 w 7467600"/>
              <a:gd name="connsiteY851" fmla="*/ 281128 h 6858000"/>
              <a:gd name="connsiteX852" fmla="*/ 5731212 w 7467600"/>
              <a:gd name="connsiteY852" fmla="*/ 231951 h 6858000"/>
              <a:gd name="connsiteX853" fmla="*/ 5905192 w 7467600"/>
              <a:gd name="connsiteY853" fmla="*/ 163079 h 6858000"/>
              <a:gd name="connsiteX854" fmla="*/ 5944437 w 7467600"/>
              <a:gd name="connsiteY854" fmla="*/ 113829 h 6858000"/>
              <a:gd name="connsiteX855" fmla="*/ 5825032 w 7467600"/>
              <a:gd name="connsiteY855" fmla="*/ 146405 h 6858000"/>
              <a:gd name="connsiteX856" fmla="*/ 4955599 w 7467600"/>
              <a:gd name="connsiteY856" fmla="*/ 247008 h 6858000"/>
              <a:gd name="connsiteX857" fmla="*/ 5210104 w 7467600"/>
              <a:gd name="connsiteY857" fmla="*/ 228123 h 6858000"/>
              <a:gd name="connsiteX858" fmla="*/ 5261015 w 7467600"/>
              <a:gd name="connsiteY858" fmla="*/ 227087 h 6858000"/>
              <a:gd name="connsiteX859" fmla="*/ 5861181 w 7467600"/>
              <a:gd name="connsiteY859" fmla="*/ 143093 h 6858000"/>
              <a:gd name="connsiteX860" fmla="*/ 5961252 w 7467600"/>
              <a:gd name="connsiteY860" fmla="*/ 114820 h 6858000"/>
              <a:gd name="connsiteX861" fmla="*/ 5944437 w 7467600"/>
              <a:gd name="connsiteY861" fmla="*/ 113829 h 6858000"/>
              <a:gd name="connsiteX862" fmla="*/ 3882765 w 7467600"/>
              <a:gd name="connsiteY862" fmla="*/ 0 h 6858000"/>
              <a:gd name="connsiteX863" fmla="*/ 3995099 w 7467600"/>
              <a:gd name="connsiteY863" fmla="*/ 0 h 6858000"/>
              <a:gd name="connsiteX864" fmla="*/ 4163818 w 7467600"/>
              <a:gd name="connsiteY864" fmla="*/ 234104 h 6858000"/>
              <a:gd name="connsiteX865" fmla="*/ 4172099 w 7467600"/>
              <a:gd name="connsiteY865" fmla="*/ 234207 h 6858000"/>
              <a:gd name="connsiteX866" fmla="*/ 4784282 w 7467600"/>
              <a:gd name="connsiteY866" fmla="*/ 276561 h 6858000"/>
              <a:gd name="connsiteX867" fmla="*/ 4801687 w 7467600"/>
              <a:gd name="connsiteY867" fmla="*/ 267764 h 6858000"/>
              <a:gd name="connsiteX868" fmla="*/ 6082788 w 7467600"/>
              <a:gd name="connsiteY868" fmla="*/ 64119 h 6858000"/>
              <a:gd name="connsiteX869" fmla="*/ 6099442 w 7467600"/>
              <a:gd name="connsiteY869" fmla="*/ 82568 h 6858000"/>
              <a:gd name="connsiteX870" fmla="*/ 4804137 w 7467600"/>
              <a:gd name="connsiteY870" fmla="*/ 320931 h 6858000"/>
              <a:gd name="connsiteX871" fmla="*/ 4227047 w 7467600"/>
              <a:gd name="connsiteY871" fmla="*/ 313415 h 6858000"/>
              <a:gd name="connsiteX872" fmla="*/ 4346041 w 7467600"/>
              <a:gd name="connsiteY872" fmla="*/ 456086 h 6858000"/>
              <a:gd name="connsiteX873" fmla="*/ 4870967 w 7467600"/>
              <a:gd name="connsiteY873" fmla="*/ 963061 h 6858000"/>
              <a:gd name="connsiteX874" fmla="*/ 4889647 w 7467600"/>
              <a:gd name="connsiteY874" fmla="*/ 957147 h 6858000"/>
              <a:gd name="connsiteX875" fmla="*/ 5422504 w 7467600"/>
              <a:gd name="connsiteY875" fmla="*/ 805191 h 6858000"/>
              <a:gd name="connsiteX876" fmla="*/ 6087656 w 7467600"/>
              <a:gd name="connsiteY876" fmla="*/ 826703 h 6858000"/>
              <a:gd name="connsiteX877" fmla="*/ 6058717 w 7467600"/>
              <a:gd name="connsiteY877" fmla="*/ 865992 h 6858000"/>
              <a:gd name="connsiteX878" fmla="*/ 4974153 w 7467600"/>
              <a:gd name="connsiteY878" fmla="*/ 1045456 h 6858000"/>
              <a:gd name="connsiteX879" fmla="*/ 5627835 w 7467600"/>
              <a:gd name="connsiteY879" fmla="*/ 1472077 h 6858000"/>
              <a:gd name="connsiteX880" fmla="*/ 5629817 w 7467600"/>
              <a:gd name="connsiteY880" fmla="*/ 1471412 h 6858000"/>
              <a:gd name="connsiteX881" fmla="*/ 5634124 w 7467600"/>
              <a:gd name="connsiteY881" fmla="*/ 1470572 h 6858000"/>
              <a:gd name="connsiteX882" fmla="*/ 5755832 w 7467600"/>
              <a:gd name="connsiteY882" fmla="*/ 1383886 h 6858000"/>
              <a:gd name="connsiteX883" fmla="*/ 6014186 w 7467600"/>
              <a:gd name="connsiteY883" fmla="*/ 1279799 h 6858000"/>
              <a:gd name="connsiteX884" fmla="*/ 6901619 w 7467600"/>
              <a:gd name="connsiteY884" fmla="*/ 1047874 h 6858000"/>
              <a:gd name="connsiteX885" fmla="*/ 6931566 w 7467600"/>
              <a:gd name="connsiteY885" fmla="*/ 1062034 h 6858000"/>
              <a:gd name="connsiteX886" fmla="*/ 5790982 w 7467600"/>
              <a:gd name="connsiteY886" fmla="*/ 1561380 h 6858000"/>
              <a:gd name="connsiteX887" fmla="*/ 6188971 w 7467600"/>
              <a:gd name="connsiteY887" fmla="*/ 1755168 h 6858000"/>
              <a:gd name="connsiteX888" fmla="*/ 6202446 w 7467600"/>
              <a:gd name="connsiteY888" fmla="*/ 1752268 h 6858000"/>
              <a:gd name="connsiteX889" fmla="*/ 7179560 w 7467600"/>
              <a:gd name="connsiteY889" fmla="*/ 1467551 h 6858000"/>
              <a:gd name="connsiteX890" fmla="*/ 7158730 w 7467600"/>
              <a:gd name="connsiteY890" fmla="*/ 1507835 h 6858000"/>
              <a:gd name="connsiteX891" fmla="*/ 6326959 w 7467600"/>
              <a:gd name="connsiteY891" fmla="*/ 1817686 h 6858000"/>
              <a:gd name="connsiteX892" fmla="*/ 6537433 w 7467600"/>
              <a:gd name="connsiteY892" fmla="*/ 1907790 h 6858000"/>
              <a:gd name="connsiteX893" fmla="*/ 6550221 w 7467600"/>
              <a:gd name="connsiteY893" fmla="*/ 1910729 h 6858000"/>
              <a:gd name="connsiteX894" fmla="*/ 6964438 w 7467600"/>
              <a:gd name="connsiteY894" fmla="*/ 2209505 h 6858000"/>
              <a:gd name="connsiteX895" fmla="*/ 7367862 w 7467600"/>
              <a:gd name="connsiteY895" fmla="*/ 2806833 h 6858000"/>
              <a:gd name="connsiteX896" fmla="*/ 7364329 w 7467600"/>
              <a:gd name="connsiteY896" fmla="*/ 2826907 h 6858000"/>
              <a:gd name="connsiteX897" fmla="*/ 7290545 w 7467600"/>
              <a:gd name="connsiteY897" fmla="*/ 2850663 h 6858000"/>
              <a:gd name="connsiteX898" fmla="*/ 6472036 w 7467600"/>
              <a:gd name="connsiteY898" fmla="*/ 1959003 h 6858000"/>
              <a:gd name="connsiteX899" fmla="*/ 5792897 w 7467600"/>
              <a:gd name="connsiteY899" fmla="*/ 1647747 h 6858000"/>
              <a:gd name="connsiteX900" fmla="*/ 5842751 w 7467600"/>
              <a:gd name="connsiteY900" fmla="*/ 1816112 h 6858000"/>
              <a:gd name="connsiteX901" fmla="*/ 5847424 w 7467600"/>
              <a:gd name="connsiteY901" fmla="*/ 1815776 h 6858000"/>
              <a:gd name="connsiteX902" fmla="*/ 6399821 w 7467600"/>
              <a:gd name="connsiteY902" fmla="*/ 2344799 h 6858000"/>
              <a:gd name="connsiteX903" fmla="*/ 6323232 w 7467600"/>
              <a:gd name="connsiteY903" fmla="*/ 2389634 h 6858000"/>
              <a:gd name="connsiteX904" fmla="*/ 5942958 w 7467600"/>
              <a:gd name="connsiteY904" fmla="*/ 2077708 h 6858000"/>
              <a:gd name="connsiteX905" fmla="*/ 5921559 w 7467600"/>
              <a:gd name="connsiteY905" fmla="*/ 2378596 h 6858000"/>
              <a:gd name="connsiteX906" fmla="*/ 5817651 w 7467600"/>
              <a:gd name="connsiteY906" fmla="*/ 3023919 h 6858000"/>
              <a:gd name="connsiteX907" fmla="*/ 5729634 w 7467600"/>
              <a:gd name="connsiteY907" fmla="*/ 3051849 h 6858000"/>
              <a:gd name="connsiteX908" fmla="*/ 5611018 w 7467600"/>
              <a:gd name="connsiteY908" fmla="*/ 2316769 h 6858000"/>
              <a:gd name="connsiteX909" fmla="*/ 5687608 w 7467600"/>
              <a:gd name="connsiteY909" fmla="*/ 2039972 h 6858000"/>
              <a:gd name="connsiteX910" fmla="*/ 5657554 w 7467600"/>
              <a:gd name="connsiteY910" fmla="*/ 1576445 h 6858000"/>
              <a:gd name="connsiteX911" fmla="*/ 5150475 w 7467600"/>
              <a:gd name="connsiteY911" fmla="*/ 1274012 h 6858000"/>
              <a:gd name="connsiteX912" fmla="*/ 5349142 w 7467600"/>
              <a:gd name="connsiteY912" fmla="*/ 2204405 h 6858000"/>
              <a:gd name="connsiteX913" fmla="*/ 5262214 w 7467600"/>
              <a:gd name="connsiteY913" fmla="*/ 2233836 h 6858000"/>
              <a:gd name="connsiteX914" fmla="*/ 4981539 w 7467600"/>
              <a:gd name="connsiteY914" fmla="*/ 1542201 h 6858000"/>
              <a:gd name="connsiteX915" fmla="*/ 4958461 w 7467600"/>
              <a:gd name="connsiteY915" fmla="*/ 1136957 h 6858000"/>
              <a:gd name="connsiteX916" fmla="*/ 4655015 w 7467600"/>
              <a:gd name="connsiteY916" fmla="*/ 891426 h 6858000"/>
              <a:gd name="connsiteX917" fmla="*/ 4348002 w 7467600"/>
              <a:gd name="connsiteY917" fmla="*/ 2205895 h 6858000"/>
              <a:gd name="connsiteX918" fmla="*/ 4262250 w 7467600"/>
              <a:gd name="connsiteY918" fmla="*/ 2219972 h 6858000"/>
              <a:gd name="connsiteX919" fmla="*/ 4550611 w 7467600"/>
              <a:gd name="connsiteY919" fmla="*/ 817540 h 6858000"/>
              <a:gd name="connsiteX920" fmla="*/ 4564418 w 7467600"/>
              <a:gd name="connsiteY920" fmla="*/ 808293 h 6858000"/>
              <a:gd name="connsiteX921" fmla="*/ 4266388 w 7467600"/>
              <a:gd name="connsiteY921" fmla="*/ 500083 h 6858000"/>
              <a:gd name="connsiteX922" fmla="*/ 4032842 w 7467600"/>
              <a:gd name="connsiteY922" fmla="*/ 211809 h 6858000"/>
              <a:gd name="connsiteX923" fmla="*/ 3882765 w 7467600"/>
              <a:gd name="connsiteY923" fmla="*/ 0 h 6858000"/>
              <a:gd name="connsiteX924" fmla="*/ 3721337 w 7467600"/>
              <a:gd name="connsiteY924" fmla="*/ 0 h 6858000"/>
              <a:gd name="connsiteX925" fmla="*/ 3797544 w 7467600"/>
              <a:gd name="connsiteY925" fmla="*/ 0 h 6858000"/>
              <a:gd name="connsiteX926" fmla="*/ 3775734 w 7467600"/>
              <a:gd name="connsiteY926" fmla="*/ 95131 h 6858000"/>
              <a:gd name="connsiteX927" fmla="*/ 3724807 w 7467600"/>
              <a:gd name="connsiteY927" fmla="*/ 272257 h 6858000"/>
              <a:gd name="connsiteX928" fmla="*/ 3726844 w 7467600"/>
              <a:gd name="connsiteY928" fmla="*/ 282988 h 6858000"/>
              <a:gd name="connsiteX929" fmla="*/ 3742664 w 7467600"/>
              <a:gd name="connsiteY929" fmla="*/ 279918 h 6858000"/>
              <a:gd name="connsiteX930" fmla="*/ 4103910 w 7467600"/>
              <a:gd name="connsiteY930" fmla="*/ 1161917 h 6858000"/>
              <a:gd name="connsiteX931" fmla="*/ 4020269 w 7467600"/>
              <a:gd name="connsiteY931" fmla="*/ 1200406 h 6858000"/>
              <a:gd name="connsiteX932" fmla="*/ 3674882 w 7467600"/>
              <a:gd name="connsiteY932" fmla="*/ 488524 h 6858000"/>
              <a:gd name="connsiteX933" fmla="*/ 3132682 w 7467600"/>
              <a:gd name="connsiteY933" fmla="*/ 1072284 h 6858000"/>
              <a:gd name="connsiteX934" fmla="*/ 2716346 w 7467600"/>
              <a:gd name="connsiteY934" fmla="*/ 1276376 h 6858000"/>
              <a:gd name="connsiteX935" fmla="*/ 2716772 w 7467600"/>
              <a:gd name="connsiteY935" fmla="*/ 1255462 h 6858000"/>
              <a:gd name="connsiteX936" fmla="*/ 3471096 w 7467600"/>
              <a:gd name="connsiteY936" fmla="*/ 437072 h 6858000"/>
              <a:gd name="connsiteX937" fmla="*/ 3639057 w 7467600"/>
              <a:gd name="connsiteY937" fmla="*/ 286334 h 6858000"/>
              <a:gd name="connsiteX938" fmla="*/ 3640309 w 7467600"/>
              <a:gd name="connsiteY938" fmla="*/ 284664 h 6858000"/>
              <a:gd name="connsiteX939" fmla="*/ 3646022 w 7467600"/>
              <a:gd name="connsiteY939" fmla="*/ 276711 h 6858000"/>
              <a:gd name="connsiteX940" fmla="*/ 3707943 w 7467600"/>
              <a:gd name="connsiteY940" fmla="*/ 65958 h 6858000"/>
              <a:gd name="connsiteX941" fmla="*/ 3721337 w 7467600"/>
              <a:gd name="connsiteY941" fmla="*/ 0 h 6858000"/>
              <a:gd name="connsiteX942" fmla="*/ 2867960 w 7467600"/>
              <a:gd name="connsiteY942" fmla="*/ 0 h 6858000"/>
              <a:gd name="connsiteX943" fmla="*/ 2926351 w 7467600"/>
              <a:gd name="connsiteY943" fmla="*/ 0 h 6858000"/>
              <a:gd name="connsiteX944" fmla="*/ 2902823 w 7467600"/>
              <a:gd name="connsiteY944" fmla="*/ 262929 h 6858000"/>
              <a:gd name="connsiteX945" fmla="*/ 2940663 w 7467600"/>
              <a:gd name="connsiteY945" fmla="*/ 140884 h 6858000"/>
              <a:gd name="connsiteX946" fmla="*/ 2947039 w 7467600"/>
              <a:gd name="connsiteY946" fmla="*/ 122524 h 6858000"/>
              <a:gd name="connsiteX947" fmla="*/ 2984316 w 7467600"/>
              <a:gd name="connsiteY947" fmla="*/ 0 h 6858000"/>
              <a:gd name="connsiteX948" fmla="*/ 3016114 w 7467600"/>
              <a:gd name="connsiteY948" fmla="*/ 0 h 6858000"/>
              <a:gd name="connsiteX949" fmla="*/ 2979949 w 7467600"/>
              <a:gd name="connsiteY949" fmla="*/ 119274 h 6858000"/>
              <a:gd name="connsiteX950" fmla="*/ 3023879 w 7467600"/>
              <a:gd name="connsiteY950" fmla="*/ 0 h 6858000"/>
              <a:gd name="connsiteX951" fmla="*/ 3105400 w 7467600"/>
              <a:gd name="connsiteY951" fmla="*/ 0 h 6858000"/>
              <a:gd name="connsiteX952" fmla="*/ 3094669 w 7467600"/>
              <a:gd name="connsiteY952" fmla="*/ 30308 h 6858000"/>
              <a:gd name="connsiteX953" fmla="*/ 2901945 w 7467600"/>
              <a:gd name="connsiteY953" fmla="*/ 466538 h 6858000"/>
              <a:gd name="connsiteX954" fmla="*/ 2815209 w 7467600"/>
              <a:gd name="connsiteY954" fmla="*/ 497361 h 6858000"/>
              <a:gd name="connsiteX955" fmla="*/ 2844845 w 7467600"/>
              <a:gd name="connsiteY955" fmla="*/ 127638 h 6858000"/>
              <a:gd name="connsiteX956" fmla="*/ 2867960 w 7467600"/>
              <a:gd name="connsiteY956" fmla="*/ 0 h 6858000"/>
              <a:gd name="connsiteX957" fmla="*/ 1057230 w 7467600"/>
              <a:gd name="connsiteY957" fmla="*/ 0 h 6858000"/>
              <a:gd name="connsiteX958" fmla="*/ 1111003 w 7467600"/>
              <a:gd name="connsiteY958" fmla="*/ 0 h 6858000"/>
              <a:gd name="connsiteX959" fmla="*/ 1125553 w 7467600"/>
              <a:gd name="connsiteY959" fmla="*/ 52588 h 6858000"/>
              <a:gd name="connsiteX960" fmla="*/ 1304276 w 7467600"/>
              <a:gd name="connsiteY960" fmla="*/ 476275 h 6858000"/>
              <a:gd name="connsiteX961" fmla="*/ 1492066 w 7467600"/>
              <a:gd name="connsiteY961" fmla="*/ 886333 h 6858000"/>
              <a:gd name="connsiteX962" fmla="*/ 1423698 w 7467600"/>
              <a:gd name="connsiteY962" fmla="*/ 710817 h 6858000"/>
              <a:gd name="connsiteX963" fmla="*/ 1357609 w 7467600"/>
              <a:gd name="connsiteY963" fmla="*/ 532892 h 6858000"/>
              <a:gd name="connsiteX964" fmla="*/ 1309550 w 7467600"/>
              <a:gd name="connsiteY964" fmla="*/ 374031 h 6858000"/>
              <a:gd name="connsiteX965" fmla="*/ 1193673 w 7467600"/>
              <a:gd name="connsiteY965" fmla="*/ 49533 h 6858000"/>
              <a:gd name="connsiteX966" fmla="*/ 1164391 w 7467600"/>
              <a:gd name="connsiteY966" fmla="*/ 0 h 6858000"/>
              <a:gd name="connsiteX967" fmla="*/ 1200666 w 7467600"/>
              <a:gd name="connsiteY967" fmla="*/ 0 h 6858000"/>
              <a:gd name="connsiteX968" fmla="*/ 1223408 w 7467600"/>
              <a:gd name="connsiteY968" fmla="*/ 38996 h 6858000"/>
              <a:gd name="connsiteX969" fmla="*/ 1339635 w 7467600"/>
              <a:gd name="connsiteY969" fmla="*/ 365517 h 6858000"/>
              <a:gd name="connsiteX970" fmla="*/ 1387469 w 7467600"/>
              <a:gd name="connsiteY970" fmla="*/ 523079 h 6858000"/>
              <a:gd name="connsiteX971" fmla="*/ 1452685 w 7467600"/>
              <a:gd name="connsiteY971" fmla="*/ 699806 h 6858000"/>
              <a:gd name="connsiteX972" fmla="*/ 1492092 w 7467600"/>
              <a:gd name="connsiteY972" fmla="*/ 800424 h 6858000"/>
              <a:gd name="connsiteX973" fmla="*/ 1455302 w 7467600"/>
              <a:gd name="connsiteY973" fmla="*/ 632913 h 6858000"/>
              <a:gd name="connsiteX974" fmla="*/ 1222336 w 7467600"/>
              <a:gd name="connsiteY974" fmla="*/ 9480 h 6858000"/>
              <a:gd name="connsiteX975" fmla="*/ 1214634 w 7467600"/>
              <a:gd name="connsiteY975" fmla="*/ 0 h 6858000"/>
              <a:gd name="connsiteX976" fmla="*/ 1289827 w 7467600"/>
              <a:gd name="connsiteY976" fmla="*/ 0 h 6858000"/>
              <a:gd name="connsiteX977" fmla="*/ 1321076 w 7467600"/>
              <a:gd name="connsiteY977" fmla="*/ 59722 h 6858000"/>
              <a:gd name="connsiteX978" fmla="*/ 1512579 w 7467600"/>
              <a:gd name="connsiteY978" fmla="*/ 626441 h 6858000"/>
              <a:gd name="connsiteX979" fmla="*/ 1506076 w 7467600"/>
              <a:gd name="connsiteY979" fmla="*/ 1089289 h 6858000"/>
              <a:gd name="connsiteX980" fmla="*/ 1486346 w 7467600"/>
              <a:gd name="connsiteY980" fmla="*/ 1079919 h 6858000"/>
              <a:gd name="connsiteX981" fmla="*/ 1070511 w 7467600"/>
              <a:gd name="connsiteY981" fmla="*/ 48609 h 6858000"/>
              <a:gd name="connsiteX982" fmla="*/ 1057230 w 7467600"/>
              <a:gd name="connsiteY982" fmla="*/ 0 h 6858000"/>
              <a:gd name="connsiteX983" fmla="*/ 43151 w 7467600"/>
              <a:gd name="connsiteY983" fmla="*/ 0 h 6858000"/>
              <a:gd name="connsiteX984" fmla="*/ 95283 w 7467600"/>
              <a:gd name="connsiteY984" fmla="*/ 0 h 6858000"/>
              <a:gd name="connsiteX985" fmla="*/ 300708 w 7467600"/>
              <a:gd name="connsiteY985" fmla="*/ 154571 h 6858000"/>
              <a:gd name="connsiteX986" fmla="*/ 530414 w 7467600"/>
              <a:gd name="connsiteY986" fmla="*/ 354673 h 6858000"/>
              <a:gd name="connsiteX987" fmla="*/ 333785 w 7467600"/>
              <a:gd name="connsiteY987" fmla="*/ 161564 h 6858000"/>
              <a:gd name="connsiteX988" fmla="*/ 147005 w 7467600"/>
              <a:gd name="connsiteY988" fmla="*/ 0 h 6858000"/>
              <a:gd name="connsiteX989" fmla="*/ 272509 w 7467600"/>
              <a:gd name="connsiteY989" fmla="*/ 0 h 6858000"/>
              <a:gd name="connsiteX990" fmla="*/ 326276 w 7467600"/>
              <a:gd name="connsiteY990" fmla="*/ 45847 h 6858000"/>
              <a:gd name="connsiteX991" fmla="*/ 823759 w 7467600"/>
              <a:gd name="connsiteY991" fmla="*/ 574145 h 6858000"/>
              <a:gd name="connsiteX992" fmla="*/ 811254 w 7467600"/>
              <a:gd name="connsiteY992" fmla="*/ 665546 h 6858000"/>
              <a:gd name="connsiteX993" fmla="*/ 154042 w 7467600"/>
              <a:gd name="connsiteY993" fmla="*/ 261522 h 6858000"/>
              <a:gd name="connsiteX994" fmla="*/ 13550 w 7467600"/>
              <a:gd name="connsiteY994" fmla="*/ 158423 h 6858000"/>
              <a:gd name="connsiteX995" fmla="*/ 0 w 7467600"/>
              <a:gd name="connsiteY995" fmla="*/ 146618 h 6858000"/>
              <a:gd name="connsiteX996" fmla="*/ 0 w 7467600"/>
              <a:gd name="connsiteY996" fmla="*/ 59161 h 6858000"/>
              <a:gd name="connsiteX997" fmla="*/ 45427 w 7467600"/>
              <a:gd name="connsiteY997" fmla="*/ 101078 h 6858000"/>
              <a:gd name="connsiteX998" fmla="*/ 630103 w 7467600"/>
              <a:gd name="connsiteY998" fmla="*/ 485885 h 6858000"/>
              <a:gd name="connsiteX999" fmla="*/ 532040 w 7467600"/>
              <a:gd name="connsiteY999" fmla="*/ 399359 h 6858000"/>
              <a:gd name="connsiteX1000" fmla="*/ 517618 w 7467600"/>
              <a:gd name="connsiteY1000" fmla="*/ 385726 h 6858000"/>
              <a:gd name="connsiteX1001" fmla="*/ 285074 w 7467600"/>
              <a:gd name="connsiteY1001" fmla="*/ 182755 h 6858000"/>
              <a:gd name="connsiteX1002" fmla="*/ 43151 w 7467600"/>
              <a:gd name="connsiteY100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131946 w 7467600"/>
              <a:gd name="connsiteY127" fmla="*/ 5075653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7131946 w 7467600"/>
              <a:gd name="connsiteY145" fmla="*/ 5075653 h 6858000"/>
              <a:gd name="connsiteX146" fmla="*/ 1903353 w 7467600"/>
              <a:gd name="connsiteY146" fmla="*/ 5044827 h 6858000"/>
              <a:gd name="connsiteX147" fmla="*/ 1936931 w 7467600"/>
              <a:gd name="connsiteY147" fmla="*/ 5093954 h 6858000"/>
              <a:gd name="connsiteX148" fmla="*/ 2195868 w 7467600"/>
              <a:gd name="connsiteY148" fmla="*/ 5396574 h 6858000"/>
              <a:gd name="connsiteX149" fmla="*/ 2088852 w 7467600"/>
              <a:gd name="connsiteY149" fmla="*/ 5166123 h 6858000"/>
              <a:gd name="connsiteX150" fmla="*/ 1958241 w 7467600"/>
              <a:gd name="connsiteY150" fmla="*/ 5067955 h 6858000"/>
              <a:gd name="connsiteX151" fmla="*/ 1903353 w 7467600"/>
              <a:gd name="connsiteY151" fmla="*/ 5044827 h 6858000"/>
              <a:gd name="connsiteX152" fmla="*/ 1979378 w 7467600"/>
              <a:gd name="connsiteY152" fmla="*/ 4769504 h 6858000"/>
              <a:gd name="connsiteX153" fmla="*/ 2882120 w 7467600"/>
              <a:gd name="connsiteY153" fmla="*/ 5064547 h 6858000"/>
              <a:gd name="connsiteX154" fmla="*/ 2793103 w 7467600"/>
              <a:gd name="connsiteY154" fmla="*/ 5039699 h 6858000"/>
              <a:gd name="connsiteX155" fmla="*/ 2770041 w 7467600"/>
              <a:gd name="connsiteY155" fmla="*/ 5033634 h 6858000"/>
              <a:gd name="connsiteX156" fmla="*/ 1979378 w 7467600"/>
              <a:gd name="connsiteY156" fmla="*/ 4769504 h 6858000"/>
              <a:gd name="connsiteX157" fmla="*/ 1927410 w 7467600"/>
              <a:gd name="connsiteY157" fmla="*/ 4716164 h 6858000"/>
              <a:gd name="connsiteX158" fmla="*/ 1959587 w 7467600"/>
              <a:gd name="connsiteY158" fmla="*/ 4728849 h 6858000"/>
              <a:gd name="connsiteX159" fmla="*/ 2777707 w 7467600"/>
              <a:gd name="connsiteY159" fmla="*/ 5003991 h 6858000"/>
              <a:gd name="connsiteX160" fmla="*/ 2800768 w 7467600"/>
              <a:gd name="connsiteY160" fmla="*/ 5010056 h 6858000"/>
              <a:gd name="connsiteX161" fmla="*/ 2879408 w 7467600"/>
              <a:gd name="connsiteY161" fmla="*/ 5031590 h 6858000"/>
              <a:gd name="connsiteX162" fmla="*/ 2862295 w 7467600"/>
              <a:gd name="connsiteY162" fmla="*/ 5022958 h 6858000"/>
              <a:gd name="connsiteX163" fmla="*/ 2813343 w 7467600"/>
              <a:gd name="connsiteY163" fmla="*/ 4998369 h 6858000"/>
              <a:gd name="connsiteX164" fmla="*/ 2646245 w 7467600"/>
              <a:gd name="connsiteY164" fmla="*/ 4930999 h 6858000"/>
              <a:gd name="connsiteX165" fmla="*/ 1999243 w 7467600"/>
              <a:gd name="connsiteY165" fmla="*/ 4730524 h 6858000"/>
              <a:gd name="connsiteX166" fmla="*/ 1979527 w 7467600"/>
              <a:gd name="connsiteY166" fmla="*/ 4726651 h 6858000"/>
              <a:gd name="connsiteX167" fmla="*/ 1927410 w 7467600"/>
              <a:gd name="connsiteY167" fmla="*/ 4716164 h 6858000"/>
              <a:gd name="connsiteX168" fmla="*/ 1997014 w 7467600"/>
              <a:gd name="connsiteY168" fmla="*/ 4698007 h 6858000"/>
              <a:gd name="connsiteX169" fmla="*/ 2005458 w 7467600"/>
              <a:gd name="connsiteY169" fmla="*/ 4699540 h 6858000"/>
              <a:gd name="connsiteX170" fmla="*/ 2657186 w 7467600"/>
              <a:gd name="connsiteY170" fmla="*/ 4901687 h 6858000"/>
              <a:gd name="connsiteX171" fmla="*/ 2826662 w 7467600"/>
              <a:gd name="connsiteY171" fmla="*/ 4970362 h 6858000"/>
              <a:gd name="connsiteX172" fmla="*/ 2876100 w 7467600"/>
              <a:gd name="connsiteY172" fmla="*/ 4995397 h 6858000"/>
              <a:gd name="connsiteX173" fmla="*/ 3042600 w 7467600"/>
              <a:gd name="connsiteY173" fmla="*/ 5059532 h 6858000"/>
              <a:gd name="connsiteX174" fmla="*/ 1997014 w 7467600"/>
              <a:gd name="connsiteY174" fmla="*/ 4698007 h 6858000"/>
              <a:gd name="connsiteX175" fmla="*/ 2305292 w 7467600"/>
              <a:gd name="connsiteY175" fmla="*/ 4219492 h 6858000"/>
              <a:gd name="connsiteX176" fmla="*/ 3360922 w 7467600"/>
              <a:gd name="connsiteY176" fmla="*/ 4529373 h 6858000"/>
              <a:gd name="connsiteX177" fmla="*/ 3492420 w 7467600"/>
              <a:gd name="connsiteY177" fmla="*/ 4510145 h 6858000"/>
              <a:gd name="connsiteX178" fmla="*/ 3364086 w 7467600"/>
              <a:gd name="connsiteY178" fmla="*/ 4480340 h 6858000"/>
              <a:gd name="connsiteX179" fmla="*/ 3225818 w 7467600"/>
              <a:gd name="connsiteY179" fmla="*/ 4411822 h 6858000"/>
              <a:gd name="connsiteX180" fmla="*/ 3129696 w 7467600"/>
              <a:gd name="connsiteY180" fmla="*/ 4360704 h 6858000"/>
              <a:gd name="connsiteX181" fmla="*/ 2814545 w 7467600"/>
              <a:gd name="connsiteY181" fmla="*/ 4282955 h 6858000"/>
              <a:gd name="connsiteX182" fmla="*/ 2305292 w 7467600"/>
              <a:gd name="connsiteY182" fmla="*/ 4219492 h 6858000"/>
              <a:gd name="connsiteX183" fmla="*/ 2626982 w 7467600"/>
              <a:gd name="connsiteY183" fmla="*/ 4206450 h 6858000"/>
              <a:gd name="connsiteX184" fmla="*/ 2490617 w 7467600"/>
              <a:gd name="connsiteY184" fmla="*/ 4206951 h 6858000"/>
              <a:gd name="connsiteX185" fmla="*/ 2819869 w 7467600"/>
              <a:gd name="connsiteY185" fmla="*/ 4252936 h 6858000"/>
              <a:gd name="connsiteX186" fmla="*/ 3143018 w 7467600"/>
              <a:gd name="connsiteY186" fmla="*/ 4332698 h 6858000"/>
              <a:gd name="connsiteX187" fmla="*/ 3241520 w 7467600"/>
              <a:gd name="connsiteY187" fmla="*/ 4385112 h 6858000"/>
              <a:gd name="connsiteX188" fmla="*/ 3374575 w 7467600"/>
              <a:gd name="connsiteY188" fmla="*/ 4451517 h 6858000"/>
              <a:gd name="connsiteX189" fmla="*/ 3505221 w 7467600"/>
              <a:gd name="connsiteY189" fmla="*/ 4480757 h 6858000"/>
              <a:gd name="connsiteX190" fmla="*/ 2626982 w 7467600"/>
              <a:gd name="connsiteY190" fmla="*/ 4206450 h 6858000"/>
              <a:gd name="connsiteX191" fmla="*/ 1310106 w 7467600"/>
              <a:gd name="connsiteY191" fmla="*/ 3943217 h 6858000"/>
              <a:gd name="connsiteX192" fmla="*/ 854994 w 7467600"/>
              <a:gd name="connsiteY192" fmla="*/ 4399136 h 6858000"/>
              <a:gd name="connsiteX193" fmla="*/ 742462 w 7467600"/>
              <a:gd name="connsiteY193" fmla="*/ 4594648 h 6858000"/>
              <a:gd name="connsiteX194" fmla="*/ 820602 w 7467600"/>
              <a:gd name="connsiteY194" fmla="*/ 4485915 h 6858000"/>
              <a:gd name="connsiteX195" fmla="*/ 878295 w 7467600"/>
              <a:gd name="connsiteY195" fmla="*/ 4403594 h 6858000"/>
              <a:gd name="connsiteX196" fmla="*/ 1240607 w 7467600"/>
              <a:gd name="connsiteY196" fmla="*/ 4010401 h 6858000"/>
              <a:gd name="connsiteX197" fmla="*/ 1310106 w 7467600"/>
              <a:gd name="connsiteY197" fmla="*/ 3943217 h 6858000"/>
              <a:gd name="connsiteX198" fmla="*/ 1423113 w 7467600"/>
              <a:gd name="connsiteY198" fmla="*/ 3874565 h 6858000"/>
              <a:gd name="connsiteX199" fmla="*/ 1260565 w 7467600"/>
              <a:gd name="connsiteY199" fmla="*/ 4031982 h 6858000"/>
              <a:gd name="connsiteX200" fmla="*/ 901900 w 7467600"/>
              <a:gd name="connsiteY200" fmla="*/ 4421236 h 6858000"/>
              <a:gd name="connsiteX201" fmla="*/ 845044 w 7467600"/>
              <a:gd name="connsiteY201" fmla="*/ 4502436 h 6858000"/>
              <a:gd name="connsiteX202" fmla="*/ 685926 w 7467600"/>
              <a:gd name="connsiteY202" fmla="*/ 4703069 h 6858000"/>
              <a:gd name="connsiteX203" fmla="*/ 684248 w 7467600"/>
              <a:gd name="connsiteY203" fmla="*/ 4706721 h 6858000"/>
              <a:gd name="connsiteX204" fmla="*/ 1423113 w 7467600"/>
              <a:gd name="connsiteY204" fmla="*/ 3874565 h 6858000"/>
              <a:gd name="connsiteX205" fmla="*/ 3316479 w 7467600"/>
              <a:gd name="connsiteY205" fmla="*/ 3872136 h 6858000"/>
              <a:gd name="connsiteX206" fmla="*/ 3546806 w 7467600"/>
              <a:gd name="connsiteY206" fmla="*/ 4356139 h 6858000"/>
              <a:gd name="connsiteX207" fmla="*/ 3364433 w 7467600"/>
              <a:gd name="connsiteY207" fmla="*/ 3953121 h 6858000"/>
              <a:gd name="connsiteX208" fmla="*/ 3316479 w 7467600"/>
              <a:gd name="connsiteY208" fmla="*/ 3872136 h 6858000"/>
              <a:gd name="connsiteX209" fmla="*/ 3291335 w 7467600"/>
              <a:gd name="connsiteY209" fmla="*/ 3767420 h 6858000"/>
              <a:gd name="connsiteX210" fmla="*/ 3390805 w 7467600"/>
              <a:gd name="connsiteY210" fmla="*/ 3937163 h 6858000"/>
              <a:gd name="connsiteX211" fmla="*/ 3579062 w 7467600"/>
              <a:gd name="connsiteY211" fmla="*/ 4359040 h 6858000"/>
              <a:gd name="connsiteX212" fmla="*/ 3467355 w 7467600"/>
              <a:gd name="connsiteY212" fmla="*/ 3988130 h 6858000"/>
              <a:gd name="connsiteX213" fmla="*/ 3310753 w 7467600"/>
              <a:gd name="connsiteY213" fmla="*/ 3787140 h 6858000"/>
              <a:gd name="connsiteX214" fmla="*/ 3291335 w 7467600"/>
              <a:gd name="connsiteY214" fmla="*/ 3767420 h 6858000"/>
              <a:gd name="connsiteX215" fmla="*/ 1635889 w 7467600"/>
              <a:gd name="connsiteY215" fmla="*/ 3709494 h 6858000"/>
              <a:gd name="connsiteX216" fmla="*/ 1634800 w 7467600"/>
              <a:gd name="connsiteY216" fmla="*/ 3731111 h 6858000"/>
              <a:gd name="connsiteX217" fmla="*/ 1635889 w 7467600"/>
              <a:gd name="connsiteY217" fmla="*/ 3709494 h 6858000"/>
              <a:gd name="connsiteX218" fmla="*/ 1510397 w 7467600"/>
              <a:gd name="connsiteY218" fmla="*/ 3684705 h 6858000"/>
              <a:gd name="connsiteX219" fmla="*/ 1146550 w 7467600"/>
              <a:gd name="connsiteY219" fmla="*/ 3802012 h 6858000"/>
              <a:gd name="connsiteX220" fmla="*/ 698834 w 7467600"/>
              <a:gd name="connsiteY220" fmla="*/ 3952272 h 6858000"/>
              <a:gd name="connsiteX221" fmla="*/ 34256 w 7467600"/>
              <a:gd name="connsiteY221" fmla="*/ 4347603 h 6858000"/>
              <a:gd name="connsiteX222" fmla="*/ 527241 w 7467600"/>
              <a:gd name="connsiteY222" fmla="*/ 4065078 h 6858000"/>
              <a:gd name="connsiteX223" fmla="*/ 1510397 w 7467600"/>
              <a:gd name="connsiteY223" fmla="*/ 3684705 h 6858000"/>
              <a:gd name="connsiteX224" fmla="*/ 1313114 w 7467600"/>
              <a:gd name="connsiteY224" fmla="*/ 3655216 h 6858000"/>
              <a:gd name="connsiteX225" fmla="*/ 1109304 w 7467600"/>
              <a:gd name="connsiteY225" fmla="*/ 3669030 h 6858000"/>
              <a:gd name="connsiteX226" fmla="*/ 8129 w 7467600"/>
              <a:gd name="connsiteY226" fmla="*/ 4330519 h 6858000"/>
              <a:gd name="connsiteX227" fmla="*/ 687572 w 7467600"/>
              <a:gd name="connsiteY227" fmla="*/ 3925629 h 6858000"/>
              <a:gd name="connsiteX228" fmla="*/ 1138365 w 7467600"/>
              <a:gd name="connsiteY228" fmla="*/ 3774515 h 6858000"/>
              <a:gd name="connsiteX229" fmla="*/ 1505579 w 7467600"/>
              <a:gd name="connsiteY229" fmla="*/ 3655526 h 6858000"/>
              <a:gd name="connsiteX230" fmla="*/ 1313114 w 7467600"/>
              <a:gd name="connsiteY230" fmla="*/ 3655216 h 6858000"/>
              <a:gd name="connsiteX231" fmla="*/ 3655073 w 7467600"/>
              <a:gd name="connsiteY231" fmla="*/ 3650884 h 6858000"/>
              <a:gd name="connsiteX232" fmla="*/ 3989938 w 7467600"/>
              <a:gd name="connsiteY232" fmla="*/ 3991685 h 6858000"/>
              <a:gd name="connsiteX233" fmla="*/ 4393907 w 7467600"/>
              <a:gd name="connsiteY233" fmla="*/ 4261258 h 6858000"/>
              <a:gd name="connsiteX234" fmla="*/ 4648051 w 7467600"/>
              <a:gd name="connsiteY234" fmla="*/ 4374051 h 6858000"/>
              <a:gd name="connsiteX235" fmla="*/ 4383389 w 7467600"/>
              <a:gd name="connsiteY235" fmla="*/ 4184369 h 6858000"/>
              <a:gd name="connsiteX236" fmla="*/ 4165508 w 7467600"/>
              <a:gd name="connsiteY236" fmla="*/ 4035196 h 6858000"/>
              <a:gd name="connsiteX237" fmla="*/ 4068162 w 7467600"/>
              <a:gd name="connsiteY237" fmla="*/ 3953394 h 6858000"/>
              <a:gd name="connsiteX238" fmla="*/ 3981416 w 7467600"/>
              <a:gd name="connsiteY238" fmla="*/ 3880482 h 6858000"/>
              <a:gd name="connsiteX239" fmla="*/ 3800147 w 7467600"/>
              <a:gd name="connsiteY239" fmla="*/ 3749872 h 6858000"/>
              <a:gd name="connsiteX240" fmla="*/ 3655073 w 7467600"/>
              <a:gd name="connsiteY240" fmla="*/ 3650884 h 6858000"/>
              <a:gd name="connsiteX241" fmla="*/ 3670252 w 7467600"/>
              <a:gd name="connsiteY241" fmla="*/ 3622798 h 6858000"/>
              <a:gd name="connsiteX242" fmla="*/ 3817258 w 7467600"/>
              <a:gd name="connsiteY242" fmla="*/ 3723577 h 6858000"/>
              <a:gd name="connsiteX243" fmla="*/ 4000461 w 7467600"/>
              <a:gd name="connsiteY243" fmla="*/ 3855966 h 6858000"/>
              <a:gd name="connsiteX244" fmla="*/ 4088180 w 7467600"/>
              <a:gd name="connsiteY244" fmla="*/ 3929774 h 6858000"/>
              <a:gd name="connsiteX245" fmla="*/ 4184555 w 7467600"/>
              <a:gd name="connsiteY245" fmla="*/ 4010683 h 6858000"/>
              <a:gd name="connsiteX246" fmla="*/ 4399563 w 7467600"/>
              <a:gd name="connsiteY246" fmla="*/ 4158106 h 6858000"/>
              <a:gd name="connsiteX247" fmla="*/ 4684469 w 7467600"/>
              <a:gd name="connsiteY247" fmla="*/ 4364680 h 6858000"/>
              <a:gd name="connsiteX248" fmla="*/ 4690271 w 7467600"/>
              <a:gd name="connsiteY248" fmla="*/ 4370034 h 6858000"/>
              <a:gd name="connsiteX249" fmla="*/ 4136093 w 7467600"/>
              <a:gd name="connsiteY249" fmla="*/ 3858466 h 6858000"/>
              <a:gd name="connsiteX250" fmla="*/ 3670252 w 7467600"/>
              <a:gd name="connsiteY250" fmla="*/ 3622798 h 6858000"/>
              <a:gd name="connsiteX251" fmla="*/ 4440129 w 7467600"/>
              <a:gd name="connsiteY251" fmla="*/ 3448571 h 6858000"/>
              <a:gd name="connsiteX252" fmla="*/ 4856525 w 7467600"/>
              <a:gd name="connsiteY252" fmla="*/ 3915351 h 6858000"/>
              <a:gd name="connsiteX253" fmla="*/ 5059055 w 7467600"/>
              <a:gd name="connsiteY253" fmla="*/ 4108918 h 6858000"/>
              <a:gd name="connsiteX254" fmla="*/ 5290070 w 7467600"/>
              <a:gd name="connsiteY254" fmla="*/ 4263619 h 6858000"/>
              <a:gd name="connsiteX255" fmla="*/ 4834991 w 7467600"/>
              <a:gd name="connsiteY255" fmla="*/ 3830985 h 6858000"/>
              <a:gd name="connsiteX256" fmla="*/ 4440129 w 7467600"/>
              <a:gd name="connsiteY256" fmla="*/ 3448571 h 6858000"/>
              <a:gd name="connsiteX257" fmla="*/ 4441737 w 7467600"/>
              <a:gd name="connsiteY257" fmla="*/ 3399734 h 6858000"/>
              <a:gd name="connsiteX258" fmla="*/ 4431236 w 7467600"/>
              <a:gd name="connsiteY258" fmla="*/ 3400954 h 6858000"/>
              <a:gd name="connsiteX259" fmla="*/ 4557150 w 7467600"/>
              <a:gd name="connsiteY259" fmla="*/ 3510023 h 6858000"/>
              <a:gd name="connsiteX260" fmla="*/ 4856936 w 7467600"/>
              <a:gd name="connsiteY260" fmla="*/ 3809146 h 6858000"/>
              <a:gd name="connsiteX261" fmla="*/ 5111996 w 7467600"/>
              <a:gd name="connsiteY261" fmla="*/ 4065759 h 6858000"/>
              <a:gd name="connsiteX262" fmla="*/ 5388878 w 7467600"/>
              <a:gd name="connsiteY262" fmla="*/ 4300185 h 6858000"/>
              <a:gd name="connsiteX263" fmla="*/ 5425556 w 7467600"/>
              <a:gd name="connsiteY263" fmla="*/ 4308967 h 6858000"/>
              <a:gd name="connsiteX264" fmla="*/ 4943646 w 7467600"/>
              <a:gd name="connsiteY264" fmla="*/ 3822916 h 6858000"/>
              <a:gd name="connsiteX265" fmla="*/ 4594837 w 7467600"/>
              <a:gd name="connsiteY265" fmla="*/ 3532274 h 6858000"/>
              <a:gd name="connsiteX266" fmla="*/ 4441737 w 7467600"/>
              <a:gd name="connsiteY266" fmla="*/ 3399734 h 6858000"/>
              <a:gd name="connsiteX267" fmla="*/ 5425834 w 7467600"/>
              <a:gd name="connsiteY267" fmla="*/ 3162785 h 6858000"/>
              <a:gd name="connsiteX268" fmla="*/ 5401644 w 7467600"/>
              <a:gd name="connsiteY268" fmla="*/ 3617847 h 6858000"/>
              <a:gd name="connsiteX269" fmla="*/ 5467256 w 7467600"/>
              <a:gd name="connsiteY269" fmla="*/ 4175494 h 6858000"/>
              <a:gd name="connsiteX270" fmla="*/ 5448069 w 7467600"/>
              <a:gd name="connsiteY270" fmla="*/ 3567554 h 6858000"/>
              <a:gd name="connsiteX271" fmla="*/ 5425834 w 7467600"/>
              <a:gd name="connsiteY271" fmla="*/ 3162785 h 6858000"/>
              <a:gd name="connsiteX272" fmla="*/ 1318687 w 7467600"/>
              <a:gd name="connsiteY272" fmla="*/ 3113840 h 6858000"/>
              <a:gd name="connsiteX273" fmla="*/ 1066793 w 7467600"/>
              <a:gd name="connsiteY273" fmla="*/ 3212171 h 6858000"/>
              <a:gd name="connsiteX274" fmla="*/ 993319 w 7467600"/>
              <a:gd name="connsiteY274" fmla="*/ 3247648 h 6858000"/>
              <a:gd name="connsiteX275" fmla="*/ 853081 w 7467600"/>
              <a:gd name="connsiteY275" fmla="*/ 3312410 h 6858000"/>
              <a:gd name="connsiteX276" fmla="*/ 805957 w 7467600"/>
              <a:gd name="connsiteY276" fmla="*/ 3330443 h 6858000"/>
              <a:gd name="connsiteX277" fmla="*/ 1318687 w 7467600"/>
              <a:gd name="connsiteY277" fmla="*/ 3113840 h 6858000"/>
              <a:gd name="connsiteX278" fmla="*/ 5453702 w 7467600"/>
              <a:gd name="connsiteY278" fmla="*/ 3090882 h 6858000"/>
              <a:gd name="connsiteX279" fmla="*/ 5480135 w 7467600"/>
              <a:gd name="connsiteY279" fmla="*/ 3565802 h 6858000"/>
              <a:gd name="connsiteX280" fmla="*/ 5499023 w 7467600"/>
              <a:gd name="connsiteY280" fmla="*/ 4166310 h 6858000"/>
              <a:gd name="connsiteX281" fmla="*/ 5547022 w 7467600"/>
              <a:gd name="connsiteY281" fmla="*/ 3607838 h 6858000"/>
              <a:gd name="connsiteX282" fmla="*/ 5515964 w 7467600"/>
              <a:gd name="connsiteY282" fmla="*/ 3378541 h 6858000"/>
              <a:gd name="connsiteX283" fmla="*/ 5453702 w 7467600"/>
              <a:gd name="connsiteY283" fmla="*/ 3090882 h 6858000"/>
              <a:gd name="connsiteX284" fmla="*/ 1238695 w 7467600"/>
              <a:gd name="connsiteY284" fmla="*/ 3076820 h 6858000"/>
              <a:gd name="connsiteX285" fmla="*/ 716371 w 7467600"/>
              <a:gd name="connsiteY285" fmla="*/ 3293249 h 6858000"/>
              <a:gd name="connsiteX286" fmla="*/ 579522 w 7467600"/>
              <a:gd name="connsiteY286" fmla="*/ 3371759 h 6858000"/>
              <a:gd name="connsiteX287" fmla="*/ 600288 w 7467600"/>
              <a:gd name="connsiteY287" fmla="*/ 3365555 h 6858000"/>
              <a:gd name="connsiteX288" fmla="*/ 840692 w 7467600"/>
              <a:gd name="connsiteY288" fmla="*/ 3284921 h 6858000"/>
              <a:gd name="connsiteX289" fmla="*/ 979248 w 7467600"/>
              <a:gd name="connsiteY289" fmla="*/ 3221003 h 6858000"/>
              <a:gd name="connsiteX290" fmla="*/ 1053282 w 7467600"/>
              <a:gd name="connsiteY290" fmla="*/ 3185247 h 6858000"/>
              <a:gd name="connsiteX291" fmla="*/ 1320603 w 7467600"/>
              <a:gd name="connsiteY291" fmla="*/ 3081281 h 6858000"/>
              <a:gd name="connsiteX292" fmla="*/ 1238695 w 7467600"/>
              <a:gd name="connsiteY292" fmla="*/ 3076820 h 6858000"/>
              <a:gd name="connsiteX293" fmla="*/ 5425627 w 7467600"/>
              <a:gd name="connsiteY293" fmla="*/ 2954192 h 6858000"/>
              <a:gd name="connsiteX294" fmla="*/ 5470770 w 7467600"/>
              <a:gd name="connsiteY294" fmla="*/ 3005435 h 6858000"/>
              <a:gd name="connsiteX295" fmla="*/ 5519779 w 7467600"/>
              <a:gd name="connsiteY295" fmla="*/ 4359223 h 6858000"/>
              <a:gd name="connsiteX296" fmla="*/ 5520293 w 7467600"/>
              <a:gd name="connsiteY296" fmla="*/ 4360602 h 6858000"/>
              <a:gd name="connsiteX297" fmla="*/ 5767221 w 7467600"/>
              <a:gd name="connsiteY297" fmla="*/ 4665564 h 6858000"/>
              <a:gd name="connsiteX298" fmla="*/ 6937169 w 7467600"/>
              <a:gd name="connsiteY298" fmla="*/ 4815941 h 6858000"/>
              <a:gd name="connsiteX299" fmla="*/ 6953922 w 7467600"/>
              <a:gd name="connsiteY299" fmla="*/ 4890068 h 6858000"/>
              <a:gd name="connsiteX300" fmla="*/ 6071359 w 7467600"/>
              <a:gd name="connsiteY300" fmla="*/ 4770770 h 6858000"/>
              <a:gd name="connsiteX301" fmla="*/ 6038839 w 7467600"/>
              <a:gd name="connsiteY301" fmla="*/ 4764474 h 6858000"/>
              <a:gd name="connsiteX302" fmla="*/ 6038706 w 7467600"/>
              <a:gd name="connsiteY302" fmla="*/ 4763847 h 6858000"/>
              <a:gd name="connsiteX303" fmla="*/ 6037784 w 7467600"/>
              <a:gd name="connsiteY303" fmla="*/ 4764270 h 6858000"/>
              <a:gd name="connsiteX304" fmla="*/ 6038839 w 7467600"/>
              <a:gd name="connsiteY304" fmla="*/ 4764474 h 6858000"/>
              <a:gd name="connsiteX305" fmla="*/ 6040338 w 7467600"/>
              <a:gd name="connsiteY305" fmla="*/ 4771418 h 6858000"/>
              <a:gd name="connsiteX306" fmla="*/ 6024488 w 7467600"/>
              <a:gd name="connsiteY306" fmla="*/ 4809903 h 6858000"/>
              <a:gd name="connsiteX307" fmla="*/ 5599771 w 7467600"/>
              <a:gd name="connsiteY307" fmla="*/ 5509652 h 6858000"/>
              <a:gd name="connsiteX308" fmla="*/ 5548843 w 7467600"/>
              <a:gd name="connsiteY308" fmla="*/ 5563845 h 6858000"/>
              <a:gd name="connsiteX309" fmla="*/ 5940952 w 7467600"/>
              <a:gd name="connsiteY309" fmla="*/ 6250028 h 6858000"/>
              <a:gd name="connsiteX310" fmla="*/ 6043441 w 7467600"/>
              <a:gd name="connsiteY310" fmla="*/ 6665847 h 6858000"/>
              <a:gd name="connsiteX311" fmla="*/ 6093432 w 7467600"/>
              <a:gd name="connsiteY311" fmla="*/ 6858000 h 6858000"/>
              <a:gd name="connsiteX312" fmla="*/ 6034344 w 7467600"/>
              <a:gd name="connsiteY312" fmla="*/ 6858000 h 6858000"/>
              <a:gd name="connsiteX313" fmla="*/ 6026679 w 7467600"/>
              <a:gd name="connsiteY313" fmla="*/ 6836959 h 6858000"/>
              <a:gd name="connsiteX314" fmla="*/ 5800441 w 7467600"/>
              <a:gd name="connsiteY314" fmla="*/ 6335286 h 6858000"/>
              <a:gd name="connsiteX315" fmla="*/ 5526562 w 7467600"/>
              <a:gd name="connsiteY315" fmla="*/ 5705388 h 6858000"/>
              <a:gd name="connsiteX316" fmla="*/ 5519640 w 7467600"/>
              <a:gd name="connsiteY316" fmla="*/ 5683774 h 6858000"/>
              <a:gd name="connsiteX317" fmla="*/ 5844559 w 7467600"/>
              <a:gd name="connsiteY317" fmla="*/ 6553349 h 6858000"/>
              <a:gd name="connsiteX318" fmla="*/ 5975994 w 7467600"/>
              <a:gd name="connsiteY318" fmla="*/ 6858000 h 6858000"/>
              <a:gd name="connsiteX319" fmla="*/ 5898547 w 7467600"/>
              <a:gd name="connsiteY319" fmla="*/ 6858000 h 6858000"/>
              <a:gd name="connsiteX320" fmla="*/ 5682041 w 7467600"/>
              <a:gd name="connsiteY320" fmla="*/ 6355860 h 6858000"/>
              <a:gd name="connsiteX321" fmla="*/ 5461758 w 7467600"/>
              <a:gd name="connsiteY321" fmla="*/ 5820220 h 6858000"/>
              <a:gd name="connsiteX322" fmla="*/ 5237282 w 7467600"/>
              <a:gd name="connsiteY322" fmla="*/ 6579086 h 6858000"/>
              <a:gd name="connsiteX323" fmla="*/ 5115009 w 7467600"/>
              <a:gd name="connsiteY323" fmla="*/ 6858000 h 6858000"/>
              <a:gd name="connsiteX324" fmla="*/ 5028074 w 7467600"/>
              <a:gd name="connsiteY324" fmla="*/ 6858000 h 6858000"/>
              <a:gd name="connsiteX325" fmla="*/ 5079508 w 7467600"/>
              <a:gd name="connsiteY325" fmla="*/ 6749074 h 6858000"/>
              <a:gd name="connsiteX326" fmla="*/ 5371846 w 7467600"/>
              <a:gd name="connsiteY326" fmla="*/ 5924413 h 6858000"/>
              <a:gd name="connsiteX327" fmla="*/ 5270512 w 7467600"/>
              <a:gd name="connsiteY327" fmla="*/ 6138975 h 6858000"/>
              <a:gd name="connsiteX328" fmla="*/ 5062409 w 7467600"/>
              <a:gd name="connsiteY328" fmla="*/ 6653544 h 6858000"/>
              <a:gd name="connsiteX329" fmla="*/ 5036628 w 7467600"/>
              <a:gd name="connsiteY329" fmla="*/ 6754247 h 6858000"/>
              <a:gd name="connsiteX330" fmla="*/ 5009112 w 7467600"/>
              <a:gd name="connsiteY330" fmla="*/ 6858000 h 6858000"/>
              <a:gd name="connsiteX331" fmla="*/ 4976679 w 7467600"/>
              <a:gd name="connsiteY331" fmla="*/ 6858000 h 6858000"/>
              <a:gd name="connsiteX332" fmla="*/ 5006537 w 7467600"/>
              <a:gd name="connsiteY332" fmla="*/ 6747068 h 6858000"/>
              <a:gd name="connsiteX333" fmla="*/ 5032723 w 7467600"/>
              <a:gd name="connsiteY333" fmla="*/ 6644957 h 6858000"/>
              <a:gd name="connsiteX334" fmla="*/ 5242949 w 7467600"/>
              <a:gd name="connsiteY334" fmla="*/ 6125175 h 6858000"/>
              <a:gd name="connsiteX335" fmla="*/ 5286321 w 7467600"/>
              <a:gd name="connsiteY335" fmla="*/ 6033555 h 6858000"/>
              <a:gd name="connsiteX336" fmla="*/ 5008210 w 7467600"/>
              <a:gd name="connsiteY336" fmla="*/ 6649194 h 6858000"/>
              <a:gd name="connsiteX337" fmla="*/ 4986321 w 7467600"/>
              <a:gd name="connsiteY337" fmla="*/ 6765687 h 6858000"/>
              <a:gd name="connsiteX338" fmla="*/ 4973474 w 7467600"/>
              <a:gd name="connsiteY338" fmla="*/ 6858000 h 6858000"/>
              <a:gd name="connsiteX339" fmla="*/ 4907178 w 7467600"/>
              <a:gd name="connsiteY339" fmla="*/ 6858000 h 6858000"/>
              <a:gd name="connsiteX340" fmla="*/ 4910810 w 7467600"/>
              <a:gd name="connsiteY340" fmla="*/ 6829660 h 6858000"/>
              <a:gd name="connsiteX341" fmla="*/ 4987461 w 7467600"/>
              <a:gd name="connsiteY341" fmla="*/ 6432994 h 6858000"/>
              <a:gd name="connsiteX342" fmla="*/ 5179262 w 7467600"/>
              <a:gd name="connsiteY342" fmla="*/ 6035044 h 6858000"/>
              <a:gd name="connsiteX343" fmla="*/ 4689678 w 7467600"/>
              <a:gd name="connsiteY343" fmla="*/ 6440241 h 6858000"/>
              <a:gd name="connsiteX344" fmla="*/ 4477543 w 7467600"/>
              <a:gd name="connsiteY344" fmla="*/ 6674836 h 6858000"/>
              <a:gd name="connsiteX345" fmla="*/ 4329957 w 7467600"/>
              <a:gd name="connsiteY345" fmla="*/ 6858000 h 6858000"/>
              <a:gd name="connsiteX346" fmla="*/ 4218595 w 7467600"/>
              <a:gd name="connsiteY346" fmla="*/ 6858000 h 6858000"/>
              <a:gd name="connsiteX347" fmla="*/ 4368888 w 7467600"/>
              <a:gd name="connsiteY347" fmla="*/ 6668412 h 6858000"/>
              <a:gd name="connsiteX348" fmla="*/ 4563091 w 7467600"/>
              <a:gd name="connsiteY348" fmla="*/ 6442508 h 6858000"/>
              <a:gd name="connsiteX349" fmla="*/ 5387324 w 7467600"/>
              <a:gd name="connsiteY349" fmla="*/ 5705830 h 6858000"/>
              <a:gd name="connsiteX350" fmla="*/ 5073620 w 7467600"/>
              <a:gd name="connsiteY350" fmla="*/ 5955437 h 6858000"/>
              <a:gd name="connsiteX351" fmla="*/ 4689789 w 7467600"/>
              <a:gd name="connsiteY351" fmla="*/ 6268382 h 6858000"/>
              <a:gd name="connsiteX352" fmla="*/ 4418722 w 7467600"/>
              <a:gd name="connsiteY352" fmla="*/ 6570886 h 6858000"/>
              <a:gd name="connsiteX353" fmla="*/ 4214944 w 7467600"/>
              <a:gd name="connsiteY353" fmla="*/ 6858000 h 6858000"/>
              <a:gd name="connsiteX354" fmla="*/ 4177898 w 7467600"/>
              <a:gd name="connsiteY354" fmla="*/ 6858000 h 6858000"/>
              <a:gd name="connsiteX355" fmla="*/ 4391597 w 7467600"/>
              <a:gd name="connsiteY355" fmla="*/ 6556370 h 6858000"/>
              <a:gd name="connsiteX356" fmla="*/ 4668889 w 7467600"/>
              <a:gd name="connsiteY356" fmla="*/ 6246399 h 6858000"/>
              <a:gd name="connsiteX357" fmla="*/ 5055427 w 7467600"/>
              <a:gd name="connsiteY357" fmla="*/ 5931476 h 6858000"/>
              <a:gd name="connsiteX358" fmla="*/ 5371814 w 7467600"/>
              <a:gd name="connsiteY358" fmla="*/ 5678975 h 6858000"/>
              <a:gd name="connsiteX359" fmla="*/ 4987918 w 7467600"/>
              <a:gd name="connsiteY359" fmla="*/ 5838701 h 6858000"/>
              <a:gd name="connsiteX360" fmla="*/ 4317146 w 7467600"/>
              <a:gd name="connsiteY360" fmla="*/ 6587716 h 6858000"/>
              <a:gd name="connsiteX361" fmla="*/ 4171627 w 7467600"/>
              <a:gd name="connsiteY361" fmla="*/ 6858000 h 6858000"/>
              <a:gd name="connsiteX362" fmla="*/ 4081585 w 7467600"/>
              <a:gd name="connsiteY362" fmla="*/ 6858000 h 6858000"/>
              <a:gd name="connsiteX363" fmla="*/ 4238603 w 7467600"/>
              <a:gd name="connsiteY363" fmla="*/ 6559341 h 6858000"/>
              <a:gd name="connsiteX364" fmla="*/ 4778333 w 7467600"/>
              <a:gd name="connsiteY364" fmla="*/ 5873626 h 6858000"/>
              <a:gd name="connsiteX365" fmla="*/ 5414185 w 7467600"/>
              <a:gd name="connsiteY365" fmla="*/ 5573882 h 6858000"/>
              <a:gd name="connsiteX366" fmla="*/ 5959648 w 7467600"/>
              <a:gd name="connsiteY366" fmla="*/ 4760797 h 6858000"/>
              <a:gd name="connsiteX367" fmla="*/ 5355019 w 7467600"/>
              <a:gd name="connsiteY367" fmla="*/ 4734672 h 6858000"/>
              <a:gd name="connsiteX368" fmla="*/ 5083565 w 7467600"/>
              <a:gd name="connsiteY368" fmla="*/ 5179121 h 6858000"/>
              <a:gd name="connsiteX369" fmla="*/ 4713577 w 7467600"/>
              <a:gd name="connsiteY369" fmla="*/ 5616803 h 6858000"/>
              <a:gd name="connsiteX370" fmla="*/ 3989559 w 7467600"/>
              <a:gd name="connsiteY370" fmla="*/ 6145945 h 6858000"/>
              <a:gd name="connsiteX371" fmla="*/ 3939824 w 7467600"/>
              <a:gd name="connsiteY371" fmla="*/ 6066900 h 6858000"/>
              <a:gd name="connsiteX372" fmla="*/ 4584537 w 7467600"/>
              <a:gd name="connsiteY372" fmla="*/ 5324826 h 6858000"/>
              <a:gd name="connsiteX373" fmla="*/ 5037105 w 7467600"/>
              <a:gd name="connsiteY373" fmla="*/ 5088765 h 6858000"/>
              <a:gd name="connsiteX374" fmla="*/ 5039930 w 7467600"/>
              <a:gd name="connsiteY374" fmla="*/ 5089585 h 6858000"/>
              <a:gd name="connsiteX375" fmla="*/ 5263764 w 7467600"/>
              <a:gd name="connsiteY375" fmla="*/ 4735525 h 6858000"/>
              <a:gd name="connsiteX376" fmla="*/ 4086300 w 7467600"/>
              <a:gd name="connsiteY376" fmla="*/ 4884599 h 6858000"/>
              <a:gd name="connsiteX377" fmla="*/ 4085485 w 7467600"/>
              <a:gd name="connsiteY377" fmla="*/ 4899070 h 6858000"/>
              <a:gd name="connsiteX378" fmla="*/ 3871915 w 7467600"/>
              <a:gd name="connsiteY378" fmla="*/ 5253645 h 6858000"/>
              <a:gd name="connsiteX379" fmla="*/ 3799374 w 7467600"/>
              <a:gd name="connsiteY379" fmla="*/ 5466127 h 6858000"/>
              <a:gd name="connsiteX380" fmla="*/ 3498850 w 7467600"/>
              <a:gd name="connsiteY380" fmla="*/ 6661888 h 6858000"/>
              <a:gd name="connsiteX381" fmla="*/ 3399216 w 7467600"/>
              <a:gd name="connsiteY381" fmla="*/ 6858000 h 6858000"/>
              <a:gd name="connsiteX382" fmla="*/ 3303688 w 7467600"/>
              <a:gd name="connsiteY382" fmla="*/ 6858000 h 6858000"/>
              <a:gd name="connsiteX383" fmla="*/ 3391774 w 7467600"/>
              <a:gd name="connsiteY383" fmla="*/ 6697181 h 6858000"/>
              <a:gd name="connsiteX384" fmla="*/ 3735540 w 7467600"/>
              <a:gd name="connsiteY384" fmla="*/ 5546923 h 6858000"/>
              <a:gd name="connsiteX385" fmla="*/ 3729438 w 7467600"/>
              <a:gd name="connsiteY385" fmla="*/ 5569058 h 6858000"/>
              <a:gd name="connsiteX386" fmla="*/ 3707782 w 7467600"/>
              <a:gd name="connsiteY386" fmla="*/ 5644908 h 6858000"/>
              <a:gd name="connsiteX387" fmla="*/ 3583827 w 7467600"/>
              <a:gd name="connsiteY387" fmla="*/ 6039215 h 6858000"/>
              <a:gd name="connsiteX388" fmla="*/ 3547861 w 7467600"/>
              <a:gd name="connsiteY388" fmla="*/ 6129609 h 6858000"/>
              <a:gd name="connsiteX389" fmla="*/ 3490905 w 7467600"/>
              <a:gd name="connsiteY389" fmla="*/ 6277660 h 6858000"/>
              <a:gd name="connsiteX390" fmla="*/ 3455859 w 7467600"/>
              <a:gd name="connsiteY390" fmla="*/ 6391301 h 6858000"/>
              <a:gd name="connsiteX391" fmla="*/ 3429112 w 7467600"/>
              <a:gd name="connsiteY391" fmla="*/ 6479469 h 6858000"/>
              <a:gd name="connsiteX392" fmla="*/ 3304862 w 7467600"/>
              <a:gd name="connsiteY392" fmla="*/ 6796476 h 6858000"/>
              <a:gd name="connsiteX393" fmla="*/ 3276071 w 7467600"/>
              <a:gd name="connsiteY393" fmla="*/ 6858000 h 6858000"/>
              <a:gd name="connsiteX394" fmla="*/ 3240805 w 7467600"/>
              <a:gd name="connsiteY394" fmla="*/ 6858000 h 6858000"/>
              <a:gd name="connsiteX395" fmla="*/ 3275917 w 7467600"/>
              <a:gd name="connsiteY395" fmla="*/ 6783192 h 6858000"/>
              <a:gd name="connsiteX396" fmla="*/ 3399358 w 7467600"/>
              <a:gd name="connsiteY396" fmla="*/ 6469011 h 6858000"/>
              <a:gd name="connsiteX397" fmla="*/ 3425650 w 7467600"/>
              <a:gd name="connsiteY397" fmla="*/ 6381333 h 6858000"/>
              <a:gd name="connsiteX398" fmla="*/ 3460661 w 7467600"/>
              <a:gd name="connsiteY398" fmla="*/ 6266763 h 6858000"/>
              <a:gd name="connsiteX399" fmla="*/ 3518021 w 7467600"/>
              <a:gd name="connsiteY399" fmla="*/ 6117298 h 6858000"/>
              <a:gd name="connsiteX400" fmla="*/ 3554035 w 7467600"/>
              <a:gd name="connsiteY400" fmla="*/ 6027832 h 6858000"/>
              <a:gd name="connsiteX401" fmla="*/ 3677174 w 7467600"/>
              <a:gd name="connsiteY401" fmla="*/ 5636351 h 6858000"/>
              <a:gd name="connsiteX402" fmla="*/ 3698819 w 7467600"/>
              <a:gd name="connsiteY402" fmla="*/ 5560503 h 6858000"/>
              <a:gd name="connsiteX403" fmla="*/ 3702094 w 7467600"/>
              <a:gd name="connsiteY403" fmla="*/ 5549194 h 6858000"/>
              <a:gd name="connsiteX404" fmla="*/ 3398355 w 7467600"/>
              <a:gd name="connsiteY404" fmla="*/ 6094603 h 6858000"/>
              <a:gd name="connsiteX405" fmla="*/ 3193941 w 7467600"/>
              <a:gd name="connsiteY405" fmla="*/ 6798775 h 6858000"/>
              <a:gd name="connsiteX406" fmla="*/ 3184140 w 7467600"/>
              <a:gd name="connsiteY406" fmla="*/ 6858000 h 6858000"/>
              <a:gd name="connsiteX407" fmla="*/ 3099978 w 7467600"/>
              <a:gd name="connsiteY407" fmla="*/ 6858000 h 6858000"/>
              <a:gd name="connsiteX408" fmla="*/ 3101556 w 7467600"/>
              <a:gd name="connsiteY408" fmla="*/ 6843337 h 6858000"/>
              <a:gd name="connsiteX409" fmla="*/ 3370162 w 7467600"/>
              <a:gd name="connsiteY409" fmla="*/ 5785550 h 6858000"/>
              <a:gd name="connsiteX410" fmla="*/ 3746477 w 7467600"/>
              <a:gd name="connsiteY410" fmla="*/ 5377889 h 6858000"/>
              <a:gd name="connsiteX411" fmla="*/ 3863399 w 7467600"/>
              <a:gd name="connsiteY411" fmla="*/ 5087257 h 6858000"/>
              <a:gd name="connsiteX412" fmla="*/ 3968712 w 7467600"/>
              <a:gd name="connsiteY412" fmla="*/ 4913989 h 6858000"/>
              <a:gd name="connsiteX413" fmla="*/ 2792390 w 7467600"/>
              <a:gd name="connsiteY413" fmla="*/ 5382974 h 6858000"/>
              <a:gd name="connsiteX414" fmla="*/ 2714982 w 7467600"/>
              <a:gd name="connsiteY414" fmla="*/ 5427051 h 6858000"/>
              <a:gd name="connsiteX415" fmla="*/ 2813361 w 7467600"/>
              <a:gd name="connsiteY415" fmla="*/ 6023912 h 6858000"/>
              <a:gd name="connsiteX416" fmla="*/ 2688430 w 7467600"/>
              <a:gd name="connsiteY416" fmla="*/ 6801564 h 6858000"/>
              <a:gd name="connsiteX417" fmla="*/ 2629626 w 7467600"/>
              <a:gd name="connsiteY417" fmla="*/ 6763394 h 6858000"/>
              <a:gd name="connsiteX418" fmla="*/ 2565328 w 7467600"/>
              <a:gd name="connsiteY418" fmla="*/ 5516399 h 6858000"/>
              <a:gd name="connsiteX419" fmla="*/ 1922999 w 7467600"/>
              <a:gd name="connsiteY419" fmla="*/ 5980343 h 6858000"/>
              <a:gd name="connsiteX420" fmla="*/ 1950261 w 7467600"/>
              <a:gd name="connsiteY420" fmla="*/ 6405858 h 6858000"/>
              <a:gd name="connsiteX421" fmla="*/ 2365554 w 7467600"/>
              <a:gd name="connsiteY421" fmla="*/ 6759107 h 6858000"/>
              <a:gd name="connsiteX422" fmla="*/ 2424142 w 7467600"/>
              <a:gd name="connsiteY422" fmla="*/ 6858000 h 6858000"/>
              <a:gd name="connsiteX423" fmla="*/ 2395994 w 7467600"/>
              <a:gd name="connsiteY423" fmla="*/ 6858000 h 6858000"/>
              <a:gd name="connsiteX424" fmla="*/ 2392863 w 7467600"/>
              <a:gd name="connsiteY424" fmla="*/ 6852964 h 6858000"/>
              <a:gd name="connsiteX425" fmla="*/ 2017589 w 7467600"/>
              <a:gd name="connsiteY425" fmla="*/ 6493982 h 6858000"/>
              <a:gd name="connsiteX426" fmla="*/ 2147336 w 7467600"/>
              <a:gd name="connsiteY426" fmla="*/ 6594052 h 6858000"/>
              <a:gd name="connsiteX427" fmla="*/ 2207047 w 7467600"/>
              <a:gd name="connsiteY427" fmla="*/ 6654540 h 6858000"/>
              <a:gd name="connsiteX428" fmla="*/ 2299106 w 7467600"/>
              <a:gd name="connsiteY428" fmla="*/ 6778931 h 6858000"/>
              <a:gd name="connsiteX429" fmla="*/ 2314430 w 7467600"/>
              <a:gd name="connsiteY429" fmla="*/ 6801144 h 6858000"/>
              <a:gd name="connsiteX430" fmla="*/ 2352406 w 7467600"/>
              <a:gd name="connsiteY430" fmla="*/ 6858000 h 6858000"/>
              <a:gd name="connsiteX431" fmla="*/ 2314492 w 7467600"/>
              <a:gd name="connsiteY431" fmla="*/ 6858000 h 6858000"/>
              <a:gd name="connsiteX432" fmla="*/ 2288095 w 7467600"/>
              <a:gd name="connsiteY432" fmla="*/ 6818030 h 6858000"/>
              <a:gd name="connsiteX433" fmla="*/ 2272768 w 7467600"/>
              <a:gd name="connsiteY433" fmla="*/ 6795822 h 6858000"/>
              <a:gd name="connsiteX434" fmla="*/ 2182715 w 7467600"/>
              <a:gd name="connsiteY434" fmla="*/ 6675071 h 6858000"/>
              <a:gd name="connsiteX435" fmla="*/ 2032061 w 7467600"/>
              <a:gd name="connsiteY435" fmla="*/ 6541380 h 6858000"/>
              <a:gd name="connsiteX436" fmla="*/ 2257220 w 7467600"/>
              <a:gd name="connsiteY436" fmla="*/ 6826257 h 6858000"/>
              <a:gd name="connsiteX437" fmla="*/ 2281324 w 7467600"/>
              <a:gd name="connsiteY437" fmla="*/ 6858000 h 6858000"/>
              <a:gd name="connsiteX438" fmla="*/ 2242860 w 7467600"/>
              <a:gd name="connsiteY438" fmla="*/ 6858000 h 6858000"/>
              <a:gd name="connsiteX439" fmla="*/ 2232818 w 7467600"/>
              <a:gd name="connsiteY439" fmla="*/ 6844926 h 6858000"/>
              <a:gd name="connsiteX440" fmla="*/ 1990172 w 7467600"/>
              <a:gd name="connsiteY440" fmla="*/ 6542121 h 6858000"/>
              <a:gd name="connsiteX441" fmla="*/ 2124090 w 7467600"/>
              <a:gd name="connsiteY441" fmla="*/ 6761017 h 6858000"/>
              <a:gd name="connsiteX442" fmla="*/ 2200380 w 7467600"/>
              <a:gd name="connsiteY442" fmla="*/ 6858000 h 6858000"/>
              <a:gd name="connsiteX443" fmla="*/ 2147507 w 7467600"/>
              <a:gd name="connsiteY443" fmla="*/ 6858000 h 6858000"/>
              <a:gd name="connsiteX444" fmla="*/ 2070668 w 7467600"/>
              <a:gd name="connsiteY444" fmla="*/ 6761520 h 6858000"/>
              <a:gd name="connsiteX445" fmla="*/ 1975142 w 7467600"/>
              <a:gd name="connsiteY445" fmla="*/ 6585570 h 6858000"/>
              <a:gd name="connsiteX446" fmla="*/ 2050035 w 7467600"/>
              <a:gd name="connsiteY446" fmla="*/ 6813345 h 6858000"/>
              <a:gd name="connsiteX447" fmla="*/ 2063025 w 7467600"/>
              <a:gd name="connsiteY447" fmla="*/ 6858000 h 6858000"/>
              <a:gd name="connsiteX448" fmla="*/ 2021675 w 7467600"/>
              <a:gd name="connsiteY448" fmla="*/ 6858000 h 6858000"/>
              <a:gd name="connsiteX449" fmla="*/ 2019308 w 7467600"/>
              <a:gd name="connsiteY449" fmla="*/ 6847118 h 6858000"/>
              <a:gd name="connsiteX450" fmla="*/ 1938835 w 7467600"/>
              <a:gd name="connsiteY450" fmla="*/ 6551160 h 6858000"/>
              <a:gd name="connsiteX451" fmla="*/ 1953230 w 7467600"/>
              <a:gd name="connsiteY451" fmla="*/ 6759699 h 6858000"/>
              <a:gd name="connsiteX452" fmla="*/ 1956763 w 7467600"/>
              <a:gd name="connsiteY452" fmla="*/ 6778191 h 6858000"/>
              <a:gd name="connsiteX453" fmla="*/ 1967925 w 7467600"/>
              <a:gd name="connsiteY453" fmla="*/ 6858000 h 6858000"/>
              <a:gd name="connsiteX454" fmla="*/ 1936622 w 7467600"/>
              <a:gd name="connsiteY454" fmla="*/ 6858000 h 6858000"/>
              <a:gd name="connsiteX455" fmla="*/ 1926261 w 7467600"/>
              <a:gd name="connsiteY455" fmla="*/ 6784064 h 6858000"/>
              <a:gd name="connsiteX456" fmla="*/ 1922724 w 7467600"/>
              <a:gd name="connsiteY456" fmla="*/ 6765577 h 6858000"/>
              <a:gd name="connsiteX457" fmla="*/ 1904650 w 7467600"/>
              <a:gd name="connsiteY457" fmla="*/ 6639616 h 6858000"/>
              <a:gd name="connsiteX458" fmla="*/ 1885273 w 7467600"/>
              <a:gd name="connsiteY458" fmla="*/ 6858000 h 6858000"/>
              <a:gd name="connsiteX459" fmla="*/ 1854363 w 7467600"/>
              <a:gd name="connsiteY459" fmla="*/ 6858000 h 6858000"/>
              <a:gd name="connsiteX460" fmla="*/ 1880391 w 7467600"/>
              <a:gd name="connsiteY460" fmla="*/ 6603796 h 6858000"/>
              <a:gd name="connsiteX461" fmla="*/ 1818273 w 7467600"/>
              <a:gd name="connsiteY461" fmla="*/ 6715729 h 6858000"/>
              <a:gd name="connsiteX462" fmla="*/ 1794691 w 7467600"/>
              <a:gd name="connsiteY462" fmla="*/ 6843239 h 6858000"/>
              <a:gd name="connsiteX463" fmla="*/ 1794914 w 7467600"/>
              <a:gd name="connsiteY463" fmla="*/ 6858000 h 6858000"/>
              <a:gd name="connsiteX464" fmla="*/ 1746128 w 7467600"/>
              <a:gd name="connsiteY464" fmla="*/ 6858000 h 6858000"/>
              <a:gd name="connsiteX465" fmla="*/ 1753934 w 7467600"/>
              <a:gd name="connsiteY465" fmla="*/ 6724796 h 6858000"/>
              <a:gd name="connsiteX466" fmla="*/ 1792053 w 7467600"/>
              <a:gd name="connsiteY466" fmla="*/ 6572396 h 6858000"/>
              <a:gd name="connsiteX467" fmla="*/ 1862248 w 7467600"/>
              <a:gd name="connsiteY467" fmla="*/ 6266397 h 6858000"/>
              <a:gd name="connsiteX468" fmla="*/ 1862250 w 7467600"/>
              <a:gd name="connsiteY468" fmla="*/ 6033531 h 6858000"/>
              <a:gd name="connsiteX469" fmla="*/ 1211999 w 7467600"/>
              <a:gd name="connsiteY469" fmla="*/ 6683610 h 6858000"/>
              <a:gd name="connsiteX470" fmla="*/ 1213266 w 7467600"/>
              <a:gd name="connsiteY470" fmla="*/ 6691947 h 6858000"/>
              <a:gd name="connsiteX471" fmla="*/ 1203370 w 7467600"/>
              <a:gd name="connsiteY471" fmla="*/ 6850676 h 6858000"/>
              <a:gd name="connsiteX472" fmla="*/ 1203671 w 7467600"/>
              <a:gd name="connsiteY472" fmla="*/ 6858000 h 6858000"/>
              <a:gd name="connsiteX473" fmla="*/ 1143180 w 7467600"/>
              <a:gd name="connsiteY473" fmla="*/ 6858000 h 6858000"/>
              <a:gd name="connsiteX474" fmla="*/ 1142176 w 7467600"/>
              <a:gd name="connsiteY474" fmla="*/ 6766045 h 6858000"/>
              <a:gd name="connsiteX475" fmla="*/ 1067484 w 7467600"/>
              <a:gd name="connsiteY475" fmla="*/ 6858000 h 6858000"/>
              <a:gd name="connsiteX476" fmla="*/ 953928 w 7467600"/>
              <a:gd name="connsiteY476" fmla="*/ 6858000 h 6858000"/>
              <a:gd name="connsiteX477" fmla="*/ 959715 w 7467600"/>
              <a:gd name="connsiteY477" fmla="*/ 6850185 h 6858000"/>
              <a:gd name="connsiteX478" fmla="*/ 1483788 w 7467600"/>
              <a:gd name="connsiteY478" fmla="*/ 6259174 h 6858000"/>
              <a:gd name="connsiteX479" fmla="*/ 1100671 w 7467600"/>
              <a:gd name="connsiteY479" fmla="*/ 6252137 h 6858000"/>
              <a:gd name="connsiteX480" fmla="*/ 1090144 w 7467600"/>
              <a:gd name="connsiteY480" fmla="*/ 6256748 h 6858000"/>
              <a:gd name="connsiteX481" fmla="*/ 1095872 w 7467600"/>
              <a:gd name="connsiteY481" fmla="*/ 6271892 h 6858000"/>
              <a:gd name="connsiteX482" fmla="*/ 262785 w 7467600"/>
              <a:gd name="connsiteY482" fmla="*/ 6845450 h 6858000"/>
              <a:gd name="connsiteX483" fmla="*/ 209968 w 7467600"/>
              <a:gd name="connsiteY483" fmla="*/ 6770713 h 6858000"/>
              <a:gd name="connsiteX484" fmla="*/ 873460 w 7467600"/>
              <a:gd name="connsiteY484" fmla="*/ 6253768 h 6858000"/>
              <a:gd name="connsiteX485" fmla="*/ 192686 w 7467600"/>
              <a:gd name="connsiteY485" fmla="*/ 5849257 h 6858000"/>
              <a:gd name="connsiteX486" fmla="*/ 4696 w 7467600"/>
              <a:gd name="connsiteY486" fmla="*/ 5697668 h 6858000"/>
              <a:gd name="connsiteX487" fmla="*/ 0 w 7467600"/>
              <a:gd name="connsiteY487" fmla="*/ 5689984 h 6858000"/>
              <a:gd name="connsiteX488" fmla="*/ 0 w 7467600"/>
              <a:gd name="connsiteY488" fmla="*/ 5513472 h 6858000"/>
              <a:gd name="connsiteX489" fmla="*/ 174101 w 7467600"/>
              <a:gd name="connsiteY489" fmla="*/ 5620277 h 6858000"/>
              <a:gd name="connsiteX490" fmla="*/ 891800 w 7467600"/>
              <a:gd name="connsiteY490" fmla="*/ 6036935 h 6858000"/>
              <a:gd name="connsiteX491" fmla="*/ 1072219 w 7467600"/>
              <a:gd name="connsiteY491" fmla="*/ 6169443 h 6858000"/>
              <a:gd name="connsiteX492" fmla="*/ 1074117 w 7467600"/>
              <a:gd name="connsiteY492" fmla="*/ 6170301 h 6858000"/>
              <a:gd name="connsiteX493" fmla="*/ 1083114 w 7467600"/>
              <a:gd name="connsiteY493" fmla="*/ 6174131 h 6858000"/>
              <a:gd name="connsiteX494" fmla="*/ 1543010 w 7467600"/>
              <a:gd name="connsiteY494" fmla="*/ 6191140 h 6858000"/>
              <a:gd name="connsiteX495" fmla="*/ 1551080 w 7467600"/>
              <a:gd name="connsiteY495" fmla="*/ 6195006 h 6858000"/>
              <a:gd name="connsiteX496" fmla="*/ 2345443 w 7467600"/>
              <a:gd name="connsiteY496" fmla="*/ 5549882 h 6858000"/>
              <a:gd name="connsiteX497" fmla="*/ 1721499 w 7467600"/>
              <a:gd name="connsiteY497" fmla="*/ 5599969 h 6858000"/>
              <a:gd name="connsiteX498" fmla="*/ 767716 w 7467600"/>
              <a:gd name="connsiteY498" fmla="*/ 5472768 h 6858000"/>
              <a:gd name="connsiteX499" fmla="*/ 722147 w 7467600"/>
              <a:gd name="connsiteY499" fmla="*/ 5393091 h 6858000"/>
              <a:gd name="connsiteX500" fmla="*/ 1485552 w 7467600"/>
              <a:gd name="connsiteY500" fmla="*/ 5313202 h 6858000"/>
              <a:gd name="connsiteX501" fmla="*/ 2143004 w 7467600"/>
              <a:gd name="connsiteY501" fmla="*/ 5402420 h 6858000"/>
              <a:gd name="connsiteX502" fmla="*/ 1933391 w 7467600"/>
              <a:gd name="connsiteY502" fmla="*/ 5156971 h 6858000"/>
              <a:gd name="connsiteX503" fmla="*/ 1827118 w 7467600"/>
              <a:gd name="connsiteY503" fmla="*/ 4968410 h 6858000"/>
              <a:gd name="connsiteX504" fmla="*/ 1837349 w 7467600"/>
              <a:gd name="connsiteY504" fmla="*/ 4956357 h 6858000"/>
              <a:gd name="connsiteX505" fmla="*/ 2162835 w 7467600"/>
              <a:gd name="connsiteY505" fmla="*/ 5187853 h 6858000"/>
              <a:gd name="connsiteX506" fmla="*/ 2257167 w 7467600"/>
              <a:gd name="connsiteY506" fmla="*/ 5462123 h 6858000"/>
              <a:gd name="connsiteX507" fmla="*/ 2261598 w 7467600"/>
              <a:gd name="connsiteY507" fmla="*/ 5467998 h 6858000"/>
              <a:gd name="connsiteX508" fmla="*/ 2437177 w 7467600"/>
              <a:gd name="connsiteY508" fmla="*/ 5479608 h 6858000"/>
              <a:gd name="connsiteX509" fmla="*/ 2445247 w 7467600"/>
              <a:gd name="connsiteY509" fmla="*/ 5483476 h 6858000"/>
              <a:gd name="connsiteX510" fmla="*/ 2743626 w 7467600"/>
              <a:gd name="connsiteY510" fmla="*/ 5304819 h 6858000"/>
              <a:gd name="connsiteX511" fmla="*/ 3048102 w 7467600"/>
              <a:gd name="connsiteY511" fmla="*/ 5150595 h 6858000"/>
              <a:gd name="connsiteX512" fmla="*/ 1799414 w 7467600"/>
              <a:gd name="connsiteY512" fmla="*/ 4694732 h 6858000"/>
              <a:gd name="connsiteX513" fmla="*/ 1771735 w 7467600"/>
              <a:gd name="connsiteY513" fmla="*/ 4619929 h 6858000"/>
              <a:gd name="connsiteX514" fmla="*/ 3104273 w 7467600"/>
              <a:gd name="connsiteY514" fmla="*/ 5076159 h 6858000"/>
              <a:gd name="connsiteX515" fmla="*/ 3113245 w 7467600"/>
              <a:gd name="connsiteY515" fmla="*/ 5090705 h 6858000"/>
              <a:gd name="connsiteX516" fmla="*/ 3126294 w 7467600"/>
              <a:gd name="connsiteY516" fmla="*/ 5114400 h 6858000"/>
              <a:gd name="connsiteX517" fmla="*/ 3937433 w 7467600"/>
              <a:gd name="connsiteY517" fmla="*/ 4830473 h 6858000"/>
              <a:gd name="connsiteX518" fmla="*/ 3590475 w 7467600"/>
              <a:gd name="connsiteY518" fmla="*/ 4597974 h 6858000"/>
              <a:gd name="connsiteX519" fmla="*/ 3100264 w 7467600"/>
              <a:gd name="connsiteY519" fmla="*/ 4579845 h 6858000"/>
              <a:gd name="connsiteX520" fmla="*/ 2183576 w 7467600"/>
              <a:gd name="connsiteY520" fmla="*/ 4227150 h 6858000"/>
              <a:gd name="connsiteX521" fmla="*/ 2151029 w 7467600"/>
              <a:gd name="connsiteY521" fmla="*/ 4146947 h 6858000"/>
              <a:gd name="connsiteX522" fmla="*/ 3563434 w 7467600"/>
              <a:gd name="connsiteY522" fmla="*/ 4469115 h 6858000"/>
              <a:gd name="connsiteX523" fmla="*/ 3177952 w 7467600"/>
              <a:gd name="connsiteY523" fmla="*/ 3657386 h 6858000"/>
              <a:gd name="connsiteX524" fmla="*/ 3189263 w 7467600"/>
              <a:gd name="connsiteY524" fmla="*/ 3625726 h 6858000"/>
              <a:gd name="connsiteX525" fmla="*/ 3560912 w 7467600"/>
              <a:gd name="connsiteY525" fmla="*/ 4079863 h 6858000"/>
              <a:gd name="connsiteX526" fmla="*/ 3626636 w 7467600"/>
              <a:gd name="connsiteY526" fmla="*/ 4512230 h 6858000"/>
              <a:gd name="connsiteX527" fmla="*/ 3653088 w 7467600"/>
              <a:gd name="connsiteY527" fmla="*/ 4521417 h 6858000"/>
              <a:gd name="connsiteX528" fmla="*/ 3988128 w 7467600"/>
              <a:gd name="connsiteY528" fmla="*/ 4817267 h 6858000"/>
              <a:gd name="connsiteX529" fmla="*/ 4830582 w 7467600"/>
              <a:gd name="connsiteY529" fmla="*/ 4676000 h 6858000"/>
              <a:gd name="connsiteX530" fmla="*/ 4830100 w 7467600"/>
              <a:gd name="connsiteY530" fmla="*/ 4675554 h 6858000"/>
              <a:gd name="connsiteX531" fmla="*/ 4036318 w 7467600"/>
              <a:gd name="connsiteY531" fmla="*/ 4147013 h 6858000"/>
              <a:gd name="connsiteX532" fmla="*/ 3432098 w 7467600"/>
              <a:gd name="connsiteY532" fmla="*/ 3537312 h 6858000"/>
              <a:gd name="connsiteX533" fmla="*/ 3446761 w 7467600"/>
              <a:gd name="connsiteY533" fmla="*/ 3461278 h 6858000"/>
              <a:gd name="connsiteX534" fmla="*/ 4419733 w 7467600"/>
              <a:gd name="connsiteY534" fmla="*/ 3963555 h 6858000"/>
              <a:gd name="connsiteX535" fmla="*/ 4781371 w 7467600"/>
              <a:gd name="connsiteY535" fmla="*/ 4458604 h 6858000"/>
              <a:gd name="connsiteX536" fmla="*/ 4780440 w 7467600"/>
              <a:gd name="connsiteY536" fmla="*/ 4470290 h 6858000"/>
              <a:gd name="connsiteX537" fmla="*/ 4898954 w 7467600"/>
              <a:gd name="connsiteY537" fmla="*/ 4662092 h 6858000"/>
              <a:gd name="connsiteX538" fmla="*/ 4900699 w 7467600"/>
              <a:gd name="connsiteY538" fmla="*/ 4670867 h 6858000"/>
              <a:gd name="connsiteX539" fmla="*/ 5714511 w 7467600"/>
              <a:gd name="connsiteY539" fmla="*/ 4663483 h 6858000"/>
              <a:gd name="connsiteX540" fmla="*/ 5464793 w 7467600"/>
              <a:gd name="connsiteY540" fmla="*/ 4393556 h 6858000"/>
              <a:gd name="connsiteX541" fmla="*/ 5461897 w 7467600"/>
              <a:gd name="connsiteY541" fmla="*/ 4390879 h 6858000"/>
              <a:gd name="connsiteX542" fmla="*/ 4294126 w 7467600"/>
              <a:gd name="connsiteY542" fmla="*/ 3303048 h 6858000"/>
              <a:gd name="connsiteX543" fmla="*/ 4305321 w 7467600"/>
              <a:gd name="connsiteY543" fmla="*/ 3256953 h 6858000"/>
              <a:gd name="connsiteX544" fmla="*/ 4949299 w 7467600"/>
              <a:gd name="connsiteY544" fmla="*/ 3766336 h 6858000"/>
              <a:gd name="connsiteX545" fmla="*/ 5291452 w 7467600"/>
              <a:gd name="connsiteY545" fmla="*/ 4076801 h 6858000"/>
              <a:gd name="connsiteX546" fmla="*/ 5434998 w 7467600"/>
              <a:gd name="connsiteY546" fmla="*/ 4254100 h 6858000"/>
              <a:gd name="connsiteX547" fmla="*/ 5351015 w 7467600"/>
              <a:gd name="connsiteY547" fmla="*/ 3760989 h 6858000"/>
              <a:gd name="connsiteX548" fmla="*/ 5413780 w 7467600"/>
              <a:gd name="connsiteY548" fmla="*/ 2966265 h 6858000"/>
              <a:gd name="connsiteX549" fmla="*/ 5425627 w 7467600"/>
              <a:gd name="connsiteY549" fmla="*/ 2954192 h 6858000"/>
              <a:gd name="connsiteX550" fmla="*/ 6604735 w 7467600"/>
              <a:gd name="connsiteY550" fmla="*/ 2041381 h 6858000"/>
              <a:gd name="connsiteX551" fmla="*/ 7204487 w 7467600"/>
              <a:gd name="connsiteY551" fmla="*/ 2742112 h 6858000"/>
              <a:gd name="connsiteX552" fmla="*/ 7131592 w 7467600"/>
              <a:gd name="connsiteY552" fmla="*/ 2672096 h 6858000"/>
              <a:gd name="connsiteX553" fmla="*/ 6996344 w 7467600"/>
              <a:gd name="connsiteY553" fmla="*/ 2518310 h 6858000"/>
              <a:gd name="connsiteX554" fmla="*/ 6735495 w 7467600"/>
              <a:gd name="connsiteY554" fmla="*/ 2196890 h 6858000"/>
              <a:gd name="connsiteX555" fmla="*/ 6721901 w 7467600"/>
              <a:gd name="connsiteY555" fmla="*/ 2179274 h 6858000"/>
              <a:gd name="connsiteX556" fmla="*/ 6604735 w 7467600"/>
              <a:gd name="connsiteY556" fmla="*/ 2041381 h 6858000"/>
              <a:gd name="connsiteX557" fmla="*/ 6591670 w 7467600"/>
              <a:gd name="connsiteY557" fmla="*/ 1988277 h 6858000"/>
              <a:gd name="connsiteX558" fmla="*/ 6747349 w 7467600"/>
              <a:gd name="connsiteY558" fmla="*/ 2160069 h 6858000"/>
              <a:gd name="connsiteX559" fmla="*/ 6760943 w 7467600"/>
              <a:gd name="connsiteY559" fmla="*/ 2177686 h 6858000"/>
              <a:gd name="connsiteX560" fmla="*/ 7021065 w 7467600"/>
              <a:gd name="connsiteY560" fmla="*/ 2498102 h 6858000"/>
              <a:gd name="connsiteX561" fmla="*/ 7155223 w 7467600"/>
              <a:gd name="connsiteY561" fmla="*/ 2650386 h 6858000"/>
              <a:gd name="connsiteX562" fmla="*/ 7203167 w 7467600"/>
              <a:gd name="connsiteY562" fmla="*/ 2697288 h 6858000"/>
              <a:gd name="connsiteX563" fmla="*/ 6937703 w 7467600"/>
              <a:gd name="connsiteY563" fmla="*/ 2321981 h 6858000"/>
              <a:gd name="connsiteX564" fmla="*/ 6591670 w 7467600"/>
              <a:gd name="connsiteY564" fmla="*/ 1988277 h 6858000"/>
              <a:gd name="connsiteX565" fmla="*/ 5798671 w 7467600"/>
              <a:gd name="connsiteY565" fmla="*/ 1981601 h 6858000"/>
              <a:gd name="connsiteX566" fmla="*/ 5754709 w 7467600"/>
              <a:gd name="connsiteY566" fmla="*/ 2071454 h 6858000"/>
              <a:gd name="connsiteX567" fmla="*/ 5763044 w 7467600"/>
              <a:gd name="connsiteY567" fmla="*/ 2842206 h 6858000"/>
              <a:gd name="connsiteX568" fmla="*/ 5764974 w 7467600"/>
              <a:gd name="connsiteY568" fmla="*/ 2799609 h 6858000"/>
              <a:gd name="connsiteX569" fmla="*/ 5767665 w 7467600"/>
              <a:gd name="connsiteY569" fmla="*/ 2666409 h 6858000"/>
              <a:gd name="connsiteX570" fmla="*/ 5763055 w 7467600"/>
              <a:gd name="connsiteY570" fmla="*/ 2579705 h 6858000"/>
              <a:gd name="connsiteX571" fmla="*/ 5758079 w 7467600"/>
              <a:gd name="connsiteY571" fmla="*/ 2492508 h 6858000"/>
              <a:gd name="connsiteX572" fmla="*/ 5779325 w 7467600"/>
              <a:gd name="connsiteY572" fmla="*/ 2197069 h 6858000"/>
              <a:gd name="connsiteX573" fmla="*/ 5798671 w 7467600"/>
              <a:gd name="connsiteY573" fmla="*/ 1981601 h 6858000"/>
              <a:gd name="connsiteX574" fmla="*/ 5829202 w 7467600"/>
              <a:gd name="connsiteY574" fmla="*/ 1971679 h 6858000"/>
              <a:gd name="connsiteX575" fmla="*/ 5809558 w 7467600"/>
              <a:gd name="connsiteY575" fmla="*/ 2198043 h 6858000"/>
              <a:gd name="connsiteX576" fmla="*/ 5788653 w 7467600"/>
              <a:gd name="connsiteY576" fmla="*/ 2489430 h 6858000"/>
              <a:gd name="connsiteX577" fmla="*/ 5793439 w 7467600"/>
              <a:gd name="connsiteY577" fmla="*/ 2575235 h 6858000"/>
              <a:gd name="connsiteX578" fmla="*/ 5796837 w 7467600"/>
              <a:gd name="connsiteY578" fmla="*/ 2637633 h 6858000"/>
              <a:gd name="connsiteX579" fmla="*/ 5818614 w 7467600"/>
              <a:gd name="connsiteY579" fmla="*/ 2473055 h 6858000"/>
              <a:gd name="connsiteX580" fmla="*/ 5829202 w 7467600"/>
              <a:gd name="connsiteY580" fmla="*/ 1971679 h 6858000"/>
              <a:gd name="connsiteX581" fmla="*/ 5911389 w 7467600"/>
              <a:gd name="connsiteY581" fmla="*/ 1898371 h 6858000"/>
              <a:gd name="connsiteX582" fmla="*/ 6237627 w 7467600"/>
              <a:gd name="connsiteY582" fmla="*/ 2231921 h 6858000"/>
              <a:gd name="connsiteX583" fmla="*/ 5911389 w 7467600"/>
              <a:gd name="connsiteY583" fmla="*/ 1898371 h 6858000"/>
              <a:gd name="connsiteX584" fmla="*/ 6944437 w 7467600"/>
              <a:gd name="connsiteY584" fmla="*/ 1575402 h 6858000"/>
              <a:gd name="connsiteX585" fmla="*/ 6304730 w 7467600"/>
              <a:gd name="connsiteY585" fmla="*/ 1766654 h 6858000"/>
              <a:gd name="connsiteX586" fmla="*/ 6944437 w 7467600"/>
              <a:gd name="connsiteY586" fmla="*/ 1575402 h 6858000"/>
              <a:gd name="connsiteX587" fmla="*/ 7019523 w 7467600"/>
              <a:gd name="connsiteY587" fmla="*/ 1519450 h 6858000"/>
              <a:gd name="connsiteX588" fmla="*/ 6298091 w 7467600"/>
              <a:gd name="connsiteY588" fmla="*/ 1737122 h 6858000"/>
              <a:gd name="connsiteX589" fmla="*/ 7019523 w 7467600"/>
              <a:gd name="connsiteY589" fmla="*/ 1519450 h 6858000"/>
              <a:gd name="connsiteX590" fmla="*/ 2399523 w 7467600"/>
              <a:gd name="connsiteY590" fmla="*/ 1428234 h 6858000"/>
              <a:gd name="connsiteX591" fmla="*/ 2224982 w 7467600"/>
              <a:gd name="connsiteY591" fmla="*/ 1826201 h 6858000"/>
              <a:gd name="connsiteX592" fmla="*/ 2096099 w 7467600"/>
              <a:gd name="connsiteY592" fmla="*/ 2345900 h 6858000"/>
              <a:gd name="connsiteX593" fmla="*/ 2283317 w 7467600"/>
              <a:gd name="connsiteY593" fmla="*/ 1796925 h 6858000"/>
              <a:gd name="connsiteX594" fmla="*/ 2399523 w 7467600"/>
              <a:gd name="connsiteY594" fmla="*/ 1428234 h 6858000"/>
              <a:gd name="connsiteX595" fmla="*/ 2448558 w 7467600"/>
              <a:gd name="connsiteY595" fmla="*/ 1373435 h 6858000"/>
              <a:gd name="connsiteX596" fmla="*/ 2312521 w 7467600"/>
              <a:gd name="connsiteY596" fmla="*/ 1806140 h 6858000"/>
              <a:gd name="connsiteX597" fmla="*/ 2127533 w 7467600"/>
              <a:gd name="connsiteY597" fmla="*/ 2348380 h 6858000"/>
              <a:gd name="connsiteX598" fmla="*/ 2358080 w 7467600"/>
              <a:gd name="connsiteY598" fmla="*/ 1866134 h 6858000"/>
              <a:gd name="connsiteX599" fmla="*/ 2407436 w 7467600"/>
              <a:gd name="connsiteY599" fmla="*/ 1651070 h 6858000"/>
              <a:gd name="connsiteX600" fmla="*/ 2448558 w 7467600"/>
              <a:gd name="connsiteY600" fmla="*/ 1373435 h 6858000"/>
              <a:gd name="connsiteX601" fmla="*/ 278707 w 7467600"/>
              <a:gd name="connsiteY601" fmla="*/ 1352270 h 6858000"/>
              <a:gd name="connsiteX602" fmla="*/ 321570 w 7467600"/>
              <a:gd name="connsiteY602" fmla="*/ 1861610 h 6858000"/>
              <a:gd name="connsiteX603" fmla="*/ 294281 w 7467600"/>
              <a:gd name="connsiteY603" fmla="*/ 1440658 h 6858000"/>
              <a:gd name="connsiteX604" fmla="*/ 278707 w 7467600"/>
              <a:gd name="connsiteY604" fmla="*/ 1352270 h 6858000"/>
              <a:gd name="connsiteX605" fmla="*/ 1423821 w 7467600"/>
              <a:gd name="connsiteY605" fmla="*/ 1351958 h 6858000"/>
              <a:gd name="connsiteX606" fmla="*/ 1638521 w 7467600"/>
              <a:gd name="connsiteY606" fmla="*/ 1908470 h 6858000"/>
              <a:gd name="connsiteX607" fmla="*/ 1754199 w 7467600"/>
              <a:gd name="connsiteY607" fmla="*/ 2149284 h 6858000"/>
              <a:gd name="connsiteX608" fmla="*/ 1908359 w 7467600"/>
              <a:gd name="connsiteY608" fmla="*/ 2364988 h 6858000"/>
              <a:gd name="connsiteX609" fmla="*/ 1647661 w 7467600"/>
              <a:gd name="connsiteY609" fmla="*/ 1825945 h 6858000"/>
              <a:gd name="connsiteX610" fmla="*/ 1423821 w 7467600"/>
              <a:gd name="connsiteY610" fmla="*/ 1351958 h 6858000"/>
              <a:gd name="connsiteX611" fmla="*/ 1431890 w 7467600"/>
              <a:gd name="connsiteY611" fmla="*/ 1306475 h 6858000"/>
              <a:gd name="connsiteX612" fmla="*/ 1507597 w 7467600"/>
              <a:gd name="connsiteY612" fmla="*/ 1446132 h 6858000"/>
              <a:gd name="connsiteX613" fmla="*/ 1674586 w 7467600"/>
              <a:gd name="connsiteY613" fmla="*/ 1813832 h 6858000"/>
              <a:gd name="connsiteX614" fmla="*/ 1815950 w 7467600"/>
              <a:gd name="connsiteY614" fmla="*/ 2128564 h 6858000"/>
              <a:gd name="connsiteX615" fmla="*/ 1984242 w 7467600"/>
              <a:gd name="connsiteY615" fmla="*/ 2430829 h 6858000"/>
              <a:gd name="connsiteX616" fmla="*/ 2014023 w 7467600"/>
              <a:gd name="connsiteY616" fmla="*/ 2450995 h 6858000"/>
              <a:gd name="connsiteX617" fmla="*/ 1747337 w 7467600"/>
              <a:gd name="connsiteY617" fmla="*/ 1855264 h 6858000"/>
              <a:gd name="connsiteX618" fmla="*/ 1533749 w 7467600"/>
              <a:gd name="connsiteY618" fmla="*/ 1478656 h 6858000"/>
              <a:gd name="connsiteX619" fmla="*/ 1431890 w 7467600"/>
              <a:gd name="connsiteY619" fmla="*/ 1306475 h 6858000"/>
              <a:gd name="connsiteX620" fmla="*/ 5052692 w 7467600"/>
              <a:gd name="connsiteY620" fmla="*/ 1292994 h 6858000"/>
              <a:gd name="connsiteX621" fmla="*/ 5200661 w 7467600"/>
              <a:gd name="connsiteY621" fmla="*/ 1635186 h 6858000"/>
              <a:gd name="connsiteX622" fmla="*/ 5297138 w 7467600"/>
              <a:gd name="connsiteY622" fmla="*/ 1906351 h 6858000"/>
              <a:gd name="connsiteX623" fmla="*/ 5052692 w 7467600"/>
              <a:gd name="connsiteY623" fmla="*/ 1292994 h 6858000"/>
              <a:gd name="connsiteX624" fmla="*/ 5009948 w 7467600"/>
              <a:gd name="connsiteY624" fmla="*/ 1273619 h 6858000"/>
              <a:gd name="connsiteX625" fmla="*/ 5121777 w 7467600"/>
              <a:gd name="connsiteY625" fmla="*/ 1654213 h 6858000"/>
              <a:gd name="connsiteX626" fmla="*/ 5293545 w 7467600"/>
              <a:gd name="connsiteY626" fmla="*/ 2072247 h 6858000"/>
              <a:gd name="connsiteX627" fmla="*/ 5294042 w 7467600"/>
              <a:gd name="connsiteY627" fmla="*/ 2065019 h 6858000"/>
              <a:gd name="connsiteX628" fmla="*/ 5171936 w 7467600"/>
              <a:gd name="connsiteY628" fmla="*/ 1647613 h 6858000"/>
              <a:gd name="connsiteX629" fmla="*/ 5009948 w 7467600"/>
              <a:gd name="connsiteY629" fmla="*/ 1273619 h 6858000"/>
              <a:gd name="connsiteX630" fmla="*/ 655236 w 7467600"/>
              <a:gd name="connsiteY630" fmla="*/ 1268632 h 6858000"/>
              <a:gd name="connsiteX631" fmla="*/ 839521 w 7467600"/>
              <a:gd name="connsiteY631" fmla="*/ 1685315 h 6858000"/>
              <a:gd name="connsiteX632" fmla="*/ 1109416 w 7467600"/>
              <a:gd name="connsiteY632" fmla="*/ 2061663 h 6858000"/>
              <a:gd name="connsiteX633" fmla="*/ 1298300 w 7467600"/>
              <a:gd name="connsiteY633" fmla="*/ 2247742 h 6858000"/>
              <a:gd name="connsiteX634" fmla="*/ 1125871 w 7467600"/>
              <a:gd name="connsiteY634" fmla="*/ 1989513 h 6858000"/>
              <a:gd name="connsiteX635" fmla="*/ 981574 w 7467600"/>
              <a:gd name="connsiteY635" fmla="*/ 1783157 h 6858000"/>
              <a:gd name="connsiteX636" fmla="*/ 922198 w 7467600"/>
              <a:gd name="connsiteY636" fmla="*/ 1677437 h 6858000"/>
              <a:gd name="connsiteX637" fmla="*/ 869293 w 7467600"/>
              <a:gd name="connsiteY637" fmla="*/ 1583214 h 6858000"/>
              <a:gd name="connsiteX638" fmla="*/ 751431 w 7467600"/>
              <a:gd name="connsiteY638" fmla="*/ 1405731 h 6858000"/>
              <a:gd name="connsiteX639" fmla="*/ 655236 w 7467600"/>
              <a:gd name="connsiteY639" fmla="*/ 1268632 h 6858000"/>
              <a:gd name="connsiteX640" fmla="*/ 6516292 w 7467600"/>
              <a:gd name="connsiteY640" fmla="*/ 1263064 h 6858000"/>
              <a:gd name="connsiteX641" fmla="*/ 5736320 w 7467600"/>
              <a:gd name="connsiteY641" fmla="*/ 1501803 h 6858000"/>
              <a:gd name="connsiteX642" fmla="*/ 6516292 w 7467600"/>
              <a:gd name="connsiteY642" fmla="*/ 1263064 h 6858000"/>
              <a:gd name="connsiteX643" fmla="*/ 291466 w 7467600"/>
              <a:gd name="connsiteY643" fmla="*/ 1250369 h 6858000"/>
              <a:gd name="connsiteX644" fmla="*/ 323180 w 7467600"/>
              <a:gd name="connsiteY644" fmla="*/ 1435283 h 6858000"/>
              <a:gd name="connsiteX645" fmla="*/ 349381 w 7467600"/>
              <a:gd name="connsiteY645" fmla="*/ 1875041 h 6858000"/>
              <a:gd name="connsiteX646" fmla="*/ 374363 w 7467600"/>
              <a:gd name="connsiteY646" fmla="*/ 1506494 h 6858000"/>
              <a:gd name="connsiteX647" fmla="*/ 302168 w 7467600"/>
              <a:gd name="connsiteY647" fmla="*/ 1274495 h 6858000"/>
              <a:gd name="connsiteX648" fmla="*/ 291466 w 7467600"/>
              <a:gd name="connsiteY648" fmla="*/ 1250369 h 6858000"/>
              <a:gd name="connsiteX649" fmla="*/ 678222 w 7467600"/>
              <a:gd name="connsiteY649" fmla="*/ 1248670 h 6858000"/>
              <a:gd name="connsiteX650" fmla="*/ 775536 w 7467600"/>
              <a:gd name="connsiteY650" fmla="*/ 1388015 h 6858000"/>
              <a:gd name="connsiteX651" fmla="*/ 894529 w 7467600"/>
              <a:gd name="connsiteY651" fmla="*/ 1567739 h 6858000"/>
              <a:gd name="connsiteX652" fmla="*/ 948000 w 7467600"/>
              <a:gd name="connsiteY652" fmla="*/ 1663088 h 6858000"/>
              <a:gd name="connsiteX653" fmla="*/ 1006812 w 7467600"/>
              <a:gd name="connsiteY653" fmla="*/ 1767683 h 6858000"/>
              <a:gd name="connsiteX654" fmla="*/ 1149133 w 7467600"/>
              <a:gd name="connsiteY654" fmla="*/ 1971513 h 6858000"/>
              <a:gd name="connsiteX655" fmla="*/ 1333952 w 7467600"/>
              <a:gd name="connsiteY655" fmla="*/ 2251620 h 6858000"/>
              <a:gd name="connsiteX656" fmla="*/ 1337329 w 7467600"/>
              <a:gd name="connsiteY656" fmla="*/ 2258350 h 6858000"/>
              <a:gd name="connsiteX657" fmla="*/ 1014726 w 7467600"/>
              <a:gd name="connsiteY657" fmla="*/ 1615556 h 6858000"/>
              <a:gd name="connsiteX658" fmla="*/ 678222 w 7467600"/>
              <a:gd name="connsiteY658" fmla="*/ 1248670 h 6858000"/>
              <a:gd name="connsiteX659" fmla="*/ 6691602 w 7467600"/>
              <a:gd name="connsiteY659" fmla="*/ 1140573 h 6858000"/>
              <a:gd name="connsiteX660" fmla="*/ 6571100 w 7467600"/>
              <a:gd name="connsiteY660" fmla="*/ 1183662 h 6858000"/>
              <a:gd name="connsiteX661" fmla="*/ 6241687 w 7467600"/>
              <a:gd name="connsiteY661" fmla="*/ 1257600 h 6858000"/>
              <a:gd name="connsiteX662" fmla="*/ 5693009 w 7467600"/>
              <a:gd name="connsiteY662" fmla="*/ 1478256 h 6858000"/>
              <a:gd name="connsiteX663" fmla="*/ 6548420 w 7467600"/>
              <a:gd name="connsiteY663" fmla="*/ 1214599 h 6858000"/>
              <a:gd name="connsiteX664" fmla="*/ 6605473 w 7467600"/>
              <a:gd name="connsiteY664" fmla="*/ 1184686 h 6858000"/>
              <a:gd name="connsiteX665" fmla="*/ 6691602 w 7467600"/>
              <a:gd name="connsiteY665" fmla="*/ 1140573 h 6858000"/>
              <a:gd name="connsiteX666" fmla="*/ 4002475 w 7467600"/>
              <a:gd name="connsiteY666" fmla="*/ 1037802 h 6858000"/>
              <a:gd name="connsiteX667" fmla="*/ 4000324 w 7467600"/>
              <a:gd name="connsiteY667" fmla="*/ 1039362 h 6858000"/>
              <a:gd name="connsiteX668" fmla="*/ 4002862 w 7467600"/>
              <a:gd name="connsiteY668" fmla="*/ 1042866 h 6858000"/>
              <a:gd name="connsiteX669" fmla="*/ 4002475 w 7467600"/>
              <a:gd name="connsiteY669" fmla="*/ 1037802 h 6858000"/>
              <a:gd name="connsiteX670" fmla="*/ 506322 w 7467600"/>
              <a:gd name="connsiteY670" fmla="*/ 1020997 h 6858000"/>
              <a:gd name="connsiteX671" fmla="*/ 533068 w 7467600"/>
              <a:gd name="connsiteY671" fmla="*/ 1029409 h 6858000"/>
              <a:gd name="connsiteX672" fmla="*/ 1232525 w 7467600"/>
              <a:gd name="connsiteY672" fmla="*/ 1804675 h 6858000"/>
              <a:gd name="connsiteX673" fmla="*/ 1388858 w 7467600"/>
              <a:gd name="connsiteY673" fmla="*/ 2368011 h 6858000"/>
              <a:gd name="connsiteX674" fmla="*/ 1384098 w 7467600"/>
              <a:gd name="connsiteY674" fmla="*/ 2378125 h 6858000"/>
              <a:gd name="connsiteX675" fmla="*/ 1425393 w 7467600"/>
              <a:gd name="connsiteY675" fmla="*/ 2589124 h 6858000"/>
              <a:gd name="connsiteX676" fmla="*/ 1424001 w 7467600"/>
              <a:gd name="connsiteY676" fmla="*/ 2597541 h 6858000"/>
              <a:gd name="connsiteX677" fmla="*/ 2152729 w 7467600"/>
              <a:gd name="connsiteY677" fmla="*/ 2864487 h 6858000"/>
              <a:gd name="connsiteX678" fmla="*/ 2020609 w 7467600"/>
              <a:gd name="connsiteY678" fmla="*/ 2539671 h 6858000"/>
              <a:gd name="connsiteX679" fmla="*/ 2018920 w 7467600"/>
              <a:gd name="connsiteY679" fmla="*/ 2536309 h 6858000"/>
              <a:gd name="connsiteX680" fmla="*/ 1342441 w 7467600"/>
              <a:gd name="connsiteY680" fmla="*/ 1173017 h 6858000"/>
              <a:gd name="connsiteX681" fmla="*/ 1367925 w 7467600"/>
              <a:gd name="connsiteY681" fmla="*/ 1135648 h 6858000"/>
              <a:gd name="connsiteX682" fmla="*/ 1771401 w 7467600"/>
              <a:gd name="connsiteY682" fmla="*/ 1806673 h 6858000"/>
              <a:gd name="connsiteX683" fmla="*/ 1972385 w 7467600"/>
              <a:gd name="connsiteY683" fmla="*/ 2198735 h 6858000"/>
              <a:gd name="connsiteX684" fmla="*/ 2040892 w 7467600"/>
              <a:gd name="connsiteY684" fmla="*/ 2405205 h 6858000"/>
              <a:gd name="connsiteX685" fmla="*/ 2131689 w 7467600"/>
              <a:gd name="connsiteY685" fmla="*/ 1936926 h 6858000"/>
              <a:gd name="connsiteX686" fmla="*/ 2454820 w 7467600"/>
              <a:gd name="connsiteY686" fmla="*/ 1248808 h 6858000"/>
              <a:gd name="connsiteX687" fmla="*/ 2492512 w 7467600"/>
              <a:gd name="connsiteY687" fmla="*/ 1302920 h 6858000"/>
              <a:gd name="connsiteX688" fmla="*/ 2081216 w 7467600"/>
              <a:gd name="connsiteY688" fmla="*/ 2527513 h 6858000"/>
              <a:gd name="connsiteX689" fmla="*/ 2081211 w 7467600"/>
              <a:gd name="connsiteY689" fmla="*/ 2528916 h 6858000"/>
              <a:gd name="connsiteX690" fmla="*/ 2199067 w 7467600"/>
              <a:gd name="connsiteY690" fmla="*/ 2884061 h 6858000"/>
              <a:gd name="connsiteX691" fmla="*/ 3192586 w 7467600"/>
              <a:gd name="connsiteY691" fmla="*/ 3411496 h 6858000"/>
              <a:gd name="connsiteX692" fmla="*/ 3182620 w 7467600"/>
              <a:gd name="connsiteY692" fmla="*/ 3483279 h 6858000"/>
              <a:gd name="connsiteX693" fmla="*/ 2435119 w 7467600"/>
              <a:gd name="connsiteY693" fmla="*/ 3080173 h 6858000"/>
              <a:gd name="connsiteX694" fmla="*/ 2410152 w 7467600"/>
              <a:gd name="connsiteY694" fmla="*/ 3063751 h 6858000"/>
              <a:gd name="connsiteX695" fmla="*/ 2408099 w 7467600"/>
              <a:gd name="connsiteY695" fmla="*/ 3064403 h 6858000"/>
              <a:gd name="connsiteX696" fmla="*/ 2407218 w 7467600"/>
              <a:gd name="connsiteY696" fmla="*/ 3070324 h 6858000"/>
              <a:gd name="connsiteX697" fmla="*/ 2380138 w 7467600"/>
              <a:gd name="connsiteY697" fmla="*/ 3099341 h 6858000"/>
              <a:gd name="connsiteX698" fmla="*/ 1765923 w 7467600"/>
              <a:gd name="connsiteY698" fmla="*/ 3581043 h 6858000"/>
              <a:gd name="connsiteX699" fmla="*/ 1702258 w 7467600"/>
              <a:gd name="connsiteY699" fmla="*/ 3612286 h 6858000"/>
              <a:gd name="connsiteX700" fmla="*/ 1538370 w 7467600"/>
              <a:gd name="connsiteY700" fmla="*/ 3811804 h 6858000"/>
              <a:gd name="connsiteX701" fmla="*/ 542867 w 7467600"/>
              <a:gd name="connsiteY701" fmla="*/ 4944092 h 6858000"/>
              <a:gd name="connsiteX702" fmla="*/ 515800 w 7467600"/>
              <a:gd name="connsiteY702" fmla="*/ 4862180 h 6858000"/>
              <a:gd name="connsiteX703" fmla="*/ 909145 w 7467600"/>
              <a:gd name="connsiteY703" fmla="*/ 4199225 h 6858000"/>
              <a:gd name="connsiteX704" fmla="*/ 1214067 w 7467600"/>
              <a:gd name="connsiteY704" fmla="*/ 3908561 h 6858000"/>
              <a:gd name="connsiteX705" fmla="*/ 640967 w 7467600"/>
              <a:gd name="connsiteY705" fmla="*/ 4105601 h 6858000"/>
              <a:gd name="connsiteX706" fmla="*/ 112563 w 7467600"/>
              <a:gd name="connsiteY706" fmla="*/ 4396952 h 6858000"/>
              <a:gd name="connsiteX707" fmla="*/ 0 w 7467600"/>
              <a:gd name="connsiteY707" fmla="*/ 4466006 h 6858000"/>
              <a:gd name="connsiteX708" fmla="*/ 0 w 7467600"/>
              <a:gd name="connsiteY708" fmla="*/ 4233763 h 6858000"/>
              <a:gd name="connsiteX709" fmla="*/ 36881 w 7467600"/>
              <a:gd name="connsiteY709" fmla="*/ 4200118 h 6858000"/>
              <a:gd name="connsiteX710" fmla="*/ 910534 w 7467600"/>
              <a:gd name="connsiteY710" fmla="*/ 3629753 h 6858000"/>
              <a:gd name="connsiteX711" fmla="*/ 1578717 w 7467600"/>
              <a:gd name="connsiteY711" fmla="*/ 3575982 h 6858000"/>
              <a:gd name="connsiteX712" fmla="*/ 2338780 w 7467600"/>
              <a:gd name="connsiteY712" fmla="*/ 3033725 h 6858000"/>
              <a:gd name="connsiteX713" fmla="*/ 1807991 w 7467600"/>
              <a:gd name="connsiteY713" fmla="*/ 2807184 h 6858000"/>
              <a:gd name="connsiteX714" fmla="*/ 1416358 w 7467600"/>
              <a:gd name="connsiteY714" fmla="*/ 3112571 h 6858000"/>
              <a:gd name="connsiteX715" fmla="*/ 939066 w 7467600"/>
              <a:gd name="connsiteY715" fmla="*/ 3378798 h 6858000"/>
              <a:gd name="connsiteX716" fmla="*/ 115099 w 7467600"/>
              <a:gd name="connsiteY716" fmla="*/ 3607650 h 6858000"/>
              <a:gd name="connsiteX717" fmla="*/ 97284 w 7467600"/>
              <a:gd name="connsiteY717" fmla="*/ 3520393 h 6858000"/>
              <a:gd name="connsiteX718" fmla="*/ 922050 w 7467600"/>
              <a:gd name="connsiteY718" fmla="*/ 3074867 h 6858000"/>
              <a:gd name="connsiteX719" fmla="*/ 1405265 w 7467600"/>
              <a:gd name="connsiteY719" fmla="*/ 3016319 h 6858000"/>
              <a:gd name="connsiteX720" fmla="*/ 1407512 w 7467600"/>
              <a:gd name="connsiteY720" fmla="*/ 3018001 h 6858000"/>
              <a:gd name="connsiteX721" fmla="*/ 1726266 w 7467600"/>
              <a:gd name="connsiteY721" fmla="*/ 2777274 h 6858000"/>
              <a:gd name="connsiteX722" fmla="*/ 625390 w 7467600"/>
              <a:gd name="connsiteY722" fmla="*/ 2514541 h 6858000"/>
              <a:gd name="connsiteX723" fmla="*/ 619799 w 7467600"/>
              <a:gd name="connsiteY723" fmla="*/ 2527180 h 6858000"/>
              <a:gd name="connsiteX724" fmla="*/ 310030 w 7467600"/>
              <a:gd name="connsiteY724" fmla="*/ 2771818 h 6858000"/>
              <a:gd name="connsiteX725" fmla="*/ 173877 w 7467600"/>
              <a:gd name="connsiteY725" fmla="*/ 2937056 h 6858000"/>
              <a:gd name="connsiteX726" fmla="*/ 77889 w 7467600"/>
              <a:gd name="connsiteY726" fmla="*/ 3138440 h 6858000"/>
              <a:gd name="connsiteX727" fmla="*/ 0 w 7467600"/>
              <a:gd name="connsiteY727" fmla="*/ 3271395 h 6858000"/>
              <a:gd name="connsiteX728" fmla="*/ 0 w 7467600"/>
              <a:gd name="connsiteY728" fmla="*/ 3153002 h 6858000"/>
              <a:gd name="connsiteX729" fmla="*/ 2386 w 7467600"/>
              <a:gd name="connsiteY729" fmla="*/ 3149203 h 6858000"/>
              <a:gd name="connsiteX730" fmla="*/ 89753 w 7467600"/>
              <a:gd name="connsiteY730" fmla="*/ 2987702 h 6858000"/>
              <a:gd name="connsiteX731" fmla="*/ 76869 w 7467600"/>
              <a:gd name="connsiteY731" fmla="*/ 3005404 h 6858000"/>
              <a:gd name="connsiteX732" fmla="*/ 32049 w 7467600"/>
              <a:gd name="connsiteY732" fmla="*/ 3065814 h 6858000"/>
              <a:gd name="connsiteX733" fmla="*/ 0 w 7467600"/>
              <a:gd name="connsiteY733" fmla="*/ 3108744 h 6858000"/>
              <a:gd name="connsiteX734" fmla="*/ 0 w 7467600"/>
              <a:gd name="connsiteY734" fmla="*/ 3058059 h 6858000"/>
              <a:gd name="connsiteX735" fmla="*/ 7610 w 7467600"/>
              <a:gd name="connsiteY735" fmla="*/ 3047889 h 6858000"/>
              <a:gd name="connsiteX736" fmla="*/ 52419 w 7467600"/>
              <a:gd name="connsiteY736" fmla="*/ 2987479 h 6858000"/>
              <a:gd name="connsiteX737" fmla="*/ 59142 w 7467600"/>
              <a:gd name="connsiteY737" fmla="*/ 2978488 h 6858000"/>
              <a:gd name="connsiteX738" fmla="*/ 0 w 7467600"/>
              <a:gd name="connsiteY738" fmla="*/ 3015334 h 6858000"/>
              <a:gd name="connsiteX739" fmla="*/ 0 w 7467600"/>
              <a:gd name="connsiteY739" fmla="*/ 2914286 h 6858000"/>
              <a:gd name="connsiteX740" fmla="*/ 36383 w 7467600"/>
              <a:gd name="connsiteY740" fmla="*/ 2901128 h 6858000"/>
              <a:gd name="connsiteX741" fmla="*/ 156329 w 7467600"/>
              <a:gd name="connsiteY741" fmla="*/ 2840533 h 6858000"/>
              <a:gd name="connsiteX742" fmla="*/ 358355 w 7467600"/>
              <a:gd name="connsiteY742" fmla="*/ 2620471 h 6858000"/>
              <a:gd name="connsiteX743" fmla="*/ 510577 w 7467600"/>
              <a:gd name="connsiteY743" fmla="*/ 2501244 h 6858000"/>
              <a:gd name="connsiteX744" fmla="*/ 211967 w 7467600"/>
              <a:gd name="connsiteY744" fmla="*/ 2479171 h 6858000"/>
              <a:gd name="connsiteX745" fmla="*/ 0 w 7467600"/>
              <a:gd name="connsiteY745" fmla="*/ 2476398 h 6858000"/>
              <a:gd name="connsiteX746" fmla="*/ 0 w 7467600"/>
              <a:gd name="connsiteY746" fmla="*/ 2389189 h 6858000"/>
              <a:gd name="connsiteX747" fmla="*/ 103062 w 7467600"/>
              <a:gd name="connsiteY747" fmla="*/ 2389518 h 6858000"/>
              <a:gd name="connsiteX748" fmla="*/ 510734 w 7467600"/>
              <a:gd name="connsiteY748" fmla="*/ 2416201 h 6858000"/>
              <a:gd name="connsiteX749" fmla="*/ 279257 w 7467600"/>
              <a:gd name="connsiteY749" fmla="*/ 2092102 h 6858000"/>
              <a:gd name="connsiteX750" fmla="*/ 65265 w 7467600"/>
              <a:gd name="connsiteY750" fmla="*/ 2006049 h 6858000"/>
              <a:gd name="connsiteX751" fmla="*/ 0 w 7467600"/>
              <a:gd name="connsiteY751" fmla="*/ 1982532 h 6858000"/>
              <a:gd name="connsiteX752" fmla="*/ 0 w 7467600"/>
              <a:gd name="connsiteY752" fmla="*/ 1912789 h 6858000"/>
              <a:gd name="connsiteX753" fmla="*/ 97460 w 7467600"/>
              <a:gd name="connsiteY753" fmla="*/ 1953725 h 6858000"/>
              <a:gd name="connsiteX754" fmla="*/ 221272 w 7467600"/>
              <a:gd name="connsiteY754" fmla="*/ 1980766 h 6858000"/>
              <a:gd name="connsiteX755" fmla="*/ 116765 w 7467600"/>
              <a:gd name="connsiteY755" fmla="*/ 1911033 h 6858000"/>
              <a:gd name="connsiteX756" fmla="*/ 16405 w 7467600"/>
              <a:gd name="connsiteY756" fmla="*/ 1803412 h 6858000"/>
              <a:gd name="connsiteX757" fmla="*/ 0 w 7467600"/>
              <a:gd name="connsiteY757" fmla="*/ 1784777 h 6858000"/>
              <a:gd name="connsiteX758" fmla="*/ 0 w 7467600"/>
              <a:gd name="connsiteY758" fmla="*/ 1740082 h 6858000"/>
              <a:gd name="connsiteX759" fmla="*/ 39394 w 7467600"/>
              <a:gd name="connsiteY759" fmla="*/ 1784856 h 6858000"/>
              <a:gd name="connsiteX760" fmla="*/ 135813 w 7467600"/>
              <a:gd name="connsiteY760" fmla="*/ 1888838 h 6858000"/>
              <a:gd name="connsiteX761" fmla="*/ 242575 w 7467600"/>
              <a:gd name="connsiteY761" fmla="*/ 1958841 h 6858000"/>
              <a:gd name="connsiteX762" fmla="*/ 82197 w 7467600"/>
              <a:gd name="connsiteY762" fmla="*/ 1754826 h 6858000"/>
              <a:gd name="connsiteX763" fmla="*/ 0 w 7467600"/>
              <a:gd name="connsiteY763" fmla="*/ 1679650 h 6858000"/>
              <a:gd name="connsiteX764" fmla="*/ 0 w 7467600"/>
              <a:gd name="connsiteY764" fmla="*/ 1602463 h 6858000"/>
              <a:gd name="connsiteX765" fmla="*/ 84689 w 7467600"/>
              <a:gd name="connsiteY765" fmla="*/ 1677442 h 6858000"/>
              <a:gd name="connsiteX766" fmla="*/ 298437 w 7467600"/>
              <a:gd name="connsiteY766" fmla="*/ 1968019 h 6858000"/>
              <a:gd name="connsiteX767" fmla="*/ 227269 w 7467600"/>
              <a:gd name="connsiteY767" fmla="*/ 1114064 h 6858000"/>
              <a:gd name="connsiteX768" fmla="*/ 248003 w 7467600"/>
              <a:gd name="connsiteY768" fmla="*/ 1089613 h 6858000"/>
              <a:gd name="connsiteX769" fmla="*/ 427020 w 7467600"/>
              <a:gd name="connsiteY769" fmla="*/ 1619803 h 6858000"/>
              <a:gd name="connsiteX770" fmla="*/ 340345 w 7467600"/>
              <a:gd name="connsiteY770" fmla="*/ 2027739 h 6858000"/>
              <a:gd name="connsiteX771" fmla="*/ 360865 w 7467600"/>
              <a:gd name="connsiteY771" fmla="*/ 2044827 h 6858000"/>
              <a:gd name="connsiteX772" fmla="*/ 560414 w 7467600"/>
              <a:gd name="connsiteY772" fmla="*/ 2421457 h 6858000"/>
              <a:gd name="connsiteX773" fmla="*/ 1359703 w 7467600"/>
              <a:gd name="connsiteY773" fmla="*/ 2578554 h 6858000"/>
              <a:gd name="connsiteX774" fmla="*/ 1359422 w 7467600"/>
              <a:gd name="connsiteY774" fmla="*/ 2577994 h 6858000"/>
              <a:gd name="connsiteX775" fmla="*/ 828701 w 7467600"/>
              <a:gd name="connsiteY775" fmla="*/ 1839520 h 6858000"/>
              <a:gd name="connsiteX776" fmla="*/ 494427 w 7467600"/>
              <a:gd name="connsiteY776" fmla="*/ 1092333 h 6858000"/>
              <a:gd name="connsiteX777" fmla="*/ 506322 w 7467600"/>
              <a:gd name="connsiteY777" fmla="*/ 1020997 h 6858000"/>
              <a:gd name="connsiteX778" fmla="*/ 4570198 w 7467600"/>
              <a:gd name="connsiteY778" fmla="*/ 978081 h 6858000"/>
              <a:gd name="connsiteX779" fmla="*/ 4523691 w 7467600"/>
              <a:gd name="connsiteY779" fmla="*/ 1127776 h 6858000"/>
              <a:gd name="connsiteX780" fmla="*/ 4509875 w 7467600"/>
              <a:gd name="connsiteY780" fmla="*/ 1167552 h 6858000"/>
              <a:gd name="connsiteX781" fmla="*/ 4478168 w 7467600"/>
              <a:gd name="connsiteY781" fmla="*/ 1260735 h 6858000"/>
              <a:gd name="connsiteX782" fmla="*/ 4409309 w 7467600"/>
              <a:gd name="connsiteY782" fmla="*/ 1666996 h 6858000"/>
              <a:gd name="connsiteX783" fmla="*/ 4370031 w 7467600"/>
              <a:gd name="connsiteY783" fmla="*/ 1955666 h 6858000"/>
              <a:gd name="connsiteX784" fmla="*/ 4570198 w 7467600"/>
              <a:gd name="connsiteY784" fmla="*/ 978081 h 6858000"/>
              <a:gd name="connsiteX785" fmla="*/ 4557898 w 7467600"/>
              <a:gd name="connsiteY785" fmla="*/ 900011 h 6858000"/>
              <a:gd name="connsiteX786" fmla="*/ 4344840 w 7467600"/>
              <a:gd name="connsiteY786" fmla="*/ 1922038 h 6858000"/>
              <a:gd name="connsiteX787" fmla="*/ 4378710 w 7467600"/>
              <a:gd name="connsiteY787" fmla="*/ 1665516 h 6858000"/>
              <a:gd name="connsiteX788" fmla="*/ 4448798 w 7467600"/>
              <a:gd name="connsiteY788" fmla="*/ 1253024 h 6858000"/>
              <a:gd name="connsiteX789" fmla="*/ 4480315 w 7467600"/>
              <a:gd name="connsiteY789" fmla="*/ 1158454 h 6858000"/>
              <a:gd name="connsiteX790" fmla="*/ 4494133 w 7467600"/>
              <a:gd name="connsiteY790" fmla="*/ 1118676 h 6858000"/>
              <a:gd name="connsiteX791" fmla="*/ 4557898 w 7467600"/>
              <a:gd name="connsiteY791" fmla="*/ 900011 h 6858000"/>
              <a:gd name="connsiteX792" fmla="*/ 5870151 w 7467600"/>
              <a:gd name="connsiteY792" fmla="*/ 898890 h 6858000"/>
              <a:gd name="connsiteX793" fmla="*/ 5861335 w 7467600"/>
              <a:gd name="connsiteY793" fmla="*/ 899177 h 6858000"/>
              <a:gd name="connsiteX794" fmla="*/ 5843702 w 7467600"/>
              <a:gd name="connsiteY794" fmla="*/ 899748 h 6858000"/>
              <a:gd name="connsiteX795" fmla="*/ 5651107 w 7467600"/>
              <a:gd name="connsiteY795" fmla="*/ 920306 h 6858000"/>
              <a:gd name="connsiteX796" fmla="*/ 5459407 w 7467600"/>
              <a:gd name="connsiteY796" fmla="*/ 940975 h 6858000"/>
              <a:gd name="connsiteX797" fmla="*/ 5374846 w 7467600"/>
              <a:gd name="connsiteY797" fmla="*/ 941988 h 6858000"/>
              <a:gd name="connsiteX798" fmla="*/ 5256105 w 7467600"/>
              <a:gd name="connsiteY798" fmla="*/ 945632 h 6858000"/>
              <a:gd name="connsiteX799" fmla="*/ 5107071 w 7467600"/>
              <a:gd name="connsiteY799" fmla="*/ 969720 h 6858000"/>
              <a:gd name="connsiteX800" fmla="*/ 4998681 w 7467600"/>
              <a:gd name="connsiteY800" fmla="*/ 988771 h 6858000"/>
              <a:gd name="connsiteX801" fmla="*/ 5870151 w 7467600"/>
              <a:gd name="connsiteY801" fmla="*/ 898890 h 6858000"/>
              <a:gd name="connsiteX802" fmla="*/ 5504425 w 7467600"/>
              <a:gd name="connsiteY802" fmla="*/ 848067 h 6858000"/>
              <a:gd name="connsiteX803" fmla="*/ 4968849 w 7467600"/>
              <a:gd name="connsiteY803" fmla="*/ 962318 h 6858000"/>
              <a:gd name="connsiteX804" fmla="*/ 5104039 w 7467600"/>
              <a:gd name="connsiteY804" fmla="*/ 940634 h 6858000"/>
              <a:gd name="connsiteX805" fmla="*/ 5256311 w 7467600"/>
              <a:gd name="connsiteY805" fmla="*/ 916490 h 6858000"/>
              <a:gd name="connsiteX806" fmla="*/ 5377381 w 7467600"/>
              <a:gd name="connsiteY806" fmla="*/ 912671 h 6858000"/>
              <a:gd name="connsiteX807" fmla="*/ 5460148 w 7467600"/>
              <a:gd name="connsiteY807" fmla="*/ 911442 h 6858000"/>
              <a:gd name="connsiteX808" fmla="*/ 5648971 w 7467600"/>
              <a:gd name="connsiteY808" fmla="*/ 891331 h 6858000"/>
              <a:gd name="connsiteX809" fmla="*/ 5844807 w 7467600"/>
              <a:gd name="connsiteY809" fmla="*/ 870718 h 6858000"/>
              <a:gd name="connsiteX810" fmla="*/ 5862975 w 7467600"/>
              <a:gd name="connsiteY810" fmla="*/ 869756 h 6858000"/>
              <a:gd name="connsiteX811" fmla="*/ 5920887 w 7467600"/>
              <a:gd name="connsiteY811" fmla="*/ 865929 h 6858000"/>
              <a:gd name="connsiteX812" fmla="*/ 5504425 w 7467600"/>
              <a:gd name="connsiteY812" fmla="*/ 848067 h 6858000"/>
              <a:gd name="connsiteX813" fmla="*/ 3607114 w 7467600"/>
              <a:gd name="connsiteY813" fmla="*/ 467441 h 6858000"/>
              <a:gd name="connsiteX814" fmla="*/ 3296242 w 7467600"/>
              <a:gd name="connsiteY814" fmla="*/ 807991 h 6858000"/>
              <a:gd name="connsiteX815" fmla="*/ 3174674 w 7467600"/>
              <a:gd name="connsiteY815" fmla="*/ 919759 h 6858000"/>
              <a:gd name="connsiteX816" fmla="*/ 3042978 w 7467600"/>
              <a:gd name="connsiteY816" fmla="*/ 1054894 h 6858000"/>
              <a:gd name="connsiteX817" fmla="*/ 2968914 w 7467600"/>
              <a:gd name="connsiteY817" fmla="*/ 1133756 h 6858000"/>
              <a:gd name="connsiteX818" fmla="*/ 3103823 w 7467600"/>
              <a:gd name="connsiteY818" fmla="*/ 1026814 h 6858000"/>
              <a:gd name="connsiteX819" fmla="*/ 3607114 w 7467600"/>
              <a:gd name="connsiteY819" fmla="*/ 467441 h 6858000"/>
              <a:gd name="connsiteX820" fmla="*/ 3744487 w 7467600"/>
              <a:gd name="connsiteY820" fmla="*/ 383136 h 6858000"/>
              <a:gd name="connsiteX821" fmla="*/ 3970213 w 7467600"/>
              <a:gd name="connsiteY821" fmla="*/ 995559 h 6858000"/>
              <a:gd name="connsiteX822" fmla="*/ 3744487 w 7467600"/>
              <a:gd name="connsiteY822" fmla="*/ 383136 h 6858000"/>
              <a:gd name="connsiteX823" fmla="*/ 3624562 w 7467600"/>
              <a:gd name="connsiteY823" fmla="*/ 367041 h 6858000"/>
              <a:gd name="connsiteX824" fmla="*/ 3489712 w 7467600"/>
              <a:gd name="connsiteY824" fmla="*/ 485386 h 6858000"/>
              <a:gd name="connsiteX825" fmla="*/ 3182994 w 7467600"/>
              <a:gd name="connsiteY825" fmla="*/ 828265 h 6858000"/>
              <a:gd name="connsiteX826" fmla="*/ 2892114 w 7467600"/>
              <a:gd name="connsiteY826" fmla="*/ 1172635 h 6858000"/>
              <a:gd name="connsiteX827" fmla="*/ 3021459 w 7467600"/>
              <a:gd name="connsiteY827" fmla="*/ 1035385 h 6858000"/>
              <a:gd name="connsiteX828" fmla="*/ 3153873 w 7467600"/>
              <a:gd name="connsiteY828" fmla="*/ 898971 h 6858000"/>
              <a:gd name="connsiteX829" fmla="*/ 3276511 w 7467600"/>
              <a:gd name="connsiteY829" fmla="*/ 786423 h 6858000"/>
              <a:gd name="connsiteX830" fmla="*/ 3584154 w 7467600"/>
              <a:gd name="connsiteY830" fmla="*/ 448218 h 6858000"/>
              <a:gd name="connsiteX831" fmla="*/ 3624562 w 7467600"/>
              <a:gd name="connsiteY831" fmla="*/ 367041 h 6858000"/>
              <a:gd name="connsiteX832" fmla="*/ 3766672 w 7467600"/>
              <a:gd name="connsiteY832" fmla="*/ 359429 h 6858000"/>
              <a:gd name="connsiteX833" fmla="*/ 3996338 w 7467600"/>
              <a:gd name="connsiteY833" fmla="*/ 968237 h 6858000"/>
              <a:gd name="connsiteX834" fmla="*/ 3766672 w 7467600"/>
              <a:gd name="connsiteY834" fmla="*/ 359429 h 6858000"/>
              <a:gd name="connsiteX835" fmla="*/ 5805386 w 7467600"/>
              <a:gd name="connsiteY835" fmla="*/ 239240 h 6858000"/>
              <a:gd name="connsiteX836" fmla="*/ 5736947 w 7467600"/>
              <a:gd name="connsiteY836" fmla="*/ 261367 h 6858000"/>
              <a:gd name="connsiteX837" fmla="*/ 5427012 w 7467600"/>
              <a:gd name="connsiteY837" fmla="*/ 311272 h 6858000"/>
              <a:gd name="connsiteX838" fmla="*/ 5147818 w 7467600"/>
              <a:gd name="connsiteY838" fmla="*/ 322112 h 6858000"/>
              <a:gd name="connsiteX839" fmla="*/ 5060854 w 7467600"/>
              <a:gd name="connsiteY839" fmla="*/ 311882 h 6858000"/>
              <a:gd name="connsiteX840" fmla="*/ 4945989 w 7467600"/>
              <a:gd name="connsiteY840" fmla="*/ 300516 h 6858000"/>
              <a:gd name="connsiteX841" fmla="*/ 5410479 w 7467600"/>
              <a:gd name="connsiteY841" fmla="*/ 348434 h 6858000"/>
              <a:gd name="connsiteX842" fmla="*/ 5805386 w 7467600"/>
              <a:gd name="connsiteY842" fmla="*/ 239240 h 6858000"/>
              <a:gd name="connsiteX843" fmla="*/ 5905192 w 7467600"/>
              <a:gd name="connsiteY843" fmla="*/ 163079 h 6858000"/>
              <a:gd name="connsiteX844" fmla="*/ 5865655 w 7467600"/>
              <a:gd name="connsiteY844" fmla="*/ 171901 h 6858000"/>
              <a:gd name="connsiteX845" fmla="*/ 5259740 w 7467600"/>
              <a:gd name="connsiteY845" fmla="*/ 257013 h 6858000"/>
              <a:gd name="connsiteX846" fmla="*/ 5208466 w 7467600"/>
              <a:gd name="connsiteY846" fmla="*/ 257550 h 6858000"/>
              <a:gd name="connsiteX847" fmla="*/ 4980204 w 7467600"/>
              <a:gd name="connsiteY847" fmla="*/ 271903 h 6858000"/>
              <a:gd name="connsiteX848" fmla="*/ 5068068 w 7467600"/>
              <a:gd name="connsiteY848" fmla="*/ 282244 h 6858000"/>
              <a:gd name="connsiteX849" fmla="*/ 5153231 w 7467600"/>
              <a:gd name="connsiteY849" fmla="*/ 292240 h 6858000"/>
              <a:gd name="connsiteX850" fmla="*/ 5426491 w 7467600"/>
              <a:gd name="connsiteY850" fmla="*/ 281128 h 6858000"/>
              <a:gd name="connsiteX851" fmla="*/ 5731212 w 7467600"/>
              <a:gd name="connsiteY851" fmla="*/ 231951 h 6858000"/>
              <a:gd name="connsiteX852" fmla="*/ 5905192 w 7467600"/>
              <a:gd name="connsiteY852" fmla="*/ 163079 h 6858000"/>
              <a:gd name="connsiteX853" fmla="*/ 5944437 w 7467600"/>
              <a:gd name="connsiteY853" fmla="*/ 113829 h 6858000"/>
              <a:gd name="connsiteX854" fmla="*/ 5825032 w 7467600"/>
              <a:gd name="connsiteY854" fmla="*/ 146405 h 6858000"/>
              <a:gd name="connsiteX855" fmla="*/ 4955599 w 7467600"/>
              <a:gd name="connsiteY855" fmla="*/ 247008 h 6858000"/>
              <a:gd name="connsiteX856" fmla="*/ 5210104 w 7467600"/>
              <a:gd name="connsiteY856" fmla="*/ 228123 h 6858000"/>
              <a:gd name="connsiteX857" fmla="*/ 5261015 w 7467600"/>
              <a:gd name="connsiteY857" fmla="*/ 227087 h 6858000"/>
              <a:gd name="connsiteX858" fmla="*/ 5861181 w 7467600"/>
              <a:gd name="connsiteY858" fmla="*/ 143093 h 6858000"/>
              <a:gd name="connsiteX859" fmla="*/ 5961252 w 7467600"/>
              <a:gd name="connsiteY859" fmla="*/ 114820 h 6858000"/>
              <a:gd name="connsiteX860" fmla="*/ 5944437 w 7467600"/>
              <a:gd name="connsiteY860" fmla="*/ 113829 h 6858000"/>
              <a:gd name="connsiteX861" fmla="*/ 3882765 w 7467600"/>
              <a:gd name="connsiteY861" fmla="*/ 0 h 6858000"/>
              <a:gd name="connsiteX862" fmla="*/ 3995099 w 7467600"/>
              <a:gd name="connsiteY862" fmla="*/ 0 h 6858000"/>
              <a:gd name="connsiteX863" fmla="*/ 4163818 w 7467600"/>
              <a:gd name="connsiteY863" fmla="*/ 234104 h 6858000"/>
              <a:gd name="connsiteX864" fmla="*/ 4172099 w 7467600"/>
              <a:gd name="connsiteY864" fmla="*/ 234207 h 6858000"/>
              <a:gd name="connsiteX865" fmla="*/ 4784282 w 7467600"/>
              <a:gd name="connsiteY865" fmla="*/ 276561 h 6858000"/>
              <a:gd name="connsiteX866" fmla="*/ 4801687 w 7467600"/>
              <a:gd name="connsiteY866" fmla="*/ 267764 h 6858000"/>
              <a:gd name="connsiteX867" fmla="*/ 6082788 w 7467600"/>
              <a:gd name="connsiteY867" fmla="*/ 64119 h 6858000"/>
              <a:gd name="connsiteX868" fmla="*/ 6099442 w 7467600"/>
              <a:gd name="connsiteY868" fmla="*/ 82568 h 6858000"/>
              <a:gd name="connsiteX869" fmla="*/ 4804137 w 7467600"/>
              <a:gd name="connsiteY869" fmla="*/ 320931 h 6858000"/>
              <a:gd name="connsiteX870" fmla="*/ 4227047 w 7467600"/>
              <a:gd name="connsiteY870" fmla="*/ 313415 h 6858000"/>
              <a:gd name="connsiteX871" fmla="*/ 4346041 w 7467600"/>
              <a:gd name="connsiteY871" fmla="*/ 456086 h 6858000"/>
              <a:gd name="connsiteX872" fmla="*/ 4870967 w 7467600"/>
              <a:gd name="connsiteY872" fmla="*/ 963061 h 6858000"/>
              <a:gd name="connsiteX873" fmla="*/ 4889647 w 7467600"/>
              <a:gd name="connsiteY873" fmla="*/ 957147 h 6858000"/>
              <a:gd name="connsiteX874" fmla="*/ 5422504 w 7467600"/>
              <a:gd name="connsiteY874" fmla="*/ 805191 h 6858000"/>
              <a:gd name="connsiteX875" fmla="*/ 6087656 w 7467600"/>
              <a:gd name="connsiteY875" fmla="*/ 826703 h 6858000"/>
              <a:gd name="connsiteX876" fmla="*/ 6058717 w 7467600"/>
              <a:gd name="connsiteY876" fmla="*/ 865992 h 6858000"/>
              <a:gd name="connsiteX877" fmla="*/ 4974153 w 7467600"/>
              <a:gd name="connsiteY877" fmla="*/ 1045456 h 6858000"/>
              <a:gd name="connsiteX878" fmla="*/ 5627835 w 7467600"/>
              <a:gd name="connsiteY878" fmla="*/ 1472077 h 6858000"/>
              <a:gd name="connsiteX879" fmla="*/ 5629817 w 7467600"/>
              <a:gd name="connsiteY879" fmla="*/ 1471412 h 6858000"/>
              <a:gd name="connsiteX880" fmla="*/ 5634124 w 7467600"/>
              <a:gd name="connsiteY880" fmla="*/ 1470572 h 6858000"/>
              <a:gd name="connsiteX881" fmla="*/ 5755832 w 7467600"/>
              <a:gd name="connsiteY881" fmla="*/ 1383886 h 6858000"/>
              <a:gd name="connsiteX882" fmla="*/ 6014186 w 7467600"/>
              <a:gd name="connsiteY882" fmla="*/ 1279799 h 6858000"/>
              <a:gd name="connsiteX883" fmla="*/ 6901619 w 7467600"/>
              <a:gd name="connsiteY883" fmla="*/ 1047874 h 6858000"/>
              <a:gd name="connsiteX884" fmla="*/ 6931566 w 7467600"/>
              <a:gd name="connsiteY884" fmla="*/ 1062034 h 6858000"/>
              <a:gd name="connsiteX885" fmla="*/ 5790982 w 7467600"/>
              <a:gd name="connsiteY885" fmla="*/ 1561380 h 6858000"/>
              <a:gd name="connsiteX886" fmla="*/ 6188971 w 7467600"/>
              <a:gd name="connsiteY886" fmla="*/ 1755168 h 6858000"/>
              <a:gd name="connsiteX887" fmla="*/ 6202446 w 7467600"/>
              <a:gd name="connsiteY887" fmla="*/ 1752268 h 6858000"/>
              <a:gd name="connsiteX888" fmla="*/ 7179560 w 7467600"/>
              <a:gd name="connsiteY888" fmla="*/ 1467551 h 6858000"/>
              <a:gd name="connsiteX889" fmla="*/ 7158730 w 7467600"/>
              <a:gd name="connsiteY889" fmla="*/ 1507835 h 6858000"/>
              <a:gd name="connsiteX890" fmla="*/ 6326959 w 7467600"/>
              <a:gd name="connsiteY890" fmla="*/ 1817686 h 6858000"/>
              <a:gd name="connsiteX891" fmla="*/ 6537433 w 7467600"/>
              <a:gd name="connsiteY891" fmla="*/ 1907790 h 6858000"/>
              <a:gd name="connsiteX892" fmla="*/ 6550221 w 7467600"/>
              <a:gd name="connsiteY892" fmla="*/ 1910729 h 6858000"/>
              <a:gd name="connsiteX893" fmla="*/ 6964438 w 7467600"/>
              <a:gd name="connsiteY893" fmla="*/ 2209505 h 6858000"/>
              <a:gd name="connsiteX894" fmla="*/ 7367862 w 7467600"/>
              <a:gd name="connsiteY894" fmla="*/ 2806833 h 6858000"/>
              <a:gd name="connsiteX895" fmla="*/ 7364329 w 7467600"/>
              <a:gd name="connsiteY895" fmla="*/ 2826907 h 6858000"/>
              <a:gd name="connsiteX896" fmla="*/ 7290545 w 7467600"/>
              <a:gd name="connsiteY896" fmla="*/ 2850663 h 6858000"/>
              <a:gd name="connsiteX897" fmla="*/ 6472036 w 7467600"/>
              <a:gd name="connsiteY897" fmla="*/ 1959003 h 6858000"/>
              <a:gd name="connsiteX898" fmla="*/ 5792897 w 7467600"/>
              <a:gd name="connsiteY898" fmla="*/ 1647747 h 6858000"/>
              <a:gd name="connsiteX899" fmla="*/ 5842751 w 7467600"/>
              <a:gd name="connsiteY899" fmla="*/ 1816112 h 6858000"/>
              <a:gd name="connsiteX900" fmla="*/ 5847424 w 7467600"/>
              <a:gd name="connsiteY900" fmla="*/ 1815776 h 6858000"/>
              <a:gd name="connsiteX901" fmla="*/ 6399821 w 7467600"/>
              <a:gd name="connsiteY901" fmla="*/ 2344799 h 6858000"/>
              <a:gd name="connsiteX902" fmla="*/ 6323232 w 7467600"/>
              <a:gd name="connsiteY902" fmla="*/ 2389634 h 6858000"/>
              <a:gd name="connsiteX903" fmla="*/ 5942958 w 7467600"/>
              <a:gd name="connsiteY903" fmla="*/ 2077708 h 6858000"/>
              <a:gd name="connsiteX904" fmla="*/ 5921559 w 7467600"/>
              <a:gd name="connsiteY904" fmla="*/ 2378596 h 6858000"/>
              <a:gd name="connsiteX905" fmla="*/ 5817651 w 7467600"/>
              <a:gd name="connsiteY905" fmla="*/ 3023919 h 6858000"/>
              <a:gd name="connsiteX906" fmla="*/ 5729634 w 7467600"/>
              <a:gd name="connsiteY906" fmla="*/ 3051849 h 6858000"/>
              <a:gd name="connsiteX907" fmla="*/ 5611018 w 7467600"/>
              <a:gd name="connsiteY907" fmla="*/ 2316769 h 6858000"/>
              <a:gd name="connsiteX908" fmla="*/ 5687608 w 7467600"/>
              <a:gd name="connsiteY908" fmla="*/ 2039972 h 6858000"/>
              <a:gd name="connsiteX909" fmla="*/ 5657554 w 7467600"/>
              <a:gd name="connsiteY909" fmla="*/ 1576445 h 6858000"/>
              <a:gd name="connsiteX910" fmla="*/ 5150475 w 7467600"/>
              <a:gd name="connsiteY910" fmla="*/ 1274012 h 6858000"/>
              <a:gd name="connsiteX911" fmla="*/ 5349142 w 7467600"/>
              <a:gd name="connsiteY911" fmla="*/ 2204405 h 6858000"/>
              <a:gd name="connsiteX912" fmla="*/ 5262214 w 7467600"/>
              <a:gd name="connsiteY912" fmla="*/ 2233836 h 6858000"/>
              <a:gd name="connsiteX913" fmla="*/ 4981539 w 7467600"/>
              <a:gd name="connsiteY913" fmla="*/ 1542201 h 6858000"/>
              <a:gd name="connsiteX914" fmla="*/ 4958461 w 7467600"/>
              <a:gd name="connsiteY914" fmla="*/ 1136957 h 6858000"/>
              <a:gd name="connsiteX915" fmla="*/ 4655015 w 7467600"/>
              <a:gd name="connsiteY915" fmla="*/ 891426 h 6858000"/>
              <a:gd name="connsiteX916" fmla="*/ 4348002 w 7467600"/>
              <a:gd name="connsiteY916" fmla="*/ 2205895 h 6858000"/>
              <a:gd name="connsiteX917" fmla="*/ 4262250 w 7467600"/>
              <a:gd name="connsiteY917" fmla="*/ 2219972 h 6858000"/>
              <a:gd name="connsiteX918" fmla="*/ 4550611 w 7467600"/>
              <a:gd name="connsiteY918" fmla="*/ 817540 h 6858000"/>
              <a:gd name="connsiteX919" fmla="*/ 4564418 w 7467600"/>
              <a:gd name="connsiteY919" fmla="*/ 808293 h 6858000"/>
              <a:gd name="connsiteX920" fmla="*/ 4266388 w 7467600"/>
              <a:gd name="connsiteY920" fmla="*/ 500083 h 6858000"/>
              <a:gd name="connsiteX921" fmla="*/ 4032842 w 7467600"/>
              <a:gd name="connsiteY921" fmla="*/ 211809 h 6858000"/>
              <a:gd name="connsiteX922" fmla="*/ 3882765 w 7467600"/>
              <a:gd name="connsiteY922" fmla="*/ 0 h 6858000"/>
              <a:gd name="connsiteX923" fmla="*/ 3721337 w 7467600"/>
              <a:gd name="connsiteY923" fmla="*/ 0 h 6858000"/>
              <a:gd name="connsiteX924" fmla="*/ 3797544 w 7467600"/>
              <a:gd name="connsiteY924" fmla="*/ 0 h 6858000"/>
              <a:gd name="connsiteX925" fmla="*/ 3775734 w 7467600"/>
              <a:gd name="connsiteY925" fmla="*/ 95131 h 6858000"/>
              <a:gd name="connsiteX926" fmla="*/ 3724807 w 7467600"/>
              <a:gd name="connsiteY926" fmla="*/ 272257 h 6858000"/>
              <a:gd name="connsiteX927" fmla="*/ 3726844 w 7467600"/>
              <a:gd name="connsiteY927" fmla="*/ 282988 h 6858000"/>
              <a:gd name="connsiteX928" fmla="*/ 3742664 w 7467600"/>
              <a:gd name="connsiteY928" fmla="*/ 279918 h 6858000"/>
              <a:gd name="connsiteX929" fmla="*/ 4103910 w 7467600"/>
              <a:gd name="connsiteY929" fmla="*/ 1161917 h 6858000"/>
              <a:gd name="connsiteX930" fmla="*/ 4020269 w 7467600"/>
              <a:gd name="connsiteY930" fmla="*/ 1200406 h 6858000"/>
              <a:gd name="connsiteX931" fmla="*/ 3674882 w 7467600"/>
              <a:gd name="connsiteY931" fmla="*/ 488524 h 6858000"/>
              <a:gd name="connsiteX932" fmla="*/ 3132682 w 7467600"/>
              <a:gd name="connsiteY932" fmla="*/ 1072284 h 6858000"/>
              <a:gd name="connsiteX933" fmla="*/ 2716346 w 7467600"/>
              <a:gd name="connsiteY933" fmla="*/ 1276376 h 6858000"/>
              <a:gd name="connsiteX934" fmla="*/ 2716772 w 7467600"/>
              <a:gd name="connsiteY934" fmla="*/ 1255462 h 6858000"/>
              <a:gd name="connsiteX935" fmla="*/ 3471096 w 7467600"/>
              <a:gd name="connsiteY935" fmla="*/ 437072 h 6858000"/>
              <a:gd name="connsiteX936" fmla="*/ 3639057 w 7467600"/>
              <a:gd name="connsiteY936" fmla="*/ 286334 h 6858000"/>
              <a:gd name="connsiteX937" fmla="*/ 3640309 w 7467600"/>
              <a:gd name="connsiteY937" fmla="*/ 284664 h 6858000"/>
              <a:gd name="connsiteX938" fmla="*/ 3646022 w 7467600"/>
              <a:gd name="connsiteY938" fmla="*/ 276711 h 6858000"/>
              <a:gd name="connsiteX939" fmla="*/ 3707943 w 7467600"/>
              <a:gd name="connsiteY939" fmla="*/ 65958 h 6858000"/>
              <a:gd name="connsiteX940" fmla="*/ 3721337 w 7467600"/>
              <a:gd name="connsiteY940" fmla="*/ 0 h 6858000"/>
              <a:gd name="connsiteX941" fmla="*/ 2867960 w 7467600"/>
              <a:gd name="connsiteY941" fmla="*/ 0 h 6858000"/>
              <a:gd name="connsiteX942" fmla="*/ 2926351 w 7467600"/>
              <a:gd name="connsiteY942" fmla="*/ 0 h 6858000"/>
              <a:gd name="connsiteX943" fmla="*/ 2902823 w 7467600"/>
              <a:gd name="connsiteY943" fmla="*/ 262929 h 6858000"/>
              <a:gd name="connsiteX944" fmla="*/ 2940663 w 7467600"/>
              <a:gd name="connsiteY944" fmla="*/ 140884 h 6858000"/>
              <a:gd name="connsiteX945" fmla="*/ 2947039 w 7467600"/>
              <a:gd name="connsiteY945" fmla="*/ 122524 h 6858000"/>
              <a:gd name="connsiteX946" fmla="*/ 2984316 w 7467600"/>
              <a:gd name="connsiteY946" fmla="*/ 0 h 6858000"/>
              <a:gd name="connsiteX947" fmla="*/ 3016114 w 7467600"/>
              <a:gd name="connsiteY947" fmla="*/ 0 h 6858000"/>
              <a:gd name="connsiteX948" fmla="*/ 2979949 w 7467600"/>
              <a:gd name="connsiteY948" fmla="*/ 119274 h 6858000"/>
              <a:gd name="connsiteX949" fmla="*/ 3023879 w 7467600"/>
              <a:gd name="connsiteY949" fmla="*/ 0 h 6858000"/>
              <a:gd name="connsiteX950" fmla="*/ 3105400 w 7467600"/>
              <a:gd name="connsiteY950" fmla="*/ 0 h 6858000"/>
              <a:gd name="connsiteX951" fmla="*/ 3094669 w 7467600"/>
              <a:gd name="connsiteY951" fmla="*/ 30308 h 6858000"/>
              <a:gd name="connsiteX952" fmla="*/ 2901945 w 7467600"/>
              <a:gd name="connsiteY952" fmla="*/ 466538 h 6858000"/>
              <a:gd name="connsiteX953" fmla="*/ 2815209 w 7467600"/>
              <a:gd name="connsiteY953" fmla="*/ 497361 h 6858000"/>
              <a:gd name="connsiteX954" fmla="*/ 2844845 w 7467600"/>
              <a:gd name="connsiteY954" fmla="*/ 127638 h 6858000"/>
              <a:gd name="connsiteX955" fmla="*/ 2867960 w 7467600"/>
              <a:gd name="connsiteY955" fmla="*/ 0 h 6858000"/>
              <a:gd name="connsiteX956" fmla="*/ 1057230 w 7467600"/>
              <a:gd name="connsiteY956" fmla="*/ 0 h 6858000"/>
              <a:gd name="connsiteX957" fmla="*/ 1111003 w 7467600"/>
              <a:gd name="connsiteY957" fmla="*/ 0 h 6858000"/>
              <a:gd name="connsiteX958" fmla="*/ 1125553 w 7467600"/>
              <a:gd name="connsiteY958" fmla="*/ 52588 h 6858000"/>
              <a:gd name="connsiteX959" fmla="*/ 1304276 w 7467600"/>
              <a:gd name="connsiteY959" fmla="*/ 476275 h 6858000"/>
              <a:gd name="connsiteX960" fmla="*/ 1492066 w 7467600"/>
              <a:gd name="connsiteY960" fmla="*/ 886333 h 6858000"/>
              <a:gd name="connsiteX961" fmla="*/ 1423698 w 7467600"/>
              <a:gd name="connsiteY961" fmla="*/ 710817 h 6858000"/>
              <a:gd name="connsiteX962" fmla="*/ 1357609 w 7467600"/>
              <a:gd name="connsiteY962" fmla="*/ 532892 h 6858000"/>
              <a:gd name="connsiteX963" fmla="*/ 1309550 w 7467600"/>
              <a:gd name="connsiteY963" fmla="*/ 374031 h 6858000"/>
              <a:gd name="connsiteX964" fmla="*/ 1193673 w 7467600"/>
              <a:gd name="connsiteY964" fmla="*/ 49533 h 6858000"/>
              <a:gd name="connsiteX965" fmla="*/ 1164391 w 7467600"/>
              <a:gd name="connsiteY965" fmla="*/ 0 h 6858000"/>
              <a:gd name="connsiteX966" fmla="*/ 1200666 w 7467600"/>
              <a:gd name="connsiteY966" fmla="*/ 0 h 6858000"/>
              <a:gd name="connsiteX967" fmla="*/ 1223408 w 7467600"/>
              <a:gd name="connsiteY967" fmla="*/ 38996 h 6858000"/>
              <a:gd name="connsiteX968" fmla="*/ 1339635 w 7467600"/>
              <a:gd name="connsiteY968" fmla="*/ 365517 h 6858000"/>
              <a:gd name="connsiteX969" fmla="*/ 1387469 w 7467600"/>
              <a:gd name="connsiteY969" fmla="*/ 523079 h 6858000"/>
              <a:gd name="connsiteX970" fmla="*/ 1452685 w 7467600"/>
              <a:gd name="connsiteY970" fmla="*/ 699806 h 6858000"/>
              <a:gd name="connsiteX971" fmla="*/ 1492092 w 7467600"/>
              <a:gd name="connsiteY971" fmla="*/ 800424 h 6858000"/>
              <a:gd name="connsiteX972" fmla="*/ 1455302 w 7467600"/>
              <a:gd name="connsiteY972" fmla="*/ 632913 h 6858000"/>
              <a:gd name="connsiteX973" fmla="*/ 1222336 w 7467600"/>
              <a:gd name="connsiteY973" fmla="*/ 9480 h 6858000"/>
              <a:gd name="connsiteX974" fmla="*/ 1214634 w 7467600"/>
              <a:gd name="connsiteY974" fmla="*/ 0 h 6858000"/>
              <a:gd name="connsiteX975" fmla="*/ 1289827 w 7467600"/>
              <a:gd name="connsiteY975" fmla="*/ 0 h 6858000"/>
              <a:gd name="connsiteX976" fmla="*/ 1321076 w 7467600"/>
              <a:gd name="connsiteY976" fmla="*/ 59722 h 6858000"/>
              <a:gd name="connsiteX977" fmla="*/ 1512579 w 7467600"/>
              <a:gd name="connsiteY977" fmla="*/ 626441 h 6858000"/>
              <a:gd name="connsiteX978" fmla="*/ 1506076 w 7467600"/>
              <a:gd name="connsiteY978" fmla="*/ 1089289 h 6858000"/>
              <a:gd name="connsiteX979" fmla="*/ 1486346 w 7467600"/>
              <a:gd name="connsiteY979" fmla="*/ 1079919 h 6858000"/>
              <a:gd name="connsiteX980" fmla="*/ 1070511 w 7467600"/>
              <a:gd name="connsiteY980" fmla="*/ 48609 h 6858000"/>
              <a:gd name="connsiteX981" fmla="*/ 1057230 w 7467600"/>
              <a:gd name="connsiteY981" fmla="*/ 0 h 6858000"/>
              <a:gd name="connsiteX982" fmla="*/ 43151 w 7467600"/>
              <a:gd name="connsiteY982" fmla="*/ 0 h 6858000"/>
              <a:gd name="connsiteX983" fmla="*/ 95283 w 7467600"/>
              <a:gd name="connsiteY983" fmla="*/ 0 h 6858000"/>
              <a:gd name="connsiteX984" fmla="*/ 300708 w 7467600"/>
              <a:gd name="connsiteY984" fmla="*/ 154571 h 6858000"/>
              <a:gd name="connsiteX985" fmla="*/ 530414 w 7467600"/>
              <a:gd name="connsiteY985" fmla="*/ 354673 h 6858000"/>
              <a:gd name="connsiteX986" fmla="*/ 333785 w 7467600"/>
              <a:gd name="connsiteY986" fmla="*/ 161564 h 6858000"/>
              <a:gd name="connsiteX987" fmla="*/ 147005 w 7467600"/>
              <a:gd name="connsiteY987" fmla="*/ 0 h 6858000"/>
              <a:gd name="connsiteX988" fmla="*/ 272509 w 7467600"/>
              <a:gd name="connsiteY988" fmla="*/ 0 h 6858000"/>
              <a:gd name="connsiteX989" fmla="*/ 326276 w 7467600"/>
              <a:gd name="connsiteY989" fmla="*/ 45847 h 6858000"/>
              <a:gd name="connsiteX990" fmla="*/ 823759 w 7467600"/>
              <a:gd name="connsiteY990" fmla="*/ 574145 h 6858000"/>
              <a:gd name="connsiteX991" fmla="*/ 811254 w 7467600"/>
              <a:gd name="connsiteY991" fmla="*/ 665546 h 6858000"/>
              <a:gd name="connsiteX992" fmla="*/ 154042 w 7467600"/>
              <a:gd name="connsiteY992" fmla="*/ 261522 h 6858000"/>
              <a:gd name="connsiteX993" fmla="*/ 13550 w 7467600"/>
              <a:gd name="connsiteY993" fmla="*/ 158423 h 6858000"/>
              <a:gd name="connsiteX994" fmla="*/ 0 w 7467600"/>
              <a:gd name="connsiteY994" fmla="*/ 146618 h 6858000"/>
              <a:gd name="connsiteX995" fmla="*/ 0 w 7467600"/>
              <a:gd name="connsiteY995" fmla="*/ 59161 h 6858000"/>
              <a:gd name="connsiteX996" fmla="*/ 45427 w 7467600"/>
              <a:gd name="connsiteY996" fmla="*/ 101078 h 6858000"/>
              <a:gd name="connsiteX997" fmla="*/ 630103 w 7467600"/>
              <a:gd name="connsiteY997" fmla="*/ 485885 h 6858000"/>
              <a:gd name="connsiteX998" fmla="*/ 532040 w 7467600"/>
              <a:gd name="connsiteY998" fmla="*/ 399359 h 6858000"/>
              <a:gd name="connsiteX999" fmla="*/ 517618 w 7467600"/>
              <a:gd name="connsiteY999" fmla="*/ 385726 h 6858000"/>
              <a:gd name="connsiteX1000" fmla="*/ 285074 w 7467600"/>
              <a:gd name="connsiteY1000" fmla="*/ 182755 h 6858000"/>
              <a:gd name="connsiteX1001" fmla="*/ 43151 w 7467600"/>
              <a:gd name="connsiteY100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244057 w 7467600"/>
              <a:gd name="connsiteY140" fmla="*/ 5124233 h 6858000"/>
              <a:gd name="connsiteX141" fmla="*/ 7353035 w 7467600"/>
              <a:gd name="connsiteY141" fmla="*/ 5197318 h 6858000"/>
              <a:gd name="connsiteX142" fmla="*/ 7467600 w 7467600"/>
              <a:gd name="connsiteY142" fmla="*/ 5297634 h 6858000"/>
              <a:gd name="connsiteX143" fmla="*/ 7467600 w 7467600"/>
              <a:gd name="connsiteY143" fmla="*/ 5361850 h 6858000"/>
              <a:gd name="connsiteX144" fmla="*/ 7368569 w 7467600"/>
              <a:gd name="connsiteY144" fmla="*/ 5270182 h 6858000"/>
              <a:gd name="connsiteX145" fmla="*/ 1903353 w 7467600"/>
              <a:gd name="connsiteY145" fmla="*/ 5044827 h 6858000"/>
              <a:gd name="connsiteX146" fmla="*/ 1936931 w 7467600"/>
              <a:gd name="connsiteY146" fmla="*/ 5093954 h 6858000"/>
              <a:gd name="connsiteX147" fmla="*/ 2195868 w 7467600"/>
              <a:gd name="connsiteY147" fmla="*/ 5396574 h 6858000"/>
              <a:gd name="connsiteX148" fmla="*/ 2088852 w 7467600"/>
              <a:gd name="connsiteY148" fmla="*/ 5166123 h 6858000"/>
              <a:gd name="connsiteX149" fmla="*/ 1958241 w 7467600"/>
              <a:gd name="connsiteY149" fmla="*/ 5067955 h 6858000"/>
              <a:gd name="connsiteX150" fmla="*/ 1903353 w 7467600"/>
              <a:gd name="connsiteY150" fmla="*/ 5044827 h 6858000"/>
              <a:gd name="connsiteX151" fmla="*/ 1979378 w 7467600"/>
              <a:gd name="connsiteY151" fmla="*/ 4769504 h 6858000"/>
              <a:gd name="connsiteX152" fmla="*/ 2882120 w 7467600"/>
              <a:gd name="connsiteY152" fmla="*/ 5064547 h 6858000"/>
              <a:gd name="connsiteX153" fmla="*/ 2793103 w 7467600"/>
              <a:gd name="connsiteY153" fmla="*/ 5039699 h 6858000"/>
              <a:gd name="connsiteX154" fmla="*/ 2770041 w 7467600"/>
              <a:gd name="connsiteY154" fmla="*/ 5033634 h 6858000"/>
              <a:gd name="connsiteX155" fmla="*/ 1979378 w 7467600"/>
              <a:gd name="connsiteY155" fmla="*/ 4769504 h 6858000"/>
              <a:gd name="connsiteX156" fmla="*/ 1927410 w 7467600"/>
              <a:gd name="connsiteY156" fmla="*/ 4716164 h 6858000"/>
              <a:gd name="connsiteX157" fmla="*/ 1959587 w 7467600"/>
              <a:gd name="connsiteY157" fmla="*/ 4728849 h 6858000"/>
              <a:gd name="connsiteX158" fmla="*/ 2777707 w 7467600"/>
              <a:gd name="connsiteY158" fmla="*/ 5003991 h 6858000"/>
              <a:gd name="connsiteX159" fmla="*/ 2800768 w 7467600"/>
              <a:gd name="connsiteY159" fmla="*/ 5010056 h 6858000"/>
              <a:gd name="connsiteX160" fmla="*/ 2879408 w 7467600"/>
              <a:gd name="connsiteY160" fmla="*/ 5031590 h 6858000"/>
              <a:gd name="connsiteX161" fmla="*/ 2862295 w 7467600"/>
              <a:gd name="connsiteY161" fmla="*/ 5022958 h 6858000"/>
              <a:gd name="connsiteX162" fmla="*/ 2813343 w 7467600"/>
              <a:gd name="connsiteY162" fmla="*/ 4998369 h 6858000"/>
              <a:gd name="connsiteX163" fmla="*/ 2646245 w 7467600"/>
              <a:gd name="connsiteY163" fmla="*/ 4930999 h 6858000"/>
              <a:gd name="connsiteX164" fmla="*/ 1999243 w 7467600"/>
              <a:gd name="connsiteY164" fmla="*/ 4730524 h 6858000"/>
              <a:gd name="connsiteX165" fmla="*/ 1979527 w 7467600"/>
              <a:gd name="connsiteY165" fmla="*/ 4726651 h 6858000"/>
              <a:gd name="connsiteX166" fmla="*/ 1927410 w 7467600"/>
              <a:gd name="connsiteY166" fmla="*/ 4716164 h 6858000"/>
              <a:gd name="connsiteX167" fmla="*/ 1997014 w 7467600"/>
              <a:gd name="connsiteY167" fmla="*/ 4698007 h 6858000"/>
              <a:gd name="connsiteX168" fmla="*/ 2005458 w 7467600"/>
              <a:gd name="connsiteY168" fmla="*/ 4699540 h 6858000"/>
              <a:gd name="connsiteX169" fmla="*/ 2657186 w 7467600"/>
              <a:gd name="connsiteY169" fmla="*/ 4901687 h 6858000"/>
              <a:gd name="connsiteX170" fmla="*/ 2826662 w 7467600"/>
              <a:gd name="connsiteY170" fmla="*/ 4970362 h 6858000"/>
              <a:gd name="connsiteX171" fmla="*/ 2876100 w 7467600"/>
              <a:gd name="connsiteY171" fmla="*/ 4995397 h 6858000"/>
              <a:gd name="connsiteX172" fmla="*/ 3042600 w 7467600"/>
              <a:gd name="connsiteY172" fmla="*/ 5059532 h 6858000"/>
              <a:gd name="connsiteX173" fmla="*/ 1997014 w 7467600"/>
              <a:gd name="connsiteY173" fmla="*/ 4698007 h 6858000"/>
              <a:gd name="connsiteX174" fmla="*/ 2305292 w 7467600"/>
              <a:gd name="connsiteY174" fmla="*/ 4219492 h 6858000"/>
              <a:gd name="connsiteX175" fmla="*/ 3360922 w 7467600"/>
              <a:gd name="connsiteY175" fmla="*/ 4529373 h 6858000"/>
              <a:gd name="connsiteX176" fmla="*/ 3492420 w 7467600"/>
              <a:gd name="connsiteY176" fmla="*/ 4510145 h 6858000"/>
              <a:gd name="connsiteX177" fmla="*/ 3364086 w 7467600"/>
              <a:gd name="connsiteY177" fmla="*/ 4480340 h 6858000"/>
              <a:gd name="connsiteX178" fmla="*/ 3225818 w 7467600"/>
              <a:gd name="connsiteY178" fmla="*/ 4411822 h 6858000"/>
              <a:gd name="connsiteX179" fmla="*/ 3129696 w 7467600"/>
              <a:gd name="connsiteY179" fmla="*/ 4360704 h 6858000"/>
              <a:gd name="connsiteX180" fmla="*/ 2814545 w 7467600"/>
              <a:gd name="connsiteY180" fmla="*/ 4282955 h 6858000"/>
              <a:gd name="connsiteX181" fmla="*/ 2305292 w 7467600"/>
              <a:gd name="connsiteY181" fmla="*/ 4219492 h 6858000"/>
              <a:gd name="connsiteX182" fmla="*/ 2626982 w 7467600"/>
              <a:gd name="connsiteY182" fmla="*/ 4206450 h 6858000"/>
              <a:gd name="connsiteX183" fmla="*/ 2490617 w 7467600"/>
              <a:gd name="connsiteY183" fmla="*/ 4206951 h 6858000"/>
              <a:gd name="connsiteX184" fmla="*/ 2819869 w 7467600"/>
              <a:gd name="connsiteY184" fmla="*/ 4252936 h 6858000"/>
              <a:gd name="connsiteX185" fmla="*/ 3143018 w 7467600"/>
              <a:gd name="connsiteY185" fmla="*/ 4332698 h 6858000"/>
              <a:gd name="connsiteX186" fmla="*/ 3241520 w 7467600"/>
              <a:gd name="connsiteY186" fmla="*/ 4385112 h 6858000"/>
              <a:gd name="connsiteX187" fmla="*/ 3374575 w 7467600"/>
              <a:gd name="connsiteY187" fmla="*/ 4451517 h 6858000"/>
              <a:gd name="connsiteX188" fmla="*/ 3505221 w 7467600"/>
              <a:gd name="connsiteY188" fmla="*/ 4480757 h 6858000"/>
              <a:gd name="connsiteX189" fmla="*/ 2626982 w 7467600"/>
              <a:gd name="connsiteY189" fmla="*/ 4206450 h 6858000"/>
              <a:gd name="connsiteX190" fmla="*/ 1310106 w 7467600"/>
              <a:gd name="connsiteY190" fmla="*/ 3943217 h 6858000"/>
              <a:gd name="connsiteX191" fmla="*/ 854994 w 7467600"/>
              <a:gd name="connsiteY191" fmla="*/ 4399136 h 6858000"/>
              <a:gd name="connsiteX192" fmla="*/ 742462 w 7467600"/>
              <a:gd name="connsiteY192" fmla="*/ 4594648 h 6858000"/>
              <a:gd name="connsiteX193" fmla="*/ 820602 w 7467600"/>
              <a:gd name="connsiteY193" fmla="*/ 4485915 h 6858000"/>
              <a:gd name="connsiteX194" fmla="*/ 878295 w 7467600"/>
              <a:gd name="connsiteY194" fmla="*/ 4403594 h 6858000"/>
              <a:gd name="connsiteX195" fmla="*/ 1240607 w 7467600"/>
              <a:gd name="connsiteY195" fmla="*/ 4010401 h 6858000"/>
              <a:gd name="connsiteX196" fmla="*/ 1310106 w 7467600"/>
              <a:gd name="connsiteY196" fmla="*/ 3943217 h 6858000"/>
              <a:gd name="connsiteX197" fmla="*/ 1423113 w 7467600"/>
              <a:gd name="connsiteY197" fmla="*/ 3874565 h 6858000"/>
              <a:gd name="connsiteX198" fmla="*/ 1260565 w 7467600"/>
              <a:gd name="connsiteY198" fmla="*/ 4031982 h 6858000"/>
              <a:gd name="connsiteX199" fmla="*/ 901900 w 7467600"/>
              <a:gd name="connsiteY199" fmla="*/ 4421236 h 6858000"/>
              <a:gd name="connsiteX200" fmla="*/ 845044 w 7467600"/>
              <a:gd name="connsiteY200" fmla="*/ 4502436 h 6858000"/>
              <a:gd name="connsiteX201" fmla="*/ 685926 w 7467600"/>
              <a:gd name="connsiteY201" fmla="*/ 4703069 h 6858000"/>
              <a:gd name="connsiteX202" fmla="*/ 684248 w 7467600"/>
              <a:gd name="connsiteY202" fmla="*/ 4706721 h 6858000"/>
              <a:gd name="connsiteX203" fmla="*/ 1423113 w 7467600"/>
              <a:gd name="connsiteY203" fmla="*/ 3874565 h 6858000"/>
              <a:gd name="connsiteX204" fmla="*/ 3316479 w 7467600"/>
              <a:gd name="connsiteY204" fmla="*/ 3872136 h 6858000"/>
              <a:gd name="connsiteX205" fmla="*/ 3546806 w 7467600"/>
              <a:gd name="connsiteY205" fmla="*/ 4356139 h 6858000"/>
              <a:gd name="connsiteX206" fmla="*/ 3364433 w 7467600"/>
              <a:gd name="connsiteY206" fmla="*/ 3953121 h 6858000"/>
              <a:gd name="connsiteX207" fmla="*/ 3316479 w 7467600"/>
              <a:gd name="connsiteY207" fmla="*/ 3872136 h 6858000"/>
              <a:gd name="connsiteX208" fmla="*/ 3291335 w 7467600"/>
              <a:gd name="connsiteY208" fmla="*/ 3767420 h 6858000"/>
              <a:gd name="connsiteX209" fmla="*/ 3390805 w 7467600"/>
              <a:gd name="connsiteY209" fmla="*/ 3937163 h 6858000"/>
              <a:gd name="connsiteX210" fmla="*/ 3579062 w 7467600"/>
              <a:gd name="connsiteY210" fmla="*/ 4359040 h 6858000"/>
              <a:gd name="connsiteX211" fmla="*/ 3467355 w 7467600"/>
              <a:gd name="connsiteY211" fmla="*/ 3988130 h 6858000"/>
              <a:gd name="connsiteX212" fmla="*/ 3310753 w 7467600"/>
              <a:gd name="connsiteY212" fmla="*/ 3787140 h 6858000"/>
              <a:gd name="connsiteX213" fmla="*/ 3291335 w 7467600"/>
              <a:gd name="connsiteY213" fmla="*/ 3767420 h 6858000"/>
              <a:gd name="connsiteX214" fmla="*/ 1635889 w 7467600"/>
              <a:gd name="connsiteY214" fmla="*/ 3709494 h 6858000"/>
              <a:gd name="connsiteX215" fmla="*/ 1634800 w 7467600"/>
              <a:gd name="connsiteY215" fmla="*/ 3731111 h 6858000"/>
              <a:gd name="connsiteX216" fmla="*/ 1635889 w 7467600"/>
              <a:gd name="connsiteY216" fmla="*/ 3709494 h 6858000"/>
              <a:gd name="connsiteX217" fmla="*/ 1510397 w 7467600"/>
              <a:gd name="connsiteY217" fmla="*/ 3684705 h 6858000"/>
              <a:gd name="connsiteX218" fmla="*/ 1146550 w 7467600"/>
              <a:gd name="connsiteY218" fmla="*/ 3802012 h 6858000"/>
              <a:gd name="connsiteX219" fmla="*/ 698834 w 7467600"/>
              <a:gd name="connsiteY219" fmla="*/ 3952272 h 6858000"/>
              <a:gd name="connsiteX220" fmla="*/ 34256 w 7467600"/>
              <a:gd name="connsiteY220" fmla="*/ 4347603 h 6858000"/>
              <a:gd name="connsiteX221" fmla="*/ 527241 w 7467600"/>
              <a:gd name="connsiteY221" fmla="*/ 4065078 h 6858000"/>
              <a:gd name="connsiteX222" fmla="*/ 1510397 w 7467600"/>
              <a:gd name="connsiteY222" fmla="*/ 3684705 h 6858000"/>
              <a:gd name="connsiteX223" fmla="*/ 1313114 w 7467600"/>
              <a:gd name="connsiteY223" fmla="*/ 3655216 h 6858000"/>
              <a:gd name="connsiteX224" fmla="*/ 1109304 w 7467600"/>
              <a:gd name="connsiteY224" fmla="*/ 3669030 h 6858000"/>
              <a:gd name="connsiteX225" fmla="*/ 8129 w 7467600"/>
              <a:gd name="connsiteY225" fmla="*/ 4330519 h 6858000"/>
              <a:gd name="connsiteX226" fmla="*/ 687572 w 7467600"/>
              <a:gd name="connsiteY226" fmla="*/ 3925629 h 6858000"/>
              <a:gd name="connsiteX227" fmla="*/ 1138365 w 7467600"/>
              <a:gd name="connsiteY227" fmla="*/ 3774515 h 6858000"/>
              <a:gd name="connsiteX228" fmla="*/ 1505579 w 7467600"/>
              <a:gd name="connsiteY228" fmla="*/ 3655526 h 6858000"/>
              <a:gd name="connsiteX229" fmla="*/ 1313114 w 7467600"/>
              <a:gd name="connsiteY229" fmla="*/ 3655216 h 6858000"/>
              <a:gd name="connsiteX230" fmla="*/ 3655073 w 7467600"/>
              <a:gd name="connsiteY230" fmla="*/ 3650884 h 6858000"/>
              <a:gd name="connsiteX231" fmla="*/ 3989938 w 7467600"/>
              <a:gd name="connsiteY231" fmla="*/ 3991685 h 6858000"/>
              <a:gd name="connsiteX232" fmla="*/ 4393907 w 7467600"/>
              <a:gd name="connsiteY232" fmla="*/ 4261258 h 6858000"/>
              <a:gd name="connsiteX233" fmla="*/ 4648051 w 7467600"/>
              <a:gd name="connsiteY233" fmla="*/ 4374051 h 6858000"/>
              <a:gd name="connsiteX234" fmla="*/ 4383389 w 7467600"/>
              <a:gd name="connsiteY234" fmla="*/ 4184369 h 6858000"/>
              <a:gd name="connsiteX235" fmla="*/ 4165508 w 7467600"/>
              <a:gd name="connsiteY235" fmla="*/ 4035196 h 6858000"/>
              <a:gd name="connsiteX236" fmla="*/ 4068162 w 7467600"/>
              <a:gd name="connsiteY236" fmla="*/ 3953394 h 6858000"/>
              <a:gd name="connsiteX237" fmla="*/ 3981416 w 7467600"/>
              <a:gd name="connsiteY237" fmla="*/ 3880482 h 6858000"/>
              <a:gd name="connsiteX238" fmla="*/ 3800147 w 7467600"/>
              <a:gd name="connsiteY238" fmla="*/ 3749872 h 6858000"/>
              <a:gd name="connsiteX239" fmla="*/ 3655073 w 7467600"/>
              <a:gd name="connsiteY239" fmla="*/ 3650884 h 6858000"/>
              <a:gd name="connsiteX240" fmla="*/ 3670252 w 7467600"/>
              <a:gd name="connsiteY240" fmla="*/ 3622798 h 6858000"/>
              <a:gd name="connsiteX241" fmla="*/ 3817258 w 7467600"/>
              <a:gd name="connsiteY241" fmla="*/ 3723577 h 6858000"/>
              <a:gd name="connsiteX242" fmla="*/ 4000461 w 7467600"/>
              <a:gd name="connsiteY242" fmla="*/ 3855966 h 6858000"/>
              <a:gd name="connsiteX243" fmla="*/ 4088180 w 7467600"/>
              <a:gd name="connsiteY243" fmla="*/ 3929774 h 6858000"/>
              <a:gd name="connsiteX244" fmla="*/ 4184555 w 7467600"/>
              <a:gd name="connsiteY244" fmla="*/ 4010683 h 6858000"/>
              <a:gd name="connsiteX245" fmla="*/ 4399563 w 7467600"/>
              <a:gd name="connsiteY245" fmla="*/ 4158106 h 6858000"/>
              <a:gd name="connsiteX246" fmla="*/ 4684469 w 7467600"/>
              <a:gd name="connsiteY246" fmla="*/ 4364680 h 6858000"/>
              <a:gd name="connsiteX247" fmla="*/ 4690271 w 7467600"/>
              <a:gd name="connsiteY247" fmla="*/ 4370034 h 6858000"/>
              <a:gd name="connsiteX248" fmla="*/ 4136093 w 7467600"/>
              <a:gd name="connsiteY248" fmla="*/ 3858466 h 6858000"/>
              <a:gd name="connsiteX249" fmla="*/ 3670252 w 7467600"/>
              <a:gd name="connsiteY249" fmla="*/ 3622798 h 6858000"/>
              <a:gd name="connsiteX250" fmla="*/ 4440129 w 7467600"/>
              <a:gd name="connsiteY250" fmla="*/ 3448571 h 6858000"/>
              <a:gd name="connsiteX251" fmla="*/ 4856525 w 7467600"/>
              <a:gd name="connsiteY251" fmla="*/ 3915351 h 6858000"/>
              <a:gd name="connsiteX252" fmla="*/ 5059055 w 7467600"/>
              <a:gd name="connsiteY252" fmla="*/ 4108918 h 6858000"/>
              <a:gd name="connsiteX253" fmla="*/ 5290070 w 7467600"/>
              <a:gd name="connsiteY253" fmla="*/ 4263619 h 6858000"/>
              <a:gd name="connsiteX254" fmla="*/ 4834991 w 7467600"/>
              <a:gd name="connsiteY254" fmla="*/ 3830985 h 6858000"/>
              <a:gd name="connsiteX255" fmla="*/ 4440129 w 7467600"/>
              <a:gd name="connsiteY255" fmla="*/ 3448571 h 6858000"/>
              <a:gd name="connsiteX256" fmla="*/ 4441737 w 7467600"/>
              <a:gd name="connsiteY256" fmla="*/ 3399734 h 6858000"/>
              <a:gd name="connsiteX257" fmla="*/ 4431236 w 7467600"/>
              <a:gd name="connsiteY257" fmla="*/ 3400954 h 6858000"/>
              <a:gd name="connsiteX258" fmla="*/ 4557150 w 7467600"/>
              <a:gd name="connsiteY258" fmla="*/ 3510023 h 6858000"/>
              <a:gd name="connsiteX259" fmla="*/ 4856936 w 7467600"/>
              <a:gd name="connsiteY259" fmla="*/ 3809146 h 6858000"/>
              <a:gd name="connsiteX260" fmla="*/ 5111996 w 7467600"/>
              <a:gd name="connsiteY260" fmla="*/ 4065759 h 6858000"/>
              <a:gd name="connsiteX261" fmla="*/ 5388878 w 7467600"/>
              <a:gd name="connsiteY261" fmla="*/ 4300185 h 6858000"/>
              <a:gd name="connsiteX262" fmla="*/ 5425556 w 7467600"/>
              <a:gd name="connsiteY262" fmla="*/ 4308967 h 6858000"/>
              <a:gd name="connsiteX263" fmla="*/ 4943646 w 7467600"/>
              <a:gd name="connsiteY263" fmla="*/ 3822916 h 6858000"/>
              <a:gd name="connsiteX264" fmla="*/ 4594837 w 7467600"/>
              <a:gd name="connsiteY264" fmla="*/ 3532274 h 6858000"/>
              <a:gd name="connsiteX265" fmla="*/ 4441737 w 7467600"/>
              <a:gd name="connsiteY265" fmla="*/ 3399734 h 6858000"/>
              <a:gd name="connsiteX266" fmla="*/ 5425834 w 7467600"/>
              <a:gd name="connsiteY266" fmla="*/ 3162785 h 6858000"/>
              <a:gd name="connsiteX267" fmla="*/ 5401644 w 7467600"/>
              <a:gd name="connsiteY267" fmla="*/ 3617847 h 6858000"/>
              <a:gd name="connsiteX268" fmla="*/ 5467256 w 7467600"/>
              <a:gd name="connsiteY268" fmla="*/ 4175494 h 6858000"/>
              <a:gd name="connsiteX269" fmla="*/ 5448069 w 7467600"/>
              <a:gd name="connsiteY269" fmla="*/ 3567554 h 6858000"/>
              <a:gd name="connsiteX270" fmla="*/ 5425834 w 7467600"/>
              <a:gd name="connsiteY270" fmla="*/ 3162785 h 6858000"/>
              <a:gd name="connsiteX271" fmla="*/ 1318687 w 7467600"/>
              <a:gd name="connsiteY271" fmla="*/ 3113840 h 6858000"/>
              <a:gd name="connsiteX272" fmla="*/ 1066793 w 7467600"/>
              <a:gd name="connsiteY272" fmla="*/ 3212171 h 6858000"/>
              <a:gd name="connsiteX273" fmla="*/ 993319 w 7467600"/>
              <a:gd name="connsiteY273" fmla="*/ 3247648 h 6858000"/>
              <a:gd name="connsiteX274" fmla="*/ 853081 w 7467600"/>
              <a:gd name="connsiteY274" fmla="*/ 3312410 h 6858000"/>
              <a:gd name="connsiteX275" fmla="*/ 805957 w 7467600"/>
              <a:gd name="connsiteY275" fmla="*/ 3330443 h 6858000"/>
              <a:gd name="connsiteX276" fmla="*/ 1318687 w 7467600"/>
              <a:gd name="connsiteY276" fmla="*/ 3113840 h 6858000"/>
              <a:gd name="connsiteX277" fmla="*/ 5453702 w 7467600"/>
              <a:gd name="connsiteY277" fmla="*/ 3090882 h 6858000"/>
              <a:gd name="connsiteX278" fmla="*/ 5480135 w 7467600"/>
              <a:gd name="connsiteY278" fmla="*/ 3565802 h 6858000"/>
              <a:gd name="connsiteX279" fmla="*/ 5499023 w 7467600"/>
              <a:gd name="connsiteY279" fmla="*/ 4166310 h 6858000"/>
              <a:gd name="connsiteX280" fmla="*/ 5547022 w 7467600"/>
              <a:gd name="connsiteY280" fmla="*/ 3607838 h 6858000"/>
              <a:gd name="connsiteX281" fmla="*/ 5515964 w 7467600"/>
              <a:gd name="connsiteY281" fmla="*/ 3378541 h 6858000"/>
              <a:gd name="connsiteX282" fmla="*/ 5453702 w 7467600"/>
              <a:gd name="connsiteY282" fmla="*/ 3090882 h 6858000"/>
              <a:gd name="connsiteX283" fmla="*/ 1238695 w 7467600"/>
              <a:gd name="connsiteY283" fmla="*/ 3076820 h 6858000"/>
              <a:gd name="connsiteX284" fmla="*/ 716371 w 7467600"/>
              <a:gd name="connsiteY284" fmla="*/ 3293249 h 6858000"/>
              <a:gd name="connsiteX285" fmla="*/ 579522 w 7467600"/>
              <a:gd name="connsiteY285" fmla="*/ 3371759 h 6858000"/>
              <a:gd name="connsiteX286" fmla="*/ 600288 w 7467600"/>
              <a:gd name="connsiteY286" fmla="*/ 3365555 h 6858000"/>
              <a:gd name="connsiteX287" fmla="*/ 840692 w 7467600"/>
              <a:gd name="connsiteY287" fmla="*/ 3284921 h 6858000"/>
              <a:gd name="connsiteX288" fmla="*/ 979248 w 7467600"/>
              <a:gd name="connsiteY288" fmla="*/ 3221003 h 6858000"/>
              <a:gd name="connsiteX289" fmla="*/ 1053282 w 7467600"/>
              <a:gd name="connsiteY289" fmla="*/ 3185247 h 6858000"/>
              <a:gd name="connsiteX290" fmla="*/ 1320603 w 7467600"/>
              <a:gd name="connsiteY290" fmla="*/ 3081281 h 6858000"/>
              <a:gd name="connsiteX291" fmla="*/ 1238695 w 7467600"/>
              <a:gd name="connsiteY291" fmla="*/ 3076820 h 6858000"/>
              <a:gd name="connsiteX292" fmla="*/ 5425627 w 7467600"/>
              <a:gd name="connsiteY292" fmla="*/ 2954192 h 6858000"/>
              <a:gd name="connsiteX293" fmla="*/ 5470770 w 7467600"/>
              <a:gd name="connsiteY293" fmla="*/ 3005435 h 6858000"/>
              <a:gd name="connsiteX294" fmla="*/ 5519779 w 7467600"/>
              <a:gd name="connsiteY294" fmla="*/ 4359223 h 6858000"/>
              <a:gd name="connsiteX295" fmla="*/ 5520293 w 7467600"/>
              <a:gd name="connsiteY295" fmla="*/ 4360602 h 6858000"/>
              <a:gd name="connsiteX296" fmla="*/ 5767221 w 7467600"/>
              <a:gd name="connsiteY296" fmla="*/ 4665564 h 6858000"/>
              <a:gd name="connsiteX297" fmla="*/ 6937169 w 7467600"/>
              <a:gd name="connsiteY297" fmla="*/ 4815941 h 6858000"/>
              <a:gd name="connsiteX298" fmla="*/ 6953922 w 7467600"/>
              <a:gd name="connsiteY298" fmla="*/ 4890068 h 6858000"/>
              <a:gd name="connsiteX299" fmla="*/ 6071359 w 7467600"/>
              <a:gd name="connsiteY299" fmla="*/ 4770770 h 6858000"/>
              <a:gd name="connsiteX300" fmla="*/ 6038839 w 7467600"/>
              <a:gd name="connsiteY300" fmla="*/ 4764474 h 6858000"/>
              <a:gd name="connsiteX301" fmla="*/ 6038706 w 7467600"/>
              <a:gd name="connsiteY301" fmla="*/ 4763847 h 6858000"/>
              <a:gd name="connsiteX302" fmla="*/ 6037784 w 7467600"/>
              <a:gd name="connsiteY302" fmla="*/ 4764270 h 6858000"/>
              <a:gd name="connsiteX303" fmla="*/ 6038839 w 7467600"/>
              <a:gd name="connsiteY303" fmla="*/ 4764474 h 6858000"/>
              <a:gd name="connsiteX304" fmla="*/ 6040338 w 7467600"/>
              <a:gd name="connsiteY304" fmla="*/ 4771418 h 6858000"/>
              <a:gd name="connsiteX305" fmla="*/ 6024488 w 7467600"/>
              <a:gd name="connsiteY305" fmla="*/ 4809903 h 6858000"/>
              <a:gd name="connsiteX306" fmla="*/ 5599771 w 7467600"/>
              <a:gd name="connsiteY306" fmla="*/ 5509652 h 6858000"/>
              <a:gd name="connsiteX307" fmla="*/ 5548843 w 7467600"/>
              <a:gd name="connsiteY307" fmla="*/ 5563845 h 6858000"/>
              <a:gd name="connsiteX308" fmla="*/ 5940952 w 7467600"/>
              <a:gd name="connsiteY308" fmla="*/ 6250028 h 6858000"/>
              <a:gd name="connsiteX309" fmla="*/ 6043441 w 7467600"/>
              <a:gd name="connsiteY309" fmla="*/ 6665847 h 6858000"/>
              <a:gd name="connsiteX310" fmla="*/ 6093432 w 7467600"/>
              <a:gd name="connsiteY310" fmla="*/ 6858000 h 6858000"/>
              <a:gd name="connsiteX311" fmla="*/ 6034344 w 7467600"/>
              <a:gd name="connsiteY311" fmla="*/ 6858000 h 6858000"/>
              <a:gd name="connsiteX312" fmla="*/ 6026679 w 7467600"/>
              <a:gd name="connsiteY312" fmla="*/ 6836959 h 6858000"/>
              <a:gd name="connsiteX313" fmla="*/ 5800441 w 7467600"/>
              <a:gd name="connsiteY313" fmla="*/ 6335286 h 6858000"/>
              <a:gd name="connsiteX314" fmla="*/ 5526562 w 7467600"/>
              <a:gd name="connsiteY314" fmla="*/ 5705388 h 6858000"/>
              <a:gd name="connsiteX315" fmla="*/ 5519640 w 7467600"/>
              <a:gd name="connsiteY315" fmla="*/ 5683774 h 6858000"/>
              <a:gd name="connsiteX316" fmla="*/ 5844559 w 7467600"/>
              <a:gd name="connsiteY316" fmla="*/ 6553349 h 6858000"/>
              <a:gd name="connsiteX317" fmla="*/ 5975994 w 7467600"/>
              <a:gd name="connsiteY317" fmla="*/ 6858000 h 6858000"/>
              <a:gd name="connsiteX318" fmla="*/ 5898547 w 7467600"/>
              <a:gd name="connsiteY318" fmla="*/ 6858000 h 6858000"/>
              <a:gd name="connsiteX319" fmla="*/ 5682041 w 7467600"/>
              <a:gd name="connsiteY319" fmla="*/ 6355860 h 6858000"/>
              <a:gd name="connsiteX320" fmla="*/ 5461758 w 7467600"/>
              <a:gd name="connsiteY320" fmla="*/ 5820220 h 6858000"/>
              <a:gd name="connsiteX321" fmla="*/ 5237282 w 7467600"/>
              <a:gd name="connsiteY321" fmla="*/ 6579086 h 6858000"/>
              <a:gd name="connsiteX322" fmla="*/ 5115009 w 7467600"/>
              <a:gd name="connsiteY322" fmla="*/ 6858000 h 6858000"/>
              <a:gd name="connsiteX323" fmla="*/ 5028074 w 7467600"/>
              <a:gd name="connsiteY323" fmla="*/ 6858000 h 6858000"/>
              <a:gd name="connsiteX324" fmla="*/ 5079508 w 7467600"/>
              <a:gd name="connsiteY324" fmla="*/ 6749074 h 6858000"/>
              <a:gd name="connsiteX325" fmla="*/ 5371846 w 7467600"/>
              <a:gd name="connsiteY325" fmla="*/ 5924413 h 6858000"/>
              <a:gd name="connsiteX326" fmla="*/ 5270512 w 7467600"/>
              <a:gd name="connsiteY326" fmla="*/ 6138975 h 6858000"/>
              <a:gd name="connsiteX327" fmla="*/ 5062409 w 7467600"/>
              <a:gd name="connsiteY327" fmla="*/ 6653544 h 6858000"/>
              <a:gd name="connsiteX328" fmla="*/ 5036628 w 7467600"/>
              <a:gd name="connsiteY328" fmla="*/ 6754247 h 6858000"/>
              <a:gd name="connsiteX329" fmla="*/ 5009112 w 7467600"/>
              <a:gd name="connsiteY329" fmla="*/ 6858000 h 6858000"/>
              <a:gd name="connsiteX330" fmla="*/ 4976679 w 7467600"/>
              <a:gd name="connsiteY330" fmla="*/ 6858000 h 6858000"/>
              <a:gd name="connsiteX331" fmla="*/ 5006537 w 7467600"/>
              <a:gd name="connsiteY331" fmla="*/ 6747068 h 6858000"/>
              <a:gd name="connsiteX332" fmla="*/ 5032723 w 7467600"/>
              <a:gd name="connsiteY332" fmla="*/ 6644957 h 6858000"/>
              <a:gd name="connsiteX333" fmla="*/ 5242949 w 7467600"/>
              <a:gd name="connsiteY333" fmla="*/ 6125175 h 6858000"/>
              <a:gd name="connsiteX334" fmla="*/ 5286321 w 7467600"/>
              <a:gd name="connsiteY334" fmla="*/ 6033555 h 6858000"/>
              <a:gd name="connsiteX335" fmla="*/ 5008210 w 7467600"/>
              <a:gd name="connsiteY335" fmla="*/ 6649194 h 6858000"/>
              <a:gd name="connsiteX336" fmla="*/ 4986321 w 7467600"/>
              <a:gd name="connsiteY336" fmla="*/ 6765687 h 6858000"/>
              <a:gd name="connsiteX337" fmla="*/ 4973474 w 7467600"/>
              <a:gd name="connsiteY337" fmla="*/ 6858000 h 6858000"/>
              <a:gd name="connsiteX338" fmla="*/ 4907178 w 7467600"/>
              <a:gd name="connsiteY338" fmla="*/ 6858000 h 6858000"/>
              <a:gd name="connsiteX339" fmla="*/ 4910810 w 7467600"/>
              <a:gd name="connsiteY339" fmla="*/ 6829660 h 6858000"/>
              <a:gd name="connsiteX340" fmla="*/ 4987461 w 7467600"/>
              <a:gd name="connsiteY340" fmla="*/ 6432994 h 6858000"/>
              <a:gd name="connsiteX341" fmla="*/ 5179262 w 7467600"/>
              <a:gd name="connsiteY341" fmla="*/ 6035044 h 6858000"/>
              <a:gd name="connsiteX342" fmla="*/ 4689678 w 7467600"/>
              <a:gd name="connsiteY342" fmla="*/ 6440241 h 6858000"/>
              <a:gd name="connsiteX343" fmla="*/ 4477543 w 7467600"/>
              <a:gd name="connsiteY343" fmla="*/ 6674836 h 6858000"/>
              <a:gd name="connsiteX344" fmla="*/ 4329957 w 7467600"/>
              <a:gd name="connsiteY344" fmla="*/ 6858000 h 6858000"/>
              <a:gd name="connsiteX345" fmla="*/ 4218595 w 7467600"/>
              <a:gd name="connsiteY345" fmla="*/ 6858000 h 6858000"/>
              <a:gd name="connsiteX346" fmla="*/ 4368888 w 7467600"/>
              <a:gd name="connsiteY346" fmla="*/ 6668412 h 6858000"/>
              <a:gd name="connsiteX347" fmla="*/ 4563091 w 7467600"/>
              <a:gd name="connsiteY347" fmla="*/ 6442508 h 6858000"/>
              <a:gd name="connsiteX348" fmla="*/ 5387324 w 7467600"/>
              <a:gd name="connsiteY348" fmla="*/ 5705830 h 6858000"/>
              <a:gd name="connsiteX349" fmla="*/ 5073620 w 7467600"/>
              <a:gd name="connsiteY349" fmla="*/ 5955437 h 6858000"/>
              <a:gd name="connsiteX350" fmla="*/ 4689789 w 7467600"/>
              <a:gd name="connsiteY350" fmla="*/ 6268382 h 6858000"/>
              <a:gd name="connsiteX351" fmla="*/ 4418722 w 7467600"/>
              <a:gd name="connsiteY351" fmla="*/ 6570886 h 6858000"/>
              <a:gd name="connsiteX352" fmla="*/ 4214944 w 7467600"/>
              <a:gd name="connsiteY352" fmla="*/ 6858000 h 6858000"/>
              <a:gd name="connsiteX353" fmla="*/ 4177898 w 7467600"/>
              <a:gd name="connsiteY353" fmla="*/ 6858000 h 6858000"/>
              <a:gd name="connsiteX354" fmla="*/ 4391597 w 7467600"/>
              <a:gd name="connsiteY354" fmla="*/ 6556370 h 6858000"/>
              <a:gd name="connsiteX355" fmla="*/ 4668889 w 7467600"/>
              <a:gd name="connsiteY355" fmla="*/ 6246399 h 6858000"/>
              <a:gd name="connsiteX356" fmla="*/ 5055427 w 7467600"/>
              <a:gd name="connsiteY356" fmla="*/ 5931476 h 6858000"/>
              <a:gd name="connsiteX357" fmla="*/ 5371814 w 7467600"/>
              <a:gd name="connsiteY357" fmla="*/ 5678975 h 6858000"/>
              <a:gd name="connsiteX358" fmla="*/ 4987918 w 7467600"/>
              <a:gd name="connsiteY358" fmla="*/ 5838701 h 6858000"/>
              <a:gd name="connsiteX359" fmla="*/ 4317146 w 7467600"/>
              <a:gd name="connsiteY359" fmla="*/ 6587716 h 6858000"/>
              <a:gd name="connsiteX360" fmla="*/ 4171627 w 7467600"/>
              <a:gd name="connsiteY360" fmla="*/ 6858000 h 6858000"/>
              <a:gd name="connsiteX361" fmla="*/ 4081585 w 7467600"/>
              <a:gd name="connsiteY361" fmla="*/ 6858000 h 6858000"/>
              <a:gd name="connsiteX362" fmla="*/ 4238603 w 7467600"/>
              <a:gd name="connsiteY362" fmla="*/ 6559341 h 6858000"/>
              <a:gd name="connsiteX363" fmla="*/ 4778333 w 7467600"/>
              <a:gd name="connsiteY363" fmla="*/ 5873626 h 6858000"/>
              <a:gd name="connsiteX364" fmla="*/ 5414185 w 7467600"/>
              <a:gd name="connsiteY364" fmla="*/ 5573882 h 6858000"/>
              <a:gd name="connsiteX365" fmla="*/ 5959648 w 7467600"/>
              <a:gd name="connsiteY365" fmla="*/ 4760797 h 6858000"/>
              <a:gd name="connsiteX366" fmla="*/ 5355019 w 7467600"/>
              <a:gd name="connsiteY366" fmla="*/ 4734672 h 6858000"/>
              <a:gd name="connsiteX367" fmla="*/ 5083565 w 7467600"/>
              <a:gd name="connsiteY367" fmla="*/ 5179121 h 6858000"/>
              <a:gd name="connsiteX368" fmla="*/ 4713577 w 7467600"/>
              <a:gd name="connsiteY368" fmla="*/ 5616803 h 6858000"/>
              <a:gd name="connsiteX369" fmla="*/ 3989559 w 7467600"/>
              <a:gd name="connsiteY369" fmla="*/ 6145945 h 6858000"/>
              <a:gd name="connsiteX370" fmla="*/ 3939824 w 7467600"/>
              <a:gd name="connsiteY370" fmla="*/ 6066900 h 6858000"/>
              <a:gd name="connsiteX371" fmla="*/ 4584537 w 7467600"/>
              <a:gd name="connsiteY371" fmla="*/ 5324826 h 6858000"/>
              <a:gd name="connsiteX372" fmla="*/ 5037105 w 7467600"/>
              <a:gd name="connsiteY372" fmla="*/ 5088765 h 6858000"/>
              <a:gd name="connsiteX373" fmla="*/ 5039930 w 7467600"/>
              <a:gd name="connsiteY373" fmla="*/ 5089585 h 6858000"/>
              <a:gd name="connsiteX374" fmla="*/ 5263764 w 7467600"/>
              <a:gd name="connsiteY374" fmla="*/ 4735525 h 6858000"/>
              <a:gd name="connsiteX375" fmla="*/ 4086300 w 7467600"/>
              <a:gd name="connsiteY375" fmla="*/ 4884599 h 6858000"/>
              <a:gd name="connsiteX376" fmla="*/ 4085485 w 7467600"/>
              <a:gd name="connsiteY376" fmla="*/ 4899070 h 6858000"/>
              <a:gd name="connsiteX377" fmla="*/ 3871915 w 7467600"/>
              <a:gd name="connsiteY377" fmla="*/ 5253645 h 6858000"/>
              <a:gd name="connsiteX378" fmla="*/ 3799374 w 7467600"/>
              <a:gd name="connsiteY378" fmla="*/ 5466127 h 6858000"/>
              <a:gd name="connsiteX379" fmla="*/ 3498850 w 7467600"/>
              <a:gd name="connsiteY379" fmla="*/ 6661888 h 6858000"/>
              <a:gd name="connsiteX380" fmla="*/ 3399216 w 7467600"/>
              <a:gd name="connsiteY380" fmla="*/ 6858000 h 6858000"/>
              <a:gd name="connsiteX381" fmla="*/ 3303688 w 7467600"/>
              <a:gd name="connsiteY381" fmla="*/ 6858000 h 6858000"/>
              <a:gd name="connsiteX382" fmla="*/ 3391774 w 7467600"/>
              <a:gd name="connsiteY382" fmla="*/ 6697181 h 6858000"/>
              <a:gd name="connsiteX383" fmla="*/ 3735540 w 7467600"/>
              <a:gd name="connsiteY383" fmla="*/ 5546923 h 6858000"/>
              <a:gd name="connsiteX384" fmla="*/ 3729438 w 7467600"/>
              <a:gd name="connsiteY384" fmla="*/ 5569058 h 6858000"/>
              <a:gd name="connsiteX385" fmla="*/ 3707782 w 7467600"/>
              <a:gd name="connsiteY385" fmla="*/ 5644908 h 6858000"/>
              <a:gd name="connsiteX386" fmla="*/ 3583827 w 7467600"/>
              <a:gd name="connsiteY386" fmla="*/ 6039215 h 6858000"/>
              <a:gd name="connsiteX387" fmla="*/ 3547861 w 7467600"/>
              <a:gd name="connsiteY387" fmla="*/ 6129609 h 6858000"/>
              <a:gd name="connsiteX388" fmla="*/ 3490905 w 7467600"/>
              <a:gd name="connsiteY388" fmla="*/ 6277660 h 6858000"/>
              <a:gd name="connsiteX389" fmla="*/ 3455859 w 7467600"/>
              <a:gd name="connsiteY389" fmla="*/ 6391301 h 6858000"/>
              <a:gd name="connsiteX390" fmla="*/ 3429112 w 7467600"/>
              <a:gd name="connsiteY390" fmla="*/ 6479469 h 6858000"/>
              <a:gd name="connsiteX391" fmla="*/ 3304862 w 7467600"/>
              <a:gd name="connsiteY391" fmla="*/ 6796476 h 6858000"/>
              <a:gd name="connsiteX392" fmla="*/ 3276071 w 7467600"/>
              <a:gd name="connsiteY392" fmla="*/ 6858000 h 6858000"/>
              <a:gd name="connsiteX393" fmla="*/ 3240805 w 7467600"/>
              <a:gd name="connsiteY393" fmla="*/ 6858000 h 6858000"/>
              <a:gd name="connsiteX394" fmla="*/ 3275917 w 7467600"/>
              <a:gd name="connsiteY394" fmla="*/ 6783192 h 6858000"/>
              <a:gd name="connsiteX395" fmla="*/ 3399358 w 7467600"/>
              <a:gd name="connsiteY395" fmla="*/ 6469011 h 6858000"/>
              <a:gd name="connsiteX396" fmla="*/ 3425650 w 7467600"/>
              <a:gd name="connsiteY396" fmla="*/ 6381333 h 6858000"/>
              <a:gd name="connsiteX397" fmla="*/ 3460661 w 7467600"/>
              <a:gd name="connsiteY397" fmla="*/ 6266763 h 6858000"/>
              <a:gd name="connsiteX398" fmla="*/ 3518021 w 7467600"/>
              <a:gd name="connsiteY398" fmla="*/ 6117298 h 6858000"/>
              <a:gd name="connsiteX399" fmla="*/ 3554035 w 7467600"/>
              <a:gd name="connsiteY399" fmla="*/ 6027832 h 6858000"/>
              <a:gd name="connsiteX400" fmla="*/ 3677174 w 7467600"/>
              <a:gd name="connsiteY400" fmla="*/ 5636351 h 6858000"/>
              <a:gd name="connsiteX401" fmla="*/ 3698819 w 7467600"/>
              <a:gd name="connsiteY401" fmla="*/ 5560503 h 6858000"/>
              <a:gd name="connsiteX402" fmla="*/ 3702094 w 7467600"/>
              <a:gd name="connsiteY402" fmla="*/ 5549194 h 6858000"/>
              <a:gd name="connsiteX403" fmla="*/ 3398355 w 7467600"/>
              <a:gd name="connsiteY403" fmla="*/ 6094603 h 6858000"/>
              <a:gd name="connsiteX404" fmla="*/ 3193941 w 7467600"/>
              <a:gd name="connsiteY404" fmla="*/ 6798775 h 6858000"/>
              <a:gd name="connsiteX405" fmla="*/ 3184140 w 7467600"/>
              <a:gd name="connsiteY405" fmla="*/ 6858000 h 6858000"/>
              <a:gd name="connsiteX406" fmla="*/ 3099978 w 7467600"/>
              <a:gd name="connsiteY406" fmla="*/ 6858000 h 6858000"/>
              <a:gd name="connsiteX407" fmla="*/ 3101556 w 7467600"/>
              <a:gd name="connsiteY407" fmla="*/ 6843337 h 6858000"/>
              <a:gd name="connsiteX408" fmla="*/ 3370162 w 7467600"/>
              <a:gd name="connsiteY408" fmla="*/ 5785550 h 6858000"/>
              <a:gd name="connsiteX409" fmla="*/ 3746477 w 7467600"/>
              <a:gd name="connsiteY409" fmla="*/ 5377889 h 6858000"/>
              <a:gd name="connsiteX410" fmla="*/ 3863399 w 7467600"/>
              <a:gd name="connsiteY410" fmla="*/ 5087257 h 6858000"/>
              <a:gd name="connsiteX411" fmla="*/ 3968712 w 7467600"/>
              <a:gd name="connsiteY411" fmla="*/ 4913989 h 6858000"/>
              <a:gd name="connsiteX412" fmla="*/ 2792390 w 7467600"/>
              <a:gd name="connsiteY412" fmla="*/ 5382974 h 6858000"/>
              <a:gd name="connsiteX413" fmla="*/ 2714982 w 7467600"/>
              <a:gd name="connsiteY413" fmla="*/ 5427051 h 6858000"/>
              <a:gd name="connsiteX414" fmla="*/ 2813361 w 7467600"/>
              <a:gd name="connsiteY414" fmla="*/ 6023912 h 6858000"/>
              <a:gd name="connsiteX415" fmla="*/ 2688430 w 7467600"/>
              <a:gd name="connsiteY415" fmla="*/ 6801564 h 6858000"/>
              <a:gd name="connsiteX416" fmla="*/ 2629626 w 7467600"/>
              <a:gd name="connsiteY416" fmla="*/ 6763394 h 6858000"/>
              <a:gd name="connsiteX417" fmla="*/ 2565328 w 7467600"/>
              <a:gd name="connsiteY417" fmla="*/ 5516399 h 6858000"/>
              <a:gd name="connsiteX418" fmla="*/ 1922999 w 7467600"/>
              <a:gd name="connsiteY418" fmla="*/ 5980343 h 6858000"/>
              <a:gd name="connsiteX419" fmla="*/ 1950261 w 7467600"/>
              <a:gd name="connsiteY419" fmla="*/ 6405858 h 6858000"/>
              <a:gd name="connsiteX420" fmla="*/ 2365554 w 7467600"/>
              <a:gd name="connsiteY420" fmla="*/ 6759107 h 6858000"/>
              <a:gd name="connsiteX421" fmla="*/ 2424142 w 7467600"/>
              <a:gd name="connsiteY421" fmla="*/ 6858000 h 6858000"/>
              <a:gd name="connsiteX422" fmla="*/ 2395994 w 7467600"/>
              <a:gd name="connsiteY422" fmla="*/ 6858000 h 6858000"/>
              <a:gd name="connsiteX423" fmla="*/ 2392863 w 7467600"/>
              <a:gd name="connsiteY423" fmla="*/ 6852964 h 6858000"/>
              <a:gd name="connsiteX424" fmla="*/ 2017589 w 7467600"/>
              <a:gd name="connsiteY424" fmla="*/ 6493982 h 6858000"/>
              <a:gd name="connsiteX425" fmla="*/ 2147336 w 7467600"/>
              <a:gd name="connsiteY425" fmla="*/ 6594052 h 6858000"/>
              <a:gd name="connsiteX426" fmla="*/ 2207047 w 7467600"/>
              <a:gd name="connsiteY426" fmla="*/ 6654540 h 6858000"/>
              <a:gd name="connsiteX427" fmla="*/ 2299106 w 7467600"/>
              <a:gd name="connsiteY427" fmla="*/ 6778931 h 6858000"/>
              <a:gd name="connsiteX428" fmla="*/ 2314430 w 7467600"/>
              <a:gd name="connsiteY428" fmla="*/ 6801144 h 6858000"/>
              <a:gd name="connsiteX429" fmla="*/ 2352406 w 7467600"/>
              <a:gd name="connsiteY429" fmla="*/ 6858000 h 6858000"/>
              <a:gd name="connsiteX430" fmla="*/ 2314492 w 7467600"/>
              <a:gd name="connsiteY430" fmla="*/ 6858000 h 6858000"/>
              <a:gd name="connsiteX431" fmla="*/ 2288095 w 7467600"/>
              <a:gd name="connsiteY431" fmla="*/ 6818030 h 6858000"/>
              <a:gd name="connsiteX432" fmla="*/ 2272768 w 7467600"/>
              <a:gd name="connsiteY432" fmla="*/ 6795822 h 6858000"/>
              <a:gd name="connsiteX433" fmla="*/ 2182715 w 7467600"/>
              <a:gd name="connsiteY433" fmla="*/ 6675071 h 6858000"/>
              <a:gd name="connsiteX434" fmla="*/ 2032061 w 7467600"/>
              <a:gd name="connsiteY434" fmla="*/ 6541380 h 6858000"/>
              <a:gd name="connsiteX435" fmla="*/ 2257220 w 7467600"/>
              <a:gd name="connsiteY435" fmla="*/ 6826257 h 6858000"/>
              <a:gd name="connsiteX436" fmla="*/ 2281324 w 7467600"/>
              <a:gd name="connsiteY436" fmla="*/ 6858000 h 6858000"/>
              <a:gd name="connsiteX437" fmla="*/ 2242860 w 7467600"/>
              <a:gd name="connsiteY437" fmla="*/ 6858000 h 6858000"/>
              <a:gd name="connsiteX438" fmla="*/ 2232818 w 7467600"/>
              <a:gd name="connsiteY438" fmla="*/ 6844926 h 6858000"/>
              <a:gd name="connsiteX439" fmla="*/ 1990172 w 7467600"/>
              <a:gd name="connsiteY439" fmla="*/ 6542121 h 6858000"/>
              <a:gd name="connsiteX440" fmla="*/ 2124090 w 7467600"/>
              <a:gd name="connsiteY440" fmla="*/ 6761017 h 6858000"/>
              <a:gd name="connsiteX441" fmla="*/ 2200380 w 7467600"/>
              <a:gd name="connsiteY441" fmla="*/ 6858000 h 6858000"/>
              <a:gd name="connsiteX442" fmla="*/ 2147507 w 7467600"/>
              <a:gd name="connsiteY442" fmla="*/ 6858000 h 6858000"/>
              <a:gd name="connsiteX443" fmla="*/ 2070668 w 7467600"/>
              <a:gd name="connsiteY443" fmla="*/ 6761520 h 6858000"/>
              <a:gd name="connsiteX444" fmla="*/ 1975142 w 7467600"/>
              <a:gd name="connsiteY444" fmla="*/ 6585570 h 6858000"/>
              <a:gd name="connsiteX445" fmla="*/ 2050035 w 7467600"/>
              <a:gd name="connsiteY445" fmla="*/ 6813345 h 6858000"/>
              <a:gd name="connsiteX446" fmla="*/ 2063025 w 7467600"/>
              <a:gd name="connsiteY446" fmla="*/ 6858000 h 6858000"/>
              <a:gd name="connsiteX447" fmla="*/ 2021675 w 7467600"/>
              <a:gd name="connsiteY447" fmla="*/ 6858000 h 6858000"/>
              <a:gd name="connsiteX448" fmla="*/ 2019308 w 7467600"/>
              <a:gd name="connsiteY448" fmla="*/ 6847118 h 6858000"/>
              <a:gd name="connsiteX449" fmla="*/ 1938835 w 7467600"/>
              <a:gd name="connsiteY449" fmla="*/ 6551160 h 6858000"/>
              <a:gd name="connsiteX450" fmla="*/ 1953230 w 7467600"/>
              <a:gd name="connsiteY450" fmla="*/ 6759699 h 6858000"/>
              <a:gd name="connsiteX451" fmla="*/ 1956763 w 7467600"/>
              <a:gd name="connsiteY451" fmla="*/ 6778191 h 6858000"/>
              <a:gd name="connsiteX452" fmla="*/ 1967925 w 7467600"/>
              <a:gd name="connsiteY452" fmla="*/ 6858000 h 6858000"/>
              <a:gd name="connsiteX453" fmla="*/ 1936622 w 7467600"/>
              <a:gd name="connsiteY453" fmla="*/ 6858000 h 6858000"/>
              <a:gd name="connsiteX454" fmla="*/ 1926261 w 7467600"/>
              <a:gd name="connsiteY454" fmla="*/ 6784064 h 6858000"/>
              <a:gd name="connsiteX455" fmla="*/ 1922724 w 7467600"/>
              <a:gd name="connsiteY455" fmla="*/ 6765577 h 6858000"/>
              <a:gd name="connsiteX456" fmla="*/ 1904650 w 7467600"/>
              <a:gd name="connsiteY456" fmla="*/ 6639616 h 6858000"/>
              <a:gd name="connsiteX457" fmla="*/ 1885273 w 7467600"/>
              <a:gd name="connsiteY457" fmla="*/ 6858000 h 6858000"/>
              <a:gd name="connsiteX458" fmla="*/ 1854363 w 7467600"/>
              <a:gd name="connsiteY458" fmla="*/ 6858000 h 6858000"/>
              <a:gd name="connsiteX459" fmla="*/ 1880391 w 7467600"/>
              <a:gd name="connsiteY459" fmla="*/ 6603796 h 6858000"/>
              <a:gd name="connsiteX460" fmla="*/ 1818273 w 7467600"/>
              <a:gd name="connsiteY460" fmla="*/ 6715729 h 6858000"/>
              <a:gd name="connsiteX461" fmla="*/ 1794691 w 7467600"/>
              <a:gd name="connsiteY461" fmla="*/ 6843239 h 6858000"/>
              <a:gd name="connsiteX462" fmla="*/ 1794914 w 7467600"/>
              <a:gd name="connsiteY462" fmla="*/ 6858000 h 6858000"/>
              <a:gd name="connsiteX463" fmla="*/ 1746128 w 7467600"/>
              <a:gd name="connsiteY463" fmla="*/ 6858000 h 6858000"/>
              <a:gd name="connsiteX464" fmla="*/ 1753934 w 7467600"/>
              <a:gd name="connsiteY464" fmla="*/ 6724796 h 6858000"/>
              <a:gd name="connsiteX465" fmla="*/ 1792053 w 7467600"/>
              <a:gd name="connsiteY465" fmla="*/ 6572396 h 6858000"/>
              <a:gd name="connsiteX466" fmla="*/ 1862248 w 7467600"/>
              <a:gd name="connsiteY466" fmla="*/ 6266397 h 6858000"/>
              <a:gd name="connsiteX467" fmla="*/ 1862250 w 7467600"/>
              <a:gd name="connsiteY467" fmla="*/ 6033531 h 6858000"/>
              <a:gd name="connsiteX468" fmla="*/ 1211999 w 7467600"/>
              <a:gd name="connsiteY468" fmla="*/ 6683610 h 6858000"/>
              <a:gd name="connsiteX469" fmla="*/ 1213266 w 7467600"/>
              <a:gd name="connsiteY469" fmla="*/ 6691947 h 6858000"/>
              <a:gd name="connsiteX470" fmla="*/ 1203370 w 7467600"/>
              <a:gd name="connsiteY470" fmla="*/ 6850676 h 6858000"/>
              <a:gd name="connsiteX471" fmla="*/ 1203671 w 7467600"/>
              <a:gd name="connsiteY471" fmla="*/ 6858000 h 6858000"/>
              <a:gd name="connsiteX472" fmla="*/ 1143180 w 7467600"/>
              <a:gd name="connsiteY472" fmla="*/ 6858000 h 6858000"/>
              <a:gd name="connsiteX473" fmla="*/ 1142176 w 7467600"/>
              <a:gd name="connsiteY473" fmla="*/ 6766045 h 6858000"/>
              <a:gd name="connsiteX474" fmla="*/ 1067484 w 7467600"/>
              <a:gd name="connsiteY474" fmla="*/ 6858000 h 6858000"/>
              <a:gd name="connsiteX475" fmla="*/ 953928 w 7467600"/>
              <a:gd name="connsiteY475" fmla="*/ 6858000 h 6858000"/>
              <a:gd name="connsiteX476" fmla="*/ 959715 w 7467600"/>
              <a:gd name="connsiteY476" fmla="*/ 6850185 h 6858000"/>
              <a:gd name="connsiteX477" fmla="*/ 1483788 w 7467600"/>
              <a:gd name="connsiteY477" fmla="*/ 6259174 h 6858000"/>
              <a:gd name="connsiteX478" fmla="*/ 1100671 w 7467600"/>
              <a:gd name="connsiteY478" fmla="*/ 6252137 h 6858000"/>
              <a:gd name="connsiteX479" fmla="*/ 1090144 w 7467600"/>
              <a:gd name="connsiteY479" fmla="*/ 6256748 h 6858000"/>
              <a:gd name="connsiteX480" fmla="*/ 1095872 w 7467600"/>
              <a:gd name="connsiteY480" fmla="*/ 6271892 h 6858000"/>
              <a:gd name="connsiteX481" fmla="*/ 262785 w 7467600"/>
              <a:gd name="connsiteY481" fmla="*/ 6845450 h 6858000"/>
              <a:gd name="connsiteX482" fmla="*/ 209968 w 7467600"/>
              <a:gd name="connsiteY482" fmla="*/ 6770713 h 6858000"/>
              <a:gd name="connsiteX483" fmla="*/ 873460 w 7467600"/>
              <a:gd name="connsiteY483" fmla="*/ 6253768 h 6858000"/>
              <a:gd name="connsiteX484" fmla="*/ 192686 w 7467600"/>
              <a:gd name="connsiteY484" fmla="*/ 5849257 h 6858000"/>
              <a:gd name="connsiteX485" fmla="*/ 4696 w 7467600"/>
              <a:gd name="connsiteY485" fmla="*/ 5697668 h 6858000"/>
              <a:gd name="connsiteX486" fmla="*/ 0 w 7467600"/>
              <a:gd name="connsiteY486" fmla="*/ 5689984 h 6858000"/>
              <a:gd name="connsiteX487" fmla="*/ 0 w 7467600"/>
              <a:gd name="connsiteY487" fmla="*/ 5513472 h 6858000"/>
              <a:gd name="connsiteX488" fmla="*/ 174101 w 7467600"/>
              <a:gd name="connsiteY488" fmla="*/ 5620277 h 6858000"/>
              <a:gd name="connsiteX489" fmla="*/ 891800 w 7467600"/>
              <a:gd name="connsiteY489" fmla="*/ 6036935 h 6858000"/>
              <a:gd name="connsiteX490" fmla="*/ 1072219 w 7467600"/>
              <a:gd name="connsiteY490" fmla="*/ 6169443 h 6858000"/>
              <a:gd name="connsiteX491" fmla="*/ 1074117 w 7467600"/>
              <a:gd name="connsiteY491" fmla="*/ 6170301 h 6858000"/>
              <a:gd name="connsiteX492" fmla="*/ 1083114 w 7467600"/>
              <a:gd name="connsiteY492" fmla="*/ 6174131 h 6858000"/>
              <a:gd name="connsiteX493" fmla="*/ 1543010 w 7467600"/>
              <a:gd name="connsiteY493" fmla="*/ 6191140 h 6858000"/>
              <a:gd name="connsiteX494" fmla="*/ 1551080 w 7467600"/>
              <a:gd name="connsiteY494" fmla="*/ 6195006 h 6858000"/>
              <a:gd name="connsiteX495" fmla="*/ 2345443 w 7467600"/>
              <a:gd name="connsiteY495" fmla="*/ 5549882 h 6858000"/>
              <a:gd name="connsiteX496" fmla="*/ 1721499 w 7467600"/>
              <a:gd name="connsiteY496" fmla="*/ 5599969 h 6858000"/>
              <a:gd name="connsiteX497" fmla="*/ 767716 w 7467600"/>
              <a:gd name="connsiteY497" fmla="*/ 5472768 h 6858000"/>
              <a:gd name="connsiteX498" fmla="*/ 722147 w 7467600"/>
              <a:gd name="connsiteY498" fmla="*/ 5393091 h 6858000"/>
              <a:gd name="connsiteX499" fmla="*/ 1485552 w 7467600"/>
              <a:gd name="connsiteY499" fmla="*/ 5313202 h 6858000"/>
              <a:gd name="connsiteX500" fmla="*/ 2143004 w 7467600"/>
              <a:gd name="connsiteY500" fmla="*/ 5402420 h 6858000"/>
              <a:gd name="connsiteX501" fmla="*/ 1933391 w 7467600"/>
              <a:gd name="connsiteY501" fmla="*/ 5156971 h 6858000"/>
              <a:gd name="connsiteX502" fmla="*/ 1827118 w 7467600"/>
              <a:gd name="connsiteY502" fmla="*/ 4968410 h 6858000"/>
              <a:gd name="connsiteX503" fmla="*/ 1837349 w 7467600"/>
              <a:gd name="connsiteY503" fmla="*/ 4956357 h 6858000"/>
              <a:gd name="connsiteX504" fmla="*/ 2162835 w 7467600"/>
              <a:gd name="connsiteY504" fmla="*/ 5187853 h 6858000"/>
              <a:gd name="connsiteX505" fmla="*/ 2257167 w 7467600"/>
              <a:gd name="connsiteY505" fmla="*/ 5462123 h 6858000"/>
              <a:gd name="connsiteX506" fmla="*/ 2261598 w 7467600"/>
              <a:gd name="connsiteY506" fmla="*/ 5467998 h 6858000"/>
              <a:gd name="connsiteX507" fmla="*/ 2437177 w 7467600"/>
              <a:gd name="connsiteY507" fmla="*/ 5479608 h 6858000"/>
              <a:gd name="connsiteX508" fmla="*/ 2445247 w 7467600"/>
              <a:gd name="connsiteY508" fmla="*/ 5483476 h 6858000"/>
              <a:gd name="connsiteX509" fmla="*/ 2743626 w 7467600"/>
              <a:gd name="connsiteY509" fmla="*/ 5304819 h 6858000"/>
              <a:gd name="connsiteX510" fmla="*/ 3048102 w 7467600"/>
              <a:gd name="connsiteY510" fmla="*/ 5150595 h 6858000"/>
              <a:gd name="connsiteX511" fmla="*/ 1799414 w 7467600"/>
              <a:gd name="connsiteY511" fmla="*/ 4694732 h 6858000"/>
              <a:gd name="connsiteX512" fmla="*/ 1771735 w 7467600"/>
              <a:gd name="connsiteY512" fmla="*/ 4619929 h 6858000"/>
              <a:gd name="connsiteX513" fmla="*/ 3104273 w 7467600"/>
              <a:gd name="connsiteY513" fmla="*/ 5076159 h 6858000"/>
              <a:gd name="connsiteX514" fmla="*/ 3113245 w 7467600"/>
              <a:gd name="connsiteY514" fmla="*/ 5090705 h 6858000"/>
              <a:gd name="connsiteX515" fmla="*/ 3126294 w 7467600"/>
              <a:gd name="connsiteY515" fmla="*/ 5114400 h 6858000"/>
              <a:gd name="connsiteX516" fmla="*/ 3937433 w 7467600"/>
              <a:gd name="connsiteY516" fmla="*/ 4830473 h 6858000"/>
              <a:gd name="connsiteX517" fmla="*/ 3590475 w 7467600"/>
              <a:gd name="connsiteY517" fmla="*/ 4597974 h 6858000"/>
              <a:gd name="connsiteX518" fmla="*/ 3100264 w 7467600"/>
              <a:gd name="connsiteY518" fmla="*/ 4579845 h 6858000"/>
              <a:gd name="connsiteX519" fmla="*/ 2183576 w 7467600"/>
              <a:gd name="connsiteY519" fmla="*/ 4227150 h 6858000"/>
              <a:gd name="connsiteX520" fmla="*/ 2151029 w 7467600"/>
              <a:gd name="connsiteY520" fmla="*/ 4146947 h 6858000"/>
              <a:gd name="connsiteX521" fmla="*/ 3563434 w 7467600"/>
              <a:gd name="connsiteY521" fmla="*/ 4469115 h 6858000"/>
              <a:gd name="connsiteX522" fmla="*/ 3177952 w 7467600"/>
              <a:gd name="connsiteY522" fmla="*/ 3657386 h 6858000"/>
              <a:gd name="connsiteX523" fmla="*/ 3189263 w 7467600"/>
              <a:gd name="connsiteY523" fmla="*/ 3625726 h 6858000"/>
              <a:gd name="connsiteX524" fmla="*/ 3560912 w 7467600"/>
              <a:gd name="connsiteY524" fmla="*/ 4079863 h 6858000"/>
              <a:gd name="connsiteX525" fmla="*/ 3626636 w 7467600"/>
              <a:gd name="connsiteY525" fmla="*/ 4512230 h 6858000"/>
              <a:gd name="connsiteX526" fmla="*/ 3653088 w 7467600"/>
              <a:gd name="connsiteY526" fmla="*/ 4521417 h 6858000"/>
              <a:gd name="connsiteX527" fmla="*/ 3988128 w 7467600"/>
              <a:gd name="connsiteY527" fmla="*/ 4817267 h 6858000"/>
              <a:gd name="connsiteX528" fmla="*/ 4830582 w 7467600"/>
              <a:gd name="connsiteY528" fmla="*/ 4676000 h 6858000"/>
              <a:gd name="connsiteX529" fmla="*/ 4830100 w 7467600"/>
              <a:gd name="connsiteY529" fmla="*/ 4675554 h 6858000"/>
              <a:gd name="connsiteX530" fmla="*/ 4036318 w 7467600"/>
              <a:gd name="connsiteY530" fmla="*/ 4147013 h 6858000"/>
              <a:gd name="connsiteX531" fmla="*/ 3432098 w 7467600"/>
              <a:gd name="connsiteY531" fmla="*/ 3537312 h 6858000"/>
              <a:gd name="connsiteX532" fmla="*/ 3446761 w 7467600"/>
              <a:gd name="connsiteY532" fmla="*/ 3461278 h 6858000"/>
              <a:gd name="connsiteX533" fmla="*/ 4419733 w 7467600"/>
              <a:gd name="connsiteY533" fmla="*/ 3963555 h 6858000"/>
              <a:gd name="connsiteX534" fmla="*/ 4781371 w 7467600"/>
              <a:gd name="connsiteY534" fmla="*/ 4458604 h 6858000"/>
              <a:gd name="connsiteX535" fmla="*/ 4780440 w 7467600"/>
              <a:gd name="connsiteY535" fmla="*/ 4470290 h 6858000"/>
              <a:gd name="connsiteX536" fmla="*/ 4898954 w 7467600"/>
              <a:gd name="connsiteY536" fmla="*/ 4662092 h 6858000"/>
              <a:gd name="connsiteX537" fmla="*/ 4900699 w 7467600"/>
              <a:gd name="connsiteY537" fmla="*/ 4670867 h 6858000"/>
              <a:gd name="connsiteX538" fmla="*/ 5714511 w 7467600"/>
              <a:gd name="connsiteY538" fmla="*/ 4663483 h 6858000"/>
              <a:gd name="connsiteX539" fmla="*/ 5464793 w 7467600"/>
              <a:gd name="connsiteY539" fmla="*/ 4393556 h 6858000"/>
              <a:gd name="connsiteX540" fmla="*/ 5461897 w 7467600"/>
              <a:gd name="connsiteY540" fmla="*/ 4390879 h 6858000"/>
              <a:gd name="connsiteX541" fmla="*/ 4294126 w 7467600"/>
              <a:gd name="connsiteY541" fmla="*/ 3303048 h 6858000"/>
              <a:gd name="connsiteX542" fmla="*/ 4305321 w 7467600"/>
              <a:gd name="connsiteY542" fmla="*/ 3256953 h 6858000"/>
              <a:gd name="connsiteX543" fmla="*/ 4949299 w 7467600"/>
              <a:gd name="connsiteY543" fmla="*/ 3766336 h 6858000"/>
              <a:gd name="connsiteX544" fmla="*/ 5291452 w 7467600"/>
              <a:gd name="connsiteY544" fmla="*/ 4076801 h 6858000"/>
              <a:gd name="connsiteX545" fmla="*/ 5434998 w 7467600"/>
              <a:gd name="connsiteY545" fmla="*/ 4254100 h 6858000"/>
              <a:gd name="connsiteX546" fmla="*/ 5351015 w 7467600"/>
              <a:gd name="connsiteY546" fmla="*/ 3760989 h 6858000"/>
              <a:gd name="connsiteX547" fmla="*/ 5413780 w 7467600"/>
              <a:gd name="connsiteY547" fmla="*/ 2966265 h 6858000"/>
              <a:gd name="connsiteX548" fmla="*/ 5425627 w 7467600"/>
              <a:gd name="connsiteY548" fmla="*/ 2954192 h 6858000"/>
              <a:gd name="connsiteX549" fmla="*/ 6604735 w 7467600"/>
              <a:gd name="connsiteY549" fmla="*/ 2041381 h 6858000"/>
              <a:gd name="connsiteX550" fmla="*/ 7204487 w 7467600"/>
              <a:gd name="connsiteY550" fmla="*/ 2742112 h 6858000"/>
              <a:gd name="connsiteX551" fmla="*/ 7131592 w 7467600"/>
              <a:gd name="connsiteY551" fmla="*/ 2672096 h 6858000"/>
              <a:gd name="connsiteX552" fmla="*/ 6996344 w 7467600"/>
              <a:gd name="connsiteY552" fmla="*/ 2518310 h 6858000"/>
              <a:gd name="connsiteX553" fmla="*/ 6735495 w 7467600"/>
              <a:gd name="connsiteY553" fmla="*/ 2196890 h 6858000"/>
              <a:gd name="connsiteX554" fmla="*/ 6721901 w 7467600"/>
              <a:gd name="connsiteY554" fmla="*/ 2179274 h 6858000"/>
              <a:gd name="connsiteX555" fmla="*/ 6604735 w 7467600"/>
              <a:gd name="connsiteY555" fmla="*/ 2041381 h 6858000"/>
              <a:gd name="connsiteX556" fmla="*/ 6591670 w 7467600"/>
              <a:gd name="connsiteY556" fmla="*/ 1988277 h 6858000"/>
              <a:gd name="connsiteX557" fmla="*/ 6747349 w 7467600"/>
              <a:gd name="connsiteY557" fmla="*/ 2160069 h 6858000"/>
              <a:gd name="connsiteX558" fmla="*/ 6760943 w 7467600"/>
              <a:gd name="connsiteY558" fmla="*/ 2177686 h 6858000"/>
              <a:gd name="connsiteX559" fmla="*/ 7021065 w 7467600"/>
              <a:gd name="connsiteY559" fmla="*/ 2498102 h 6858000"/>
              <a:gd name="connsiteX560" fmla="*/ 7155223 w 7467600"/>
              <a:gd name="connsiteY560" fmla="*/ 2650386 h 6858000"/>
              <a:gd name="connsiteX561" fmla="*/ 7203167 w 7467600"/>
              <a:gd name="connsiteY561" fmla="*/ 2697288 h 6858000"/>
              <a:gd name="connsiteX562" fmla="*/ 6937703 w 7467600"/>
              <a:gd name="connsiteY562" fmla="*/ 2321981 h 6858000"/>
              <a:gd name="connsiteX563" fmla="*/ 6591670 w 7467600"/>
              <a:gd name="connsiteY563" fmla="*/ 1988277 h 6858000"/>
              <a:gd name="connsiteX564" fmla="*/ 5798671 w 7467600"/>
              <a:gd name="connsiteY564" fmla="*/ 1981601 h 6858000"/>
              <a:gd name="connsiteX565" fmla="*/ 5754709 w 7467600"/>
              <a:gd name="connsiteY565" fmla="*/ 2071454 h 6858000"/>
              <a:gd name="connsiteX566" fmla="*/ 5763044 w 7467600"/>
              <a:gd name="connsiteY566" fmla="*/ 2842206 h 6858000"/>
              <a:gd name="connsiteX567" fmla="*/ 5764974 w 7467600"/>
              <a:gd name="connsiteY567" fmla="*/ 2799609 h 6858000"/>
              <a:gd name="connsiteX568" fmla="*/ 5767665 w 7467600"/>
              <a:gd name="connsiteY568" fmla="*/ 2666409 h 6858000"/>
              <a:gd name="connsiteX569" fmla="*/ 5763055 w 7467600"/>
              <a:gd name="connsiteY569" fmla="*/ 2579705 h 6858000"/>
              <a:gd name="connsiteX570" fmla="*/ 5758079 w 7467600"/>
              <a:gd name="connsiteY570" fmla="*/ 2492508 h 6858000"/>
              <a:gd name="connsiteX571" fmla="*/ 5779325 w 7467600"/>
              <a:gd name="connsiteY571" fmla="*/ 2197069 h 6858000"/>
              <a:gd name="connsiteX572" fmla="*/ 5798671 w 7467600"/>
              <a:gd name="connsiteY572" fmla="*/ 1981601 h 6858000"/>
              <a:gd name="connsiteX573" fmla="*/ 5829202 w 7467600"/>
              <a:gd name="connsiteY573" fmla="*/ 1971679 h 6858000"/>
              <a:gd name="connsiteX574" fmla="*/ 5809558 w 7467600"/>
              <a:gd name="connsiteY574" fmla="*/ 2198043 h 6858000"/>
              <a:gd name="connsiteX575" fmla="*/ 5788653 w 7467600"/>
              <a:gd name="connsiteY575" fmla="*/ 2489430 h 6858000"/>
              <a:gd name="connsiteX576" fmla="*/ 5793439 w 7467600"/>
              <a:gd name="connsiteY576" fmla="*/ 2575235 h 6858000"/>
              <a:gd name="connsiteX577" fmla="*/ 5796837 w 7467600"/>
              <a:gd name="connsiteY577" fmla="*/ 2637633 h 6858000"/>
              <a:gd name="connsiteX578" fmla="*/ 5818614 w 7467600"/>
              <a:gd name="connsiteY578" fmla="*/ 2473055 h 6858000"/>
              <a:gd name="connsiteX579" fmla="*/ 5829202 w 7467600"/>
              <a:gd name="connsiteY579" fmla="*/ 1971679 h 6858000"/>
              <a:gd name="connsiteX580" fmla="*/ 5911389 w 7467600"/>
              <a:gd name="connsiteY580" fmla="*/ 1898371 h 6858000"/>
              <a:gd name="connsiteX581" fmla="*/ 6237627 w 7467600"/>
              <a:gd name="connsiteY581" fmla="*/ 2231921 h 6858000"/>
              <a:gd name="connsiteX582" fmla="*/ 5911389 w 7467600"/>
              <a:gd name="connsiteY582" fmla="*/ 1898371 h 6858000"/>
              <a:gd name="connsiteX583" fmla="*/ 6944437 w 7467600"/>
              <a:gd name="connsiteY583" fmla="*/ 1575402 h 6858000"/>
              <a:gd name="connsiteX584" fmla="*/ 6304730 w 7467600"/>
              <a:gd name="connsiteY584" fmla="*/ 1766654 h 6858000"/>
              <a:gd name="connsiteX585" fmla="*/ 6944437 w 7467600"/>
              <a:gd name="connsiteY585" fmla="*/ 1575402 h 6858000"/>
              <a:gd name="connsiteX586" fmla="*/ 7019523 w 7467600"/>
              <a:gd name="connsiteY586" fmla="*/ 1519450 h 6858000"/>
              <a:gd name="connsiteX587" fmla="*/ 6298091 w 7467600"/>
              <a:gd name="connsiteY587" fmla="*/ 1737122 h 6858000"/>
              <a:gd name="connsiteX588" fmla="*/ 7019523 w 7467600"/>
              <a:gd name="connsiteY588" fmla="*/ 1519450 h 6858000"/>
              <a:gd name="connsiteX589" fmla="*/ 2399523 w 7467600"/>
              <a:gd name="connsiteY589" fmla="*/ 1428234 h 6858000"/>
              <a:gd name="connsiteX590" fmla="*/ 2224982 w 7467600"/>
              <a:gd name="connsiteY590" fmla="*/ 1826201 h 6858000"/>
              <a:gd name="connsiteX591" fmla="*/ 2096099 w 7467600"/>
              <a:gd name="connsiteY591" fmla="*/ 2345900 h 6858000"/>
              <a:gd name="connsiteX592" fmla="*/ 2283317 w 7467600"/>
              <a:gd name="connsiteY592" fmla="*/ 1796925 h 6858000"/>
              <a:gd name="connsiteX593" fmla="*/ 2399523 w 7467600"/>
              <a:gd name="connsiteY593" fmla="*/ 1428234 h 6858000"/>
              <a:gd name="connsiteX594" fmla="*/ 2448558 w 7467600"/>
              <a:gd name="connsiteY594" fmla="*/ 1373435 h 6858000"/>
              <a:gd name="connsiteX595" fmla="*/ 2312521 w 7467600"/>
              <a:gd name="connsiteY595" fmla="*/ 1806140 h 6858000"/>
              <a:gd name="connsiteX596" fmla="*/ 2127533 w 7467600"/>
              <a:gd name="connsiteY596" fmla="*/ 2348380 h 6858000"/>
              <a:gd name="connsiteX597" fmla="*/ 2358080 w 7467600"/>
              <a:gd name="connsiteY597" fmla="*/ 1866134 h 6858000"/>
              <a:gd name="connsiteX598" fmla="*/ 2407436 w 7467600"/>
              <a:gd name="connsiteY598" fmla="*/ 1651070 h 6858000"/>
              <a:gd name="connsiteX599" fmla="*/ 2448558 w 7467600"/>
              <a:gd name="connsiteY599" fmla="*/ 1373435 h 6858000"/>
              <a:gd name="connsiteX600" fmla="*/ 278707 w 7467600"/>
              <a:gd name="connsiteY600" fmla="*/ 1352270 h 6858000"/>
              <a:gd name="connsiteX601" fmla="*/ 321570 w 7467600"/>
              <a:gd name="connsiteY601" fmla="*/ 1861610 h 6858000"/>
              <a:gd name="connsiteX602" fmla="*/ 294281 w 7467600"/>
              <a:gd name="connsiteY602" fmla="*/ 1440658 h 6858000"/>
              <a:gd name="connsiteX603" fmla="*/ 278707 w 7467600"/>
              <a:gd name="connsiteY603" fmla="*/ 1352270 h 6858000"/>
              <a:gd name="connsiteX604" fmla="*/ 1423821 w 7467600"/>
              <a:gd name="connsiteY604" fmla="*/ 1351958 h 6858000"/>
              <a:gd name="connsiteX605" fmla="*/ 1638521 w 7467600"/>
              <a:gd name="connsiteY605" fmla="*/ 1908470 h 6858000"/>
              <a:gd name="connsiteX606" fmla="*/ 1754199 w 7467600"/>
              <a:gd name="connsiteY606" fmla="*/ 2149284 h 6858000"/>
              <a:gd name="connsiteX607" fmla="*/ 1908359 w 7467600"/>
              <a:gd name="connsiteY607" fmla="*/ 2364988 h 6858000"/>
              <a:gd name="connsiteX608" fmla="*/ 1647661 w 7467600"/>
              <a:gd name="connsiteY608" fmla="*/ 1825945 h 6858000"/>
              <a:gd name="connsiteX609" fmla="*/ 1423821 w 7467600"/>
              <a:gd name="connsiteY609" fmla="*/ 1351958 h 6858000"/>
              <a:gd name="connsiteX610" fmla="*/ 1431890 w 7467600"/>
              <a:gd name="connsiteY610" fmla="*/ 1306475 h 6858000"/>
              <a:gd name="connsiteX611" fmla="*/ 1507597 w 7467600"/>
              <a:gd name="connsiteY611" fmla="*/ 1446132 h 6858000"/>
              <a:gd name="connsiteX612" fmla="*/ 1674586 w 7467600"/>
              <a:gd name="connsiteY612" fmla="*/ 1813832 h 6858000"/>
              <a:gd name="connsiteX613" fmla="*/ 1815950 w 7467600"/>
              <a:gd name="connsiteY613" fmla="*/ 2128564 h 6858000"/>
              <a:gd name="connsiteX614" fmla="*/ 1984242 w 7467600"/>
              <a:gd name="connsiteY614" fmla="*/ 2430829 h 6858000"/>
              <a:gd name="connsiteX615" fmla="*/ 2014023 w 7467600"/>
              <a:gd name="connsiteY615" fmla="*/ 2450995 h 6858000"/>
              <a:gd name="connsiteX616" fmla="*/ 1747337 w 7467600"/>
              <a:gd name="connsiteY616" fmla="*/ 1855264 h 6858000"/>
              <a:gd name="connsiteX617" fmla="*/ 1533749 w 7467600"/>
              <a:gd name="connsiteY617" fmla="*/ 1478656 h 6858000"/>
              <a:gd name="connsiteX618" fmla="*/ 1431890 w 7467600"/>
              <a:gd name="connsiteY618" fmla="*/ 1306475 h 6858000"/>
              <a:gd name="connsiteX619" fmla="*/ 5052692 w 7467600"/>
              <a:gd name="connsiteY619" fmla="*/ 1292994 h 6858000"/>
              <a:gd name="connsiteX620" fmla="*/ 5200661 w 7467600"/>
              <a:gd name="connsiteY620" fmla="*/ 1635186 h 6858000"/>
              <a:gd name="connsiteX621" fmla="*/ 5297138 w 7467600"/>
              <a:gd name="connsiteY621" fmla="*/ 1906351 h 6858000"/>
              <a:gd name="connsiteX622" fmla="*/ 5052692 w 7467600"/>
              <a:gd name="connsiteY622" fmla="*/ 1292994 h 6858000"/>
              <a:gd name="connsiteX623" fmla="*/ 5009948 w 7467600"/>
              <a:gd name="connsiteY623" fmla="*/ 1273619 h 6858000"/>
              <a:gd name="connsiteX624" fmla="*/ 5121777 w 7467600"/>
              <a:gd name="connsiteY624" fmla="*/ 1654213 h 6858000"/>
              <a:gd name="connsiteX625" fmla="*/ 5293545 w 7467600"/>
              <a:gd name="connsiteY625" fmla="*/ 2072247 h 6858000"/>
              <a:gd name="connsiteX626" fmla="*/ 5294042 w 7467600"/>
              <a:gd name="connsiteY626" fmla="*/ 2065019 h 6858000"/>
              <a:gd name="connsiteX627" fmla="*/ 5171936 w 7467600"/>
              <a:gd name="connsiteY627" fmla="*/ 1647613 h 6858000"/>
              <a:gd name="connsiteX628" fmla="*/ 5009948 w 7467600"/>
              <a:gd name="connsiteY628" fmla="*/ 1273619 h 6858000"/>
              <a:gd name="connsiteX629" fmla="*/ 655236 w 7467600"/>
              <a:gd name="connsiteY629" fmla="*/ 1268632 h 6858000"/>
              <a:gd name="connsiteX630" fmla="*/ 839521 w 7467600"/>
              <a:gd name="connsiteY630" fmla="*/ 1685315 h 6858000"/>
              <a:gd name="connsiteX631" fmla="*/ 1109416 w 7467600"/>
              <a:gd name="connsiteY631" fmla="*/ 2061663 h 6858000"/>
              <a:gd name="connsiteX632" fmla="*/ 1298300 w 7467600"/>
              <a:gd name="connsiteY632" fmla="*/ 2247742 h 6858000"/>
              <a:gd name="connsiteX633" fmla="*/ 1125871 w 7467600"/>
              <a:gd name="connsiteY633" fmla="*/ 1989513 h 6858000"/>
              <a:gd name="connsiteX634" fmla="*/ 981574 w 7467600"/>
              <a:gd name="connsiteY634" fmla="*/ 1783157 h 6858000"/>
              <a:gd name="connsiteX635" fmla="*/ 922198 w 7467600"/>
              <a:gd name="connsiteY635" fmla="*/ 1677437 h 6858000"/>
              <a:gd name="connsiteX636" fmla="*/ 869293 w 7467600"/>
              <a:gd name="connsiteY636" fmla="*/ 1583214 h 6858000"/>
              <a:gd name="connsiteX637" fmla="*/ 751431 w 7467600"/>
              <a:gd name="connsiteY637" fmla="*/ 1405731 h 6858000"/>
              <a:gd name="connsiteX638" fmla="*/ 655236 w 7467600"/>
              <a:gd name="connsiteY638" fmla="*/ 1268632 h 6858000"/>
              <a:gd name="connsiteX639" fmla="*/ 6516292 w 7467600"/>
              <a:gd name="connsiteY639" fmla="*/ 1263064 h 6858000"/>
              <a:gd name="connsiteX640" fmla="*/ 5736320 w 7467600"/>
              <a:gd name="connsiteY640" fmla="*/ 1501803 h 6858000"/>
              <a:gd name="connsiteX641" fmla="*/ 6516292 w 7467600"/>
              <a:gd name="connsiteY641" fmla="*/ 1263064 h 6858000"/>
              <a:gd name="connsiteX642" fmla="*/ 291466 w 7467600"/>
              <a:gd name="connsiteY642" fmla="*/ 1250369 h 6858000"/>
              <a:gd name="connsiteX643" fmla="*/ 323180 w 7467600"/>
              <a:gd name="connsiteY643" fmla="*/ 1435283 h 6858000"/>
              <a:gd name="connsiteX644" fmla="*/ 349381 w 7467600"/>
              <a:gd name="connsiteY644" fmla="*/ 1875041 h 6858000"/>
              <a:gd name="connsiteX645" fmla="*/ 374363 w 7467600"/>
              <a:gd name="connsiteY645" fmla="*/ 1506494 h 6858000"/>
              <a:gd name="connsiteX646" fmla="*/ 302168 w 7467600"/>
              <a:gd name="connsiteY646" fmla="*/ 1274495 h 6858000"/>
              <a:gd name="connsiteX647" fmla="*/ 291466 w 7467600"/>
              <a:gd name="connsiteY647" fmla="*/ 1250369 h 6858000"/>
              <a:gd name="connsiteX648" fmla="*/ 678222 w 7467600"/>
              <a:gd name="connsiteY648" fmla="*/ 1248670 h 6858000"/>
              <a:gd name="connsiteX649" fmla="*/ 775536 w 7467600"/>
              <a:gd name="connsiteY649" fmla="*/ 1388015 h 6858000"/>
              <a:gd name="connsiteX650" fmla="*/ 894529 w 7467600"/>
              <a:gd name="connsiteY650" fmla="*/ 1567739 h 6858000"/>
              <a:gd name="connsiteX651" fmla="*/ 948000 w 7467600"/>
              <a:gd name="connsiteY651" fmla="*/ 1663088 h 6858000"/>
              <a:gd name="connsiteX652" fmla="*/ 1006812 w 7467600"/>
              <a:gd name="connsiteY652" fmla="*/ 1767683 h 6858000"/>
              <a:gd name="connsiteX653" fmla="*/ 1149133 w 7467600"/>
              <a:gd name="connsiteY653" fmla="*/ 1971513 h 6858000"/>
              <a:gd name="connsiteX654" fmla="*/ 1333952 w 7467600"/>
              <a:gd name="connsiteY654" fmla="*/ 2251620 h 6858000"/>
              <a:gd name="connsiteX655" fmla="*/ 1337329 w 7467600"/>
              <a:gd name="connsiteY655" fmla="*/ 2258350 h 6858000"/>
              <a:gd name="connsiteX656" fmla="*/ 1014726 w 7467600"/>
              <a:gd name="connsiteY656" fmla="*/ 1615556 h 6858000"/>
              <a:gd name="connsiteX657" fmla="*/ 678222 w 7467600"/>
              <a:gd name="connsiteY657" fmla="*/ 1248670 h 6858000"/>
              <a:gd name="connsiteX658" fmla="*/ 6691602 w 7467600"/>
              <a:gd name="connsiteY658" fmla="*/ 1140573 h 6858000"/>
              <a:gd name="connsiteX659" fmla="*/ 6571100 w 7467600"/>
              <a:gd name="connsiteY659" fmla="*/ 1183662 h 6858000"/>
              <a:gd name="connsiteX660" fmla="*/ 6241687 w 7467600"/>
              <a:gd name="connsiteY660" fmla="*/ 1257600 h 6858000"/>
              <a:gd name="connsiteX661" fmla="*/ 5693009 w 7467600"/>
              <a:gd name="connsiteY661" fmla="*/ 1478256 h 6858000"/>
              <a:gd name="connsiteX662" fmla="*/ 6548420 w 7467600"/>
              <a:gd name="connsiteY662" fmla="*/ 1214599 h 6858000"/>
              <a:gd name="connsiteX663" fmla="*/ 6605473 w 7467600"/>
              <a:gd name="connsiteY663" fmla="*/ 1184686 h 6858000"/>
              <a:gd name="connsiteX664" fmla="*/ 6691602 w 7467600"/>
              <a:gd name="connsiteY664" fmla="*/ 1140573 h 6858000"/>
              <a:gd name="connsiteX665" fmla="*/ 4002475 w 7467600"/>
              <a:gd name="connsiteY665" fmla="*/ 1037802 h 6858000"/>
              <a:gd name="connsiteX666" fmla="*/ 4000324 w 7467600"/>
              <a:gd name="connsiteY666" fmla="*/ 1039362 h 6858000"/>
              <a:gd name="connsiteX667" fmla="*/ 4002862 w 7467600"/>
              <a:gd name="connsiteY667" fmla="*/ 1042866 h 6858000"/>
              <a:gd name="connsiteX668" fmla="*/ 4002475 w 7467600"/>
              <a:gd name="connsiteY668" fmla="*/ 1037802 h 6858000"/>
              <a:gd name="connsiteX669" fmla="*/ 506322 w 7467600"/>
              <a:gd name="connsiteY669" fmla="*/ 1020997 h 6858000"/>
              <a:gd name="connsiteX670" fmla="*/ 533068 w 7467600"/>
              <a:gd name="connsiteY670" fmla="*/ 1029409 h 6858000"/>
              <a:gd name="connsiteX671" fmla="*/ 1232525 w 7467600"/>
              <a:gd name="connsiteY671" fmla="*/ 1804675 h 6858000"/>
              <a:gd name="connsiteX672" fmla="*/ 1388858 w 7467600"/>
              <a:gd name="connsiteY672" fmla="*/ 2368011 h 6858000"/>
              <a:gd name="connsiteX673" fmla="*/ 1384098 w 7467600"/>
              <a:gd name="connsiteY673" fmla="*/ 2378125 h 6858000"/>
              <a:gd name="connsiteX674" fmla="*/ 1425393 w 7467600"/>
              <a:gd name="connsiteY674" fmla="*/ 2589124 h 6858000"/>
              <a:gd name="connsiteX675" fmla="*/ 1424001 w 7467600"/>
              <a:gd name="connsiteY675" fmla="*/ 2597541 h 6858000"/>
              <a:gd name="connsiteX676" fmla="*/ 2152729 w 7467600"/>
              <a:gd name="connsiteY676" fmla="*/ 2864487 h 6858000"/>
              <a:gd name="connsiteX677" fmla="*/ 2020609 w 7467600"/>
              <a:gd name="connsiteY677" fmla="*/ 2539671 h 6858000"/>
              <a:gd name="connsiteX678" fmla="*/ 2018920 w 7467600"/>
              <a:gd name="connsiteY678" fmla="*/ 2536309 h 6858000"/>
              <a:gd name="connsiteX679" fmla="*/ 1342441 w 7467600"/>
              <a:gd name="connsiteY679" fmla="*/ 1173017 h 6858000"/>
              <a:gd name="connsiteX680" fmla="*/ 1367925 w 7467600"/>
              <a:gd name="connsiteY680" fmla="*/ 1135648 h 6858000"/>
              <a:gd name="connsiteX681" fmla="*/ 1771401 w 7467600"/>
              <a:gd name="connsiteY681" fmla="*/ 1806673 h 6858000"/>
              <a:gd name="connsiteX682" fmla="*/ 1972385 w 7467600"/>
              <a:gd name="connsiteY682" fmla="*/ 2198735 h 6858000"/>
              <a:gd name="connsiteX683" fmla="*/ 2040892 w 7467600"/>
              <a:gd name="connsiteY683" fmla="*/ 2405205 h 6858000"/>
              <a:gd name="connsiteX684" fmla="*/ 2131689 w 7467600"/>
              <a:gd name="connsiteY684" fmla="*/ 1936926 h 6858000"/>
              <a:gd name="connsiteX685" fmla="*/ 2454820 w 7467600"/>
              <a:gd name="connsiteY685" fmla="*/ 1248808 h 6858000"/>
              <a:gd name="connsiteX686" fmla="*/ 2492512 w 7467600"/>
              <a:gd name="connsiteY686" fmla="*/ 1302920 h 6858000"/>
              <a:gd name="connsiteX687" fmla="*/ 2081216 w 7467600"/>
              <a:gd name="connsiteY687" fmla="*/ 2527513 h 6858000"/>
              <a:gd name="connsiteX688" fmla="*/ 2081211 w 7467600"/>
              <a:gd name="connsiteY688" fmla="*/ 2528916 h 6858000"/>
              <a:gd name="connsiteX689" fmla="*/ 2199067 w 7467600"/>
              <a:gd name="connsiteY689" fmla="*/ 2884061 h 6858000"/>
              <a:gd name="connsiteX690" fmla="*/ 3192586 w 7467600"/>
              <a:gd name="connsiteY690" fmla="*/ 3411496 h 6858000"/>
              <a:gd name="connsiteX691" fmla="*/ 3182620 w 7467600"/>
              <a:gd name="connsiteY691" fmla="*/ 3483279 h 6858000"/>
              <a:gd name="connsiteX692" fmla="*/ 2435119 w 7467600"/>
              <a:gd name="connsiteY692" fmla="*/ 3080173 h 6858000"/>
              <a:gd name="connsiteX693" fmla="*/ 2410152 w 7467600"/>
              <a:gd name="connsiteY693" fmla="*/ 3063751 h 6858000"/>
              <a:gd name="connsiteX694" fmla="*/ 2408099 w 7467600"/>
              <a:gd name="connsiteY694" fmla="*/ 3064403 h 6858000"/>
              <a:gd name="connsiteX695" fmla="*/ 2407218 w 7467600"/>
              <a:gd name="connsiteY695" fmla="*/ 3070324 h 6858000"/>
              <a:gd name="connsiteX696" fmla="*/ 2380138 w 7467600"/>
              <a:gd name="connsiteY696" fmla="*/ 3099341 h 6858000"/>
              <a:gd name="connsiteX697" fmla="*/ 1765923 w 7467600"/>
              <a:gd name="connsiteY697" fmla="*/ 3581043 h 6858000"/>
              <a:gd name="connsiteX698" fmla="*/ 1702258 w 7467600"/>
              <a:gd name="connsiteY698" fmla="*/ 3612286 h 6858000"/>
              <a:gd name="connsiteX699" fmla="*/ 1538370 w 7467600"/>
              <a:gd name="connsiteY699" fmla="*/ 3811804 h 6858000"/>
              <a:gd name="connsiteX700" fmla="*/ 542867 w 7467600"/>
              <a:gd name="connsiteY700" fmla="*/ 4944092 h 6858000"/>
              <a:gd name="connsiteX701" fmla="*/ 515800 w 7467600"/>
              <a:gd name="connsiteY701" fmla="*/ 4862180 h 6858000"/>
              <a:gd name="connsiteX702" fmla="*/ 909145 w 7467600"/>
              <a:gd name="connsiteY702" fmla="*/ 4199225 h 6858000"/>
              <a:gd name="connsiteX703" fmla="*/ 1214067 w 7467600"/>
              <a:gd name="connsiteY703" fmla="*/ 3908561 h 6858000"/>
              <a:gd name="connsiteX704" fmla="*/ 640967 w 7467600"/>
              <a:gd name="connsiteY704" fmla="*/ 4105601 h 6858000"/>
              <a:gd name="connsiteX705" fmla="*/ 112563 w 7467600"/>
              <a:gd name="connsiteY705" fmla="*/ 4396952 h 6858000"/>
              <a:gd name="connsiteX706" fmla="*/ 0 w 7467600"/>
              <a:gd name="connsiteY706" fmla="*/ 4466006 h 6858000"/>
              <a:gd name="connsiteX707" fmla="*/ 0 w 7467600"/>
              <a:gd name="connsiteY707" fmla="*/ 4233763 h 6858000"/>
              <a:gd name="connsiteX708" fmla="*/ 36881 w 7467600"/>
              <a:gd name="connsiteY708" fmla="*/ 4200118 h 6858000"/>
              <a:gd name="connsiteX709" fmla="*/ 910534 w 7467600"/>
              <a:gd name="connsiteY709" fmla="*/ 3629753 h 6858000"/>
              <a:gd name="connsiteX710" fmla="*/ 1578717 w 7467600"/>
              <a:gd name="connsiteY710" fmla="*/ 3575982 h 6858000"/>
              <a:gd name="connsiteX711" fmla="*/ 2338780 w 7467600"/>
              <a:gd name="connsiteY711" fmla="*/ 3033725 h 6858000"/>
              <a:gd name="connsiteX712" fmla="*/ 1807991 w 7467600"/>
              <a:gd name="connsiteY712" fmla="*/ 2807184 h 6858000"/>
              <a:gd name="connsiteX713" fmla="*/ 1416358 w 7467600"/>
              <a:gd name="connsiteY713" fmla="*/ 3112571 h 6858000"/>
              <a:gd name="connsiteX714" fmla="*/ 939066 w 7467600"/>
              <a:gd name="connsiteY714" fmla="*/ 3378798 h 6858000"/>
              <a:gd name="connsiteX715" fmla="*/ 115099 w 7467600"/>
              <a:gd name="connsiteY715" fmla="*/ 3607650 h 6858000"/>
              <a:gd name="connsiteX716" fmla="*/ 97284 w 7467600"/>
              <a:gd name="connsiteY716" fmla="*/ 3520393 h 6858000"/>
              <a:gd name="connsiteX717" fmla="*/ 922050 w 7467600"/>
              <a:gd name="connsiteY717" fmla="*/ 3074867 h 6858000"/>
              <a:gd name="connsiteX718" fmla="*/ 1405265 w 7467600"/>
              <a:gd name="connsiteY718" fmla="*/ 3016319 h 6858000"/>
              <a:gd name="connsiteX719" fmla="*/ 1407512 w 7467600"/>
              <a:gd name="connsiteY719" fmla="*/ 3018001 h 6858000"/>
              <a:gd name="connsiteX720" fmla="*/ 1726266 w 7467600"/>
              <a:gd name="connsiteY720" fmla="*/ 2777274 h 6858000"/>
              <a:gd name="connsiteX721" fmla="*/ 625390 w 7467600"/>
              <a:gd name="connsiteY721" fmla="*/ 2514541 h 6858000"/>
              <a:gd name="connsiteX722" fmla="*/ 619799 w 7467600"/>
              <a:gd name="connsiteY722" fmla="*/ 2527180 h 6858000"/>
              <a:gd name="connsiteX723" fmla="*/ 310030 w 7467600"/>
              <a:gd name="connsiteY723" fmla="*/ 2771818 h 6858000"/>
              <a:gd name="connsiteX724" fmla="*/ 173877 w 7467600"/>
              <a:gd name="connsiteY724" fmla="*/ 2937056 h 6858000"/>
              <a:gd name="connsiteX725" fmla="*/ 77889 w 7467600"/>
              <a:gd name="connsiteY725" fmla="*/ 3138440 h 6858000"/>
              <a:gd name="connsiteX726" fmla="*/ 0 w 7467600"/>
              <a:gd name="connsiteY726" fmla="*/ 3271395 h 6858000"/>
              <a:gd name="connsiteX727" fmla="*/ 0 w 7467600"/>
              <a:gd name="connsiteY727" fmla="*/ 3153002 h 6858000"/>
              <a:gd name="connsiteX728" fmla="*/ 2386 w 7467600"/>
              <a:gd name="connsiteY728" fmla="*/ 3149203 h 6858000"/>
              <a:gd name="connsiteX729" fmla="*/ 89753 w 7467600"/>
              <a:gd name="connsiteY729" fmla="*/ 2987702 h 6858000"/>
              <a:gd name="connsiteX730" fmla="*/ 76869 w 7467600"/>
              <a:gd name="connsiteY730" fmla="*/ 3005404 h 6858000"/>
              <a:gd name="connsiteX731" fmla="*/ 32049 w 7467600"/>
              <a:gd name="connsiteY731" fmla="*/ 3065814 h 6858000"/>
              <a:gd name="connsiteX732" fmla="*/ 0 w 7467600"/>
              <a:gd name="connsiteY732" fmla="*/ 3108744 h 6858000"/>
              <a:gd name="connsiteX733" fmla="*/ 0 w 7467600"/>
              <a:gd name="connsiteY733" fmla="*/ 3058059 h 6858000"/>
              <a:gd name="connsiteX734" fmla="*/ 7610 w 7467600"/>
              <a:gd name="connsiteY734" fmla="*/ 3047889 h 6858000"/>
              <a:gd name="connsiteX735" fmla="*/ 52419 w 7467600"/>
              <a:gd name="connsiteY735" fmla="*/ 2987479 h 6858000"/>
              <a:gd name="connsiteX736" fmla="*/ 59142 w 7467600"/>
              <a:gd name="connsiteY736" fmla="*/ 2978488 h 6858000"/>
              <a:gd name="connsiteX737" fmla="*/ 0 w 7467600"/>
              <a:gd name="connsiteY737" fmla="*/ 3015334 h 6858000"/>
              <a:gd name="connsiteX738" fmla="*/ 0 w 7467600"/>
              <a:gd name="connsiteY738" fmla="*/ 2914286 h 6858000"/>
              <a:gd name="connsiteX739" fmla="*/ 36383 w 7467600"/>
              <a:gd name="connsiteY739" fmla="*/ 2901128 h 6858000"/>
              <a:gd name="connsiteX740" fmla="*/ 156329 w 7467600"/>
              <a:gd name="connsiteY740" fmla="*/ 2840533 h 6858000"/>
              <a:gd name="connsiteX741" fmla="*/ 358355 w 7467600"/>
              <a:gd name="connsiteY741" fmla="*/ 2620471 h 6858000"/>
              <a:gd name="connsiteX742" fmla="*/ 510577 w 7467600"/>
              <a:gd name="connsiteY742" fmla="*/ 2501244 h 6858000"/>
              <a:gd name="connsiteX743" fmla="*/ 211967 w 7467600"/>
              <a:gd name="connsiteY743" fmla="*/ 2479171 h 6858000"/>
              <a:gd name="connsiteX744" fmla="*/ 0 w 7467600"/>
              <a:gd name="connsiteY744" fmla="*/ 2476398 h 6858000"/>
              <a:gd name="connsiteX745" fmla="*/ 0 w 7467600"/>
              <a:gd name="connsiteY745" fmla="*/ 2389189 h 6858000"/>
              <a:gd name="connsiteX746" fmla="*/ 103062 w 7467600"/>
              <a:gd name="connsiteY746" fmla="*/ 2389518 h 6858000"/>
              <a:gd name="connsiteX747" fmla="*/ 510734 w 7467600"/>
              <a:gd name="connsiteY747" fmla="*/ 2416201 h 6858000"/>
              <a:gd name="connsiteX748" fmla="*/ 279257 w 7467600"/>
              <a:gd name="connsiteY748" fmla="*/ 2092102 h 6858000"/>
              <a:gd name="connsiteX749" fmla="*/ 65265 w 7467600"/>
              <a:gd name="connsiteY749" fmla="*/ 2006049 h 6858000"/>
              <a:gd name="connsiteX750" fmla="*/ 0 w 7467600"/>
              <a:gd name="connsiteY750" fmla="*/ 1982532 h 6858000"/>
              <a:gd name="connsiteX751" fmla="*/ 0 w 7467600"/>
              <a:gd name="connsiteY751" fmla="*/ 1912789 h 6858000"/>
              <a:gd name="connsiteX752" fmla="*/ 97460 w 7467600"/>
              <a:gd name="connsiteY752" fmla="*/ 1953725 h 6858000"/>
              <a:gd name="connsiteX753" fmla="*/ 221272 w 7467600"/>
              <a:gd name="connsiteY753" fmla="*/ 1980766 h 6858000"/>
              <a:gd name="connsiteX754" fmla="*/ 116765 w 7467600"/>
              <a:gd name="connsiteY754" fmla="*/ 1911033 h 6858000"/>
              <a:gd name="connsiteX755" fmla="*/ 16405 w 7467600"/>
              <a:gd name="connsiteY755" fmla="*/ 1803412 h 6858000"/>
              <a:gd name="connsiteX756" fmla="*/ 0 w 7467600"/>
              <a:gd name="connsiteY756" fmla="*/ 1784777 h 6858000"/>
              <a:gd name="connsiteX757" fmla="*/ 0 w 7467600"/>
              <a:gd name="connsiteY757" fmla="*/ 1740082 h 6858000"/>
              <a:gd name="connsiteX758" fmla="*/ 39394 w 7467600"/>
              <a:gd name="connsiteY758" fmla="*/ 1784856 h 6858000"/>
              <a:gd name="connsiteX759" fmla="*/ 135813 w 7467600"/>
              <a:gd name="connsiteY759" fmla="*/ 1888838 h 6858000"/>
              <a:gd name="connsiteX760" fmla="*/ 242575 w 7467600"/>
              <a:gd name="connsiteY760" fmla="*/ 1958841 h 6858000"/>
              <a:gd name="connsiteX761" fmla="*/ 82197 w 7467600"/>
              <a:gd name="connsiteY761" fmla="*/ 1754826 h 6858000"/>
              <a:gd name="connsiteX762" fmla="*/ 0 w 7467600"/>
              <a:gd name="connsiteY762" fmla="*/ 1679650 h 6858000"/>
              <a:gd name="connsiteX763" fmla="*/ 0 w 7467600"/>
              <a:gd name="connsiteY763" fmla="*/ 1602463 h 6858000"/>
              <a:gd name="connsiteX764" fmla="*/ 84689 w 7467600"/>
              <a:gd name="connsiteY764" fmla="*/ 1677442 h 6858000"/>
              <a:gd name="connsiteX765" fmla="*/ 298437 w 7467600"/>
              <a:gd name="connsiteY765" fmla="*/ 1968019 h 6858000"/>
              <a:gd name="connsiteX766" fmla="*/ 227269 w 7467600"/>
              <a:gd name="connsiteY766" fmla="*/ 1114064 h 6858000"/>
              <a:gd name="connsiteX767" fmla="*/ 248003 w 7467600"/>
              <a:gd name="connsiteY767" fmla="*/ 1089613 h 6858000"/>
              <a:gd name="connsiteX768" fmla="*/ 427020 w 7467600"/>
              <a:gd name="connsiteY768" fmla="*/ 1619803 h 6858000"/>
              <a:gd name="connsiteX769" fmla="*/ 340345 w 7467600"/>
              <a:gd name="connsiteY769" fmla="*/ 2027739 h 6858000"/>
              <a:gd name="connsiteX770" fmla="*/ 360865 w 7467600"/>
              <a:gd name="connsiteY770" fmla="*/ 2044827 h 6858000"/>
              <a:gd name="connsiteX771" fmla="*/ 560414 w 7467600"/>
              <a:gd name="connsiteY771" fmla="*/ 2421457 h 6858000"/>
              <a:gd name="connsiteX772" fmla="*/ 1359703 w 7467600"/>
              <a:gd name="connsiteY772" fmla="*/ 2578554 h 6858000"/>
              <a:gd name="connsiteX773" fmla="*/ 1359422 w 7467600"/>
              <a:gd name="connsiteY773" fmla="*/ 2577994 h 6858000"/>
              <a:gd name="connsiteX774" fmla="*/ 828701 w 7467600"/>
              <a:gd name="connsiteY774" fmla="*/ 1839520 h 6858000"/>
              <a:gd name="connsiteX775" fmla="*/ 494427 w 7467600"/>
              <a:gd name="connsiteY775" fmla="*/ 1092333 h 6858000"/>
              <a:gd name="connsiteX776" fmla="*/ 506322 w 7467600"/>
              <a:gd name="connsiteY776" fmla="*/ 1020997 h 6858000"/>
              <a:gd name="connsiteX777" fmla="*/ 4570198 w 7467600"/>
              <a:gd name="connsiteY777" fmla="*/ 978081 h 6858000"/>
              <a:gd name="connsiteX778" fmla="*/ 4523691 w 7467600"/>
              <a:gd name="connsiteY778" fmla="*/ 1127776 h 6858000"/>
              <a:gd name="connsiteX779" fmla="*/ 4509875 w 7467600"/>
              <a:gd name="connsiteY779" fmla="*/ 1167552 h 6858000"/>
              <a:gd name="connsiteX780" fmla="*/ 4478168 w 7467600"/>
              <a:gd name="connsiteY780" fmla="*/ 1260735 h 6858000"/>
              <a:gd name="connsiteX781" fmla="*/ 4409309 w 7467600"/>
              <a:gd name="connsiteY781" fmla="*/ 1666996 h 6858000"/>
              <a:gd name="connsiteX782" fmla="*/ 4370031 w 7467600"/>
              <a:gd name="connsiteY782" fmla="*/ 1955666 h 6858000"/>
              <a:gd name="connsiteX783" fmla="*/ 4570198 w 7467600"/>
              <a:gd name="connsiteY783" fmla="*/ 978081 h 6858000"/>
              <a:gd name="connsiteX784" fmla="*/ 4557898 w 7467600"/>
              <a:gd name="connsiteY784" fmla="*/ 900011 h 6858000"/>
              <a:gd name="connsiteX785" fmla="*/ 4344840 w 7467600"/>
              <a:gd name="connsiteY785" fmla="*/ 1922038 h 6858000"/>
              <a:gd name="connsiteX786" fmla="*/ 4378710 w 7467600"/>
              <a:gd name="connsiteY786" fmla="*/ 1665516 h 6858000"/>
              <a:gd name="connsiteX787" fmla="*/ 4448798 w 7467600"/>
              <a:gd name="connsiteY787" fmla="*/ 1253024 h 6858000"/>
              <a:gd name="connsiteX788" fmla="*/ 4480315 w 7467600"/>
              <a:gd name="connsiteY788" fmla="*/ 1158454 h 6858000"/>
              <a:gd name="connsiteX789" fmla="*/ 4494133 w 7467600"/>
              <a:gd name="connsiteY789" fmla="*/ 1118676 h 6858000"/>
              <a:gd name="connsiteX790" fmla="*/ 4557898 w 7467600"/>
              <a:gd name="connsiteY790" fmla="*/ 900011 h 6858000"/>
              <a:gd name="connsiteX791" fmla="*/ 5870151 w 7467600"/>
              <a:gd name="connsiteY791" fmla="*/ 898890 h 6858000"/>
              <a:gd name="connsiteX792" fmla="*/ 5861335 w 7467600"/>
              <a:gd name="connsiteY792" fmla="*/ 899177 h 6858000"/>
              <a:gd name="connsiteX793" fmla="*/ 5843702 w 7467600"/>
              <a:gd name="connsiteY793" fmla="*/ 899748 h 6858000"/>
              <a:gd name="connsiteX794" fmla="*/ 5651107 w 7467600"/>
              <a:gd name="connsiteY794" fmla="*/ 920306 h 6858000"/>
              <a:gd name="connsiteX795" fmla="*/ 5459407 w 7467600"/>
              <a:gd name="connsiteY795" fmla="*/ 940975 h 6858000"/>
              <a:gd name="connsiteX796" fmla="*/ 5374846 w 7467600"/>
              <a:gd name="connsiteY796" fmla="*/ 941988 h 6858000"/>
              <a:gd name="connsiteX797" fmla="*/ 5256105 w 7467600"/>
              <a:gd name="connsiteY797" fmla="*/ 945632 h 6858000"/>
              <a:gd name="connsiteX798" fmla="*/ 5107071 w 7467600"/>
              <a:gd name="connsiteY798" fmla="*/ 969720 h 6858000"/>
              <a:gd name="connsiteX799" fmla="*/ 4998681 w 7467600"/>
              <a:gd name="connsiteY799" fmla="*/ 988771 h 6858000"/>
              <a:gd name="connsiteX800" fmla="*/ 5870151 w 7467600"/>
              <a:gd name="connsiteY800" fmla="*/ 898890 h 6858000"/>
              <a:gd name="connsiteX801" fmla="*/ 5504425 w 7467600"/>
              <a:gd name="connsiteY801" fmla="*/ 848067 h 6858000"/>
              <a:gd name="connsiteX802" fmla="*/ 4968849 w 7467600"/>
              <a:gd name="connsiteY802" fmla="*/ 962318 h 6858000"/>
              <a:gd name="connsiteX803" fmla="*/ 5104039 w 7467600"/>
              <a:gd name="connsiteY803" fmla="*/ 940634 h 6858000"/>
              <a:gd name="connsiteX804" fmla="*/ 5256311 w 7467600"/>
              <a:gd name="connsiteY804" fmla="*/ 916490 h 6858000"/>
              <a:gd name="connsiteX805" fmla="*/ 5377381 w 7467600"/>
              <a:gd name="connsiteY805" fmla="*/ 912671 h 6858000"/>
              <a:gd name="connsiteX806" fmla="*/ 5460148 w 7467600"/>
              <a:gd name="connsiteY806" fmla="*/ 911442 h 6858000"/>
              <a:gd name="connsiteX807" fmla="*/ 5648971 w 7467600"/>
              <a:gd name="connsiteY807" fmla="*/ 891331 h 6858000"/>
              <a:gd name="connsiteX808" fmla="*/ 5844807 w 7467600"/>
              <a:gd name="connsiteY808" fmla="*/ 870718 h 6858000"/>
              <a:gd name="connsiteX809" fmla="*/ 5862975 w 7467600"/>
              <a:gd name="connsiteY809" fmla="*/ 869756 h 6858000"/>
              <a:gd name="connsiteX810" fmla="*/ 5920887 w 7467600"/>
              <a:gd name="connsiteY810" fmla="*/ 865929 h 6858000"/>
              <a:gd name="connsiteX811" fmla="*/ 5504425 w 7467600"/>
              <a:gd name="connsiteY811" fmla="*/ 848067 h 6858000"/>
              <a:gd name="connsiteX812" fmla="*/ 3607114 w 7467600"/>
              <a:gd name="connsiteY812" fmla="*/ 467441 h 6858000"/>
              <a:gd name="connsiteX813" fmla="*/ 3296242 w 7467600"/>
              <a:gd name="connsiteY813" fmla="*/ 807991 h 6858000"/>
              <a:gd name="connsiteX814" fmla="*/ 3174674 w 7467600"/>
              <a:gd name="connsiteY814" fmla="*/ 919759 h 6858000"/>
              <a:gd name="connsiteX815" fmla="*/ 3042978 w 7467600"/>
              <a:gd name="connsiteY815" fmla="*/ 1054894 h 6858000"/>
              <a:gd name="connsiteX816" fmla="*/ 2968914 w 7467600"/>
              <a:gd name="connsiteY816" fmla="*/ 1133756 h 6858000"/>
              <a:gd name="connsiteX817" fmla="*/ 3103823 w 7467600"/>
              <a:gd name="connsiteY817" fmla="*/ 1026814 h 6858000"/>
              <a:gd name="connsiteX818" fmla="*/ 3607114 w 7467600"/>
              <a:gd name="connsiteY818" fmla="*/ 467441 h 6858000"/>
              <a:gd name="connsiteX819" fmla="*/ 3744487 w 7467600"/>
              <a:gd name="connsiteY819" fmla="*/ 383136 h 6858000"/>
              <a:gd name="connsiteX820" fmla="*/ 3970213 w 7467600"/>
              <a:gd name="connsiteY820" fmla="*/ 995559 h 6858000"/>
              <a:gd name="connsiteX821" fmla="*/ 3744487 w 7467600"/>
              <a:gd name="connsiteY821" fmla="*/ 383136 h 6858000"/>
              <a:gd name="connsiteX822" fmla="*/ 3624562 w 7467600"/>
              <a:gd name="connsiteY822" fmla="*/ 367041 h 6858000"/>
              <a:gd name="connsiteX823" fmla="*/ 3489712 w 7467600"/>
              <a:gd name="connsiteY823" fmla="*/ 485386 h 6858000"/>
              <a:gd name="connsiteX824" fmla="*/ 3182994 w 7467600"/>
              <a:gd name="connsiteY824" fmla="*/ 828265 h 6858000"/>
              <a:gd name="connsiteX825" fmla="*/ 2892114 w 7467600"/>
              <a:gd name="connsiteY825" fmla="*/ 1172635 h 6858000"/>
              <a:gd name="connsiteX826" fmla="*/ 3021459 w 7467600"/>
              <a:gd name="connsiteY826" fmla="*/ 1035385 h 6858000"/>
              <a:gd name="connsiteX827" fmla="*/ 3153873 w 7467600"/>
              <a:gd name="connsiteY827" fmla="*/ 898971 h 6858000"/>
              <a:gd name="connsiteX828" fmla="*/ 3276511 w 7467600"/>
              <a:gd name="connsiteY828" fmla="*/ 786423 h 6858000"/>
              <a:gd name="connsiteX829" fmla="*/ 3584154 w 7467600"/>
              <a:gd name="connsiteY829" fmla="*/ 448218 h 6858000"/>
              <a:gd name="connsiteX830" fmla="*/ 3624562 w 7467600"/>
              <a:gd name="connsiteY830" fmla="*/ 367041 h 6858000"/>
              <a:gd name="connsiteX831" fmla="*/ 3766672 w 7467600"/>
              <a:gd name="connsiteY831" fmla="*/ 359429 h 6858000"/>
              <a:gd name="connsiteX832" fmla="*/ 3996338 w 7467600"/>
              <a:gd name="connsiteY832" fmla="*/ 968237 h 6858000"/>
              <a:gd name="connsiteX833" fmla="*/ 3766672 w 7467600"/>
              <a:gd name="connsiteY833" fmla="*/ 359429 h 6858000"/>
              <a:gd name="connsiteX834" fmla="*/ 5805386 w 7467600"/>
              <a:gd name="connsiteY834" fmla="*/ 239240 h 6858000"/>
              <a:gd name="connsiteX835" fmla="*/ 5736947 w 7467600"/>
              <a:gd name="connsiteY835" fmla="*/ 261367 h 6858000"/>
              <a:gd name="connsiteX836" fmla="*/ 5427012 w 7467600"/>
              <a:gd name="connsiteY836" fmla="*/ 311272 h 6858000"/>
              <a:gd name="connsiteX837" fmla="*/ 5147818 w 7467600"/>
              <a:gd name="connsiteY837" fmla="*/ 322112 h 6858000"/>
              <a:gd name="connsiteX838" fmla="*/ 5060854 w 7467600"/>
              <a:gd name="connsiteY838" fmla="*/ 311882 h 6858000"/>
              <a:gd name="connsiteX839" fmla="*/ 4945989 w 7467600"/>
              <a:gd name="connsiteY839" fmla="*/ 300516 h 6858000"/>
              <a:gd name="connsiteX840" fmla="*/ 5410479 w 7467600"/>
              <a:gd name="connsiteY840" fmla="*/ 348434 h 6858000"/>
              <a:gd name="connsiteX841" fmla="*/ 5805386 w 7467600"/>
              <a:gd name="connsiteY841" fmla="*/ 239240 h 6858000"/>
              <a:gd name="connsiteX842" fmla="*/ 5905192 w 7467600"/>
              <a:gd name="connsiteY842" fmla="*/ 163079 h 6858000"/>
              <a:gd name="connsiteX843" fmla="*/ 5865655 w 7467600"/>
              <a:gd name="connsiteY843" fmla="*/ 171901 h 6858000"/>
              <a:gd name="connsiteX844" fmla="*/ 5259740 w 7467600"/>
              <a:gd name="connsiteY844" fmla="*/ 257013 h 6858000"/>
              <a:gd name="connsiteX845" fmla="*/ 5208466 w 7467600"/>
              <a:gd name="connsiteY845" fmla="*/ 257550 h 6858000"/>
              <a:gd name="connsiteX846" fmla="*/ 4980204 w 7467600"/>
              <a:gd name="connsiteY846" fmla="*/ 271903 h 6858000"/>
              <a:gd name="connsiteX847" fmla="*/ 5068068 w 7467600"/>
              <a:gd name="connsiteY847" fmla="*/ 282244 h 6858000"/>
              <a:gd name="connsiteX848" fmla="*/ 5153231 w 7467600"/>
              <a:gd name="connsiteY848" fmla="*/ 292240 h 6858000"/>
              <a:gd name="connsiteX849" fmla="*/ 5426491 w 7467600"/>
              <a:gd name="connsiteY849" fmla="*/ 281128 h 6858000"/>
              <a:gd name="connsiteX850" fmla="*/ 5731212 w 7467600"/>
              <a:gd name="connsiteY850" fmla="*/ 231951 h 6858000"/>
              <a:gd name="connsiteX851" fmla="*/ 5905192 w 7467600"/>
              <a:gd name="connsiteY851" fmla="*/ 163079 h 6858000"/>
              <a:gd name="connsiteX852" fmla="*/ 5944437 w 7467600"/>
              <a:gd name="connsiteY852" fmla="*/ 113829 h 6858000"/>
              <a:gd name="connsiteX853" fmla="*/ 5825032 w 7467600"/>
              <a:gd name="connsiteY853" fmla="*/ 146405 h 6858000"/>
              <a:gd name="connsiteX854" fmla="*/ 4955599 w 7467600"/>
              <a:gd name="connsiteY854" fmla="*/ 247008 h 6858000"/>
              <a:gd name="connsiteX855" fmla="*/ 5210104 w 7467600"/>
              <a:gd name="connsiteY855" fmla="*/ 228123 h 6858000"/>
              <a:gd name="connsiteX856" fmla="*/ 5261015 w 7467600"/>
              <a:gd name="connsiteY856" fmla="*/ 227087 h 6858000"/>
              <a:gd name="connsiteX857" fmla="*/ 5861181 w 7467600"/>
              <a:gd name="connsiteY857" fmla="*/ 143093 h 6858000"/>
              <a:gd name="connsiteX858" fmla="*/ 5961252 w 7467600"/>
              <a:gd name="connsiteY858" fmla="*/ 114820 h 6858000"/>
              <a:gd name="connsiteX859" fmla="*/ 5944437 w 7467600"/>
              <a:gd name="connsiteY859" fmla="*/ 113829 h 6858000"/>
              <a:gd name="connsiteX860" fmla="*/ 3882765 w 7467600"/>
              <a:gd name="connsiteY860" fmla="*/ 0 h 6858000"/>
              <a:gd name="connsiteX861" fmla="*/ 3995099 w 7467600"/>
              <a:gd name="connsiteY861" fmla="*/ 0 h 6858000"/>
              <a:gd name="connsiteX862" fmla="*/ 4163818 w 7467600"/>
              <a:gd name="connsiteY862" fmla="*/ 234104 h 6858000"/>
              <a:gd name="connsiteX863" fmla="*/ 4172099 w 7467600"/>
              <a:gd name="connsiteY863" fmla="*/ 234207 h 6858000"/>
              <a:gd name="connsiteX864" fmla="*/ 4784282 w 7467600"/>
              <a:gd name="connsiteY864" fmla="*/ 276561 h 6858000"/>
              <a:gd name="connsiteX865" fmla="*/ 4801687 w 7467600"/>
              <a:gd name="connsiteY865" fmla="*/ 267764 h 6858000"/>
              <a:gd name="connsiteX866" fmla="*/ 6082788 w 7467600"/>
              <a:gd name="connsiteY866" fmla="*/ 64119 h 6858000"/>
              <a:gd name="connsiteX867" fmla="*/ 6099442 w 7467600"/>
              <a:gd name="connsiteY867" fmla="*/ 82568 h 6858000"/>
              <a:gd name="connsiteX868" fmla="*/ 4804137 w 7467600"/>
              <a:gd name="connsiteY868" fmla="*/ 320931 h 6858000"/>
              <a:gd name="connsiteX869" fmla="*/ 4227047 w 7467600"/>
              <a:gd name="connsiteY869" fmla="*/ 313415 h 6858000"/>
              <a:gd name="connsiteX870" fmla="*/ 4346041 w 7467600"/>
              <a:gd name="connsiteY870" fmla="*/ 456086 h 6858000"/>
              <a:gd name="connsiteX871" fmla="*/ 4870967 w 7467600"/>
              <a:gd name="connsiteY871" fmla="*/ 963061 h 6858000"/>
              <a:gd name="connsiteX872" fmla="*/ 4889647 w 7467600"/>
              <a:gd name="connsiteY872" fmla="*/ 957147 h 6858000"/>
              <a:gd name="connsiteX873" fmla="*/ 5422504 w 7467600"/>
              <a:gd name="connsiteY873" fmla="*/ 805191 h 6858000"/>
              <a:gd name="connsiteX874" fmla="*/ 6087656 w 7467600"/>
              <a:gd name="connsiteY874" fmla="*/ 826703 h 6858000"/>
              <a:gd name="connsiteX875" fmla="*/ 6058717 w 7467600"/>
              <a:gd name="connsiteY875" fmla="*/ 865992 h 6858000"/>
              <a:gd name="connsiteX876" fmla="*/ 4974153 w 7467600"/>
              <a:gd name="connsiteY876" fmla="*/ 1045456 h 6858000"/>
              <a:gd name="connsiteX877" fmla="*/ 5627835 w 7467600"/>
              <a:gd name="connsiteY877" fmla="*/ 1472077 h 6858000"/>
              <a:gd name="connsiteX878" fmla="*/ 5629817 w 7467600"/>
              <a:gd name="connsiteY878" fmla="*/ 1471412 h 6858000"/>
              <a:gd name="connsiteX879" fmla="*/ 5634124 w 7467600"/>
              <a:gd name="connsiteY879" fmla="*/ 1470572 h 6858000"/>
              <a:gd name="connsiteX880" fmla="*/ 5755832 w 7467600"/>
              <a:gd name="connsiteY880" fmla="*/ 1383886 h 6858000"/>
              <a:gd name="connsiteX881" fmla="*/ 6014186 w 7467600"/>
              <a:gd name="connsiteY881" fmla="*/ 1279799 h 6858000"/>
              <a:gd name="connsiteX882" fmla="*/ 6901619 w 7467600"/>
              <a:gd name="connsiteY882" fmla="*/ 1047874 h 6858000"/>
              <a:gd name="connsiteX883" fmla="*/ 6931566 w 7467600"/>
              <a:gd name="connsiteY883" fmla="*/ 1062034 h 6858000"/>
              <a:gd name="connsiteX884" fmla="*/ 5790982 w 7467600"/>
              <a:gd name="connsiteY884" fmla="*/ 1561380 h 6858000"/>
              <a:gd name="connsiteX885" fmla="*/ 6188971 w 7467600"/>
              <a:gd name="connsiteY885" fmla="*/ 1755168 h 6858000"/>
              <a:gd name="connsiteX886" fmla="*/ 6202446 w 7467600"/>
              <a:gd name="connsiteY886" fmla="*/ 1752268 h 6858000"/>
              <a:gd name="connsiteX887" fmla="*/ 7179560 w 7467600"/>
              <a:gd name="connsiteY887" fmla="*/ 1467551 h 6858000"/>
              <a:gd name="connsiteX888" fmla="*/ 7158730 w 7467600"/>
              <a:gd name="connsiteY888" fmla="*/ 1507835 h 6858000"/>
              <a:gd name="connsiteX889" fmla="*/ 6326959 w 7467600"/>
              <a:gd name="connsiteY889" fmla="*/ 1817686 h 6858000"/>
              <a:gd name="connsiteX890" fmla="*/ 6537433 w 7467600"/>
              <a:gd name="connsiteY890" fmla="*/ 1907790 h 6858000"/>
              <a:gd name="connsiteX891" fmla="*/ 6550221 w 7467600"/>
              <a:gd name="connsiteY891" fmla="*/ 1910729 h 6858000"/>
              <a:gd name="connsiteX892" fmla="*/ 6964438 w 7467600"/>
              <a:gd name="connsiteY892" fmla="*/ 2209505 h 6858000"/>
              <a:gd name="connsiteX893" fmla="*/ 7367862 w 7467600"/>
              <a:gd name="connsiteY893" fmla="*/ 2806833 h 6858000"/>
              <a:gd name="connsiteX894" fmla="*/ 7364329 w 7467600"/>
              <a:gd name="connsiteY894" fmla="*/ 2826907 h 6858000"/>
              <a:gd name="connsiteX895" fmla="*/ 7290545 w 7467600"/>
              <a:gd name="connsiteY895" fmla="*/ 2850663 h 6858000"/>
              <a:gd name="connsiteX896" fmla="*/ 6472036 w 7467600"/>
              <a:gd name="connsiteY896" fmla="*/ 1959003 h 6858000"/>
              <a:gd name="connsiteX897" fmla="*/ 5792897 w 7467600"/>
              <a:gd name="connsiteY897" fmla="*/ 1647747 h 6858000"/>
              <a:gd name="connsiteX898" fmla="*/ 5842751 w 7467600"/>
              <a:gd name="connsiteY898" fmla="*/ 1816112 h 6858000"/>
              <a:gd name="connsiteX899" fmla="*/ 5847424 w 7467600"/>
              <a:gd name="connsiteY899" fmla="*/ 1815776 h 6858000"/>
              <a:gd name="connsiteX900" fmla="*/ 6399821 w 7467600"/>
              <a:gd name="connsiteY900" fmla="*/ 2344799 h 6858000"/>
              <a:gd name="connsiteX901" fmla="*/ 6323232 w 7467600"/>
              <a:gd name="connsiteY901" fmla="*/ 2389634 h 6858000"/>
              <a:gd name="connsiteX902" fmla="*/ 5942958 w 7467600"/>
              <a:gd name="connsiteY902" fmla="*/ 2077708 h 6858000"/>
              <a:gd name="connsiteX903" fmla="*/ 5921559 w 7467600"/>
              <a:gd name="connsiteY903" fmla="*/ 2378596 h 6858000"/>
              <a:gd name="connsiteX904" fmla="*/ 5817651 w 7467600"/>
              <a:gd name="connsiteY904" fmla="*/ 3023919 h 6858000"/>
              <a:gd name="connsiteX905" fmla="*/ 5729634 w 7467600"/>
              <a:gd name="connsiteY905" fmla="*/ 3051849 h 6858000"/>
              <a:gd name="connsiteX906" fmla="*/ 5611018 w 7467600"/>
              <a:gd name="connsiteY906" fmla="*/ 2316769 h 6858000"/>
              <a:gd name="connsiteX907" fmla="*/ 5687608 w 7467600"/>
              <a:gd name="connsiteY907" fmla="*/ 2039972 h 6858000"/>
              <a:gd name="connsiteX908" fmla="*/ 5657554 w 7467600"/>
              <a:gd name="connsiteY908" fmla="*/ 1576445 h 6858000"/>
              <a:gd name="connsiteX909" fmla="*/ 5150475 w 7467600"/>
              <a:gd name="connsiteY909" fmla="*/ 1274012 h 6858000"/>
              <a:gd name="connsiteX910" fmla="*/ 5349142 w 7467600"/>
              <a:gd name="connsiteY910" fmla="*/ 2204405 h 6858000"/>
              <a:gd name="connsiteX911" fmla="*/ 5262214 w 7467600"/>
              <a:gd name="connsiteY911" fmla="*/ 2233836 h 6858000"/>
              <a:gd name="connsiteX912" fmla="*/ 4981539 w 7467600"/>
              <a:gd name="connsiteY912" fmla="*/ 1542201 h 6858000"/>
              <a:gd name="connsiteX913" fmla="*/ 4958461 w 7467600"/>
              <a:gd name="connsiteY913" fmla="*/ 1136957 h 6858000"/>
              <a:gd name="connsiteX914" fmla="*/ 4655015 w 7467600"/>
              <a:gd name="connsiteY914" fmla="*/ 891426 h 6858000"/>
              <a:gd name="connsiteX915" fmla="*/ 4348002 w 7467600"/>
              <a:gd name="connsiteY915" fmla="*/ 2205895 h 6858000"/>
              <a:gd name="connsiteX916" fmla="*/ 4262250 w 7467600"/>
              <a:gd name="connsiteY916" fmla="*/ 2219972 h 6858000"/>
              <a:gd name="connsiteX917" fmla="*/ 4550611 w 7467600"/>
              <a:gd name="connsiteY917" fmla="*/ 817540 h 6858000"/>
              <a:gd name="connsiteX918" fmla="*/ 4564418 w 7467600"/>
              <a:gd name="connsiteY918" fmla="*/ 808293 h 6858000"/>
              <a:gd name="connsiteX919" fmla="*/ 4266388 w 7467600"/>
              <a:gd name="connsiteY919" fmla="*/ 500083 h 6858000"/>
              <a:gd name="connsiteX920" fmla="*/ 4032842 w 7467600"/>
              <a:gd name="connsiteY920" fmla="*/ 211809 h 6858000"/>
              <a:gd name="connsiteX921" fmla="*/ 3882765 w 7467600"/>
              <a:gd name="connsiteY921" fmla="*/ 0 h 6858000"/>
              <a:gd name="connsiteX922" fmla="*/ 3721337 w 7467600"/>
              <a:gd name="connsiteY922" fmla="*/ 0 h 6858000"/>
              <a:gd name="connsiteX923" fmla="*/ 3797544 w 7467600"/>
              <a:gd name="connsiteY923" fmla="*/ 0 h 6858000"/>
              <a:gd name="connsiteX924" fmla="*/ 3775734 w 7467600"/>
              <a:gd name="connsiteY924" fmla="*/ 95131 h 6858000"/>
              <a:gd name="connsiteX925" fmla="*/ 3724807 w 7467600"/>
              <a:gd name="connsiteY925" fmla="*/ 272257 h 6858000"/>
              <a:gd name="connsiteX926" fmla="*/ 3726844 w 7467600"/>
              <a:gd name="connsiteY926" fmla="*/ 282988 h 6858000"/>
              <a:gd name="connsiteX927" fmla="*/ 3742664 w 7467600"/>
              <a:gd name="connsiteY927" fmla="*/ 279918 h 6858000"/>
              <a:gd name="connsiteX928" fmla="*/ 4103910 w 7467600"/>
              <a:gd name="connsiteY928" fmla="*/ 1161917 h 6858000"/>
              <a:gd name="connsiteX929" fmla="*/ 4020269 w 7467600"/>
              <a:gd name="connsiteY929" fmla="*/ 1200406 h 6858000"/>
              <a:gd name="connsiteX930" fmla="*/ 3674882 w 7467600"/>
              <a:gd name="connsiteY930" fmla="*/ 488524 h 6858000"/>
              <a:gd name="connsiteX931" fmla="*/ 3132682 w 7467600"/>
              <a:gd name="connsiteY931" fmla="*/ 1072284 h 6858000"/>
              <a:gd name="connsiteX932" fmla="*/ 2716346 w 7467600"/>
              <a:gd name="connsiteY932" fmla="*/ 1276376 h 6858000"/>
              <a:gd name="connsiteX933" fmla="*/ 2716772 w 7467600"/>
              <a:gd name="connsiteY933" fmla="*/ 1255462 h 6858000"/>
              <a:gd name="connsiteX934" fmla="*/ 3471096 w 7467600"/>
              <a:gd name="connsiteY934" fmla="*/ 437072 h 6858000"/>
              <a:gd name="connsiteX935" fmla="*/ 3639057 w 7467600"/>
              <a:gd name="connsiteY935" fmla="*/ 286334 h 6858000"/>
              <a:gd name="connsiteX936" fmla="*/ 3640309 w 7467600"/>
              <a:gd name="connsiteY936" fmla="*/ 284664 h 6858000"/>
              <a:gd name="connsiteX937" fmla="*/ 3646022 w 7467600"/>
              <a:gd name="connsiteY937" fmla="*/ 276711 h 6858000"/>
              <a:gd name="connsiteX938" fmla="*/ 3707943 w 7467600"/>
              <a:gd name="connsiteY938" fmla="*/ 65958 h 6858000"/>
              <a:gd name="connsiteX939" fmla="*/ 3721337 w 7467600"/>
              <a:gd name="connsiteY939" fmla="*/ 0 h 6858000"/>
              <a:gd name="connsiteX940" fmla="*/ 2867960 w 7467600"/>
              <a:gd name="connsiteY940" fmla="*/ 0 h 6858000"/>
              <a:gd name="connsiteX941" fmla="*/ 2926351 w 7467600"/>
              <a:gd name="connsiteY941" fmla="*/ 0 h 6858000"/>
              <a:gd name="connsiteX942" fmla="*/ 2902823 w 7467600"/>
              <a:gd name="connsiteY942" fmla="*/ 262929 h 6858000"/>
              <a:gd name="connsiteX943" fmla="*/ 2940663 w 7467600"/>
              <a:gd name="connsiteY943" fmla="*/ 140884 h 6858000"/>
              <a:gd name="connsiteX944" fmla="*/ 2947039 w 7467600"/>
              <a:gd name="connsiteY944" fmla="*/ 122524 h 6858000"/>
              <a:gd name="connsiteX945" fmla="*/ 2984316 w 7467600"/>
              <a:gd name="connsiteY945" fmla="*/ 0 h 6858000"/>
              <a:gd name="connsiteX946" fmla="*/ 3016114 w 7467600"/>
              <a:gd name="connsiteY946" fmla="*/ 0 h 6858000"/>
              <a:gd name="connsiteX947" fmla="*/ 2979949 w 7467600"/>
              <a:gd name="connsiteY947" fmla="*/ 119274 h 6858000"/>
              <a:gd name="connsiteX948" fmla="*/ 3023879 w 7467600"/>
              <a:gd name="connsiteY948" fmla="*/ 0 h 6858000"/>
              <a:gd name="connsiteX949" fmla="*/ 3105400 w 7467600"/>
              <a:gd name="connsiteY949" fmla="*/ 0 h 6858000"/>
              <a:gd name="connsiteX950" fmla="*/ 3094669 w 7467600"/>
              <a:gd name="connsiteY950" fmla="*/ 30308 h 6858000"/>
              <a:gd name="connsiteX951" fmla="*/ 2901945 w 7467600"/>
              <a:gd name="connsiteY951" fmla="*/ 466538 h 6858000"/>
              <a:gd name="connsiteX952" fmla="*/ 2815209 w 7467600"/>
              <a:gd name="connsiteY952" fmla="*/ 497361 h 6858000"/>
              <a:gd name="connsiteX953" fmla="*/ 2844845 w 7467600"/>
              <a:gd name="connsiteY953" fmla="*/ 127638 h 6858000"/>
              <a:gd name="connsiteX954" fmla="*/ 2867960 w 7467600"/>
              <a:gd name="connsiteY954" fmla="*/ 0 h 6858000"/>
              <a:gd name="connsiteX955" fmla="*/ 1057230 w 7467600"/>
              <a:gd name="connsiteY955" fmla="*/ 0 h 6858000"/>
              <a:gd name="connsiteX956" fmla="*/ 1111003 w 7467600"/>
              <a:gd name="connsiteY956" fmla="*/ 0 h 6858000"/>
              <a:gd name="connsiteX957" fmla="*/ 1125553 w 7467600"/>
              <a:gd name="connsiteY957" fmla="*/ 52588 h 6858000"/>
              <a:gd name="connsiteX958" fmla="*/ 1304276 w 7467600"/>
              <a:gd name="connsiteY958" fmla="*/ 476275 h 6858000"/>
              <a:gd name="connsiteX959" fmla="*/ 1492066 w 7467600"/>
              <a:gd name="connsiteY959" fmla="*/ 886333 h 6858000"/>
              <a:gd name="connsiteX960" fmla="*/ 1423698 w 7467600"/>
              <a:gd name="connsiteY960" fmla="*/ 710817 h 6858000"/>
              <a:gd name="connsiteX961" fmla="*/ 1357609 w 7467600"/>
              <a:gd name="connsiteY961" fmla="*/ 532892 h 6858000"/>
              <a:gd name="connsiteX962" fmla="*/ 1309550 w 7467600"/>
              <a:gd name="connsiteY962" fmla="*/ 374031 h 6858000"/>
              <a:gd name="connsiteX963" fmla="*/ 1193673 w 7467600"/>
              <a:gd name="connsiteY963" fmla="*/ 49533 h 6858000"/>
              <a:gd name="connsiteX964" fmla="*/ 1164391 w 7467600"/>
              <a:gd name="connsiteY964" fmla="*/ 0 h 6858000"/>
              <a:gd name="connsiteX965" fmla="*/ 1200666 w 7467600"/>
              <a:gd name="connsiteY965" fmla="*/ 0 h 6858000"/>
              <a:gd name="connsiteX966" fmla="*/ 1223408 w 7467600"/>
              <a:gd name="connsiteY966" fmla="*/ 38996 h 6858000"/>
              <a:gd name="connsiteX967" fmla="*/ 1339635 w 7467600"/>
              <a:gd name="connsiteY967" fmla="*/ 365517 h 6858000"/>
              <a:gd name="connsiteX968" fmla="*/ 1387469 w 7467600"/>
              <a:gd name="connsiteY968" fmla="*/ 523079 h 6858000"/>
              <a:gd name="connsiteX969" fmla="*/ 1452685 w 7467600"/>
              <a:gd name="connsiteY969" fmla="*/ 699806 h 6858000"/>
              <a:gd name="connsiteX970" fmla="*/ 1492092 w 7467600"/>
              <a:gd name="connsiteY970" fmla="*/ 800424 h 6858000"/>
              <a:gd name="connsiteX971" fmla="*/ 1455302 w 7467600"/>
              <a:gd name="connsiteY971" fmla="*/ 632913 h 6858000"/>
              <a:gd name="connsiteX972" fmla="*/ 1222336 w 7467600"/>
              <a:gd name="connsiteY972" fmla="*/ 9480 h 6858000"/>
              <a:gd name="connsiteX973" fmla="*/ 1214634 w 7467600"/>
              <a:gd name="connsiteY973" fmla="*/ 0 h 6858000"/>
              <a:gd name="connsiteX974" fmla="*/ 1289827 w 7467600"/>
              <a:gd name="connsiteY974" fmla="*/ 0 h 6858000"/>
              <a:gd name="connsiteX975" fmla="*/ 1321076 w 7467600"/>
              <a:gd name="connsiteY975" fmla="*/ 59722 h 6858000"/>
              <a:gd name="connsiteX976" fmla="*/ 1512579 w 7467600"/>
              <a:gd name="connsiteY976" fmla="*/ 626441 h 6858000"/>
              <a:gd name="connsiteX977" fmla="*/ 1506076 w 7467600"/>
              <a:gd name="connsiteY977" fmla="*/ 1089289 h 6858000"/>
              <a:gd name="connsiteX978" fmla="*/ 1486346 w 7467600"/>
              <a:gd name="connsiteY978" fmla="*/ 1079919 h 6858000"/>
              <a:gd name="connsiteX979" fmla="*/ 1070511 w 7467600"/>
              <a:gd name="connsiteY979" fmla="*/ 48609 h 6858000"/>
              <a:gd name="connsiteX980" fmla="*/ 1057230 w 7467600"/>
              <a:gd name="connsiteY980" fmla="*/ 0 h 6858000"/>
              <a:gd name="connsiteX981" fmla="*/ 43151 w 7467600"/>
              <a:gd name="connsiteY981" fmla="*/ 0 h 6858000"/>
              <a:gd name="connsiteX982" fmla="*/ 95283 w 7467600"/>
              <a:gd name="connsiteY982" fmla="*/ 0 h 6858000"/>
              <a:gd name="connsiteX983" fmla="*/ 300708 w 7467600"/>
              <a:gd name="connsiteY983" fmla="*/ 154571 h 6858000"/>
              <a:gd name="connsiteX984" fmla="*/ 530414 w 7467600"/>
              <a:gd name="connsiteY984" fmla="*/ 354673 h 6858000"/>
              <a:gd name="connsiteX985" fmla="*/ 333785 w 7467600"/>
              <a:gd name="connsiteY985" fmla="*/ 161564 h 6858000"/>
              <a:gd name="connsiteX986" fmla="*/ 147005 w 7467600"/>
              <a:gd name="connsiteY986" fmla="*/ 0 h 6858000"/>
              <a:gd name="connsiteX987" fmla="*/ 272509 w 7467600"/>
              <a:gd name="connsiteY987" fmla="*/ 0 h 6858000"/>
              <a:gd name="connsiteX988" fmla="*/ 326276 w 7467600"/>
              <a:gd name="connsiteY988" fmla="*/ 45847 h 6858000"/>
              <a:gd name="connsiteX989" fmla="*/ 823759 w 7467600"/>
              <a:gd name="connsiteY989" fmla="*/ 574145 h 6858000"/>
              <a:gd name="connsiteX990" fmla="*/ 811254 w 7467600"/>
              <a:gd name="connsiteY990" fmla="*/ 665546 h 6858000"/>
              <a:gd name="connsiteX991" fmla="*/ 154042 w 7467600"/>
              <a:gd name="connsiteY991" fmla="*/ 261522 h 6858000"/>
              <a:gd name="connsiteX992" fmla="*/ 13550 w 7467600"/>
              <a:gd name="connsiteY992" fmla="*/ 158423 h 6858000"/>
              <a:gd name="connsiteX993" fmla="*/ 0 w 7467600"/>
              <a:gd name="connsiteY993" fmla="*/ 146618 h 6858000"/>
              <a:gd name="connsiteX994" fmla="*/ 0 w 7467600"/>
              <a:gd name="connsiteY994" fmla="*/ 59161 h 6858000"/>
              <a:gd name="connsiteX995" fmla="*/ 45427 w 7467600"/>
              <a:gd name="connsiteY995" fmla="*/ 101078 h 6858000"/>
              <a:gd name="connsiteX996" fmla="*/ 630103 w 7467600"/>
              <a:gd name="connsiteY996" fmla="*/ 485885 h 6858000"/>
              <a:gd name="connsiteX997" fmla="*/ 532040 w 7467600"/>
              <a:gd name="connsiteY997" fmla="*/ 399359 h 6858000"/>
              <a:gd name="connsiteX998" fmla="*/ 517618 w 7467600"/>
              <a:gd name="connsiteY998" fmla="*/ 385726 h 6858000"/>
              <a:gd name="connsiteX999" fmla="*/ 285074 w 7467600"/>
              <a:gd name="connsiteY999" fmla="*/ 182755 h 6858000"/>
              <a:gd name="connsiteX1000" fmla="*/ 43151 w 7467600"/>
              <a:gd name="connsiteY100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68569 w 7467600"/>
              <a:gd name="connsiteY127" fmla="*/ 5270182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7368569 w 7467600"/>
              <a:gd name="connsiteY143" fmla="*/ 5270182 h 6858000"/>
              <a:gd name="connsiteX144" fmla="*/ 1903353 w 7467600"/>
              <a:gd name="connsiteY144" fmla="*/ 5044827 h 6858000"/>
              <a:gd name="connsiteX145" fmla="*/ 1936931 w 7467600"/>
              <a:gd name="connsiteY145" fmla="*/ 5093954 h 6858000"/>
              <a:gd name="connsiteX146" fmla="*/ 2195868 w 7467600"/>
              <a:gd name="connsiteY146" fmla="*/ 5396574 h 6858000"/>
              <a:gd name="connsiteX147" fmla="*/ 2088852 w 7467600"/>
              <a:gd name="connsiteY147" fmla="*/ 5166123 h 6858000"/>
              <a:gd name="connsiteX148" fmla="*/ 1958241 w 7467600"/>
              <a:gd name="connsiteY148" fmla="*/ 5067955 h 6858000"/>
              <a:gd name="connsiteX149" fmla="*/ 1903353 w 7467600"/>
              <a:gd name="connsiteY149" fmla="*/ 5044827 h 6858000"/>
              <a:gd name="connsiteX150" fmla="*/ 1979378 w 7467600"/>
              <a:gd name="connsiteY150" fmla="*/ 4769504 h 6858000"/>
              <a:gd name="connsiteX151" fmla="*/ 2882120 w 7467600"/>
              <a:gd name="connsiteY151" fmla="*/ 5064547 h 6858000"/>
              <a:gd name="connsiteX152" fmla="*/ 2793103 w 7467600"/>
              <a:gd name="connsiteY152" fmla="*/ 5039699 h 6858000"/>
              <a:gd name="connsiteX153" fmla="*/ 2770041 w 7467600"/>
              <a:gd name="connsiteY153" fmla="*/ 5033634 h 6858000"/>
              <a:gd name="connsiteX154" fmla="*/ 1979378 w 7467600"/>
              <a:gd name="connsiteY154" fmla="*/ 4769504 h 6858000"/>
              <a:gd name="connsiteX155" fmla="*/ 1927410 w 7467600"/>
              <a:gd name="connsiteY155" fmla="*/ 4716164 h 6858000"/>
              <a:gd name="connsiteX156" fmla="*/ 1959587 w 7467600"/>
              <a:gd name="connsiteY156" fmla="*/ 4728849 h 6858000"/>
              <a:gd name="connsiteX157" fmla="*/ 2777707 w 7467600"/>
              <a:gd name="connsiteY157" fmla="*/ 5003991 h 6858000"/>
              <a:gd name="connsiteX158" fmla="*/ 2800768 w 7467600"/>
              <a:gd name="connsiteY158" fmla="*/ 5010056 h 6858000"/>
              <a:gd name="connsiteX159" fmla="*/ 2879408 w 7467600"/>
              <a:gd name="connsiteY159" fmla="*/ 5031590 h 6858000"/>
              <a:gd name="connsiteX160" fmla="*/ 2862295 w 7467600"/>
              <a:gd name="connsiteY160" fmla="*/ 5022958 h 6858000"/>
              <a:gd name="connsiteX161" fmla="*/ 2813343 w 7467600"/>
              <a:gd name="connsiteY161" fmla="*/ 4998369 h 6858000"/>
              <a:gd name="connsiteX162" fmla="*/ 2646245 w 7467600"/>
              <a:gd name="connsiteY162" fmla="*/ 4930999 h 6858000"/>
              <a:gd name="connsiteX163" fmla="*/ 1999243 w 7467600"/>
              <a:gd name="connsiteY163" fmla="*/ 4730524 h 6858000"/>
              <a:gd name="connsiteX164" fmla="*/ 1979527 w 7467600"/>
              <a:gd name="connsiteY164" fmla="*/ 4726651 h 6858000"/>
              <a:gd name="connsiteX165" fmla="*/ 1927410 w 7467600"/>
              <a:gd name="connsiteY165" fmla="*/ 4716164 h 6858000"/>
              <a:gd name="connsiteX166" fmla="*/ 1997014 w 7467600"/>
              <a:gd name="connsiteY166" fmla="*/ 4698007 h 6858000"/>
              <a:gd name="connsiteX167" fmla="*/ 2005458 w 7467600"/>
              <a:gd name="connsiteY167" fmla="*/ 4699540 h 6858000"/>
              <a:gd name="connsiteX168" fmla="*/ 2657186 w 7467600"/>
              <a:gd name="connsiteY168" fmla="*/ 4901687 h 6858000"/>
              <a:gd name="connsiteX169" fmla="*/ 2826662 w 7467600"/>
              <a:gd name="connsiteY169" fmla="*/ 4970362 h 6858000"/>
              <a:gd name="connsiteX170" fmla="*/ 2876100 w 7467600"/>
              <a:gd name="connsiteY170" fmla="*/ 4995397 h 6858000"/>
              <a:gd name="connsiteX171" fmla="*/ 3042600 w 7467600"/>
              <a:gd name="connsiteY171" fmla="*/ 5059532 h 6858000"/>
              <a:gd name="connsiteX172" fmla="*/ 1997014 w 7467600"/>
              <a:gd name="connsiteY172" fmla="*/ 4698007 h 6858000"/>
              <a:gd name="connsiteX173" fmla="*/ 2305292 w 7467600"/>
              <a:gd name="connsiteY173" fmla="*/ 4219492 h 6858000"/>
              <a:gd name="connsiteX174" fmla="*/ 3360922 w 7467600"/>
              <a:gd name="connsiteY174" fmla="*/ 4529373 h 6858000"/>
              <a:gd name="connsiteX175" fmla="*/ 3492420 w 7467600"/>
              <a:gd name="connsiteY175" fmla="*/ 4510145 h 6858000"/>
              <a:gd name="connsiteX176" fmla="*/ 3364086 w 7467600"/>
              <a:gd name="connsiteY176" fmla="*/ 4480340 h 6858000"/>
              <a:gd name="connsiteX177" fmla="*/ 3225818 w 7467600"/>
              <a:gd name="connsiteY177" fmla="*/ 4411822 h 6858000"/>
              <a:gd name="connsiteX178" fmla="*/ 3129696 w 7467600"/>
              <a:gd name="connsiteY178" fmla="*/ 4360704 h 6858000"/>
              <a:gd name="connsiteX179" fmla="*/ 2814545 w 7467600"/>
              <a:gd name="connsiteY179" fmla="*/ 4282955 h 6858000"/>
              <a:gd name="connsiteX180" fmla="*/ 2305292 w 7467600"/>
              <a:gd name="connsiteY180" fmla="*/ 4219492 h 6858000"/>
              <a:gd name="connsiteX181" fmla="*/ 2626982 w 7467600"/>
              <a:gd name="connsiteY181" fmla="*/ 4206450 h 6858000"/>
              <a:gd name="connsiteX182" fmla="*/ 2490617 w 7467600"/>
              <a:gd name="connsiteY182" fmla="*/ 4206951 h 6858000"/>
              <a:gd name="connsiteX183" fmla="*/ 2819869 w 7467600"/>
              <a:gd name="connsiteY183" fmla="*/ 4252936 h 6858000"/>
              <a:gd name="connsiteX184" fmla="*/ 3143018 w 7467600"/>
              <a:gd name="connsiteY184" fmla="*/ 4332698 h 6858000"/>
              <a:gd name="connsiteX185" fmla="*/ 3241520 w 7467600"/>
              <a:gd name="connsiteY185" fmla="*/ 4385112 h 6858000"/>
              <a:gd name="connsiteX186" fmla="*/ 3374575 w 7467600"/>
              <a:gd name="connsiteY186" fmla="*/ 4451517 h 6858000"/>
              <a:gd name="connsiteX187" fmla="*/ 3505221 w 7467600"/>
              <a:gd name="connsiteY187" fmla="*/ 4480757 h 6858000"/>
              <a:gd name="connsiteX188" fmla="*/ 2626982 w 7467600"/>
              <a:gd name="connsiteY188" fmla="*/ 4206450 h 6858000"/>
              <a:gd name="connsiteX189" fmla="*/ 1310106 w 7467600"/>
              <a:gd name="connsiteY189" fmla="*/ 3943217 h 6858000"/>
              <a:gd name="connsiteX190" fmla="*/ 854994 w 7467600"/>
              <a:gd name="connsiteY190" fmla="*/ 4399136 h 6858000"/>
              <a:gd name="connsiteX191" fmla="*/ 742462 w 7467600"/>
              <a:gd name="connsiteY191" fmla="*/ 4594648 h 6858000"/>
              <a:gd name="connsiteX192" fmla="*/ 820602 w 7467600"/>
              <a:gd name="connsiteY192" fmla="*/ 4485915 h 6858000"/>
              <a:gd name="connsiteX193" fmla="*/ 878295 w 7467600"/>
              <a:gd name="connsiteY193" fmla="*/ 4403594 h 6858000"/>
              <a:gd name="connsiteX194" fmla="*/ 1240607 w 7467600"/>
              <a:gd name="connsiteY194" fmla="*/ 4010401 h 6858000"/>
              <a:gd name="connsiteX195" fmla="*/ 1310106 w 7467600"/>
              <a:gd name="connsiteY195" fmla="*/ 3943217 h 6858000"/>
              <a:gd name="connsiteX196" fmla="*/ 1423113 w 7467600"/>
              <a:gd name="connsiteY196" fmla="*/ 3874565 h 6858000"/>
              <a:gd name="connsiteX197" fmla="*/ 1260565 w 7467600"/>
              <a:gd name="connsiteY197" fmla="*/ 4031982 h 6858000"/>
              <a:gd name="connsiteX198" fmla="*/ 901900 w 7467600"/>
              <a:gd name="connsiteY198" fmla="*/ 4421236 h 6858000"/>
              <a:gd name="connsiteX199" fmla="*/ 845044 w 7467600"/>
              <a:gd name="connsiteY199" fmla="*/ 4502436 h 6858000"/>
              <a:gd name="connsiteX200" fmla="*/ 685926 w 7467600"/>
              <a:gd name="connsiteY200" fmla="*/ 4703069 h 6858000"/>
              <a:gd name="connsiteX201" fmla="*/ 684248 w 7467600"/>
              <a:gd name="connsiteY201" fmla="*/ 4706721 h 6858000"/>
              <a:gd name="connsiteX202" fmla="*/ 1423113 w 7467600"/>
              <a:gd name="connsiteY202" fmla="*/ 3874565 h 6858000"/>
              <a:gd name="connsiteX203" fmla="*/ 3316479 w 7467600"/>
              <a:gd name="connsiteY203" fmla="*/ 3872136 h 6858000"/>
              <a:gd name="connsiteX204" fmla="*/ 3546806 w 7467600"/>
              <a:gd name="connsiteY204" fmla="*/ 4356139 h 6858000"/>
              <a:gd name="connsiteX205" fmla="*/ 3364433 w 7467600"/>
              <a:gd name="connsiteY205" fmla="*/ 3953121 h 6858000"/>
              <a:gd name="connsiteX206" fmla="*/ 3316479 w 7467600"/>
              <a:gd name="connsiteY206" fmla="*/ 3872136 h 6858000"/>
              <a:gd name="connsiteX207" fmla="*/ 3291335 w 7467600"/>
              <a:gd name="connsiteY207" fmla="*/ 3767420 h 6858000"/>
              <a:gd name="connsiteX208" fmla="*/ 3390805 w 7467600"/>
              <a:gd name="connsiteY208" fmla="*/ 3937163 h 6858000"/>
              <a:gd name="connsiteX209" fmla="*/ 3579062 w 7467600"/>
              <a:gd name="connsiteY209" fmla="*/ 4359040 h 6858000"/>
              <a:gd name="connsiteX210" fmla="*/ 3467355 w 7467600"/>
              <a:gd name="connsiteY210" fmla="*/ 3988130 h 6858000"/>
              <a:gd name="connsiteX211" fmla="*/ 3310753 w 7467600"/>
              <a:gd name="connsiteY211" fmla="*/ 3787140 h 6858000"/>
              <a:gd name="connsiteX212" fmla="*/ 3291335 w 7467600"/>
              <a:gd name="connsiteY212" fmla="*/ 3767420 h 6858000"/>
              <a:gd name="connsiteX213" fmla="*/ 1635889 w 7467600"/>
              <a:gd name="connsiteY213" fmla="*/ 3709494 h 6858000"/>
              <a:gd name="connsiteX214" fmla="*/ 1634800 w 7467600"/>
              <a:gd name="connsiteY214" fmla="*/ 3731111 h 6858000"/>
              <a:gd name="connsiteX215" fmla="*/ 1635889 w 7467600"/>
              <a:gd name="connsiteY215" fmla="*/ 3709494 h 6858000"/>
              <a:gd name="connsiteX216" fmla="*/ 1510397 w 7467600"/>
              <a:gd name="connsiteY216" fmla="*/ 3684705 h 6858000"/>
              <a:gd name="connsiteX217" fmla="*/ 1146550 w 7467600"/>
              <a:gd name="connsiteY217" fmla="*/ 3802012 h 6858000"/>
              <a:gd name="connsiteX218" fmla="*/ 698834 w 7467600"/>
              <a:gd name="connsiteY218" fmla="*/ 3952272 h 6858000"/>
              <a:gd name="connsiteX219" fmla="*/ 34256 w 7467600"/>
              <a:gd name="connsiteY219" fmla="*/ 4347603 h 6858000"/>
              <a:gd name="connsiteX220" fmla="*/ 527241 w 7467600"/>
              <a:gd name="connsiteY220" fmla="*/ 4065078 h 6858000"/>
              <a:gd name="connsiteX221" fmla="*/ 1510397 w 7467600"/>
              <a:gd name="connsiteY221" fmla="*/ 3684705 h 6858000"/>
              <a:gd name="connsiteX222" fmla="*/ 1313114 w 7467600"/>
              <a:gd name="connsiteY222" fmla="*/ 3655216 h 6858000"/>
              <a:gd name="connsiteX223" fmla="*/ 1109304 w 7467600"/>
              <a:gd name="connsiteY223" fmla="*/ 3669030 h 6858000"/>
              <a:gd name="connsiteX224" fmla="*/ 8129 w 7467600"/>
              <a:gd name="connsiteY224" fmla="*/ 4330519 h 6858000"/>
              <a:gd name="connsiteX225" fmla="*/ 687572 w 7467600"/>
              <a:gd name="connsiteY225" fmla="*/ 3925629 h 6858000"/>
              <a:gd name="connsiteX226" fmla="*/ 1138365 w 7467600"/>
              <a:gd name="connsiteY226" fmla="*/ 3774515 h 6858000"/>
              <a:gd name="connsiteX227" fmla="*/ 1505579 w 7467600"/>
              <a:gd name="connsiteY227" fmla="*/ 3655526 h 6858000"/>
              <a:gd name="connsiteX228" fmla="*/ 1313114 w 7467600"/>
              <a:gd name="connsiteY228" fmla="*/ 3655216 h 6858000"/>
              <a:gd name="connsiteX229" fmla="*/ 3655073 w 7467600"/>
              <a:gd name="connsiteY229" fmla="*/ 3650884 h 6858000"/>
              <a:gd name="connsiteX230" fmla="*/ 3989938 w 7467600"/>
              <a:gd name="connsiteY230" fmla="*/ 3991685 h 6858000"/>
              <a:gd name="connsiteX231" fmla="*/ 4393907 w 7467600"/>
              <a:gd name="connsiteY231" fmla="*/ 4261258 h 6858000"/>
              <a:gd name="connsiteX232" fmla="*/ 4648051 w 7467600"/>
              <a:gd name="connsiteY232" fmla="*/ 4374051 h 6858000"/>
              <a:gd name="connsiteX233" fmla="*/ 4383389 w 7467600"/>
              <a:gd name="connsiteY233" fmla="*/ 4184369 h 6858000"/>
              <a:gd name="connsiteX234" fmla="*/ 4165508 w 7467600"/>
              <a:gd name="connsiteY234" fmla="*/ 4035196 h 6858000"/>
              <a:gd name="connsiteX235" fmla="*/ 4068162 w 7467600"/>
              <a:gd name="connsiteY235" fmla="*/ 3953394 h 6858000"/>
              <a:gd name="connsiteX236" fmla="*/ 3981416 w 7467600"/>
              <a:gd name="connsiteY236" fmla="*/ 3880482 h 6858000"/>
              <a:gd name="connsiteX237" fmla="*/ 3800147 w 7467600"/>
              <a:gd name="connsiteY237" fmla="*/ 3749872 h 6858000"/>
              <a:gd name="connsiteX238" fmla="*/ 3655073 w 7467600"/>
              <a:gd name="connsiteY238" fmla="*/ 3650884 h 6858000"/>
              <a:gd name="connsiteX239" fmla="*/ 3670252 w 7467600"/>
              <a:gd name="connsiteY239" fmla="*/ 3622798 h 6858000"/>
              <a:gd name="connsiteX240" fmla="*/ 3817258 w 7467600"/>
              <a:gd name="connsiteY240" fmla="*/ 3723577 h 6858000"/>
              <a:gd name="connsiteX241" fmla="*/ 4000461 w 7467600"/>
              <a:gd name="connsiteY241" fmla="*/ 3855966 h 6858000"/>
              <a:gd name="connsiteX242" fmla="*/ 4088180 w 7467600"/>
              <a:gd name="connsiteY242" fmla="*/ 3929774 h 6858000"/>
              <a:gd name="connsiteX243" fmla="*/ 4184555 w 7467600"/>
              <a:gd name="connsiteY243" fmla="*/ 4010683 h 6858000"/>
              <a:gd name="connsiteX244" fmla="*/ 4399563 w 7467600"/>
              <a:gd name="connsiteY244" fmla="*/ 4158106 h 6858000"/>
              <a:gd name="connsiteX245" fmla="*/ 4684469 w 7467600"/>
              <a:gd name="connsiteY245" fmla="*/ 4364680 h 6858000"/>
              <a:gd name="connsiteX246" fmla="*/ 4690271 w 7467600"/>
              <a:gd name="connsiteY246" fmla="*/ 4370034 h 6858000"/>
              <a:gd name="connsiteX247" fmla="*/ 4136093 w 7467600"/>
              <a:gd name="connsiteY247" fmla="*/ 3858466 h 6858000"/>
              <a:gd name="connsiteX248" fmla="*/ 3670252 w 7467600"/>
              <a:gd name="connsiteY248" fmla="*/ 3622798 h 6858000"/>
              <a:gd name="connsiteX249" fmla="*/ 4440129 w 7467600"/>
              <a:gd name="connsiteY249" fmla="*/ 3448571 h 6858000"/>
              <a:gd name="connsiteX250" fmla="*/ 4856525 w 7467600"/>
              <a:gd name="connsiteY250" fmla="*/ 3915351 h 6858000"/>
              <a:gd name="connsiteX251" fmla="*/ 5059055 w 7467600"/>
              <a:gd name="connsiteY251" fmla="*/ 4108918 h 6858000"/>
              <a:gd name="connsiteX252" fmla="*/ 5290070 w 7467600"/>
              <a:gd name="connsiteY252" fmla="*/ 4263619 h 6858000"/>
              <a:gd name="connsiteX253" fmla="*/ 4834991 w 7467600"/>
              <a:gd name="connsiteY253" fmla="*/ 3830985 h 6858000"/>
              <a:gd name="connsiteX254" fmla="*/ 4440129 w 7467600"/>
              <a:gd name="connsiteY254" fmla="*/ 3448571 h 6858000"/>
              <a:gd name="connsiteX255" fmla="*/ 4441737 w 7467600"/>
              <a:gd name="connsiteY255" fmla="*/ 3399734 h 6858000"/>
              <a:gd name="connsiteX256" fmla="*/ 4431236 w 7467600"/>
              <a:gd name="connsiteY256" fmla="*/ 3400954 h 6858000"/>
              <a:gd name="connsiteX257" fmla="*/ 4557150 w 7467600"/>
              <a:gd name="connsiteY257" fmla="*/ 3510023 h 6858000"/>
              <a:gd name="connsiteX258" fmla="*/ 4856936 w 7467600"/>
              <a:gd name="connsiteY258" fmla="*/ 3809146 h 6858000"/>
              <a:gd name="connsiteX259" fmla="*/ 5111996 w 7467600"/>
              <a:gd name="connsiteY259" fmla="*/ 4065759 h 6858000"/>
              <a:gd name="connsiteX260" fmla="*/ 5388878 w 7467600"/>
              <a:gd name="connsiteY260" fmla="*/ 4300185 h 6858000"/>
              <a:gd name="connsiteX261" fmla="*/ 5425556 w 7467600"/>
              <a:gd name="connsiteY261" fmla="*/ 4308967 h 6858000"/>
              <a:gd name="connsiteX262" fmla="*/ 4943646 w 7467600"/>
              <a:gd name="connsiteY262" fmla="*/ 3822916 h 6858000"/>
              <a:gd name="connsiteX263" fmla="*/ 4594837 w 7467600"/>
              <a:gd name="connsiteY263" fmla="*/ 3532274 h 6858000"/>
              <a:gd name="connsiteX264" fmla="*/ 4441737 w 7467600"/>
              <a:gd name="connsiteY264" fmla="*/ 3399734 h 6858000"/>
              <a:gd name="connsiteX265" fmla="*/ 5425834 w 7467600"/>
              <a:gd name="connsiteY265" fmla="*/ 3162785 h 6858000"/>
              <a:gd name="connsiteX266" fmla="*/ 5401644 w 7467600"/>
              <a:gd name="connsiteY266" fmla="*/ 3617847 h 6858000"/>
              <a:gd name="connsiteX267" fmla="*/ 5467256 w 7467600"/>
              <a:gd name="connsiteY267" fmla="*/ 4175494 h 6858000"/>
              <a:gd name="connsiteX268" fmla="*/ 5448069 w 7467600"/>
              <a:gd name="connsiteY268" fmla="*/ 3567554 h 6858000"/>
              <a:gd name="connsiteX269" fmla="*/ 5425834 w 7467600"/>
              <a:gd name="connsiteY269" fmla="*/ 3162785 h 6858000"/>
              <a:gd name="connsiteX270" fmla="*/ 1318687 w 7467600"/>
              <a:gd name="connsiteY270" fmla="*/ 3113840 h 6858000"/>
              <a:gd name="connsiteX271" fmla="*/ 1066793 w 7467600"/>
              <a:gd name="connsiteY271" fmla="*/ 3212171 h 6858000"/>
              <a:gd name="connsiteX272" fmla="*/ 993319 w 7467600"/>
              <a:gd name="connsiteY272" fmla="*/ 3247648 h 6858000"/>
              <a:gd name="connsiteX273" fmla="*/ 853081 w 7467600"/>
              <a:gd name="connsiteY273" fmla="*/ 3312410 h 6858000"/>
              <a:gd name="connsiteX274" fmla="*/ 805957 w 7467600"/>
              <a:gd name="connsiteY274" fmla="*/ 3330443 h 6858000"/>
              <a:gd name="connsiteX275" fmla="*/ 1318687 w 7467600"/>
              <a:gd name="connsiteY275" fmla="*/ 3113840 h 6858000"/>
              <a:gd name="connsiteX276" fmla="*/ 5453702 w 7467600"/>
              <a:gd name="connsiteY276" fmla="*/ 3090882 h 6858000"/>
              <a:gd name="connsiteX277" fmla="*/ 5480135 w 7467600"/>
              <a:gd name="connsiteY277" fmla="*/ 3565802 h 6858000"/>
              <a:gd name="connsiteX278" fmla="*/ 5499023 w 7467600"/>
              <a:gd name="connsiteY278" fmla="*/ 4166310 h 6858000"/>
              <a:gd name="connsiteX279" fmla="*/ 5547022 w 7467600"/>
              <a:gd name="connsiteY279" fmla="*/ 3607838 h 6858000"/>
              <a:gd name="connsiteX280" fmla="*/ 5515964 w 7467600"/>
              <a:gd name="connsiteY280" fmla="*/ 3378541 h 6858000"/>
              <a:gd name="connsiteX281" fmla="*/ 5453702 w 7467600"/>
              <a:gd name="connsiteY281" fmla="*/ 3090882 h 6858000"/>
              <a:gd name="connsiteX282" fmla="*/ 1238695 w 7467600"/>
              <a:gd name="connsiteY282" fmla="*/ 3076820 h 6858000"/>
              <a:gd name="connsiteX283" fmla="*/ 716371 w 7467600"/>
              <a:gd name="connsiteY283" fmla="*/ 3293249 h 6858000"/>
              <a:gd name="connsiteX284" fmla="*/ 579522 w 7467600"/>
              <a:gd name="connsiteY284" fmla="*/ 3371759 h 6858000"/>
              <a:gd name="connsiteX285" fmla="*/ 600288 w 7467600"/>
              <a:gd name="connsiteY285" fmla="*/ 3365555 h 6858000"/>
              <a:gd name="connsiteX286" fmla="*/ 840692 w 7467600"/>
              <a:gd name="connsiteY286" fmla="*/ 3284921 h 6858000"/>
              <a:gd name="connsiteX287" fmla="*/ 979248 w 7467600"/>
              <a:gd name="connsiteY287" fmla="*/ 3221003 h 6858000"/>
              <a:gd name="connsiteX288" fmla="*/ 1053282 w 7467600"/>
              <a:gd name="connsiteY288" fmla="*/ 3185247 h 6858000"/>
              <a:gd name="connsiteX289" fmla="*/ 1320603 w 7467600"/>
              <a:gd name="connsiteY289" fmla="*/ 3081281 h 6858000"/>
              <a:gd name="connsiteX290" fmla="*/ 1238695 w 7467600"/>
              <a:gd name="connsiteY290" fmla="*/ 3076820 h 6858000"/>
              <a:gd name="connsiteX291" fmla="*/ 5425627 w 7467600"/>
              <a:gd name="connsiteY291" fmla="*/ 2954192 h 6858000"/>
              <a:gd name="connsiteX292" fmla="*/ 5470770 w 7467600"/>
              <a:gd name="connsiteY292" fmla="*/ 3005435 h 6858000"/>
              <a:gd name="connsiteX293" fmla="*/ 5519779 w 7467600"/>
              <a:gd name="connsiteY293" fmla="*/ 4359223 h 6858000"/>
              <a:gd name="connsiteX294" fmla="*/ 5520293 w 7467600"/>
              <a:gd name="connsiteY294" fmla="*/ 4360602 h 6858000"/>
              <a:gd name="connsiteX295" fmla="*/ 5767221 w 7467600"/>
              <a:gd name="connsiteY295" fmla="*/ 4665564 h 6858000"/>
              <a:gd name="connsiteX296" fmla="*/ 6937169 w 7467600"/>
              <a:gd name="connsiteY296" fmla="*/ 4815941 h 6858000"/>
              <a:gd name="connsiteX297" fmla="*/ 6953922 w 7467600"/>
              <a:gd name="connsiteY297" fmla="*/ 4890068 h 6858000"/>
              <a:gd name="connsiteX298" fmla="*/ 6071359 w 7467600"/>
              <a:gd name="connsiteY298" fmla="*/ 4770770 h 6858000"/>
              <a:gd name="connsiteX299" fmla="*/ 6038839 w 7467600"/>
              <a:gd name="connsiteY299" fmla="*/ 4764474 h 6858000"/>
              <a:gd name="connsiteX300" fmla="*/ 6038706 w 7467600"/>
              <a:gd name="connsiteY300" fmla="*/ 4763847 h 6858000"/>
              <a:gd name="connsiteX301" fmla="*/ 6037784 w 7467600"/>
              <a:gd name="connsiteY301" fmla="*/ 4764270 h 6858000"/>
              <a:gd name="connsiteX302" fmla="*/ 6038839 w 7467600"/>
              <a:gd name="connsiteY302" fmla="*/ 4764474 h 6858000"/>
              <a:gd name="connsiteX303" fmla="*/ 6040338 w 7467600"/>
              <a:gd name="connsiteY303" fmla="*/ 4771418 h 6858000"/>
              <a:gd name="connsiteX304" fmla="*/ 6024488 w 7467600"/>
              <a:gd name="connsiteY304" fmla="*/ 4809903 h 6858000"/>
              <a:gd name="connsiteX305" fmla="*/ 5599771 w 7467600"/>
              <a:gd name="connsiteY305" fmla="*/ 5509652 h 6858000"/>
              <a:gd name="connsiteX306" fmla="*/ 5548843 w 7467600"/>
              <a:gd name="connsiteY306" fmla="*/ 5563845 h 6858000"/>
              <a:gd name="connsiteX307" fmla="*/ 5940952 w 7467600"/>
              <a:gd name="connsiteY307" fmla="*/ 6250028 h 6858000"/>
              <a:gd name="connsiteX308" fmla="*/ 6043441 w 7467600"/>
              <a:gd name="connsiteY308" fmla="*/ 6665847 h 6858000"/>
              <a:gd name="connsiteX309" fmla="*/ 6093432 w 7467600"/>
              <a:gd name="connsiteY309" fmla="*/ 6858000 h 6858000"/>
              <a:gd name="connsiteX310" fmla="*/ 6034344 w 7467600"/>
              <a:gd name="connsiteY310" fmla="*/ 6858000 h 6858000"/>
              <a:gd name="connsiteX311" fmla="*/ 6026679 w 7467600"/>
              <a:gd name="connsiteY311" fmla="*/ 6836959 h 6858000"/>
              <a:gd name="connsiteX312" fmla="*/ 5800441 w 7467600"/>
              <a:gd name="connsiteY312" fmla="*/ 6335286 h 6858000"/>
              <a:gd name="connsiteX313" fmla="*/ 5526562 w 7467600"/>
              <a:gd name="connsiteY313" fmla="*/ 5705388 h 6858000"/>
              <a:gd name="connsiteX314" fmla="*/ 5519640 w 7467600"/>
              <a:gd name="connsiteY314" fmla="*/ 5683774 h 6858000"/>
              <a:gd name="connsiteX315" fmla="*/ 5844559 w 7467600"/>
              <a:gd name="connsiteY315" fmla="*/ 6553349 h 6858000"/>
              <a:gd name="connsiteX316" fmla="*/ 5975994 w 7467600"/>
              <a:gd name="connsiteY316" fmla="*/ 6858000 h 6858000"/>
              <a:gd name="connsiteX317" fmla="*/ 5898547 w 7467600"/>
              <a:gd name="connsiteY317" fmla="*/ 6858000 h 6858000"/>
              <a:gd name="connsiteX318" fmla="*/ 5682041 w 7467600"/>
              <a:gd name="connsiteY318" fmla="*/ 6355860 h 6858000"/>
              <a:gd name="connsiteX319" fmla="*/ 5461758 w 7467600"/>
              <a:gd name="connsiteY319" fmla="*/ 5820220 h 6858000"/>
              <a:gd name="connsiteX320" fmla="*/ 5237282 w 7467600"/>
              <a:gd name="connsiteY320" fmla="*/ 6579086 h 6858000"/>
              <a:gd name="connsiteX321" fmla="*/ 5115009 w 7467600"/>
              <a:gd name="connsiteY321" fmla="*/ 6858000 h 6858000"/>
              <a:gd name="connsiteX322" fmla="*/ 5028074 w 7467600"/>
              <a:gd name="connsiteY322" fmla="*/ 6858000 h 6858000"/>
              <a:gd name="connsiteX323" fmla="*/ 5079508 w 7467600"/>
              <a:gd name="connsiteY323" fmla="*/ 6749074 h 6858000"/>
              <a:gd name="connsiteX324" fmla="*/ 5371846 w 7467600"/>
              <a:gd name="connsiteY324" fmla="*/ 5924413 h 6858000"/>
              <a:gd name="connsiteX325" fmla="*/ 5270512 w 7467600"/>
              <a:gd name="connsiteY325" fmla="*/ 6138975 h 6858000"/>
              <a:gd name="connsiteX326" fmla="*/ 5062409 w 7467600"/>
              <a:gd name="connsiteY326" fmla="*/ 6653544 h 6858000"/>
              <a:gd name="connsiteX327" fmla="*/ 5036628 w 7467600"/>
              <a:gd name="connsiteY327" fmla="*/ 6754247 h 6858000"/>
              <a:gd name="connsiteX328" fmla="*/ 5009112 w 7467600"/>
              <a:gd name="connsiteY328" fmla="*/ 6858000 h 6858000"/>
              <a:gd name="connsiteX329" fmla="*/ 4976679 w 7467600"/>
              <a:gd name="connsiteY329" fmla="*/ 6858000 h 6858000"/>
              <a:gd name="connsiteX330" fmla="*/ 5006537 w 7467600"/>
              <a:gd name="connsiteY330" fmla="*/ 6747068 h 6858000"/>
              <a:gd name="connsiteX331" fmla="*/ 5032723 w 7467600"/>
              <a:gd name="connsiteY331" fmla="*/ 6644957 h 6858000"/>
              <a:gd name="connsiteX332" fmla="*/ 5242949 w 7467600"/>
              <a:gd name="connsiteY332" fmla="*/ 6125175 h 6858000"/>
              <a:gd name="connsiteX333" fmla="*/ 5286321 w 7467600"/>
              <a:gd name="connsiteY333" fmla="*/ 6033555 h 6858000"/>
              <a:gd name="connsiteX334" fmla="*/ 5008210 w 7467600"/>
              <a:gd name="connsiteY334" fmla="*/ 6649194 h 6858000"/>
              <a:gd name="connsiteX335" fmla="*/ 4986321 w 7467600"/>
              <a:gd name="connsiteY335" fmla="*/ 6765687 h 6858000"/>
              <a:gd name="connsiteX336" fmla="*/ 4973474 w 7467600"/>
              <a:gd name="connsiteY336" fmla="*/ 6858000 h 6858000"/>
              <a:gd name="connsiteX337" fmla="*/ 4907178 w 7467600"/>
              <a:gd name="connsiteY337" fmla="*/ 6858000 h 6858000"/>
              <a:gd name="connsiteX338" fmla="*/ 4910810 w 7467600"/>
              <a:gd name="connsiteY338" fmla="*/ 6829660 h 6858000"/>
              <a:gd name="connsiteX339" fmla="*/ 4987461 w 7467600"/>
              <a:gd name="connsiteY339" fmla="*/ 6432994 h 6858000"/>
              <a:gd name="connsiteX340" fmla="*/ 5179262 w 7467600"/>
              <a:gd name="connsiteY340" fmla="*/ 6035044 h 6858000"/>
              <a:gd name="connsiteX341" fmla="*/ 4689678 w 7467600"/>
              <a:gd name="connsiteY341" fmla="*/ 6440241 h 6858000"/>
              <a:gd name="connsiteX342" fmla="*/ 4477543 w 7467600"/>
              <a:gd name="connsiteY342" fmla="*/ 6674836 h 6858000"/>
              <a:gd name="connsiteX343" fmla="*/ 4329957 w 7467600"/>
              <a:gd name="connsiteY343" fmla="*/ 6858000 h 6858000"/>
              <a:gd name="connsiteX344" fmla="*/ 4218595 w 7467600"/>
              <a:gd name="connsiteY344" fmla="*/ 6858000 h 6858000"/>
              <a:gd name="connsiteX345" fmla="*/ 4368888 w 7467600"/>
              <a:gd name="connsiteY345" fmla="*/ 6668412 h 6858000"/>
              <a:gd name="connsiteX346" fmla="*/ 4563091 w 7467600"/>
              <a:gd name="connsiteY346" fmla="*/ 6442508 h 6858000"/>
              <a:gd name="connsiteX347" fmla="*/ 5387324 w 7467600"/>
              <a:gd name="connsiteY347" fmla="*/ 5705830 h 6858000"/>
              <a:gd name="connsiteX348" fmla="*/ 5073620 w 7467600"/>
              <a:gd name="connsiteY348" fmla="*/ 5955437 h 6858000"/>
              <a:gd name="connsiteX349" fmla="*/ 4689789 w 7467600"/>
              <a:gd name="connsiteY349" fmla="*/ 6268382 h 6858000"/>
              <a:gd name="connsiteX350" fmla="*/ 4418722 w 7467600"/>
              <a:gd name="connsiteY350" fmla="*/ 6570886 h 6858000"/>
              <a:gd name="connsiteX351" fmla="*/ 4214944 w 7467600"/>
              <a:gd name="connsiteY351" fmla="*/ 6858000 h 6858000"/>
              <a:gd name="connsiteX352" fmla="*/ 4177898 w 7467600"/>
              <a:gd name="connsiteY352" fmla="*/ 6858000 h 6858000"/>
              <a:gd name="connsiteX353" fmla="*/ 4391597 w 7467600"/>
              <a:gd name="connsiteY353" fmla="*/ 6556370 h 6858000"/>
              <a:gd name="connsiteX354" fmla="*/ 4668889 w 7467600"/>
              <a:gd name="connsiteY354" fmla="*/ 6246399 h 6858000"/>
              <a:gd name="connsiteX355" fmla="*/ 5055427 w 7467600"/>
              <a:gd name="connsiteY355" fmla="*/ 5931476 h 6858000"/>
              <a:gd name="connsiteX356" fmla="*/ 5371814 w 7467600"/>
              <a:gd name="connsiteY356" fmla="*/ 5678975 h 6858000"/>
              <a:gd name="connsiteX357" fmla="*/ 4987918 w 7467600"/>
              <a:gd name="connsiteY357" fmla="*/ 5838701 h 6858000"/>
              <a:gd name="connsiteX358" fmla="*/ 4317146 w 7467600"/>
              <a:gd name="connsiteY358" fmla="*/ 6587716 h 6858000"/>
              <a:gd name="connsiteX359" fmla="*/ 4171627 w 7467600"/>
              <a:gd name="connsiteY359" fmla="*/ 6858000 h 6858000"/>
              <a:gd name="connsiteX360" fmla="*/ 4081585 w 7467600"/>
              <a:gd name="connsiteY360" fmla="*/ 6858000 h 6858000"/>
              <a:gd name="connsiteX361" fmla="*/ 4238603 w 7467600"/>
              <a:gd name="connsiteY361" fmla="*/ 6559341 h 6858000"/>
              <a:gd name="connsiteX362" fmla="*/ 4778333 w 7467600"/>
              <a:gd name="connsiteY362" fmla="*/ 5873626 h 6858000"/>
              <a:gd name="connsiteX363" fmla="*/ 5414185 w 7467600"/>
              <a:gd name="connsiteY363" fmla="*/ 5573882 h 6858000"/>
              <a:gd name="connsiteX364" fmla="*/ 5959648 w 7467600"/>
              <a:gd name="connsiteY364" fmla="*/ 4760797 h 6858000"/>
              <a:gd name="connsiteX365" fmla="*/ 5355019 w 7467600"/>
              <a:gd name="connsiteY365" fmla="*/ 4734672 h 6858000"/>
              <a:gd name="connsiteX366" fmla="*/ 5083565 w 7467600"/>
              <a:gd name="connsiteY366" fmla="*/ 5179121 h 6858000"/>
              <a:gd name="connsiteX367" fmla="*/ 4713577 w 7467600"/>
              <a:gd name="connsiteY367" fmla="*/ 5616803 h 6858000"/>
              <a:gd name="connsiteX368" fmla="*/ 3989559 w 7467600"/>
              <a:gd name="connsiteY368" fmla="*/ 6145945 h 6858000"/>
              <a:gd name="connsiteX369" fmla="*/ 3939824 w 7467600"/>
              <a:gd name="connsiteY369" fmla="*/ 6066900 h 6858000"/>
              <a:gd name="connsiteX370" fmla="*/ 4584537 w 7467600"/>
              <a:gd name="connsiteY370" fmla="*/ 5324826 h 6858000"/>
              <a:gd name="connsiteX371" fmla="*/ 5037105 w 7467600"/>
              <a:gd name="connsiteY371" fmla="*/ 5088765 h 6858000"/>
              <a:gd name="connsiteX372" fmla="*/ 5039930 w 7467600"/>
              <a:gd name="connsiteY372" fmla="*/ 5089585 h 6858000"/>
              <a:gd name="connsiteX373" fmla="*/ 5263764 w 7467600"/>
              <a:gd name="connsiteY373" fmla="*/ 4735525 h 6858000"/>
              <a:gd name="connsiteX374" fmla="*/ 4086300 w 7467600"/>
              <a:gd name="connsiteY374" fmla="*/ 4884599 h 6858000"/>
              <a:gd name="connsiteX375" fmla="*/ 4085485 w 7467600"/>
              <a:gd name="connsiteY375" fmla="*/ 4899070 h 6858000"/>
              <a:gd name="connsiteX376" fmla="*/ 3871915 w 7467600"/>
              <a:gd name="connsiteY376" fmla="*/ 5253645 h 6858000"/>
              <a:gd name="connsiteX377" fmla="*/ 3799374 w 7467600"/>
              <a:gd name="connsiteY377" fmla="*/ 5466127 h 6858000"/>
              <a:gd name="connsiteX378" fmla="*/ 3498850 w 7467600"/>
              <a:gd name="connsiteY378" fmla="*/ 6661888 h 6858000"/>
              <a:gd name="connsiteX379" fmla="*/ 3399216 w 7467600"/>
              <a:gd name="connsiteY379" fmla="*/ 6858000 h 6858000"/>
              <a:gd name="connsiteX380" fmla="*/ 3303688 w 7467600"/>
              <a:gd name="connsiteY380" fmla="*/ 6858000 h 6858000"/>
              <a:gd name="connsiteX381" fmla="*/ 3391774 w 7467600"/>
              <a:gd name="connsiteY381" fmla="*/ 6697181 h 6858000"/>
              <a:gd name="connsiteX382" fmla="*/ 3735540 w 7467600"/>
              <a:gd name="connsiteY382" fmla="*/ 5546923 h 6858000"/>
              <a:gd name="connsiteX383" fmla="*/ 3729438 w 7467600"/>
              <a:gd name="connsiteY383" fmla="*/ 5569058 h 6858000"/>
              <a:gd name="connsiteX384" fmla="*/ 3707782 w 7467600"/>
              <a:gd name="connsiteY384" fmla="*/ 5644908 h 6858000"/>
              <a:gd name="connsiteX385" fmla="*/ 3583827 w 7467600"/>
              <a:gd name="connsiteY385" fmla="*/ 6039215 h 6858000"/>
              <a:gd name="connsiteX386" fmla="*/ 3547861 w 7467600"/>
              <a:gd name="connsiteY386" fmla="*/ 6129609 h 6858000"/>
              <a:gd name="connsiteX387" fmla="*/ 3490905 w 7467600"/>
              <a:gd name="connsiteY387" fmla="*/ 6277660 h 6858000"/>
              <a:gd name="connsiteX388" fmla="*/ 3455859 w 7467600"/>
              <a:gd name="connsiteY388" fmla="*/ 6391301 h 6858000"/>
              <a:gd name="connsiteX389" fmla="*/ 3429112 w 7467600"/>
              <a:gd name="connsiteY389" fmla="*/ 6479469 h 6858000"/>
              <a:gd name="connsiteX390" fmla="*/ 3304862 w 7467600"/>
              <a:gd name="connsiteY390" fmla="*/ 6796476 h 6858000"/>
              <a:gd name="connsiteX391" fmla="*/ 3276071 w 7467600"/>
              <a:gd name="connsiteY391" fmla="*/ 6858000 h 6858000"/>
              <a:gd name="connsiteX392" fmla="*/ 3240805 w 7467600"/>
              <a:gd name="connsiteY392" fmla="*/ 6858000 h 6858000"/>
              <a:gd name="connsiteX393" fmla="*/ 3275917 w 7467600"/>
              <a:gd name="connsiteY393" fmla="*/ 6783192 h 6858000"/>
              <a:gd name="connsiteX394" fmla="*/ 3399358 w 7467600"/>
              <a:gd name="connsiteY394" fmla="*/ 6469011 h 6858000"/>
              <a:gd name="connsiteX395" fmla="*/ 3425650 w 7467600"/>
              <a:gd name="connsiteY395" fmla="*/ 6381333 h 6858000"/>
              <a:gd name="connsiteX396" fmla="*/ 3460661 w 7467600"/>
              <a:gd name="connsiteY396" fmla="*/ 6266763 h 6858000"/>
              <a:gd name="connsiteX397" fmla="*/ 3518021 w 7467600"/>
              <a:gd name="connsiteY397" fmla="*/ 6117298 h 6858000"/>
              <a:gd name="connsiteX398" fmla="*/ 3554035 w 7467600"/>
              <a:gd name="connsiteY398" fmla="*/ 6027832 h 6858000"/>
              <a:gd name="connsiteX399" fmla="*/ 3677174 w 7467600"/>
              <a:gd name="connsiteY399" fmla="*/ 5636351 h 6858000"/>
              <a:gd name="connsiteX400" fmla="*/ 3698819 w 7467600"/>
              <a:gd name="connsiteY400" fmla="*/ 5560503 h 6858000"/>
              <a:gd name="connsiteX401" fmla="*/ 3702094 w 7467600"/>
              <a:gd name="connsiteY401" fmla="*/ 5549194 h 6858000"/>
              <a:gd name="connsiteX402" fmla="*/ 3398355 w 7467600"/>
              <a:gd name="connsiteY402" fmla="*/ 6094603 h 6858000"/>
              <a:gd name="connsiteX403" fmla="*/ 3193941 w 7467600"/>
              <a:gd name="connsiteY403" fmla="*/ 6798775 h 6858000"/>
              <a:gd name="connsiteX404" fmla="*/ 3184140 w 7467600"/>
              <a:gd name="connsiteY404" fmla="*/ 6858000 h 6858000"/>
              <a:gd name="connsiteX405" fmla="*/ 3099978 w 7467600"/>
              <a:gd name="connsiteY405" fmla="*/ 6858000 h 6858000"/>
              <a:gd name="connsiteX406" fmla="*/ 3101556 w 7467600"/>
              <a:gd name="connsiteY406" fmla="*/ 6843337 h 6858000"/>
              <a:gd name="connsiteX407" fmla="*/ 3370162 w 7467600"/>
              <a:gd name="connsiteY407" fmla="*/ 5785550 h 6858000"/>
              <a:gd name="connsiteX408" fmla="*/ 3746477 w 7467600"/>
              <a:gd name="connsiteY408" fmla="*/ 5377889 h 6858000"/>
              <a:gd name="connsiteX409" fmla="*/ 3863399 w 7467600"/>
              <a:gd name="connsiteY409" fmla="*/ 5087257 h 6858000"/>
              <a:gd name="connsiteX410" fmla="*/ 3968712 w 7467600"/>
              <a:gd name="connsiteY410" fmla="*/ 4913989 h 6858000"/>
              <a:gd name="connsiteX411" fmla="*/ 2792390 w 7467600"/>
              <a:gd name="connsiteY411" fmla="*/ 5382974 h 6858000"/>
              <a:gd name="connsiteX412" fmla="*/ 2714982 w 7467600"/>
              <a:gd name="connsiteY412" fmla="*/ 5427051 h 6858000"/>
              <a:gd name="connsiteX413" fmla="*/ 2813361 w 7467600"/>
              <a:gd name="connsiteY413" fmla="*/ 6023912 h 6858000"/>
              <a:gd name="connsiteX414" fmla="*/ 2688430 w 7467600"/>
              <a:gd name="connsiteY414" fmla="*/ 6801564 h 6858000"/>
              <a:gd name="connsiteX415" fmla="*/ 2629626 w 7467600"/>
              <a:gd name="connsiteY415" fmla="*/ 6763394 h 6858000"/>
              <a:gd name="connsiteX416" fmla="*/ 2565328 w 7467600"/>
              <a:gd name="connsiteY416" fmla="*/ 5516399 h 6858000"/>
              <a:gd name="connsiteX417" fmla="*/ 1922999 w 7467600"/>
              <a:gd name="connsiteY417" fmla="*/ 5980343 h 6858000"/>
              <a:gd name="connsiteX418" fmla="*/ 1950261 w 7467600"/>
              <a:gd name="connsiteY418" fmla="*/ 6405858 h 6858000"/>
              <a:gd name="connsiteX419" fmla="*/ 2365554 w 7467600"/>
              <a:gd name="connsiteY419" fmla="*/ 6759107 h 6858000"/>
              <a:gd name="connsiteX420" fmla="*/ 2424142 w 7467600"/>
              <a:gd name="connsiteY420" fmla="*/ 6858000 h 6858000"/>
              <a:gd name="connsiteX421" fmla="*/ 2395994 w 7467600"/>
              <a:gd name="connsiteY421" fmla="*/ 6858000 h 6858000"/>
              <a:gd name="connsiteX422" fmla="*/ 2392863 w 7467600"/>
              <a:gd name="connsiteY422" fmla="*/ 6852964 h 6858000"/>
              <a:gd name="connsiteX423" fmla="*/ 2017589 w 7467600"/>
              <a:gd name="connsiteY423" fmla="*/ 6493982 h 6858000"/>
              <a:gd name="connsiteX424" fmla="*/ 2147336 w 7467600"/>
              <a:gd name="connsiteY424" fmla="*/ 6594052 h 6858000"/>
              <a:gd name="connsiteX425" fmla="*/ 2207047 w 7467600"/>
              <a:gd name="connsiteY425" fmla="*/ 6654540 h 6858000"/>
              <a:gd name="connsiteX426" fmla="*/ 2299106 w 7467600"/>
              <a:gd name="connsiteY426" fmla="*/ 6778931 h 6858000"/>
              <a:gd name="connsiteX427" fmla="*/ 2314430 w 7467600"/>
              <a:gd name="connsiteY427" fmla="*/ 6801144 h 6858000"/>
              <a:gd name="connsiteX428" fmla="*/ 2352406 w 7467600"/>
              <a:gd name="connsiteY428" fmla="*/ 6858000 h 6858000"/>
              <a:gd name="connsiteX429" fmla="*/ 2314492 w 7467600"/>
              <a:gd name="connsiteY429" fmla="*/ 6858000 h 6858000"/>
              <a:gd name="connsiteX430" fmla="*/ 2288095 w 7467600"/>
              <a:gd name="connsiteY430" fmla="*/ 6818030 h 6858000"/>
              <a:gd name="connsiteX431" fmla="*/ 2272768 w 7467600"/>
              <a:gd name="connsiteY431" fmla="*/ 6795822 h 6858000"/>
              <a:gd name="connsiteX432" fmla="*/ 2182715 w 7467600"/>
              <a:gd name="connsiteY432" fmla="*/ 6675071 h 6858000"/>
              <a:gd name="connsiteX433" fmla="*/ 2032061 w 7467600"/>
              <a:gd name="connsiteY433" fmla="*/ 6541380 h 6858000"/>
              <a:gd name="connsiteX434" fmla="*/ 2257220 w 7467600"/>
              <a:gd name="connsiteY434" fmla="*/ 6826257 h 6858000"/>
              <a:gd name="connsiteX435" fmla="*/ 2281324 w 7467600"/>
              <a:gd name="connsiteY435" fmla="*/ 6858000 h 6858000"/>
              <a:gd name="connsiteX436" fmla="*/ 2242860 w 7467600"/>
              <a:gd name="connsiteY436" fmla="*/ 6858000 h 6858000"/>
              <a:gd name="connsiteX437" fmla="*/ 2232818 w 7467600"/>
              <a:gd name="connsiteY437" fmla="*/ 6844926 h 6858000"/>
              <a:gd name="connsiteX438" fmla="*/ 1990172 w 7467600"/>
              <a:gd name="connsiteY438" fmla="*/ 6542121 h 6858000"/>
              <a:gd name="connsiteX439" fmla="*/ 2124090 w 7467600"/>
              <a:gd name="connsiteY439" fmla="*/ 6761017 h 6858000"/>
              <a:gd name="connsiteX440" fmla="*/ 2200380 w 7467600"/>
              <a:gd name="connsiteY440" fmla="*/ 6858000 h 6858000"/>
              <a:gd name="connsiteX441" fmla="*/ 2147507 w 7467600"/>
              <a:gd name="connsiteY441" fmla="*/ 6858000 h 6858000"/>
              <a:gd name="connsiteX442" fmla="*/ 2070668 w 7467600"/>
              <a:gd name="connsiteY442" fmla="*/ 6761520 h 6858000"/>
              <a:gd name="connsiteX443" fmla="*/ 1975142 w 7467600"/>
              <a:gd name="connsiteY443" fmla="*/ 6585570 h 6858000"/>
              <a:gd name="connsiteX444" fmla="*/ 2050035 w 7467600"/>
              <a:gd name="connsiteY444" fmla="*/ 6813345 h 6858000"/>
              <a:gd name="connsiteX445" fmla="*/ 2063025 w 7467600"/>
              <a:gd name="connsiteY445" fmla="*/ 6858000 h 6858000"/>
              <a:gd name="connsiteX446" fmla="*/ 2021675 w 7467600"/>
              <a:gd name="connsiteY446" fmla="*/ 6858000 h 6858000"/>
              <a:gd name="connsiteX447" fmla="*/ 2019308 w 7467600"/>
              <a:gd name="connsiteY447" fmla="*/ 6847118 h 6858000"/>
              <a:gd name="connsiteX448" fmla="*/ 1938835 w 7467600"/>
              <a:gd name="connsiteY448" fmla="*/ 6551160 h 6858000"/>
              <a:gd name="connsiteX449" fmla="*/ 1953230 w 7467600"/>
              <a:gd name="connsiteY449" fmla="*/ 6759699 h 6858000"/>
              <a:gd name="connsiteX450" fmla="*/ 1956763 w 7467600"/>
              <a:gd name="connsiteY450" fmla="*/ 6778191 h 6858000"/>
              <a:gd name="connsiteX451" fmla="*/ 1967925 w 7467600"/>
              <a:gd name="connsiteY451" fmla="*/ 6858000 h 6858000"/>
              <a:gd name="connsiteX452" fmla="*/ 1936622 w 7467600"/>
              <a:gd name="connsiteY452" fmla="*/ 6858000 h 6858000"/>
              <a:gd name="connsiteX453" fmla="*/ 1926261 w 7467600"/>
              <a:gd name="connsiteY453" fmla="*/ 6784064 h 6858000"/>
              <a:gd name="connsiteX454" fmla="*/ 1922724 w 7467600"/>
              <a:gd name="connsiteY454" fmla="*/ 6765577 h 6858000"/>
              <a:gd name="connsiteX455" fmla="*/ 1904650 w 7467600"/>
              <a:gd name="connsiteY455" fmla="*/ 6639616 h 6858000"/>
              <a:gd name="connsiteX456" fmla="*/ 1885273 w 7467600"/>
              <a:gd name="connsiteY456" fmla="*/ 6858000 h 6858000"/>
              <a:gd name="connsiteX457" fmla="*/ 1854363 w 7467600"/>
              <a:gd name="connsiteY457" fmla="*/ 6858000 h 6858000"/>
              <a:gd name="connsiteX458" fmla="*/ 1880391 w 7467600"/>
              <a:gd name="connsiteY458" fmla="*/ 6603796 h 6858000"/>
              <a:gd name="connsiteX459" fmla="*/ 1818273 w 7467600"/>
              <a:gd name="connsiteY459" fmla="*/ 6715729 h 6858000"/>
              <a:gd name="connsiteX460" fmla="*/ 1794691 w 7467600"/>
              <a:gd name="connsiteY460" fmla="*/ 6843239 h 6858000"/>
              <a:gd name="connsiteX461" fmla="*/ 1794914 w 7467600"/>
              <a:gd name="connsiteY461" fmla="*/ 6858000 h 6858000"/>
              <a:gd name="connsiteX462" fmla="*/ 1746128 w 7467600"/>
              <a:gd name="connsiteY462" fmla="*/ 6858000 h 6858000"/>
              <a:gd name="connsiteX463" fmla="*/ 1753934 w 7467600"/>
              <a:gd name="connsiteY463" fmla="*/ 6724796 h 6858000"/>
              <a:gd name="connsiteX464" fmla="*/ 1792053 w 7467600"/>
              <a:gd name="connsiteY464" fmla="*/ 6572396 h 6858000"/>
              <a:gd name="connsiteX465" fmla="*/ 1862248 w 7467600"/>
              <a:gd name="connsiteY465" fmla="*/ 6266397 h 6858000"/>
              <a:gd name="connsiteX466" fmla="*/ 1862250 w 7467600"/>
              <a:gd name="connsiteY466" fmla="*/ 6033531 h 6858000"/>
              <a:gd name="connsiteX467" fmla="*/ 1211999 w 7467600"/>
              <a:gd name="connsiteY467" fmla="*/ 6683610 h 6858000"/>
              <a:gd name="connsiteX468" fmla="*/ 1213266 w 7467600"/>
              <a:gd name="connsiteY468" fmla="*/ 6691947 h 6858000"/>
              <a:gd name="connsiteX469" fmla="*/ 1203370 w 7467600"/>
              <a:gd name="connsiteY469" fmla="*/ 6850676 h 6858000"/>
              <a:gd name="connsiteX470" fmla="*/ 1203671 w 7467600"/>
              <a:gd name="connsiteY470" fmla="*/ 6858000 h 6858000"/>
              <a:gd name="connsiteX471" fmla="*/ 1143180 w 7467600"/>
              <a:gd name="connsiteY471" fmla="*/ 6858000 h 6858000"/>
              <a:gd name="connsiteX472" fmla="*/ 1142176 w 7467600"/>
              <a:gd name="connsiteY472" fmla="*/ 6766045 h 6858000"/>
              <a:gd name="connsiteX473" fmla="*/ 1067484 w 7467600"/>
              <a:gd name="connsiteY473" fmla="*/ 6858000 h 6858000"/>
              <a:gd name="connsiteX474" fmla="*/ 953928 w 7467600"/>
              <a:gd name="connsiteY474" fmla="*/ 6858000 h 6858000"/>
              <a:gd name="connsiteX475" fmla="*/ 959715 w 7467600"/>
              <a:gd name="connsiteY475" fmla="*/ 6850185 h 6858000"/>
              <a:gd name="connsiteX476" fmla="*/ 1483788 w 7467600"/>
              <a:gd name="connsiteY476" fmla="*/ 6259174 h 6858000"/>
              <a:gd name="connsiteX477" fmla="*/ 1100671 w 7467600"/>
              <a:gd name="connsiteY477" fmla="*/ 6252137 h 6858000"/>
              <a:gd name="connsiteX478" fmla="*/ 1090144 w 7467600"/>
              <a:gd name="connsiteY478" fmla="*/ 6256748 h 6858000"/>
              <a:gd name="connsiteX479" fmla="*/ 1095872 w 7467600"/>
              <a:gd name="connsiteY479" fmla="*/ 6271892 h 6858000"/>
              <a:gd name="connsiteX480" fmla="*/ 262785 w 7467600"/>
              <a:gd name="connsiteY480" fmla="*/ 6845450 h 6858000"/>
              <a:gd name="connsiteX481" fmla="*/ 209968 w 7467600"/>
              <a:gd name="connsiteY481" fmla="*/ 6770713 h 6858000"/>
              <a:gd name="connsiteX482" fmla="*/ 873460 w 7467600"/>
              <a:gd name="connsiteY482" fmla="*/ 6253768 h 6858000"/>
              <a:gd name="connsiteX483" fmla="*/ 192686 w 7467600"/>
              <a:gd name="connsiteY483" fmla="*/ 5849257 h 6858000"/>
              <a:gd name="connsiteX484" fmla="*/ 4696 w 7467600"/>
              <a:gd name="connsiteY484" fmla="*/ 5697668 h 6858000"/>
              <a:gd name="connsiteX485" fmla="*/ 0 w 7467600"/>
              <a:gd name="connsiteY485" fmla="*/ 5689984 h 6858000"/>
              <a:gd name="connsiteX486" fmla="*/ 0 w 7467600"/>
              <a:gd name="connsiteY486" fmla="*/ 5513472 h 6858000"/>
              <a:gd name="connsiteX487" fmla="*/ 174101 w 7467600"/>
              <a:gd name="connsiteY487" fmla="*/ 5620277 h 6858000"/>
              <a:gd name="connsiteX488" fmla="*/ 891800 w 7467600"/>
              <a:gd name="connsiteY488" fmla="*/ 6036935 h 6858000"/>
              <a:gd name="connsiteX489" fmla="*/ 1072219 w 7467600"/>
              <a:gd name="connsiteY489" fmla="*/ 6169443 h 6858000"/>
              <a:gd name="connsiteX490" fmla="*/ 1074117 w 7467600"/>
              <a:gd name="connsiteY490" fmla="*/ 6170301 h 6858000"/>
              <a:gd name="connsiteX491" fmla="*/ 1083114 w 7467600"/>
              <a:gd name="connsiteY491" fmla="*/ 6174131 h 6858000"/>
              <a:gd name="connsiteX492" fmla="*/ 1543010 w 7467600"/>
              <a:gd name="connsiteY492" fmla="*/ 6191140 h 6858000"/>
              <a:gd name="connsiteX493" fmla="*/ 1551080 w 7467600"/>
              <a:gd name="connsiteY493" fmla="*/ 6195006 h 6858000"/>
              <a:gd name="connsiteX494" fmla="*/ 2345443 w 7467600"/>
              <a:gd name="connsiteY494" fmla="*/ 5549882 h 6858000"/>
              <a:gd name="connsiteX495" fmla="*/ 1721499 w 7467600"/>
              <a:gd name="connsiteY495" fmla="*/ 5599969 h 6858000"/>
              <a:gd name="connsiteX496" fmla="*/ 767716 w 7467600"/>
              <a:gd name="connsiteY496" fmla="*/ 5472768 h 6858000"/>
              <a:gd name="connsiteX497" fmla="*/ 722147 w 7467600"/>
              <a:gd name="connsiteY497" fmla="*/ 5393091 h 6858000"/>
              <a:gd name="connsiteX498" fmla="*/ 1485552 w 7467600"/>
              <a:gd name="connsiteY498" fmla="*/ 5313202 h 6858000"/>
              <a:gd name="connsiteX499" fmla="*/ 2143004 w 7467600"/>
              <a:gd name="connsiteY499" fmla="*/ 5402420 h 6858000"/>
              <a:gd name="connsiteX500" fmla="*/ 1933391 w 7467600"/>
              <a:gd name="connsiteY500" fmla="*/ 5156971 h 6858000"/>
              <a:gd name="connsiteX501" fmla="*/ 1827118 w 7467600"/>
              <a:gd name="connsiteY501" fmla="*/ 4968410 h 6858000"/>
              <a:gd name="connsiteX502" fmla="*/ 1837349 w 7467600"/>
              <a:gd name="connsiteY502" fmla="*/ 4956357 h 6858000"/>
              <a:gd name="connsiteX503" fmla="*/ 2162835 w 7467600"/>
              <a:gd name="connsiteY503" fmla="*/ 5187853 h 6858000"/>
              <a:gd name="connsiteX504" fmla="*/ 2257167 w 7467600"/>
              <a:gd name="connsiteY504" fmla="*/ 5462123 h 6858000"/>
              <a:gd name="connsiteX505" fmla="*/ 2261598 w 7467600"/>
              <a:gd name="connsiteY505" fmla="*/ 5467998 h 6858000"/>
              <a:gd name="connsiteX506" fmla="*/ 2437177 w 7467600"/>
              <a:gd name="connsiteY506" fmla="*/ 5479608 h 6858000"/>
              <a:gd name="connsiteX507" fmla="*/ 2445247 w 7467600"/>
              <a:gd name="connsiteY507" fmla="*/ 5483476 h 6858000"/>
              <a:gd name="connsiteX508" fmla="*/ 2743626 w 7467600"/>
              <a:gd name="connsiteY508" fmla="*/ 5304819 h 6858000"/>
              <a:gd name="connsiteX509" fmla="*/ 3048102 w 7467600"/>
              <a:gd name="connsiteY509" fmla="*/ 5150595 h 6858000"/>
              <a:gd name="connsiteX510" fmla="*/ 1799414 w 7467600"/>
              <a:gd name="connsiteY510" fmla="*/ 4694732 h 6858000"/>
              <a:gd name="connsiteX511" fmla="*/ 1771735 w 7467600"/>
              <a:gd name="connsiteY511" fmla="*/ 4619929 h 6858000"/>
              <a:gd name="connsiteX512" fmla="*/ 3104273 w 7467600"/>
              <a:gd name="connsiteY512" fmla="*/ 5076159 h 6858000"/>
              <a:gd name="connsiteX513" fmla="*/ 3113245 w 7467600"/>
              <a:gd name="connsiteY513" fmla="*/ 5090705 h 6858000"/>
              <a:gd name="connsiteX514" fmla="*/ 3126294 w 7467600"/>
              <a:gd name="connsiteY514" fmla="*/ 5114400 h 6858000"/>
              <a:gd name="connsiteX515" fmla="*/ 3937433 w 7467600"/>
              <a:gd name="connsiteY515" fmla="*/ 4830473 h 6858000"/>
              <a:gd name="connsiteX516" fmla="*/ 3590475 w 7467600"/>
              <a:gd name="connsiteY516" fmla="*/ 4597974 h 6858000"/>
              <a:gd name="connsiteX517" fmla="*/ 3100264 w 7467600"/>
              <a:gd name="connsiteY517" fmla="*/ 4579845 h 6858000"/>
              <a:gd name="connsiteX518" fmla="*/ 2183576 w 7467600"/>
              <a:gd name="connsiteY518" fmla="*/ 4227150 h 6858000"/>
              <a:gd name="connsiteX519" fmla="*/ 2151029 w 7467600"/>
              <a:gd name="connsiteY519" fmla="*/ 4146947 h 6858000"/>
              <a:gd name="connsiteX520" fmla="*/ 3563434 w 7467600"/>
              <a:gd name="connsiteY520" fmla="*/ 4469115 h 6858000"/>
              <a:gd name="connsiteX521" fmla="*/ 3177952 w 7467600"/>
              <a:gd name="connsiteY521" fmla="*/ 3657386 h 6858000"/>
              <a:gd name="connsiteX522" fmla="*/ 3189263 w 7467600"/>
              <a:gd name="connsiteY522" fmla="*/ 3625726 h 6858000"/>
              <a:gd name="connsiteX523" fmla="*/ 3560912 w 7467600"/>
              <a:gd name="connsiteY523" fmla="*/ 4079863 h 6858000"/>
              <a:gd name="connsiteX524" fmla="*/ 3626636 w 7467600"/>
              <a:gd name="connsiteY524" fmla="*/ 4512230 h 6858000"/>
              <a:gd name="connsiteX525" fmla="*/ 3653088 w 7467600"/>
              <a:gd name="connsiteY525" fmla="*/ 4521417 h 6858000"/>
              <a:gd name="connsiteX526" fmla="*/ 3988128 w 7467600"/>
              <a:gd name="connsiteY526" fmla="*/ 4817267 h 6858000"/>
              <a:gd name="connsiteX527" fmla="*/ 4830582 w 7467600"/>
              <a:gd name="connsiteY527" fmla="*/ 4676000 h 6858000"/>
              <a:gd name="connsiteX528" fmla="*/ 4830100 w 7467600"/>
              <a:gd name="connsiteY528" fmla="*/ 4675554 h 6858000"/>
              <a:gd name="connsiteX529" fmla="*/ 4036318 w 7467600"/>
              <a:gd name="connsiteY529" fmla="*/ 4147013 h 6858000"/>
              <a:gd name="connsiteX530" fmla="*/ 3432098 w 7467600"/>
              <a:gd name="connsiteY530" fmla="*/ 3537312 h 6858000"/>
              <a:gd name="connsiteX531" fmla="*/ 3446761 w 7467600"/>
              <a:gd name="connsiteY531" fmla="*/ 3461278 h 6858000"/>
              <a:gd name="connsiteX532" fmla="*/ 4419733 w 7467600"/>
              <a:gd name="connsiteY532" fmla="*/ 3963555 h 6858000"/>
              <a:gd name="connsiteX533" fmla="*/ 4781371 w 7467600"/>
              <a:gd name="connsiteY533" fmla="*/ 4458604 h 6858000"/>
              <a:gd name="connsiteX534" fmla="*/ 4780440 w 7467600"/>
              <a:gd name="connsiteY534" fmla="*/ 4470290 h 6858000"/>
              <a:gd name="connsiteX535" fmla="*/ 4898954 w 7467600"/>
              <a:gd name="connsiteY535" fmla="*/ 4662092 h 6858000"/>
              <a:gd name="connsiteX536" fmla="*/ 4900699 w 7467600"/>
              <a:gd name="connsiteY536" fmla="*/ 4670867 h 6858000"/>
              <a:gd name="connsiteX537" fmla="*/ 5714511 w 7467600"/>
              <a:gd name="connsiteY537" fmla="*/ 4663483 h 6858000"/>
              <a:gd name="connsiteX538" fmla="*/ 5464793 w 7467600"/>
              <a:gd name="connsiteY538" fmla="*/ 4393556 h 6858000"/>
              <a:gd name="connsiteX539" fmla="*/ 5461897 w 7467600"/>
              <a:gd name="connsiteY539" fmla="*/ 4390879 h 6858000"/>
              <a:gd name="connsiteX540" fmla="*/ 4294126 w 7467600"/>
              <a:gd name="connsiteY540" fmla="*/ 3303048 h 6858000"/>
              <a:gd name="connsiteX541" fmla="*/ 4305321 w 7467600"/>
              <a:gd name="connsiteY541" fmla="*/ 3256953 h 6858000"/>
              <a:gd name="connsiteX542" fmla="*/ 4949299 w 7467600"/>
              <a:gd name="connsiteY542" fmla="*/ 3766336 h 6858000"/>
              <a:gd name="connsiteX543" fmla="*/ 5291452 w 7467600"/>
              <a:gd name="connsiteY543" fmla="*/ 4076801 h 6858000"/>
              <a:gd name="connsiteX544" fmla="*/ 5434998 w 7467600"/>
              <a:gd name="connsiteY544" fmla="*/ 4254100 h 6858000"/>
              <a:gd name="connsiteX545" fmla="*/ 5351015 w 7467600"/>
              <a:gd name="connsiteY545" fmla="*/ 3760989 h 6858000"/>
              <a:gd name="connsiteX546" fmla="*/ 5413780 w 7467600"/>
              <a:gd name="connsiteY546" fmla="*/ 2966265 h 6858000"/>
              <a:gd name="connsiteX547" fmla="*/ 5425627 w 7467600"/>
              <a:gd name="connsiteY547" fmla="*/ 2954192 h 6858000"/>
              <a:gd name="connsiteX548" fmla="*/ 6604735 w 7467600"/>
              <a:gd name="connsiteY548" fmla="*/ 2041381 h 6858000"/>
              <a:gd name="connsiteX549" fmla="*/ 7204487 w 7467600"/>
              <a:gd name="connsiteY549" fmla="*/ 2742112 h 6858000"/>
              <a:gd name="connsiteX550" fmla="*/ 7131592 w 7467600"/>
              <a:gd name="connsiteY550" fmla="*/ 2672096 h 6858000"/>
              <a:gd name="connsiteX551" fmla="*/ 6996344 w 7467600"/>
              <a:gd name="connsiteY551" fmla="*/ 2518310 h 6858000"/>
              <a:gd name="connsiteX552" fmla="*/ 6735495 w 7467600"/>
              <a:gd name="connsiteY552" fmla="*/ 2196890 h 6858000"/>
              <a:gd name="connsiteX553" fmla="*/ 6721901 w 7467600"/>
              <a:gd name="connsiteY553" fmla="*/ 2179274 h 6858000"/>
              <a:gd name="connsiteX554" fmla="*/ 6604735 w 7467600"/>
              <a:gd name="connsiteY554" fmla="*/ 2041381 h 6858000"/>
              <a:gd name="connsiteX555" fmla="*/ 6591670 w 7467600"/>
              <a:gd name="connsiteY555" fmla="*/ 1988277 h 6858000"/>
              <a:gd name="connsiteX556" fmla="*/ 6747349 w 7467600"/>
              <a:gd name="connsiteY556" fmla="*/ 2160069 h 6858000"/>
              <a:gd name="connsiteX557" fmla="*/ 6760943 w 7467600"/>
              <a:gd name="connsiteY557" fmla="*/ 2177686 h 6858000"/>
              <a:gd name="connsiteX558" fmla="*/ 7021065 w 7467600"/>
              <a:gd name="connsiteY558" fmla="*/ 2498102 h 6858000"/>
              <a:gd name="connsiteX559" fmla="*/ 7155223 w 7467600"/>
              <a:gd name="connsiteY559" fmla="*/ 2650386 h 6858000"/>
              <a:gd name="connsiteX560" fmla="*/ 7203167 w 7467600"/>
              <a:gd name="connsiteY560" fmla="*/ 2697288 h 6858000"/>
              <a:gd name="connsiteX561" fmla="*/ 6937703 w 7467600"/>
              <a:gd name="connsiteY561" fmla="*/ 2321981 h 6858000"/>
              <a:gd name="connsiteX562" fmla="*/ 6591670 w 7467600"/>
              <a:gd name="connsiteY562" fmla="*/ 1988277 h 6858000"/>
              <a:gd name="connsiteX563" fmla="*/ 5798671 w 7467600"/>
              <a:gd name="connsiteY563" fmla="*/ 1981601 h 6858000"/>
              <a:gd name="connsiteX564" fmla="*/ 5754709 w 7467600"/>
              <a:gd name="connsiteY564" fmla="*/ 2071454 h 6858000"/>
              <a:gd name="connsiteX565" fmla="*/ 5763044 w 7467600"/>
              <a:gd name="connsiteY565" fmla="*/ 2842206 h 6858000"/>
              <a:gd name="connsiteX566" fmla="*/ 5764974 w 7467600"/>
              <a:gd name="connsiteY566" fmla="*/ 2799609 h 6858000"/>
              <a:gd name="connsiteX567" fmla="*/ 5767665 w 7467600"/>
              <a:gd name="connsiteY567" fmla="*/ 2666409 h 6858000"/>
              <a:gd name="connsiteX568" fmla="*/ 5763055 w 7467600"/>
              <a:gd name="connsiteY568" fmla="*/ 2579705 h 6858000"/>
              <a:gd name="connsiteX569" fmla="*/ 5758079 w 7467600"/>
              <a:gd name="connsiteY569" fmla="*/ 2492508 h 6858000"/>
              <a:gd name="connsiteX570" fmla="*/ 5779325 w 7467600"/>
              <a:gd name="connsiteY570" fmla="*/ 2197069 h 6858000"/>
              <a:gd name="connsiteX571" fmla="*/ 5798671 w 7467600"/>
              <a:gd name="connsiteY571" fmla="*/ 1981601 h 6858000"/>
              <a:gd name="connsiteX572" fmla="*/ 5829202 w 7467600"/>
              <a:gd name="connsiteY572" fmla="*/ 1971679 h 6858000"/>
              <a:gd name="connsiteX573" fmla="*/ 5809558 w 7467600"/>
              <a:gd name="connsiteY573" fmla="*/ 2198043 h 6858000"/>
              <a:gd name="connsiteX574" fmla="*/ 5788653 w 7467600"/>
              <a:gd name="connsiteY574" fmla="*/ 2489430 h 6858000"/>
              <a:gd name="connsiteX575" fmla="*/ 5793439 w 7467600"/>
              <a:gd name="connsiteY575" fmla="*/ 2575235 h 6858000"/>
              <a:gd name="connsiteX576" fmla="*/ 5796837 w 7467600"/>
              <a:gd name="connsiteY576" fmla="*/ 2637633 h 6858000"/>
              <a:gd name="connsiteX577" fmla="*/ 5818614 w 7467600"/>
              <a:gd name="connsiteY577" fmla="*/ 2473055 h 6858000"/>
              <a:gd name="connsiteX578" fmla="*/ 5829202 w 7467600"/>
              <a:gd name="connsiteY578" fmla="*/ 1971679 h 6858000"/>
              <a:gd name="connsiteX579" fmla="*/ 5911389 w 7467600"/>
              <a:gd name="connsiteY579" fmla="*/ 1898371 h 6858000"/>
              <a:gd name="connsiteX580" fmla="*/ 6237627 w 7467600"/>
              <a:gd name="connsiteY580" fmla="*/ 2231921 h 6858000"/>
              <a:gd name="connsiteX581" fmla="*/ 5911389 w 7467600"/>
              <a:gd name="connsiteY581" fmla="*/ 1898371 h 6858000"/>
              <a:gd name="connsiteX582" fmla="*/ 6944437 w 7467600"/>
              <a:gd name="connsiteY582" fmla="*/ 1575402 h 6858000"/>
              <a:gd name="connsiteX583" fmla="*/ 6304730 w 7467600"/>
              <a:gd name="connsiteY583" fmla="*/ 1766654 h 6858000"/>
              <a:gd name="connsiteX584" fmla="*/ 6944437 w 7467600"/>
              <a:gd name="connsiteY584" fmla="*/ 1575402 h 6858000"/>
              <a:gd name="connsiteX585" fmla="*/ 7019523 w 7467600"/>
              <a:gd name="connsiteY585" fmla="*/ 1519450 h 6858000"/>
              <a:gd name="connsiteX586" fmla="*/ 6298091 w 7467600"/>
              <a:gd name="connsiteY586" fmla="*/ 1737122 h 6858000"/>
              <a:gd name="connsiteX587" fmla="*/ 7019523 w 7467600"/>
              <a:gd name="connsiteY587" fmla="*/ 1519450 h 6858000"/>
              <a:gd name="connsiteX588" fmla="*/ 2399523 w 7467600"/>
              <a:gd name="connsiteY588" fmla="*/ 1428234 h 6858000"/>
              <a:gd name="connsiteX589" fmla="*/ 2224982 w 7467600"/>
              <a:gd name="connsiteY589" fmla="*/ 1826201 h 6858000"/>
              <a:gd name="connsiteX590" fmla="*/ 2096099 w 7467600"/>
              <a:gd name="connsiteY590" fmla="*/ 2345900 h 6858000"/>
              <a:gd name="connsiteX591" fmla="*/ 2283317 w 7467600"/>
              <a:gd name="connsiteY591" fmla="*/ 1796925 h 6858000"/>
              <a:gd name="connsiteX592" fmla="*/ 2399523 w 7467600"/>
              <a:gd name="connsiteY592" fmla="*/ 1428234 h 6858000"/>
              <a:gd name="connsiteX593" fmla="*/ 2448558 w 7467600"/>
              <a:gd name="connsiteY593" fmla="*/ 1373435 h 6858000"/>
              <a:gd name="connsiteX594" fmla="*/ 2312521 w 7467600"/>
              <a:gd name="connsiteY594" fmla="*/ 1806140 h 6858000"/>
              <a:gd name="connsiteX595" fmla="*/ 2127533 w 7467600"/>
              <a:gd name="connsiteY595" fmla="*/ 2348380 h 6858000"/>
              <a:gd name="connsiteX596" fmla="*/ 2358080 w 7467600"/>
              <a:gd name="connsiteY596" fmla="*/ 1866134 h 6858000"/>
              <a:gd name="connsiteX597" fmla="*/ 2407436 w 7467600"/>
              <a:gd name="connsiteY597" fmla="*/ 1651070 h 6858000"/>
              <a:gd name="connsiteX598" fmla="*/ 2448558 w 7467600"/>
              <a:gd name="connsiteY598" fmla="*/ 1373435 h 6858000"/>
              <a:gd name="connsiteX599" fmla="*/ 278707 w 7467600"/>
              <a:gd name="connsiteY599" fmla="*/ 1352270 h 6858000"/>
              <a:gd name="connsiteX600" fmla="*/ 321570 w 7467600"/>
              <a:gd name="connsiteY600" fmla="*/ 1861610 h 6858000"/>
              <a:gd name="connsiteX601" fmla="*/ 294281 w 7467600"/>
              <a:gd name="connsiteY601" fmla="*/ 1440658 h 6858000"/>
              <a:gd name="connsiteX602" fmla="*/ 278707 w 7467600"/>
              <a:gd name="connsiteY602" fmla="*/ 1352270 h 6858000"/>
              <a:gd name="connsiteX603" fmla="*/ 1423821 w 7467600"/>
              <a:gd name="connsiteY603" fmla="*/ 1351958 h 6858000"/>
              <a:gd name="connsiteX604" fmla="*/ 1638521 w 7467600"/>
              <a:gd name="connsiteY604" fmla="*/ 1908470 h 6858000"/>
              <a:gd name="connsiteX605" fmla="*/ 1754199 w 7467600"/>
              <a:gd name="connsiteY605" fmla="*/ 2149284 h 6858000"/>
              <a:gd name="connsiteX606" fmla="*/ 1908359 w 7467600"/>
              <a:gd name="connsiteY606" fmla="*/ 2364988 h 6858000"/>
              <a:gd name="connsiteX607" fmla="*/ 1647661 w 7467600"/>
              <a:gd name="connsiteY607" fmla="*/ 1825945 h 6858000"/>
              <a:gd name="connsiteX608" fmla="*/ 1423821 w 7467600"/>
              <a:gd name="connsiteY608" fmla="*/ 1351958 h 6858000"/>
              <a:gd name="connsiteX609" fmla="*/ 1431890 w 7467600"/>
              <a:gd name="connsiteY609" fmla="*/ 1306475 h 6858000"/>
              <a:gd name="connsiteX610" fmla="*/ 1507597 w 7467600"/>
              <a:gd name="connsiteY610" fmla="*/ 1446132 h 6858000"/>
              <a:gd name="connsiteX611" fmla="*/ 1674586 w 7467600"/>
              <a:gd name="connsiteY611" fmla="*/ 1813832 h 6858000"/>
              <a:gd name="connsiteX612" fmla="*/ 1815950 w 7467600"/>
              <a:gd name="connsiteY612" fmla="*/ 2128564 h 6858000"/>
              <a:gd name="connsiteX613" fmla="*/ 1984242 w 7467600"/>
              <a:gd name="connsiteY613" fmla="*/ 2430829 h 6858000"/>
              <a:gd name="connsiteX614" fmla="*/ 2014023 w 7467600"/>
              <a:gd name="connsiteY614" fmla="*/ 2450995 h 6858000"/>
              <a:gd name="connsiteX615" fmla="*/ 1747337 w 7467600"/>
              <a:gd name="connsiteY615" fmla="*/ 1855264 h 6858000"/>
              <a:gd name="connsiteX616" fmla="*/ 1533749 w 7467600"/>
              <a:gd name="connsiteY616" fmla="*/ 1478656 h 6858000"/>
              <a:gd name="connsiteX617" fmla="*/ 1431890 w 7467600"/>
              <a:gd name="connsiteY617" fmla="*/ 1306475 h 6858000"/>
              <a:gd name="connsiteX618" fmla="*/ 5052692 w 7467600"/>
              <a:gd name="connsiteY618" fmla="*/ 1292994 h 6858000"/>
              <a:gd name="connsiteX619" fmla="*/ 5200661 w 7467600"/>
              <a:gd name="connsiteY619" fmla="*/ 1635186 h 6858000"/>
              <a:gd name="connsiteX620" fmla="*/ 5297138 w 7467600"/>
              <a:gd name="connsiteY620" fmla="*/ 1906351 h 6858000"/>
              <a:gd name="connsiteX621" fmla="*/ 5052692 w 7467600"/>
              <a:gd name="connsiteY621" fmla="*/ 1292994 h 6858000"/>
              <a:gd name="connsiteX622" fmla="*/ 5009948 w 7467600"/>
              <a:gd name="connsiteY622" fmla="*/ 1273619 h 6858000"/>
              <a:gd name="connsiteX623" fmla="*/ 5121777 w 7467600"/>
              <a:gd name="connsiteY623" fmla="*/ 1654213 h 6858000"/>
              <a:gd name="connsiteX624" fmla="*/ 5293545 w 7467600"/>
              <a:gd name="connsiteY624" fmla="*/ 2072247 h 6858000"/>
              <a:gd name="connsiteX625" fmla="*/ 5294042 w 7467600"/>
              <a:gd name="connsiteY625" fmla="*/ 2065019 h 6858000"/>
              <a:gd name="connsiteX626" fmla="*/ 5171936 w 7467600"/>
              <a:gd name="connsiteY626" fmla="*/ 1647613 h 6858000"/>
              <a:gd name="connsiteX627" fmla="*/ 5009948 w 7467600"/>
              <a:gd name="connsiteY627" fmla="*/ 1273619 h 6858000"/>
              <a:gd name="connsiteX628" fmla="*/ 655236 w 7467600"/>
              <a:gd name="connsiteY628" fmla="*/ 1268632 h 6858000"/>
              <a:gd name="connsiteX629" fmla="*/ 839521 w 7467600"/>
              <a:gd name="connsiteY629" fmla="*/ 1685315 h 6858000"/>
              <a:gd name="connsiteX630" fmla="*/ 1109416 w 7467600"/>
              <a:gd name="connsiteY630" fmla="*/ 2061663 h 6858000"/>
              <a:gd name="connsiteX631" fmla="*/ 1298300 w 7467600"/>
              <a:gd name="connsiteY631" fmla="*/ 2247742 h 6858000"/>
              <a:gd name="connsiteX632" fmla="*/ 1125871 w 7467600"/>
              <a:gd name="connsiteY632" fmla="*/ 1989513 h 6858000"/>
              <a:gd name="connsiteX633" fmla="*/ 981574 w 7467600"/>
              <a:gd name="connsiteY633" fmla="*/ 1783157 h 6858000"/>
              <a:gd name="connsiteX634" fmla="*/ 922198 w 7467600"/>
              <a:gd name="connsiteY634" fmla="*/ 1677437 h 6858000"/>
              <a:gd name="connsiteX635" fmla="*/ 869293 w 7467600"/>
              <a:gd name="connsiteY635" fmla="*/ 1583214 h 6858000"/>
              <a:gd name="connsiteX636" fmla="*/ 751431 w 7467600"/>
              <a:gd name="connsiteY636" fmla="*/ 1405731 h 6858000"/>
              <a:gd name="connsiteX637" fmla="*/ 655236 w 7467600"/>
              <a:gd name="connsiteY637" fmla="*/ 1268632 h 6858000"/>
              <a:gd name="connsiteX638" fmla="*/ 6516292 w 7467600"/>
              <a:gd name="connsiteY638" fmla="*/ 1263064 h 6858000"/>
              <a:gd name="connsiteX639" fmla="*/ 5736320 w 7467600"/>
              <a:gd name="connsiteY639" fmla="*/ 1501803 h 6858000"/>
              <a:gd name="connsiteX640" fmla="*/ 6516292 w 7467600"/>
              <a:gd name="connsiteY640" fmla="*/ 1263064 h 6858000"/>
              <a:gd name="connsiteX641" fmla="*/ 291466 w 7467600"/>
              <a:gd name="connsiteY641" fmla="*/ 1250369 h 6858000"/>
              <a:gd name="connsiteX642" fmla="*/ 323180 w 7467600"/>
              <a:gd name="connsiteY642" fmla="*/ 1435283 h 6858000"/>
              <a:gd name="connsiteX643" fmla="*/ 349381 w 7467600"/>
              <a:gd name="connsiteY643" fmla="*/ 1875041 h 6858000"/>
              <a:gd name="connsiteX644" fmla="*/ 374363 w 7467600"/>
              <a:gd name="connsiteY644" fmla="*/ 1506494 h 6858000"/>
              <a:gd name="connsiteX645" fmla="*/ 302168 w 7467600"/>
              <a:gd name="connsiteY645" fmla="*/ 1274495 h 6858000"/>
              <a:gd name="connsiteX646" fmla="*/ 291466 w 7467600"/>
              <a:gd name="connsiteY646" fmla="*/ 1250369 h 6858000"/>
              <a:gd name="connsiteX647" fmla="*/ 678222 w 7467600"/>
              <a:gd name="connsiteY647" fmla="*/ 1248670 h 6858000"/>
              <a:gd name="connsiteX648" fmla="*/ 775536 w 7467600"/>
              <a:gd name="connsiteY648" fmla="*/ 1388015 h 6858000"/>
              <a:gd name="connsiteX649" fmla="*/ 894529 w 7467600"/>
              <a:gd name="connsiteY649" fmla="*/ 1567739 h 6858000"/>
              <a:gd name="connsiteX650" fmla="*/ 948000 w 7467600"/>
              <a:gd name="connsiteY650" fmla="*/ 1663088 h 6858000"/>
              <a:gd name="connsiteX651" fmla="*/ 1006812 w 7467600"/>
              <a:gd name="connsiteY651" fmla="*/ 1767683 h 6858000"/>
              <a:gd name="connsiteX652" fmla="*/ 1149133 w 7467600"/>
              <a:gd name="connsiteY652" fmla="*/ 1971513 h 6858000"/>
              <a:gd name="connsiteX653" fmla="*/ 1333952 w 7467600"/>
              <a:gd name="connsiteY653" fmla="*/ 2251620 h 6858000"/>
              <a:gd name="connsiteX654" fmla="*/ 1337329 w 7467600"/>
              <a:gd name="connsiteY654" fmla="*/ 2258350 h 6858000"/>
              <a:gd name="connsiteX655" fmla="*/ 1014726 w 7467600"/>
              <a:gd name="connsiteY655" fmla="*/ 1615556 h 6858000"/>
              <a:gd name="connsiteX656" fmla="*/ 678222 w 7467600"/>
              <a:gd name="connsiteY656" fmla="*/ 1248670 h 6858000"/>
              <a:gd name="connsiteX657" fmla="*/ 6691602 w 7467600"/>
              <a:gd name="connsiteY657" fmla="*/ 1140573 h 6858000"/>
              <a:gd name="connsiteX658" fmla="*/ 6571100 w 7467600"/>
              <a:gd name="connsiteY658" fmla="*/ 1183662 h 6858000"/>
              <a:gd name="connsiteX659" fmla="*/ 6241687 w 7467600"/>
              <a:gd name="connsiteY659" fmla="*/ 1257600 h 6858000"/>
              <a:gd name="connsiteX660" fmla="*/ 5693009 w 7467600"/>
              <a:gd name="connsiteY660" fmla="*/ 1478256 h 6858000"/>
              <a:gd name="connsiteX661" fmla="*/ 6548420 w 7467600"/>
              <a:gd name="connsiteY661" fmla="*/ 1214599 h 6858000"/>
              <a:gd name="connsiteX662" fmla="*/ 6605473 w 7467600"/>
              <a:gd name="connsiteY662" fmla="*/ 1184686 h 6858000"/>
              <a:gd name="connsiteX663" fmla="*/ 6691602 w 7467600"/>
              <a:gd name="connsiteY663" fmla="*/ 1140573 h 6858000"/>
              <a:gd name="connsiteX664" fmla="*/ 4002475 w 7467600"/>
              <a:gd name="connsiteY664" fmla="*/ 1037802 h 6858000"/>
              <a:gd name="connsiteX665" fmla="*/ 4000324 w 7467600"/>
              <a:gd name="connsiteY665" fmla="*/ 1039362 h 6858000"/>
              <a:gd name="connsiteX666" fmla="*/ 4002862 w 7467600"/>
              <a:gd name="connsiteY666" fmla="*/ 1042866 h 6858000"/>
              <a:gd name="connsiteX667" fmla="*/ 4002475 w 7467600"/>
              <a:gd name="connsiteY667" fmla="*/ 1037802 h 6858000"/>
              <a:gd name="connsiteX668" fmla="*/ 506322 w 7467600"/>
              <a:gd name="connsiteY668" fmla="*/ 1020997 h 6858000"/>
              <a:gd name="connsiteX669" fmla="*/ 533068 w 7467600"/>
              <a:gd name="connsiteY669" fmla="*/ 1029409 h 6858000"/>
              <a:gd name="connsiteX670" fmla="*/ 1232525 w 7467600"/>
              <a:gd name="connsiteY670" fmla="*/ 1804675 h 6858000"/>
              <a:gd name="connsiteX671" fmla="*/ 1388858 w 7467600"/>
              <a:gd name="connsiteY671" fmla="*/ 2368011 h 6858000"/>
              <a:gd name="connsiteX672" fmla="*/ 1384098 w 7467600"/>
              <a:gd name="connsiteY672" fmla="*/ 2378125 h 6858000"/>
              <a:gd name="connsiteX673" fmla="*/ 1425393 w 7467600"/>
              <a:gd name="connsiteY673" fmla="*/ 2589124 h 6858000"/>
              <a:gd name="connsiteX674" fmla="*/ 1424001 w 7467600"/>
              <a:gd name="connsiteY674" fmla="*/ 2597541 h 6858000"/>
              <a:gd name="connsiteX675" fmla="*/ 2152729 w 7467600"/>
              <a:gd name="connsiteY675" fmla="*/ 2864487 h 6858000"/>
              <a:gd name="connsiteX676" fmla="*/ 2020609 w 7467600"/>
              <a:gd name="connsiteY676" fmla="*/ 2539671 h 6858000"/>
              <a:gd name="connsiteX677" fmla="*/ 2018920 w 7467600"/>
              <a:gd name="connsiteY677" fmla="*/ 2536309 h 6858000"/>
              <a:gd name="connsiteX678" fmla="*/ 1342441 w 7467600"/>
              <a:gd name="connsiteY678" fmla="*/ 1173017 h 6858000"/>
              <a:gd name="connsiteX679" fmla="*/ 1367925 w 7467600"/>
              <a:gd name="connsiteY679" fmla="*/ 1135648 h 6858000"/>
              <a:gd name="connsiteX680" fmla="*/ 1771401 w 7467600"/>
              <a:gd name="connsiteY680" fmla="*/ 1806673 h 6858000"/>
              <a:gd name="connsiteX681" fmla="*/ 1972385 w 7467600"/>
              <a:gd name="connsiteY681" fmla="*/ 2198735 h 6858000"/>
              <a:gd name="connsiteX682" fmla="*/ 2040892 w 7467600"/>
              <a:gd name="connsiteY682" fmla="*/ 2405205 h 6858000"/>
              <a:gd name="connsiteX683" fmla="*/ 2131689 w 7467600"/>
              <a:gd name="connsiteY683" fmla="*/ 1936926 h 6858000"/>
              <a:gd name="connsiteX684" fmla="*/ 2454820 w 7467600"/>
              <a:gd name="connsiteY684" fmla="*/ 1248808 h 6858000"/>
              <a:gd name="connsiteX685" fmla="*/ 2492512 w 7467600"/>
              <a:gd name="connsiteY685" fmla="*/ 1302920 h 6858000"/>
              <a:gd name="connsiteX686" fmla="*/ 2081216 w 7467600"/>
              <a:gd name="connsiteY686" fmla="*/ 2527513 h 6858000"/>
              <a:gd name="connsiteX687" fmla="*/ 2081211 w 7467600"/>
              <a:gd name="connsiteY687" fmla="*/ 2528916 h 6858000"/>
              <a:gd name="connsiteX688" fmla="*/ 2199067 w 7467600"/>
              <a:gd name="connsiteY688" fmla="*/ 2884061 h 6858000"/>
              <a:gd name="connsiteX689" fmla="*/ 3192586 w 7467600"/>
              <a:gd name="connsiteY689" fmla="*/ 3411496 h 6858000"/>
              <a:gd name="connsiteX690" fmla="*/ 3182620 w 7467600"/>
              <a:gd name="connsiteY690" fmla="*/ 3483279 h 6858000"/>
              <a:gd name="connsiteX691" fmla="*/ 2435119 w 7467600"/>
              <a:gd name="connsiteY691" fmla="*/ 3080173 h 6858000"/>
              <a:gd name="connsiteX692" fmla="*/ 2410152 w 7467600"/>
              <a:gd name="connsiteY692" fmla="*/ 3063751 h 6858000"/>
              <a:gd name="connsiteX693" fmla="*/ 2408099 w 7467600"/>
              <a:gd name="connsiteY693" fmla="*/ 3064403 h 6858000"/>
              <a:gd name="connsiteX694" fmla="*/ 2407218 w 7467600"/>
              <a:gd name="connsiteY694" fmla="*/ 3070324 h 6858000"/>
              <a:gd name="connsiteX695" fmla="*/ 2380138 w 7467600"/>
              <a:gd name="connsiteY695" fmla="*/ 3099341 h 6858000"/>
              <a:gd name="connsiteX696" fmla="*/ 1765923 w 7467600"/>
              <a:gd name="connsiteY696" fmla="*/ 3581043 h 6858000"/>
              <a:gd name="connsiteX697" fmla="*/ 1702258 w 7467600"/>
              <a:gd name="connsiteY697" fmla="*/ 3612286 h 6858000"/>
              <a:gd name="connsiteX698" fmla="*/ 1538370 w 7467600"/>
              <a:gd name="connsiteY698" fmla="*/ 3811804 h 6858000"/>
              <a:gd name="connsiteX699" fmla="*/ 542867 w 7467600"/>
              <a:gd name="connsiteY699" fmla="*/ 4944092 h 6858000"/>
              <a:gd name="connsiteX700" fmla="*/ 515800 w 7467600"/>
              <a:gd name="connsiteY700" fmla="*/ 4862180 h 6858000"/>
              <a:gd name="connsiteX701" fmla="*/ 909145 w 7467600"/>
              <a:gd name="connsiteY701" fmla="*/ 4199225 h 6858000"/>
              <a:gd name="connsiteX702" fmla="*/ 1214067 w 7467600"/>
              <a:gd name="connsiteY702" fmla="*/ 3908561 h 6858000"/>
              <a:gd name="connsiteX703" fmla="*/ 640967 w 7467600"/>
              <a:gd name="connsiteY703" fmla="*/ 4105601 h 6858000"/>
              <a:gd name="connsiteX704" fmla="*/ 112563 w 7467600"/>
              <a:gd name="connsiteY704" fmla="*/ 4396952 h 6858000"/>
              <a:gd name="connsiteX705" fmla="*/ 0 w 7467600"/>
              <a:gd name="connsiteY705" fmla="*/ 4466006 h 6858000"/>
              <a:gd name="connsiteX706" fmla="*/ 0 w 7467600"/>
              <a:gd name="connsiteY706" fmla="*/ 4233763 h 6858000"/>
              <a:gd name="connsiteX707" fmla="*/ 36881 w 7467600"/>
              <a:gd name="connsiteY707" fmla="*/ 4200118 h 6858000"/>
              <a:gd name="connsiteX708" fmla="*/ 910534 w 7467600"/>
              <a:gd name="connsiteY708" fmla="*/ 3629753 h 6858000"/>
              <a:gd name="connsiteX709" fmla="*/ 1578717 w 7467600"/>
              <a:gd name="connsiteY709" fmla="*/ 3575982 h 6858000"/>
              <a:gd name="connsiteX710" fmla="*/ 2338780 w 7467600"/>
              <a:gd name="connsiteY710" fmla="*/ 3033725 h 6858000"/>
              <a:gd name="connsiteX711" fmla="*/ 1807991 w 7467600"/>
              <a:gd name="connsiteY711" fmla="*/ 2807184 h 6858000"/>
              <a:gd name="connsiteX712" fmla="*/ 1416358 w 7467600"/>
              <a:gd name="connsiteY712" fmla="*/ 3112571 h 6858000"/>
              <a:gd name="connsiteX713" fmla="*/ 939066 w 7467600"/>
              <a:gd name="connsiteY713" fmla="*/ 3378798 h 6858000"/>
              <a:gd name="connsiteX714" fmla="*/ 115099 w 7467600"/>
              <a:gd name="connsiteY714" fmla="*/ 3607650 h 6858000"/>
              <a:gd name="connsiteX715" fmla="*/ 97284 w 7467600"/>
              <a:gd name="connsiteY715" fmla="*/ 3520393 h 6858000"/>
              <a:gd name="connsiteX716" fmla="*/ 922050 w 7467600"/>
              <a:gd name="connsiteY716" fmla="*/ 3074867 h 6858000"/>
              <a:gd name="connsiteX717" fmla="*/ 1405265 w 7467600"/>
              <a:gd name="connsiteY717" fmla="*/ 3016319 h 6858000"/>
              <a:gd name="connsiteX718" fmla="*/ 1407512 w 7467600"/>
              <a:gd name="connsiteY718" fmla="*/ 3018001 h 6858000"/>
              <a:gd name="connsiteX719" fmla="*/ 1726266 w 7467600"/>
              <a:gd name="connsiteY719" fmla="*/ 2777274 h 6858000"/>
              <a:gd name="connsiteX720" fmla="*/ 625390 w 7467600"/>
              <a:gd name="connsiteY720" fmla="*/ 2514541 h 6858000"/>
              <a:gd name="connsiteX721" fmla="*/ 619799 w 7467600"/>
              <a:gd name="connsiteY721" fmla="*/ 2527180 h 6858000"/>
              <a:gd name="connsiteX722" fmla="*/ 310030 w 7467600"/>
              <a:gd name="connsiteY722" fmla="*/ 2771818 h 6858000"/>
              <a:gd name="connsiteX723" fmla="*/ 173877 w 7467600"/>
              <a:gd name="connsiteY723" fmla="*/ 2937056 h 6858000"/>
              <a:gd name="connsiteX724" fmla="*/ 77889 w 7467600"/>
              <a:gd name="connsiteY724" fmla="*/ 3138440 h 6858000"/>
              <a:gd name="connsiteX725" fmla="*/ 0 w 7467600"/>
              <a:gd name="connsiteY725" fmla="*/ 3271395 h 6858000"/>
              <a:gd name="connsiteX726" fmla="*/ 0 w 7467600"/>
              <a:gd name="connsiteY726" fmla="*/ 3153002 h 6858000"/>
              <a:gd name="connsiteX727" fmla="*/ 2386 w 7467600"/>
              <a:gd name="connsiteY727" fmla="*/ 3149203 h 6858000"/>
              <a:gd name="connsiteX728" fmla="*/ 89753 w 7467600"/>
              <a:gd name="connsiteY728" fmla="*/ 2987702 h 6858000"/>
              <a:gd name="connsiteX729" fmla="*/ 76869 w 7467600"/>
              <a:gd name="connsiteY729" fmla="*/ 3005404 h 6858000"/>
              <a:gd name="connsiteX730" fmla="*/ 32049 w 7467600"/>
              <a:gd name="connsiteY730" fmla="*/ 3065814 h 6858000"/>
              <a:gd name="connsiteX731" fmla="*/ 0 w 7467600"/>
              <a:gd name="connsiteY731" fmla="*/ 3108744 h 6858000"/>
              <a:gd name="connsiteX732" fmla="*/ 0 w 7467600"/>
              <a:gd name="connsiteY732" fmla="*/ 3058059 h 6858000"/>
              <a:gd name="connsiteX733" fmla="*/ 7610 w 7467600"/>
              <a:gd name="connsiteY733" fmla="*/ 3047889 h 6858000"/>
              <a:gd name="connsiteX734" fmla="*/ 52419 w 7467600"/>
              <a:gd name="connsiteY734" fmla="*/ 2987479 h 6858000"/>
              <a:gd name="connsiteX735" fmla="*/ 59142 w 7467600"/>
              <a:gd name="connsiteY735" fmla="*/ 2978488 h 6858000"/>
              <a:gd name="connsiteX736" fmla="*/ 0 w 7467600"/>
              <a:gd name="connsiteY736" fmla="*/ 3015334 h 6858000"/>
              <a:gd name="connsiteX737" fmla="*/ 0 w 7467600"/>
              <a:gd name="connsiteY737" fmla="*/ 2914286 h 6858000"/>
              <a:gd name="connsiteX738" fmla="*/ 36383 w 7467600"/>
              <a:gd name="connsiteY738" fmla="*/ 2901128 h 6858000"/>
              <a:gd name="connsiteX739" fmla="*/ 156329 w 7467600"/>
              <a:gd name="connsiteY739" fmla="*/ 2840533 h 6858000"/>
              <a:gd name="connsiteX740" fmla="*/ 358355 w 7467600"/>
              <a:gd name="connsiteY740" fmla="*/ 2620471 h 6858000"/>
              <a:gd name="connsiteX741" fmla="*/ 510577 w 7467600"/>
              <a:gd name="connsiteY741" fmla="*/ 2501244 h 6858000"/>
              <a:gd name="connsiteX742" fmla="*/ 211967 w 7467600"/>
              <a:gd name="connsiteY742" fmla="*/ 2479171 h 6858000"/>
              <a:gd name="connsiteX743" fmla="*/ 0 w 7467600"/>
              <a:gd name="connsiteY743" fmla="*/ 2476398 h 6858000"/>
              <a:gd name="connsiteX744" fmla="*/ 0 w 7467600"/>
              <a:gd name="connsiteY744" fmla="*/ 2389189 h 6858000"/>
              <a:gd name="connsiteX745" fmla="*/ 103062 w 7467600"/>
              <a:gd name="connsiteY745" fmla="*/ 2389518 h 6858000"/>
              <a:gd name="connsiteX746" fmla="*/ 510734 w 7467600"/>
              <a:gd name="connsiteY746" fmla="*/ 2416201 h 6858000"/>
              <a:gd name="connsiteX747" fmla="*/ 279257 w 7467600"/>
              <a:gd name="connsiteY747" fmla="*/ 2092102 h 6858000"/>
              <a:gd name="connsiteX748" fmla="*/ 65265 w 7467600"/>
              <a:gd name="connsiteY748" fmla="*/ 2006049 h 6858000"/>
              <a:gd name="connsiteX749" fmla="*/ 0 w 7467600"/>
              <a:gd name="connsiteY749" fmla="*/ 1982532 h 6858000"/>
              <a:gd name="connsiteX750" fmla="*/ 0 w 7467600"/>
              <a:gd name="connsiteY750" fmla="*/ 1912789 h 6858000"/>
              <a:gd name="connsiteX751" fmla="*/ 97460 w 7467600"/>
              <a:gd name="connsiteY751" fmla="*/ 1953725 h 6858000"/>
              <a:gd name="connsiteX752" fmla="*/ 221272 w 7467600"/>
              <a:gd name="connsiteY752" fmla="*/ 1980766 h 6858000"/>
              <a:gd name="connsiteX753" fmla="*/ 116765 w 7467600"/>
              <a:gd name="connsiteY753" fmla="*/ 1911033 h 6858000"/>
              <a:gd name="connsiteX754" fmla="*/ 16405 w 7467600"/>
              <a:gd name="connsiteY754" fmla="*/ 1803412 h 6858000"/>
              <a:gd name="connsiteX755" fmla="*/ 0 w 7467600"/>
              <a:gd name="connsiteY755" fmla="*/ 1784777 h 6858000"/>
              <a:gd name="connsiteX756" fmla="*/ 0 w 7467600"/>
              <a:gd name="connsiteY756" fmla="*/ 1740082 h 6858000"/>
              <a:gd name="connsiteX757" fmla="*/ 39394 w 7467600"/>
              <a:gd name="connsiteY757" fmla="*/ 1784856 h 6858000"/>
              <a:gd name="connsiteX758" fmla="*/ 135813 w 7467600"/>
              <a:gd name="connsiteY758" fmla="*/ 1888838 h 6858000"/>
              <a:gd name="connsiteX759" fmla="*/ 242575 w 7467600"/>
              <a:gd name="connsiteY759" fmla="*/ 1958841 h 6858000"/>
              <a:gd name="connsiteX760" fmla="*/ 82197 w 7467600"/>
              <a:gd name="connsiteY760" fmla="*/ 1754826 h 6858000"/>
              <a:gd name="connsiteX761" fmla="*/ 0 w 7467600"/>
              <a:gd name="connsiteY761" fmla="*/ 1679650 h 6858000"/>
              <a:gd name="connsiteX762" fmla="*/ 0 w 7467600"/>
              <a:gd name="connsiteY762" fmla="*/ 1602463 h 6858000"/>
              <a:gd name="connsiteX763" fmla="*/ 84689 w 7467600"/>
              <a:gd name="connsiteY763" fmla="*/ 1677442 h 6858000"/>
              <a:gd name="connsiteX764" fmla="*/ 298437 w 7467600"/>
              <a:gd name="connsiteY764" fmla="*/ 1968019 h 6858000"/>
              <a:gd name="connsiteX765" fmla="*/ 227269 w 7467600"/>
              <a:gd name="connsiteY765" fmla="*/ 1114064 h 6858000"/>
              <a:gd name="connsiteX766" fmla="*/ 248003 w 7467600"/>
              <a:gd name="connsiteY766" fmla="*/ 1089613 h 6858000"/>
              <a:gd name="connsiteX767" fmla="*/ 427020 w 7467600"/>
              <a:gd name="connsiteY767" fmla="*/ 1619803 h 6858000"/>
              <a:gd name="connsiteX768" fmla="*/ 340345 w 7467600"/>
              <a:gd name="connsiteY768" fmla="*/ 2027739 h 6858000"/>
              <a:gd name="connsiteX769" fmla="*/ 360865 w 7467600"/>
              <a:gd name="connsiteY769" fmla="*/ 2044827 h 6858000"/>
              <a:gd name="connsiteX770" fmla="*/ 560414 w 7467600"/>
              <a:gd name="connsiteY770" fmla="*/ 2421457 h 6858000"/>
              <a:gd name="connsiteX771" fmla="*/ 1359703 w 7467600"/>
              <a:gd name="connsiteY771" fmla="*/ 2578554 h 6858000"/>
              <a:gd name="connsiteX772" fmla="*/ 1359422 w 7467600"/>
              <a:gd name="connsiteY772" fmla="*/ 2577994 h 6858000"/>
              <a:gd name="connsiteX773" fmla="*/ 828701 w 7467600"/>
              <a:gd name="connsiteY773" fmla="*/ 1839520 h 6858000"/>
              <a:gd name="connsiteX774" fmla="*/ 494427 w 7467600"/>
              <a:gd name="connsiteY774" fmla="*/ 1092333 h 6858000"/>
              <a:gd name="connsiteX775" fmla="*/ 506322 w 7467600"/>
              <a:gd name="connsiteY775" fmla="*/ 1020997 h 6858000"/>
              <a:gd name="connsiteX776" fmla="*/ 4570198 w 7467600"/>
              <a:gd name="connsiteY776" fmla="*/ 978081 h 6858000"/>
              <a:gd name="connsiteX777" fmla="*/ 4523691 w 7467600"/>
              <a:gd name="connsiteY777" fmla="*/ 1127776 h 6858000"/>
              <a:gd name="connsiteX778" fmla="*/ 4509875 w 7467600"/>
              <a:gd name="connsiteY778" fmla="*/ 1167552 h 6858000"/>
              <a:gd name="connsiteX779" fmla="*/ 4478168 w 7467600"/>
              <a:gd name="connsiteY779" fmla="*/ 1260735 h 6858000"/>
              <a:gd name="connsiteX780" fmla="*/ 4409309 w 7467600"/>
              <a:gd name="connsiteY780" fmla="*/ 1666996 h 6858000"/>
              <a:gd name="connsiteX781" fmla="*/ 4370031 w 7467600"/>
              <a:gd name="connsiteY781" fmla="*/ 1955666 h 6858000"/>
              <a:gd name="connsiteX782" fmla="*/ 4570198 w 7467600"/>
              <a:gd name="connsiteY782" fmla="*/ 978081 h 6858000"/>
              <a:gd name="connsiteX783" fmla="*/ 4557898 w 7467600"/>
              <a:gd name="connsiteY783" fmla="*/ 900011 h 6858000"/>
              <a:gd name="connsiteX784" fmla="*/ 4344840 w 7467600"/>
              <a:gd name="connsiteY784" fmla="*/ 1922038 h 6858000"/>
              <a:gd name="connsiteX785" fmla="*/ 4378710 w 7467600"/>
              <a:gd name="connsiteY785" fmla="*/ 1665516 h 6858000"/>
              <a:gd name="connsiteX786" fmla="*/ 4448798 w 7467600"/>
              <a:gd name="connsiteY786" fmla="*/ 1253024 h 6858000"/>
              <a:gd name="connsiteX787" fmla="*/ 4480315 w 7467600"/>
              <a:gd name="connsiteY787" fmla="*/ 1158454 h 6858000"/>
              <a:gd name="connsiteX788" fmla="*/ 4494133 w 7467600"/>
              <a:gd name="connsiteY788" fmla="*/ 1118676 h 6858000"/>
              <a:gd name="connsiteX789" fmla="*/ 4557898 w 7467600"/>
              <a:gd name="connsiteY789" fmla="*/ 900011 h 6858000"/>
              <a:gd name="connsiteX790" fmla="*/ 5870151 w 7467600"/>
              <a:gd name="connsiteY790" fmla="*/ 898890 h 6858000"/>
              <a:gd name="connsiteX791" fmla="*/ 5861335 w 7467600"/>
              <a:gd name="connsiteY791" fmla="*/ 899177 h 6858000"/>
              <a:gd name="connsiteX792" fmla="*/ 5843702 w 7467600"/>
              <a:gd name="connsiteY792" fmla="*/ 899748 h 6858000"/>
              <a:gd name="connsiteX793" fmla="*/ 5651107 w 7467600"/>
              <a:gd name="connsiteY793" fmla="*/ 920306 h 6858000"/>
              <a:gd name="connsiteX794" fmla="*/ 5459407 w 7467600"/>
              <a:gd name="connsiteY794" fmla="*/ 940975 h 6858000"/>
              <a:gd name="connsiteX795" fmla="*/ 5374846 w 7467600"/>
              <a:gd name="connsiteY795" fmla="*/ 941988 h 6858000"/>
              <a:gd name="connsiteX796" fmla="*/ 5256105 w 7467600"/>
              <a:gd name="connsiteY796" fmla="*/ 945632 h 6858000"/>
              <a:gd name="connsiteX797" fmla="*/ 5107071 w 7467600"/>
              <a:gd name="connsiteY797" fmla="*/ 969720 h 6858000"/>
              <a:gd name="connsiteX798" fmla="*/ 4998681 w 7467600"/>
              <a:gd name="connsiteY798" fmla="*/ 988771 h 6858000"/>
              <a:gd name="connsiteX799" fmla="*/ 5870151 w 7467600"/>
              <a:gd name="connsiteY799" fmla="*/ 898890 h 6858000"/>
              <a:gd name="connsiteX800" fmla="*/ 5504425 w 7467600"/>
              <a:gd name="connsiteY800" fmla="*/ 848067 h 6858000"/>
              <a:gd name="connsiteX801" fmla="*/ 4968849 w 7467600"/>
              <a:gd name="connsiteY801" fmla="*/ 962318 h 6858000"/>
              <a:gd name="connsiteX802" fmla="*/ 5104039 w 7467600"/>
              <a:gd name="connsiteY802" fmla="*/ 940634 h 6858000"/>
              <a:gd name="connsiteX803" fmla="*/ 5256311 w 7467600"/>
              <a:gd name="connsiteY803" fmla="*/ 916490 h 6858000"/>
              <a:gd name="connsiteX804" fmla="*/ 5377381 w 7467600"/>
              <a:gd name="connsiteY804" fmla="*/ 912671 h 6858000"/>
              <a:gd name="connsiteX805" fmla="*/ 5460148 w 7467600"/>
              <a:gd name="connsiteY805" fmla="*/ 911442 h 6858000"/>
              <a:gd name="connsiteX806" fmla="*/ 5648971 w 7467600"/>
              <a:gd name="connsiteY806" fmla="*/ 891331 h 6858000"/>
              <a:gd name="connsiteX807" fmla="*/ 5844807 w 7467600"/>
              <a:gd name="connsiteY807" fmla="*/ 870718 h 6858000"/>
              <a:gd name="connsiteX808" fmla="*/ 5862975 w 7467600"/>
              <a:gd name="connsiteY808" fmla="*/ 869756 h 6858000"/>
              <a:gd name="connsiteX809" fmla="*/ 5920887 w 7467600"/>
              <a:gd name="connsiteY809" fmla="*/ 865929 h 6858000"/>
              <a:gd name="connsiteX810" fmla="*/ 5504425 w 7467600"/>
              <a:gd name="connsiteY810" fmla="*/ 848067 h 6858000"/>
              <a:gd name="connsiteX811" fmla="*/ 3607114 w 7467600"/>
              <a:gd name="connsiteY811" fmla="*/ 467441 h 6858000"/>
              <a:gd name="connsiteX812" fmla="*/ 3296242 w 7467600"/>
              <a:gd name="connsiteY812" fmla="*/ 807991 h 6858000"/>
              <a:gd name="connsiteX813" fmla="*/ 3174674 w 7467600"/>
              <a:gd name="connsiteY813" fmla="*/ 919759 h 6858000"/>
              <a:gd name="connsiteX814" fmla="*/ 3042978 w 7467600"/>
              <a:gd name="connsiteY814" fmla="*/ 1054894 h 6858000"/>
              <a:gd name="connsiteX815" fmla="*/ 2968914 w 7467600"/>
              <a:gd name="connsiteY815" fmla="*/ 1133756 h 6858000"/>
              <a:gd name="connsiteX816" fmla="*/ 3103823 w 7467600"/>
              <a:gd name="connsiteY816" fmla="*/ 1026814 h 6858000"/>
              <a:gd name="connsiteX817" fmla="*/ 3607114 w 7467600"/>
              <a:gd name="connsiteY817" fmla="*/ 467441 h 6858000"/>
              <a:gd name="connsiteX818" fmla="*/ 3744487 w 7467600"/>
              <a:gd name="connsiteY818" fmla="*/ 383136 h 6858000"/>
              <a:gd name="connsiteX819" fmla="*/ 3970213 w 7467600"/>
              <a:gd name="connsiteY819" fmla="*/ 995559 h 6858000"/>
              <a:gd name="connsiteX820" fmla="*/ 3744487 w 7467600"/>
              <a:gd name="connsiteY820" fmla="*/ 383136 h 6858000"/>
              <a:gd name="connsiteX821" fmla="*/ 3624562 w 7467600"/>
              <a:gd name="connsiteY821" fmla="*/ 367041 h 6858000"/>
              <a:gd name="connsiteX822" fmla="*/ 3489712 w 7467600"/>
              <a:gd name="connsiteY822" fmla="*/ 485386 h 6858000"/>
              <a:gd name="connsiteX823" fmla="*/ 3182994 w 7467600"/>
              <a:gd name="connsiteY823" fmla="*/ 828265 h 6858000"/>
              <a:gd name="connsiteX824" fmla="*/ 2892114 w 7467600"/>
              <a:gd name="connsiteY824" fmla="*/ 1172635 h 6858000"/>
              <a:gd name="connsiteX825" fmla="*/ 3021459 w 7467600"/>
              <a:gd name="connsiteY825" fmla="*/ 1035385 h 6858000"/>
              <a:gd name="connsiteX826" fmla="*/ 3153873 w 7467600"/>
              <a:gd name="connsiteY826" fmla="*/ 898971 h 6858000"/>
              <a:gd name="connsiteX827" fmla="*/ 3276511 w 7467600"/>
              <a:gd name="connsiteY827" fmla="*/ 786423 h 6858000"/>
              <a:gd name="connsiteX828" fmla="*/ 3584154 w 7467600"/>
              <a:gd name="connsiteY828" fmla="*/ 448218 h 6858000"/>
              <a:gd name="connsiteX829" fmla="*/ 3624562 w 7467600"/>
              <a:gd name="connsiteY829" fmla="*/ 367041 h 6858000"/>
              <a:gd name="connsiteX830" fmla="*/ 3766672 w 7467600"/>
              <a:gd name="connsiteY830" fmla="*/ 359429 h 6858000"/>
              <a:gd name="connsiteX831" fmla="*/ 3996338 w 7467600"/>
              <a:gd name="connsiteY831" fmla="*/ 968237 h 6858000"/>
              <a:gd name="connsiteX832" fmla="*/ 3766672 w 7467600"/>
              <a:gd name="connsiteY832" fmla="*/ 359429 h 6858000"/>
              <a:gd name="connsiteX833" fmla="*/ 5805386 w 7467600"/>
              <a:gd name="connsiteY833" fmla="*/ 239240 h 6858000"/>
              <a:gd name="connsiteX834" fmla="*/ 5736947 w 7467600"/>
              <a:gd name="connsiteY834" fmla="*/ 261367 h 6858000"/>
              <a:gd name="connsiteX835" fmla="*/ 5427012 w 7467600"/>
              <a:gd name="connsiteY835" fmla="*/ 311272 h 6858000"/>
              <a:gd name="connsiteX836" fmla="*/ 5147818 w 7467600"/>
              <a:gd name="connsiteY836" fmla="*/ 322112 h 6858000"/>
              <a:gd name="connsiteX837" fmla="*/ 5060854 w 7467600"/>
              <a:gd name="connsiteY837" fmla="*/ 311882 h 6858000"/>
              <a:gd name="connsiteX838" fmla="*/ 4945989 w 7467600"/>
              <a:gd name="connsiteY838" fmla="*/ 300516 h 6858000"/>
              <a:gd name="connsiteX839" fmla="*/ 5410479 w 7467600"/>
              <a:gd name="connsiteY839" fmla="*/ 348434 h 6858000"/>
              <a:gd name="connsiteX840" fmla="*/ 5805386 w 7467600"/>
              <a:gd name="connsiteY840" fmla="*/ 239240 h 6858000"/>
              <a:gd name="connsiteX841" fmla="*/ 5905192 w 7467600"/>
              <a:gd name="connsiteY841" fmla="*/ 163079 h 6858000"/>
              <a:gd name="connsiteX842" fmla="*/ 5865655 w 7467600"/>
              <a:gd name="connsiteY842" fmla="*/ 171901 h 6858000"/>
              <a:gd name="connsiteX843" fmla="*/ 5259740 w 7467600"/>
              <a:gd name="connsiteY843" fmla="*/ 257013 h 6858000"/>
              <a:gd name="connsiteX844" fmla="*/ 5208466 w 7467600"/>
              <a:gd name="connsiteY844" fmla="*/ 257550 h 6858000"/>
              <a:gd name="connsiteX845" fmla="*/ 4980204 w 7467600"/>
              <a:gd name="connsiteY845" fmla="*/ 271903 h 6858000"/>
              <a:gd name="connsiteX846" fmla="*/ 5068068 w 7467600"/>
              <a:gd name="connsiteY846" fmla="*/ 282244 h 6858000"/>
              <a:gd name="connsiteX847" fmla="*/ 5153231 w 7467600"/>
              <a:gd name="connsiteY847" fmla="*/ 292240 h 6858000"/>
              <a:gd name="connsiteX848" fmla="*/ 5426491 w 7467600"/>
              <a:gd name="connsiteY848" fmla="*/ 281128 h 6858000"/>
              <a:gd name="connsiteX849" fmla="*/ 5731212 w 7467600"/>
              <a:gd name="connsiteY849" fmla="*/ 231951 h 6858000"/>
              <a:gd name="connsiteX850" fmla="*/ 5905192 w 7467600"/>
              <a:gd name="connsiteY850" fmla="*/ 163079 h 6858000"/>
              <a:gd name="connsiteX851" fmla="*/ 5944437 w 7467600"/>
              <a:gd name="connsiteY851" fmla="*/ 113829 h 6858000"/>
              <a:gd name="connsiteX852" fmla="*/ 5825032 w 7467600"/>
              <a:gd name="connsiteY852" fmla="*/ 146405 h 6858000"/>
              <a:gd name="connsiteX853" fmla="*/ 4955599 w 7467600"/>
              <a:gd name="connsiteY853" fmla="*/ 247008 h 6858000"/>
              <a:gd name="connsiteX854" fmla="*/ 5210104 w 7467600"/>
              <a:gd name="connsiteY854" fmla="*/ 228123 h 6858000"/>
              <a:gd name="connsiteX855" fmla="*/ 5261015 w 7467600"/>
              <a:gd name="connsiteY855" fmla="*/ 227087 h 6858000"/>
              <a:gd name="connsiteX856" fmla="*/ 5861181 w 7467600"/>
              <a:gd name="connsiteY856" fmla="*/ 143093 h 6858000"/>
              <a:gd name="connsiteX857" fmla="*/ 5961252 w 7467600"/>
              <a:gd name="connsiteY857" fmla="*/ 114820 h 6858000"/>
              <a:gd name="connsiteX858" fmla="*/ 5944437 w 7467600"/>
              <a:gd name="connsiteY858" fmla="*/ 113829 h 6858000"/>
              <a:gd name="connsiteX859" fmla="*/ 3882765 w 7467600"/>
              <a:gd name="connsiteY859" fmla="*/ 0 h 6858000"/>
              <a:gd name="connsiteX860" fmla="*/ 3995099 w 7467600"/>
              <a:gd name="connsiteY860" fmla="*/ 0 h 6858000"/>
              <a:gd name="connsiteX861" fmla="*/ 4163818 w 7467600"/>
              <a:gd name="connsiteY861" fmla="*/ 234104 h 6858000"/>
              <a:gd name="connsiteX862" fmla="*/ 4172099 w 7467600"/>
              <a:gd name="connsiteY862" fmla="*/ 234207 h 6858000"/>
              <a:gd name="connsiteX863" fmla="*/ 4784282 w 7467600"/>
              <a:gd name="connsiteY863" fmla="*/ 276561 h 6858000"/>
              <a:gd name="connsiteX864" fmla="*/ 4801687 w 7467600"/>
              <a:gd name="connsiteY864" fmla="*/ 267764 h 6858000"/>
              <a:gd name="connsiteX865" fmla="*/ 6082788 w 7467600"/>
              <a:gd name="connsiteY865" fmla="*/ 64119 h 6858000"/>
              <a:gd name="connsiteX866" fmla="*/ 6099442 w 7467600"/>
              <a:gd name="connsiteY866" fmla="*/ 82568 h 6858000"/>
              <a:gd name="connsiteX867" fmla="*/ 4804137 w 7467600"/>
              <a:gd name="connsiteY867" fmla="*/ 320931 h 6858000"/>
              <a:gd name="connsiteX868" fmla="*/ 4227047 w 7467600"/>
              <a:gd name="connsiteY868" fmla="*/ 313415 h 6858000"/>
              <a:gd name="connsiteX869" fmla="*/ 4346041 w 7467600"/>
              <a:gd name="connsiteY869" fmla="*/ 456086 h 6858000"/>
              <a:gd name="connsiteX870" fmla="*/ 4870967 w 7467600"/>
              <a:gd name="connsiteY870" fmla="*/ 963061 h 6858000"/>
              <a:gd name="connsiteX871" fmla="*/ 4889647 w 7467600"/>
              <a:gd name="connsiteY871" fmla="*/ 957147 h 6858000"/>
              <a:gd name="connsiteX872" fmla="*/ 5422504 w 7467600"/>
              <a:gd name="connsiteY872" fmla="*/ 805191 h 6858000"/>
              <a:gd name="connsiteX873" fmla="*/ 6087656 w 7467600"/>
              <a:gd name="connsiteY873" fmla="*/ 826703 h 6858000"/>
              <a:gd name="connsiteX874" fmla="*/ 6058717 w 7467600"/>
              <a:gd name="connsiteY874" fmla="*/ 865992 h 6858000"/>
              <a:gd name="connsiteX875" fmla="*/ 4974153 w 7467600"/>
              <a:gd name="connsiteY875" fmla="*/ 1045456 h 6858000"/>
              <a:gd name="connsiteX876" fmla="*/ 5627835 w 7467600"/>
              <a:gd name="connsiteY876" fmla="*/ 1472077 h 6858000"/>
              <a:gd name="connsiteX877" fmla="*/ 5629817 w 7467600"/>
              <a:gd name="connsiteY877" fmla="*/ 1471412 h 6858000"/>
              <a:gd name="connsiteX878" fmla="*/ 5634124 w 7467600"/>
              <a:gd name="connsiteY878" fmla="*/ 1470572 h 6858000"/>
              <a:gd name="connsiteX879" fmla="*/ 5755832 w 7467600"/>
              <a:gd name="connsiteY879" fmla="*/ 1383886 h 6858000"/>
              <a:gd name="connsiteX880" fmla="*/ 6014186 w 7467600"/>
              <a:gd name="connsiteY880" fmla="*/ 1279799 h 6858000"/>
              <a:gd name="connsiteX881" fmla="*/ 6901619 w 7467600"/>
              <a:gd name="connsiteY881" fmla="*/ 1047874 h 6858000"/>
              <a:gd name="connsiteX882" fmla="*/ 6931566 w 7467600"/>
              <a:gd name="connsiteY882" fmla="*/ 1062034 h 6858000"/>
              <a:gd name="connsiteX883" fmla="*/ 5790982 w 7467600"/>
              <a:gd name="connsiteY883" fmla="*/ 1561380 h 6858000"/>
              <a:gd name="connsiteX884" fmla="*/ 6188971 w 7467600"/>
              <a:gd name="connsiteY884" fmla="*/ 1755168 h 6858000"/>
              <a:gd name="connsiteX885" fmla="*/ 6202446 w 7467600"/>
              <a:gd name="connsiteY885" fmla="*/ 1752268 h 6858000"/>
              <a:gd name="connsiteX886" fmla="*/ 7179560 w 7467600"/>
              <a:gd name="connsiteY886" fmla="*/ 1467551 h 6858000"/>
              <a:gd name="connsiteX887" fmla="*/ 7158730 w 7467600"/>
              <a:gd name="connsiteY887" fmla="*/ 1507835 h 6858000"/>
              <a:gd name="connsiteX888" fmla="*/ 6326959 w 7467600"/>
              <a:gd name="connsiteY888" fmla="*/ 1817686 h 6858000"/>
              <a:gd name="connsiteX889" fmla="*/ 6537433 w 7467600"/>
              <a:gd name="connsiteY889" fmla="*/ 1907790 h 6858000"/>
              <a:gd name="connsiteX890" fmla="*/ 6550221 w 7467600"/>
              <a:gd name="connsiteY890" fmla="*/ 1910729 h 6858000"/>
              <a:gd name="connsiteX891" fmla="*/ 6964438 w 7467600"/>
              <a:gd name="connsiteY891" fmla="*/ 2209505 h 6858000"/>
              <a:gd name="connsiteX892" fmla="*/ 7367862 w 7467600"/>
              <a:gd name="connsiteY892" fmla="*/ 2806833 h 6858000"/>
              <a:gd name="connsiteX893" fmla="*/ 7364329 w 7467600"/>
              <a:gd name="connsiteY893" fmla="*/ 2826907 h 6858000"/>
              <a:gd name="connsiteX894" fmla="*/ 7290545 w 7467600"/>
              <a:gd name="connsiteY894" fmla="*/ 2850663 h 6858000"/>
              <a:gd name="connsiteX895" fmla="*/ 6472036 w 7467600"/>
              <a:gd name="connsiteY895" fmla="*/ 1959003 h 6858000"/>
              <a:gd name="connsiteX896" fmla="*/ 5792897 w 7467600"/>
              <a:gd name="connsiteY896" fmla="*/ 1647747 h 6858000"/>
              <a:gd name="connsiteX897" fmla="*/ 5842751 w 7467600"/>
              <a:gd name="connsiteY897" fmla="*/ 1816112 h 6858000"/>
              <a:gd name="connsiteX898" fmla="*/ 5847424 w 7467600"/>
              <a:gd name="connsiteY898" fmla="*/ 1815776 h 6858000"/>
              <a:gd name="connsiteX899" fmla="*/ 6399821 w 7467600"/>
              <a:gd name="connsiteY899" fmla="*/ 2344799 h 6858000"/>
              <a:gd name="connsiteX900" fmla="*/ 6323232 w 7467600"/>
              <a:gd name="connsiteY900" fmla="*/ 2389634 h 6858000"/>
              <a:gd name="connsiteX901" fmla="*/ 5942958 w 7467600"/>
              <a:gd name="connsiteY901" fmla="*/ 2077708 h 6858000"/>
              <a:gd name="connsiteX902" fmla="*/ 5921559 w 7467600"/>
              <a:gd name="connsiteY902" fmla="*/ 2378596 h 6858000"/>
              <a:gd name="connsiteX903" fmla="*/ 5817651 w 7467600"/>
              <a:gd name="connsiteY903" fmla="*/ 3023919 h 6858000"/>
              <a:gd name="connsiteX904" fmla="*/ 5729634 w 7467600"/>
              <a:gd name="connsiteY904" fmla="*/ 3051849 h 6858000"/>
              <a:gd name="connsiteX905" fmla="*/ 5611018 w 7467600"/>
              <a:gd name="connsiteY905" fmla="*/ 2316769 h 6858000"/>
              <a:gd name="connsiteX906" fmla="*/ 5687608 w 7467600"/>
              <a:gd name="connsiteY906" fmla="*/ 2039972 h 6858000"/>
              <a:gd name="connsiteX907" fmla="*/ 5657554 w 7467600"/>
              <a:gd name="connsiteY907" fmla="*/ 1576445 h 6858000"/>
              <a:gd name="connsiteX908" fmla="*/ 5150475 w 7467600"/>
              <a:gd name="connsiteY908" fmla="*/ 1274012 h 6858000"/>
              <a:gd name="connsiteX909" fmla="*/ 5349142 w 7467600"/>
              <a:gd name="connsiteY909" fmla="*/ 2204405 h 6858000"/>
              <a:gd name="connsiteX910" fmla="*/ 5262214 w 7467600"/>
              <a:gd name="connsiteY910" fmla="*/ 2233836 h 6858000"/>
              <a:gd name="connsiteX911" fmla="*/ 4981539 w 7467600"/>
              <a:gd name="connsiteY911" fmla="*/ 1542201 h 6858000"/>
              <a:gd name="connsiteX912" fmla="*/ 4958461 w 7467600"/>
              <a:gd name="connsiteY912" fmla="*/ 1136957 h 6858000"/>
              <a:gd name="connsiteX913" fmla="*/ 4655015 w 7467600"/>
              <a:gd name="connsiteY913" fmla="*/ 891426 h 6858000"/>
              <a:gd name="connsiteX914" fmla="*/ 4348002 w 7467600"/>
              <a:gd name="connsiteY914" fmla="*/ 2205895 h 6858000"/>
              <a:gd name="connsiteX915" fmla="*/ 4262250 w 7467600"/>
              <a:gd name="connsiteY915" fmla="*/ 2219972 h 6858000"/>
              <a:gd name="connsiteX916" fmla="*/ 4550611 w 7467600"/>
              <a:gd name="connsiteY916" fmla="*/ 817540 h 6858000"/>
              <a:gd name="connsiteX917" fmla="*/ 4564418 w 7467600"/>
              <a:gd name="connsiteY917" fmla="*/ 808293 h 6858000"/>
              <a:gd name="connsiteX918" fmla="*/ 4266388 w 7467600"/>
              <a:gd name="connsiteY918" fmla="*/ 500083 h 6858000"/>
              <a:gd name="connsiteX919" fmla="*/ 4032842 w 7467600"/>
              <a:gd name="connsiteY919" fmla="*/ 211809 h 6858000"/>
              <a:gd name="connsiteX920" fmla="*/ 3882765 w 7467600"/>
              <a:gd name="connsiteY920" fmla="*/ 0 h 6858000"/>
              <a:gd name="connsiteX921" fmla="*/ 3721337 w 7467600"/>
              <a:gd name="connsiteY921" fmla="*/ 0 h 6858000"/>
              <a:gd name="connsiteX922" fmla="*/ 3797544 w 7467600"/>
              <a:gd name="connsiteY922" fmla="*/ 0 h 6858000"/>
              <a:gd name="connsiteX923" fmla="*/ 3775734 w 7467600"/>
              <a:gd name="connsiteY923" fmla="*/ 95131 h 6858000"/>
              <a:gd name="connsiteX924" fmla="*/ 3724807 w 7467600"/>
              <a:gd name="connsiteY924" fmla="*/ 272257 h 6858000"/>
              <a:gd name="connsiteX925" fmla="*/ 3726844 w 7467600"/>
              <a:gd name="connsiteY925" fmla="*/ 282988 h 6858000"/>
              <a:gd name="connsiteX926" fmla="*/ 3742664 w 7467600"/>
              <a:gd name="connsiteY926" fmla="*/ 279918 h 6858000"/>
              <a:gd name="connsiteX927" fmla="*/ 4103910 w 7467600"/>
              <a:gd name="connsiteY927" fmla="*/ 1161917 h 6858000"/>
              <a:gd name="connsiteX928" fmla="*/ 4020269 w 7467600"/>
              <a:gd name="connsiteY928" fmla="*/ 1200406 h 6858000"/>
              <a:gd name="connsiteX929" fmla="*/ 3674882 w 7467600"/>
              <a:gd name="connsiteY929" fmla="*/ 488524 h 6858000"/>
              <a:gd name="connsiteX930" fmla="*/ 3132682 w 7467600"/>
              <a:gd name="connsiteY930" fmla="*/ 1072284 h 6858000"/>
              <a:gd name="connsiteX931" fmla="*/ 2716346 w 7467600"/>
              <a:gd name="connsiteY931" fmla="*/ 1276376 h 6858000"/>
              <a:gd name="connsiteX932" fmla="*/ 2716772 w 7467600"/>
              <a:gd name="connsiteY932" fmla="*/ 1255462 h 6858000"/>
              <a:gd name="connsiteX933" fmla="*/ 3471096 w 7467600"/>
              <a:gd name="connsiteY933" fmla="*/ 437072 h 6858000"/>
              <a:gd name="connsiteX934" fmla="*/ 3639057 w 7467600"/>
              <a:gd name="connsiteY934" fmla="*/ 286334 h 6858000"/>
              <a:gd name="connsiteX935" fmla="*/ 3640309 w 7467600"/>
              <a:gd name="connsiteY935" fmla="*/ 284664 h 6858000"/>
              <a:gd name="connsiteX936" fmla="*/ 3646022 w 7467600"/>
              <a:gd name="connsiteY936" fmla="*/ 276711 h 6858000"/>
              <a:gd name="connsiteX937" fmla="*/ 3707943 w 7467600"/>
              <a:gd name="connsiteY937" fmla="*/ 65958 h 6858000"/>
              <a:gd name="connsiteX938" fmla="*/ 3721337 w 7467600"/>
              <a:gd name="connsiteY938" fmla="*/ 0 h 6858000"/>
              <a:gd name="connsiteX939" fmla="*/ 2867960 w 7467600"/>
              <a:gd name="connsiteY939" fmla="*/ 0 h 6858000"/>
              <a:gd name="connsiteX940" fmla="*/ 2926351 w 7467600"/>
              <a:gd name="connsiteY940" fmla="*/ 0 h 6858000"/>
              <a:gd name="connsiteX941" fmla="*/ 2902823 w 7467600"/>
              <a:gd name="connsiteY941" fmla="*/ 262929 h 6858000"/>
              <a:gd name="connsiteX942" fmla="*/ 2940663 w 7467600"/>
              <a:gd name="connsiteY942" fmla="*/ 140884 h 6858000"/>
              <a:gd name="connsiteX943" fmla="*/ 2947039 w 7467600"/>
              <a:gd name="connsiteY943" fmla="*/ 122524 h 6858000"/>
              <a:gd name="connsiteX944" fmla="*/ 2984316 w 7467600"/>
              <a:gd name="connsiteY944" fmla="*/ 0 h 6858000"/>
              <a:gd name="connsiteX945" fmla="*/ 3016114 w 7467600"/>
              <a:gd name="connsiteY945" fmla="*/ 0 h 6858000"/>
              <a:gd name="connsiteX946" fmla="*/ 2979949 w 7467600"/>
              <a:gd name="connsiteY946" fmla="*/ 119274 h 6858000"/>
              <a:gd name="connsiteX947" fmla="*/ 3023879 w 7467600"/>
              <a:gd name="connsiteY947" fmla="*/ 0 h 6858000"/>
              <a:gd name="connsiteX948" fmla="*/ 3105400 w 7467600"/>
              <a:gd name="connsiteY948" fmla="*/ 0 h 6858000"/>
              <a:gd name="connsiteX949" fmla="*/ 3094669 w 7467600"/>
              <a:gd name="connsiteY949" fmla="*/ 30308 h 6858000"/>
              <a:gd name="connsiteX950" fmla="*/ 2901945 w 7467600"/>
              <a:gd name="connsiteY950" fmla="*/ 466538 h 6858000"/>
              <a:gd name="connsiteX951" fmla="*/ 2815209 w 7467600"/>
              <a:gd name="connsiteY951" fmla="*/ 497361 h 6858000"/>
              <a:gd name="connsiteX952" fmla="*/ 2844845 w 7467600"/>
              <a:gd name="connsiteY952" fmla="*/ 127638 h 6858000"/>
              <a:gd name="connsiteX953" fmla="*/ 2867960 w 7467600"/>
              <a:gd name="connsiteY953" fmla="*/ 0 h 6858000"/>
              <a:gd name="connsiteX954" fmla="*/ 1057230 w 7467600"/>
              <a:gd name="connsiteY954" fmla="*/ 0 h 6858000"/>
              <a:gd name="connsiteX955" fmla="*/ 1111003 w 7467600"/>
              <a:gd name="connsiteY955" fmla="*/ 0 h 6858000"/>
              <a:gd name="connsiteX956" fmla="*/ 1125553 w 7467600"/>
              <a:gd name="connsiteY956" fmla="*/ 52588 h 6858000"/>
              <a:gd name="connsiteX957" fmla="*/ 1304276 w 7467600"/>
              <a:gd name="connsiteY957" fmla="*/ 476275 h 6858000"/>
              <a:gd name="connsiteX958" fmla="*/ 1492066 w 7467600"/>
              <a:gd name="connsiteY958" fmla="*/ 886333 h 6858000"/>
              <a:gd name="connsiteX959" fmla="*/ 1423698 w 7467600"/>
              <a:gd name="connsiteY959" fmla="*/ 710817 h 6858000"/>
              <a:gd name="connsiteX960" fmla="*/ 1357609 w 7467600"/>
              <a:gd name="connsiteY960" fmla="*/ 532892 h 6858000"/>
              <a:gd name="connsiteX961" fmla="*/ 1309550 w 7467600"/>
              <a:gd name="connsiteY961" fmla="*/ 374031 h 6858000"/>
              <a:gd name="connsiteX962" fmla="*/ 1193673 w 7467600"/>
              <a:gd name="connsiteY962" fmla="*/ 49533 h 6858000"/>
              <a:gd name="connsiteX963" fmla="*/ 1164391 w 7467600"/>
              <a:gd name="connsiteY963" fmla="*/ 0 h 6858000"/>
              <a:gd name="connsiteX964" fmla="*/ 1200666 w 7467600"/>
              <a:gd name="connsiteY964" fmla="*/ 0 h 6858000"/>
              <a:gd name="connsiteX965" fmla="*/ 1223408 w 7467600"/>
              <a:gd name="connsiteY965" fmla="*/ 38996 h 6858000"/>
              <a:gd name="connsiteX966" fmla="*/ 1339635 w 7467600"/>
              <a:gd name="connsiteY966" fmla="*/ 365517 h 6858000"/>
              <a:gd name="connsiteX967" fmla="*/ 1387469 w 7467600"/>
              <a:gd name="connsiteY967" fmla="*/ 523079 h 6858000"/>
              <a:gd name="connsiteX968" fmla="*/ 1452685 w 7467600"/>
              <a:gd name="connsiteY968" fmla="*/ 699806 h 6858000"/>
              <a:gd name="connsiteX969" fmla="*/ 1492092 w 7467600"/>
              <a:gd name="connsiteY969" fmla="*/ 800424 h 6858000"/>
              <a:gd name="connsiteX970" fmla="*/ 1455302 w 7467600"/>
              <a:gd name="connsiteY970" fmla="*/ 632913 h 6858000"/>
              <a:gd name="connsiteX971" fmla="*/ 1222336 w 7467600"/>
              <a:gd name="connsiteY971" fmla="*/ 9480 h 6858000"/>
              <a:gd name="connsiteX972" fmla="*/ 1214634 w 7467600"/>
              <a:gd name="connsiteY972" fmla="*/ 0 h 6858000"/>
              <a:gd name="connsiteX973" fmla="*/ 1289827 w 7467600"/>
              <a:gd name="connsiteY973" fmla="*/ 0 h 6858000"/>
              <a:gd name="connsiteX974" fmla="*/ 1321076 w 7467600"/>
              <a:gd name="connsiteY974" fmla="*/ 59722 h 6858000"/>
              <a:gd name="connsiteX975" fmla="*/ 1512579 w 7467600"/>
              <a:gd name="connsiteY975" fmla="*/ 626441 h 6858000"/>
              <a:gd name="connsiteX976" fmla="*/ 1506076 w 7467600"/>
              <a:gd name="connsiteY976" fmla="*/ 1089289 h 6858000"/>
              <a:gd name="connsiteX977" fmla="*/ 1486346 w 7467600"/>
              <a:gd name="connsiteY977" fmla="*/ 1079919 h 6858000"/>
              <a:gd name="connsiteX978" fmla="*/ 1070511 w 7467600"/>
              <a:gd name="connsiteY978" fmla="*/ 48609 h 6858000"/>
              <a:gd name="connsiteX979" fmla="*/ 1057230 w 7467600"/>
              <a:gd name="connsiteY979" fmla="*/ 0 h 6858000"/>
              <a:gd name="connsiteX980" fmla="*/ 43151 w 7467600"/>
              <a:gd name="connsiteY980" fmla="*/ 0 h 6858000"/>
              <a:gd name="connsiteX981" fmla="*/ 95283 w 7467600"/>
              <a:gd name="connsiteY981" fmla="*/ 0 h 6858000"/>
              <a:gd name="connsiteX982" fmla="*/ 300708 w 7467600"/>
              <a:gd name="connsiteY982" fmla="*/ 154571 h 6858000"/>
              <a:gd name="connsiteX983" fmla="*/ 530414 w 7467600"/>
              <a:gd name="connsiteY983" fmla="*/ 354673 h 6858000"/>
              <a:gd name="connsiteX984" fmla="*/ 333785 w 7467600"/>
              <a:gd name="connsiteY984" fmla="*/ 161564 h 6858000"/>
              <a:gd name="connsiteX985" fmla="*/ 147005 w 7467600"/>
              <a:gd name="connsiteY985" fmla="*/ 0 h 6858000"/>
              <a:gd name="connsiteX986" fmla="*/ 272509 w 7467600"/>
              <a:gd name="connsiteY986" fmla="*/ 0 h 6858000"/>
              <a:gd name="connsiteX987" fmla="*/ 326276 w 7467600"/>
              <a:gd name="connsiteY987" fmla="*/ 45847 h 6858000"/>
              <a:gd name="connsiteX988" fmla="*/ 823759 w 7467600"/>
              <a:gd name="connsiteY988" fmla="*/ 574145 h 6858000"/>
              <a:gd name="connsiteX989" fmla="*/ 811254 w 7467600"/>
              <a:gd name="connsiteY989" fmla="*/ 665546 h 6858000"/>
              <a:gd name="connsiteX990" fmla="*/ 154042 w 7467600"/>
              <a:gd name="connsiteY990" fmla="*/ 261522 h 6858000"/>
              <a:gd name="connsiteX991" fmla="*/ 13550 w 7467600"/>
              <a:gd name="connsiteY991" fmla="*/ 158423 h 6858000"/>
              <a:gd name="connsiteX992" fmla="*/ 0 w 7467600"/>
              <a:gd name="connsiteY992" fmla="*/ 146618 h 6858000"/>
              <a:gd name="connsiteX993" fmla="*/ 0 w 7467600"/>
              <a:gd name="connsiteY993" fmla="*/ 59161 h 6858000"/>
              <a:gd name="connsiteX994" fmla="*/ 45427 w 7467600"/>
              <a:gd name="connsiteY994" fmla="*/ 101078 h 6858000"/>
              <a:gd name="connsiteX995" fmla="*/ 630103 w 7467600"/>
              <a:gd name="connsiteY995" fmla="*/ 485885 h 6858000"/>
              <a:gd name="connsiteX996" fmla="*/ 532040 w 7467600"/>
              <a:gd name="connsiteY996" fmla="*/ 399359 h 6858000"/>
              <a:gd name="connsiteX997" fmla="*/ 517618 w 7467600"/>
              <a:gd name="connsiteY997" fmla="*/ 385726 h 6858000"/>
              <a:gd name="connsiteX998" fmla="*/ 285074 w 7467600"/>
              <a:gd name="connsiteY998" fmla="*/ 182755 h 6858000"/>
              <a:gd name="connsiteX999" fmla="*/ 43151 w 7467600"/>
              <a:gd name="connsiteY99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361850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7467600 w 7467600"/>
              <a:gd name="connsiteY142" fmla="*/ 5361850 h 6858000"/>
              <a:gd name="connsiteX143" fmla="*/ 1903353 w 7467600"/>
              <a:gd name="connsiteY143" fmla="*/ 5044827 h 6858000"/>
              <a:gd name="connsiteX144" fmla="*/ 1936931 w 7467600"/>
              <a:gd name="connsiteY144" fmla="*/ 5093954 h 6858000"/>
              <a:gd name="connsiteX145" fmla="*/ 2195868 w 7467600"/>
              <a:gd name="connsiteY145" fmla="*/ 5396574 h 6858000"/>
              <a:gd name="connsiteX146" fmla="*/ 2088852 w 7467600"/>
              <a:gd name="connsiteY146" fmla="*/ 5166123 h 6858000"/>
              <a:gd name="connsiteX147" fmla="*/ 1958241 w 7467600"/>
              <a:gd name="connsiteY147" fmla="*/ 5067955 h 6858000"/>
              <a:gd name="connsiteX148" fmla="*/ 1903353 w 7467600"/>
              <a:gd name="connsiteY148" fmla="*/ 5044827 h 6858000"/>
              <a:gd name="connsiteX149" fmla="*/ 1979378 w 7467600"/>
              <a:gd name="connsiteY149" fmla="*/ 4769504 h 6858000"/>
              <a:gd name="connsiteX150" fmla="*/ 2882120 w 7467600"/>
              <a:gd name="connsiteY150" fmla="*/ 5064547 h 6858000"/>
              <a:gd name="connsiteX151" fmla="*/ 2793103 w 7467600"/>
              <a:gd name="connsiteY151" fmla="*/ 5039699 h 6858000"/>
              <a:gd name="connsiteX152" fmla="*/ 2770041 w 7467600"/>
              <a:gd name="connsiteY152" fmla="*/ 5033634 h 6858000"/>
              <a:gd name="connsiteX153" fmla="*/ 1979378 w 7467600"/>
              <a:gd name="connsiteY153" fmla="*/ 4769504 h 6858000"/>
              <a:gd name="connsiteX154" fmla="*/ 1927410 w 7467600"/>
              <a:gd name="connsiteY154" fmla="*/ 4716164 h 6858000"/>
              <a:gd name="connsiteX155" fmla="*/ 1959587 w 7467600"/>
              <a:gd name="connsiteY155" fmla="*/ 4728849 h 6858000"/>
              <a:gd name="connsiteX156" fmla="*/ 2777707 w 7467600"/>
              <a:gd name="connsiteY156" fmla="*/ 5003991 h 6858000"/>
              <a:gd name="connsiteX157" fmla="*/ 2800768 w 7467600"/>
              <a:gd name="connsiteY157" fmla="*/ 5010056 h 6858000"/>
              <a:gd name="connsiteX158" fmla="*/ 2879408 w 7467600"/>
              <a:gd name="connsiteY158" fmla="*/ 5031590 h 6858000"/>
              <a:gd name="connsiteX159" fmla="*/ 2862295 w 7467600"/>
              <a:gd name="connsiteY159" fmla="*/ 5022958 h 6858000"/>
              <a:gd name="connsiteX160" fmla="*/ 2813343 w 7467600"/>
              <a:gd name="connsiteY160" fmla="*/ 4998369 h 6858000"/>
              <a:gd name="connsiteX161" fmla="*/ 2646245 w 7467600"/>
              <a:gd name="connsiteY161" fmla="*/ 4930999 h 6858000"/>
              <a:gd name="connsiteX162" fmla="*/ 1999243 w 7467600"/>
              <a:gd name="connsiteY162" fmla="*/ 4730524 h 6858000"/>
              <a:gd name="connsiteX163" fmla="*/ 1979527 w 7467600"/>
              <a:gd name="connsiteY163" fmla="*/ 4726651 h 6858000"/>
              <a:gd name="connsiteX164" fmla="*/ 1927410 w 7467600"/>
              <a:gd name="connsiteY164" fmla="*/ 4716164 h 6858000"/>
              <a:gd name="connsiteX165" fmla="*/ 1997014 w 7467600"/>
              <a:gd name="connsiteY165" fmla="*/ 4698007 h 6858000"/>
              <a:gd name="connsiteX166" fmla="*/ 2005458 w 7467600"/>
              <a:gd name="connsiteY166" fmla="*/ 4699540 h 6858000"/>
              <a:gd name="connsiteX167" fmla="*/ 2657186 w 7467600"/>
              <a:gd name="connsiteY167" fmla="*/ 4901687 h 6858000"/>
              <a:gd name="connsiteX168" fmla="*/ 2826662 w 7467600"/>
              <a:gd name="connsiteY168" fmla="*/ 4970362 h 6858000"/>
              <a:gd name="connsiteX169" fmla="*/ 2876100 w 7467600"/>
              <a:gd name="connsiteY169" fmla="*/ 4995397 h 6858000"/>
              <a:gd name="connsiteX170" fmla="*/ 3042600 w 7467600"/>
              <a:gd name="connsiteY170" fmla="*/ 5059532 h 6858000"/>
              <a:gd name="connsiteX171" fmla="*/ 1997014 w 7467600"/>
              <a:gd name="connsiteY171" fmla="*/ 4698007 h 6858000"/>
              <a:gd name="connsiteX172" fmla="*/ 2305292 w 7467600"/>
              <a:gd name="connsiteY172" fmla="*/ 4219492 h 6858000"/>
              <a:gd name="connsiteX173" fmla="*/ 3360922 w 7467600"/>
              <a:gd name="connsiteY173" fmla="*/ 4529373 h 6858000"/>
              <a:gd name="connsiteX174" fmla="*/ 3492420 w 7467600"/>
              <a:gd name="connsiteY174" fmla="*/ 4510145 h 6858000"/>
              <a:gd name="connsiteX175" fmla="*/ 3364086 w 7467600"/>
              <a:gd name="connsiteY175" fmla="*/ 4480340 h 6858000"/>
              <a:gd name="connsiteX176" fmla="*/ 3225818 w 7467600"/>
              <a:gd name="connsiteY176" fmla="*/ 4411822 h 6858000"/>
              <a:gd name="connsiteX177" fmla="*/ 3129696 w 7467600"/>
              <a:gd name="connsiteY177" fmla="*/ 4360704 h 6858000"/>
              <a:gd name="connsiteX178" fmla="*/ 2814545 w 7467600"/>
              <a:gd name="connsiteY178" fmla="*/ 4282955 h 6858000"/>
              <a:gd name="connsiteX179" fmla="*/ 2305292 w 7467600"/>
              <a:gd name="connsiteY179" fmla="*/ 4219492 h 6858000"/>
              <a:gd name="connsiteX180" fmla="*/ 2626982 w 7467600"/>
              <a:gd name="connsiteY180" fmla="*/ 4206450 h 6858000"/>
              <a:gd name="connsiteX181" fmla="*/ 2490617 w 7467600"/>
              <a:gd name="connsiteY181" fmla="*/ 4206951 h 6858000"/>
              <a:gd name="connsiteX182" fmla="*/ 2819869 w 7467600"/>
              <a:gd name="connsiteY182" fmla="*/ 4252936 h 6858000"/>
              <a:gd name="connsiteX183" fmla="*/ 3143018 w 7467600"/>
              <a:gd name="connsiteY183" fmla="*/ 4332698 h 6858000"/>
              <a:gd name="connsiteX184" fmla="*/ 3241520 w 7467600"/>
              <a:gd name="connsiteY184" fmla="*/ 4385112 h 6858000"/>
              <a:gd name="connsiteX185" fmla="*/ 3374575 w 7467600"/>
              <a:gd name="connsiteY185" fmla="*/ 4451517 h 6858000"/>
              <a:gd name="connsiteX186" fmla="*/ 3505221 w 7467600"/>
              <a:gd name="connsiteY186" fmla="*/ 4480757 h 6858000"/>
              <a:gd name="connsiteX187" fmla="*/ 2626982 w 7467600"/>
              <a:gd name="connsiteY187" fmla="*/ 4206450 h 6858000"/>
              <a:gd name="connsiteX188" fmla="*/ 1310106 w 7467600"/>
              <a:gd name="connsiteY188" fmla="*/ 3943217 h 6858000"/>
              <a:gd name="connsiteX189" fmla="*/ 854994 w 7467600"/>
              <a:gd name="connsiteY189" fmla="*/ 4399136 h 6858000"/>
              <a:gd name="connsiteX190" fmla="*/ 742462 w 7467600"/>
              <a:gd name="connsiteY190" fmla="*/ 4594648 h 6858000"/>
              <a:gd name="connsiteX191" fmla="*/ 820602 w 7467600"/>
              <a:gd name="connsiteY191" fmla="*/ 4485915 h 6858000"/>
              <a:gd name="connsiteX192" fmla="*/ 878295 w 7467600"/>
              <a:gd name="connsiteY192" fmla="*/ 4403594 h 6858000"/>
              <a:gd name="connsiteX193" fmla="*/ 1240607 w 7467600"/>
              <a:gd name="connsiteY193" fmla="*/ 4010401 h 6858000"/>
              <a:gd name="connsiteX194" fmla="*/ 1310106 w 7467600"/>
              <a:gd name="connsiteY194" fmla="*/ 3943217 h 6858000"/>
              <a:gd name="connsiteX195" fmla="*/ 1423113 w 7467600"/>
              <a:gd name="connsiteY195" fmla="*/ 3874565 h 6858000"/>
              <a:gd name="connsiteX196" fmla="*/ 1260565 w 7467600"/>
              <a:gd name="connsiteY196" fmla="*/ 4031982 h 6858000"/>
              <a:gd name="connsiteX197" fmla="*/ 901900 w 7467600"/>
              <a:gd name="connsiteY197" fmla="*/ 4421236 h 6858000"/>
              <a:gd name="connsiteX198" fmla="*/ 845044 w 7467600"/>
              <a:gd name="connsiteY198" fmla="*/ 4502436 h 6858000"/>
              <a:gd name="connsiteX199" fmla="*/ 685926 w 7467600"/>
              <a:gd name="connsiteY199" fmla="*/ 4703069 h 6858000"/>
              <a:gd name="connsiteX200" fmla="*/ 684248 w 7467600"/>
              <a:gd name="connsiteY200" fmla="*/ 4706721 h 6858000"/>
              <a:gd name="connsiteX201" fmla="*/ 1423113 w 7467600"/>
              <a:gd name="connsiteY201" fmla="*/ 3874565 h 6858000"/>
              <a:gd name="connsiteX202" fmla="*/ 3316479 w 7467600"/>
              <a:gd name="connsiteY202" fmla="*/ 3872136 h 6858000"/>
              <a:gd name="connsiteX203" fmla="*/ 3546806 w 7467600"/>
              <a:gd name="connsiteY203" fmla="*/ 4356139 h 6858000"/>
              <a:gd name="connsiteX204" fmla="*/ 3364433 w 7467600"/>
              <a:gd name="connsiteY204" fmla="*/ 3953121 h 6858000"/>
              <a:gd name="connsiteX205" fmla="*/ 3316479 w 7467600"/>
              <a:gd name="connsiteY205" fmla="*/ 3872136 h 6858000"/>
              <a:gd name="connsiteX206" fmla="*/ 3291335 w 7467600"/>
              <a:gd name="connsiteY206" fmla="*/ 3767420 h 6858000"/>
              <a:gd name="connsiteX207" fmla="*/ 3390805 w 7467600"/>
              <a:gd name="connsiteY207" fmla="*/ 3937163 h 6858000"/>
              <a:gd name="connsiteX208" fmla="*/ 3579062 w 7467600"/>
              <a:gd name="connsiteY208" fmla="*/ 4359040 h 6858000"/>
              <a:gd name="connsiteX209" fmla="*/ 3467355 w 7467600"/>
              <a:gd name="connsiteY209" fmla="*/ 3988130 h 6858000"/>
              <a:gd name="connsiteX210" fmla="*/ 3310753 w 7467600"/>
              <a:gd name="connsiteY210" fmla="*/ 3787140 h 6858000"/>
              <a:gd name="connsiteX211" fmla="*/ 3291335 w 7467600"/>
              <a:gd name="connsiteY211" fmla="*/ 3767420 h 6858000"/>
              <a:gd name="connsiteX212" fmla="*/ 1635889 w 7467600"/>
              <a:gd name="connsiteY212" fmla="*/ 3709494 h 6858000"/>
              <a:gd name="connsiteX213" fmla="*/ 1634800 w 7467600"/>
              <a:gd name="connsiteY213" fmla="*/ 3731111 h 6858000"/>
              <a:gd name="connsiteX214" fmla="*/ 1635889 w 7467600"/>
              <a:gd name="connsiteY214" fmla="*/ 3709494 h 6858000"/>
              <a:gd name="connsiteX215" fmla="*/ 1510397 w 7467600"/>
              <a:gd name="connsiteY215" fmla="*/ 3684705 h 6858000"/>
              <a:gd name="connsiteX216" fmla="*/ 1146550 w 7467600"/>
              <a:gd name="connsiteY216" fmla="*/ 3802012 h 6858000"/>
              <a:gd name="connsiteX217" fmla="*/ 698834 w 7467600"/>
              <a:gd name="connsiteY217" fmla="*/ 3952272 h 6858000"/>
              <a:gd name="connsiteX218" fmla="*/ 34256 w 7467600"/>
              <a:gd name="connsiteY218" fmla="*/ 4347603 h 6858000"/>
              <a:gd name="connsiteX219" fmla="*/ 527241 w 7467600"/>
              <a:gd name="connsiteY219" fmla="*/ 4065078 h 6858000"/>
              <a:gd name="connsiteX220" fmla="*/ 1510397 w 7467600"/>
              <a:gd name="connsiteY220" fmla="*/ 3684705 h 6858000"/>
              <a:gd name="connsiteX221" fmla="*/ 1313114 w 7467600"/>
              <a:gd name="connsiteY221" fmla="*/ 3655216 h 6858000"/>
              <a:gd name="connsiteX222" fmla="*/ 1109304 w 7467600"/>
              <a:gd name="connsiteY222" fmla="*/ 3669030 h 6858000"/>
              <a:gd name="connsiteX223" fmla="*/ 8129 w 7467600"/>
              <a:gd name="connsiteY223" fmla="*/ 4330519 h 6858000"/>
              <a:gd name="connsiteX224" fmla="*/ 687572 w 7467600"/>
              <a:gd name="connsiteY224" fmla="*/ 3925629 h 6858000"/>
              <a:gd name="connsiteX225" fmla="*/ 1138365 w 7467600"/>
              <a:gd name="connsiteY225" fmla="*/ 3774515 h 6858000"/>
              <a:gd name="connsiteX226" fmla="*/ 1505579 w 7467600"/>
              <a:gd name="connsiteY226" fmla="*/ 3655526 h 6858000"/>
              <a:gd name="connsiteX227" fmla="*/ 1313114 w 7467600"/>
              <a:gd name="connsiteY227" fmla="*/ 3655216 h 6858000"/>
              <a:gd name="connsiteX228" fmla="*/ 3655073 w 7467600"/>
              <a:gd name="connsiteY228" fmla="*/ 3650884 h 6858000"/>
              <a:gd name="connsiteX229" fmla="*/ 3989938 w 7467600"/>
              <a:gd name="connsiteY229" fmla="*/ 3991685 h 6858000"/>
              <a:gd name="connsiteX230" fmla="*/ 4393907 w 7467600"/>
              <a:gd name="connsiteY230" fmla="*/ 4261258 h 6858000"/>
              <a:gd name="connsiteX231" fmla="*/ 4648051 w 7467600"/>
              <a:gd name="connsiteY231" fmla="*/ 4374051 h 6858000"/>
              <a:gd name="connsiteX232" fmla="*/ 4383389 w 7467600"/>
              <a:gd name="connsiteY232" fmla="*/ 4184369 h 6858000"/>
              <a:gd name="connsiteX233" fmla="*/ 4165508 w 7467600"/>
              <a:gd name="connsiteY233" fmla="*/ 4035196 h 6858000"/>
              <a:gd name="connsiteX234" fmla="*/ 4068162 w 7467600"/>
              <a:gd name="connsiteY234" fmla="*/ 3953394 h 6858000"/>
              <a:gd name="connsiteX235" fmla="*/ 3981416 w 7467600"/>
              <a:gd name="connsiteY235" fmla="*/ 3880482 h 6858000"/>
              <a:gd name="connsiteX236" fmla="*/ 3800147 w 7467600"/>
              <a:gd name="connsiteY236" fmla="*/ 3749872 h 6858000"/>
              <a:gd name="connsiteX237" fmla="*/ 3655073 w 7467600"/>
              <a:gd name="connsiteY237" fmla="*/ 3650884 h 6858000"/>
              <a:gd name="connsiteX238" fmla="*/ 3670252 w 7467600"/>
              <a:gd name="connsiteY238" fmla="*/ 3622798 h 6858000"/>
              <a:gd name="connsiteX239" fmla="*/ 3817258 w 7467600"/>
              <a:gd name="connsiteY239" fmla="*/ 3723577 h 6858000"/>
              <a:gd name="connsiteX240" fmla="*/ 4000461 w 7467600"/>
              <a:gd name="connsiteY240" fmla="*/ 3855966 h 6858000"/>
              <a:gd name="connsiteX241" fmla="*/ 4088180 w 7467600"/>
              <a:gd name="connsiteY241" fmla="*/ 3929774 h 6858000"/>
              <a:gd name="connsiteX242" fmla="*/ 4184555 w 7467600"/>
              <a:gd name="connsiteY242" fmla="*/ 4010683 h 6858000"/>
              <a:gd name="connsiteX243" fmla="*/ 4399563 w 7467600"/>
              <a:gd name="connsiteY243" fmla="*/ 4158106 h 6858000"/>
              <a:gd name="connsiteX244" fmla="*/ 4684469 w 7467600"/>
              <a:gd name="connsiteY244" fmla="*/ 4364680 h 6858000"/>
              <a:gd name="connsiteX245" fmla="*/ 4690271 w 7467600"/>
              <a:gd name="connsiteY245" fmla="*/ 4370034 h 6858000"/>
              <a:gd name="connsiteX246" fmla="*/ 4136093 w 7467600"/>
              <a:gd name="connsiteY246" fmla="*/ 3858466 h 6858000"/>
              <a:gd name="connsiteX247" fmla="*/ 3670252 w 7467600"/>
              <a:gd name="connsiteY247" fmla="*/ 3622798 h 6858000"/>
              <a:gd name="connsiteX248" fmla="*/ 4440129 w 7467600"/>
              <a:gd name="connsiteY248" fmla="*/ 3448571 h 6858000"/>
              <a:gd name="connsiteX249" fmla="*/ 4856525 w 7467600"/>
              <a:gd name="connsiteY249" fmla="*/ 3915351 h 6858000"/>
              <a:gd name="connsiteX250" fmla="*/ 5059055 w 7467600"/>
              <a:gd name="connsiteY250" fmla="*/ 4108918 h 6858000"/>
              <a:gd name="connsiteX251" fmla="*/ 5290070 w 7467600"/>
              <a:gd name="connsiteY251" fmla="*/ 4263619 h 6858000"/>
              <a:gd name="connsiteX252" fmla="*/ 4834991 w 7467600"/>
              <a:gd name="connsiteY252" fmla="*/ 3830985 h 6858000"/>
              <a:gd name="connsiteX253" fmla="*/ 4440129 w 7467600"/>
              <a:gd name="connsiteY253" fmla="*/ 3448571 h 6858000"/>
              <a:gd name="connsiteX254" fmla="*/ 4441737 w 7467600"/>
              <a:gd name="connsiteY254" fmla="*/ 3399734 h 6858000"/>
              <a:gd name="connsiteX255" fmla="*/ 4431236 w 7467600"/>
              <a:gd name="connsiteY255" fmla="*/ 3400954 h 6858000"/>
              <a:gd name="connsiteX256" fmla="*/ 4557150 w 7467600"/>
              <a:gd name="connsiteY256" fmla="*/ 3510023 h 6858000"/>
              <a:gd name="connsiteX257" fmla="*/ 4856936 w 7467600"/>
              <a:gd name="connsiteY257" fmla="*/ 3809146 h 6858000"/>
              <a:gd name="connsiteX258" fmla="*/ 5111996 w 7467600"/>
              <a:gd name="connsiteY258" fmla="*/ 4065759 h 6858000"/>
              <a:gd name="connsiteX259" fmla="*/ 5388878 w 7467600"/>
              <a:gd name="connsiteY259" fmla="*/ 4300185 h 6858000"/>
              <a:gd name="connsiteX260" fmla="*/ 5425556 w 7467600"/>
              <a:gd name="connsiteY260" fmla="*/ 4308967 h 6858000"/>
              <a:gd name="connsiteX261" fmla="*/ 4943646 w 7467600"/>
              <a:gd name="connsiteY261" fmla="*/ 3822916 h 6858000"/>
              <a:gd name="connsiteX262" fmla="*/ 4594837 w 7467600"/>
              <a:gd name="connsiteY262" fmla="*/ 3532274 h 6858000"/>
              <a:gd name="connsiteX263" fmla="*/ 4441737 w 7467600"/>
              <a:gd name="connsiteY263" fmla="*/ 3399734 h 6858000"/>
              <a:gd name="connsiteX264" fmla="*/ 5425834 w 7467600"/>
              <a:gd name="connsiteY264" fmla="*/ 3162785 h 6858000"/>
              <a:gd name="connsiteX265" fmla="*/ 5401644 w 7467600"/>
              <a:gd name="connsiteY265" fmla="*/ 3617847 h 6858000"/>
              <a:gd name="connsiteX266" fmla="*/ 5467256 w 7467600"/>
              <a:gd name="connsiteY266" fmla="*/ 4175494 h 6858000"/>
              <a:gd name="connsiteX267" fmla="*/ 5448069 w 7467600"/>
              <a:gd name="connsiteY267" fmla="*/ 3567554 h 6858000"/>
              <a:gd name="connsiteX268" fmla="*/ 5425834 w 7467600"/>
              <a:gd name="connsiteY268" fmla="*/ 3162785 h 6858000"/>
              <a:gd name="connsiteX269" fmla="*/ 1318687 w 7467600"/>
              <a:gd name="connsiteY269" fmla="*/ 3113840 h 6858000"/>
              <a:gd name="connsiteX270" fmla="*/ 1066793 w 7467600"/>
              <a:gd name="connsiteY270" fmla="*/ 3212171 h 6858000"/>
              <a:gd name="connsiteX271" fmla="*/ 993319 w 7467600"/>
              <a:gd name="connsiteY271" fmla="*/ 3247648 h 6858000"/>
              <a:gd name="connsiteX272" fmla="*/ 853081 w 7467600"/>
              <a:gd name="connsiteY272" fmla="*/ 3312410 h 6858000"/>
              <a:gd name="connsiteX273" fmla="*/ 805957 w 7467600"/>
              <a:gd name="connsiteY273" fmla="*/ 3330443 h 6858000"/>
              <a:gd name="connsiteX274" fmla="*/ 1318687 w 7467600"/>
              <a:gd name="connsiteY274" fmla="*/ 3113840 h 6858000"/>
              <a:gd name="connsiteX275" fmla="*/ 5453702 w 7467600"/>
              <a:gd name="connsiteY275" fmla="*/ 3090882 h 6858000"/>
              <a:gd name="connsiteX276" fmla="*/ 5480135 w 7467600"/>
              <a:gd name="connsiteY276" fmla="*/ 3565802 h 6858000"/>
              <a:gd name="connsiteX277" fmla="*/ 5499023 w 7467600"/>
              <a:gd name="connsiteY277" fmla="*/ 4166310 h 6858000"/>
              <a:gd name="connsiteX278" fmla="*/ 5547022 w 7467600"/>
              <a:gd name="connsiteY278" fmla="*/ 3607838 h 6858000"/>
              <a:gd name="connsiteX279" fmla="*/ 5515964 w 7467600"/>
              <a:gd name="connsiteY279" fmla="*/ 3378541 h 6858000"/>
              <a:gd name="connsiteX280" fmla="*/ 5453702 w 7467600"/>
              <a:gd name="connsiteY280" fmla="*/ 3090882 h 6858000"/>
              <a:gd name="connsiteX281" fmla="*/ 1238695 w 7467600"/>
              <a:gd name="connsiteY281" fmla="*/ 3076820 h 6858000"/>
              <a:gd name="connsiteX282" fmla="*/ 716371 w 7467600"/>
              <a:gd name="connsiteY282" fmla="*/ 3293249 h 6858000"/>
              <a:gd name="connsiteX283" fmla="*/ 579522 w 7467600"/>
              <a:gd name="connsiteY283" fmla="*/ 3371759 h 6858000"/>
              <a:gd name="connsiteX284" fmla="*/ 600288 w 7467600"/>
              <a:gd name="connsiteY284" fmla="*/ 3365555 h 6858000"/>
              <a:gd name="connsiteX285" fmla="*/ 840692 w 7467600"/>
              <a:gd name="connsiteY285" fmla="*/ 3284921 h 6858000"/>
              <a:gd name="connsiteX286" fmla="*/ 979248 w 7467600"/>
              <a:gd name="connsiteY286" fmla="*/ 3221003 h 6858000"/>
              <a:gd name="connsiteX287" fmla="*/ 1053282 w 7467600"/>
              <a:gd name="connsiteY287" fmla="*/ 3185247 h 6858000"/>
              <a:gd name="connsiteX288" fmla="*/ 1320603 w 7467600"/>
              <a:gd name="connsiteY288" fmla="*/ 3081281 h 6858000"/>
              <a:gd name="connsiteX289" fmla="*/ 1238695 w 7467600"/>
              <a:gd name="connsiteY289" fmla="*/ 3076820 h 6858000"/>
              <a:gd name="connsiteX290" fmla="*/ 5425627 w 7467600"/>
              <a:gd name="connsiteY290" fmla="*/ 2954192 h 6858000"/>
              <a:gd name="connsiteX291" fmla="*/ 5470770 w 7467600"/>
              <a:gd name="connsiteY291" fmla="*/ 3005435 h 6858000"/>
              <a:gd name="connsiteX292" fmla="*/ 5519779 w 7467600"/>
              <a:gd name="connsiteY292" fmla="*/ 4359223 h 6858000"/>
              <a:gd name="connsiteX293" fmla="*/ 5520293 w 7467600"/>
              <a:gd name="connsiteY293" fmla="*/ 4360602 h 6858000"/>
              <a:gd name="connsiteX294" fmla="*/ 5767221 w 7467600"/>
              <a:gd name="connsiteY294" fmla="*/ 4665564 h 6858000"/>
              <a:gd name="connsiteX295" fmla="*/ 6937169 w 7467600"/>
              <a:gd name="connsiteY295" fmla="*/ 4815941 h 6858000"/>
              <a:gd name="connsiteX296" fmla="*/ 6953922 w 7467600"/>
              <a:gd name="connsiteY296" fmla="*/ 4890068 h 6858000"/>
              <a:gd name="connsiteX297" fmla="*/ 6071359 w 7467600"/>
              <a:gd name="connsiteY297" fmla="*/ 4770770 h 6858000"/>
              <a:gd name="connsiteX298" fmla="*/ 6038839 w 7467600"/>
              <a:gd name="connsiteY298" fmla="*/ 4764474 h 6858000"/>
              <a:gd name="connsiteX299" fmla="*/ 6038706 w 7467600"/>
              <a:gd name="connsiteY299" fmla="*/ 4763847 h 6858000"/>
              <a:gd name="connsiteX300" fmla="*/ 6037784 w 7467600"/>
              <a:gd name="connsiteY300" fmla="*/ 4764270 h 6858000"/>
              <a:gd name="connsiteX301" fmla="*/ 6038839 w 7467600"/>
              <a:gd name="connsiteY301" fmla="*/ 4764474 h 6858000"/>
              <a:gd name="connsiteX302" fmla="*/ 6040338 w 7467600"/>
              <a:gd name="connsiteY302" fmla="*/ 4771418 h 6858000"/>
              <a:gd name="connsiteX303" fmla="*/ 6024488 w 7467600"/>
              <a:gd name="connsiteY303" fmla="*/ 4809903 h 6858000"/>
              <a:gd name="connsiteX304" fmla="*/ 5599771 w 7467600"/>
              <a:gd name="connsiteY304" fmla="*/ 5509652 h 6858000"/>
              <a:gd name="connsiteX305" fmla="*/ 5548843 w 7467600"/>
              <a:gd name="connsiteY305" fmla="*/ 5563845 h 6858000"/>
              <a:gd name="connsiteX306" fmla="*/ 5940952 w 7467600"/>
              <a:gd name="connsiteY306" fmla="*/ 6250028 h 6858000"/>
              <a:gd name="connsiteX307" fmla="*/ 6043441 w 7467600"/>
              <a:gd name="connsiteY307" fmla="*/ 6665847 h 6858000"/>
              <a:gd name="connsiteX308" fmla="*/ 6093432 w 7467600"/>
              <a:gd name="connsiteY308" fmla="*/ 6858000 h 6858000"/>
              <a:gd name="connsiteX309" fmla="*/ 6034344 w 7467600"/>
              <a:gd name="connsiteY309" fmla="*/ 6858000 h 6858000"/>
              <a:gd name="connsiteX310" fmla="*/ 6026679 w 7467600"/>
              <a:gd name="connsiteY310" fmla="*/ 6836959 h 6858000"/>
              <a:gd name="connsiteX311" fmla="*/ 5800441 w 7467600"/>
              <a:gd name="connsiteY311" fmla="*/ 6335286 h 6858000"/>
              <a:gd name="connsiteX312" fmla="*/ 5526562 w 7467600"/>
              <a:gd name="connsiteY312" fmla="*/ 5705388 h 6858000"/>
              <a:gd name="connsiteX313" fmla="*/ 5519640 w 7467600"/>
              <a:gd name="connsiteY313" fmla="*/ 5683774 h 6858000"/>
              <a:gd name="connsiteX314" fmla="*/ 5844559 w 7467600"/>
              <a:gd name="connsiteY314" fmla="*/ 6553349 h 6858000"/>
              <a:gd name="connsiteX315" fmla="*/ 5975994 w 7467600"/>
              <a:gd name="connsiteY315" fmla="*/ 6858000 h 6858000"/>
              <a:gd name="connsiteX316" fmla="*/ 5898547 w 7467600"/>
              <a:gd name="connsiteY316" fmla="*/ 6858000 h 6858000"/>
              <a:gd name="connsiteX317" fmla="*/ 5682041 w 7467600"/>
              <a:gd name="connsiteY317" fmla="*/ 6355860 h 6858000"/>
              <a:gd name="connsiteX318" fmla="*/ 5461758 w 7467600"/>
              <a:gd name="connsiteY318" fmla="*/ 5820220 h 6858000"/>
              <a:gd name="connsiteX319" fmla="*/ 5237282 w 7467600"/>
              <a:gd name="connsiteY319" fmla="*/ 6579086 h 6858000"/>
              <a:gd name="connsiteX320" fmla="*/ 5115009 w 7467600"/>
              <a:gd name="connsiteY320" fmla="*/ 6858000 h 6858000"/>
              <a:gd name="connsiteX321" fmla="*/ 5028074 w 7467600"/>
              <a:gd name="connsiteY321" fmla="*/ 6858000 h 6858000"/>
              <a:gd name="connsiteX322" fmla="*/ 5079508 w 7467600"/>
              <a:gd name="connsiteY322" fmla="*/ 6749074 h 6858000"/>
              <a:gd name="connsiteX323" fmla="*/ 5371846 w 7467600"/>
              <a:gd name="connsiteY323" fmla="*/ 5924413 h 6858000"/>
              <a:gd name="connsiteX324" fmla="*/ 5270512 w 7467600"/>
              <a:gd name="connsiteY324" fmla="*/ 6138975 h 6858000"/>
              <a:gd name="connsiteX325" fmla="*/ 5062409 w 7467600"/>
              <a:gd name="connsiteY325" fmla="*/ 6653544 h 6858000"/>
              <a:gd name="connsiteX326" fmla="*/ 5036628 w 7467600"/>
              <a:gd name="connsiteY326" fmla="*/ 6754247 h 6858000"/>
              <a:gd name="connsiteX327" fmla="*/ 5009112 w 7467600"/>
              <a:gd name="connsiteY327" fmla="*/ 6858000 h 6858000"/>
              <a:gd name="connsiteX328" fmla="*/ 4976679 w 7467600"/>
              <a:gd name="connsiteY328" fmla="*/ 6858000 h 6858000"/>
              <a:gd name="connsiteX329" fmla="*/ 5006537 w 7467600"/>
              <a:gd name="connsiteY329" fmla="*/ 6747068 h 6858000"/>
              <a:gd name="connsiteX330" fmla="*/ 5032723 w 7467600"/>
              <a:gd name="connsiteY330" fmla="*/ 6644957 h 6858000"/>
              <a:gd name="connsiteX331" fmla="*/ 5242949 w 7467600"/>
              <a:gd name="connsiteY331" fmla="*/ 6125175 h 6858000"/>
              <a:gd name="connsiteX332" fmla="*/ 5286321 w 7467600"/>
              <a:gd name="connsiteY332" fmla="*/ 6033555 h 6858000"/>
              <a:gd name="connsiteX333" fmla="*/ 5008210 w 7467600"/>
              <a:gd name="connsiteY333" fmla="*/ 6649194 h 6858000"/>
              <a:gd name="connsiteX334" fmla="*/ 4986321 w 7467600"/>
              <a:gd name="connsiteY334" fmla="*/ 6765687 h 6858000"/>
              <a:gd name="connsiteX335" fmla="*/ 4973474 w 7467600"/>
              <a:gd name="connsiteY335" fmla="*/ 6858000 h 6858000"/>
              <a:gd name="connsiteX336" fmla="*/ 4907178 w 7467600"/>
              <a:gd name="connsiteY336" fmla="*/ 6858000 h 6858000"/>
              <a:gd name="connsiteX337" fmla="*/ 4910810 w 7467600"/>
              <a:gd name="connsiteY337" fmla="*/ 6829660 h 6858000"/>
              <a:gd name="connsiteX338" fmla="*/ 4987461 w 7467600"/>
              <a:gd name="connsiteY338" fmla="*/ 6432994 h 6858000"/>
              <a:gd name="connsiteX339" fmla="*/ 5179262 w 7467600"/>
              <a:gd name="connsiteY339" fmla="*/ 6035044 h 6858000"/>
              <a:gd name="connsiteX340" fmla="*/ 4689678 w 7467600"/>
              <a:gd name="connsiteY340" fmla="*/ 6440241 h 6858000"/>
              <a:gd name="connsiteX341" fmla="*/ 4477543 w 7467600"/>
              <a:gd name="connsiteY341" fmla="*/ 6674836 h 6858000"/>
              <a:gd name="connsiteX342" fmla="*/ 4329957 w 7467600"/>
              <a:gd name="connsiteY342" fmla="*/ 6858000 h 6858000"/>
              <a:gd name="connsiteX343" fmla="*/ 4218595 w 7467600"/>
              <a:gd name="connsiteY343" fmla="*/ 6858000 h 6858000"/>
              <a:gd name="connsiteX344" fmla="*/ 4368888 w 7467600"/>
              <a:gd name="connsiteY344" fmla="*/ 6668412 h 6858000"/>
              <a:gd name="connsiteX345" fmla="*/ 4563091 w 7467600"/>
              <a:gd name="connsiteY345" fmla="*/ 6442508 h 6858000"/>
              <a:gd name="connsiteX346" fmla="*/ 5387324 w 7467600"/>
              <a:gd name="connsiteY346" fmla="*/ 5705830 h 6858000"/>
              <a:gd name="connsiteX347" fmla="*/ 5073620 w 7467600"/>
              <a:gd name="connsiteY347" fmla="*/ 5955437 h 6858000"/>
              <a:gd name="connsiteX348" fmla="*/ 4689789 w 7467600"/>
              <a:gd name="connsiteY348" fmla="*/ 6268382 h 6858000"/>
              <a:gd name="connsiteX349" fmla="*/ 4418722 w 7467600"/>
              <a:gd name="connsiteY349" fmla="*/ 6570886 h 6858000"/>
              <a:gd name="connsiteX350" fmla="*/ 4214944 w 7467600"/>
              <a:gd name="connsiteY350" fmla="*/ 6858000 h 6858000"/>
              <a:gd name="connsiteX351" fmla="*/ 4177898 w 7467600"/>
              <a:gd name="connsiteY351" fmla="*/ 6858000 h 6858000"/>
              <a:gd name="connsiteX352" fmla="*/ 4391597 w 7467600"/>
              <a:gd name="connsiteY352" fmla="*/ 6556370 h 6858000"/>
              <a:gd name="connsiteX353" fmla="*/ 4668889 w 7467600"/>
              <a:gd name="connsiteY353" fmla="*/ 6246399 h 6858000"/>
              <a:gd name="connsiteX354" fmla="*/ 5055427 w 7467600"/>
              <a:gd name="connsiteY354" fmla="*/ 5931476 h 6858000"/>
              <a:gd name="connsiteX355" fmla="*/ 5371814 w 7467600"/>
              <a:gd name="connsiteY355" fmla="*/ 5678975 h 6858000"/>
              <a:gd name="connsiteX356" fmla="*/ 4987918 w 7467600"/>
              <a:gd name="connsiteY356" fmla="*/ 5838701 h 6858000"/>
              <a:gd name="connsiteX357" fmla="*/ 4317146 w 7467600"/>
              <a:gd name="connsiteY357" fmla="*/ 6587716 h 6858000"/>
              <a:gd name="connsiteX358" fmla="*/ 4171627 w 7467600"/>
              <a:gd name="connsiteY358" fmla="*/ 6858000 h 6858000"/>
              <a:gd name="connsiteX359" fmla="*/ 4081585 w 7467600"/>
              <a:gd name="connsiteY359" fmla="*/ 6858000 h 6858000"/>
              <a:gd name="connsiteX360" fmla="*/ 4238603 w 7467600"/>
              <a:gd name="connsiteY360" fmla="*/ 6559341 h 6858000"/>
              <a:gd name="connsiteX361" fmla="*/ 4778333 w 7467600"/>
              <a:gd name="connsiteY361" fmla="*/ 5873626 h 6858000"/>
              <a:gd name="connsiteX362" fmla="*/ 5414185 w 7467600"/>
              <a:gd name="connsiteY362" fmla="*/ 5573882 h 6858000"/>
              <a:gd name="connsiteX363" fmla="*/ 5959648 w 7467600"/>
              <a:gd name="connsiteY363" fmla="*/ 4760797 h 6858000"/>
              <a:gd name="connsiteX364" fmla="*/ 5355019 w 7467600"/>
              <a:gd name="connsiteY364" fmla="*/ 4734672 h 6858000"/>
              <a:gd name="connsiteX365" fmla="*/ 5083565 w 7467600"/>
              <a:gd name="connsiteY365" fmla="*/ 5179121 h 6858000"/>
              <a:gd name="connsiteX366" fmla="*/ 4713577 w 7467600"/>
              <a:gd name="connsiteY366" fmla="*/ 5616803 h 6858000"/>
              <a:gd name="connsiteX367" fmla="*/ 3989559 w 7467600"/>
              <a:gd name="connsiteY367" fmla="*/ 6145945 h 6858000"/>
              <a:gd name="connsiteX368" fmla="*/ 3939824 w 7467600"/>
              <a:gd name="connsiteY368" fmla="*/ 6066900 h 6858000"/>
              <a:gd name="connsiteX369" fmla="*/ 4584537 w 7467600"/>
              <a:gd name="connsiteY369" fmla="*/ 5324826 h 6858000"/>
              <a:gd name="connsiteX370" fmla="*/ 5037105 w 7467600"/>
              <a:gd name="connsiteY370" fmla="*/ 5088765 h 6858000"/>
              <a:gd name="connsiteX371" fmla="*/ 5039930 w 7467600"/>
              <a:gd name="connsiteY371" fmla="*/ 5089585 h 6858000"/>
              <a:gd name="connsiteX372" fmla="*/ 5263764 w 7467600"/>
              <a:gd name="connsiteY372" fmla="*/ 4735525 h 6858000"/>
              <a:gd name="connsiteX373" fmla="*/ 4086300 w 7467600"/>
              <a:gd name="connsiteY373" fmla="*/ 4884599 h 6858000"/>
              <a:gd name="connsiteX374" fmla="*/ 4085485 w 7467600"/>
              <a:gd name="connsiteY374" fmla="*/ 4899070 h 6858000"/>
              <a:gd name="connsiteX375" fmla="*/ 3871915 w 7467600"/>
              <a:gd name="connsiteY375" fmla="*/ 5253645 h 6858000"/>
              <a:gd name="connsiteX376" fmla="*/ 3799374 w 7467600"/>
              <a:gd name="connsiteY376" fmla="*/ 5466127 h 6858000"/>
              <a:gd name="connsiteX377" fmla="*/ 3498850 w 7467600"/>
              <a:gd name="connsiteY377" fmla="*/ 6661888 h 6858000"/>
              <a:gd name="connsiteX378" fmla="*/ 3399216 w 7467600"/>
              <a:gd name="connsiteY378" fmla="*/ 6858000 h 6858000"/>
              <a:gd name="connsiteX379" fmla="*/ 3303688 w 7467600"/>
              <a:gd name="connsiteY379" fmla="*/ 6858000 h 6858000"/>
              <a:gd name="connsiteX380" fmla="*/ 3391774 w 7467600"/>
              <a:gd name="connsiteY380" fmla="*/ 6697181 h 6858000"/>
              <a:gd name="connsiteX381" fmla="*/ 3735540 w 7467600"/>
              <a:gd name="connsiteY381" fmla="*/ 5546923 h 6858000"/>
              <a:gd name="connsiteX382" fmla="*/ 3729438 w 7467600"/>
              <a:gd name="connsiteY382" fmla="*/ 5569058 h 6858000"/>
              <a:gd name="connsiteX383" fmla="*/ 3707782 w 7467600"/>
              <a:gd name="connsiteY383" fmla="*/ 5644908 h 6858000"/>
              <a:gd name="connsiteX384" fmla="*/ 3583827 w 7467600"/>
              <a:gd name="connsiteY384" fmla="*/ 6039215 h 6858000"/>
              <a:gd name="connsiteX385" fmla="*/ 3547861 w 7467600"/>
              <a:gd name="connsiteY385" fmla="*/ 6129609 h 6858000"/>
              <a:gd name="connsiteX386" fmla="*/ 3490905 w 7467600"/>
              <a:gd name="connsiteY386" fmla="*/ 6277660 h 6858000"/>
              <a:gd name="connsiteX387" fmla="*/ 3455859 w 7467600"/>
              <a:gd name="connsiteY387" fmla="*/ 6391301 h 6858000"/>
              <a:gd name="connsiteX388" fmla="*/ 3429112 w 7467600"/>
              <a:gd name="connsiteY388" fmla="*/ 6479469 h 6858000"/>
              <a:gd name="connsiteX389" fmla="*/ 3304862 w 7467600"/>
              <a:gd name="connsiteY389" fmla="*/ 6796476 h 6858000"/>
              <a:gd name="connsiteX390" fmla="*/ 3276071 w 7467600"/>
              <a:gd name="connsiteY390" fmla="*/ 6858000 h 6858000"/>
              <a:gd name="connsiteX391" fmla="*/ 3240805 w 7467600"/>
              <a:gd name="connsiteY391" fmla="*/ 6858000 h 6858000"/>
              <a:gd name="connsiteX392" fmla="*/ 3275917 w 7467600"/>
              <a:gd name="connsiteY392" fmla="*/ 6783192 h 6858000"/>
              <a:gd name="connsiteX393" fmla="*/ 3399358 w 7467600"/>
              <a:gd name="connsiteY393" fmla="*/ 6469011 h 6858000"/>
              <a:gd name="connsiteX394" fmla="*/ 3425650 w 7467600"/>
              <a:gd name="connsiteY394" fmla="*/ 6381333 h 6858000"/>
              <a:gd name="connsiteX395" fmla="*/ 3460661 w 7467600"/>
              <a:gd name="connsiteY395" fmla="*/ 6266763 h 6858000"/>
              <a:gd name="connsiteX396" fmla="*/ 3518021 w 7467600"/>
              <a:gd name="connsiteY396" fmla="*/ 6117298 h 6858000"/>
              <a:gd name="connsiteX397" fmla="*/ 3554035 w 7467600"/>
              <a:gd name="connsiteY397" fmla="*/ 6027832 h 6858000"/>
              <a:gd name="connsiteX398" fmla="*/ 3677174 w 7467600"/>
              <a:gd name="connsiteY398" fmla="*/ 5636351 h 6858000"/>
              <a:gd name="connsiteX399" fmla="*/ 3698819 w 7467600"/>
              <a:gd name="connsiteY399" fmla="*/ 5560503 h 6858000"/>
              <a:gd name="connsiteX400" fmla="*/ 3702094 w 7467600"/>
              <a:gd name="connsiteY400" fmla="*/ 5549194 h 6858000"/>
              <a:gd name="connsiteX401" fmla="*/ 3398355 w 7467600"/>
              <a:gd name="connsiteY401" fmla="*/ 6094603 h 6858000"/>
              <a:gd name="connsiteX402" fmla="*/ 3193941 w 7467600"/>
              <a:gd name="connsiteY402" fmla="*/ 6798775 h 6858000"/>
              <a:gd name="connsiteX403" fmla="*/ 3184140 w 7467600"/>
              <a:gd name="connsiteY403" fmla="*/ 6858000 h 6858000"/>
              <a:gd name="connsiteX404" fmla="*/ 3099978 w 7467600"/>
              <a:gd name="connsiteY404" fmla="*/ 6858000 h 6858000"/>
              <a:gd name="connsiteX405" fmla="*/ 3101556 w 7467600"/>
              <a:gd name="connsiteY405" fmla="*/ 6843337 h 6858000"/>
              <a:gd name="connsiteX406" fmla="*/ 3370162 w 7467600"/>
              <a:gd name="connsiteY406" fmla="*/ 5785550 h 6858000"/>
              <a:gd name="connsiteX407" fmla="*/ 3746477 w 7467600"/>
              <a:gd name="connsiteY407" fmla="*/ 5377889 h 6858000"/>
              <a:gd name="connsiteX408" fmla="*/ 3863399 w 7467600"/>
              <a:gd name="connsiteY408" fmla="*/ 5087257 h 6858000"/>
              <a:gd name="connsiteX409" fmla="*/ 3968712 w 7467600"/>
              <a:gd name="connsiteY409" fmla="*/ 4913989 h 6858000"/>
              <a:gd name="connsiteX410" fmla="*/ 2792390 w 7467600"/>
              <a:gd name="connsiteY410" fmla="*/ 5382974 h 6858000"/>
              <a:gd name="connsiteX411" fmla="*/ 2714982 w 7467600"/>
              <a:gd name="connsiteY411" fmla="*/ 5427051 h 6858000"/>
              <a:gd name="connsiteX412" fmla="*/ 2813361 w 7467600"/>
              <a:gd name="connsiteY412" fmla="*/ 6023912 h 6858000"/>
              <a:gd name="connsiteX413" fmla="*/ 2688430 w 7467600"/>
              <a:gd name="connsiteY413" fmla="*/ 6801564 h 6858000"/>
              <a:gd name="connsiteX414" fmla="*/ 2629626 w 7467600"/>
              <a:gd name="connsiteY414" fmla="*/ 6763394 h 6858000"/>
              <a:gd name="connsiteX415" fmla="*/ 2565328 w 7467600"/>
              <a:gd name="connsiteY415" fmla="*/ 5516399 h 6858000"/>
              <a:gd name="connsiteX416" fmla="*/ 1922999 w 7467600"/>
              <a:gd name="connsiteY416" fmla="*/ 5980343 h 6858000"/>
              <a:gd name="connsiteX417" fmla="*/ 1950261 w 7467600"/>
              <a:gd name="connsiteY417" fmla="*/ 6405858 h 6858000"/>
              <a:gd name="connsiteX418" fmla="*/ 2365554 w 7467600"/>
              <a:gd name="connsiteY418" fmla="*/ 6759107 h 6858000"/>
              <a:gd name="connsiteX419" fmla="*/ 2424142 w 7467600"/>
              <a:gd name="connsiteY419" fmla="*/ 6858000 h 6858000"/>
              <a:gd name="connsiteX420" fmla="*/ 2395994 w 7467600"/>
              <a:gd name="connsiteY420" fmla="*/ 6858000 h 6858000"/>
              <a:gd name="connsiteX421" fmla="*/ 2392863 w 7467600"/>
              <a:gd name="connsiteY421" fmla="*/ 6852964 h 6858000"/>
              <a:gd name="connsiteX422" fmla="*/ 2017589 w 7467600"/>
              <a:gd name="connsiteY422" fmla="*/ 6493982 h 6858000"/>
              <a:gd name="connsiteX423" fmla="*/ 2147336 w 7467600"/>
              <a:gd name="connsiteY423" fmla="*/ 6594052 h 6858000"/>
              <a:gd name="connsiteX424" fmla="*/ 2207047 w 7467600"/>
              <a:gd name="connsiteY424" fmla="*/ 6654540 h 6858000"/>
              <a:gd name="connsiteX425" fmla="*/ 2299106 w 7467600"/>
              <a:gd name="connsiteY425" fmla="*/ 6778931 h 6858000"/>
              <a:gd name="connsiteX426" fmla="*/ 2314430 w 7467600"/>
              <a:gd name="connsiteY426" fmla="*/ 6801144 h 6858000"/>
              <a:gd name="connsiteX427" fmla="*/ 2352406 w 7467600"/>
              <a:gd name="connsiteY427" fmla="*/ 6858000 h 6858000"/>
              <a:gd name="connsiteX428" fmla="*/ 2314492 w 7467600"/>
              <a:gd name="connsiteY428" fmla="*/ 6858000 h 6858000"/>
              <a:gd name="connsiteX429" fmla="*/ 2288095 w 7467600"/>
              <a:gd name="connsiteY429" fmla="*/ 6818030 h 6858000"/>
              <a:gd name="connsiteX430" fmla="*/ 2272768 w 7467600"/>
              <a:gd name="connsiteY430" fmla="*/ 6795822 h 6858000"/>
              <a:gd name="connsiteX431" fmla="*/ 2182715 w 7467600"/>
              <a:gd name="connsiteY431" fmla="*/ 6675071 h 6858000"/>
              <a:gd name="connsiteX432" fmla="*/ 2032061 w 7467600"/>
              <a:gd name="connsiteY432" fmla="*/ 6541380 h 6858000"/>
              <a:gd name="connsiteX433" fmla="*/ 2257220 w 7467600"/>
              <a:gd name="connsiteY433" fmla="*/ 6826257 h 6858000"/>
              <a:gd name="connsiteX434" fmla="*/ 2281324 w 7467600"/>
              <a:gd name="connsiteY434" fmla="*/ 6858000 h 6858000"/>
              <a:gd name="connsiteX435" fmla="*/ 2242860 w 7467600"/>
              <a:gd name="connsiteY435" fmla="*/ 6858000 h 6858000"/>
              <a:gd name="connsiteX436" fmla="*/ 2232818 w 7467600"/>
              <a:gd name="connsiteY436" fmla="*/ 6844926 h 6858000"/>
              <a:gd name="connsiteX437" fmla="*/ 1990172 w 7467600"/>
              <a:gd name="connsiteY437" fmla="*/ 6542121 h 6858000"/>
              <a:gd name="connsiteX438" fmla="*/ 2124090 w 7467600"/>
              <a:gd name="connsiteY438" fmla="*/ 6761017 h 6858000"/>
              <a:gd name="connsiteX439" fmla="*/ 2200380 w 7467600"/>
              <a:gd name="connsiteY439" fmla="*/ 6858000 h 6858000"/>
              <a:gd name="connsiteX440" fmla="*/ 2147507 w 7467600"/>
              <a:gd name="connsiteY440" fmla="*/ 6858000 h 6858000"/>
              <a:gd name="connsiteX441" fmla="*/ 2070668 w 7467600"/>
              <a:gd name="connsiteY441" fmla="*/ 6761520 h 6858000"/>
              <a:gd name="connsiteX442" fmla="*/ 1975142 w 7467600"/>
              <a:gd name="connsiteY442" fmla="*/ 6585570 h 6858000"/>
              <a:gd name="connsiteX443" fmla="*/ 2050035 w 7467600"/>
              <a:gd name="connsiteY443" fmla="*/ 6813345 h 6858000"/>
              <a:gd name="connsiteX444" fmla="*/ 2063025 w 7467600"/>
              <a:gd name="connsiteY444" fmla="*/ 6858000 h 6858000"/>
              <a:gd name="connsiteX445" fmla="*/ 2021675 w 7467600"/>
              <a:gd name="connsiteY445" fmla="*/ 6858000 h 6858000"/>
              <a:gd name="connsiteX446" fmla="*/ 2019308 w 7467600"/>
              <a:gd name="connsiteY446" fmla="*/ 6847118 h 6858000"/>
              <a:gd name="connsiteX447" fmla="*/ 1938835 w 7467600"/>
              <a:gd name="connsiteY447" fmla="*/ 6551160 h 6858000"/>
              <a:gd name="connsiteX448" fmla="*/ 1953230 w 7467600"/>
              <a:gd name="connsiteY448" fmla="*/ 6759699 h 6858000"/>
              <a:gd name="connsiteX449" fmla="*/ 1956763 w 7467600"/>
              <a:gd name="connsiteY449" fmla="*/ 6778191 h 6858000"/>
              <a:gd name="connsiteX450" fmla="*/ 1967925 w 7467600"/>
              <a:gd name="connsiteY450" fmla="*/ 6858000 h 6858000"/>
              <a:gd name="connsiteX451" fmla="*/ 1936622 w 7467600"/>
              <a:gd name="connsiteY451" fmla="*/ 6858000 h 6858000"/>
              <a:gd name="connsiteX452" fmla="*/ 1926261 w 7467600"/>
              <a:gd name="connsiteY452" fmla="*/ 6784064 h 6858000"/>
              <a:gd name="connsiteX453" fmla="*/ 1922724 w 7467600"/>
              <a:gd name="connsiteY453" fmla="*/ 6765577 h 6858000"/>
              <a:gd name="connsiteX454" fmla="*/ 1904650 w 7467600"/>
              <a:gd name="connsiteY454" fmla="*/ 6639616 h 6858000"/>
              <a:gd name="connsiteX455" fmla="*/ 1885273 w 7467600"/>
              <a:gd name="connsiteY455" fmla="*/ 6858000 h 6858000"/>
              <a:gd name="connsiteX456" fmla="*/ 1854363 w 7467600"/>
              <a:gd name="connsiteY456" fmla="*/ 6858000 h 6858000"/>
              <a:gd name="connsiteX457" fmla="*/ 1880391 w 7467600"/>
              <a:gd name="connsiteY457" fmla="*/ 6603796 h 6858000"/>
              <a:gd name="connsiteX458" fmla="*/ 1818273 w 7467600"/>
              <a:gd name="connsiteY458" fmla="*/ 6715729 h 6858000"/>
              <a:gd name="connsiteX459" fmla="*/ 1794691 w 7467600"/>
              <a:gd name="connsiteY459" fmla="*/ 6843239 h 6858000"/>
              <a:gd name="connsiteX460" fmla="*/ 1794914 w 7467600"/>
              <a:gd name="connsiteY460" fmla="*/ 6858000 h 6858000"/>
              <a:gd name="connsiteX461" fmla="*/ 1746128 w 7467600"/>
              <a:gd name="connsiteY461" fmla="*/ 6858000 h 6858000"/>
              <a:gd name="connsiteX462" fmla="*/ 1753934 w 7467600"/>
              <a:gd name="connsiteY462" fmla="*/ 6724796 h 6858000"/>
              <a:gd name="connsiteX463" fmla="*/ 1792053 w 7467600"/>
              <a:gd name="connsiteY463" fmla="*/ 6572396 h 6858000"/>
              <a:gd name="connsiteX464" fmla="*/ 1862248 w 7467600"/>
              <a:gd name="connsiteY464" fmla="*/ 6266397 h 6858000"/>
              <a:gd name="connsiteX465" fmla="*/ 1862250 w 7467600"/>
              <a:gd name="connsiteY465" fmla="*/ 6033531 h 6858000"/>
              <a:gd name="connsiteX466" fmla="*/ 1211999 w 7467600"/>
              <a:gd name="connsiteY466" fmla="*/ 6683610 h 6858000"/>
              <a:gd name="connsiteX467" fmla="*/ 1213266 w 7467600"/>
              <a:gd name="connsiteY467" fmla="*/ 6691947 h 6858000"/>
              <a:gd name="connsiteX468" fmla="*/ 1203370 w 7467600"/>
              <a:gd name="connsiteY468" fmla="*/ 6850676 h 6858000"/>
              <a:gd name="connsiteX469" fmla="*/ 1203671 w 7467600"/>
              <a:gd name="connsiteY469" fmla="*/ 6858000 h 6858000"/>
              <a:gd name="connsiteX470" fmla="*/ 1143180 w 7467600"/>
              <a:gd name="connsiteY470" fmla="*/ 6858000 h 6858000"/>
              <a:gd name="connsiteX471" fmla="*/ 1142176 w 7467600"/>
              <a:gd name="connsiteY471" fmla="*/ 6766045 h 6858000"/>
              <a:gd name="connsiteX472" fmla="*/ 1067484 w 7467600"/>
              <a:gd name="connsiteY472" fmla="*/ 6858000 h 6858000"/>
              <a:gd name="connsiteX473" fmla="*/ 953928 w 7467600"/>
              <a:gd name="connsiteY473" fmla="*/ 6858000 h 6858000"/>
              <a:gd name="connsiteX474" fmla="*/ 959715 w 7467600"/>
              <a:gd name="connsiteY474" fmla="*/ 6850185 h 6858000"/>
              <a:gd name="connsiteX475" fmla="*/ 1483788 w 7467600"/>
              <a:gd name="connsiteY475" fmla="*/ 6259174 h 6858000"/>
              <a:gd name="connsiteX476" fmla="*/ 1100671 w 7467600"/>
              <a:gd name="connsiteY476" fmla="*/ 6252137 h 6858000"/>
              <a:gd name="connsiteX477" fmla="*/ 1090144 w 7467600"/>
              <a:gd name="connsiteY477" fmla="*/ 6256748 h 6858000"/>
              <a:gd name="connsiteX478" fmla="*/ 1095872 w 7467600"/>
              <a:gd name="connsiteY478" fmla="*/ 6271892 h 6858000"/>
              <a:gd name="connsiteX479" fmla="*/ 262785 w 7467600"/>
              <a:gd name="connsiteY479" fmla="*/ 6845450 h 6858000"/>
              <a:gd name="connsiteX480" fmla="*/ 209968 w 7467600"/>
              <a:gd name="connsiteY480" fmla="*/ 6770713 h 6858000"/>
              <a:gd name="connsiteX481" fmla="*/ 873460 w 7467600"/>
              <a:gd name="connsiteY481" fmla="*/ 6253768 h 6858000"/>
              <a:gd name="connsiteX482" fmla="*/ 192686 w 7467600"/>
              <a:gd name="connsiteY482" fmla="*/ 5849257 h 6858000"/>
              <a:gd name="connsiteX483" fmla="*/ 4696 w 7467600"/>
              <a:gd name="connsiteY483" fmla="*/ 5697668 h 6858000"/>
              <a:gd name="connsiteX484" fmla="*/ 0 w 7467600"/>
              <a:gd name="connsiteY484" fmla="*/ 5689984 h 6858000"/>
              <a:gd name="connsiteX485" fmla="*/ 0 w 7467600"/>
              <a:gd name="connsiteY485" fmla="*/ 5513472 h 6858000"/>
              <a:gd name="connsiteX486" fmla="*/ 174101 w 7467600"/>
              <a:gd name="connsiteY486" fmla="*/ 5620277 h 6858000"/>
              <a:gd name="connsiteX487" fmla="*/ 891800 w 7467600"/>
              <a:gd name="connsiteY487" fmla="*/ 6036935 h 6858000"/>
              <a:gd name="connsiteX488" fmla="*/ 1072219 w 7467600"/>
              <a:gd name="connsiteY488" fmla="*/ 6169443 h 6858000"/>
              <a:gd name="connsiteX489" fmla="*/ 1074117 w 7467600"/>
              <a:gd name="connsiteY489" fmla="*/ 6170301 h 6858000"/>
              <a:gd name="connsiteX490" fmla="*/ 1083114 w 7467600"/>
              <a:gd name="connsiteY490" fmla="*/ 6174131 h 6858000"/>
              <a:gd name="connsiteX491" fmla="*/ 1543010 w 7467600"/>
              <a:gd name="connsiteY491" fmla="*/ 6191140 h 6858000"/>
              <a:gd name="connsiteX492" fmla="*/ 1551080 w 7467600"/>
              <a:gd name="connsiteY492" fmla="*/ 6195006 h 6858000"/>
              <a:gd name="connsiteX493" fmla="*/ 2345443 w 7467600"/>
              <a:gd name="connsiteY493" fmla="*/ 5549882 h 6858000"/>
              <a:gd name="connsiteX494" fmla="*/ 1721499 w 7467600"/>
              <a:gd name="connsiteY494" fmla="*/ 5599969 h 6858000"/>
              <a:gd name="connsiteX495" fmla="*/ 767716 w 7467600"/>
              <a:gd name="connsiteY495" fmla="*/ 5472768 h 6858000"/>
              <a:gd name="connsiteX496" fmla="*/ 722147 w 7467600"/>
              <a:gd name="connsiteY496" fmla="*/ 5393091 h 6858000"/>
              <a:gd name="connsiteX497" fmla="*/ 1485552 w 7467600"/>
              <a:gd name="connsiteY497" fmla="*/ 5313202 h 6858000"/>
              <a:gd name="connsiteX498" fmla="*/ 2143004 w 7467600"/>
              <a:gd name="connsiteY498" fmla="*/ 5402420 h 6858000"/>
              <a:gd name="connsiteX499" fmla="*/ 1933391 w 7467600"/>
              <a:gd name="connsiteY499" fmla="*/ 5156971 h 6858000"/>
              <a:gd name="connsiteX500" fmla="*/ 1827118 w 7467600"/>
              <a:gd name="connsiteY500" fmla="*/ 4968410 h 6858000"/>
              <a:gd name="connsiteX501" fmla="*/ 1837349 w 7467600"/>
              <a:gd name="connsiteY501" fmla="*/ 4956357 h 6858000"/>
              <a:gd name="connsiteX502" fmla="*/ 2162835 w 7467600"/>
              <a:gd name="connsiteY502" fmla="*/ 5187853 h 6858000"/>
              <a:gd name="connsiteX503" fmla="*/ 2257167 w 7467600"/>
              <a:gd name="connsiteY503" fmla="*/ 5462123 h 6858000"/>
              <a:gd name="connsiteX504" fmla="*/ 2261598 w 7467600"/>
              <a:gd name="connsiteY504" fmla="*/ 5467998 h 6858000"/>
              <a:gd name="connsiteX505" fmla="*/ 2437177 w 7467600"/>
              <a:gd name="connsiteY505" fmla="*/ 5479608 h 6858000"/>
              <a:gd name="connsiteX506" fmla="*/ 2445247 w 7467600"/>
              <a:gd name="connsiteY506" fmla="*/ 5483476 h 6858000"/>
              <a:gd name="connsiteX507" fmla="*/ 2743626 w 7467600"/>
              <a:gd name="connsiteY507" fmla="*/ 5304819 h 6858000"/>
              <a:gd name="connsiteX508" fmla="*/ 3048102 w 7467600"/>
              <a:gd name="connsiteY508" fmla="*/ 5150595 h 6858000"/>
              <a:gd name="connsiteX509" fmla="*/ 1799414 w 7467600"/>
              <a:gd name="connsiteY509" fmla="*/ 4694732 h 6858000"/>
              <a:gd name="connsiteX510" fmla="*/ 1771735 w 7467600"/>
              <a:gd name="connsiteY510" fmla="*/ 4619929 h 6858000"/>
              <a:gd name="connsiteX511" fmla="*/ 3104273 w 7467600"/>
              <a:gd name="connsiteY511" fmla="*/ 5076159 h 6858000"/>
              <a:gd name="connsiteX512" fmla="*/ 3113245 w 7467600"/>
              <a:gd name="connsiteY512" fmla="*/ 5090705 h 6858000"/>
              <a:gd name="connsiteX513" fmla="*/ 3126294 w 7467600"/>
              <a:gd name="connsiteY513" fmla="*/ 5114400 h 6858000"/>
              <a:gd name="connsiteX514" fmla="*/ 3937433 w 7467600"/>
              <a:gd name="connsiteY514" fmla="*/ 4830473 h 6858000"/>
              <a:gd name="connsiteX515" fmla="*/ 3590475 w 7467600"/>
              <a:gd name="connsiteY515" fmla="*/ 4597974 h 6858000"/>
              <a:gd name="connsiteX516" fmla="*/ 3100264 w 7467600"/>
              <a:gd name="connsiteY516" fmla="*/ 4579845 h 6858000"/>
              <a:gd name="connsiteX517" fmla="*/ 2183576 w 7467600"/>
              <a:gd name="connsiteY517" fmla="*/ 4227150 h 6858000"/>
              <a:gd name="connsiteX518" fmla="*/ 2151029 w 7467600"/>
              <a:gd name="connsiteY518" fmla="*/ 4146947 h 6858000"/>
              <a:gd name="connsiteX519" fmla="*/ 3563434 w 7467600"/>
              <a:gd name="connsiteY519" fmla="*/ 4469115 h 6858000"/>
              <a:gd name="connsiteX520" fmla="*/ 3177952 w 7467600"/>
              <a:gd name="connsiteY520" fmla="*/ 3657386 h 6858000"/>
              <a:gd name="connsiteX521" fmla="*/ 3189263 w 7467600"/>
              <a:gd name="connsiteY521" fmla="*/ 3625726 h 6858000"/>
              <a:gd name="connsiteX522" fmla="*/ 3560912 w 7467600"/>
              <a:gd name="connsiteY522" fmla="*/ 4079863 h 6858000"/>
              <a:gd name="connsiteX523" fmla="*/ 3626636 w 7467600"/>
              <a:gd name="connsiteY523" fmla="*/ 4512230 h 6858000"/>
              <a:gd name="connsiteX524" fmla="*/ 3653088 w 7467600"/>
              <a:gd name="connsiteY524" fmla="*/ 4521417 h 6858000"/>
              <a:gd name="connsiteX525" fmla="*/ 3988128 w 7467600"/>
              <a:gd name="connsiteY525" fmla="*/ 4817267 h 6858000"/>
              <a:gd name="connsiteX526" fmla="*/ 4830582 w 7467600"/>
              <a:gd name="connsiteY526" fmla="*/ 4676000 h 6858000"/>
              <a:gd name="connsiteX527" fmla="*/ 4830100 w 7467600"/>
              <a:gd name="connsiteY527" fmla="*/ 4675554 h 6858000"/>
              <a:gd name="connsiteX528" fmla="*/ 4036318 w 7467600"/>
              <a:gd name="connsiteY528" fmla="*/ 4147013 h 6858000"/>
              <a:gd name="connsiteX529" fmla="*/ 3432098 w 7467600"/>
              <a:gd name="connsiteY529" fmla="*/ 3537312 h 6858000"/>
              <a:gd name="connsiteX530" fmla="*/ 3446761 w 7467600"/>
              <a:gd name="connsiteY530" fmla="*/ 3461278 h 6858000"/>
              <a:gd name="connsiteX531" fmla="*/ 4419733 w 7467600"/>
              <a:gd name="connsiteY531" fmla="*/ 3963555 h 6858000"/>
              <a:gd name="connsiteX532" fmla="*/ 4781371 w 7467600"/>
              <a:gd name="connsiteY532" fmla="*/ 4458604 h 6858000"/>
              <a:gd name="connsiteX533" fmla="*/ 4780440 w 7467600"/>
              <a:gd name="connsiteY533" fmla="*/ 4470290 h 6858000"/>
              <a:gd name="connsiteX534" fmla="*/ 4898954 w 7467600"/>
              <a:gd name="connsiteY534" fmla="*/ 4662092 h 6858000"/>
              <a:gd name="connsiteX535" fmla="*/ 4900699 w 7467600"/>
              <a:gd name="connsiteY535" fmla="*/ 4670867 h 6858000"/>
              <a:gd name="connsiteX536" fmla="*/ 5714511 w 7467600"/>
              <a:gd name="connsiteY536" fmla="*/ 4663483 h 6858000"/>
              <a:gd name="connsiteX537" fmla="*/ 5464793 w 7467600"/>
              <a:gd name="connsiteY537" fmla="*/ 4393556 h 6858000"/>
              <a:gd name="connsiteX538" fmla="*/ 5461897 w 7467600"/>
              <a:gd name="connsiteY538" fmla="*/ 4390879 h 6858000"/>
              <a:gd name="connsiteX539" fmla="*/ 4294126 w 7467600"/>
              <a:gd name="connsiteY539" fmla="*/ 3303048 h 6858000"/>
              <a:gd name="connsiteX540" fmla="*/ 4305321 w 7467600"/>
              <a:gd name="connsiteY540" fmla="*/ 3256953 h 6858000"/>
              <a:gd name="connsiteX541" fmla="*/ 4949299 w 7467600"/>
              <a:gd name="connsiteY541" fmla="*/ 3766336 h 6858000"/>
              <a:gd name="connsiteX542" fmla="*/ 5291452 w 7467600"/>
              <a:gd name="connsiteY542" fmla="*/ 4076801 h 6858000"/>
              <a:gd name="connsiteX543" fmla="*/ 5434998 w 7467600"/>
              <a:gd name="connsiteY543" fmla="*/ 4254100 h 6858000"/>
              <a:gd name="connsiteX544" fmla="*/ 5351015 w 7467600"/>
              <a:gd name="connsiteY544" fmla="*/ 3760989 h 6858000"/>
              <a:gd name="connsiteX545" fmla="*/ 5413780 w 7467600"/>
              <a:gd name="connsiteY545" fmla="*/ 2966265 h 6858000"/>
              <a:gd name="connsiteX546" fmla="*/ 5425627 w 7467600"/>
              <a:gd name="connsiteY546" fmla="*/ 2954192 h 6858000"/>
              <a:gd name="connsiteX547" fmla="*/ 6604735 w 7467600"/>
              <a:gd name="connsiteY547" fmla="*/ 2041381 h 6858000"/>
              <a:gd name="connsiteX548" fmla="*/ 7204487 w 7467600"/>
              <a:gd name="connsiteY548" fmla="*/ 2742112 h 6858000"/>
              <a:gd name="connsiteX549" fmla="*/ 7131592 w 7467600"/>
              <a:gd name="connsiteY549" fmla="*/ 2672096 h 6858000"/>
              <a:gd name="connsiteX550" fmla="*/ 6996344 w 7467600"/>
              <a:gd name="connsiteY550" fmla="*/ 2518310 h 6858000"/>
              <a:gd name="connsiteX551" fmla="*/ 6735495 w 7467600"/>
              <a:gd name="connsiteY551" fmla="*/ 2196890 h 6858000"/>
              <a:gd name="connsiteX552" fmla="*/ 6721901 w 7467600"/>
              <a:gd name="connsiteY552" fmla="*/ 2179274 h 6858000"/>
              <a:gd name="connsiteX553" fmla="*/ 6604735 w 7467600"/>
              <a:gd name="connsiteY553" fmla="*/ 2041381 h 6858000"/>
              <a:gd name="connsiteX554" fmla="*/ 6591670 w 7467600"/>
              <a:gd name="connsiteY554" fmla="*/ 1988277 h 6858000"/>
              <a:gd name="connsiteX555" fmla="*/ 6747349 w 7467600"/>
              <a:gd name="connsiteY555" fmla="*/ 2160069 h 6858000"/>
              <a:gd name="connsiteX556" fmla="*/ 6760943 w 7467600"/>
              <a:gd name="connsiteY556" fmla="*/ 2177686 h 6858000"/>
              <a:gd name="connsiteX557" fmla="*/ 7021065 w 7467600"/>
              <a:gd name="connsiteY557" fmla="*/ 2498102 h 6858000"/>
              <a:gd name="connsiteX558" fmla="*/ 7155223 w 7467600"/>
              <a:gd name="connsiteY558" fmla="*/ 2650386 h 6858000"/>
              <a:gd name="connsiteX559" fmla="*/ 7203167 w 7467600"/>
              <a:gd name="connsiteY559" fmla="*/ 2697288 h 6858000"/>
              <a:gd name="connsiteX560" fmla="*/ 6937703 w 7467600"/>
              <a:gd name="connsiteY560" fmla="*/ 2321981 h 6858000"/>
              <a:gd name="connsiteX561" fmla="*/ 6591670 w 7467600"/>
              <a:gd name="connsiteY561" fmla="*/ 1988277 h 6858000"/>
              <a:gd name="connsiteX562" fmla="*/ 5798671 w 7467600"/>
              <a:gd name="connsiteY562" fmla="*/ 1981601 h 6858000"/>
              <a:gd name="connsiteX563" fmla="*/ 5754709 w 7467600"/>
              <a:gd name="connsiteY563" fmla="*/ 2071454 h 6858000"/>
              <a:gd name="connsiteX564" fmla="*/ 5763044 w 7467600"/>
              <a:gd name="connsiteY564" fmla="*/ 2842206 h 6858000"/>
              <a:gd name="connsiteX565" fmla="*/ 5764974 w 7467600"/>
              <a:gd name="connsiteY565" fmla="*/ 2799609 h 6858000"/>
              <a:gd name="connsiteX566" fmla="*/ 5767665 w 7467600"/>
              <a:gd name="connsiteY566" fmla="*/ 2666409 h 6858000"/>
              <a:gd name="connsiteX567" fmla="*/ 5763055 w 7467600"/>
              <a:gd name="connsiteY567" fmla="*/ 2579705 h 6858000"/>
              <a:gd name="connsiteX568" fmla="*/ 5758079 w 7467600"/>
              <a:gd name="connsiteY568" fmla="*/ 2492508 h 6858000"/>
              <a:gd name="connsiteX569" fmla="*/ 5779325 w 7467600"/>
              <a:gd name="connsiteY569" fmla="*/ 2197069 h 6858000"/>
              <a:gd name="connsiteX570" fmla="*/ 5798671 w 7467600"/>
              <a:gd name="connsiteY570" fmla="*/ 1981601 h 6858000"/>
              <a:gd name="connsiteX571" fmla="*/ 5829202 w 7467600"/>
              <a:gd name="connsiteY571" fmla="*/ 1971679 h 6858000"/>
              <a:gd name="connsiteX572" fmla="*/ 5809558 w 7467600"/>
              <a:gd name="connsiteY572" fmla="*/ 2198043 h 6858000"/>
              <a:gd name="connsiteX573" fmla="*/ 5788653 w 7467600"/>
              <a:gd name="connsiteY573" fmla="*/ 2489430 h 6858000"/>
              <a:gd name="connsiteX574" fmla="*/ 5793439 w 7467600"/>
              <a:gd name="connsiteY574" fmla="*/ 2575235 h 6858000"/>
              <a:gd name="connsiteX575" fmla="*/ 5796837 w 7467600"/>
              <a:gd name="connsiteY575" fmla="*/ 2637633 h 6858000"/>
              <a:gd name="connsiteX576" fmla="*/ 5818614 w 7467600"/>
              <a:gd name="connsiteY576" fmla="*/ 2473055 h 6858000"/>
              <a:gd name="connsiteX577" fmla="*/ 5829202 w 7467600"/>
              <a:gd name="connsiteY577" fmla="*/ 1971679 h 6858000"/>
              <a:gd name="connsiteX578" fmla="*/ 5911389 w 7467600"/>
              <a:gd name="connsiteY578" fmla="*/ 1898371 h 6858000"/>
              <a:gd name="connsiteX579" fmla="*/ 6237627 w 7467600"/>
              <a:gd name="connsiteY579" fmla="*/ 2231921 h 6858000"/>
              <a:gd name="connsiteX580" fmla="*/ 5911389 w 7467600"/>
              <a:gd name="connsiteY580" fmla="*/ 1898371 h 6858000"/>
              <a:gd name="connsiteX581" fmla="*/ 6944437 w 7467600"/>
              <a:gd name="connsiteY581" fmla="*/ 1575402 h 6858000"/>
              <a:gd name="connsiteX582" fmla="*/ 6304730 w 7467600"/>
              <a:gd name="connsiteY582" fmla="*/ 1766654 h 6858000"/>
              <a:gd name="connsiteX583" fmla="*/ 6944437 w 7467600"/>
              <a:gd name="connsiteY583" fmla="*/ 1575402 h 6858000"/>
              <a:gd name="connsiteX584" fmla="*/ 7019523 w 7467600"/>
              <a:gd name="connsiteY584" fmla="*/ 1519450 h 6858000"/>
              <a:gd name="connsiteX585" fmla="*/ 6298091 w 7467600"/>
              <a:gd name="connsiteY585" fmla="*/ 1737122 h 6858000"/>
              <a:gd name="connsiteX586" fmla="*/ 7019523 w 7467600"/>
              <a:gd name="connsiteY586" fmla="*/ 1519450 h 6858000"/>
              <a:gd name="connsiteX587" fmla="*/ 2399523 w 7467600"/>
              <a:gd name="connsiteY587" fmla="*/ 1428234 h 6858000"/>
              <a:gd name="connsiteX588" fmla="*/ 2224982 w 7467600"/>
              <a:gd name="connsiteY588" fmla="*/ 1826201 h 6858000"/>
              <a:gd name="connsiteX589" fmla="*/ 2096099 w 7467600"/>
              <a:gd name="connsiteY589" fmla="*/ 2345900 h 6858000"/>
              <a:gd name="connsiteX590" fmla="*/ 2283317 w 7467600"/>
              <a:gd name="connsiteY590" fmla="*/ 1796925 h 6858000"/>
              <a:gd name="connsiteX591" fmla="*/ 2399523 w 7467600"/>
              <a:gd name="connsiteY591" fmla="*/ 1428234 h 6858000"/>
              <a:gd name="connsiteX592" fmla="*/ 2448558 w 7467600"/>
              <a:gd name="connsiteY592" fmla="*/ 1373435 h 6858000"/>
              <a:gd name="connsiteX593" fmla="*/ 2312521 w 7467600"/>
              <a:gd name="connsiteY593" fmla="*/ 1806140 h 6858000"/>
              <a:gd name="connsiteX594" fmla="*/ 2127533 w 7467600"/>
              <a:gd name="connsiteY594" fmla="*/ 2348380 h 6858000"/>
              <a:gd name="connsiteX595" fmla="*/ 2358080 w 7467600"/>
              <a:gd name="connsiteY595" fmla="*/ 1866134 h 6858000"/>
              <a:gd name="connsiteX596" fmla="*/ 2407436 w 7467600"/>
              <a:gd name="connsiteY596" fmla="*/ 1651070 h 6858000"/>
              <a:gd name="connsiteX597" fmla="*/ 2448558 w 7467600"/>
              <a:gd name="connsiteY597" fmla="*/ 1373435 h 6858000"/>
              <a:gd name="connsiteX598" fmla="*/ 278707 w 7467600"/>
              <a:gd name="connsiteY598" fmla="*/ 1352270 h 6858000"/>
              <a:gd name="connsiteX599" fmla="*/ 321570 w 7467600"/>
              <a:gd name="connsiteY599" fmla="*/ 1861610 h 6858000"/>
              <a:gd name="connsiteX600" fmla="*/ 294281 w 7467600"/>
              <a:gd name="connsiteY600" fmla="*/ 1440658 h 6858000"/>
              <a:gd name="connsiteX601" fmla="*/ 278707 w 7467600"/>
              <a:gd name="connsiteY601" fmla="*/ 1352270 h 6858000"/>
              <a:gd name="connsiteX602" fmla="*/ 1423821 w 7467600"/>
              <a:gd name="connsiteY602" fmla="*/ 1351958 h 6858000"/>
              <a:gd name="connsiteX603" fmla="*/ 1638521 w 7467600"/>
              <a:gd name="connsiteY603" fmla="*/ 1908470 h 6858000"/>
              <a:gd name="connsiteX604" fmla="*/ 1754199 w 7467600"/>
              <a:gd name="connsiteY604" fmla="*/ 2149284 h 6858000"/>
              <a:gd name="connsiteX605" fmla="*/ 1908359 w 7467600"/>
              <a:gd name="connsiteY605" fmla="*/ 2364988 h 6858000"/>
              <a:gd name="connsiteX606" fmla="*/ 1647661 w 7467600"/>
              <a:gd name="connsiteY606" fmla="*/ 1825945 h 6858000"/>
              <a:gd name="connsiteX607" fmla="*/ 1423821 w 7467600"/>
              <a:gd name="connsiteY607" fmla="*/ 1351958 h 6858000"/>
              <a:gd name="connsiteX608" fmla="*/ 1431890 w 7467600"/>
              <a:gd name="connsiteY608" fmla="*/ 1306475 h 6858000"/>
              <a:gd name="connsiteX609" fmla="*/ 1507597 w 7467600"/>
              <a:gd name="connsiteY609" fmla="*/ 1446132 h 6858000"/>
              <a:gd name="connsiteX610" fmla="*/ 1674586 w 7467600"/>
              <a:gd name="connsiteY610" fmla="*/ 1813832 h 6858000"/>
              <a:gd name="connsiteX611" fmla="*/ 1815950 w 7467600"/>
              <a:gd name="connsiteY611" fmla="*/ 2128564 h 6858000"/>
              <a:gd name="connsiteX612" fmla="*/ 1984242 w 7467600"/>
              <a:gd name="connsiteY612" fmla="*/ 2430829 h 6858000"/>
              <a:gd name="connsiteX613" fmla="*/ 2014023 w 7467600"/>
              <a:gd name="connsiteY613" fmla="*/ 2450995 h 6858000"/>
              <a:gd name="connsiteX614" fmla="*/ 1747337 w 7467600"/>
              <a:gd name="connsiteY614" fmla="*/ 1855264 h 6858000"/>
              <a:gd name="connsiteX615" fmla="*/ 1533749 w 7467600"/>
              <a:gd name="connsiteY615" fmla="*/ 1478656 h 6858000"/>
              <a:gd name="connsiteX616" fmla="*/ 1431890 w 7467600"/>
              <a:gd name="connsiteY616" fmla="*/ 1306475 h 6858000"/>
              <a:gd name="connsiteX617" fmla="*/ 5052692 w 7467600"/>
              <a:gd name="connsiteY617" fmla="*/ 1292994 h 6858000"/>
              <a:gd name="connsiteX618" fmla="*/ 5200661 w 7467600"/>
              <a:gd name="connsiteY618" fmla="*/ 1635186 h 6858000"/>
              <a:gd name="connsiteX619" fmla="*/ 5297138 w 7467600"/>
              <a:gd name="connsiteY619" fmla="*/ 1906351 h 6858000"/>
              <a:gd name="connsiteX620" fmla="*/ 5052692 w 7467600"/>
              <a:gd name="connsiteY620" fmla="*/ 1292994 h 6858000"/>
              <a:gd name="connsiteX621" fmla="*/ 5009948 w 7467600"/>
              <a:gd name="connsiteY621" fmla="*/ 1273619 h 6858000"/>
              <a:gd name="connsiteX622" fmla="*/ 5121777 w 7467600"/>
              <a:gd name="connsiteY622" fmla="*/ 1654213 h 6858000"/>
              <a:gd name="connsiteX623" fmla="*/ 5293545 w 7467600"/>
              <a:gd name="connsiteY623" fmla="*/ 2072247 h 6858000"/>
              <a:gd name="connsiteX624" fmla="*/ 5294042 w 7467600"/>
              <a:gd name="connsiteY624" fmla="*/ 2065019 h 6858000"/>
              <a:gd name="connsiteX625" fmla="*/ 5171936 w 7467600"/>
              <a:gd name="connsiteY625" fmla="*/ 1647613 h 6858000"/>
              <a:gd name="connsiteX626" fmla="*/ 5009948 w 7467600"/>
              <a:gd name="connsiteY626" fmla="*/ 1273619 h 6858000"/>
              <a:gd name="connsiteX627" fmla="*/ 655236 w 7467600"/>
              <a:gd name="connsiteY627" fmla="*/ 1268632 h 6858000"/>
              <a:gd name="connsiteX628" fmla="*/ 839521 w 7467600"/>
              <a:gd name="connsiteY628" fmla="*/ 1685315 h 6858000"/>
              <a:gd name="connsiteX629" fmla="*/ 1109416 w 7467600"/>
              <a:gd name="connsiteY629" fmla="*/ 2061663 h 6858000"/>
              <a:gd name="connsiteX630" fmla="*/ 1298300 w 7467600"/>
              <a:gd name="connsiteY630" fmla="*/ 2247742 h 6858000"/>
              <a:gd name="connsiteX631" fmla="*/ 1125871 w 7467600"/>
              <a:gd name="connsiteY631" fmla="*/ 1989513 h 6858000"/>
              <a:gd name="connsiteX632" fmla="*/ 981574 w 7467600"/>
              <a:gd name="connsiteY632" fmla="*/ 1783157 h 6858000"/>
              <a:gd name="connsiteX633" fmla="*/ 922198 w 7467600"/>
              <a:gd name="connsiteY633" fmla="*/ 1677437 h 6858000"/>
              <a:gd name="connsiteX634" fmla="*/ 869293 w 7467600"/>
              <a:gd name="connsiteY634" fmla="*/ 1583214 h 6858000"/>
              <a:gd name="connsiteX635" fmla="*/ 751431 w 7467600"/>
              <a:gd name="connsiteY635" fmla="*/ 1405731 h 6858000"/>
              <a:gd name="connsiteX636" fmla="*/ 655236 w 7467600"/>
              <a:gd name="connsiteY636" fmla="*/ 1268632 h 6858000"/>
              <a:gd name="connsiteX637" fmla="*/ 6516292 w 7467600"/>
              <a:gd name="connsiteY637" fmla="*/ 1263064 h 6858000"/>
              <a:gd name="connsiteX638" fmla="*/ 5736320 w 7467600"/>
              <a:gd name="connsiteY638" fmla="*/ 1501803 h 6858000"/>
              <a:gd name="connsiteX639" fmla="*/ 6516292 w 7467600"/>
              <a:gd name="connsiteY639" fmla="*/ 1263064 h 6858000"/>
              <a:gd name="connsiteX640" fmla="*/ 291466 w 7467600"/>
              <a:gd name="connsiteY640" fmla="*/ 1250369 h 6858000"/>
              <a:gd name="connsiteX641" fmla="*/ 323180 w 7467600"/>
              <a:gd name="connsiteY641" fmla="*/ 1435283 h 6858000"/>
              <a:gd name="connsiteX642" fmla="*/ 349381 w 7467600"/>
              <a:gd name="connsiteY642" fmla="*/ 1875041 h 6858000"/>
              <a:gd name="connsiteX643" fmla="*/ 374363 w 7467600"/>
              <a:gd name="connsiteY643" fmla="*/ 1506494 h 6858000"/>
              <a:gd name="connsiteX644" fmla="*/ 302168 w 7467600"/>
              <a:gd name="connsiteY644" fmla="*/ 1274495 h 6858000"/>
              <a:gd name="connsiteX645" fmla="*/ 291466 w 7467600"/>
              <a:gd name="connsiteY645" fmla="*/ 1250369 h 6858000"/>
              <a:gd name="connsiteX646" fmla="*/ 678222 w 7467600"/>
              <a:gd name="connsiteY646" fmla="*/ 1248670 h 6858000"/>
              <a:gd name="connsiteX647" fmla="*/ 775536 w 7467600"/>
              <a:gd name="connsiteY647" fmla="*/ 1388015 h 6858000"/>
              <a:gd name="connsiteX648" fmla="*/ 894529 w 7467600"/>
              <a:gd name="connsiteY648" fmla="*/ 1567739 h 6858000"/>
              <a:gd name="connsiteX649" fmla="*/ 948000 w 7467600"/>
              <a:gd name="connsiteY649" fmla="*/ 1663088 h 6858000"/>
              <a:gd name="connsiteX650" fmla="*/ 1006812 w 7467600"/>
              <a:gd name="connsiteY650" fmla="*/ 1767683 h 6858000"/>
              <a:gd name="connsiteX651" fmla="*/ 1149133 w 7467600"/>
              <a:gd name="connsiteY651" fmla="*/ 1971513 h 6858000"/>
              <a:gd name="connsiteX652" fmla="*/ 1333952 w 7467600"/>
              <a:gd name="connsiteY652" fmla="*/ 2251620 h 6858000"/>
              <a:gd name="connsiteX653" fmla="*/ 1337329 w 7467600"/>
              <a:gd name="connsiteY653" fmla="*/ 2258350 h 6858000"/>
              <a:gd name="connsiteX654" fmla="*/ 1014726 w 7467600"/>
              <a:gd name="connsiteY654" fmla="*/ 1615556 h 6858000"/>
              <a:gd name="connsiteX655" fmla="*/ 678222 w 7467600"/>
              <a:gd name="connsiteY655" fmla="*/ 1248670 h 6858000"/>
              <a:gd name="connsiteX656" fmla="*/ 6691602 w 7467600"/>
              <a:gd name="connsiteY656" fmla="*/ 1140573 h 6858000"/>
              <a:gd name="connsiteX657" fmla="*/ 6571100 w 7467600"/>
              <a:gd name="connsiteY657" fmla="*/ 1183662 h 6858000"/>
              <a:gd name="connsiteX658" fmla="*/ 6241687 w 7467600"/>
              <a:gd name="connsiteY658" fmla="*/ 1257600 h 6858000"/>
              <a:gd name="connsiteX659" fmla="*/ 5693009 w 7467600"/>
              <a:gd name="connsiteY659" fmla="*/ 1478256 h 6858000"/>
              <a:gd name="connsiteX660" fmla="*/ 6548420 w 7467600"/>
              <a:gd name="connsiteY660" fmla="*/ 1214599 h 6858000"/>
              <a:gd name="connsiteX661" fmla="*/ 6605473 w 7467600"/>
              <a:gd name="connsiteY661" fmla="*/ 1184686 h 6858000"/>
              <a:gd name="connsiteX662" fmla="*/ 6691602 w 7467600"/>
              <a:gd name="connsiteY662" fmla="*/ 1140573 h 6858000"/>
              <a:gd name="connsiteX663" fmla="*/ 4002475 w 7467600"/>
              <a:gd name="connsiteY663" fmla="*/ 1037802 h 6858000"/>
              <a:gd name="connsiteX664" fmla="*/ 4000324 w 7467600"/>
              <a:gd name="connsiteY664" fmla="*/ 1039362 h 6858000"/>
              <a:gd name="connsiteX665" fmla="*/ 4002862 w 7467600"/>
              <a:gd name="connsiteY665" fmla="*/ 1042866 h 6858000"/>
              <a:gd name="connsiteX666" fmla="*/ 4002475 w 7467600"/>
              <a:gd name="connsiteY666" fmla="*/ 1037802 h 6858000"/>
              <a:gd name="connsiteX667" fmla="*/ 506322 w 7467600"/>
              <a:gd name="connsiteY667" fmla="*/ 1020997 h 6858000"/>
              <a:gd name="connsiteX668" fmla="*/ 533068 w 7467600"/>
              <a:gd name="connsiteY668" fmla="*/ 1029409 h 6858000"/>
              <a:gd name="connsiteX669" fmla="*/ 1232525 w 7467600"/>
              <a:gd name="connsiteY669" fmla="*/ 1804675 h 6858000"/>
              <a:gd name="connsiteX670" fmla="*/ 1388858 w 7467600"/>
              <a:gd name="connsiteY670" fmla="*/ 2368011 h 6858000"/>
              <a:gd name="connsiteX671" fmla="*/ 1384098 w 7467600"/>
              <a:gd name="connsiteY671" fmla="*/ 2378125 h 6858000"/>
              <a:gd name="connsiteX672" fmla="*/ 1425393 w 7467600"/>
              <a:gd name="connsiteY672" fmla="*/ 2589124 h 6858000"/>
              <a:gd name="connsiteX673" fmla="*/ 1424001 w 7467600"/>
              <a:gd name="connsiteY673" fmla="*/ 2597541 h 6858000"/>
              <a:gd name="connsiteX674" fmla="*/ 2152729 w 7467600"/>
              <a:gd name="connsiteY674" fmla="*/ 2864487 h 6858000"/>
              <a:gd name="connsiteX675" fmla="*/ 2020609 w 7467600"/>
              <a:gd name="connsiteY675" fmla="*/ 2539671 h 6858000"/>
              <a:gd name="connsiteX676" fmla="*/ 2018920 w 7467600"/>
              <a:gd name="connsiteY676" fmla="*/ 2536309 h 6858000"/>
              <a:gd name="connsiteX677" fmla="*/ 1342441 w 7467600"/>
              <a:gd name="connsiteY677" fmla="*/ 1173017 h 6858000"/>
              <a:gd name="connsiteX678" fmla="*/ 1367925 w 7467600"/>
              <a:gd name="connsiteY678" fmla="*/ 1135648 h 6858000"/>
              <a:gd name="connsiteX679" fmla="*/ 1771401 w 7467600"/>
              <a:gd name="connsiteY679" fmla="*/ 1806673 h 6858000"/>
              <a:gd name="connsiteX680" fmla="*/ 1972385 w 7467600"/>
              <a:gd name="connsiteY680" fmla="*/ 2198735 h 6858000"/>
              <a:gd name="connsiteX681" fmla="*/ 2040892 w 7467600"/>
              <a:gd name="connsiteY681" fmla="*/ 2405205 h 6858000"/>
              <a:gd name="connsiteX682" fmla="*/ 2131689 w 7467600"/>
              <a:gd name="connsiteY682" fmla="*/ 1936926 h 6858000"/>
              <a:gd name="connsiteX683" fmla="*/ 2454820 w 7467600"/>
              <a:gd name="connsiteY683" fmla="*/ 1248808 h 6858000"/>
              <a:gd name="connsiteX684" fmla="*/ 2492512 w 7467600"/>
              <a:gd name="connsiteY684" fmla="*/ 1302920 h 6858000"/>
              <a:gd name="connsiteX685" fmla="*/ 2081216 w 7467600"/>
              <a:gd name="connsiteY685" fmla="*/ 2527513 h 6858000"/>
              <a:gd name="connsiteX686" fmla="*/ 2081211 w 7467600"/>
              <a:gd name="connsiteY686" fmla="*/ 2528916 h 6858000"/>
              <a:gd name="connsiteX687" fmla="*/ 2199067 w 7467600"/>
              <a:gd name="connsiteY687" fmla="*/ 2884061 h 6858000"/>
              <a:gd name="connsiteX688" fmla="*/ 3192586 w 7467600"/>
              <a:gd name="connsiteY688" fmla="*/ 3411496 h 6858000"/>
              <a:gd name="connsiteX689" fmla="*/ 3182620 w 7467600"/>
              <a:gd name="connsiteY689" fmla="*/ 3483279 h 6858000"/>
              <a:gd name="connsiteX690" fmla="*/ 2435119 w 7467600"/>
              <a:gd name="connsiteY690" fmla="*/ 3080173 h 6858000"/>
              <a:gd name="connsiteX691" fmla="*/ 2410152 w 7467600"/>
              <a:gd name="connsiteY691" fmla="*/ 3063751 h 6858000"/>
              <a:gd name="connsiteX692" fmla="*/ 2408099 w 7467600"/>
              <a:gd name="connsiteY692" fmla="*/ 3064403 h 6858000"/>
              <a:gd name="connsiteX693" fmla="*/ 2407218 w 7467600"/>
              <a:gd name="connsiteY693" fmla="*/ 3070324 h 6858000"/>
              <a:gd name="connsiteX694" fmla="*/ 2380138 w 7467600"/>
              <a:gd name="connsiteY694" fmla="*/ 3099341 h 6858000"/>
              <a:gd name="connsiteX695" fmla="*/ 1765923 w 7467600"/>
              <a:gd name="connsiteY695" fmla="*/ 3581043 h 6858000"/>
              <a:gd name="connsiteX696" fmla="*/ 1702258 w 7467600"/>
              <a:gd name="connsiteY696" fmla="*/ 3612286 h 6858000"/>
              <a:gd name="connsiteX697" fmla="*/ 1538370 w 7467600"/>
              <a:gd name="connsiteY697" fmla="*/ 3811804 h 6858000"/>
              <a:gd name="connsiteX698" fmla="*/ 542867 w 7467600"/>
              <a:gd name="connsiteY698" fmla="*/ 4944092 h 6858000"/>
              <a:gd name="connsiteX699" fmla="*/ 515800 w 7467600"/>
              <a:gd name="connsiteY699" fmla="*/ 4862180 h 6858000"/>
              <a:gd name="connsiteX700" fmla="*/ 909145 w 7467600"/>
              <a:gd name="connsiteY700" fmla="*/ 4199225 h 6858000"/>
              <a:gd name="connsiteX701" fmla="*/ 1214067 w 7467600"/>
              <a:gd name="connsiteY701" fmla="*/ 3908561 h 6858000"/>
              <a:gd name="connsiteX702" fmla="*/ 640967 w 7467600"/>
              <a:gd name="connsiteY702" fmla="*/ 4105601 h 6858000"/>
              <a:gd name="connsiteX703" fmla="*/ 112563 w 7467600"/>
              <a:gd name="connsiteY703" fmla="*/ 4396952 h 6858000"/>
              <a:gd name="connsiteX704" fmla="*/ 0 w 7467600"/>
              <a:gd name="connsiteY704" fmla="*/ 4466006 h 6858000"/>
              <a:gd name="connsiteX705" fmla="*/ 0 w 7467600"/>
              <a:gd name="connsiteY705" fmla="*/ 4233763 h 6858000"/>
              <a:gd name="connsiteX706" fmla="*/ 36881 w 7467600"/>
              <a:gd name="connsiteY706" fmla="*/ 4200118 h 6858000"/>
              <a:gd name="connsiteX707" fmla="*/ 910534 w 7467600"/>
              <a:gd name="connsiteY707" fmla="*/ 3629753 h 6858000"/>
              <a:gd name="connsiteX708" fmla="*/ 1578717 w 7467600"/>
              <a:gd name="connsiteY708" fmla="*/ 3575982 h 6858000"/>
              <a:gd name="connsiteX709" fmla="*/ 2338780 w 7467600"/>
              <a:gd name="connsiteY709" fmla="*/ 3033725 h 6858000"/>
              <a:gd name="connsiteX710" fmla="*/ 1807991 w 7467600"/>
              <a:gd name="connsiteY710" fmla="*/ 2807184 h 6858000"/>
              <a:gd name="connsiteX711" fmla="*/ 1416358 w 7467600"/>
              <a:gd name="connsiteY711" fmla="*/ 3112571 h 6858000"/>
              <a:gd name="connsiteX712" fmla="*/ 939066 w 7467600"/>
              <a:gd name="connsiteY712" fmla="*/ 3378798 h 6858000"/>
              <a:gd name="connsiteX713" fmla="*/ 115099 w 7467600"/>
              <a:gd name="connsiteY713" fmla="*/ 3607650 h 6858000"/>
              <a:gd name="connsiteX714" fmla="*/ 97284 w 7467600"/>
              <a:gd name="connsiteY714" fmla="*/ 3520393 h 6858000"/>
              <a:gd name="connsiteX715" fmla="*/ 922050 w 7467600"/>
              <a:gd name="connsiteY715" fmla="*/ 3074867 h 6858000"/>
              <a:gd name="connsiteX716" fmla="*/ 1405265 w 7467600"/>
              <a:gd name="connsiteY716" fmla="*/ 3016319 h 6858000"/>
              <a:gd name="connsiteX717" fmla="*/ 1407512 w 7467600"/>
              <a:gd name="connsiteY717" fmla="*/ 3018001 h 6858000"/>
              <a:gd name="connsiteX718" fmla="*/ 1726266 w 7467600"/>
              <a:gd name="connsiteY718" fmla="*/ 2777274 h 6858000"/>
              <a:gd name="connsiteX719" fmla="*/ 625390 w 7467600"/>
              <a:gd name="connsiteY719" fmla="*/ 2514541 h 6858000"/>
              <a:gd name="connsiteX720" fmla="*/ 619799 w 7467600"/>
              <a:gd name="connsiteY720" fmla="*/ 2527180 h 6858000"/>
              <a:gd name="connsiteX721" fmla="*/ 310030 w 7467600"/>
              <a:gd name="connsiteY721" fmla="*/ 2771818 h 6858000"/>
              <a:gd name="connsiteX722" fmla="*/ 173877 w 7467600"/>
              <a:gd name="connsiteY722" fmla="*/ 2937056 h 6858000"/>
              <a:gd name="connsiteX723" fmla="*/ 77889 w 7467600"/>
              <a:gd name="connsiteY723" fmla="*/ 3138440 h 6858000"/>
              <a:gd name="connsiteX724" fmla="*/ 0 w 7467600"/>
              <a:gd name="connsiteY724" fmla="*/ 3271395 h 6858000"/>
              <a:gd name="connsiteX725" fmla="*/ 0 w 7467600"/>
              <a:gd name="connsiteY725" fmla="*/ 3153002 h 6858000"/>
              <a:gd name="connsiteX726" fmla="*/ 2386 w 7467600"/>
              <a:gd name="connsiteY726" fmla="*/ 3149203 h 6858000"/>
              <a:gd name="connsiteX727" fmla="*/ 89753 w 7467600"/>
              <a:gd name="connsiteY727" fmla="*/ 2987702 h 6858000"/>
              <a:gd name="connsiteX728" fmla="*/ 76869 w 7467600"/>
              <a:gd name="connsiteY728" fmla="*/ 3005404 h 6858000"/>
              <a:gd name="connsiteX729" fmla="*/ 32049 w 7467600"/>
              <a:gd name="connsiteY729" fmla="*/ 3065814 h 6858000"/>
              <a:gd name="connsiteX730" fmla="*/ 0 w 7467600"/>
              <a:gd name="connsiteY730" fmla="*/ 3108744 h 6858000"/>
              <a:gd name="connsiteX731" fmla="*/ 0 w 7467600"/>
              <a:gd name="connsiteY731" fmla="*/ 3058059 h 6858000"/>
              <a:gd name="connsiteX732" fmla="*/ 7610 w 7467600"/>
              <a:gd name="connsiteY732" fmla="*/ 3047889 h 6858000"/>
              <a:gd name="connsiteX733" fmla="*/ 52419 w 7467600"/>
              <a:gd name="connsiteY733" fmla="*/ 2987479 h 6858000"/>
              <a:gd name="connsiteX734" fmla="*/ 59142 w 7467600"/>
              <a:gd name="connsiteY734" fmla="*/ 2978488 h 6858000"/>
              <a:gd name="connsiteX735" fmla="*/ 0 w 7467600"/>
              <a:gd name="connsiteY735" fmla="*/ 3015334 h 6858000"/>
              <a:gd name="connsiteX736" fmla="*/ 0 w 7467600"/>
              <a:gd name="connsiteY736" fmla="*/ 2914286 h 6858000"/>
              <a:gd name="connsiteX737" fmla="*/ 36383 w 7467600"/>
              <a:gd name="connsiteY737" fmla="*/ 2901128 h 6858000"/>
              <a:gd name="connsiteX738" fmla="*/ 156329 w 7467600"/>
              <a:gd name="connsiteY738" fmla="*/ 2840533 h 6858000"/>
              <a:gd name="connsiteX739" fmla="*/ 358355 w 7467600"/>
              <a:gd name="connsiteY739" fmla="*/ 2620471 h 6858000"/>
              <a:gd name="connsiteX740" fmla="*/ 510577 w 7467600"/>
              <a:gd name="connsiteY740" fmla="*/ 2501244 h 6858000"/>
              <a:gd name="connsiteX741" fmla="*/ 211967 w 7467600"/>
              <a:gd name="connsiteY741" fmla="*/ 2479171 h 6858000"/>
              <a:gd name="connsiteX742" fmla="*/ 0 w 7467600"/>
              <a:gd name="connsiteY742" fmla="*/ 2476398 h 6858000"/>
              <a:gd name="connsiteX743" fmla="*/ 0 w 7467600"/>
              <a:gd name="connsiteY743" fmla="*/ 2389189 h 6858000"/>
              <a:gd name="connsiteX744" fmla="*/ 103062 w 7467600"/>
              <a:gd name="connsiteY744" fmla="*/ 2389518 h 6858000"/>
              <a:gd name="connsiteX745" fmla="*/ 510734 w 7467600"/>
              <a:gd name="connsiteY745" fmla="*/ 2416201 h 6858000"/>
              <a:gd name="connsiteX746" fmla="*/ 279257 w 7467600"/>
              <a:gd name="connsiteY746" fmla="*/ 2092102 h 6858000"/>
              <a:gd name="connsiteX747" fmla="*/ 65265 w 7467600"/>
              <a:gd name="connsiteY747" fmla="*/ 2006049 h 6858000"/>
              <a:gd name="connsiteX748" fmla="*/ 0 w 7467600"/>
              <a:gd name="connsiteY748" fmla="*/ 1982532 h 6858000"/>
              <a:gd name="connsiteX749" fmla="*/ 0 w 7467600"/>
              <a:gd name="connsiteY749" fmla="*/ 1912789 h 6858000"/>
              <a:gd name="connsiteX750" fmla="*/ 97460 w 7467600"/>
              <a:gd name="connsiteY750" fmla="*/ 1953725 h 6858000"/>
              <a:gd name="connsiteX751" fmla="*/ 221272 w 7467600"/>
              <a:gd name="connsiteY751" fmla="*/ 1980766 h 6858000"/>
              <a:gd name="connsiteX752" fmla="*/ 116765 w 7467600"/>
              <a:gd name="connsiteY752" fmla="*/ 1911033 h 6858000"/>
              <a:gd name="connsiteX753" fmla="*/ 16405 w 7467600"/>
              <a:gd name="connsiteY753" fmla="*/ 1803412 h 6858000"/>
              <a:gd name="connsiteX754" fmla="*/ 0 w 7467600"/>
              <a:gd name="connsiteY754" fmla="*/ 1784777 h 6858000"/>
              <a:gd name="connsiteX755" fmla="*/ 0 w 7467600"/>
              <a:gd name="connsiteY755" fmla="*/ 1740082 h 6858000"/>
              <a:gd name="connsiteX756" fmla="*/ 39394 w 7467600"/>
              <a:gd name="connsiteY756" fmla="*/ 1784856 h 6858000"/>
              <a:gd name="connsiteX757" fmla="*/ 135813 w 7467600"/>
              <a:gd name="connsiteY757" fmla="*/ 1888838 h 6858000"/>
              <a:gd name="connsiteX758" fmla="*/ 242575 w 7467600"/>
              <a:gd name="connsiteY758" fmla="*/ 1958841 h 6858000"/>
              <a:gd name="connsiteX759" fmla="*/ 82197 w 7467600"/>
              <a:gd name="connsiteY759" fmla="*/ 1754826 h 6858000"/>
              <a:gd name="connsiteX760" fmla="*/ 0 w 7467600"/>
              <a:gd name="connsiteY760" fmla="*/ 1679650 h 6858000"/>
              <a:gd name="connsiteX761" fmla="*/ 0 w 7467600"/>
              <a:gd name="connsiteY761" fmla="*/ 1602463 h 6858000"/>
              <a:gd name="connsiteX762" fmla="*/ 84689 w 7467600"/>
              <a:gd name="connsiteY762" fmla="*/ 1677442 h 6858000"/>
              <a:gd name="connsiteX763" fmla="*/ 298437 w 7467600"/>
              <a:gd name="connsiteY763" fmla="*/ 1968019 h 6858000"/>
              <a:gd name="connsiteX764" fmla="*/ 227269 w 7467600"/>
              <a:gd name="connsiteY764" fmla="*/ 1114064 h 6858000"/>
              <a:gd name="connsiteX765" fmla="*/ 248003 w 7467600"/>
              <a:gd name="connsiteY765" fmla="*/ 1089613 h 6858000"/>
              <a:gd name="connsiteX766" fmla="*/ 427020 w 7467600"/>
              <a:gd name="connsiteY766" fmla="*/ 1619803 h 6858000"/>
              <a:gd name="connsiteX767" fmla="*/ 340345 w 7467600"/>
              <a:gd name="connsiteY767" fmla="*/ 2027739 h 6858000"/>
              <a:gd name="connsiteX768" fmla="*/ 360865 w 7467600"/>
              <a:gd name="connsiteY768" fmla="*/ 2044827 h 6858000"/>
              <a:gd name="connsiteX769" fmla="*/ 560414 w 7467600"/>
              <a:gd name="connsiteY769" fmla="*/ 2421457 h 6858000"/>
              <a:gd name="connsiteX770" fmla="*/ 1359703 w 7467600"/>
              <a:gd name="connsiteY770" fmla="*/ 2578554 h 6858000"/>
              <a:gd name="connsiteX771" fmla="*/ 1359422 w 7467600"/>
              <a:gd name="connsiteY771" fmla="*/ 2577994 h 6858000"/>
              <a:gd name="connsiteX772" fmla="*/ 828701 w 7467600"/>
              <a:gd name="connsiteY772" fmla="*/ 1839520 h 6858000"/>
              <a:gd name="connsiteX773" fmla="*/ 494427 w 7467600"/>
              <a:gd name="connsiteY773" fmla="*/ 1092333 h 6858000"/>
              <a:gd name="connsiteX774" fmla="*/ 506322 w 7467600"/>
              <a:gd name="connsiteY774" fmla="*/ 1020997 h 6858000"/>
              <a:gd name="connsiteX775" fmla="*/ 4570198 w 7467600"/>
              <a:gd name="connsiteY775" fmla="*/ 978081 h 6858000"/>
              <a:gd name="connsiteX776" fmla="*/ 4523691 w 7467600"/>
              <a:gd name="connsiteY776" fmla="*/ 1127776 h 6858000"/>
              <a:gd name="connsiteX777" fmla="*/ 4509875 w 7467600"/>
              <a:gd name="connsiteY777" fmla="*/ 1167552 h 6858000"/>
              <a:gd name="connsiteX778" fmla="*/ 4478168 w 7467600"/>
              <a:gd name="connsiteY778" fmla="*/ 1260735 h 6858000"/>
              <a:gd name="connsiteX779" fmla="*/ 4409309 w 7467600"/>
              <a:gd name="connsiteY779" fmla="*/ 1666996 h 6858000"/>
              <a:gd name="connsiteX780" fmla="*/ 4370031 w 7467600"/>
              <a:gd name="connsiteY780" fmla="*/ 1955666 h 6858000"/>
              <a:gd name="connsiteX781" fmla="*/ 4570198 w 7467600"/>
              <a:gd name="connsiteY781" fmla="*/ 978081 h 6858000"/>
              <a:gd name="connsiteX782" fmla="*/ 4557898 w 7467600"/>
              <a:gd name="connsiteY782" fmla="*/ 900011 h 6858000"/>
              <a:gd name="connsiteX783" fmla="*/ 4344840 w 7467600"/>
              <a:gd name="connsiteY783" fmla="*/ 1922038 h 6858000"/>
              <a:gd name="connsiteX784" fmla="*/ 4378710 w 7467600"/>
              <a:gd name="connsiteY784" fmla="*/ 1665516 h 6858000"/>
              <a:gd name="connsiteX785" fmla="*/ 4448798 w 7467600"/>
              <a:gd name="connsiteY785" fmla="*/ 1253024 h 6858000"/>
              <a:gd name="connsiteX786" fmla="*/ 4480315 w 7467600"/>
              <a:gd name="connsiteY786" fmla="*/ 1158454 h 6858000"/>
              <a:gd name="connsiteX787" fmla="*/ 4494133 w 7467600"/>
              <a:gd name="connsiteY787" fmla="*/ 1118676 h 6858000"/>
              <a:gd name="connsiteX788" fmla="*/ 4557898 w 7467600"/>
              <a:gd name="connsiteY788" fmla="*/ 900011 h 6858000"/>
              <a:gd name="connsiteX789" fmla="*/ 5870151 w 7467600"/>
              <a:gd name="connsiteY789" fmla="*/ 898890 h 6858000"/>
              <a:gd name="connsiteX790" fmla="*/ 5861335 w 7467600"/>
              <a:gd name="connsiteY790" fmla="*/ 899177 h 6858000"/>
              <a:gd name="connsiteX791" fmla="*/ 5843702 w 7467600"/>
              <a:gd name="connsiteY791" fmla="*/ 899748 h 6858000"/>
              <a:gd name="connsiteX792" fmla="*/ 5651107 w 7467600"/>
              <a:gd name="connsiteY792" fmla="*/ 920306 h 6858000"/>
              <a:gd name="connsiteX793" fmla="*/ 5459407 w 7467600"/>
              <a:gd name="connsiteY793" fmla="*/ 940975 h 6858000"/>
              <a:gd name="connsiteX794" fmla="*/ 5374846 w 7467600"/>
              <a:gd name="connsiteY794" fmla="*/ 941988 h 6858000"/>
              <a:gd name="connsiteX795" fmla="*/ 5256105 w 7467600"/>
              <a:gd name="connsiteY795" fmla="*/ 945632 h 6858000"/>
              <a:gd name="connsiteX796" fmla="*/ 5107071 w 7467600"/>
              <a:gd name="connsiteY796" fmla="*/ 969720 h 6858000"/>
              <a:gd name="connsiteX797" fmla="*/ 4998681 w 7467600"/>
              <a:gd name="connsiteY797" fmla="*/ 988771 h 6858000"/>
              <a:gd name="connsiteX798" fmla="*/ 5870151 w 7467600"/>
              <a:gd name="connsiteY798" fmla="*/ 898890 h 6858000"/>
              <a:gd name="connsiteX799" fmla="*/ 5504425 w 7467600"/>
              <a:gd name="connsiteY799" fmla="*/ 848067 h 6858000"/>
              <a:gd name="connsiteX800" fmla="*/ 4968849 w 7467600"/>
              <a:gd name="connsiteY800" fmla="*/ 962318 h 6858000"/>
              <a:gd name="connsiteX801" fmla="*/ 5104039 w 7467600"/>
              <a:gd name="connsiteY801" fmla="*/ 940634 h 6858000"/>
              <a:gd name="connsiteX802" fmla="*/ 5256311 w 7467600"/>
              <a:gd name="connsiteY802" fmla="*/ 916490 h 6858000"/>
              <a:gd name="connsiteX803" fmla="*/ 5377381 w 7467600"/>
              <a:gd name="connsiteY803" fmla="*/ 912671 h 6858000"/>
              <a:gd name="connsiteX804" fmla="*/ 5460148 w 7467600"/>
              <a:gd name="connsiteY804" fmla="*/ 911442 h 6858000"/>
              <a:gd name="connsiteX805" fmla="*/ 5648971 w 7467600"/>
              <a:gd name="connsiteY805" fmla="*/ 891331 h 6858000"/>
              <a:gd name="connsiteX806" fmla="*/ 5844807 w 7467600"/>
              <a:gd name="connsiteY806" fmla="*/ 870718 h 6858000"/>
              <a:gd name="connsiteX807" fmla="*/ 5862975 w 7467600"/>
              <a:gd name="connsiteY807" fmla="*/ 869756 h 6858000"/>
              <a:gd name="connsiteX808" fmla="*/ 5920887 w 7467600"/>
              <a:gd name="connsiteY808" fmla="*/ 865929 h 6858000"/>
              <a:gd name="connsiteX809" fmla="*/ 5504425 w 7467600"/>
              <a:gd name="connsiteY809" fmla="*/ 848067 h 6858000"/>
              <a:gd name="connsiteX810" fmla="*/ 3607114 w 7467600"/>
              <a:gd name="connsiteY810" fmla="*/ 467441 h 6858000"/>
              <a:gd name="connsiteX811" fmla="*/ 3296242 w 7467600"/>
              <a:gd name="connsiteY811" fmla="*/ 807991 h 6858000"/>
              <a:gd name="connsiteX812" fmla="*/ 3174674 w 7467600"/>
              <a:gd name="connsiteY812" fmla="*/ 919759 h 6858000"/>
              <a:gd name="connsiteX813" fmla="*/ 3042978 w 7467600"/>
              <a:gd name="connsiteY813" fmla="*/ 1054894 h 6858000"/>
              <a:gd name="connsiteX814" fmla="*/ 2968914 w 7467600"/>
              <a:gd name="connsiteY814" fmla="*/ 1133756 h 6858000"/>
              <a:gd name="connsiteX815" fmla="*/ 3103823 w 7467600"/>
              <a:gd name="connsiteY815" fmla="*/ 1026814 h 6858000"/>
              <a:gd name="connsiteX816" fmla="*/ 3607114 w 7467600"/>
              <a:gd name="connsiteY816" fmla="*/ 467441 h 6858000"/>
              <a:gd name="connsiteX817" fmla="*/ 3744487 w 7467600"/>
              <a:gd name="connsiteY817" fmla="*/ 383136 h 6858000"/>
              <a:gd name="connsiteX818" fmla="*/ 3970213 w 7467600"/>
              <a:gd name="connsiteY818" fmla="*/ 995559 h 6858000"/>
              <a:gd name="connsiteX819" fmla="*/ 3744487 w 7467600"/>
              <a:gd name="connsiteY819" fmla="*/ 383136 h 6858000"/>
              <a:gd name="connsiteX820" fmla="*/ 3624562 w 7467600"/>
              <a:gd name="connsiteY820" fmla="*/ 367041 h 6858000"/>
              <a:gd name="connsiteX821" fmla="*/ 3489712 w 7467600"/>
              <a:gd name="connsiteY821" fmla="*/ 485386 h 6858000"/>
              <a:gd name="connsiteX822" fmla="*/ 3182994 w 7467600"/>
              <a:gd name="connsiteY822" fmla="*/ 828265 h 6858000"/>
              <a:gd name="connsiteX823" fmla="*/ 2892114 w 7467600"/>
              <a:gd name="connsiteY823" fmla="*/ 1172635 h 6858000"/>
              <a:gd name="connsiteX824" fmla="*/ 3021459 w 7467600"/>
              <a:gd name="connsiteY824" fmla="*/ 1035385 h 6858000"/>
              <a:gd name="connsiteX825" fmla="*/ 3153873 w 7467600"/>
              <a:gd name="connsiteY825" fmla="*/ 898971 h 6858000"/>
              <a:gd name="connsiteX826" fmla="*/ 3276511 w 7467600"/>
              <a:gd name="connsiteY826" fmla="*/ 786423 h 6858000"/>
              <a:gd name="connsiteX827" fmla="*/ 3584154 w 7467600"/>
              <a:gd name="connsiteY827" fmla="*/ 448218 h 6858000"/>
              <a:gd name="connsiteX828" fmla="*/ 3624562 w 7467600"/>
              <a:gd name="connsiteY828" fmla="*/ 367041 h 6858000"/>
              <a:gd name="connsiteX829" fmla="*/ 3766672 w 7467600"/>
              <a:gd name="connsiteY829" fmla="*/ 359429 h 6858000"/>
              <a:gd name="connsiteX830" fmla="*/ 3996338 w 7467600"/>
              <a:gd name="connsiteY830" fmla="*/ 968237 h 6858000"/>
              <a:gd name="connsiteX831" fmla="*/ 3766672 w 7467600"/>
              <a:gd name="connsiteY831" fmla="*/ 359429 h 6858000"/>
              <a:gd name="connsiteX832" fmla="*/ 5805386 w 7467600"/>
              <a:gd name="connsiteY832" fmla="*/ 239240 h 6858000"/>
              <a:gd name="connsiteX833" fmla="*/ 5736947 w 7467600"/>
              <a:gd name="connsiteY833" fmla="*/ 261367 h 6858000"/>
              <a:gd name="connsiteX834" fmla="*/ 5427012 w 7467600"/>
              <a:gd name="connsiteY834" fmla="*/ 311272 h 6858000"/>
              <a:gd name="connsiteX835" fmla="*/ 5147818 w 7467600"/>
              <a:gd name="connsiteY835" fmla="*/ 322112 h 6858000"/>
              <a:gd name="connsiteX836" fmla="*/ 5060854 w 7467600"/>
              <a:gd name="connsiteY836" fmla="*/ 311882 h 6858000"/>
              <a:gd name="connsiteX837" fmla="*/ 4945989 w 7467600"/>
              <a:gd name="connsiteY837" fmla="*/ 300516 h 6858000"/>
              <a:gd name="connsiteX838" fmla="*/ 5410479 w 7467600"/>
              <a:gd name="connsiteY838" fmla="*/ 348434 h 6858000"/>
              <a:gd name="connsiteX839" fmla="*/ 5805386 w 7467600"/>
              <a:gd name="connsiteY839" fmla="*/ 239240 h 6858000"/>
              <a:gd name="connsiteX840" fmla="*/ 5905192 w 7467600"/>
              <a:gd name="connsiteY840" fmla="*/ 163079 h 6858000"/>
              <a:gd name="connsiteX841" fmla="*/ 5865655 w 7467600"/>
              <a:gd name="connsiteY841" fmla="*/ 171901 h 6858000"/>
              <a:gd name="connsiteX842" fmla="*/ 5259740 w 7467600"/>
              <a:gd name="connsiteY842" fmla="*/ 257013 h 6858000"/>
              <a:gd name="connsiteX843" fmla="*/ 5208466 w 7467600"/>
              <a:gd name="connsiteY843" fmla="*/ 257550 h 6858000"/>
              <a:gd name="connsiteX844" fmla="*/ 4980204 w 7467600"/>
              <a:gd name="connsiteY844" fmla="*/ 271903 h 6858000"/>
              <a:gd name="connsiteX845" fmla="*/ 5068068 w 7467600"/>
              <a:gd name="connsiteY845" fmla="*/ 282244 h 6858000"/>
              <a:gd name="connsiteX846" fmla="*/ 5153231 w 7467600"/>
              <a:gd name="connsiteY846" fmla="*/ 292240 h 6858000"/>
              <a:gd name="connsiteX847" fmla="*/ 5426491 w 7467600"/>
              <a:gd name="connsiteY847" fmla="*/ 281128 h 6858000"/>
              <a:gd name="connsiteX848" fmla="*/ 5731212 w 7467600"/>
              <a:gd name="connsiteY848" fmla="*/ 231951 h 6858000"/>
              <a:gd name="connsiteX849" fmla="*/ 5905192 w 7467600"/>
              <a:gd name="connsiteY849" fmla="*/ 163079 h 6858000"/>
              <a:gd name="connsiteX850" fmla="*/ 5944437 w 7467600"/>
              <a:gd name="connsiteY850" fmla="*/ 113829 h 6858000"/>
              <a:gd name="connsiteX851" fmla="*/ 5825032 w 7467600"/>
              <a:gd name="connsiteY851" fmla="*/ 146405 h 6858000"/>
              <a:gd name="connsiteX852" fmla="*/ 4955599 w 7467600"/>
              <a:gd name="connsiteY852" fmla="*/ 247008 h 6858000"/>
              <a:gd name="connsiteX853" fmla="*/ 5210104 w 7467600"/>
              <a:gd name="connsiteY853" fmla="*/ 228123 h 6858000"/>
              <a:gd name="connsiteX854" fmla="*/ 5261015 w 7467600"/>
              <a:gd name="connsiteY854" fmla="*/ 227087 h 6858000"/>
              <a:gd name="connsiteX855" fmla="*/ 5861181 w 7467600"/>
              <a:gd name="connsiteY855" fmla="*/ 143093 h 6858000"/>
              <a:gd name="connsiteX856" fmla="*/ 5961252 w 7467600"/>
              <a:gd name="connsiteY856" fmla="*/ 114820 h 6858000"/>
              <a:gd name="connsiteX857" fmla="*/ 5944437 w 7467600"/>
              <a:gd name="connsiteY857" fmla="*/ 113829 h 6858000"/>
              <a:gd name="connsiteX858" fmla="*/ 3882765 w 7467600"/>
              <a:gd name="connsiteY858" fmla="*/ 0 h 6858000"/>
              <a:gd name="connsiteX859" fmla="*/ 3995099 w 7467600"/>
              <a:gd name="connsiteY859" fmla="*/ 0 h 6858000"/>
              <a:gd name="connsiteX860" fmla="*/ 4163818 w 7467600"/>
              <a:gd name="connsiteY860" fmla="*/ 234104 h 6858000"/>
              <a:gd name="connsiteX861" fmla="*/ 4172099 w 7467600"/>
              <a:gd name="connsiteY861" fmla="*/ 234207 h 6858000"/>
              <a:gd name="connsiteX862" fmla="*/ 4784282 w 7467600"/>
              <a:gd name="connsiteY862" fmla="*/ 276561 h 6858000"/>
              <a:gd name="connsiteX863" fmla="*/ 4801687 w 7467600"/>
              <a:gd name="connsiteY863" fmla="*/ 267764 h 6858000"/>
              <a:gd name="connsiteX864" fmla="*/ 6082788 w 7467600"/>
              <a:gd name="connsiteY864" fmla="*/ 64119 h 6858000"/>
              <a:gd name="connsiteX865" fmla="*/ 6099442 w 7467600"/>
              <a:gd name="connsiteY865" fmla="*/ 82568 h 6858000"/>
              <a:gd name="connsiteX866" fmla="*/ 4804137 w 7467600"/>
              <a:gd name="connsiteY866" fmla="*/ 320931 h 6858000"/>
              <a:gd name="connsiteX867" fmla="*/ 4227047 w 7467600"/>
              <a:gd name="connsiteY867" fmla="*/ 313415 h 6858000"/>
              <a:gd name="connsiteX868" fmla="*/ 4346041 w 7467600"/>
              <a:gd name="connsiteY868" fmla="*/ 456086 h 6858000"/>
              <a:gd name="connsiteX869" fmla="*/ 4870967 w 7467600"/>
              <a:gd name="connsiteY869" fmla="*/ 963061 h 6858000"/>
              <a:gd name="connsiteX870" fmla="*/ 4889647 w 7467600"/>
              <a:gd name="connsiteY870" fmla="*/ 957147 h 6858000"/>
              <a:gd name="connsiteX871" fmla="*/ 5422504 w 7467600"/>
              <a:gd name="connsiteY871" fmla="*/ 805191 h 6858000"/>
              <a:gd name="connsiteX872" fmla="*/ 6087656 w 7467600"/>
              <a:gd name="connsiteY872" fmla="*/ 826703 h 6858000"/>
              <a:gd name="connsiteX873" fmla="*/ 6058717 w 7467600"/>
              <a:gd name="connsiteY873" fmla="*/ 865992 h 6858000"/>
              <a:gd name="connsiteX874" fmla="*/ 4974153 w 7467600"/>
              <a:gd name="connsiteY874" fmla="*/ 1045456 h 6858000"/>
              <a:gd name="connsiteX875" fmla="*/ 5627835 w 7467600"/>
              <a:gd name="connsiteY875" fmla="*/ 1472077 h 6858000"/>
              <a:gd name="connsiteX876" fmla="*/ 5629817 w 7467600"/>
              <a:gd name="connsiteY876" fmla="*/ 1471412 h 6858000"/>
              <a:gd name="connsiteX877" fmla="*/ 5634124 w 7467600"/>
              <a:gd name="connsiteY877" fmla="*/ 1470572 h 6858000"/>
              <a:gd name="connsiteX878" fmla="*/ 5755832 w 7467600"/>
              <a:gd name="connsiteY878" fmla="*/ 1383886 h 6858000"/>
              <a:gd name="connsiteX879" fmla="*/ 6014186 w 7467600"/>
              <a:gd name="connsiteY879" fmla="*/ 1279799 h 6858000"/>
              <a:gd name="connsiteX880" fmla="*/ 6901619 w 7467600"/>
              <a:gd name="connsiteY880" fmla="*/ 1047874 h 6858000"/>
              <a:gd name="connsiteX881" fmla="*/ 6931566 w 7467600"/>
              <a:gd name="connsiteY881" fmla="*/ 1062034 h 6858000"/>
              <a:gd name="connsiteX882" fmla="*/ 5790982 w 7467600"/>
              <a:gd name="connsiteY882" fmla="*/ 1561380 h 6858000"/>
              <a:gd name="connsiteX883" fmla="*/ 6188971 w 7467600"/>
              <a:gd name="connsiteY883" fmla="*/ 1755168 h 6858000"/>
              <a:gd name="connsiteX884" fmla="*/ 6202446 w 7467600"/>
              <a:gd name="connsiteY884" fmla="*/ 1752268 h 6858000"/>
              <a:gd name="connsiteX885" fmla="*/ 7179560 w 7467600"/>
              <a:gd name="connsiteY885" fmla="*/ 1467551 h 6858000"/>
              <a:gd name="connsiteX886" fmla="*/ 7158730 w 7467600"/>
              <a:gd name="connsiteY886" fmla="*/ 1507835 h 6858000"/>
              <a:gd name="connsiteX887" fmla="*/ 6326959 w 7467600"/>
              <a:gd name="connsiteY887" fmla="*/ 1817686 h 6858000"/>
              <a:gd name="connsiteX888" fmla="*/ 6537433 w 7467600"/>
              <a:gd name="connsiteY888" fmla="*/ 1907790 h 6858000"/>
              <a:gd name="connsiteX889" fmla="*/ 6550221 w 7467600"/>
              <a:gd name="connsiteY889" fmla="*/ 1910729 h 6858000"/>
              <a:gd name="connsiteX890" fmla="*/ 6964438 w 7467600"/>
              <a:gd name="connsiteY890" fmla="*/ 2209505 h 6858000"/>
              <a:gd name="connsiteX891" fmla="*/ 7367862 w 7467600"/>
              <a:gd name="connsiteY891" fmla="*/ 2806833 h 6858000"/>
              <a:gd name="connsiteX892" fmla="*/ 7364329 w 7467600"/>
              <a:gd name="connsiteY892" fmla="*/ 2826907 h 6858000"/>
              <a:gd name="connsiteX893" fmla="*/ 7290545 w 7467600"/>
              <a:gd name="connsiteY893" fmla="*/ 2850663 h 6858000"/>
              <a:gd name="connsiteX894" fmla="*/ 6472036 w 7467600"/>
              <a:gd name="connsiteY894" fmla="*/ 1959003 h 6858000"/>
              <a:gd name="connsiteX895" fmla="*/ 5792897 w 7467600"/>
              <a:gd name="connsiteY895" fmla="*/ 1647747 h 6858000"/>
              <a:gd name="connsiteX896" fmla="*/ 5842751 w 7467600"/>
              <a:gd name="connsiteY896" fmla="*/ 1816112 h 6858000"/>
              <a:gd name="connsiteX897" fmla="*/ 5847424 w 7467600"/>
              <a:gd name="connsiteY897" fmla="*/ 1815776 h 6858000"/>
              <a:gd name="connsiteX898" fmla="*/ 6399821 w 7467600"/>
              <a:gd name="connsiteY898" fmla="*/ 2344799 h 6858000"/>
              <a:gd name="connsiteX899" fmla="*/ 6323232 w 7467600"/>
              <a:gd name="connsiteY899" fmla="*/ 2389634 h 6858000"/>
              <a:gd name="connsiteX900" fmla="*/ 5942958 w 7467600"/>
              <a:gd name="connsiteY900" fmla="*/ 2077708 h 6858000"/>
              <a:gd name="connsiteX901" fmla="*/ 5921559 w 7467600"/>
              <a:gd name="connsiteY901" fmla="*/ 2378596 h 6858000"/>
              <a:gd name="connsiteX902" fmla="*/ 5817651 w 7467600"/>
              <a:gd name="connsiteY902" fmla="*/ 3023919 h 6858000"/>
              <a:gd name="connsiteX903" fmla="*/ 5729634 w 7467600"/>
              <a:gd name="connsiteY903" fmla="*/ 3051849 h 6858000"/>
              <a:gd name="connsiteX904" fmla="*/ 5611018 w 7467600"/>
              <a:gd name="connsiteY904" fmla="*/ 2316769 h 6858000"/>
              <a:gd name="connsiteX905" fmla="*/ 5687608 w 7467600"/>
              <a:gd name="connsiteY905" fmla="*/ 2039972 h 6858000"/>
              <a:gd name="connsiteX906" fmla="*/ 5657554 w 7467600"/>
              <a:gd name="connsiteY906" fmla="*/ 1576445 h 6858000"/>
              <a:gd name="connsiteX907" fmla="*/ 5150475 w 7467600"/>
              <a:gd name="connsiteY907" fmla="*/ 1274012 h 6858000"/>
              <a:gd name="connsiteX908" fmla="*/ 5349142 w 7467600"/>
              <a:gd name="connsiteY908" fmla="*/ 2204405 h 6858000"/>
              <a:gd name="connsiteX909" fmla="*/ 5262214 w 7467600"/>
              <a:gd name="connsiteY909" fmla="*/ 2233836 h 6858000"/>
              <a:gd name="connsiteX910" fmla="*/ 4981539 w 7467600"/>
              <a:gd name="connsiteY910" fmla="*/ 1542201 h 6858000"/>
              <a:gd name="connsiteX911" fmla="*/ 4958461 w 7467600"/>
              <a:gd name="connsiteY911" fmla="*/ 1136957 h 6858000"/>
              <a:gd name="connsiteX912" fmla="*/ 4655015 w 7467600"/>
              <a:gd name="connsiteY912" fmla="*/ 891426 h 6858000"/>
              <a:gd name="connsiteX913" fmla="*/ 4348002 w 7467600"/>
              <a:gd name="connsiteY913" fmla="*/ 2205895 h 6858000"/>
              <a:gd name="connsiteX914" fmla="*/ 4262250 w 7467600"/>
              <a:gd name="connsiteY914" fmla="*/ 2219972 h 6858000"/>
              <a:gd name="connsiteX915" fmla="*/ 4550611 w 7467600"/>
              <a:gd name="connsiteY915" fmla="*/ 817540 h 6858000"/>
              <a:gd name="connsiteX916" fmla="*/ 4564418 w 7467600"/>
              <a:gd name="connsiteY916" fmla="*/ 808293 h 6858000"/>
              <a:gd name="connsiteX917" fmla="*/ 4266388 w 7467600"/>
              <a:gd name="connsiteY917" fmla="*/ 500083 h 6858000"/>
              <a:gd name="connsiteX918" fmla="*/ 4032842 w 7467600"/>
              <a:gd name="connsiteY918" fmla="*/ 211809 h 6858000"/>
              <a:gd name="connsiteX919" fmla="*/ 3882765 w 7467600"/>
              <a:gd name="connsiteY919" fmla="*/ 0 h 6858000"/>
              <a:gd name="connsiteX920" fmla="*/ 3721337 w 7467600"/>
              <a:gd name="connsiteY920" fmla="*/ 0 h 6858000"/>
              <a:gd name="connsiteX921" fmla="*/ 3797544 w 7467600"/>
              <a:gd name="connsiteY921" fmla="*/ 0 h 6858000"/>
              <a:gd name="connsiteX922" fmla="*/ 3775734 w 7467600"/>
              <a:gd name="connsiteY922" fmla="*/ 95131 h 6858000"/>
              <a:gd name="connsiteX923" fmla="*/ 3724807 w 7467600"/>
              <a:gd name="connsiteY923" fmla="*/ 272257 h 6858000"/>
              <a:gd name="connsiteX924" fmla="*/ 3726844 w 7467600"/>
              <a:gd name="connsiteY924" fmla="*/ 282988 h 6858000"/>
              <a:gd name="connsiteX925" fmla="*/ 3742664 w 7467600"/>
              <a:gd name="connsiteY925" fmla="*/ 279918 h 6858000"/>
              <a:gd name="connsiteX926" fmla="*/ 4103910 w 7467600"/>
              <a:gd name="connsiteY926" fmla="*/ 1161917 h 6858000"/>
              <a:gd name="connsiteX927" fmla="*/ 4020269 w 7467600"/>
              <a:gd name="connsiteY927" fmla="*/ 1200406 h 6858000"/>
              <a:gd name="connsiteX928" fmla="*/ 3674882 w 7467600"/>
              <a:gd name="connsiteY928" fmla="*/ 488524 h 6858000"/>
              <a:gd name="connsiteX929" fmla="*/ 3132682 w 7467600"/>
              <a:gd name="connsiteY929" fmla="*/ 1072284 h 6858000"/>
              <a:gd name="connsiteX930" fmla="*/ 2716346 w 7467600"/>
              <a:gd name="connsiteY930" fmla="*/ 1276376 h 6858000"/>
              <a:gd name="connsiteX931" fmla="*/ 2716772 w 7467600"/>
              <a:gd name="connsiteY931" fmla="*/ 1255462 h 6858000"/>
              <a:gd name="connsiteX932" fmla="*/ 3471096 w 7467600"/>
              <a:gd name="connsiteY932" fmla="*/ 437072 h 6858000"/>
              <a:gd name="connsiteX933" fmla="*/ 3639057 w 7467600"/>
              <a:gd name="connsiteY933" fmla="*/ 286334 h 6858000"/>
              <a:gd name="connsiteX934" fmla="*/ 3640309 w 7467600"/>
              <a:gd name="connsiteY934" fmla="*/ 284664 h 6858000"/>
              <a:gd name="connsiteX935" fmla="*/ 3646022 w 7467600"/>
              <a:gd name="connsiteY935" fmla="*/ 276711 h 6858000"/>
              <a:gd name="connsiteX936" fmla="*/ 3707943 w 7467600"/>
              <a:gd name="connsiteY936" fmla="*/ 65958 h 6858000"/>
              <a:gd name="connsiteX937" fmla="*/ 3721337 w 7467600"/>
              <a:gd name="connsiteY937" fmla="*/ 0 h 6858000"/>
              <a:gd name="connsiteX938" fmla="*/ 2867960 w 7467600"/>
              <a:gd name="connsiteY938" fmla="*/ 0 h 6858000"/>
              <a:gd name="connsiteX939" fmla="*/ 2926351 w 7467600"/>
              <a:gd name="connsiteY939" fmla="*/ 0 h 6858000"/>
              <a:gd name="connsiteX940" fmla="*/ 2902823 w 7467600"/>
              <a:gd name="connsiteY940" fmla="*/ 262929 h 6858000"/>
              <a:gd name="connsiteX941" fmla="*/ 2940663 w 7467600"/>
              <a:gd name="connsiteY941" fmla="*/ 140884 h 6858000"/>
              <a:gd name="connsiteX942" fmla="*/ 2947039 w 7467600"/>
              <a:gd name="connsiteY942" fmla="*/ 122524 h 6858000"/>
              <a:gd name="connsiteX943" fmla="*/ 2984316 w 7467600"/>
              <a:gd name="connsiteY943" fmla="*/ 0 h 6858000"/>
              <a:gd name="connsiteX944" fmla="*/ 3016114 w 7467600"/>
              <a:gd name="connsiteY944" fmla="*/ 0 h 6858000"/>
              <a:gd name="connsiteX945" fmla="*/ 2979949 w 7467600"/>
              <a:gd name="connsiteY945" fmla="*/ 119274 h 6858000"/>
              <a:gd name="connsiteX946" fmla="*/ 3023879 w 7467600"/>
              <a:gd name="connsiteY946" fmla="*/ 0 h 6858000"/>
              <a:gd name="connsiteX947" fmla="*/ 3105400 w 7467600"/>
              <a:gd name="connsiteY947" fmla="*/ 0 h 6858000"/>
              <a:gd name="connsiteX948" fmla="*/ 3094669 w 7467600"/>
              <a:gd name="connsiteY948" fmla="*/ 30308 h 6858000"/>
              <a:gd name="connsiteX949" fmla="*/ 2901945 w 7467600"/>
              <a:gd name="connsiteY949" fmla="*/ 466538 h 6858000"/>
              <a:gd name="connsiteX950" fmla="*/ 2815209 w 7467600"/>
              <a:gd name="connsiteY950" fmla="*/ 497361 h 6858000"/>
              <a:gd name="connsiteX951" fmla="*/ 2844845 w 7467600"/>
              <a:gd name="connsiteY951" fmla="*/ 127638 h 6858000"/>
              <a:gd name="connsiteX952" fmla="*/ 2867960 w 7467600"/>
              <a:gd name="connsiteY952" fmla="*/ 0 h 6858000"/>
              <a:gd name="connsiteX953" fmla="*/ 1057230 w 7467600"/>
              <a:gd name="connsiteY953" fmla="*/ 0 h 6858000"/>
              <a:gd name="connsiteX954" fmla="*/ 1111003 w 7467600"/>
              <a:gd name="connsiteY954" fmla="*/ 0 h 6858000"/>
              <a:gd name="connsiteX955" fmla="*/ 1125553 w 7467600"/>
              <a:gd name="connsiteY955" fmla="*/ 52588 h 6858000"/>
              <a:gd name="connsiteX956" fmla="*/ 1304276 w 7467600"/>
              <a:gd name="connsiteY956" fmla="*/ 476275 h 6858000"/>
              <a:gd name="connsiteX957" fmla="*/ 1492066 w 7467600"/>
              <a:gd name="connsiteY957" fmla="*/ 886333 h 6858000"/>
              <a:gd name="connsiteX958" fmla="*/ 1423698 w 7467600"/>
              <a:gd name="connsiteY958" fmla="*/ 710817 h 6858000"/>
              <a:gd name="connsiteX959" fmla="*/ 1357609 w 7467600"/>
              <a:gd name="connsiteY959" fmla="*/ 532892 h 6858000"/>
              <a:gd name="connsiteX960" fmla="*/ 1309550 w 7467600"/>
              <a:gd name="connsiteY960" fmla="*/ 374031 h 6858000"/>
              <a:gd name="connsiteX961" fmla="*/ 1193673 w 7467600"/>
              <a:gd name="connsiteY961" fmla="*/ 49533 h 6858000"/>
              <a:gd name="connsiteX962" fmla="*/ 1164391 w 7467600"/>
              <a:gd name="connsiteY962" fmla="*/ 0 h 6858000"/>
              <a:gd name="connsiteX963" fmla="*/ 1200666 w 7467600"/>
              <a:gd name="connsiteY963" fmla="*/ 0 h 6858000"/>
              <a:gd name="connsiteX964" fmla="*/ 1223408 w 7467600"/>
              <a:gd name="connsiteY964" fmla="*/ 38996 h 6858000"/>
              <a:gd name="connsiteX965" fmla="*/ 1339635 w 7467600"/>
              <a:gd name="connsiteY965" fmla="*/ 365517 h 6858000"/>
              <a:gd name="connsiteX966" fmla="*/ 1387469 w 7467600"/>
              <a:gd name="connsiteY966" fmla="*/ 523079 h 6858000"/>
              <a:gd name="connsiteX967" fmla="*/ 1452685 w 7467600"/>
              <a:gd name="connsiteY967" fmla="*/ 699806 h 6858000"/>
              <a:gd name="connsiteX968" fmla="*/ 1492092 w 7467600"/>
              <a:gd name="connsiteY968" fmla="*/ 800424 h 6858000"/>
              <a:gd name="connsiteX969" fmla="*/ 1455302 w 7467600"/>
              <a:gd name="connsiteY969" fmla="*/ 632913 h 6858000"/>
              <a:gd name="connsiteX970" fmla="*/ 1222336 w 7467600"/>
              <a:gd name="connsiteY970" fmla="*/ 9480 h 6858000"/>
              <a:gd name="connsiteX971" fmla="*/ 1214634 w 7467600"/>
              <a:gd name="connsiteY971" fmla="*/ 0 h 6858000"/>
              <a:gd name="connsiteX972" fmla="*/ 1289827 w 7467600"/>
              <a:gd name="connsiteY972" fmla="*/ 0 h 6858000"/>
              <a:gd name="connsiteX973" fmla="*/ 1321076 w 7467600"/>
              <a:gd name="connsiteY973" fmla="*/ 59722 h 6858000"/>
              <a:gd name="connsiteX974" fmla="*/ 1512579 w 7467600"/>
              <a:gd name="connsiteY974" fmla="*/ 626441 h 6858000"/>
              <a:gd name="connsiteX975" fmla="*/ 1506076 w 7467600"/>
              <a:gd name="connsiteY975" fmla="*/ 1089289 h 6858000"/>
              <a:gd name="connsiteX976" fmla="*/ 1486346 w 7467600"/>
              <a:gd name="connsiteY976" fmla="*/ 1079919 h 6858000"/>
              <a:gd name="connsiteX977" fmla="*/ 1070511 w 7467600"/>
              <a:gd name="connsiteY977" fmla="*/ 48609 h 6858000"/>
              <a:gd name="connsiteX978" fmla="*/ 1057230 w 7467600"/>
              <a:gd name="connsiteY978" fmla="*/ 0 h 6858000"/>
              <a:gd name="connsiteX979" fmla="*/ 43151 w 7467600"/>
              <a:gd name="connsiteY979" fmla="*/ 0 h 6858000"/>
              <a:gd name="connsiteX980" fmla="*/ 95283 w 7467600"/>
              <a:gd name="connsiteY980" fmla="*/ 0 h 6858000"/>
              <a:gd name="connsiteX981" fmla="*/ 300708 w 7467600"/>
              <a:gd name="connsiteY981" fmla="*/ 154571 h 6858000"/>
              <a:gd name="connsiteX982" fmla="*/ 530414 w 7467600"/>
              <a:gd name="connsiteY982" fmla="*/ 354673 h 6858000"/>
              <a:gd name="connsiteX983" fmla="*/ 333785 w 7467600"/>
              <a:gd name="connsiteY983" fmla="*/ 161564 h 6858000"/>
              <a:gd name="connsiteX984" fmla="*/ 147005 w 7467600"/>
              <a:gd name="connsiteY984" fmla="*/ 0 h 6858000"/>
              <a:gd name="connsiteX985" fmla="*/ 272509 w 7467600"/>
              <a:gd name="connsiteY985" fmla="*/ 0 h 6858000"/>
              <a:gd name="connsiteX986" fmla="*/ 326276 w 7467600"/>
              <a:gd name="connsiteY986" fmla="*/ 45847 h 6858000"/>
              <a:gd name="connsiteX987" fmla="*/ 823759 w 7467600"/>
              <a:gd name="connsiteY987" fmla="*/ 574145 h 6858000"/>
              <a:gd name="connsiteX988" fmla="*/ 811254 w 7467600"/>
              <a:gd name="connsiteY988" fmla="*/ 665546 h 6858000"/>
              <a:gd name="connsiteX989" fmla="*/ 154042 w 7467600"/>
              <a:gd name="connsiteY989" fmla="*/ 261522 h 6858000"/>
              <a:gd name="connsiteX990" fmla="*/ 13550 w 7467600"/>
              <a:gd name="connsiteY990" fmla="*/ 158423 h 6858000"/>
              <a:gd name="connsiteX991" fmla="*/ 0 w 7467600"/>
              <a:gd name="connsiteY991" fmla="*/ 146618 h 6858000"/>
              <a:gd name="connsiteX992" fmla="*/ 0 w 7467600"/>
              <a:gd name="connsiteY992" fmla="*/ 59161 h 6858000"/>
              <a:gd name="connsiteX993" fmla="*/ 45427 w 7467600"/>
              <a:gd name="connsiteY993" fmla="*/ 101078 h 6858000"/>
              <a:gd name="connsiteX994" fmla="*/ 630103 w 7467600"/>
              <a:gd name="connsiteY994" fmla="*/ 485885 h 6858000"/>
              <a:gd name="connsiteX995" fmla="*/ 532040 w 7467600"/>
              <a:gd name="connsiteY995" fmla="*/ 399359 h 6858000"/>
              <a:gd name="connsiteX996" fmla="*/ 517618 w 7467600"/>
              <a:gd name="connsiteY996" fmla="*/ 385726 h 6858000"/>
              <a:gd name="connsiteX997" fmla="*/ 285074 w 7467600"/>
              <a:gd name="connsiteY997" fmla="*/ 182755 h 6858000"/>
              <a:gd name="connsiteX998" fmla="*/ 43151 w 7467600"/>
              <a:gd name="connsiteY99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97634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7467600 w 7467600"/>
              <a:gd name="connsiteY141" fmla="*/ 5297634 h 6858000"/>
              <a:gd name="connsiteX142" fmla="*/ 1903353 w 7467600"/>
              <a:gd name="connsiteY142" fmla="*/ 5044827 h 6858000"/>
              <a:gd name="connsiteX143" fmla="*/ 1936931 w 7467600"/>
              <a:gd name="connsiteY143" fmla="*/ 5093954 h 6858000"/>
              <a:gd name="connsiteX144" fmla="*/ 2195868 w 7467600"/>
              <a:gd name="connsiteY144" fmla="*/ 5396574 h 6858000"/>
              <a:gd name="connsiteX145" fmla="*/ 2088852 w 7467600"/>
              <a:gd name="connsiteY145" fmla="*/ 5166123 h 6858000"/>
              <a:gd name="connsiteX146" fmla="*/ 1958241 w 7467600"/>
              <a:gd name="connsiteY146" fmla="*/ 5067955 h 6858000"/>
              <a:gd name="connsiteX147" fmla="*/ 1903353 w 7467600"/>
              <a:gd name="connsiteY147" fmla="*/ 5044827 h 6858000"/>
              <a:gd name="connsiteX148" fmla="*/ 1979378 w 7467600"/>
              <a:gd name="connsiteY148" fmla="*/ 4769504 h 6858000"/>
              <a:gd name="connsiteX149" fmla="*/ 2882120 w 7467600"/>
              <a:gd name="connsiteY149" fmla="*/ 5064547 h 6858000"/>
              <a:gd name="connsiteX150" fmla="*/ 2793103 w 7467600"/>
              <a:gd name="connsiteY150" fmla="*/ 5039699 h 6858000"/>
              <a:gd name="connsiteX151" fmla="*/ 2770041 w 7467600"/>
              <a:gd name="connsiteY151" fmla="*/ 5033634 h 6858000"/>
              <a:gd name="connsiteX152" fmla="*/ 1979378 w 7467600"/>
              <a:gd name="connsiteY152" fmla="*/ 4769504 h 6858000"/>
              <a:gd name="connsiteX153" fmla="*/ 1927410 w 7467600"/>
              <a:gd name="connsiteY153" fmla="*/ 4716164 h 6858000"/>
              <a:gd name="connsiteX154" fmla="*/ 1959587 w 7467600"/>
              <a:gd name="connsiteY154" fmla="*/ 4728849 h 6858000"/>
              <a:gd name="connsiteX155" fmla="*/ 2777707 w 7467600"/>
              <a:gd name="connsiteY155" fmla="*/ 5003991 h 6858000"/>
              <a:gd name="connsiteX156" fmla="*/ 2800768 w 7467600"/>
              <a:gd name="connsiteY156" fmla="*/ 5010056 h 6858000"/>
              <a:gd name="connsiteX157" fmla="*/ 2879408 w 7467600"/>
              <a:gd name="connsiteY157" fmla="*/ 5031590 h 6858000"/>
              <a:gd name="connsiteX158" fmla="*/ 2862295 w 7467600"/>
              <a:gd name="connsiteY158" fmla="*/ 5022958 h 6858000"/>
              <a:gd name="connsiteX159" fmla="*/ 2813343 w 7467600"/>
              <a:gd name="connsiteY159" fmla="*/ 4998369 h 6858000"/>
              <a:gd name="connsiteX160" fmla="*/ 2646245 w 7467600"/>
              <a:gd name="connsiteY160" fmla="*/ 4930999 h 6858000"/>
              <a:gd name="connsiteX161" fmla="*/ 1999243 w 7467600"/>
              <a:gd name="connsiteY161" fmla="*/ 4730524 h 6858000"/>
              <a:gd name="connsiteX162" fmla="*/ 1979527 w 7467600"/>
              <a:gd name="connsiteY162" fmla="*/ 4726651 h 6858000"/>
              <a:gd name="connsiteX163" fmla="*/ 1927410 w 7467600"/>
              <a:gd name="connsiteY163" fmla="*/ 4716164 h 6858000"/>
              <a:gd name="connsiteX164" fmla="*/ 1997014 w 7467600"/>
              <a:gd name="connsiteY164" fmla="*/ 4698007 h 6858000"/>
              <a:gd name="connsiteX165" fmla="*/ 2005458 w 7467600"/>
              <a:gd name="connsiteY165" fmla="*/ 4699540 h 6858000"/>
              <a:gd name="connsiteX166" fmla="*/ 2657186 w 7467600"/>
              <a:gd name="connsiteY166" fmla="*/ 4901687 h 6858000"/>
              <a:gd name="connsiteX167" fmla="*/ 2826662 w 7467600"/>
              <a:gd name="connsiteY167" fmla="*/ 4970362 h 6858000"/>
              <a:gd name="connsiteX168" fmla="*/ 2876100 w 7467600"/>
              <a:gd name="connsiteY168" fmla="*/ 4995397 h 6858000"/>
              <a:gd name="connsiteX169" fmla="*/ 3042600 w 7467600"/>
              <a:gd name="connsiteY169" fmla="*/ 5059532 h 6858000"/>
              <a:gd name="connsiteX170" fmla="*/ 1997014 w 7467600"/>
              <a:gd name="connsiteY170" fmla="*/ 4698007 h 6858000"/>
              <a:gd name="connsiteX171" fmla="*/ 2305292 w 7467600"/>
              <a:gd name="connsiteY171" fmla="*/ 4219492 h 6858000"/>
              <a:gd name="connsiteX172" fmla="*/ 3360922 w 7467600"/>
              <a:gd name="connsiteY172" fmla="*/ 4529373 h 6858000"/>
              <a:gd name="connsiteX173" fmla="*/ 3492420 w 7467600"/>
              <a:gd name="connsiteY173" fmla="*/ 4510145 h 6858000"/>
              <a:gd name="connsiteX174" fmla="*/ 3364086 w 7467600"/>
              <a:gd name="connsiteY174" fmla="*/ 4480340 h 6858000"/>
              <a:gd name="connsiteX175" fmla="*/ 3225818 w 7467600"/>
              <a:gd name="connsiteY175" fmla="*/ 4411822 h 6858000"/>
              <a:gd name="connsiteX176" fmla="*/ 3129696 w 7467600"/>
              <a:gd name="connsiteY176" fmla="*/ 4360704 h 6858000"/>
              <a:gd name="connsiteX177" fmla="*/ 2814545 w 7467600"/>
              <a:gd name="connsiteY177" fmla="*/ 4282955 h 6858000"/>
              <a:gd name="connsiteX178" fmla="*/ 2305292 w 7467600"/>
              <a:gd name="connsiteY178" fmla="*/ 4219492 h 6858000"/>
              <a:gd name="connsiteX179" fmla="*/ 2626982 w 7467600"/>
              <a:gd name="connsiteY179" fmla="*/ 4206450 h 6858000"/>
              <a:gd name="connsiteX180" fmla="*/ 2490617 w 7467600"/>
              <a:gd name="connsiteY180" fmla="*/ 4206951 h 6858000"/>
              <a:gd name="connsiteX181" fmla="*/ 2819869 w 7467600"/>
              <a:gd name="connsiteY181" fmla="*/ 4252936 h 6858000"/>
              <a:gd name="connsiteX182" fmla="*/ 3143018 w 7467600"/>
              <a:gd name="connsiteY182" fmla="*/ 4332698 h 6858000"/>
              <a:gd name="connsiteX183" fmla="*/ 3241520 w 7467600"/>
              <a:gd name="connsiteY183" fmla="*/ 4385112 h 6858000"/>
              <a:gd name="connsiteX184" fmla="*/ 3374575 w 7467600"/>
              <a:gd name="connsiteY184" fmla="*/ 4451517 h 6858000"/>
              <a:gd name="connsiteX185" fmla="*/ 3505221 w 7467600"/>
              <a:gd name="connsiteY185" fmla="*/ 4480757 h 6858000"/>
              <a:gd name="connsiteX186" fmla="*/ 2626982 w 7467600"/>
              <a:gd name="connsiteY186" fmla="*/ 4206450 h 6858000"/>
              <a:gd name="connsiteX187" fmla="*/ 1310106 w 7467600"/>
              <a:gd name="connsiteY187" fmla="*/ 3943217 h 6858000"/>
              <a:gd name="connsiteX188" fmla="*/ 854994 w 7467600"/>
              <a:gd name="connsiteY188" fmla="*/ 4399136 h 6858000"/>
              <a:gd name="connsiteX189" fmla="*/ 742462 w 7467600"/>
              <a:gd name="connsiteY189" fmla="*/ 4594648 h 6858000"/>
              <a:gd name="connsiteX190" fmla="*/ 820602 w 7467600"/>
              <a:gd name="connsiteY190" fmla="*/ 4485915 h 6858000"/>
              <a:gd name="connsiteX191" fmla="*/ 878295 w 7467600"/>
              <a:gd name="connsiteY191" fmla="*/ 4403594 h 6858000"/>
              <a:gd name="connsiteX192" fmla="*/ 1240607 w 7467600"/>
              <a:gd name="connsiteY192" fmla="*/ 4010401 h 6858000"/>
              <a:gd name="connsiteX193" fmla="*/ 1310106 w 7467600"/>
              <a:gd name="connsiteY193" fmla="*/ 3943217 h 6858000"/>
              <a:gd name="connsiteX194" fmla="*/ 1423113 w 7467600"/>
              <a:gd name="connsiteY194" fmla="*/ 3874565 h 6858000"/>
              <a:gd name="connsiteX195" fmla="*/ 1260565 w 7467600"/>
              <a:gd name="connsiteY195" fmla="*/ 4031982 h 6858000"/>
              <a:gd name="connsiteX196" fmla="*/ 901900 w 7467600"/>
              <a:gd name="connsiteY196" fmla="*/ 4421236 h 6858000"/>
              <a:gd name="connsiteX197" fmla="*/ 845044 w 7467600"/>
              <a:gd name="connsiteY197" fmla="*/ 4502436 h 6858000"/>
              <a:gd name="connsiteX198" fmla="*/ 685926 w 7467600"/>
              <a:gd name="connsiteY198" fmla="*/ 4703069 h 6858000"/>
              <a:gd name="connsiteX199" fmla="*/ 684248 w 7467600"/>
              <a:gd name="connsiteY199" fmla="*/ 4706721 h 6858000"/>
              <a:gd name="connsiteX200" fmla="*/ 1423113 w 7467600"/>
              <a:gd name="connsiteY200" fmla="*/ 3874565 h 6858000"/>
              <a:gd name="connsiteX201" fmla="*/ 3316479 w 7467600"/>
              <a:gd name="connsiteY201" fmla="*/ 3872136 h 6858000"/>
              <a:gd name="connsiteX202" fmla="*/ 3546806 w 7467600"/>
              <a:gd name="connsiteY202" fmla="*/ 4356139 h 6858000"/>
              <a:gd name="connsiteX203" fmla="*/ 3364433 w 7467600"/>
              <a:gd name="connsiteY203" fmla="*/ 3953121 h 6858000"/>
              <a:gd name="connsiteX204" fmla="*/ 3316479 w 7467600"/>
              <a:gd name="connsiteY204" fmla="*/ 3872136 h 6858000"/>
              <a:gd name="connsiteX205" fmla="*/ 3291335 w 7467600"/>
              <a:gd name="connsiteY205" fmla="*/ 3767420 h 6858000"/>
              <a:gd name="connsiteX206" fmla="*/ 3390805 w 7467600"/>
              <a:gd name="connsiteY206" fmla="*/ 3937163 h 6858000"/>
              <a:gd name="connsiteX207" fmla="*/ 3579062 w 7467600"/>
              <a:gd name="connsiteY207" fmla="*/ 4359040 h 6858000"/>
              <a:gd name="connsiteX208" fmla="*/ 3467355 w 7467600"/>
              <a:gd name="connsiteY208" fmla="*/ 3988130 h 6858000"/>
              <a:gd name="connsiteX209" fmla="*/ 3310753 w 7467600"/>
              <a:gd name="connsiteY209" fmla="*/ 3787140 h 6858000"/>
              <a:gd name="connsiteX210" fmla="*/ 3291335 w 7467600"/>
              <a:gd name="connsiteY210" fmla="*/ 3767420 h 6858000"/>
              <a:gd name="connsiteX211" fmla="*/ 1635889 w 7467600"/>
              <a:gd name="connsiteY211" fmla="*/ 3709494 h 6858000"/>
              <a:gd name="connsiteX212" fmla="*/ 1634800 w 7467600"/>
              <a:gd name="connsiteY212" fmla="*/ 3731111 h 6858000"/>
              <a:gd name="connsiteX213" fmla="*/ 1635889 w 7467600"/>
              <a:gd name="connsiteY213" fmla="*/ 3709494 h 6858000"/>
              <a:gd name="connsiteX214" fmla="*/ 1510397 w 7467600"/>
              <a:gd name="connsiteY214" fmla="*/ 3684705 h 6858000"/>
              <a:gd name="connsiteX215" fmla="*/ 1146550 w 7467600"/>
              <a:gd name="connsiteY215" fmla="*/ 3802012 h 6858000"/>
              <a:gd name="connsiteX216" fmla="*/ 698834 w 7467600"/>
              <a:gd name="connsiteY216" fmla="*/ 3952272 h 6858000"/>
              <a:gd name="connsiteX217" fmla="*/ 34256 w 7467600"/>
              <a:gd name="connsiteY217" fmla="*/ 4347603 h 6858000"/>
              <a:gd name="connsiteX218" fmla="*/ 527241 w 7467600"/>
              <a:gd name="connsiteY218" fmla="*/ 4065078 h 6858000"/>
              <a:gd name="connsiteX219" fmla="*/ 1510397 w 7467600"/>
              <a:gd name="connsiteY219" fmla="*/ 3684705 h 6858000"/>
              <a:gd name="connsiteX220" fmla="*/ 1313114 w 7467600"/>
              <a:gd name="connsiteY220" fmla="*/ 3655216 h 6858000"/>
              <a:gd name="connsiteX221" fmla="*/ 1109304 w 7467600"/>
              <a:gd name="connsiteY221" fmla="*/ 3669030 h 6858000"/>
              <a:gd name="connsiteX222" fmla="*/ 8129 w 7467600"/>
              <a:gd name="connsiteY222" fmla="*/ 4330519 h 6858000"/>
              <a:gd name="connsiteX223" fmla="*/ 687572 w 7467600"/>
              <a:gd name="connsiteY223" fmla="*/ 3925629 h 6858000"/>
              <a:gd name="connsiteX224" fmla="*/ 1138365 w 7467600"/>
              <a:gd name="connsiteY224" fmla="*/ 3774515 h 6858000"/>
              <a:gd name="connsiteX225" fmla="*/ 1505579 w 7467600"/>
              <a:gd name="connsiteY225" fmla="*/ 3655526 h 6858000"/>
              <a:gd name="connsiteX226" fmla="*/ 1313114 w 7467600"/>
              <a:gd name="connsiteY226" fmla="*/ 3655216 h 6858000"/>
              <a:gd name="connsiteX227" fmla="*/ 3655073 w 7467600"/>
              <a:gd name="connsiteY227" fmla="*/ 3650884 h 6858000"/>
              <a:gd name="connsiteX228" fmla="*/ 3989938 w 7467600"/>
              <a:gd name="connsiteY228" fmla="*/ 3991685 h 6858000"/>
              <a:gd name="connsiteX229" fmla="*/ 4393907 w 7467600"/>
              <a:gd name="connsiteY229" fmla="*/ 4261258 h 6858000"/>
              <a:gd name="connsiteX230" fmla="*/ 4648051 w 7467600"/>
              <a:gd name="connsiteY230" fmla="*/ 4374051 h 6858000"/>
              <a:gd name="connsiteX231" fmla="*/ 4383389 w 7467600"/>
              <a:gd name="connsiteY231" fmla="*/ 4184369 h 6858000"/>
              <a:gd name="connsiteX232" fmla="*/ 4165508 w 7467600"/>
              <a:gd name="connsiteY232" fmla="*/ 4035196 h 6858000"/>
              <a:gd name="connsiteX233" fmla="*/ 4068162 w 7467600"/>
              <a:gd name="connsiteY233" fmla="*/ 3953394 h 6858000"/>
              <a:gd name="connsiteX234" fmla="*/ 3981416 w 7467600"/>
              <a:gd name="connsiteY234" fmla="*/ 3880482 h 6858000"/>
              <a:gd name="connsiteX235" fmla="*/ 3800147 w 7467600"/>
              <a:gd name="connsiteY235" fmla="*/ 3749872 h 6858000"/>
              <a:gd name="connsiteX236" fmla="*/ 3655073 w 7467600"/>
              <a:gd name="connsiteY236" fmla="*/ 3650884 h 6858000"/>
              <a:gd name="connsiteX237" fmla="*/ 3670252 w 7467600"/>
              <a:gd name="connsiteY237" fmla="*/ 3622798 h 6858000"/>
              <a:gd name="connsiteX238" fmla="*/ 3817258 w 7467600"/>
              <a:gd name="connsiteY238" fmla="*/ 3723577 h 6858000"/>
              <a:gd name="connsiteX239" fmla="*/ 4000461 w 7467600"/>
              <a:gd name="connsiteY239" fmla="*/ 3855966 h 6858000"/>
              <a:gd name="connsiteX240" fmla="*/ 4088180 w 7467600"/>
              <a:gd name="connsiteY240" fmla="*/ 3929774 h 6858000"/>
              <a:gd name="connsiteX241" fmla="*/ 4184555 w 7467600"/>
              <a:gd name="connsiteY241" fmla="*/ 4010683 h 6858000"/>
              <a:gd name="connsiteX242" fmla="*/ 4399563 w 7467600"/>
              <a:gd name="connsiteY242" fmla="*/ 4158106 h 6858000"/>
              <a:gd name="connsiteX243" fmla="*/ 4684469 w 7467600"/>
              <a:gd name="connsiteY243" fmla="*/ 4364680 h 6858000"/>
              <a:gd name="connsiteX244" fmla="*/ 4690271 w 7467600"/>
              <a:gd name="connsiteY244" fmla="*/ 4370034 h 6858000"/>
              <a:gd name="connsiteX245" fmla="*/ 4136093 w 7467600"/>
              <a:gd name="connsiteY245" fmla="*/ 3858466 h 6858000"/>
              <a:gd name="connsiteX246" fmla="*/ 3670252 w 7467600"/>
              <a:gd name="connsiteY246" fmla="*/ 3622798 h 6858000"/>
              <a:gd name="connsiteX247" fmla="*/ 4440129 w 7467600"/>
              <a:gd name="connsiteY247" fmla="*/ 3448571 h 6858000"/>
              <a:gd name="connsiteX248" fmla="*/ 4856525 w 7467600"/>
              <a:gd name="connsiteY248" fmla="*/ 3915351 h 6858000"/>
              <a:gd name="connsiteX249" fmla="*/ 5059055 w 7467600"/>
              <a:gd name="connsiteY249" fmla="*/ 4108918 h 6858000"/>
              <a:gd name="connsiteX250" fmla="*/ 5290070 w 7467600"/>
              <a:gd name="connsiteY250" fmla="*/ 4263619 h 6858000"/>
              <a:gd name="connsiteX251" fmla="*/ 4834991 w 7467600"/>
              <a:gd name="connsiteY251" fmla="*/ 3830985 h 6858000"/>
              <a:gd name="connsiteX252" fmla="*/ 4440129 w 7467600"/>
              <a:gd name="connsiteY252" fmla="*/ 3448571 h 6858000"/>
              <a:gd name="connsiteX253" fmla="*/ 4441737 w 7467600"/>
              <a:gd name="connsiteY253" fmla="*/ 3399734 h 6858000"/>
              <a:gd name="connsiteX254" fmla="*/ 4431236 w 7467600"/>
              <a:gd name="connsiteY254" fmla="*/ 3400954 h 6858000"/>
              <a:gd name="connsiteX255" fmla="*/ 4557150 w 7467600"/>
              <a:gd name="connsiteY255" fmla="*/ 3510023 h 6858000"/>
              <a:gd name="connsiteX256" fmla="*/ 4856936 w 7467600"/>
              <a:gd name="connsiteY256" fmla="*/ 3809146 h 6858000"/>
              <a:gd name="connsiteX257" fmla="*/ 5111996 w 7467600"/>
              <a:gd name="connsiteY257" fmla="*/ 4065759 h 6858000"/>
              <a:gd name="connsiteX258" fmla="*/ 5388878 w 7467600"/>
              <a:gd name="connsiteY258" fmla="*/ 4300185 h 6858000"/>
              <a:gd name="connsiteX259" fmla="*/ 5425556 w 7467600"/>
              <a:gd name="connsiteY259" fmla="*/ 4308967 h 6858000"/>
              <a:gd name="connsiteX260" fmla="*/ 4943646 w 7467600"/>
              <a:gd name="connsiteY260" fmla="*/ 3822916 h 6858000"/>
              <a:gd name="connsiteX261" fmla="*/ 4594837 w 7467600"/>
              <a:gd name="connsiteY261" fmla="*/ 3532274 h 6858000"/>
              <a:gd name="connsiteX262" fmla="*/ 4441737 w 7467600"/>
              <a:gd name="connsiteY262" fmla="*/ 3399734 h 6858000"/>
              <a:gd name="connsiteX263" fmla="*/ 5425834 w 7467600"/>
              <a:gd name="connsiteY263" fmla="*/ 3162785 h 6858000"/>
              <a:gd name="connsiteX264" fmla="*/ 5401644 w 7467600"/>
              <a:gd name="connsiteY264" fmla="*/ 3617847 h 6858000"/>
              <a:gd name="connsiteX265" fmla="*/ 5467256 w 7467600"/>
              <a:gd name="connsiteY265" fmla="*/ 4175494 h 6858000"/>
              <a:gd name="connsiteX266" fmla="*/ 5448069 w 7467600"/>
              <a:gd name="connsiteY266" fmla="*/ 3567554 h 6858000"/>
              <a:gd name="connsiteX267" fmla="*/ 5425834 w 7467600"/>
              <a:gd name="connsiteY267" fmla="*/ 3162785 h 6858000"/>
              <a:gd name="connsiteX268" fmla="*/ 1318687 w 7467600"/>
              <a:gd name="connsiteY268" fmla="*/ 3113840 h 6858000"/>
              <a:gd name="connsiteX269" fmla="*/ 1066793 w 7467600"/>
              <a:gd name="connsiteY269" fmla="*/ 3212171 h 6858000"/>
              <a:gd name="connsiteX270" fmla="*/ 993319 w 7467600"/>
              <a:gd name="connsiteY270" fmla="*/ 3247648 h 6858000"/>
              <a:gd name="connsiteX271" fmla="*/ 853081 w 7467600"/>
              <a:gd name="connsiteY271" fmla="*/ 3312410 h 6858000"/>
              <a:gd name="connsiteX272" fmla="*/ 805957 w 7467600"/>
              <a:gd name="connsiteY272" fmla="*/ 3330443 h 6858000"/>
              <a:gd name="connsiteX273" fmla="*/ 1318687 w 7467600"/>
              <a:gd name="connsiteY273" fmla="*/ 3113840 h 6858000"/>
              <a:gd name="connsiteX274" fmla="*/ 5453702 w 7467600"/>
              <a:gd name="connsiteY274" fmla="*/ 3090882 h 6858000"/>
              <a:gd name="connsiteX275" fmla="*/ 5480135 w 7467600"/>
              <a:gd name="connsiteY275" fmla="*/ 3565802 h 6858000"/>
              <a:gd name="connsiteX276" fmla="*/ 5499023 w 7467600"/>
              <a:gd name="connsiteY276" fmla="*/ 4166310 h 6858000"/>
              <a:gd name="connsiteX277" fmla="*/ 5547022 w 7467600"/>
              <a:gd name="connsiteY277" fmla="*/ 3607838 h 6858000"/>
              <a:gd name="connsiteX278" fmla="*/ 5515964 w 7467600"/>
              <a:gd name="connsiteY278" fmla="*/ 3378541 h 6858000"/>
              <a:gd name="connsiteX279" fmla="*/ 5453702 w 7467600"/>
              <a:gd name="connsiteY279" fmla="*/ 3090882 h 6858000"/>
              <a:gd name="connsiteX280" fmla="*/ 1238695 w 7467600"/>
              <a:gd name="connsiteY280" fmla="*/ 3076820 h 6858000"/>
              <a:gd name="connsiteX281" fmla="*/ 716371 w 7467600"/>
              <a:gd name="connsiteY281" fmla="*/ 3293249 h 6858000"/>
              <a:gd name="connsiteX282" fmla="*/ 579522 w 7467600"/>
              <a:gd name="connsiteY282" fmla="*/ 3371759 h 6858000"/>
              <a:gd name="connsiteX283" fmla="*/ 600288 w 7467600"/>
              <a:gd name="connsiteY283" fmla="*/ 3365555 h 6858000"/>
              <a:gd name="connsiteX284" fmla="*/ 840692 w 7467600"/>
              <a:gd name="connsiteY284" fmla="*/ 3284921 h 6858000"/>
              <a:gd name="connsiteX285" fmla="*/ 979248 w 7467600"/>
              <a:gd name="connsiteY285" fmla="*/ 3221003 h 6858000"/>
              <a:gd name="connsiteX286" fmla="*/ 1053282 w 7467600"/>
              <a:gd name="connsiteY286" fmla="*/ 3185247 h 6858000"/>
              <a:gd name="connsiteX287" fmla="*/ 1320603 w 7467600"/>
              <a:gd name="connsiteY287" fmla="*/ 3081281 h 6858000"/>
              <a:gd name="connsiteX288" fmla="*/ 1238695 w 7467600"/>
              <a:gd name="connsiteY288" fmla="*/ 3076820 h 6858000"/>
              <a:gd name="connsiteX289" fmla="*/ 5425627 w 7467600"/>
              <a:gd name="connsiteY289" fmla="*/ 2954192 h 6858000"/>
              <a:gd name="connsiteX290" fmla="*/ 5470770 w 7467600"/>
              <a:gd name="connsiteY290" fmla="*/ 3005435 h 6858000"/>
              <a:gd name="connsiteX291" fmla="*/ 5519779 w 7467600"/>
              <a:gd name="connsiteY291" fmla="*/ 4359223 h 6858000"/>
              <a:gd name="connsiteX292" fmla="*/ 5520293 w 7467600"/>
              <a:gd name="connsiteY292" fmla="*/ 4360602 h 6858000"/>
              <a:gd name="connsiteX293" fmla="*/ 5767221 w 7467600"/>
              <a:gd name="connsiteY293" fmla="*/ 4665564 h 6858000"/>
              <a:gd name="connsiteX294" fmla="*/ 6937169 w 7467600"/>
              <a:gd name="connsiteY294" fmla="*/ 4815941 h 6858000"/>
              <a:gd name="connsiteX295" fmla="*/ 6953922 w 7467600"/>
              <a:gd name="connsiteY295" fmla="*/ 4890068 h 6858000"/>
              <a:gd name="connsiteX296" fmla="*/ 6071359 w 7467600"/>
              <a:gd name="connsiteY296" fmla="*/ 4770770 h 6858000"/>
              <a:gd name="connsiteX297" fmla="*/ 6038839 w 7467600"/>
              <a:gd name="connsiteY297" fmla="*/ 4764474 h 6858000"/>
              <a:gd name="connsiteX298" fmla="*/ 6038706 w 7467600"/>
              <a:gd name="connsiteY298" fmla="*/ 4763847 h 6858000"/>
              <a:gd name="connsiteX299" fmla="*/ 6037784 w 7467600"/>
              <a:gd name="connsiteY299" fmla="*/ 4764270 h 6858000"/>
              <a:gd name="connsiteX300" fmla="*/ 6038839 w 7467600"/>
              <a:gd name="connsiteY300" fmla="*/ 4764474 h 6858000"/>
              <a:gd name="connsiteX301" fmla="*/ 6040338 w 7467600"/>
              <a:gd name="connsiteY301" fmla="*/ 4771418 h 6858000"/>
              <a:gd name="connsiteX302" fmla="*/ 6024488 w 7467600"/>
              <a:gd name="connsiteY302" fmla="*/ 4809903 h 6858000"/>
              <a:gd name="connsiteX303" fmla="*/ 5599771 w 7467600"/>
              <a:gd name="connsiteY303" fmla="*/ 5509652 h 6858000"/>
              <a:gd name="connsiteX304" fmla="*/ 5548843 w 7467600"/>
              <a:gd name="connsiteY304" fmla="*/ 5563845 h 6858000"/>
              <a:gd name="connsiteX305" fmla="*/ 5940952 w 7467600"/>
              <a:gd name="connsiteY305" fmla="*/ 6250028 h 6858000"/>
              <a:gd name="connsiteX306" fmla="*/ 6043441 w 7467600"/>
              <a:gd name="connsiteY306" fmla="*/ 6665847 h 6858000"/>
              <a:gd name="connsiteX307" fmla="*/ 6093432 w 7467600"/>
              <a:gd name="connsiteY307" fmla="*/ 6858000 h 6858000"/>
              <a:gd name="connsiteX308" fmla="*/ 6034344 w 7467600"/>
              <a:gd name="connsiteY308" fmla="*/ 6858000 h 6858000"/>
              <a:gd name="connsiteX309" fmla="*/ 6026679 w 7467600"/>
              <a:gd name="connsiteY309" fmla="*/ 6836959 h 6858000"/>
              <a:gd name="connsiteX310" fmla="*/ 5800441 w 7467600"/>
              <a:gd name="connsiteY310" fmla="*/ 6335286 h 6858000"/>
              <a:gd name="connsiteX311" fmla="*/ 5526562 w 7467600"/>
              <a:gd name="connsiteY311" fmla="*/ 5705388 h 6858000"/>
              <a:gd name="connsiteX312" fmla="*/ 5519640 w 7467600"/>
              <a:gd name="connsiteY312" fmla="*/ 5683774 h 6858000"/>
              <a:gd name="connsiteX313" fmla="*/ 5844559 w 7467600"/>
              <a:gd name="connsiteY313" fmla="*/ 6553349 h 6858000"/>
              <a:gd name="connsiteX314" fmla="*/ 5975994 w 7467600"/>
              <a:gd name="connsiteY314" fmla="*/ 6858000 h 6858000"/>
              <a:gd name="connsiteX315" fmla="*/ 5898547 w 7467600"/>
              <a:gd name="connsiteY315" fmla="*/ 6858000 h 6858000"/>
              <a:gd name="connsiteX316" fmla="*/ 5682041 w 7467600"/>
              <a:gd name="connsiteY316" fmla="*/ 6355860 h 6858000"/>
              <a:gd name="connsiteX317" fmla="*/ 5461758 w 7467600"/>
              <a:gd name="connsiteY317" fmla="*/ 5820220 h 6858000"/>
              <a:gd name="connsiteX318" fmla="*/ 5237282 w 7467600"/>
              <a:gd name="connsiteY318" fmla="*/ 6579086 h 6858000"/>
              <a:gd name="connsiteX319" fmla="*/ 5115009 w 7467600"/>
              <a:gd name="connsiteY319" fmla="*/ 6858000 h 6858000"/>
              <a:gd name="connsiteX320" fmla="*/ 5028074 w 7467600"/>
              <a:gd name="connsiteY320" fmla="*/ 6858000 h 6858000"/>
              <a:gd name="connsiteX321" fmla="*/ 5079508 w 7467600"/>
              <a:gd name="connsiteY321" fmla="*/ 6749074 h 6858000"/>
              <a:gd name="connsiteX322" fmla="*/ 5371846 w 7467600"/>
              <a:gd name="connsiteY322" fmla="*/ 5924413 h 6858000"/>
              <a:gd name="connsiteX323" fmla="*/ 5270512 w 7467600"/>
              <a:gd name="connsiteY323" fmla="*/ 6138975 h 6858000"/>
              <a:gd name="connsiteX324" fmla="*/ 5062409 w 7467600"/>
              <a:gd name="connsiteY324" fmla="*/ 6653544 h 6858000"/>
              <a:gd name="connsiteX325" fmla="*/ 5036628 w 7467600"/>
              <a:gd name="connsiteY325" fmla="*/ 6754247 h 6858000"/>
              <a:gd name="connsiteX326" fmla="*/ 5009112 w 7467600"/>
              <a:gd name="connsiteY326" fmla="*/ 6858000 h 6858000"/>
              <a:gd name="connsiteX327" fmla="*/ 4976679 w 7467600"/>
              <a:gd name="connsiteY327" fmla="*/ 6858000 h 6858000"/>
              <a:gd name="connsiteX328" fmla="*/ 5006537 w 7467600"/>
              <a:gd name="connsiteY328" fmla="*/ 6747068 h 6858000"/>
              <a:gd name="connsiteX329" fmla="*/ 5032723 w 7467600"/>
              <a:gd name="connsiteY329" fmla="*/ 6644957 h 6858000"/>
              <a:gd name="connsiteX330" fmla="*/ 5242949 w 7467600"/>
              <a:gd name="connsiteY330" fmla="*/ 6125175 h 6858000"/>
              <a:gd name="connsiteX331" fmla="*/ 5286321 w 7467600"/>
              <a:gd name="connsiteY331" fmla="*/ 6033555 h 6858000"/>
              <a:gd name="connsiteX332" fmla="*/ 5008210 w 7467600"/>
              <a:gd name="connsiteY332" fmla="*/ 6649194 h 6858000"/>
              <a:gd name="connsiteX333" fmla="*/ 4986321 w 7467600"/>
              <a:gd name="connsiteY333" fmla="*/ 6765687 h 6858000"/>
              <a:gd name="connsiteX334" fmla="*/ 4973474 w 7467600"/>
              <a:gd name="connsiteY334" fmla="*/ 6858000 h 6858000"/>
              <a:gd name="connsiteX335" fmla="*/ 4907178 w 7467600"/>
              <a:gd name="connsiteY335" fmla="*/ 6858000 h 6858000"/>
              <a:gd name="connsiteX336" fmla="*/ 4910810 w 7467600"/>
              <a:gd name="connsiteY336" fmla="*/ 6829660 h 6858000"/>
              <a:gd name="connsiteX337" fmla="*/ 4987461 w 7467600"/>
              <a:gd name="connsiteY337" fmla="*/ 6432994 h 6858000"/>
              <a:gd name="connsiteX338" fmla="*/ 5179262 w 7467600"/>
              <a:gd name="connsiteY338" fmla="*/ 6035044 h 6858000"/>
              <a:gd name="connsiteX339" fmla="*/ 4689678 w 7467600"/>
              <a:gd name="connsiteY339" fmla="*/ 6440241 h 6858000"/>
              <a:gd name="connsiteX340" fmla="*/ 4477543 w 7467600"/>
              <a:gd name="connsiteY340" fmla="*/ 6674836 h 6858000"/>
              <a:gd name="connsiteX341" fmla="*/ 4329957 w 7467600"/>
              <a:gd name="connsiteY341" fmla="*/ 6858000 h 6858000"/>
              <a:gd name="connsiteX342" fmla="*/ 4218595 w 7467600"/>
              <a:gd name="connsiteY342" fmla="*/ 6858000 h 6858000"/>
              <a:gd name="connsiteX343" fmla="*/ 4368888 w 7467600"/>
              <a:gd name="connsiteY343" fmla="*/ 6668412 h 6858000"/>
              <a:gd name="connsiteX344" fmla="*/ 4563091 w 7467600"/>
              <a:gd name="connsiteY344" fmla="*/ 6442508 h 6858000"/>
              <a:gd name="connsiteX345" fmla="*/ 5387324 w 7467600"/>
              <a:gd name="connsiteY345" fmla="*/ 5705830 h 6858000"/>
              <a:gd name="connsiteX346" fmla="*/ 5073620 w 7467600"/>
              <a:gd name="connsiteY346" fmla="*/ 5955437 h 6858000"/>
              <a:gd name="connsiteX347" fmla="*/ 4689789 w 7467600"/>
              <a:gd name="connsiteY347" fmla="*/ 6268382 h 6858000"/>
              <a:gd name="connsiteX348" fmla="*/ 4418722 w 7467600"/>
              <a:gd name="connsiteY348" fmla="*/ 6570886 h 6858000"/>
              <a:gd name="connsiteX349" fmla="*/ 4214944 w 7467600"/>
              <a:gd name="connsiteY349" fmla="*/ 6858000 h 6858000"/>
              <a:gd name="connsiteX350" fmla="*/ 4177898 w 7467600"/>
              <a:gd name="connsiteY350" fmla="*/ 6858000 h 6858000"/>
              <a:gd name="connsiteX351" fmla="*/ 4391597 w 7467600"/>
              <a:gd name="connsiteY351" fmla="*/ 6556370 h 6858000"/>
              <a:gd name="connsiteX352" fmla="*/ 4668889 w 7467600"/>
              <a:gd name="connsiteY352" fmla="*/ 6246399 h 6858000"/>
              <a:gd name="connsiteX353" fmla="*/ 5055427 w 7467600"/>
              <a:gd name="connsiteY353" fmla="*/ 5931476 h 6858000"/>
              <a:gd name="connsiteX354" fmla="*/ 5371814 w 7467600"/>
              <a:gd name="connsiteY354" fmla="*/ 5678975 h 6858000"/>
              <a:gd name="connsiteX355" fmla="*/ 4987918 w 7467600"/>
              <a:gd name="connsiteY355" fmla="*/ 5838701 h 6858000"/>
              <a:gd name="connsiteX356" fmla="*/ 4317146 w 7467600"/>
              <a:gd name="connsiteY356" fmla="*/ 6587716 h 6858000"/>
              <a:gd name="connsiteX357" fmla="*/ 4171627 w 7467600"/>
              <a:gd name="connsiteY357" fmla="*/ 6858000 h 6858000"/>
              <a:gd name="connsiteX358" fmla="*/ 4081585 w 7467600"/>
              <a:gd name="connsiteY358" fmla="*/ 6858000 h 6858000"/>
              <a:gd name="connsiteX359" fmla="*/ 4238603 w 7467600"/>
              <a:gd name="connsiteY359" fmla="*/ 6559341 h 6858000"/>
              <a:gd name="connsiteX360" fmla="*/ 4778333 w 7467600"/>
              <a:gd name="connsiteY360" fmla="*/ 5873626 h 6858000"/>
              <a:gd name="connsiteX361" fmla="*/ 5414185 w 7467600"/>
              <a:gd name="connsiteY361" fmla="*/ 5573882 h 6858000"/>
              <a:gd name="connsiteX362" fmla="*/ 5959648 w 7467600"/>
              <a:gd name="connsiteY362" fmla="*/ 4760797 h 6858000"/>
              <a:gd name="connsiteX363" fmla="*/ 5355019 w 7467600"/>
              <a:gd name="connsiteY363" fmla="*/ 4734672 h 6858000"/>
              <a:gd name="connsiteX364" fmla="*/ 5083565 w 7467600"/>
              <a:gd name="connsiteY364" fmla="*/ 5179121 h 6858000"/>
              <a:gd name="connsiteX365" fmla="*/ 4713577 w 7467600"/>
              <a:gd name="connsiteY365" fmla="*/ 5616803 h 6858000"/>
              <a:gd name="connsiteX366" fmla="*/ 3989559 w 7467600"/>
              <a:gd name="connsiteY366" fmla="*/ 6145945 h 6858000"/>
              <a:gd name="connsiteX367" fmla="*/ 3939824 w 7467600"/>
              <a:gd name="connsiteY367" fmla="*/ 6066900 h 6858000"/>
              <a:gd name="connsiteX368" fmla="*/ 4584537 w 7467600"/>
              <a:gd name="connsiteY368" fmla="*/ 5324826 h 6858000"/>
              <a:gd name="connsiteX369" fmla="*/ 5037105 w 7467600"/>
              <a:gd name="connsiteY369" fmla="*/ 5088765 h 6858000"/>
              <a:gd name="connsiteX370" fmla="*/ 5039930 w 7467600"/>
              <a:gd name="connsiteY370" fmla="*/ 5089585 h 6858000"/>
              <a:gd name="connsiteX371" fmla="*/ 5263764 w 7467600"/>
              <a:gd name="connsiteY371" fmla="*/ 4735525 h 6858000"/>
              <a:gd name="connsiteX372" fmla="*/ 4086300 w 7467600"/>
              <a:gd name="connsiteY372" fmla="*/ 4884599 h 6858000"/>
              <a:gd name="connsiteX373" fmla="*/ 4085485 w 7467600"/>
              <a:gd name="connsiteY373" fmla="*/ 4899070 h 6858000"/>
              <a:gd name="connsiteX374" fmla="*/ 3871915 w 7467600"/>
              <a:gd name="connsiteY374" fmla="*/ 5253645 h 6858000"/>
              <a:gd name="connsiteX375" fmla="*/ 3799374 w 7467600"/>
              <a:gd name="connsiteY375" fmla="*/ 5466127 h 6858000"/>
              <a:gd name="connsiteX376" fmla="*/ 3498850 w 7467600"/>
              <a:gd name="connsiteY376" fmla="*/ 6661888 h 6858000"/>
              <a:gd name="connsiteX377" fmla="*/ 3399216 w 7467600"/>
              <a:gd name="connsiteY377" fmla="*/ 6858000 h 6858000"/>
              <a:gd name="connsiteX378" fmla="*/ 3303688 w 7467600"/>
              <a:gd name="connsiteY378" fmla="*/ 6858000 h 6858000"/>
              <a:gd name="connsiteX379" fmla="*/ 3391774 w 7467600"/>
              <a:gd name="connsiteY379" fmla="*/ 6697181 h 6858000"/>
              <a:gd name="connsiteX380" fmla="*/ 3735540 w 7467600"/>
              <a:gd name="connsiteY380" fmla="*/ 5546923 h 6858000"/>
              <a:gd name="connsiteX381" fmla="*/ 3729438 w 7467600"/>
              <a:gd name="connsiteY381" fmla="*/ 5569058 h 6858000"/>
              <a:gd name="connsiteX382" fmla="*/ 3707782 w 7467600"/>
              <a:gd name="connsiteY382" fmla="*/ 5644908 h 6858000"/>
              <a:gd name="connsiteX383" fmla="*/ 3583827 w 7467600"/>
              <a:gd name="connsiteY383" fmla="*/ 6039215 h 6858000"/>
              <a:gd name="connsiteX384" fmla="*/ 3547861 w 7467600"/>
              <a:gd name="connsiteY384" fmla="*/ 6129609 h 6858000"/>
              <a:gd name="connsiteX385" fmla="*/ 3490905 w 7467600"/>
              <a:gd name="connsiteY385" fmla="*/ 6277660 h 6858000"/>
              <a:gd name="connsiteX386" fmla="*/ 3455859 w 7467600"/>
              <a:gd name="connsiteY386" fmla="*/ 6391301 h 6858000"/>
              <a:gd name="connsiteX387" fmla="*/ 3429112 w 7467600"/>
              <a:gd name="connsiteY387" fmla="*/ 6479469 h 6858000"/>
              <a:gd name="connsiteX388" fmla="*/ 3304862 w 7467600"/>
              <a:gd name="connsiteY388" fmla="*/ 6796476 h 6858000"/>
              <a:gd name="connsiteX389" fmla="*/ 3276071 w 7467600"/>
              <a:gd name="connsiteY389" fmla="*/ 6858000 h 6858000"/>
              <a:gd name="connsiteX390" fmla="*/ 3240805 w 7467600"/>
              <a:gd name="connsiteY390" fmla="*/ 6858000 h 6858000"/>
              <a:gd name="connsiteX391" fmla="*/ 3275917 w 7467600"/>
              <a:gd name="connsiteY391" fmla="*/ 6783192 h 6858000"/>
              <a:gd name="connsiteX392" fmla="*/ 3399358 w 7467600"/>
              <a:gd name="connsiteY392" fmla="*/ 6469011 h 6858000"/>
              <a:gd name="connsiteX393" fmla="*/ 3425650 w 7467600"/>
              <a:gd name="connsiteY393" fmla="*/ 6381333 h 6858000"/>
              <a:gd name="connsiteX394" fmla="*/ 3460661 w 7467600"/>
              <a:gd name="connsiteY394" fmla="*/ 6266763 h 6858000"/>
              <a:gd name="connsiteX395" fmla="*/ 3518021 w 7467600"/>
              <a:gd name="connsiteY395" fmla="*/ 6117298 h 6858000"/>
              <a:gd name="connsiteX396" fmla="*/ 3554035 w 7467600"/>
              <a:gd name="connsiteY396" fmla="*/ 6027832 h 6858000"/>
              <a:gd name="connsiteX397" fmla="*/ 3677174 w 7467600"/>
              <a:gd name="connsiteY397" fmla="*/ 5636351 h 6858000"/>
              <a:gd name="connsiteX398" fmla="*/ 3698819 w 7467600"/>
              <a:gd name="connsiteY398" fmla="*/ 5560503 h 6858000"/>
              <a:gd name="connsiteX399" fmla="*/ 3702094 w 7467600"/>
              <a:gd name="connsiteY399" fmla="*/ 5549194 h 6858000"/>
              <a:gd name="connsiteX400" fmla="*/ 3398355 w 7467600"/>
              <a:gd name="connsiteY400" fmla="*/ 6094603 h 6858000"/>
              <a:gd name="connsiteX401" fmla="*/ 3193941 w 7467600"/>
              <a:gd name="connsiteY401" fmla="*/ 6798775 h 6858000"/>
              <a:gd name="connsiteX402" fmla="*/ 3184140 w 7467600"/>
              <a:gd name="connsiteY402" fmla="*/ 6858000 h 6858000"/>
              <a:gd name="connsiteX403" fmla="*/ 3099978 w 7467600"/>
              <a:gd name="connsiteY403" fmla="*/ 6858000 h 6858000"/>
              <a:gd name="connsiteX404" fmla="*/ 3101556 w 7467600"/>
              <a:gd name="connsiteY404" fmla="*/ 6843337 h 6858000"/>
              <a:gd name="connsiteX405" fmla="*/ 3370162 w 7467600"/>
              <a:gd name="connsiteY405" fmla="*/ 5785550 h 6858000"/>
              <a:gd name="connsiteX406" fmla="*/ 3746477 w 7467600"/>
              <a:gd name="connsiteY406" fmla="*/ 5377889 h 6858000"/>
              <a:gd name="connsiteX407" fmla="*/ 3863399 w 7467600"/>
              <a:gd name="connsiteY407" fmla="*/ 5087257 h 6858000"/>
              <a:gd name="connsiteX408" fmla="*/ 3968712 w 7467600"/>
              <a:gd name="connsiteY408" fmla="*/ 4913989 h 6858000"/>
              <a:gd name="connsiteX409" fmla="*/ 2792390 w 7467600"/>
              <a:gd name="connsiteY409" fmla="*/ 5382974 h 6858000"/>
              <a:gd name="connsiteX410" fmla="*/ 2714982 w 7467600"/>
              <a:gd name="connsiteY410" fmla="*/ 5427051 h 6858000"/>
              <a:gd name="connsiteX411" fmla="*/ 2813361 w 7467600"/>
              <a:gd name="connsiteY411" fmla="*/ 6023912 h 6858000"/>
              <a:gd name="connsiteX412" fmla="*/ 2688430 w 7467600"/>
              <a:gd name="connsiteY412" fmla="*/ 6801564 h 6858000"/>
              <a:gd name="connsiteX413" fmla="*/ 2629626 w 7467600"/>
              <a:gd name="connsiteY413" fmla="*/ 6763394 h 6858000"/>
              <a:gd name="connsiteX414" fmla="*/ 2565328 w 7467600"/>
              <a:gd name="connsiteY414" fmla="*/ 5516399 h 6858000"/>
              <a:gd name="connsiteX415" fmla="*/ 1922999 w 7467600"/>
              <a:gd name="connsiteY415" fmla="*/ 5980343 h 6858000"/>
              <a:gd name="connsiteX416" fmla="*/ 1950261 w 7467600"/>
              <a:gd name="connsiteY416" fmla="*/ 6405858 h 6858000"/>
              <a:gd name="connsiteX417" fmla="*/ 2365554 w 7467600"/>
              <a:gd name="connsiteY417" fmla="*/ 6759107 h 6858000"/>
              <a:gd name="connsiteX418" fmla="*/ 2424142 w 7467600"/>
              <a:gd name="connsiteY418" fmla="*/ 6858000 h 6858000"/>
              <a:gd name="connsiteX419" fmla="*/ 2395994 w 7467600"/>
              <a:gd name="connsiteY419" fmla="*/ 6858000 h 6858000"/>
              <a:gd name="connsiteX420" fmla="*/ 2392863 w 7467600"/>
              <a:gd name="connsiteY420" fmla="*/ 6852964 h 6858000"/>
              <a:gd name="connsiteX421" fmla="*/ 2017589 w 7467600"/>
              <a:gd name="connsiteY421" fmla="*/ 6493982 h 6858000"/>
              <a:gd name="connsiteX422" fmla="*/ 2147336 w 7467600"/>
              <a:gd name="connsiteY422" fmla="*/ 6594052 h 6858000"/>
              <a:gd name="connsiteX423" fmla="*/ 2207047 w 7467600"/>
              <a:gd name="connsiteY423" fmla="*/ 6654540 h 6858000"/>
              <a:gd name="connsiteX424" fmla="*/ 2299106 w 7467600"/>
              <a:gd name="connsiteY424" fmla="*/ 6778931 h 6858000"/>
              <a:gd name="connsiteX425" fmla="*/ 2314430 w 7467600"/>
              <a:gd name="connsiteY425" fmla="*/ 6801144 h 6858000"/>
              <a:gd name="connsiteX426" fmla="*/ 2352406 w 7467600"/>
              <a:gd name="connsiteY426" fmla="*/ 6858000 h 6858000"/>
              <a:gd name="connsiteX427" fmla="*/ 2314492 w 7467600"/>
              <a:gd name="connsiteY427" fmla="*/ 6858000 h 6858000"/>
              <a:gd name="connsiteX428" fmla="*/ 2288095 w 7467600"/>
              <a:gd name="connsiteY428" fmla="*/ 6818030 h 6858000"/>
              <a:gd name="connsiteX429" fmla="*/ 2272768 w 7467600"/>
              <a:gd name="connsiteY429" fmla="*/ 6795822 h 6858000"/>
              <a:gd name="connsiteX430" fmla="*/ 2182715 w 7467600"/>
              <a:gd name="connsiteY430" fmla="*/ 6675071 h 6858000"/>
              <a:gd name="connsiteX431" fmla="*/ 2032061 w 7467600"/>
              <a:gd name="connsiteY431" fmla="*/ 6541380 h 6858000"/>
              <a:gd name="connsiteX432" fmla="*/ 2257220 w 7467600"/>
              <a:gd name="connsiteY432" fmla="*/ 6826257 h 6858000"/>
              <a:gd name="connsiteX433" fmla="*/ 2281324 w 7467600"/>
              <a:gd name="connsiteY433" fmla="*/ 6858000 h 6858000"/>
              <a:gd name="connsiteX434" fmla="*/ 2242860 w 7467600"/>
              <a:gd name="connsiteY434" fmla="*/ 6858000 h 6858000"/>
              <a:gd name="connsiteX435" fmla="*/ 2232818 w 7467600"/>
              <a:gd name="connsiteY435" fmla="*/ 6844926 h 6858000"/>
              <a:gd name="connsiteX436" fmla="*/ 1990172 w 7467600"/>
              <a:gd name="connsiteY436" fmla="*/ 6542121 h 6858000"/>
              <a:gd name="connsiteX437" fmla="*/ 2124090 w 7467600"/>
              <a:gd name="connsiteY437" fmla="*/ 6761017 h 6858000"/>
              <a:gd name="connsiteX438" fmla="*/ 2200380 w 7467600"/>
              <a:gd name="connsiteY438" fmla="*/ 6858000 h 6858000"/>
              <a:gd name="connsiteX439" fmla="*/ 2147507 w 7467600"/>
              <a:gd name="connsiteY439" fmla="*/ 6858000 h 6858000"/>
              <a:gd name="connsiteX440" fmla="*/ 2070668 w 7467600"/>
              <a:gd name="connsiteY440" fmla="*/ 6761520 h 6858000"/>
              <a:gd name="connsiteX441" fmla="*/ 1975142 w 7467600"/>
              <a:gd name="connsiteY441" fmla="*/ 6585570 h 6858000"/>
              <a:gd name="connsiteX442" fmla="*/ 2050035 w 7467600"/>
              <a:gd name="connsiteY442" fmla="*/ 6813345 h 6858000"/>
              <a:gd name="connsiteX443" fmla="*/ 2063025 w 7467600"/>
              <a:gd name="connsiteY443" fmla="*/ 6858000 h 6858000"/>
              <a:gd name="connsiteX444" fmla="*/ 2021675 w 7467600"/>
              <a:gd name="connsiteY444" fmla="*/ 6858000 h 6858000"/>
              <a:gd name="connsiteX445" fmla="*/ 2019308 w 7467600"/>
              <a:gd name="connsiteY445" fmla="*/ 6847118 h 6858000"/>
              <a:gd name="connsiteX446" fmla="*/ 1938835 w 7467600"/>
              <a:gd name="connsiteY446" fmla="*/ 6551160 h 6858000"/>
              <a:gd name="connsiteX447" fmla="*/ 1953230 w 7467600"/>
              <a:gd name="connsiteY447" fmla="*/ 6759699 h 6858000"/>
              <a:gd name="connsiteX448" fmla="*/ 1956763 w 7467600"/>
              <a:gd name="connsiteY448" fmla="*/ 6778191 h 6858000"/>
              <a:gd name="connsiteX449" fmla="*/ 1967925 w 7467600"/>
              <a:gd name="connsiteY449" fmla="*/ 6858000 h 6858000"/>
              <a:gd name="connsiteX450" fmla="*/ 1936622 w 7467600"/>
              <a:gd name="connsiteY450" fmla="*/ 6858000 h 6858000"/>
              <a:gd name="connsiteX451" fmla="*/ 1926261 w 7467600"/>
              <a:gd name="connsiteY451" fmla="*/ 6784064 h 6858000"/>
              <a:gd name="connsiteX452" fmla="*/ 1922724 w 7467600"/>
              <a:gd name="connsiteY452" fmla="*/ 6765577 h 6858000"/>
              <a:gd name="connsiteX453" fmla="*/ 1904650 w 7467600"/>
              <a:gd name="connsiteY453" fmla="*/ 6639616 h 6858000"/>
              <a:gd name="connsiteX454" fmla="*/ 1885273 w 7467600"/>
              <a:gd name="connsiteY454" fmla="*/ 6858000 h 6858000"/>
              <a:gd name="connsiteX455" fmla="*/ 1854363 w 7467600"/>
              <a:gd name="connsiteY455" fmla="*/ 6858000 h 6858000"/>
              <a:gd name="connsiteX456" fmla="*/ 1880391 w 7467600"/>
              <a:gd name="connsiteY456" fmla="*/ 6603796 h 6858000"/>
              <a:gd name="connsiteX457" fmla="*/ 1818273 w 7467600"/>
              <a:gd name="connsiteY457" fmla="*/ 6715729 h 6858000"/>
              <a:gd name="connsiteX458" fmla="*/ 1794691 w 7467600"/>
              <a:gd name="connsiteY458" fmla="*/ 6843239 h 6858000"/>
              <a:gd name="connsiteX459" fmla="*/ 1794914 w 7467600"/>
              <a:gd name="connsiteY459" fmla="*/ 6858000 h 6858000"/>
              <a:gd name="connsiteX460" fmla="*/ 1746128 w 7467600"/>
              <a:gd name="connsiteY460" fmla="*/ 6858000 h 6858000"/>
              <a:gd name="connsiteX461" fmla="*/ 1753934 w 7467600"/>
              <a:gd name="connsiteY461" fmla="*/ 6724796 h 6858000"/>
              <a:gd name="connsiteX462" fmla="*/ 1792053 w 7467600"/>
              <a:gd name="connsiteY462" fmla="*/ 6572396 h 6858000"/>
              <a:gd name="connsiteX463" fmla="*/ 1862248 w 7467600"/>
              <a:gd name="connsiteY463" fmla="*/ 6266397 h 6858000"/>
              <a:gd name="connsiteX464" fmla="*/ 1862250 w 7467600"/>
              <a:gd name="connsiteY464" fmla="*/ 6033531 h 6858000"/>
              <a:gd name="connsiteX465" fmla="*/ 1211999 w 7467600"/>
              <a:gd name="connsiteY465" fmla="*/ 6683610 h 6858000"/>
              <a:gd name="connsiteX466" fmla="*/ 1213266 w 7467600"/>
              <a:gd name="connsiteY466" fmla="*/ 6691947 h 6858000"/>
              <a:gd name="connsiteX467" fmla="*/ 1203370 w 7467600"/>
              <a:gd name="connsiteY467" fmla="*/ 6850676 h 6858000"/>
              <a:gd name="connsiteX468" fmla="*/ 1203671 w 7467600"/>
              <a:gd name="connsiteY468" fmla="*/ 6858000 h 6858000"/>
              <a:gd name="connsiteX469" fmla="*/ 1143180 w 7467600"/>
              <a:gd name="connsiteY469" fmla="*/ 6858000 h 6858000"/>
              <a:gd name="connsiteX470" fmla="*/ 1142176 w 7467600"/>
              <a:gd name="connsiteY470" fmla="*/ 6766045 h 6858000"/>
              <a:gd name="connsiteX471" fmla="*/ 1067484 w 7467600"/>
              <a:gd name="connsiteY471" fmla="*/ 6858000 h 6858000"/>
              <a:gd name="connsiteX472" fmla="*/ 953928 w 7467600"/>
              <a:gd name="connsiteY472" fmla="*/ 6858000 h 6858000"/>
              <a:gd name="connsiteX473" fmla="*/ 959715 w 7467600"/>
              <a:gd name="connsiteY473" fmla="*/ 6850185 h 6858000"/>
              <a:gd name="connsiteX474" fmla="*/ 1483788 w 7467600"/>
              <a:gd name="connsiteY474" fmla="*/ 6259174 h 6858000"/>
              <a:gd name="connsiteX475" fmla="*/ 1100671 w 7467600"/>
              <a:gd name="connsiteY475" fmla="*/ 6252137 h 6858000"/>
              <a:gd name="connsiteX476" fmla="*/ 1090144 w 7467600"/>
              <a:gd name="connsiteY476" fmla="*/ 6256748 h 6858000"/>
              <a:gd name="connsiteX477" fmla="*/ 1095872 w 7467600"/>
              <a:gd name="connsiteY477" fmla="*/ 6271892 h 6858000"/>
              <a:gd name="connsiteX478" fmla="*/ 262785 w 7467600"/>
              <a:gd name="connsiteY478" fmla="*/ 6845450 h 6858000"/>
              <a:gd name="connsiteX479" fmla="*/ 209968 w 7467600"/>
              <a:gd name="connsiteY479" fmla="*/ 6770713 h 6858000"/>
              <a:gd name="connsiteX480" fmla="*/ 873460 w 7467600"/>
              <a:gd name="connsiteY480" fmla="*/ 6253768 h 6858000"/>
              <a:gd name="connsiteX481" fmla="*/ 192686 w 7467600"/>
              <a:gd name="connsiteY481" fmla="*/ 5849257 h 6858000"/>
              <a:gd name="connsiteX482" fmla="*/ 4696 w 7467600"/>
              <a:gd name="connsiteY482" fmla="*/ 5697668 h 6858000"/>
              <a:gd name="connsiteX483" fmla="*/ 0 w 7467600"/>
              <a:gd name="connsiteY483" fmla="*/ 5689984 h 6858000"/>
              <a:gd name="connsiteX484" fmla="*/ 0 w 7467600"/>
              <a:gd name="connsiteY484" fmla="*/ 5513472 h 6858000"/>
              <a:gd name="connsiteX485" fmla="*/ 174101 w 7467600"/>
              <a:gd name="connsiteY485" fmla="*/ 5620277 h 6858000"/>
              <a:gd name="connsiteX486" fmla="*/ 891800 w 7467600"/>
              <a:gd name="connsiteY486" fmla="*/ 6036935 h 6858000"/>
              <a:gd name="connsiteX487" fmla="*/ 1072219 w 7467600"/>
              <a:gd name="connsiteY487" fmla="*/ 6169443 h 6858000"/>
              <a:gd name="connsiteX488" fmla="*/ 1074117 w 7467600"/>
              <a:gd name="connsiteY488" fmla="*/ 6170301 h 6858000"/>
              <a:gd name="connsiteX489" fmla="*/ 1083114 w 7467600"/>
              <a:gd name="connsiteY489" fmla="*/ 6174131 h 6858000"/>
              <a:gd name="connsiteX490" fmla="*/ 1543010 w 7467600"/>
              <a:gd name="connsiteY490" fmla="*/ 6191140 h 6858000"/>
              <a:gd name="connsiteX491" fmla="*/ 1551080 w 7467600"/>
              <a:gd name="connsiteY491" fmla="*/ 6195006 h 6858000"/>
              <a:gd name="connsiteX492" fmla="*/ 2345443 w 7467600"/>
              <a:gd name="connsiteY492" fmla="*/ 5549882 h 6858000"/>
              <a:gd name="connsiteX493" fmla="*/ 1721499 w 7467600"/>
              <a:gd name="connsiteY493" fmla="*/ 5599969 h 6858000"/>
              <a:gd name="connsiteX494" fmla="*/ 767716 w 7467600"/>
              <a:gd name="connsiteY494" fmla="*/ 5472768 h 6858000"/>
              <a:gd name="connsiteX495" fmla="*/ 722147 w 7467600"/>
              <a:gd name="connsiteY495" fmla="*/ 5393091 h 6858000"/>
              <a:gd name="connsiteX496" fmla="*/ 1485552 w 7467600"/>
              <a:gd name="connsiteY496" fmla="*/ 5313202 h 6858000"/>
              <a:gd name="connsiteX497" fmla="*/ 2143004 w 7467600"/>
              <a:gd name="connsiteY497" fmla="*/ 5402420 h 6858000"/>
              <a:gd name="connsiteX498" fmla="*/ 1933391 w 7467600"/>
              <a:gd name="connsiteY498" fmla="*/ 5156971 h 6858000"/>
              <a:gd name="connsiteX499" fmla="*/ 1827118 w 7467600"/>
              <a:gd name="connsiteY499" fmla="*/ 4968410 h 6858000"/>
              <a:gd name="connsiteX500" fmla="*/ 1837349 w 7467600"/>
              <a:gd name="connsiteY500" fmla="*/ 4956357 h 6858000"/>
              <a:gd name="connsiteX501" fmla="*/ 2162835 w 7467600"/>
              <a:gd name="connsiteY501" fmla="*/ 5187853 h 6858000"/>
              <a:gd name="connsiteX502" fmla="*/ 2257167 w 7467600"/>
              <a:gd name="connsiteY502" fmla="*/ 5462123 h 6858000"/>
              <a:gd name="connsiteX503" fmla="*/ 2261598 w 7467600"/>
              <a:gd name="connsiteY503" fmla="*/ 5467998 h 6858000"/>
              <a:gd name="connsiteX504" fmla="*/ 2437177 w 7467600"/>
              <a:gd name="connsiteY504" fmla="*/ 5479608 h 6858000"/>
              <a:gd name="connsiteX505" fmla="*/ 2445247 w 7467600"/>
              <a:gd name="connsiteY505" fmla="*/ 5483476 h 6858000"/>
              <a:gd name="connsiteX506" fmla="*/ 2743626 w 7467600"/>
              <a:gd name="connsiteY506" fmla="*/ 5304819 h 6858000"/>
              <a:gd name="connsiteX507" fmla="*/ 3048102 w 7467600"/>
              <a:gd name="connsiteY507" fmla="*/ 5150595 h 6858000"/>
              <a:gd name="connsiteX508" fmla="*/ 1799414 w 7467600"/>
              <a:gd name="connsiteY508" fmla="*/ 4694732 h 6858000"/>
              <a:gd name="connsiteX509" fmla="*/ 1771735 w 7467600"/>
              <a:gd name="connsiteY509" fmla="*/ 4619929 h 6858000"/>
              <a:gd name="connsiteX510" fmla="*/ 3104273 w 7467600"/>
              <a:gd name="connsiteY510" fmla="*/ 5076159 h 6858000"/>
              <a:gd name="connsiteX511" fmla="*/ 3113245 w 7467600"/>
              <a:gd name="connsiteY511" fmla="*/ 5090705 h 6858000"/>
              <a:gd name="connsiteX512" fmla="*/ 3126294 w 7467600"/>
              <a:gd name="connsiteY512" fmla="*/ 5114400 h 6858000"/>
              <a:gd name="connsiteX513" fmla="*/ 3937433 w 7467600"/>
              <a:gd name="connsiteY513" fmla="*/ 4830473 h 6858000"/>
              <a:gd name="connsiteX514" fmla="*/ 3590475 w 7467600"/>
              <a:gd name="connsiteY514" fmla="*/ 4597974 h 6858000"/>
              <a:gd name="connsiteX515" fmla="*/ 3100264 w 7467600"/>
              <a:gd name="connsiteY515" fmla="*/ 4579845 h 6858000"/>
              <a:gd name="connsiteX516" fmla="*/ 2183576 w 7467600"/>
              <a:gd name="connsiteY516" fmla="*/ 4227150 h 6858000"/>
              <a:gd name="connsiteX517" fmla="*/ 2151029 w 7467600"/>
              <a:gd name="connsiteY517" fmla="*/ 4146947 h 6858000"/>
              <a:gd name="connsiteX518" fmla="*/ 3563434 w 7467600"/>
              <a:gd name="connsiteY518" fmla="*/ 4469115 h 6858000"/>
              <a:gd name="connsiteX519" fmla="*/ 3177952 w 7467600"/>
              <a:gd name="connsiteY519" fmla="*/ 3657386 h 6858000"/>
              <a:gd name="connsiteX520" fmla="*/ 3189263 w 7467600"/>
              <a:gd name="connsiteY520" fmla="*/ 3625726 h 6858000"/>
              <a:gd name="connsiteX521" fmla="*/ 3560912 w 7467600"/>
              <a:gd name="connsiteY521" fmla="*/ 4079863 h 6858000"/>
              <a:gd name="connsiteX522" fmla="*/ 3626636 w 7467600"/>
              <a:gd name="connsiteY522" fmla="*/ 4512230 h 6858000"/>
              <a:gd name="connsiteX523" fmla="*/ 3653088 w 7467600"/>
              <a:gd name="connsiteY523" fmla="*/ 4521417 h 6858000"/>
              <a:gd name="connsiteX524" fmla="*/ 3988128 w 7467600"/>
              <a:gd name="connsiteY524" fmla="*/ 4817267 h 6858000"/>
              <a:gd name="connsiteX525" fmla="*/ 4830582 w 7467600"/>
              <a:gd name="connsiteY525" fmla="*/ 4676000 h 6858000"/>
              <a:gd name="connsiteX526" fmla="*/ 4830100 w 7467600"/>
              <a:gd name="connsiteY526" fmla="*/ 4675554 h 6858000"/>
              <a:gd name="connsiteX527" fmla="*/ 4036318 w 7467600"/>
              <a:gd name="connsiteY527" fmla="*/ 4147013 h 6858000"/>
              <a:gd name="connsiteX528" fmla="*/ 3432098 w 7467600"/>
              <a:gd name="connsiteY528" fmla="*/ 3537312 h 6858000"/>
              <a:gd name="connsiteX529" fmla="*/ 3446761 w 7467600"/>
              <a:gd name="connsiteY529" fmla="*/ 3461278 h 6858000"/>
              <a:gd name="connsiteX530" fmla="*/ 4419733 w 7467600"/>
              <a:gd name="connsiteY530" fmla="*/ 3963555 h 6858000"/>
              <a:gd name="connsiteX531" fmla="*/ 4781371 w 7467600"/>
              <a:gd name="connsiteY531" fmla="*/ 4458604 h 6858000"/>
              <a:gd name="connsiteX532" fmla="*/ 4780440 w 7467600"/>
              <a:gd name="connsiteY532" fmla="*/ 4470290 h 6858000"/>
              <a:gd name="connsiteX533" fmla="*/ 4898954 w 7467600"/>
              <a:gd name="connsiteY533" fmla="*/ 4662092 h 6858000"/>
              <a:gd name="connsiteX534" fmla="*/ 4900699 w 7467600"/>
              <a:gd name="connsiteY534" fmla="*/ 4670867 h 6858000"/>
              <a:gd name="connsiteX535" fmla="*/ 5714511 w 7467600"/>
              <a:gd name="connsiteY535" fmla="*/ 4663483 h 6858000"/>
              <a:gd name="connsiteX536" fmla="*/ 5464793 w 7467600"/>
              <a:gd name="connsiteY536" fmla="*/ 4393556 h 6858000"/>
              <a:gd name="connsiteX537" fmla="*/ 5461897 w 7467600"/>
              <a:gd name="connsiteY537" fmla="*/ 4390879 h 6858000"/>
              <a:gd name="connsiteX538" fmla="*/ 4294126 w 7467600"/>
              <a:gd name="connsiteY538" fmla="*/ 3303048 h 6858000"/>
              <a:gd name="connsiteX539" fmla="*/ 4305321 w 7467600"/>
              <a:gd name="connsiteY539" fmla="*/ 3256953 h 6858000"/>
              <a:gd name="connsiteX540" fmla="*/ 4949299 w 7467600"/>
              <a:gd name="connsiteY540" fmla="*/ 3766336 h 6858000"/>
              <a:gd name="connsiteX541" fmla="*/ 5291452 w 7467600"/>
              <a:gd name="connsiteY541" fmla="*/ 4076801 h 6858000"/>
              <a:gd name="connsiteX542" fmla="*/ 5434998 w 7467600"/>
              <a:gd name="connsiteY542" fmla="*/ 4254100 h 6858000"/>
              <a:gd name="connsiteX543" fmla="*/ 5351015 w 7467600"/>
              <a:gd name="connsiteY543" fmla="*/ 3760989 h 6858000"/>
              <a:gd name="connsiteX544" fmla="*/ 5413780 w 7467600"/>
              <a:gd name="connsiteY544" fmla="*/ 2966265 h 6858000"/>
              <a:gd name="connsiteX545" fmla="*/ 5425627 w 7467600"/>
              <a:gd name="connsiteY545" fmla="*/ 2954192 h 6858000"/>
              <a:gd name="connsiteX546" fmla="*/ 6604735 w 7467600"/>
              <a:gd name="connsiteY546" fmla="*/ 2041381 h 6858000"/>
              <a:gd name="connsiteX547" fmla="*/ 7204487 w 7467600"/>
              <a:gd name="connsiteY547" fmla="*/ 2742112 h 6858000"/>
              <a:gd name="connsiteX548" fmla="*/ 7131592 w 7467600"/>
              <a:gd name="connsiteY548" fmla="*/ 2672096 h 6858000"/>
              <a:gd name="connsiteX549" fmla="*/ 6996344 w 7467600"/>
              <a:gd name="connsiteY549" fmla="*/ 2518310 h 6858000"/>
              <a:gd name="connsiteX550" fmla="*/ 6735495 w 7467600"/>
              <a:gd name="connsiteY550" fmla="*/ 2196890 h 6858000"/>
              <a:gd name="connsiteX551" fmla="*/ 6721901 w 7467600"/>
              <a:gd name="connsiteY551" fmla="*/ 2179274 h 6858000"/>
              <a:gd name="connsiteX552" fmla="*/ 6604735 w 7467600"/>
              <a:gd name="connsiteY552" fmla="*/ 2041381 h 6858000"/>
              <a:gd name="connsiteX553" fmla="*/ 6591670 w 7467600"/>
              <a:gd name="connsiteY553" fmla="*/ 1988277 h 6858000"/>
              <a:gd name="connsiteX554" fmla="*/ 6747349 w 7467600"/>
              <a:gd name="connsiteY554" fmla="*/ 2160069 h 6858000"/>
              <a:gd name="connsiteX555" fmla="*/ 6760943 w 7467600"/>
              <a:gd name="connsiteY555" fmla="*/ 2177686 h 6858000"/>
              <a:gd name="connsiteX556" fmla="*/ 7021065 w 7467600"/>
              <a:gd name="connsiteY556" fmla="*/ 2498102 h 6858000"/>
              <a:gd name="connsiteX557" fmla="*/ 7155223 w 7467600"/>
              <a:gd name="connsiteY557" fmla="*/ 2650386 h 6858000"/>
              <a:gd name="connsiteX558" fmla="*/ 7203167 w 7467600"/>
              <a:gd name="connsiteY558" fmla="*/ 2697288 h 6858000"/>
              <a:gd name="connsiteX559" fmla="*/ 6937703 w 7467600"/>
              <a:gd name="connsiteY559" fmla="*/ 2321981 h 6858000"/>
              <a:gd name="connsiteX560" fmla="*/ 6591670 w 7467600"/>
              <a:gd name="connsiteY560" fmla="*/ 1988277 h 6858000"/>
              <a:gd name="connsiteX561" fmla="*/ 5798671 w 7467600"/>
              <a:gd name="connsiteY561" fmla="*/ 1981601 h 6858000"/>
              <a:gd name="connsiteX562" fmla="*/ 5754709 w 7467600"/>
              <a:gd name="connsiteY562" fmla="*/ 2071454 h 6858000"/>
              <a:gd name="connsiteX563" fmla="*/ 5763044 w 7467600"/>
              <a:gd name="connsiteY563" fmla="*/ 2842206 h 6858000"/>
              <a:gd name="connsiteX564" fmla="*/ 5764974 w 7467600"/>
              <a:gd name="connsiteY564" fmla="*/ 2799609 h 6858000"/>
              <a:gd name="connsiteX565" fmla="*/ 5767665 w 7467600"/>
              <a:gd name="connsiteY565" fmla="*/ 2666409 h 6858000"/>
              <a:gd name="connsiteX566" fmla="*/ 5763055 w 7467600"/>
              <a:gd name="connsiteY566" fmla="*/ 2579705 h 6858000"/>
              <a:gd name="connsiteX567" fmla="*/ 5758079 w 7467600"/>
              <a:gd name="connsiteY567" fmla="*/ 2492508 h 6858000"/>
              <a:gd name="connsiteX568" fmla="*/ 5779325 w 7467600"/>
              <a:gd name="connsiteY568" fmla="*/ 2197069 h 6858000"/>
              <a:gd name="connsiteX569" fmla="*/ 5798671 w 7467600"/>
              <a:gd name="connsiteY569" fmla="*/ 1981601 h 6858000"/>
              <a:gd name="connsiteX570" fmla="*/ 5829202 w 7467600"/>
              <a:gd name="connsiteY570" fmla="*/ 1971679 h 6858000"/>
              <a:gd name="connsiteX571" fmla="*/ 5809558 w 7467600"/>
              <a:gd name="connsiteY571" fmla="*/ 2198043 h 6858000"/>
              <a:gd name="connsiteX572" fmla="*/ 5788653 w 7467600"/>
              <a:gd name="connsiteY572" fmla="*/ 2489430 h 6858000"/>
              <a:gd name="connsiteX573" fmla="*/ 5793439 w 7467600"/>
              <a:gd name="connsiteY573" fmla="*/ 2575235 h 6858000"/>
              <a:gd name="connsiteX574" fmla="*/ 5796837 w 7467600"/>
              <a:gd name="connsiteY574" fmla="*/ 2637633 h 6858000"/>
              <a:gd name="connsiteX575" fmla="*/ 5818614 w 7467600"/>
              <a:gd name="connsiteY575" fmla="*/ 2473055 h 6858000"/>
              <a:gd name="connsiteX576" fmla="*/ 5829202 w 7467600"/>
              <a:gd name="connsiteY576" fmla="*/ 1971679 h 6858000"/>
              <a:gd name="connsiteX577" fmla="*/ 5911389 w 7467600"/>
              <a:gd name="connsiteY577" fmla="*/ 1898371 h 6858000"/>
              <a:gd name="connsiteX578" fmla="*/ 6237627 w 7467600"/>
              <a:gd name="connsiteY578" fmla="*/ 2231921 h 6858000"/>
              <a:gd name="connsiteX579" fmla="*/ 5911389 w 7467600"/>
              <a:gd name="connsiteY579" fmla="*/ 1898371 h 6858000"/>
              <a:gd name="connsiteX580" fmla="*/ 6944437 w 7467600"/>
              <a:gd name="connsiteY580" fmla="*/ 1575402 h 6858000"/>
              <a:gd name="connsiteX581" fmla="*/ 6304730 w 7467600"/>
              <a:gd name="connsiteY581" fmla="*/ 1766654 h 6858000"/>
              <a:gd name="connsiteX582" fmla="*/ 6944437 w 7467600"/>
              <a:gd name="connsiteY582" fmla="*/ 1575402 h 6858000"/>
              <a:gd name="connsiteX583" fmla="*/ 7019523 w 7467600"/>
              <a:gd name="connsiteY583" fmla="*/ 1519450 h 6858000"/>
              <a:gd name="connsiteX584" fmla="*/ 6298091 w 7467600"/>
              <a:gd name="connsiteY584" fmla="*/ 1737122 h 6858000"/>
              <a:gd name="connsiteX585" fmla="*/ 7019523 w 7467600"/>
              <a:gd name="connsiteY585" fmla="*/ 1519450 h 6858000"/>
              <a:gd name="connsiteX586" fmla="*/ 2399523 w 7467600"/>
              <a:gd name="connsiteY586" fmla="*/ 1428234 h 6858000"/>
              <a:gd name="connsiteX587" fmla="*/ 2224982 w 7467600"/>
              <a:gd name="connsiteY587" fmla="*/ 1826201 h 6858000"/>
              <a:gd name="connsiteX588" fmla="*/ 2096099 w 7467600"/>
              <a:gd name="connsiteY588" fmla="*/ 2345900 h 6858000"/>
              <a:gd name="connsiteX589" fmla="*/ 2283317 w 7467600"/>
              <a:gd name="connsiteY589" fmla="*/ 1796925 h 6858000"/>
              <a:gd name="connsiteX590" fmla="*/ 2399523 w 7467600"/>
              <a:gd name="connsiteY590" fmla="*/ 1428234 h 6858000"/>
              <a:gd name="connsiteX591" fmla="*/ 2448558 w 7467600"/>
              <a:gd name="connsiteY591" fmla="*/ 1373435 h 6858000"/>
              <a:gd name="connsiteX592" fmla="*/ 2312521 w 7467600"/>
              <a:gd name="connsiteY592" fmla="*/ 1806140 h 6858000"/>
              <a:gd name="connsiteX593" fmla="*/ 2127533 w 7467600"/>
              <a:gd name="connsiteY593" fmla="*/ 2348380 h 6858000"/>
              <a:gd name="connsiteX594" fmla="*/ 2358080 w 7467600"/>
              <a:gd name="connsiteY594" fmla="*/ 1866134 h 6858000"/>
              <a:gd name="connsiteX595" fmla="*/ 2407436 w 7467600"/>
              <a:gd name="connsiteY595" fmla="*/ 1651070 h 6858000"/>
              <a:gd name="connsiteX596" fmla="*/ 2448558 w 7467600"/>
              <a:gd name="connsiteY596" fmla="*/ 1373435 h 6858000"/>
              <a:gd name="connsiteX597" fmla="*/ 278707 w 7467600"/>
              <a:gd name="connsiteY597" fmla="*/ 1352270 h 6858000"/>
              <a:gd name="connsiteX598" fmla="*/ 321570 w 7467600"/>
              <a:gd name="connsiteY598" fmla="*/ 1861610 h 6858000"/>
              <a:gd name="connsiteX599" fmla="*/ 294281 w 7467600"/>
              <a:gd name="connsiteY599" fmla="*/ 1440658 h 6858000"/>
              <a:gd name="connsiteX600" fmla="*/ 278707 w 7467600"/>
              <a:gd name="connsiteY600" fmla="*/ 1352270 h 6858000"/>
              <a:gd name="connsiteX601" fmla="*/ 1423821 w 7467600"/>
              <a:gd name="connsiteY601" fmla="*/ 1351958 h 6858000"/>
              <a:gd name="connsiteX602" fmla="*/ 1638521 w 7467600"/>
              <a:gd name="connsiteY602" fmla="*/ 1908470 h 6858000"/>
              <a:gd name="connsiteX603" fmla="*/ 1754199 w 7467600"/>
              <a:gd name="connsiteY603" fmla="*/ 2149284 h 6858000"/>
              <a:gd name="connsiteX604" fmla="*/ 1908359 w 7467600"/>
              <a:gd name="connsiteY604" fmla="*/ 2364988 h 6858000"/>
              <a:gd name="connsiteX605" fmla="*/ 1647661 w 7467600"/>
              <a:gd name="connsiteY605" fmla="*/ 1825945 h 6858000"/>
              <a:gd name="connsiteX606" fmla="*/ 1423821 w 7467600"/>
              <a:gd name="connsiteY606" fmla="*/ 1351958 h 6858000"/>
              <a:gd name="connsiteX607" fmla="*/ 1431890 w 7467600"/>
              <a:gd name="connsiteY607" fmla="*/ 1306475 h 6858000"/>
              <a:gd name="connsiteX608" fmla="*/ 1507597 w 7467600"/>
              <a:gd name="connsiteY608" fmla="*/ 1446132 h 6858000"/>
              <a:gd name="connsiteX609" fmla="*/ 1674586 w 7467600"/>
              <a:gd name="connsiteY609" fmla="*/ 1813832 h 6858000"/>
              <a:gd name="connsiteX610" fmla="*/ 1815950 w 7467600"/>
              <a:gd name="connsiteY610" fmla="*/ 2128564 h 6858000"/>
              <a:gd name="connsiteX611" fmla="*/ 1984242 w 7467600"/>
              <a:gd name="connsiteY611" fmla="*/ 2430829 h 6858000"/>
              <a:gd name="connsiteX612" fmla="*/ 2014023 w 7467600"/>
              <a:gd name="connsiteY612" fmla="*/ 2450995 h 6858000"/>
              <a:gd name="connsiteX613" fmla="*/ 1747337 w 7467600"/>
              <a:gd name="connsiteY613" fmla="*/ 1855264 h 6858000"/>
              <a:gd name="connsiteX614" fmla="*/ 1533749 w 7467600"/>
              <a:gd name="connsiteY614" fmla="*/ 1478656 h 6858000"/>
              <a:gd name="connsiteX615" fmla="*/ 1431890 w 7467600"/>
              <a:gd name="connsiteY615" fmla="*/ 1306475 h 6858000"/>
              <a:gd name="connsiteX616" fmla="*/ 5052692 w 7467600"/>
              <a:gd name="connsiteY616" fmla="*/ 1292994 h 6858000"/>
              <a:gd name="connsiteX617" fmla="*/ 5200661 w 7467600"/>
              <a:gd name="connsiteY617" fmla="*/ 1635186 h 6858000"/>
              <a:gd name="connsiteX618" fmla="*/ 5297138 w 7467600"/>
              <a:gd name="connsiteY618" fmla="*/ 1906351 h 6858000"/>
              <a:gd name="connsiteX619" fmla="*/ 5052692 w 7467600"/>
              <a:gd name="connsiteY619" fmla="*/ 1292994 h 6858000"/>
              <a:gd name="connsiteX620" fmla="*/ 5009948 w 7467600"/>
              <a:gd name="connsiteY620" fmla="*/ 1273619 h 6858000"/>
              <a:gd name="connsiteX621" fmla="*/ 5121777 w 7467600"/>
              <a:gd name="connsiteY621" fmla="*/ 1654213 h 6858000"/>
              <a:gd name="connsiteX622" fmla="*/ 5293545 w 7467600"/>
              <a:gd name="connsiteY622" fmla="*/ 2072247 h 6858000"/>
              <a:gd name="connsiteX623" fmla="*/ 5294042 w 7467600"/>
              <a:gd name="connsiteY623" fmla="*/ 2065019 h 6858000"/>
              <a:gd name="connsiteX624" fmla="*/ 5171936 w 7467600"/>
              <a:gd name="connsiteY624" fmla="*/ 1647613 h 6858000"/>
              <a:gd name="connsiteX625" fmla="*/ 5009948 w 7467600"/>
              <a:gd name="connsiteY625" fmla="*/ 1273619 h 6858000"/>
              <a:gd name="connsiteX626" fmla="*/ 655236 w 7467600"/>
              <a:gd name="connsiteY626" fmla="*/ 1268632 h 6858000"/>
              <a:gd name="connsiteX627" fmla="*/ 839521 w 7467600"/>
              <a:gd name="connsiteY627" fmla="*/ 1685315 h 6858000"/>
              <a:gd name="connsiteX628" fmla="*/ 1109416 w 7467600"/>
              <a:gd name="connsiteY628" fmla="*/ 2061663 h 6858000"/>
              <a:gd name="connsiteX629" fmla="*/ 1298300 w 7467600"/>
              <a:gd name="connsiteY629" fmla="*/ 2247742 h 6858000"/>
              <a:gd name="connsiteX630" fmla="*/ 1125871 w 7467600"/>
              <a:gd name="connsiteY630" fmla="*/ 1989513 h 6858000"/>
              <a:gd name="connsiteX631" fmla="*/ 981574 w 7467600"/>
              <a:gd name="connsiteY631" fmla="*/ 1783157 h 6858000"/>
              <a:gd name="connsiteX632" fmla="*/ 922198 w 7467600"/>
              <a:gd name="connsiteY632" fmla="*/ 1677437 h 6858000"/>
              <a:gd name="connsiteX633" fmla="*/ 869293 w 7467600"/>
              <a:gd name="connsiteY633" fmla="*/ 1583214 h 6858000"/>
              <a:gd name="connsiteX634" fmla="*/ 751431 w 7467600"/>
              <a:gd name="connsiteY634" fmla="*/ 1405731 h 6858000"/>
              <a:gd name="connsiteX635" fmla="*/ 655236 w 7467600"/>
              <a:gd name="connsiteY635" fmla="*/ 1268632 h 6858000"/>
              <a:gd name="connsiteX636" fmla="*/ 6516292 w 7467600"/>
              <a:gd name="connsiteY636" fmla="*/ 1263064 h 6858000"/>
              <a:gd name="connsiteX637" fmla="*/ 5736320 w 7467600"/>
              <a:gd name="connsiteY637" fmla="*/ 1501803 h 6858000"/>
              <a:gd name="connsiteX638" fmla="*/ 6516292 w 7467600"/>
              <a:gd name="connsiteY638" fmla="*/ 1263064 h 6858000"/>
              <a:gd name="connsiteX639" fmla="*/ 291466 w 7467600"/>
              <a:gd name="connsiteY639" fmla="*/ 1250369 h 6858000"/>
              <a:gd name="connsiteX640" fmla="*/ 323180 w 7467600"/>
              <a:gd name="connsiteY640" fmla="*/ 1435283 h 6858000"/>
              <a:gd name="connsiteX641" fmla="*/ 349381 w 7467600"/>
              <a:gd name="connsiteY641" fmla="*/ 1875041 h 6858000"/>
              <a:gd name="connsiteX642" fmla="*/ 374363 w 7467600"/>
              <a:gd name="connsiteY642" fmla="*/ 1506494 h 6858000"/>
              <a:gd name="connsiteX643" fmla="*/ 302168 w 7467600"/>
              <a:gd name="connsiteY643" fmla="*/ 1274495 h 6858000"/>
              <a:gd name="connsiteX644" fmla="*/ 291466 w 7467600"/>
              <a:gd name="connsiteY644" fmla="*/ 1250369 h 6858000"/>
              <a:gd name="connsiteX645" fmla="*/ 678222 w 7467600"/>
              <a:gd name="connsiteY645" fmla="*/ 1248670 h 6858000"/>
              <a:gd name="connsiteX646" fmla="*/ 775536 w 7467600"/>
              <a:gd name="connsiteY646" fmla="*/ 1388015 h 6858000"/>
              <a:gd name="connsiteX647" fmla="*/ 894529 w 7467600"/>
              <a:gd name="connsiteY647" fmla="*/ 1567739 h 6858000"/>
              <a:gd name="connsiteX648" fmla="*/ 948000 w 7467600"/>
              <a:gd name="connsiteY648" fmla="*/ 1663088 h 6858000"/>
              <a:gd name="connsiteX649" fmla="*/ 1006812 w 7467600"/>
              <a:gd name="connsiteY649" fmla="*/ 1767683 h 6858000"/>
              <a:gd name="connsiteX650" fmla="*/ 1149133 w 7467600"/>
              <a:gd name="connsiteY650" fmla="*/ 1971513 h 6858000"/>
              <a:gd name="connsiteX651" fmla="*/ 1333952 w 7467600"/>
              <a:gd name="connsiteY651" fmla="*/ 2251620 h 6858000"/>
              <a:gd name="connsiteX652" fmla="*/ 1337329 w 7467600"/>
              <a:gd name="connsiteY652" fmla="*/ 2258350 h 6858000"/>
              <a:gd name="connsiteX653" fmla="*/ 1014726 w 7467600"/>
              <a:gd name="connsiteY653" fmla="*/ 1615556 h 6858000"/>
              <a:gd name="connsiteX654" fmla="*/ 678222 w 7467600"/>
              <a:gd name="connsiteY654" fmla="*/ 1248670 h 6858000"/>
              <a:gd name="connsiteX655" fmla="*/ 6691602 w 7467600"/>
              <a:gd name="connsiteY655" fmla="*/ 1140573 h 6858000"/>
              <a:gd name="connsiteX656" fmla="*/ 6571100 w 7467600"/>
              <a:gd name="connsiteY656" fmla="*/ 1183662 h 6858000"/>
              <a:gd name="connsiteX657" fmla="*/ 6241687 w 7467600"/>
              <a:gd name="connsiteY657" fmla="*/ 1257600 h 6858000"/>
              <a:gd name="connsiteX658" fmla="*/ 5693009 w 7467600"/>
              <a:gd name="connsiteY658" fmla="*/ 1478256 h 6858000"/>
              <a:gd name="connsiteX659" fmla="*/ 6548420 w 7467600"/>
              <a:gd name="connsiteY659" fmla="*/ 1214599 h 6858000"/>
              <a:gd name="connsiteX660" fmla="*/ 6605473 w 7467600"/>
              <a:gd name="connsiteY660" fmla="*/ 1184686 h 6858000"/>
              <a:gd name="connsiteX661" fmla="*/ 6691602 w 7467600"/>
              <a:gd name="connsiteY661" fmla="*/ 1140573 h 6858000"/>
              <a:gd name="connsiteX662" fmla="*/ 4002475 w 7467600"/>
              <a:gd name="connsiteY662" fmla="*/ 1037802 h 6858000"/>
              <a:gd name="connsiteX663" fmla="*/ 4000324 w 7467600"/>
              <a:gd name="connsiteY663" fmla="*/ 1039362 h 6858000"/>
              <a:gd name="connsiteX664" fmla="*/ 4002862 w 7467600"/>
              <a:gd name="connsiteY664" fmla="*/ 1042866 h 6858000"/>
              <a:gd name="connsiteX665" fmla="*/ 4002475 w 7467600"/>
              <a:gd name="connsiteY665" fmla="*/ 1037802 h 6858000"/>
              <a:gd name="connsiteX666" fmla="*/ 506322 w 7467600"/>
              <a:gd name="connsiteY666" fmla="*/ 1020997 h 6858000"/>
              <a:gd name="connsiteX667" fmla="*/ 533068 w 7467600"/>
              <a:gd name="connsiteY667" fmla="*/ 1029409 h 6858000"/>
              <a:gd name="connsiteX668" fmla="*/ 1232525 w 7467600"/>
              <a:gd name="connsiteY668" fmla="*/ 1804675 h 6858000"/>
              <a:gd name="connsiteX669" fmla="*/ 1388858 w 7467600"/>
              <a:gd name="connsiteY669" fmla="*/ 2368011 h 6858000"/>
              <a:gd name="connsiteX670" fmla="*/ 1384098 w 7467600"/>
              <a:gd name="connsiteY670" fmla="*/ 2378125 h 6858000"/>
              <a:gd name="connsiteX671" fmla="*/ 1425393 w 7467600"/>
              <a:gd name="connsiteY671" fmla="*/ 2589124 h 6858000"/>
              <a:gd name="connsiteX672" fmla="*/ 1424001 w 7467600"/>
              <a:gd name="connsiteY672" fmla="*/ 2597541 h 6858000"/>
              <a:gd name="connsiteX673" fmla="*/ 2152729 w 7467600"/>
              <a:gd name="connsiteY673" fmla="*/ 2864487 h 6858000"/>
              <a:gd name="connsiteX674" fmla="*/ 2020609 w 7467600"/>
              <a:gd name="connsiteY674" fmla="*/ 2539671 h 6858000"/>
              <a:gd name="connsiteX675" fmla="*/ 2018920 w 7467600"/>
              <a:gd name="connsiteY675" fmla="*/ 2536309 h 6858000"/>
              <a:gd name="connsiteX676" fmla="*/ 1342441 w 7467600"/>
              <a:gd name="connsiteY676" fmla="*/ 1173017 h 6858000"/>
              <a:gd name="connsiteX677" fmla="*/ 1367925 w 7467600"/>
              <a:gd name="connsiteY677" fmla="*/ 1135648 h 6858000"/>
              <a:gd name="connsiteX678" fmla="*/ 1771401 w 7467600"/>
              <a:gd name="connsiteY678" fmla="*/ 1806673 h 6858000"/>
              <a:gd name="connsiteX679" fmla="*/ 1972385 w 7467600"/>
              <a:gd name="connsiteY679" fmla="*/ 2198735 h 6858000"/>
              <a:gd name="connsiteX680" fmla="*/ 2040892 w 7467600"/>
              <a:gd name="connsiteY680" fmla="*/ 2405205 h 6858000"/>
              <a:gd name="connsiteX681" fmla="*/ 2131689 w 7467600"/>
              <a:gd name="connsiteY681" fmla="*/ 1936926 h 6858000"/>
              <a:gd name="connsiteX682" fmla="*/ 2454820 w 7467600"/>
              <a:gd name="connsiteY682" fmla="*/ 1248808 h 6858000"/>
              <a:gd name="connsiteX683" fmla="*/ 2492512 w 7467600"/>
              <a:gd name="connsiteY683" fmla="*/ 1302920 h 6858000"/>
              <a:gd name="connsiteX684" fmla="*/ 2081216 w 7467600"/>
              <a:gd name="connsiteY684" fmla="*/ 2527513 h 6858000"/>
              <a:gd name="connsiteX685" fmla="*/ 2081211 w 7467600"/>
              <a:gd name="connsiteY685" fmla="*/ 2528916 h 6858000"/>
              <a:gd name="connsiteX686" fmla="*/ 2199067 w 7467600"/>
              <a:gd name="connsiteY686" fmla="*/ 2884061 h 6858000"/>
              <a:gd name="connsiteX687" fmla="*/ 3192586 w 7467600"/>
              <a:gd name="connsiteY687" fmla="*/ 3411496 h 6858000"/>
              <a:gd name="connsiteX688" fmla="*/ 3182620 w 7467600"/>
              <a:gd name="connsiteY688" fmla="*/ 3483279 h 6858000"/>
              <a:gd name="connsiteX689" fmla="*/ 2435119 w 7467600"/>
              <a:gd name="connsiteY689" fmla="*/ 3080173 h 6858000"/>
              <a:gd name="connsiteX690" fmla="*/ 2410152 w 7467600"/>
              <a:gd name="connsiteY690" fmla="*/ 3063751 h 6858000"/>
              <a:gd name="connsiteX691" fmla="*/ 2408099 w 7467600"/>
              <a:gd name="connsiteY691" fmla="*/ 3064403 h 6858000"/>
              <a:gd name="connsiteX692" fmla="*/ 2407218 w 7467600"/>
              <a:gd name="connsiteY692" fmla="*/ 3070324 h 6858000"/>
              <a:gd name="connsiteX693" fmla="*/ 2380138 w 7467600"/>
              <a:gd name="connsiteY693" fmla="*/ 3099341 h 6858000"/>
              <a:gd name="connsiteX694" fmla="*/ 1765923 w 7467600"/>
              <a:gd name="connsiteY694" fmla="*/ 3581043 h 6858000"/>
              <a:gd name="connsiteX695" fmla="*/ 1702258 w 7467600"/>
              <a:gd name="connsiteY695" fmla="*/ 3612286 h 6858000"/>
              <a:gd name="connsiteX696" fmla="*/ 1538370 w 7467600"/>
              <a:gd name="connsiteY696" fmla="*/ 3811804 h 6858000"/>
              <a:gd name="connsiteX697" fmla="*/ 542867 w 7467600"/>
              <a:gd name="connsiteY697" fmla="*/ 4944092 h 6858000"/>
              <a:gd name="connsiteX698" fmla="*/ 515800 w 7467600"/>
              <a:gd name="connsiteY698" fmla="*/ 4862180 h 6858000"/>
              <a:gd name="connsiteX699" fmla="*/ 909145 w 7467600"/>
              <a:gd name="connsiteY699" fmla="*/ 4199225 h 6858000"/>
              <a:gd name="connsiteX700" fmla="*/ 1214067 w 7467600"/>
              <a:gd name="connsiteY700" fmla="*/ 3908561 h 6858000"/>
              <a:gd name="connsiteX701" fmla="*/ 640967 w 7467600"/>
              <a:gd name="connsiteY701" fmla="*/ 4105601 h 6858000"/>
              <a:gd name="connsiteX702" fmla="*/ 112563 w 7467600"/>
              <a:gd name="connsiteY702" fmla="*/ 4396952 h 6858000"/>
              <a:gd name="connsiteX703" fmla="*/ 0 w 7467600"/>
              <a:gd name="connsiteY703" fmla="*/ 4466006 h 6858000"/>
              <a:gd name="connsiteX704" fmla="*/ 0 w 7467600"/>
              <a:gd name="connsiteY704" fmla="*/ 4233763 h 6858000"/>
              <a:gd name="connsiteX705" fmla="*/ 36881 w 7467600"/>
              <a:gd name="connsiteY705" fmla="*/ 4200118 h 6858000"/>
              <a:gd name="connsiteX706" fmla="*/ 910534 w 7467600"/>
              <a:gd name="connsiteY706" fmla="*/ 3629753 h 6858000"/>
              <a:gd name="connsiteX707" fmla="*/ 1578717 w 7467600"/>
              <a:gd name="connsiteY707" fmla="*/ 3575982 h 6858000"/>
              <a:gd name="connsiteX708" fmla="*/ 2338780 w 7467600"/>
              <a:gd name="connsiteY708" fmla="*/ 3033725 h 6858000"/>
              <a:gd name="connsiteX709" fmla="*/ 1807991 w 7467600"/>
              <a:gd name="connsiteY709" fmla="*/ 2807184 h 6858000"/>
              <a:gd name="connsiteX710" fmla="*/ 1416358 w 7467600"/>
              <a:gd name="connsiteY710" fmla="*/ 3112571 h 6858000"/>
              <a:gd name="connsiteX711" fmla="*/ 939066 w 7467600"/>
              <a:gd name="connsiteY711" fmla="*/ 3378798 h 6858000"/>
              <a:gd name="connsiteX712" fmla="*/ 115099 w 7467600"/>
              <a:gd name="connsiteY712" fmla="*/ 3607650 h 6858000"/>
              <a:gd name="connsiteX713" fmla="*/ 97284 w 7467600"/>
              <a:gd name="connsiteY713" fmla="*/ 3520393 h 6858000"/>
              <a:gd name="connsiteX714" fmla="*/ 922050 w 7467600"/>
              <a:gd name="connsiteY714" fmla="*/ 3074867 h 6858000"/>
              <a:gd name="connsiteX715" fmla="*/ 1405265 w 7467600"/>
              <a:gd name="connsiteY715" fmla="*/ 3016319 h 6858000"/>
              <a:gd name="connsiteX716" fmla="*/ 1407512 w 7467600"/>
              <a:gd name="connsiteY716" fmla="*/ 3018001 h 6858000"/>
              <a:gd name="connsiteX717" fmla="*/ 1726266 w 7467600"/>
              <a:gd name="connsiteY717" fmla="*/ 2777274 h 6858000"/>
              <a:gd name="connsiteX718" fmla="*/ 625390 w 7467600"/>
              <a:gd name="connsiteY718" fmla="*/ 2514541 h 6858000"/>
              <a:gd name="connsiteX719" fmla="*/ 619799 w 7467600"/>
              <a:gd name="connsiteY719" fmla="*/ 2527180 h 6858000"/>
              <a:gd name="connsiteX720" fmla="*/ 310030 w 7467600"/>
              <a:gd name="connsiteY720" fmla="*/ 2771818 h 6858000"/>
              <a:gd name="connsiteX721" fmla="*/ 173877 w 7467600"/>
              <a:gd name="connsiteY721" fmla="*/ 2937056 h 6858000"/>
              <a:gd name="connsiteX722" fmla="*/ 77889 w 7467600"/>
              <a:gd name="connsiteY722" fmla="*/ 3138440 h 6858000"/>
              <a:gd name="connsiteX723" fmla="*/ 0 w 7467600"/>
              <a:gd name="connsiteY723" fmla="*/ 3271395 h 6858000"/>
              <a:gd name="connsiteX724" fmla="*/ 0 w 7467600"/>
              <a:gd name="connsiteY724" fmla="*/ 3153002 h 6858000"/>
              <a:gd name="connsiteX725" fmla="*/ 2386 w 7467600"/>
              <a:gd name="connsiteY725" fmla="*/ 3149203 h 6858000"/>
              <a:gd name="connsiteX726" fmla="*/ 89753 w 7467600"/>
              <a:gd name="connsiteY726" fmla="*/ 2987702 h 6858000"/>
              <a:gd name="connsiteX727" fmla="*/ 76869 w 7467600"/>
              <a:gd name="connsiteY727" fmla="*/ 3005404 h 6858000"/>
              <a:gd name="connsiteX728" fmla="*/ 32049 w 7467600"/>
              <a:gd name="connsiteY728" fmla="*/ 3065814 h 6858000"/>
              <a:gd name="connsiteX729" fmla="*/ 0 w 7467600"/>
              <a:gd name="connsiteY729" fmla="*/ 3108744 h 6858000"/>
              <a:gd name="connsiteX730" fmla="*/ 0 w 7467600"/>
              <a:gd name="connsiteY730" fmla="*/ 3058059 h 6858000"/>
              <a:gd name="connsiteX731" fmla="*/ 7610 w 7467600"/>
              <a:gd name="connsiteY731" fmla="*/ 3047889 h 6858000"/>
              <a:gd name="connsiteX732" fmla="*/ 52419 w 7467600"/>
              <a:gd name="connsiteY732" fmla="*/ 2987479 h 6858000"/>
              <a:gd name="connsiteX733" fmla="*/ 59142 w 7467600"/>
              <a:gd name="connsiteY733" fmla="*/ 2978488 h 6858000"/>
              <a:gd name="connsiteX734" fmla="*/ 0 w 7467600"/>
              <a:gd name="connsiteY734" fmla="*/ 3015334 h 6858000"/>
              <a:gd name="connsiteX735" fmla="*/ 0 w 7467600"/>
              <a:gd name="connsiteY735" fmla="*/ 2914286 h 6858000"/>
              <a:gd name="connsiteX736" fmla="*/ 36383 w 7467600"/>
              <a:gd name="connsiteY736" fmla="*/ 2901128 h 6858000"/>
              <a:gd name="connsiteX737" fmla="*/ 156329 w 7467600"/>
              <a:gd name="connsiteY737" fmla="*/ 2840533 h 6858000"/>
              <a:gd name="connsiteX738" fmla="*/ 358355 w 7467600"/>
              <a:gd name="connsiteY738" fmla="*/ 2620471 h 6858000"/>
              <a:gd name="connsiteX739" fmla="*/ 510577 w 7467600"/>
              <a:gd name="connsiteY739" fmla="*/ 2501244 h 6858000"/>
              <a:gd name="connsiteX740" fmla="*/ 211967 w 7467600"/>
              <a:gd name="connsiteY740" fmla="*/ 2479171 h 6858000"/>
              <a:gd name="connsiteX741" fmla="*/ 0 w 7467600"/>
              <a:gd name="connsiteY741" fmla="*/ 2476398 h 6858000"/>
              <a:gd name="connsiteX742" fmla="*/ 0 w 7467600"/>
              <a:gd name="connsiteY742" fmla="*/ 2389189 h 6858000"/>
              <a:gd name="connsiteX743" fmla="*/ 103062 w 7467600"/>
              <a:gd name="connsiteY743" fmla="*/ 2389518 h 6858000"/>
              <a:gd name="connsiteX744" fmla="*/ 510734 w 7467600"/>
              <a:gd name="connsiteY744" fmla="*/ 2416201 h 6858000"/>
              <a:gd name="connsiteX745" fmla="*/ 279257 w 7467600"/>
              <a:gd name="connsiteY745" fmla="*/ 2092102 h 6858000"/>
              <a:gd name="connsiteX746" fmla="*/ 65265 w 7467600"/>
              <a:gd name="connsiteY746" fmla="*/ 2006049 h 6858000"/>
              <a:gd name="connsiteX747" fmla="*/ 0 w 7467600"/>
              <a:gd name="connsiteY747" fmla="*/ 1982532 h 6858000"/>
              <a:gd name="connsiteX748" fmla="*/ 0 w 7467600"/>
              <a:gd name="connsiteY748" fmla="*/ 1912789 h 6858000"/>
              <a:gd name="connsiteX749" fmla="*/ 97460 w 7467600"/>
              <a:gd name="connsiteY749" fmla="*/ 1953725 h 6858000"/>
              <a:gd name="connsiteX750" fmla="*/ 221272 w 7467600"/>
              <a:gd name="connsiteY750" fmla="*/ 1980766 h 6858000"/>
              <a:gd name="connsiteX751" fmla="*/ 116765 w 7467600"/>
              <a:gd name="connsiteY751" fmla="*/ 1911033 h 6858000"/>
              <a:gd name="connsiteX752" fmla="*/ 16405 w 7467600"/>
              <a:gd name="connsiteY752" fmla="*/ 1803412 h 6858000"/>
              <a:gd name="connsiteX753" fmla="*/ 0 w 7467600"/>
              <a:gd name="connsiteY753" fmla="*/ 1784777 h 6858000"/>
              <a:gd name="connsiteX754" fmla="*/ 0 w 7467600"/>
              <a:gd name="connsiteY754" fmla="*/ 1740082 h 6858000"/>
              <a:gd name="connsiteX755" fmla="*/ 39394 w 7467600"/>
              <a:gd name="connsiteY755" fmla="*/ 1784856 h 6858000"/>
              <a:gd name="connsiteX756" fmla="*/ 135813 w 7467600"/>
              <a:gd name="connsiteY756" fmla="*/ 1888838 h 6858000"/>
              <a:gd name="connsiteX757" fmla="*/ 242575 w 7467600"/>
              <a:gd name="connsiteY757" fmla="*/ 1958841 h 6858000"/>
              <a:gd name="connsiteX758" fmla="*/ 82197 w 7467600"/>
              <a:gd name="connsiteY758" fmla="*/ 1754826 h 6858000"/>
              <a:gd name="connsiteX759" fmla="*/ 0 w 7467600"/>
              <a:gd name="connsiteY759" fmla="*/ 1679650 h 6858000"/>
              <a:gd name="connsiteX760" fmla="*/ 0 w 7467600"/>
              <a:gd name="connsiteY760" fmla="*/ 1602463 h 6858000"/>
              <a:gd name="connsiteX761" fmla="*/ 84689 w 7467600"/>
              <a:gd name="connsiteY761" fmla="*/ 1677442 h 6858000"/>
              <a:gd name="connsiteX762" fmla="*/ 298437 w 7467600"/>
              <a:gd name="connsiteY762" fmla="*/ 1968019 h 6858000"/>
              <a:gd name="connsiteX763" fmla="*/ 227269 w 7467600"/>
              <a:gd name="connsiteY763" fmla="*/ 1114064 h 6858000"/>
              <a:gd name="connsiteX764" fmla="*/ 248003 w 7467600"/>
              <a:gd name="connsiteY764" fmla="*/ 1089613 h 6858000"/>
              <a:gd name="connsiteX765" fmla="*/ 427020 w 7467600"/>
              <a:gd name="connsiteY765" fmla="*/ 1619803 h 6858000"/>
              <a:gd name="connsiteX766" fmla="*/ 340345 w 7467600"/>
              <a:gd name="connsiteY766" fmla="*/ 2027739 h 6858000"/>
              <a:gd name="connsiteX767" fmla="*/ 360865 w 7467600"/>
              <a:gd name="connsiteY767" fmla="*/ 2044827 h 6858000"/>
              <a:gd name="connsiteX768" fmla="*/ 560414 w 7467600"/>
              <a:gd name="connsiteY768" fmla="*/ 2421457 h 6858000"/>
              <a:gd name="connsiteX769" fmla="*/ 1359703 w 7467600"/>
              <a:gd name="connsiteY769" fmla="*/ 2578554 h 6858000"/>
              <a:gd name="connsiteX770" fmla="*/ 1359422 w 7467600"/>
              <a:gd name="connsiteY770" fmla="*/ 2577994 h 6858000"/>
              <a:gd name="connsiteX771" fmla="*/ 828701 w 7467600"/>
              <a:gd name="connsiteY771" fmla="*/ 1839520 h 6858000"/>
              <a:gd name="connsiteX772" fmla="*/ 494427 w 7467600"/>
              <a:gd name="connsiteY772" fmla="*/ 1092333 h 6858000"/>
              <a:gd name="connsiteX773" fmla="*/ 506322 w 7467600"/>
              <a:gd name="connsiteY773" fmla="*/ 1020997 h 6858000"/>
              <a:gd name="connsiteX774" fmla="*/ 4570198 w 7467600"/>
              <a:gd name="connsiteY774" fmla="*/ 978081 h 6858000"/>
              <a:gd name="connsiteX775" fmla="*/ 4523691 w 7467600"/>
              <a:gd name="connsiteY775" fmla="*/ 1127776 h 6858000"/>
              <a:gd name="connsiteX776" fmla="*/ 4509875 w 7467600"/>
              <a:gd name="connsiteY776" fmla="*/ 1167552 h 6858000"/>
              <a:gd name="connsiteX777" fmla="*/ 4478168 w 7467600"/>
              <a:gd name="connsiteY777" fmla="*/ 1260735 h 6858000"/>
              <a:gd name="connsiteX778" fmla="*/ 4409309 w 7467600"/>
              <a:gd name="connsiteY778" fmla="*/ 1666996 h 6858000"/>
              <a:gd name="connsiteX779" fmla="*/ 4370031 w 7467600"/>
              <a:gd name="connsiteY779" fmla="*/ 1955666 h 6858000"/>
              <a:gd name="connsiteX780" fmla="*/ 4570198 w 7467600"/>
              <a:gd name="connsiteY780" fmla="*/ 978081 h 6858000"/>
              <a:gd name="connsiteX781" fmla="*/ 4557898 w 7467600"/>
              <a:gd name="connsiteY781" fmla="*/ 900011 h 6858000"/>
              <a:gd name="connsiteX782" fmla="*/ 4344840 w 7467600"/>
              <a:gd name="connsiteY782" fmla="*/ 1922038 h 6858000"/>
              <a:gd name="connsiteX783" fmla="*/ 4378710 w 7467600"/>
              <a:gd name="connsiteY783" fmla="*/ 1665516 h 6858000"/>
              <a:gd name="connsiteX784" fmla="*/ 4448798 w 7467600"/>
              <a:gd name="connsiteY784" fmla="*/ 1253024 h 6858000"/>
              <a:gd name="connsiteX785" fmla="*/ 4480315 w 7467600"/>
              <a:gd name="connsiteY785" fmla="*/ 1158454 h 6858000"/>
              <a:gd name="connsiteX786" fmla="*/ 4494133 w 7467600"/>
              <a:gd name="connsiteY786" fmla="*/ 1118676 h 6858000"/>
              <a:gd name="connsiteX787" fmla="*/ 4557898 w 7467600"/>
              <a:gd name="connsiteY787" fmla="*/ 900011 h 6858000"/>
              <a:gd name="connsiteX788" fmla="*/ 5870151 w 7467600"/>
              <a:gd name="connsiteY788" fmla="*/ 898890 h 6858000"/>
              <a:gd name="connsiteX789" fmla="*/ 5861335 w 7467600"/>
              <a:gd name="connsiteY789" fmla="*/ 899177 h 6858000"/>
              <a:gd name="connsiteX790" fmla="*/ 5843702 w 7467600"/>
              <a:gd name="connsiteY790" fmla="*/ 899748 h 6858000"/>
              <a:gd name="connsiteX791" fmla="*/ 5651107 w 7467600"/>
              <a:gd name="connsiteY791" fmla="*/ 920306 h 6858000"/>
              <a:gd name="connsiteX792" fmla="*/ 5459407 w 7467600"/>
              <a:gd name="connsiteY792" fmla="*/ 940975 h 6858000"/>
              <a:gd name="connsiteX793" fmla="*/ 5374846 w 7467600"/>
              <a:gd name="connsiteY793" fmla="*/ 941988 h 6858000"/>
              <a:gd name="connsiteX794" fmla="*/ 5256105 w 7467600"/>
              <a:gd name="connsiteY794" fmla="*/ 945632 h 6858000"/>
              <a:gd name="connsiteX795" fmla="*/ 5107071 w 7467600"/>
              <a:gd name="connsiteY795" fmla="*/ 969720 h 6858000"/>
              <a:gd name="connsiteX796" fmla="*/ 4998681 w 7467600"/>
              <a:gd name="connsiteY796" fmla="*/ 988771 h 6858000"/>
              <a:gd name="connsiteX797" fmla="*/ 5870151 w 7467600"/>
              <a:gd name="connsiteY797" fmla="*/ 898890 h 6858000"/>
              <a:gd name="connsiteX798" fmla="*/ 5504425 w 7467600"/>
              <a:gd name="connsiteY798" fmla="*/ 848067 h 6858000"/>
              <a:gd name="connsiteX799" fmla="*/ 4968849 w 7467600"/>
              <a:gd name="connsiteY799" fmla="*/ 962318 h 6858000"/>
              <a:gd name="connsiteX800" fmla="*/ 5104039 w 7467600"/>
              <a:gd name="connsiteY800" fmla="*/ 940634 h 6858000"/>
              <a:gd name="connsiteX801" fmla="*/ 5256311 w 7467600"/>
              <a:gd name="connsiteY801" fmla="*/ 916490 h 6858000"/>
              <a:gd name="connsiteX802" fmla="*/ 5377381 w 7467600"/>
              <a:gd name="connsiteY802" fmla="*/ 912671 h 6858000"/>
              <a:gd name="connsiteX803" fmla="*/ 5460148 w 7467600"/>
              <a:gd name="connsiteY803" fmla="*/ 911442 h 6858000"/>
              <a:gd name="connsiteX804" fmla="*/ 5648971 w 7467600"/>
              <a:gd name="connsiteY804" fmla="*/ 891331 h 6858000"/>
              <a:gd name="connsiteX805" fmla="*/ 5844807 w 7467600"/>
              <a:gd name="connsiteY805" fmla="*/ 870718 h 6858000"/>
              <a:gd name="connsiteX806" fmla="*/ 5862975 w 7467600"/>
              <a:gd name="connsiteY806" fmla="*/ 869756 h 6858000"/>
              <a:gd name="connsiteX807" fmla="*/ 5920887 w 7467600"/>
              <a:gd name="connsiteY807" fmla="*/ 865929 h 6858000"/>
              <a:gd name="connsiteX808" fmla="*/ 5504425 w 7467600"/>
              <a:gd name="connsiteY808" fmla="*/ 848067 h 6858000"/>
              <a:gd name="connsiteX809" fmla="*/ 3607114 w 7467600"/>
              <a:gd name="connsiteY809" fmla="*/ 467441 h 6858000"/>
              <a:gd name="connsiteX810" fmla="*/ 3296242 w 7467600"/>
              <a:gd name="connsiteY810" fmla="*/ 807991 h 6858000"/>
              <a:gd name="connsiteX811" fmla="*/ 3174674 w 7467600"/>
              <a:gd name="connsiteY811" fmla="*/ 919759 h 6858000"/>
              <a:gd name="connsiteX812" fmla="*/ 3042978 w 7467600"/>
              <a:gd name="connsiteY812" fmla="*/ 1054894 h 6858000"/>
              <a:gd name="connsiteX813" fmla="*/ 2968914 w 7467600"/>
              <a:gd name="connsiteY813" fmla="*/ 1133756 h 6858000"/>
              <a:gd name="connsiteX814" fmla="*/ 3103823 w 7467600"/>
              <a:gd name="connsiteY814" fmla="*/ 1026814 h 6858000"/>
              <a:gd name="connsiteX815" fmla="*/ 3607114 w 7467600"/>
              <a:gd name="connsiteY815" fmla="*/ 467441 h 6858000"/>
              <a:gd name="connsiteX816" fmla="*/ 3744487 w 7467600"/>
              <a:gd name="connsiteY816" fmla="*/ 383136 h 6858000"/>
              <a:gd name="connsiteX817" fmla="*/ 3970213 w 7467600"/>
              <a:gd name="connsiteY817" fmla="*/ 995559 h 6858000"/>
              <a:gd name="connsiteX818" fmla="*/ 3744487 w 7467600"/>
              <a:gd name="connsiteY818" fmla="*/ 383136 h 6858000"/>
              <a:gd name="connsiteX819" fmla="*/ 3624562 w 7467600"/>
              <a:gd name="connsiteY819" fmla="*/ 367041 h 6858000"/>
              <a:gd name="connsiteX820" fmla="*/ 3489712 w 7467600"/>
              <a:gd name="connsiteY820" fmla="*/ 485386 h 6858000"/>
              <a:gd name="connsiteX821" fmla="*/ 3182994 w 7467600"/>
              <a:gd name="connsiteY821" fmla="*/ 828265 h 6858000"/>
              <a:gd name="connsiteX822" fmla="*/ 2892114 w 7467600"/>
              <a:gd name="connsiteY822" fmla="*/ 1172635 h 6858000"/>
              <a:gd name="connsiteX823" fmla="*/ 3021459 w 7467600"/>
              <a:gd name="connsiteY823" fmla="*/ 1035385 h 6858000"/>
              <a:gd name="connsiteX824" fmla="*/ 3153873 w 7467600"/>
              <a:gd name="connsiteY824" fmla="*/ 898971 h 6858000"/>
              <a:gd name="connsiteX825" fmla="*/ 3276511 w 7467600"/>
              <a:gd name="connsiteY825" fmla="*/ 786423 h 6858000"/>
              <a:gd name="connsiteX826" fmla="*/ 3584154 w 7467600"/>
              <a:gd name="connsiteY826" fmla="*/ 448218 h 6858000"/>
              <a:gd name="connsiteX827" fmla="*/ 3624562 w 7467600"/>
              <a:gd name="connsiteY827" fmla="*/ 367041 h 6858000"/>
              <a:gd name="connsiteX828" fmla="*/ 3766672 w 7467600"/>
              <a:gd name="connsiteY828" fmla="*/ 359429 h 6858000"/>
              <a:gd name="connsiteX829" fmla="*/ 3996338 w 7467600"/>
              <a:gd name="connsiteY829" fmla="*/ 968237 h 6858000"/>
              <a:gd name="connsiteX830" fmla="*/ 3766672 w 7467600"/>
              <a:gd name="connsiteY830" fmla="*/ 359429 h 6858000"/>
              <a:gd name="connsiteX831" fmla="*/ 5805386 w 7467600"/>
              <a:gd name="connsiteY831" fmla="*/ 239240 h 6858000"/>
              <a:gd name="connsiteX832" fmla="*/ 5736947 w 7467600"/>
              <a:gd name="connsiteY832" fmla="*/ 261367 h 6858000"/>
              <a:gd name="connsiteX833" fmla="*/ 5427012 w 7467600"/>
              <a:gd name="connsiteY833" fmla="*/ 311272 h 6858000"/>
              <a:gd name="connsiteX834" fmla="*/ 5147818 w 7467600"/>
              <a:gd name="connsiteY834" fmla="*/ 322112 h 6858000"/>
              <a:gd name="connsiteX835" fmla="*/ 5060854 w 7467600"/>
              <a:gd name="connsiteY835" fmla="*/ 311882 h 6858000"/>
              <a:gd name="connsiteX836" fmla="*/ 4945989 w 7467600"/>
              <a:gd name="connsiteY836" fmla="*/ 300516 h 6858000"/>
              <a:gd name="connsiteX837" fmla="*/ 5410479 w 7467600"/>
              <a:gd name="connsiteY837" fmla="*/ 348434 h 6858000"/>
              <a:gd name="connsiteX838" fmla="*/ 5805386 w 7467600"/>
              <a:gd name="connsiteY838" fmla="*/ 239240 h 6858000"/>
              <a:gd name="connsiteX839" fmla="*/ 5905192 w 7467600"/>
              <a:gd name="connsiteY839" fmla="*/ 163079 h 6858000"/>
              <a:gd name="connsiteX840" fmla="*/ 5865655 w 7467600"/>
              <a:gd name="connsiteY840" fmla="*/ 171901 h 6858000"/>
              <a:gd name="connsiteX841" fmla="*/ 5259740 w 7467600"/>
              <a:gd name="connsiteY841" fmla="*/ 257013 h 6858000"/>
              <a:gd name="connsiteX842" fmla="*/ 5208466 w 7467600"/>
              <a:gd name="connsiteY842" fmla="*/ 257550 h 6858000"/>
              <a:gd name="connsiteX843" fmla="*/ 4980204 w 7467600"/>
              <a:gd name="connsiteY843" fmla="*/ 271903 h 6858000"/>
              <a:gd name="connsiteX844" fmla="*/ 5068068 w 7467600"/>
              <a:gd name="connsiteY844" fmla="*/ 282244 h 6858000"/>
              <a:gd name="connsiteX845" fmla="*/ 5153231 w 7467600"/>
              <a:gd name="connsiteY845" fmla="*/ 292240 h 6858000"/>
              <a:gd name="connsiteX846" fmla="*/ 5426491 w 7467600"/>
              <a:gd name="connsiteY846" fmla="*/ 281128 h 6858000"/>
              <a:gd name="connsiteX847" fmla="*/ 5731212 w 7467600"/>
              <a:gd name="connsiteY847" fmla="*/ 231951 h 6858000"/>
              <a:gd name="connsiteX848" fmla="*/ 5905192 w 7467600"/>
              <a:gd name="connsiteY848" fmla="*/ 163079 h 6858000"/>
              <a:gd name="connsiteX849" fmla="*/ 5944437 w 7467600"/>
              <a:gd name="connsiteY849" fmla="*/ 113829 h 6858000"/>
              <a:gd name="connsiteX850" fmla="*/ 5825032 w 7467600"/>
              <a:gd name="connsiteY850" fmla="*/ 146405 h 6858000"/>
              <a:gd name="connsiteX851" fmla="*/ 4955599 w 7467600"/>
              <a:gd name="connsiteY851" fmla="*/ 247008 h 6858000"/>
              <a:gd name="connsiteX852" fmla="*/ 5210104 w 7467600"/>
              <a:gd name="connsiteY852" fmla="*/ 228123 h 6858000"/>
              <a:gd name="connsiteX853" fmla="*/ 5261015 w 7467600"/>
              <a:gd name="connsiteY853" fmla="*/ 227087 h 6858000"/>
              <a:gd name="connsiteX854" fmla="*/ 5861181 w 7467600"/>
              <a:gd name="connsiteY854" fmla="*/ 143093 h 6858000"/>
              <a:gd name="connsiteX855" fmla="*/ 5961252 w 7467600"/>
              <a:gd name="connsiteY855" fmla="*/ 114820 h 6858000"/>
              <a:gd name="connsiteX856" fmla="*/ 5944437 w 7467600"/>
              <a:gd name="connsiteY856" fmla="*/ 113829 h 6858000"/>
              <a:gd name="connsiteX857" fmla="*/ 3882765 w 7467600"/>
              <a:gd name="connsiteY857" fmla="*/ 0 h 6858000"/>
              <a:gd name="connsiteX858" fmla="*/ 3995099 w 7467600"/>
              <a:gd name="connsiteY858" fmla="*/ 0 h 6858000"/>
              <a:gd name="connsiteX859" fmla="*/ 4163818 w 7467600"/>
              <a:gd name="connsiteY859" fmla="*/ 234104 h 6858000"/>
              <a:gd name="connsiteX860" fmla="*/ 4172099 w 7467600"/>
              <a:gd name="connsiteY860" fmla="*/ 234207 h 6858000"/>
              <a:gd name="connsiteX861" fmla="*/ 4784282 w 7467600"/>
              <a:gd name="connsiteY861" fmla="*/ 276561 h 6858000"/>
              <a:gd name="connsiteX862" fmla="*/ 4801687 w 7467600"/>
              <a:gd name="connsiteY862" fmla="*/ 267764 h 6858000"/>
              <a:gd name="connsiteX863" fmla="*/ 6082788 w 7467600"/>
              <a:gd name="connsiteY863" fmla="*/ 64119 h 6858000"/>
              <a:gd name="connsiteX864" fmla="*/ 6099442 w 7467600"/>
              <a:gd name="connsiteY864" fmla="*/ 82568 h 6858000"/>
              <a:gd name="connsiteX865" fmla="*/ 4804137 w 7467600"/>
              <a:gd name="connsiteY865" fmla="*/ 320931 h 6858000"/>
              <a:gd name="connsiteX866" fmla="*/ 4227047 w 7467600"/>
              <a:gd name="connsiteY866" fmla="*/ 313415 h 6858000"/>
              <a:gd name="connsiteX867" fmla="*/ 4346041 w 7467600"/>
              <a:gd name="connsiteY867" fmla="*/ 456086 h 6858000"/>
              <a:gd name="connsiteX868" fmla="*/ 4870967 w 7467600"/>
              <a:gd name="connsiteY868" fmla="*/ 963061 h 6858000"/>
              <a:gd name="connsiteX869" fmla="*/ 4889647 w 7467600"/>
              <a:gd name="connsiteY869" fmla="*/ 957147 h 6858000"/>
              <a:gd name="connsiteX870" fmla="*/ 5422504 w 7467600"/>
              <a:gd name="connsiteY870" fmla="*/ 805191 h 6858000"/>
              <a:gd name="connsiteX871" fmla="*/ 6087656 w 7467600"/>
              <a:gd name="connsiteY871" fmla="*/ 826703 h 6858000"/>
              <a:gd name="connsiteX872" fmla="*/ 6058717 w 7467600"/>
              <a:gd name="connsiteY872" fmla="*/ 865992 h 6858000"/>
              <a:gd name="connsiteX873" fmla="*/ 4974153 w 7467600"/>
              <a:gd name="connsiteY873" fmla="*/ 1045456 h 6858000"/>
              <a:gd name="connsiteX874" fmla="*/ 5627835 w 7467600"/>
              <a:gd name="connsiteY874" fmla="*/ 1472077 h 6858000"/>
              <a:gd name="connsiteX875" fmla="*/ 5629817 w 7467600"/>
              <a:gd name="connsiteY875" fmla="*/ 1471412 h 6858000"/>
              <a:gd name="connsiteX876" fmla="*/ 5634124 w 7467600"/>
              <a:gd name="connsiteY876" fmla="*/ 1470572 h 6858000"/>
              <a:gd name="connsiteX877" fmla="*/ 5755832 w 7467600"/>
              <a:gd name="connsiteY877" fmla="*/ 1383886 h 6858000"/>
              <a:gd name="connsiteX878" fmla="*/ 6014186 w 7467600"/>
              <a:gd name="connsiteY878" fmla="*/ 1279799 h 6858000"/>
              <a:gd name="connsiteX879" fmla="*/ 6901619 w 7467600"/>
              <a:gd name="connsiteY879" fmla="*/ 1047874 h 6858000"/>
              <a:gd name="connsiteX880" fmla="*/ 6931566 w 7467600"/>
              <a:gd name="connsiteY880" fmla="*/ 1062034 h 6858000"/>
              <a:gd name="connsiteX881" fmla="*/ 5790982 w 7467600"/>
              <a:gd name="connsiteY881" fmla="*/ 1561380 h 6858000"/>
              <a:gd name="connsiteX882" fmla="*/ 6188971 w 7467600"/>
              <a:gd name="connsiteY882" fmla="*/ 1755168 h 6858000"/>
              <a:gd name="connsiteX883" fmla="*/ 6202446 w 7467600"/>
              <a:gd name="connsiteY883" fmla="*/ 1752268 h 6858000"/>
              <a:gd name="connsiteX884" fmla="*/ 7179560 w 7467600"/>
              <a:gd name="connsiteY884" fmla="*/ 1467551 h 6858000"/>
              <a:gd name="connsiteX885" fmla="*/ 7158730 w 7467600"/>
              <a:gd name="connsiteY885" fmla="*/ 1507835 h 6858000"/>
              <a:gd name="connsiteX886" fmla="*/ 6326959 w 7467600"/>
              <a:gd name="connsiteY886" fmla="*/ 1817686 h 6858000"/>
              <a:gd name="connsiteX887" fmla="*/ 6537433 w 7467600"/>
              <a:gd name="connsiteY887" fmla="*/ 1907790 h 6858000"/>
              <a:gd name="connsiteX888" fmla="*/ 6550221 w 7467600"/>
              <a:gd name="connsiteY888" fmla="*/ 1910729 h 6858000"/>
              <a:gd name="connsiteX889" fmla="*/ 6964438 w 7467600"/>
              <a:gd name="connsiteY889" fmla="*/ 2209505 h 6858000"/>
              <a:gd name="connsiteX890" fmla="*/ 7367862 w 7467600"/>
              <a:gd name="connsiteY890" fmla="*/ 2806833 h 6858000"/>
              <a:gd name="connsiteX891" fmla="*/ 7364329 w 7467600"/>
              <a:gd name="connsiteY891" fmla="*/ 2826907 h 6858000"/>
              <a:gd name="connsiteX892" fmla="*/ 7290545 w 7467600"/>
              <a:gd name="connsiteY892" fmla="*/ 2850663 h 6858000"/>
              <a:gd name="connsiteX893" fmla="*/ 6472036 w 7467600"/>
              <a:gd name="connsiteY893" fmla="*/ 1959003 h 6858000"/>
              <a:gd name="connsiteX894" fmla="*/ 5792897 w 7467600"/>
              <a:gd name="connsiteY894" fmla="*/ 1647747 h 6858000"/>
              <a:gd name="connsiteX895" fmla="*/ 5842751 w 7467600"/>
              <a:gd name="connsiteY895" fmla="*/ 1816112 h 6858000"/>
              <a:gd name="connsiteX896" fmla="*/ 5847424 w 7467600"/>
              <a:gd name="connsiteY896" fmla="*/ 1815776 h 6858000"/>
              <a:gd name="connsiteX897" fmla="*/ 6399821 w 7467600"/>
              <a:gd name="connsiteY897" fmla="*/ 2344799 h 6858000"/>
              <a:gd name="connsiteX898" fmla="*/ 6323232 w 7467600"/>
              <a:gd name="connsiteY898" fmla="*/ 2389634 h 6858000"/>
              <a:gd name="connsiteX899" fmla="*/ 5942958 w 7467600"/>
              <a:gd name="connsiteY899" fmla="*/ 2077708 h 6858000"/>
              <a:gd name="connsiteX900" fmla="*/ 5921559 w 7467600"/>
              <a:gd name="connsiteY900" fmla="*/ 2378596 h 6858000"/>
              <a:gd name="connsiteX901" fmla="*/ 5817651 w 7467600"/>
              <a:gd name="connsiteY901" fmla="*/ 3023919 h 6858000"/>
              <a:gd name="connsiteX902" fmla="*/ 5729634 w 7467600"/>
              <a:gd name="connsiteY902" fmla="*/ 3051849 h 6858000"/>
              <a:gd name="connsiteX903" fmla="*/ 5611018 w 7467600"/>
              <a:gd name="connsiteY903" fmla="*/ 2316769 h 6858000"/>
              <a:gd name="connsiteX904" fmla="*/ 5687608 w 7467600"/>
              <a:gd name="connsiteY904" fmla="*/ 2039972 h 6858000"/>
              <a:gd name="connsiteX905" fmla="*/ 5657554 w 7467600"/>
              <a:gd name="connsiteY905" fmla="*/ 1576445 h 6858000"/>
              <a:gd name="connsiteX906" fmla="*/ 5150475 w 7467600"/>
              <a:gd name="connsiteY906" fmla="*/ 1274012 h 6858000"/>
              <a:gd name="connsiteX907" fmla="*/ 5349142 w 7467600"/>
              <a:gd name="connsiteY907" fmla="*/ 2204405 h 6858000"/>
              <a:gd name="connsiteX908" fmla="*/ 5262214 w 7467600"/>
              <a:gd name="connsiteY908" fmla="*/ 2233836 h 6858000"/>
              <a:gd name="connsiteX909" fmla="*/ 4981539 w 7467600"/>
              <a:gd name="connsiteY909" fmla="*/ 1542201 h 6858000"/>
              <a:gd name="connsiteX910" fmla="*/ 4958461 w 7467600"/>
              <a:gd name="connsiteY910" fmla="*/ 1136957 h 6858000"/>
              <a:gd name="connsiteX911" fmla="*/ 4655015 w 7467600"/>
              <a:gd name="connsiteY911" fmla="*/ 891426 h 6858000"/>
              <a:gd name="connsiteX912" fmla="*/ 4348002 w 7467600"/>
              <a:gd name="connsiteY912" fmla="*/ 2205895 h 6858000"/>
              <a:gd name="connsiteX913" fmla="*/ 4262250 w 7467600"/>
              <a:gd name="connsiteY913" fmla="*/ 2219972 h 6858000"/>
              <a:gd name="connsiteX914" fmla="*/ 4550611 w 7467600"/>
              <a:gd name="connsiteY914" fmla="*/ 817540 h 6858000"/>
              <a:gd name="connsiteX915" fmla="*/ 4564418 w 7467600"/>
              <a:gd name="connsiteY915" fmla="*/ 808293 h 6858000"/>
              <a:gd name="connsiteX916" fmla="*/ 4266388 w 7467600"/>
              <a:gd name="connsiteY916" fmla="*/ 500083 h 6858000"/>
              <a:gd name="connsiteX917" fmla="*/ 4032842 w 7467600"/>
              <a:gd name="connsiteY917" fmla="*/ 211809 h 6858000"/>
              <a:gd name="connsiteX918" fmla="*/ 3882765 w 7467600"/>
              <a:gd name="connsiteY918" fmla="*/ 0 h 6858000"/>
              <a:gd name="connsiteX919" fmla="*/ 3721337 w 7467600"/>
              <a:gd name="connsiteY919" fmla="*/ 0 h 6858000"/>
              <a:gd name="connsiteX920" fmla="*/ 3797544 w 7467600"/>
              <a:gd name="connsiteY920" fmla="*/ 0 h 6858000"/>
              <a:gd name="connsiteX921" fmla="*/ 3775734 w 7467600"/>
              <a:gd name="connsiteY921" fmla="*/ 95131 h 6858000"/>
              <a:gd name="connsiteX922" fmla="*/ 3724807 w 7467600"/>
              <a:gd name="connsiteY922" fmla="*/ 272257 h 6858000"/>
              <a:gd name="connsiteX923" fmla="*/ 3726844 w 7467600"/>
              <a:gd name="connsiteY923" fmla="*/ 282988 h 6858000"/>
              <a:gd name="connsiteX924" fmla="*/ 3742664 w 7467600"/>
              <a:gd name="connsiteY924" fmla="*/ 279918 h 6858000"/>
              <a:gd name="connsiteX925" fmla="*/ 4103910 w 7467600"/>
              <a:gd name="connsiteY925" fmla="*/ 1161917 h 6858000"/>
              <a:gd name="connsiteX926" fmla="*/ 4020269 w 7467600"/>
              <a:gd name="connsiteY926" fmla="*/ 1200406 h 6858000"/>
              <a:gd name="connsiteX927" fmla="*/ 3674882 w 7467600"/>
              <a:gd name="connsiteY927" fmla="*/ 488524 h 6858000"/>
              <a:gd name="connsiteX928" fmla="*/ 3132682 w 7467600"/>
              <a:gd name="connsiteY928" fmla="*/ 1072284 h 6858000"/>
              <a:gd name="connsiteX929" fmla="*/ 2716346 w 7467600"/>
              <a:gd name="connsiteY929" fmla="*/ 1276376 h 6858000"/>
              <a:gd name="connsiteX930" fmla="*/ 2716772 w 7467600"/>
              <a:gd name="connsiteY930" fmla="*/ 1255462 h 6858000"/>
              <a:gd name="connsiteX931" fmla="*/ 3471096 w 7467600"/>
              <a:gd name="connsiteY931" fmla="*/ 437072 h 6858000"/>
              <a:gd name="connsiteX932" fmla="*/ 3639057 w 7467600"/>
              <a:gd name="connsiteY932" fmla="*/ 286334 h 6858000"/>
              <a:gd name="connsiteX933" fmla="*/ 3640309 w 7467600"/>
              <a:gd name="connsiteY933" fmla="*/ 284664 h 6858000"/>
              <a:gd name="connsiteX934" fmla="*/ 3646022 w 7467600"/>
              <a:gd name="connsiteY934" fmla="*/ 276711 h 6858000"/>
              <a:gd name="connsiteX935" fmla="*/ 3707943 w 7467600"/>
              <a:gd name="connsiteY935" fmla="*/ 65958 h 6858000"/>
              <a:gd name="connsiteX936" fmla="*/ 3721337 w 7467600"/>
              <a:gd name="connsiteY936" fmla="*/ 0 h 6858000"/>
              <a:gd name="connsiteX937" fmla="*/ 2867960 w 7467600"/>
              <a:gd name="connsiteY937" fmla="*/ 0 h 6858000"/>
              <a:gd name="connsiteX938" fmla="*/ 2926351 w 7467600"/>
              <a:gd name="connsiteY938" fmla="*/ 0 h 6858000"/>
              <a:gd name="connsiteX939" fmla="*/ 2902823 w 7467600"/>
              <a:gd name="connsiteY939" fmla="*/ 262929 h 6858000"/>
              <a:gd name="connsiteX940" fmla="*/ 2940663 w 7467600"/>
              <a:gd name="connsiteY940" fmla="*/ 140884 h 6858000"/>
              <a:gd name="connsiteX941" fmla="*/ 2947039 w 7467600"/>
              <a:gd name="connsiteY941" fmla="*/ 122524 h 6858000"/>
              <a:gd name="connsiteX942" fmla="*/ 2984316 w 7467600"/>
              <a:gd name="connsiteY942" fmla="*/ 0 h 6858000"/>
              <a:gd name="connsiteX943" fmla="*/ 3016114 w 7467600"/>
              <a:gd name="connsiteY943" fmla="*/ 0 h 6858000"/>
              <a:gd name="connsiteX944" fmla="*/ 2979949 w 7467600"/>
              <a:gd name="connsiteY944" fmla="*/ 119274 h 6858000"/>
              <a:gd name="connsiteX945" fmla="*/ 3023879 w 7467600"/>
              <a:gd name="connsiteY945" fmla="*/ 0 h 6858000"/>
              <a:gd name="connsiteX946" fmla="*/ 3105400 w 7467600"/>
              <a:gd name="connsiteY946" fmla="*/ 0 h 6858000"/>
              <a:gd name="connsiteX947" fmla="*/ 3094669 w 7467600"/>
              <a:gd name="connsiteY947" fmla="*/ 30308 h 6858000"/>
              <a:gd name="connsiteX948" fmla="*/ 2901945 w 7467600"/>
              <a:gd name="connsiteY948" fmla="*/ 466538 h 6858000"/>
              <a:gd name="connsiteX949" fmla="*/ 2815209 w 7467600"/>
              <a:gd name="connsiteY949" fmla="*/ 497361 h 6858000"/>
              <a:gd name="connsiteX950" fmla="*/ 2844845 w 7467600"/>
              <a:gd name="connsiteY950" fmla="*/ 127638 h 6858000"/>
              <a:gd name="connsiteX951" fmla="*/ 2867960 w 7467600"/>
              <a:gd name="connsiteY951" fmla="*/ 0 h 6858000"/>
              <a:gd name="connsiteX952" fmla="*/ 1057230 w 7467600"/>
              <a:gd name="connsiteY952" fmla="*/ 0 h 6858000"/>
              <a:gd name="connsiteX953" fmla="*/ 1111003 w 7467600"/>
              <a:gd name="connsiteY953" fmla="*/ 0 h 6858000"/>
              <a:gd name="connsiteX954" fmla="*/ 1125553 w 7467600"/>
              <a:gd name="connsiteY954" fmla="*/ 52588 h 6858000"/>
              <a:gd name="connsiteX955" fmla="*/ 1304276 w 7467600"/>
              <a:gd name="connsiteY955" fmla="*/ 476275 h 6858000"/>
              <a:gd name="connsiteX956" fmla="*/ 1492066 w 7467600"/>
              <a:gd name="connsiteY956" fmla="*/ 886333 h 6858000"/>
              <a:gd name="connsiteX957" fmla="*/ 1423698 w 7467600"/>
              <a:gd name="connsiteY957" fmla="*/ 710817 h 6858000"/>
              <a:gd name="connsiteX958" fmla="*/ 1357609 w 7467600"/>
              <a:gd name="connsiteY958" fmla="*/ 532892 h 6858000"/>
              <a:gd name="connsiteX959" fmla="*/ 1309550 w 7467600"/>
              <a:gd name="connsiteY959" fmla="*/ 374031 h 6858000"/>
              <a:gd name="connsiteX960" fmla="*/ 1193673 w 7467600"/>
              <a:gd name="connsiteY960" fmla="*/ 49533 h 6858000"/>
              <a:gd name="connsiteX961" fmla="*/ 1164391 w 7467600"/>
              <a:gd name="connsiteY961" fmla="*/ 0 h 6858000"/>
              <a:gd name="connsiteX962" fmla="*/ 1200666 w 7467600"/>
              <a:gd name="connsiteY962" fmla="*/ 0 h 6858000"/>
              <a:gd name="connsiteX963" fmla="*/ 1223408 w 7467600"/>
              <a:gd name="connsiteY963" fmla="*/ 38996 h 6858000"/>
              <a:gd name="connsiteX964" fmla="*/ 1339635 w 7467600"/>
              <a:gd name="connsiteY964" fmla="*/ 365517 h 6858000"/>
              <a:gd name="connsiteX965" fmla="*/ 1387469 w 7467600"/>
              <a:gd name="connsiteY965" fmla="*/ 523079 h 6858000"/>
              <a:gd name="connsiteX966" fmla="*/ 1452685 w 7467600"/>
              <a:gd name="connsiteY966" fmla="*/ 699806 h 6858000"/>
              <a:gd name="connsiteX967" fmla="*/ 1492092 w 7467600"/>
              <a:gd name="connsiteY967" fmla="*/ 800424 h 6858000"/>
              <a:gd name="connsiteX968" fmla="*/ 1455302 w 7467600"/>
              <a:gd name="connsiteY968" fmla="*/ 632913 h 6858000"/>
              <a:gd name="connsiteX969" fmla="*/ 1222336 w 7467600"/>
              <a:gd name="connsiteY969" fmla="*/ 9480 h 6858000"/>
              <a:gd name="connsiteX970" fmla="*/ 1214634 w 7467600"/>
              <a:gd name="connsiteY970" fmla="*/ 0 h 6858000"/>
              <a:gd name="connsiteX971" fmla="*/ 1289827 w 7467600"/>
              <a:gd name="connsiteY971" fmla="*/ 0 h 6858000"/>
              <a:gd name="connsiteX972" fmla="*/ 1321076 w 7467600"/>
              <a:gd name="connsiteY972" fmla="*/ 59722 h 6858000"/>
              <a:gd name="connsiteX973" fmla="*/ 1512579 w 7467600"/>
              <a:gd name="connsiteY973" fmla="*/ 626441 h 6858000"/>
              <a:gd name="connsiteX974" fmla="*/ 1506076 w 7467600"/>
              <a:gd name="connsiteY974" fmla="*/ 1089289 h 6858000"/>
              <a:gd name="connsiteX975" fmla="*/ 1486346 w 7467600"/>
              <a:gd name="connsiteY975" fmla="*/ 1079919 h 6858000"/>
              <a:gd name="connsiteX976" fmla="*/ 1070511 w 7467600"/>
              <a:gd name="connsiteY976" fmla="*/ 48609 h 6858000"/>
              <a:gd name="connsiteX977" fmla="*/ 1057230 w 7467600"/>
              <a:gd name="connsiteY977" fmla="*/ 0 h 6858000"/>
              <a:gd name="connsiteX978" fmla="*/ 43151 w 7467600"/>
              <a:gd name="connsiteY978" fmla="*/ 0 h 6858000"/>
              <a:gd name="connsiteX979" fmla="*/ 95283 w 7467600"/>
              <a:gd name="connsiteY979" fmla="*/ 0 h 6858000"/>
              <a:gd name="connsiteX980" fmla="*/ 300708 w 7467600"/>
              <a:gd name="connsiteY980" fmla="*/ 154571 h 6858000"/>
              <a:gd name="connsiteX981" fmla="*/ 530414 w 7467600"/>
              <a:gd name="connsiteY981" fmla="*/ 354673 h 6858000"/>
              <a:gd name="connsiteX982" fmla="*/ 333785 w 7467600"/>
              <a:gd name="connsiteY982" fmla="*/ 161564 h 6858000"/>
              <a:gd name="connsiteX983" fmla="*/ 147005 w 7467600"/>
              <a:gd name="connsiteY983" fmla="*/ 0 h 6858000"/>
              <a:gd name="connsiteX984" fmla="*/ 272509 w 7467600"/>
              <a:gd name="connsiteY984" fmla="*/ 0 h 6858000"/>
              <a:gd name="connsiteX985" fmla="*/ 326276 w 7467600"/>
              <a:gd name="connsiteY985" fmla="*/ 45847 h 6858000"/>
              <a:gd name="connsiteX986" fmla="*/ 823759 w 7467600"/>
              <a:gd name="connsiteY986" fmla="*/ 574145 h 6858000"/>
              <a:gd name="connsiteX987" fmla="*/ 811254 w 7467600"/>
              <a:gd name="connsiteY987" fmla="*/ 665546 h 6858000"/>
              <a:gd name="connsiteX988" fmla="*/ 154042 w 7467600"/>
              <a:gd name="connsiteY988" fmla="*/ 261522 h 6858000"/>
              <a:gd name="connsiteX989" fmla="*/ 13550 w 7467600"/>
              <a:gd name="connsiteY989" fmla="*/ 158423 h 6858000"/>
              <a:gd name="connsiteX990" fmla="*/ 0 w 7467600"/>
              <a:gd name="connsiteY990" fmla="*/ 146618 h 6858000"/>
              <a:gd name="connsiteX991" fmla="*/ 0 w 7467600"/>
              <a:gd name="connsiteY991" fmla="*/ 59161 h 6858000"/>
              <a:gd name="connsiteX992" fmla="*/ 45427 w 7467600"/>
              <a:gd name="connsiteY992" fmla="*/ 101078 h 6858000"/>
              <a:gd name="connsiteX993" fmla="*/ 630103 w 7467600"/>
              <a:gd name="connsiteY993" fmla="*/ 485885 h 6858000"/>
              <a:gd name="connsiteX994" fmla="*/ 532040 w 7467600"/>
              <a:gd name="connsiteY994" fmla="*/ 399359 h 6858000"/>
              <a:gd name="connsiteX995" fmla="*/ 517618 w 7467600"/>
              <a:gd name="connsiteY995" fmla="*/ 385726 h 6858000"/>
              <a:gd name="connsiteX996" fmla="*/ 285074 w 7467600"/>
              <a:gd name="connsiteY996" fmla="*/ 182755 h 6858000"/>
              <a:gd name="connsiteX997" fmla="*/ 43151 w 7467600"/>
              <a:gd name="connsiteY99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53035 w 7467600"/>
              <a:gd name="connsiteY127" fmla="*/ 519731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7353035 w 7467600"/>
              <a:gd name="connsiteY140" fmla="*/ 5197318 h 6858000"/>
              <a:gd name="connsiteX141" fmla="*/ 1903353 w 7467600"/>
              <a:gd name="connsiteY141" fmla="*/ 5044827 h 6858000"/>
              <a:gd name="connsiteX142" fmla="*/ 1936931 w 7467600"/>
              <a:gd name="connsiteY142" fmla="*/ 5093954 h 6858000"/>
              <a:gd name="connsiteX143" fmla="*/ 2195868 w 7467600"/>
              <a:gd name="connsiteY143" fmla="*/ 5396574 h 6858000"/>
              <a:gd name="connsiteX144" fmla="*/ 2088852 w 7467600"/>
              <a:gd name="connsiteY144" fmla="*/ 5166123 h 6858000"/>
              <a:gd name="connsiteX145" fmla="*/ 1958241 w 7467600"/>
              <a:gd name="connsiteY145" fmla="*/ 5067955 h 6858000"/>
              <a:gd name="connsiteX146" fmla="*/ 1903353 w 7467600"/>
              <a:gd name="connsiteY146" fmla="*/ 5044827 h 6858000"/>
              <a:gd name="connsiteX147" fmla="*/ 1979378 w 7467600"/>
              <a:gd name="connsiteY147" fmla="*/ 4769504 h 6858000"/>
              <a:gd name="connsiteX148" fmla="*/ 2882120 w 7467600"/>
              <a:gd name="connsiteY148" fmla="*/ 5064547 h 6858000"/>
              <a:gd name="connsiteX149" fmla="*/ 2793103 w 7467600"/>
              <a:gd name="connsiteY149" fmla="*/ 5039699 h 6858000"/>
              <a:gd name="connsiteX150" fmla="*/ 2770041 w 7467600"/>
              <a:gd name="connsiteY150" fmla="*/ 5033634 h 6858000"/>
              <a:gd name="connsiteX151" fmla="*/ 1979378 w 7467600"/>
              <a:gd name="connsiteY151" fmla="*/ 4769504 h 6858000"/>
              <a:gd name="connsiteX152" fmla="*/ 1927410 w 7467600"/>
              <a:gd name="connsiteY152" fmla="*/ 4716164 h 6858000"/>
              <a:gd name="connsiteX153" fmla="*/ 1959587 w 7467600"/>
              <a:gd name="connsiteY153" fmla="*/ 4728849 h 6858000"/>
              <a:gd name="connsiteX154" fmla="*/ 2777707 w 7467600"/>
              <a:gd name="connsiteY154" fmla="*/ 5003991 h 6858000"/>
              <a:gd name="connsiteX155" fmla="*/ 2800768 w 7467600"/>
              <a:gd name="connsiteY155" fmla="*/ 5010056 h 6858000"/>
              <a:gd name="connsiteX156" fmla="*/ 2879408 w 7467600"/>
              <a:gd name="connsiteY156" fmla="*/ 5031590 h 6858000"/>
              <a:gd name="connsiteX157" fmla="*/ 2862295 w 7467600"/>
              <a:gd name="connsiteY157" fmla="*/ 5022958 h 6858000"/>
              <a:gd name="connsiteX158" fmla="*/ 2813343 w 7467600"/>
              <a:gd name="connsiteY158" fmla="*/ 4998369 h 6858000"/>
              <a:gd name="connsiteX159" fmla="*/ 2646245 w 7467600"/>
              <a:gd name="connsiteY159" fmla="*/ 4930999 h 6858000"/>
              <a:gd name="connsiteX160" fmla="*/ 1999243 w 7467600"/>
              <a:gd name="connsiteY160" fmla="*/ 4730524 h 6858000"/>
              <a:gd name="connsiteX161" fmla="*/ 1979527 w 7467600"/>
              <a:gd name="connsiteY161" fmla="*/ 4726651 h 6858000"/>
              <a:gd name="connsiteX162" fmla="*/ 1927410 w 7467600"/>
              <a:gd name="connsiteY162" fmla="*/ 4716164 h 6858000"/>
              <a:gd name="connsiteX163" fmla="*/ 1997014 w 7467600"/>
              <a:gd name="connsiteY163" fmla="*/ 4698007 h 6858000"/>
              <a:gd name="connsiteX164" fmla="*/ 2005458 w 7467600"/>
              <a:gd name="connsiteY164" fmla="*/ 4699540 h 6858000"/>
              <a:gd name="connsiteX165" fmla="*/ 2657186 w 7467600"/>
              <a:gd name="connsiteY165" fmla="*/ 4901687 h 6858000"/>
              <a:gd name="connsiteX166" fmla="*/ 2826662 w 7467600"/>
              <a:gd name="connsiteY166" fmla="*/ 4970362 h 6858000"/>
              <a:gd name="connsiteX167" fmla="*/ 2876100 w 7467600"/>
              <a:gd name="connsiteY167" fmla="*/ 4995397 h 6858000"/>
              <a:gd name="connsiteX168" fmla="*/ 3042600 w 7467600"/>
              <a:gd name="connsiteY168" fmla="*/ 5059532 h 6858000"/>
              <a:gd name="connsiteX169" fmla="*/ 1997014 w 7467600"/>
              <a:gd name="connsiteY169" fmla="*/ 4698007 h 6858000"/>
              <a:gd name="connsiteX170" fmla="*/ 2305292 w 7467600"/>
              <a:gd name="connsiteY170" fmla="*/ 4219492 h 6858000"/>
              <a:gd name="connsiteX171" fmla="*/ 3360922 w 7467600"/>
              <a:gd name="connsiteY171" fmla="*/ 4529373 h 6858000"/>
              <a:gd name="connsiteX172" fmla="*/ 3492420 w 7467600"/>
              <a:gd name="connsiteY172" fmla="*/ 4510145 h 6858000"/>
              <a:gd name="connsiteX173" fmla="*/ 3364086 w 7467600"/>
              <a:gd name="connsiteY173" fmla="*/ 4480340 h 6858000"/>
              <a:gd name="connsiteX174" fmla="*/ 3225818 w 7467600"/>
              <a:gd name="connsiteY174" fmla="*/ 4411822 h 6858000"/>
              <a:gd name="connsiteX175" fmla="*/ 3129696 w 7467600"/>
              <a:gd name="connsiteY175" fmla="*/ 4360704 h 6858000"/>
              <a:gd name="connsiteX176" fmla="*/ 2814545 w 7467600"/>
              <a:gd name="connsiteY176" fmla="*/ 4282955 h 6858000"/>
              <a:gd name="connsiteX177" fmla="*/ 2305292 w 7467600"/>
              <a:gd name="connsiteY177" fmla="*/ 4219492 h 6858000"/>
              <a:gd name="connsiteX178" fmla="*/ 2626982 w 7467600"/>
              <a:gd name="connsiteY178" fmla="*/ 4206450 h 6858000"/>
              <a:gd name="connsiteX179" fmla="*/ 2490617 w 7467600"/>
              <a:gd name="connsiteY179" fmla="*/ 4206951 h 6858000"/>
              <a:gd name="connsiteX180" fmla="*/ 2819869 w 7467600"/>
              <a:gd name="connsiteY180" fmla="*/ 4252936 h 6858000"/>
              <a:gd name="connsiteX181" fmla="*/ 3143018 w 7467600"/>
              <a:gd name="connsiteY181" fmla="*/ 4332698 h 6858000"/>
              <a:gd name="connsiteX182" fmla="*/ 3241520 w 7467600"/>
              <a:gd name="connsiteY182" fmla="*/ 4385112 h 6858000"/>
              <a:gd name="connsiteX183" fmla="*/ 3374575 w 7467600"/>
              <a:gd name="connsiteY183" fmla="*/ 4451517 h 6858000"/>
              <a:gd name="connsiteX184" fmla="*/ 3505221 w 7467600"/>
              <a:gd name="connsiteY184" fmla="*/ 4480757 h 6858000"/>
              <a:gd name="connsiteX185" fmla="*/ 2626982 w 7467600"/>
              <a:gd name="connsiteY185" fmla="*/ 4206450 h 6858000"/>
              <a:gd name="connsiteX186" fmla="*/ 1310106 w 7467600"/>
              <a:gd name="connsiteY186" fmla="*/ 3943217 h 6858000"/>
              <a:gd name="connsiteX187" fmla="*/ 854994 w 7467600"/>
              <a:gd name="connsiteY187" fmla="*/ 4399136 h 6858000"/>
              <a:gd name="connsiteX188" fmla="*/ 742462 w 7467600"/>
              <a:gd name="connsiteY188" fmla="*/ 4594648 h 6858000"/>
              <a:gd name="connsiteX189" fmla="*/ 820602 w 7467600"/>
              <a:gd name="connsiteY189" fmla="*/ 4485915 h 6858000"/>
              <a:gd name="connsiteX190" fmla="*/ 878295 w 7467600"/>
              <a:gd name="connsiteY190" fmla="*/ 4403594 h 6858000"/>
              <a:gd name="connsiteX191" fmla="*/ 1240607 w 7467600"/>
              <a:gd name="connsiteY191" fmla="*/ 4010401 h 6858000"/>
              <a:gd name="connsiteX192" fmla="*/ 1310106 w 7467600"/>
              <a:gd name="connsiteY192" fmla="*/ 3943217 h 6858000"/>
              <a:gd name="connsiteX193" fmla="*/ 1423113 w 7467600"/>
              <a:gd name="connsiteY193" fmla="*/ 3874565 h 6858000"/>
              <a:gd name="connsiteX194" fmla="*/ 1260565 w 7467600"/>
              <a:gd name="connsiteY194" fmla="*/ 4031982 h 6858000"/>
              <a:gd name="connsiteX195" fmla="*/ 901900 w 7467600"/>
              <a:gd name="connsiteY195" fmla="*/ 4421236 h 6858000"/>
              <a:gd name="connsiteX196" fmla="*/ 845044 w 7467600"/>
              <a:gd name="connsiteY196" fmla="*/ 4502436 h 6858000"/>
              <a:gd name="connsiteX197" fmla="*/ 685926 w 7467600"/>
              <a:gd name="connsiteY197" fmla="*/ 4703069 h 6858000"/>
              <a:gd name="connsiteX198" fmla="*/ 684248 w 7467600"/>
              <a:gd name="connsiteY198" fmla="*/ 4706721 h 6858000"/>
              <a:gd name="connsiteX199" fmla="*/ 1423113 w 7467600"/>
              <a:gd name="connsiteY199" fmla="*/ 3874565 h 6858000"/>
              <a:gd name="connsiteX200" fmla="*/ 3316479 w 7467600"/>
              <a:gd name="connsiteY200" fmla="*/ 3872136 h 6858000"/>
              <a:gd name="connsiteX201" fmla="*/ 3546806 w 7467600"/>
              <a:gd name="connsiteY201" fmla="*/ 4356139 h 6858000"/>
              <a:gd name="connsiteX202" fmla="*/ 3364433 w 7467600"/>
              <a:gd name="connsiteY202" fmla="*/ 3953121 h 6858000"/>
              <a:gd name="connsiteX203" fmla="*/ 3316479 w 7467600"/>
              <a:gd name="connsiteY203" fmla="*/ 3872136 h 6858000"/>
              <a:gd name="connsiteX204" fmla="*/ 3291335 w 7467600"/>
              <a:gd name="connsiteY204" fmla="*/ 3767420 h 6858000"/>
              <a:gd name="connsiteX205" fmla="*/ 3390805 w 7467600"/>
              <a:gd name="connsiteY205" fmla="*/ 3937163 h 6858000"/>
              <a:gd name="connsiteX206" fmla="*/ 3579062 w 7467600"/>
              <a:gd name="connsiteY206" fmla="*/ 4359040 h 6858000"/>
              <a:gd name="connsiteX207" fmla="*/ 3467355 w 7467600"/>
              <a:gd name="connsiteY207" fmla="*/ 3988130 h 6858000"/>
              <a:gd name="connsiteX208" fmla="*/ 3310753 w 7467600"/>
              <a:gd name="connsiteY208" fmla="*/ 3787140 h 6858000"/>
              <a:gd name="connsiteX209" fmla="*/ 3291335 w 7467600"/>
              <a:gd name="connsiteY209" fmla="*/ 3767420 h 6858000"/>
              <a:gd name="connsiteX210" fmla="*/ 1635889 w 7467600"/>
              <a:gd name="connsiteY210" fmla="*/ 3709494 h 6858000"/>
              <a:gd name="connsiteX211" fmla="*/ 1634800 w 7467600"/>
              <a:gd name="connsiteY211" fmla="*/ 3731111 h 6858000"/>
              <a:gd name="connsiteX212" fmla="*/ 1635889 w 7467600"/>
              <a:gd name="connsiteY212" fmla="*/ 3709494 h 6858000"/>
              <a:gd name="connsiteX213" fmla="*/ 1510397 w 7467600"/>
              <a:gd name="connsiteY213" fmla="*/ 3684705 h 6858000"/>
              <a:gd name="connsiteX214" fmla="*/ 1146550 w 7467600"/>
              <a:gd name="connsiteY214" fmla="*/ 3802012 h 6858000"/>
              <a:gd name="connsiteX215" fmla="*/ 698834 w 7467600"/>
              <a:gd name="connsiteY215" fmla="*/ 3952272 h 6858000"/>
              <a:gd name="connsiteX216" fmla="*/ 34256 w 7467600"/>
              <a:gd name="connsiteY216" fmla="*/ 4347603 h 6858000"/>
              <a:gd name="connsiteX217" fmla="*/ 527241 w 7467600"/>
              <a:gd name="connsiteY217" fmla="*/ 4065078 h 6858000"/>
              <a:gd name="connsiteX218" fmla="*/ 1510397 w 7467600"/>
              <a:gd name="connsiteY218" fmla="*/ 3684705 h 6858000"/>
              <a:gd name="connsiteX219" fmla="*/ 1313114 w 7467600"/>
              <a:gd name="connsiteY219" fmla="*/ 3655216 h 6858000"/>
              <a:gd name="connsiteX220" fmla="*/ 1109304 w 7467600"/>
              <a:gd name="connsiteY220" fmla="*/ 3669030 h 6858000"/>
              <a:gd name="connsiteX221" fmla="*/ 8129 w 7467600"/>
              <a:gd name="connsiteY221" fmla="*/ 4330519 h 6858000"/>
              <a:gd name="connsiteX222" fmla="*/ 687572 w 7467600"/>
              <a:gd name="connsiteY222" fmla="*/ 3925629 h 6858000"/>
              <a:gd name="connsiteX223" fmla="*/ 1138365 w 7467600"/>
              <a:gd name="connsiteY223" fmla="*/ 3774515 h 6858000"/>
              <a:gd name="connsiteX224" fmla="*/ 1505579 w 7467600"/>
              <a:gd name="connsiteY224" fmla="*/ 3655526 h 6858000"/>
              <a:gd name="connsiteX225" fmla="*/ 1313114 w 7467600"/>
              <a:gd name="connsiteY225" fmla="*/ 3655216 h 6858000"/>
              <a:gd name="connsiteX226" fmla="*/ 3655073 w 7467600"/>
              <a:gd name="connsiteY226" fmla="*/ 3650884 h 6858000"/>
              <a:gd name="connsiteX227" fmla="*/ 3989938 w 7467600"/>
              <a:gd name="connsiteY227" fmla="*/ 3991685 h 6858000"/>
              <a:gd name="connsiteX228" fmla="*/ 4393907 w 7467600"/>
              <a:gd name="connsiteY228" fmla="*/ 4261258 h 6858000"/>
              <a:gd name="connsiteX229" fmla="*/ 4648051 w 7467600"/>
              <a:gd name="connsiteY229" fmla="*/ 4374051 h 6858000"/>
              <a:gd name="connsiteX230" fmla="*/ 4383389 w 7467600"/>
              <a:gd name="connsiteY230" fmla="*/ 4184369 h 6858000"/>
              <a:gd name="connsiteX231" fmla="*/ 4165508 w 7467600"/>
              <a:gd name="connsiteY231" fmla="*/ 4035196 h 6858000"/>
              <a:gd name="connsiteX232" fmla="*/ 4068162 w 7467600"/>
              <a:gd name="connsiteY232" fmla="*/ 3953394 h 6858000"/>
              <a:gd name="connsiteX233" fmla="*/ 3981416 w 7467600"/>
              <a:gd name="connsiteY233" fmla="*/ 3880482 h 6858000"/>
              <a:gd name="connsiteX234" fmla="*/ 3800147 w 7467600"/>
              <a:gd name="connsiteY234" fmla="*/ 3749872 h 6858000"/>
              <a:gd name="connsiteX235" fmla="*/ 3655073 w 7467600"/>
              <a:gd name="connsiteY235" fmla="*/ 3650884 h 6858000"/>
              <a:gd name="connsiteX236" fmla="*/ 3670252 w 7467600"/>
              <a:gd name="connsiteY236" fmla="*/ 3622798 h 6858000"/>
              <a:gd name="connsiteX237" fmla="*/ 3817258 w 7467600"/>
              <a:gd name="connsiteY237" fmla="*/ 3723577 h 6858000"/>
              <a:gd name="connsiteX238" fmla="*/ 4000461 w 7467600"/>
              <a:gd name="connsiteY238" fmla="*/ 3855966 h 6858000"/>
              <a:gd name="connsiteX239" fmla="*/ 4088180 w 7467600"/>
              <a:gd name="connsiteY239" fmla="*/ 3929774 h 6858000"/>
              <a:gd name="connsiteX240" fmla="*/ 4184555 w 7467600"/>
              <a:gd name="connsiteY240" fmla="*/ 4010683 h 6858000"/>
              <a:gd name="connsiteX241" fmla="*/ 4399563 w 7467600"/>
              <a:gd name="connsiteY241" fmla="*/ 4158106 h 6858000"/>
              <a:gd name="connsiteX242" fmla="*/ 4684469 w 7467600"/>
              <a:gd name="connsiteY242" fmla="*/ 4364680 h 6858000"/>
              <a:gd name="connsiteX243" fmla="*/ 4690271 w 7467600"/>
              <a:gd name="connsiteY243" fmla="*/ 4370034 h 6858000"/>
              <a:gd name="connsiteX244" fmla="*/ 4136093 w 7467600"/>
              <a:gd name="connsiteY244" fmla="*/ 3858466 h 6858000"/>
              <a:gd name="connsiteX245" fmla="*/ 3670252 w 7467600"/>
              <a:gd name="connsiteY245" fmla="*/ 3622798 h 6858000"/>
              <a:gd name="connsiteX246" fmla="*/ 4440129 w 7467600"/>
              <a:gd name="connsiteY246" fmla="*/ 3448571 h 6858000"/>
              <a:gd name="connsiteX247" fmla="*/ 4856525 w 7467600"/>
              <a:gd name="connsiteY247" fmla="*/ 3915351 h 6858000"/>
              <a:gd name="connsiteX248" fmla="*/ 5059055 w 7467600"/>
              <a:gd name="connsiteY248" fmla="*/ 4108918 h 6858000"/>
              <a:gd name="connsiteX249" fmla="*/ 5290070 w 7467600"/>
              <a:gd name="connsiteY249" fmla="*/ 4263619 h 6858000"/>
              <a:gd name="connsiteX250" fmla="*/ 4834991 w 7467600"/>
              <a:gd name="connsiteY250" fmla="*/ 3830985 h 6858000"/>
              <a:gd name="connsiteX251" fmla="*/ 4440129 w 7467600"/>
              <a:gd name="connsiteY251" fmla="*/ 3448571 h 6858000"/>
              <a:gd name="connsiteX252" fmla="*/ 4441737 w 7467600"/>
              <a:gd name="connsiteY252" fmla="*/ 3399734 h 6858000"/>
              <a:gd name="connsiteX253" fmla="*/ 4431236 w 7467600"/>
              <a:gd name="connsiteY253" fmla="*/ 3400954 h 6858000"/>
              <a:gd name="connsiteX254" fmla="*/ 4557150 w 7467600"/>
              <a:gd name="connsiteY254" fmla="*/ 3510023 h 6858000"/>
              <a:gd name="connsiteX255" fmla="*/ 4856936 w 7467600"/>
              <a:gd name="connsiteY255" fmla="*/ 3809146 h 6858000"/>
              <a:gd name="connsiteX256" fmla="*/ 5111996 w 7467600"/>
              <a:gd name="connsiteY256" fmla="*/ 4065759 h 6858000"/>
              <a:gd name="connsiteX257" fmla="*/ 5388878 w 7467600"/>
              <a:gd name="connsiteY257" fmla="*/ 4300185 h 6858000"/>
              <a:gd name="connsiteX258" fmla="*/ 5425556 w 7467600"/>
              <a:gd name="connsiteY258" fmla="*/ 4308967 h 6858000"/>
              <a:gd name="connsiteX259" fmla="*/ 4943646 w 7467600"/>
              <a:gd name="connsiteY259" fmla="*/ 3822916 h 6858000"/>
              <a:gd name="connsiteX260" fmla="*/ 4594837 w 7467600"/>
              <a:gd name="connsiteY260" fmla="*/ 3532274 h 6858000"/>
              <a:gd name="connsiteX261" fmla="*/ 4441737 w 7467600"/>
              <a:gd name="connsiteY261" fmla="*/ 3399734 h 6858000"/>
              <a:gd name="connsiteX262" fmla="*/ 5425834 w 7467600"/>
              <a:gd name="connsiteY262" fmla="*/ 3162785 h 6858000"/>
              <a:gd name="connsiteX263" fmla="*/ 5401644 w 7467600"/>
              <a:gd name="connsiteY263" fmla="*/ 3617847 h 6858000"/>
              <a:gd name="connsiteX264" fmla="*/ 5467256 w 7467600"/>
              <a:gd name="connsiteY264" fmla="*/ 4175494 h 6858000"/>
              <a:gd name="connsiteX265" fmla="*/ 5448069 w 7467600"/>
              <a:gd name="connsiteY265" fmla="*/ 3567554 h 6858000"/>
              <a:gd name="connsiteX266" fmla="*/ 5425834 w 7467600"/>
              <a:gd name="connsiteY266" fmla="*/ 3162785 h 6858000"/>
              <a:gd name="connsiteX267" fmla="*/ 1318687 w 7467600"/>
              <a:gd name="connsiteY267" fmla="*/ 3113840 h 6858000"/>
              <a:gd name="connsiteX268" fmla="*/ 1066793 w 7467600"/>
              <a:gd name="connsiteY268" fmla="*/ 3212171 h 6858000"/>
              <a:gd name="connsiteX269" fmla="*/ 993319 w 7467600"/>
              <a:gd name="connsiteY269" fmla="*/ 3247648 h 6858000"/>
              <a:gd name="connsiteX270" fmla="*/ 853081 w 7467600"/>
              <a:gd name="connsiteY270" fmla="*/ 3312410 h 6858000"/>
              <a:gd name="connsiteX271" fmla="*/ 805957 w 7467600"/>
              <a:gd name="connsiteY271" fmla="*/ 3330443 h 6858000"/>
              <a:gd name="connsiteX272" fmla="*/ 1318687 w 7467600"/>
              <a:gd name="connsiteY272" fmla="*/ 3113840 h 6858000"/>
              <a:gd name="connsiteX273" fmla="*/ 5453702 w 7467600"/>
              <a:gd name="connsiteY273" fmla="*/ 3090882 h 6858000"/>
              <a:gd name="connsiteX274" fmla="*/ 5480135 w 7467600"/>
              <a:gd name="connsiteY274" fmla="*/ 3565802 h 6858000"/>
              <a:gd name="connsiteX275" fmla="*/ 5499023 w 7467600"/>
              <a:gd name="connsiteY275" fmla="*/ 4166310 h 6858000"/>
              <a:gd name="connsiteX276" fmla="*/ 5547022 w 7467600"/>
              <a:gd name="connsiteY276" fmla="*/ 3607838 h 6858000"/>
              <a:gd name="connsiteX277" fmla="*/ 5515964 w 7467600"/>
              <a:gd name="connsiteY277" fmla="*/ 3378541 h 6858000"/>
              <a:gd name="connsiteX278" fmla="*/ 5453702 w 7467600"/>
              <a:gd name="connsiteY278" fmla="*/ 3090882 h 6858000"/>
              <a:gd name="connsiteX279" fmla="*/ 1238695 w 7467600"/>
              <a:gd name="connsiteY279" fmla="*/ 3076820 h 6858000"/>
              <a:gd name="connsiteX280" fmla="*/ 716371 w 7467600"/>
              <a:gd name="connsiteY280" fmla="*/ 3293249 h 6858000"/>
              <a:gd name="connsiteX281" fmla="*/ 579522 w 7467600"/>
              <a:gd name="connsiteY281" fmla="*/ 3371759 h 6858000"/>
              <a:gd name="connsiteX282" fmla="*/ 600288 w 7467600"/>
              <a:gd name="connsiteY282" fmla="*/ 3365555 h 6858000"/>
              <a:gd name="connsiteX283" fmla="*/ 840692 w 7467600"/>
              <a:gd name="connsiteY283" fmla="*/ 3284921 h 6858000"/>
              <a:gd name="connsiteX284" fmla="*/ 979248 w 7467600"/>
              <a:gd name="connsiteY284" fmla="*/ 3221003 h 6858000"/>
              <a:gd name="connsiteX285" fmla="*/ 1053282 w 7467600"/>
              <a:gd name="connsiteY285" fmla="*/ 3185247 h 6858000"/>
              <a:gd name="connsiteX286" fmla="*/ 1320603 w 7467600"/>
              <a:gd name="connsiteY286" fmla="*/ 3081281 h 6858000"/>
              <a:gd name="connsiteX287" fmla="*/ 1238695 w 7467600"/>
              <a:gd name="connsiteY287" fmla="*/ 3076820 h 6858000"/>
              <a:gd name="connsiteX288" fmla="*/ 5425627 w 7467600"/>
              <a:gd name="connsiteY288" fmla="*/ 2954192 h 6858000"/>
              <a:gd name="connsiteX289" fmla="*/ 5470770 w 7467600"/>
              <a:gd name="connsiteY289" fmla="*/ 3005435 h 6858000"/>
              <a:gd name="connsiteX290" fmla="*/ 5519779 w 7467600"/>
              <a:gd name="connsiteY290" fmla="*/ 4359223 h 6858000"/>
              <a:gd name="connsiteX291" fmla="*/ 5520293 w 7467600"/>
              <a:gd name="connsiteY291" fmla="*/ 4360602 h 6858000"/>
              <a:gd name="connsiteX292" fmla="*/ 5767221 w 7467600"/>
              <a:gd name="connsiteY292" fmla="*/ 4665564 h 6858000"/>
              <a:gd name="connsiteX293" fmla="*/ 6937169 w 7467600"/>
              <a:gd name="connsiteY293" fmla="*/ 4815941 h 6858000"/>
              <a:gd name="connsiteX294" fmla="*/ 6953922 w 7467600"/>
              <a:gd name="connsiteY294" fmla="*/ 4890068 h 6858000"/>
              <a:gd name="connsiteX295" fmla="*/ 6071359 w 7467600"/>
              <a:gd name="connsiteY295" fmla="*/ 4770770 h 6858000"/>
              <a:gd name="connsiteX296" fmla="*/ 6038839 w 7467600"/>
              <a:gd name="connsiteY296" fmla="*/ 4764474 h 6858000"/>
              <a:gd name="connsiteX297" fmla="*/ 6038706 w 7467600"/>
              <a:gd name="connsiteY297" fmla="*/ 4763847 h 6858000"/>
              <a:gd name="connsiteX298" fmla="*/ 6037784 w 7467600"/>
              <a:gd name="connsiteY298" fmla="*/ 4764270 h 6858000"/>
              <a:gd name="connsiteX299" fmla="*/ 6038839 w 7467600"/>
              <a:gd name="connsiteY299" fmla="*/ 4764474 h 6858000"/>
              <a:gd name="connsiteX300" fmla="*/ 6040338 w 7467600"/>
              <a:gd name="connsiteY300" fmla="*/ 4771418 h 6858000"/>
              <a:gd name="connsiteX301" fmla="*/ 6024488 w 7467600"/>
              <a:gd name="connsiteY301" fmla="*/ 4809903 h 6858000"/>
              <a:gd name="connsiteX302" fmla="*/ 5599771 w 7467600"/>
              <a:gd name="connsiteY302" fmla="*/ 5509652 h 6858000"/>
              <a:gd name="connsiteX303" fmla="*/ 5548843 w 7467600"/>
              <a:gd name="connsiteY303" fmla="*/ 5563845 h 6858000"/>
              <a:gd name="connsiteX304" fmla="*/ 5940952 w 7467600"/>
              <a:gd name="connsiteY304" fmla="*/ 6250028 h 6858000"/>
              <a:gd name="connsiteX305" fmla="*/ 6043441 w 7467600"/>
              <a:gd name="connsiteY305" fmla="*/ 6665847 h 6858000"/>
              <a:gd name="connsiteX306" fmla="*/ 6093432 w 7467600"/>
              <a:gd name="connsiteY306" fmla="*/ 6858000 h 6858000"/>
              <a:gd name="connsiteX307" fmla="*/ 6034344 w 7467600"/>
              <a:gd name="connsiteY307" fmla="*/ 6858000 h 6858000"/>
              <a:gd name="connsiteX308" fmla="*/ 6026679 w 7467600"/>
              <a:gd name="connsiteY308" fmla="*/ 6836959 h 6858000"/>
              <a:gd name="connsiteX309" fmla="*/ 5800441 w 7467600"/>
              <a:gd name="connsiteY309" fmla="*/ 6335286 h 6858000"/>
              <a:gd name="connsiteX310" fmla="*/ 5526562 w 7467600"/>
              <a:gd name="connsiteY310" fmla="*/ 5705388 h 6858000"/>
              <a:gd name="connsiteX311" fmla="*/ 5519640 w 7467600"/>
              <a:gd name="connsiteY311" fmla="*/ 5683774 h 6858000"/>
              <a:gd name="connsiteX312" fmla="*/ 5844559 w 7467600"/>
              <a:gd name="connsiteY312" fmla="*/ 6553349 h 6858000"/>
              <a:gd name="connsiteX313" fmla="*/ 5975994 w 7467600"/>
              <a:gd name="connsiteY313" fmla="*/ 6858000 h 6858000"/>
              <a:gd name="connsiteX314" fmla="*/ 5898547 w 7467600"/>
              <a:gd name="connsiteY314" fmla="*/ 6858000 h 6858000"/>
              <a:gd name="connsiteX315" fmla="*/ 5682041 w 7467600"/>
              <a:gd name="connsiteY315" fmla="*/ 6355860 h 6858000"/>
              <a:gd name="connsiteX316" fmla="*/ 5461758 w 7467600"/>
              <a:gd name="connsiteY316" fmla="*/ 5820220 h 6858000"/>
              <a:gd name="connsiteX317" fmla="*/ 5237282 w 7467600"/>
              <a:gd name="connsiteY317" fmla="*/ 6579086 h 6858000"/>
              <a:gd name="connsiteX318" fmla="*/ 5115009 w 7467600"/>
              <a:gd name="connsiteY318" fmla="*/ 6858000 h 6858000"/>
              <a:gd name="connsiteX319" fmla="*/ 5028074 w 7467600"/>
              <a:gd name="connsiteY319" fmla="*/ 6858000 h 6858000"/>
              <a:gd name="connsiteX320" fmla="*/ 5079508 w 7467600"/>
              <a:gd name="connsiteY320" fmla="*/ 6749074 h 6858000"/>
              <a:gd name="connsiteX321" fmla="*/ 5371846 w 7467600"/>
              <a:gd name="connsiteY321" fmla="*/ 5924413 h 6858000"/>
              <a:gd name="connsiteX322" fmla="*/ 5270512 w 7467600"/>
              <a:gd name="connsiteY322" fmla="*/ 6138975 h 6858000"/>
              <a:gd name="connsiteX323" fmla="*/ 5062409 w 7467600"/>
              <a:gd name="connsiteY323" fmla="*/ 6653544 h 6858000"/>
              <a:gd name="connsiteX324" fmla="*/ 5036628 w 7467600"/>
              <a:gd name="connsiteY324" fmla="*/ 6754247 h 6858000"/>
              <a:gd name="connsiteX325" fmla="*/ 5009112 w 7467600"/>
              <a:gd name="connsiteY325" fmla="*/ 6858000 h 6858000"/>
              <a:gd name="connsiteX326" fmla="*/ 4976679 w 7467600"/>
              <a:gd name="connsiteY326" fmla="*/ 6858000 h 6858000"/>
              <a:gd name="connsiteX327" fmla="*/ 5006537 w 7467600"/>
              <a:gd name="connsiteY327" fmla="*/ 6747068 h 6858000"/>
              <a:gd name="connsiteX328" fmla="*/ 5032723 w 7467600"/>
              <a:gd name="connsiteY328" fmla="*/ 6644957 h 6858000"/>
              <a:gd name="connsiteX329" fmla="*/ 5242949 w 7467600"/>
              <a:gd name="connsiteY329" fmla="*/ 6125175 h 6858000"/>
              <a:gd name="connsiteX330" fmla="*/ 5286321 w 7467600"/>
              <a:gd name="connsiteY330" fmla="*/ 6033555 h 6858000"/>
              <a:gd name="connsiteX331" fmla="*/ 5008210 w 7467600"/>
              <a:gd name="connsiteY331" fmla="*/ 6649194 h 6858000"/>
              <a:gd name="connsiteX332" fmla="*/ 4986321 w 7467600"/>
              <a:gd name="connsiteY332" fmla="*/ 6765687 h 6858000"/>
              <a:gd name="connsiteX333" fmla="*/ 4973474 w 7467600"/>
              <a:gd name="connsiteY333" fmla="*/ 6858000 h 6858000"/>
              <a:gd name="connsiteX334" fmla="*/ 4907178 w 7467600"/>
              <a:gd name="connsiteY334" fmla="*/ 6858000 h 6858000"/>
              <a:gd name="connsiteX335" fmla="*/ 4910810 w 7467600"/>
              <a:gd name="connsiteY335" fmla="*/ 6829660 h 6858000"/>
              <a:gd name="connsiteX336" fmla="*/ 4987461 w 7467600"/>
              <a:gd name="connsiteY336" fmla="*/ 6432994 h 6858000"/>
              <a:gd name="connsiteX337" fmla="*/ 5179262 w 7467600"/>
              <a:gd name="connsiteY337" fmla="*/ 6035044 h 6858000"/>
              <a:gd name="connsiteX338" fmla="*/ 4689678 w 7467600"/>
              <a:gd name="connsiteY338" fmla="*/ 6440241 h 6858000"/>
              <a:gd name="connsiteX339" fmla="*/ 4477543 w 7467600"/>
              <a:gd name="connsiteY339" fmla="*/ 6674836 h 6858000"/>
              <a:gd name="connsiteX340" fmla="*/ 4329957 w 7467600"/>
              <a:gd name="connsiteY340" fmla="*/ 6858000 h 6858000"/>
              <a:gd name="connsiteX341" fmla="*/ 4218595 w 7467600"/>
              <a:gd name="connsiteY341" fmla="*/ 6858000 h 6858000"/>
              <a:gd name="connsiteX342" fmla="*/ 4368888 w 7467600"/>
              <a:gd name="connsiteY342" fmla="*/ 6668412 h 6858000"/>
              <a:gd name="connsiteX343" fmla="*/ 4563091 w 7467600"/>
              <a:gd name="connsiteY343" fmla="*/ 6442508 h 6858000"/>
              <a:gd name="connsiteX344" fmla="*/ 5387324 w 7467600"/>
              <a:gd name="connsiteY344" fmla="*/ 5705830 h 6858000"/>
              <a:gd name="connsiteX345" fmla="*/ 5073620 w 7467600"/>
              <a:gd name="connsiteY345" fmla="*/ 5955437 h 6858000"/>
              <a:gd name="connsiteX346" fmla="*/ 4689789 w 7467600"/>
              <a:gd name="connsiteY346" fmla="*/ 6268382 h 6858000"/>
              <a:gd name="connsiteX347" fmla="*/ 4418722 w 7467600"/>
              <a:gd name="connsiteY347" fmla="*/ 6570886 h 6858000"/>
              <a:gd name="connsiteX348" fmla="*/ 4214944 w 7467600"/>
              <a:gd name="connsiteY348" fmla="*/ 6858000 h 6858000"/>
              <a:gd name="connsiteX349" fmla="*/ 4177898 w 7467600"/>
              <a:gd name="connsiteY349" fmla="*/ 6858000 h 6858000"/>
              <a:gd name="connsiteX350" fmla="*/ 4391597 w 7467600"/>
              <a:gd name="connsiteY350" fmla="*/ 6556370 h 6858000"/>
              <a:gd name="connsiteX351" fmla="*/ 4668889 w 7467600"/>
              <a:gd name="connsiteY351" fmla="*/ 6246399 h 6858000"/>
              <a:gd name="connsiteX352" fmla="*/ 5055427 w 7467600"/>
              <a:gd name="connsiteY352" fmla="*/ 5931476 h 6858000"/>
              <a:gd name="connsiteX353" fmla="*/ 5371814 w 7467600"/>
              <a:gd name="connsiteY353" fmla="*/ 5678975 h 6858000"/>
              <a:gd name="connsiteX354" fmla="*/ 4987918 w 7467600"/>
              <a:gd name="connsiteY354" fmla="*/ 5838701 h 6858000"/>
              <a:gd name="connsiteX355" fmla="*/ 4317146 w 7467600"/>
              <a:gd name="connsiteY355" fmla="*/ 6587716 h 6858000"/>
              <a:gd name="connsiteX356" fmla="*/ 4171627 w 7467600"/>
              <a:gd name="connsiteY356" fmla="*/ 6858000 h 6858000"/>
              <a:gd name="connsiteX357" fmla="*/ 4081585 w 7467600"/>
              <a:gd name="connsiteY357" fmla="*/ 6858000 h 6858000"/>
              <a:gd name="connsiteX358" fmla="*/ 4238603 w 7467600"/>
              <a:gd name="connsiteY358" fmla="*/ 6559341 h 6858000"/>
              <a:gd name="connsiteX359" fmla="*/ 4778333 w 7467600"/>
              <a:gd name="connsiteY359" fmla="*/ 5873626 h 6858000"/>
              <a:gd name="connsiteX360" fmla="*/ 5414185 w 7467600"/>
              <a:gd name="connsiteY360" fmla="*/ 5573882 h 6858000"/>
              <a:gd name="connsiteX361" fmla="*/ 5959648 w 7467600"/>
              <a:gd name="connsiteY361" fmla="*/ 4760797 h 6858000"/>
              <a:gd name="connsiteX362" fmla="*/ 5355019 w 7467600"/>
              <a:gd name="connsiteY362" fmla="*/ 4734672 h 6858000"/>
              <a:gd name="connsiteX363" fmla="*/ 5083565 w 7467600"/>
              <a:gd name="connsiteY363" fmla="*/ 5179121 h 6858000"/>
              <a:gd name="connsiteX364" fmla="*/ 4713577 w 7467600"/>
              <a:gd name="connsiteY364" fmla="*/ 5616803 h 6858000"/>
              <a:gd name="connsiteX365" fmla="*/ 3989559 w 7467600"/>
              <a:gd name="connsiteY365" fmla="*/ 6145945 h 6858000"/>
              <a:gd name="connsiteX366" fmla="*/ 3939824 w 7467600"/>
              <a:gd name="connsiteY366" fmla="*/ 6066900 h 6858000"/>
              <a:gd name="connsiteX367" fmla="*/ 4584537 w 7467600"/>
              <a:gd name="connsiteY367" fmla="*/ 5324826 h 6858000"/>
              <a:gd name="connsiteX368" fmla="*/ 5037105 w 7467600"/>
              <a:gd name="connsiteY368" fmla="*/ 5088765 h 6858000"/>
              <a:gd name="connsiteX369" fmla="*/ 5039930 w 7467600"/>
              <a:gd name="connsiteY369" fmla="*/ 5089585 h 6858000"/>
              <a:gd name="connsiteX370" fmla="*/ 5263764 w 7467600"/>
              <a:gd name="connsiteY370" fmla="*/ 4735525 h 6858000"/>
              <a:gd name="connsiteX371" fmla="*/ 4086300 w 7467600"/>
              <a:gd name="connsiteY371" fmla="*/ 4884599 h 6858000"/>
              <a:gd name="connsiteX372" fmla="*/ 4085485 w 7467600"/>
              <a:gd name="connsiteY372" fmla="*/ 4899070 h 6858000"/>
              <a:gd name="connsiteX373" fmla="*/ 3871915 w 7467600"/>
              <a:gd name="connsiteY373" fmla="*/ 5253645 h 6858000"/>
              <a:gd name="connsiteX374" fmla="*/ 3799374 w 7467600"/>
              <a:gd name="connsiteY374" fmla="*/ 5466127 h 6858000"/>
              <a:gd name="connsiteX375" fmla="*/ 3498850 w 7467600"/>
              <a:gd name="connsiteY375" fmla="*/ 6661888 h 6858000"/>
              <a:gd name="connsiteX376" fmla="*/ 3399216 w 7467600"/>
              <a:gd name="connsiteY376" fmla="*/ 6858000 h 6858000"/>
              <a:gd name="connsiteX377" fmla="*/ 3303688 w 7467600"/>
              <a:gd name="connsiteY377" fmla="*/ 6858000 h 6858000"/>
              <a:gd name="connsiteX378" fmla="*/ 3391774 w 7467600"/>
              <a:gd name="connsiteY378" fmla="*/ 6697181 h 6858000"/>
              <a:gd name="connsiteX379" fmla="*/ 3735540 w 7467600"/>
              <a:gd name="connsiteY379" fmla="*/ 5546923 h 6858000"/>
              <a:gd name="connsiteX380" fmla="*/ 3729438 w 7467600"/>
              <a:gd name="connsiteY380" fmla="*/ 5569058 h 6858000"/>
              <a:gd name="connsiteX381" fmla="*/ 3707782 w 7467600"/>
              <a:gd name="connsiteY381" fmla="*/ 5644908 h 6858000"/>
              <a:gd name="connsiteX382" fmla="*/ 3583827 w 7467600"/>
              <a:gd name="connsiteY382" fmla="*/ 6039215 h 6858000"/>
              <a:gd name="connsiteX383" fmla="*/ 3547861 w 7467600"/>
              <a:gd name="connsiteY383" fmla="*/ 6129609 h 6858000"/>
              <a:gd name="connsiteX384" fmla="*/ 3490905 w 7467600"/>
              <a:gd name="connsiteY384" fmla="*/ 6277660 h 6858000"/>
              <a:gd name="connsiteX385" fmla="*/ 3455859 w 7467600"/>
              <a:gd name="connsiteY385" fmla="*/ 6391301 h 6858000"/>
              <a:gd name="connsiteX386" fmla="*/ 3429112 w 7467600"/>
              <a:gd name="connsiteY386" fmla="*/ 6479469 h 6858000"/>
              <a:gd name="connsiteX387" fmla="*/ 3304862 w 7467600"/>
              <a:gd name="connsiteY387" fmla="*/ 6796476 h 6858000"/>
              <a:gd name="connsiteX388" fmla="*/ 3276071 w 7467600"/>
              <a:gd name="connsiteY388" fmla="*/ 6858000 h 6858000"/>
              <a:gd name="connsiteX389" fmla="*/ 3240805 w 7467600"/>
              <a:gd name="connsiteY389" fmla="*/ 6858000 h 6858000"/>
              <a:gd name="connsiteX390" fmla="*/ 3275917 w 7467600"/>
              <a:gd name="connsiteY390" fmla="*/ 6783192 h 6858000"/>
              <a:gd name="connsiteX391" fmla="*/ 3399358 w 7467600"/>
              <a:gd name="connsiteY391" fmla="*/ 6469011 h 6858000"/>
              <a:gd name="connsiteX392" fmla="*/ 3425650 w 7467600"/>
              <a:gd name="connsiteY392" fmla="*/ 6381333 h 6858000"/>
              <a:gd name="connsiteX393" fmla="*/ 3460661 w 7467600"/>
              <a:gd name="connsiteY393" fmla="*/ 6266763 h 6858000"/>
              <a:gd name="connsiteX394" fmla="*/ 3518021 w 7467600"/>
              <a:gd name="connsiteY394" fmla="*/ 6117298 h 6858000"/>
              <a:gd name="connsiteX395" fmla="*/ 3554035 w 7467600"/>
              <a:gd name="connsiteY395" fmla="*/ 6027832 h 6858000"/>
              <a:gd name="connsiteX396" fmla="*/ 3677174 w 7467600"/>
              <a:gd name="connsiteY396" fmla="*/ 5636351 h 6858000"/>
              <a:gd name="connsiteX397" fmla="*/ 3698819 w 7467600"/>
              <a:gd name="connsiteY397" fmla="*/ 5560503 h 6858000"/>
              <a:gd name="connsiteX398" fmla="*/ 3702094 w 7467600"/>
              <a:gd name="connsiteY398" fmla="*/ 5549194 h 6858000"/>
              <a:gd name="connsiteX399" fmla="*/ 3398355 w 7467600"/>
              <a:gd name="connsiteY399" fmla="*/ 6094603 h 6858000"/>
              <a:gd name="connsiteX400" fmla="*/ 3193941 w 7467600"/>
              <a:gd name="connsiteY400" fmla="*/ 6798775 h 6858000"/>
              <a:gd name="connsiteX401" fmla="*/ 3184140 w 7467600"/>
              <a:gd name="connsiteY401" fmla="*/ 6858000 h 6858000"/>
              <a:gd name="connsiteX402" fmla="*/ 3099978 w 7467600"/>
              <a:gd name="connsiteY402" fmla="*/ 6858000 h 6858000"/>
              <a:gd name="connsiteX403" fmla="*/ 3101556 w 7467600"/>
              <a:gd name="connsiteY403" fmla="*/ 6843337 h 6858000"/>
              <a:gd name="connsiteX404" fmla="*/ 3370162 w 7467600"/>
              <a:gd name="connsiteY404" fmla="*/ 5785550 h 6858000"/>
              <a:gd name="connsiteX405" fmla="*/ 3746477 w 7467600"/>
              <a:gd name="connsiteY405" fmla="*/ 5377889 h 6858000"/>
              <a:gd name="connsiteX406" fmla="*/ 3863399 w 7467600"/>
              <a:gd name="connsiteY406" fmla="*/ 5087257 h 6858000"/>
              <a:gd name="connsiteX407" fmla="*/ 3968712 w 7467600"/>
              <a:gd name="connsiteY407" fmla="*/ 4913989 h 6858000"/>
              <a:gd name="connsiteX408" fmla="*/ 2792390 w 7467600"/>
              <a:gd name="connsiteY408" fmla="*/ 5382974 h 6858000"/>
              <a:gd name="connsiteX409" fmla="*/ 2714982 w 7467600"/>
              <a:gd name="connsiteY409" fmla="*/ 5427051 h 6858000"/>
              <a:gd name="connsiteX410" fmla="*/ 2813361 w 7467600"/>
              <a:gd name="connsiteY410" fmla="*/ 6023912 h 6858000"/>
              <a:gd name="connsiteX411" fmla="*/ 2688430 w 7467600"/>
              <a:gd name="connsiteY411" fmla="*/ 6801564 h 6858000"/>
              <a:gd name="connsiteX412" fmla="*/ 2629626 w 7467600"/>
              <a:gd name="connsiteY412" fmla="*/ 6763394 h 6858000"/>
              <a:gd name="connsiteX413" fmla="*/ 2565328 w 7467600"/>
              <a:gd name="connsiteY413" fmla="*/ 5516399 h 6858000"/>
              <a:gd name="connsiteX414" fmla="*/ 1922999 w 7467600"/>
              <a:gd name="connsiteY414" fmla="*/ 5980343 h 6858000"/>
              <a:gd name="connsiteX415" fmla="*/ 1950261 w 7467600"/>
              <a:gd name="connsiteY415" fmla="*/ 6405858 h 6858000"/>
              <a:gd name="connsiteX416" fmla="*/ 2365554 w 7467600"/>
              <a:gd name="connsiteY416" fmla="*/ 6759107 h 6858000"/>
              <a:gd name="connsiteX417" fmla="*/ 2424142 w 7467600"/>
              <a:gd name="connsiteY417" fmla="*/ 6858000 h 6858000"/>
              <a:gd name="connsiteX418" fmla="*/ 2395994 w 7467600"/>
              <a:gd name="connsiteY418" fmla="*/ 6858000 h 6858000"/>
              <a:gd name="connsiteX419" fmla="*/ 2392863 w 7467600"/>
              <a:gd name="connsiteY419" fmla="*/ 6852964 h 6858000"/>
              <a:gd name="connsiteX420" fmla="*/ 2017589 w 7467600"/>
              <a:gd name="connsiteY420" fmla="*/ 6493982 h 6858000"/>
              <a:gd name="connsiteX421" fmla="*/ 2147336 w 7467600"/>
              <a:gd name="connsiteY421" fmla="*/ 6594052 h 6858000"/>
              <a:gd name="connsiteX422" fmla="*/ 2207047 w 7467600"/>
              <a:gd name="connsiteY422" fmla="*/ 6654540 h 6858000"/>
              <a:gd name="connsiteX423" fmla="*/ 2299106 w 7467600"/>
              <a:gd name="connsiteY423" fmla="*/ 6778931 h 6858000"/>
              <a:gd name="connsiteX424" fmla="*/ 2314430 w 7467600"/>
              <a:gd name="connsiteY424" fmla="*/ 6801144 h 6858000"/>
              <a:gd name="connsiteX425" fmla="*/ 2352406 w 7467600"/>
              <a:gd name="connsiteY425" fmla="*/ 6858000 h 6858000"/>
              <a:gd name="connsiteX426" fmla="*/ 2314492 w 7467600"/>
              <a:gd name="connsiteY426" fmla="*/ 6858000 h 6858000"/>
              <a:gd name="connsiteX427" fmla="*/ 2288095 w 7467600"/>
              <a:gd name="connsiteY427" fmla="*/ 6818030 h 6858000"/>
              <a:gd name="connsiteX428" fmla="*/ 2272768 w 7467600"/>
              <a:gd name="connsiteY428" fmla="*/ 6795822 h 6858000"/>
              <a:gd name="connsiteX429" fmla="*/ 2182715 w 7467600"/>
              <a:gd name="connsiteY429" fmla="*/ 6675071 h 6858000"/>
              <a:gd name="connsiteX430" fmla="*/ 2032061 w 7467600"/>
              <a:gd name="connsiteY430" fmla="*/ 6541380 h 6858000"/>
              <a:gd name="connsiteX431" fmla="*/ 2257220 w 7467600"/>
              <a:gd name="connsiteY431" fmla="*/ 6826257 h 6858000"/>
              <a:gd name="connsiteX432" fmla="*/ 2281324 w 7467600"/>
              <a:gd name="connsiteY432" fmla="*/ 6858000 h 6858000"/>
              <a:gd name="connsiteX433" fmla="*/ 2242860 w 7467600"/>
              <a:gd name="connsiteY433" fmla="*/ 6858000 h 6858000"/>
              <a:gd name="connsiteX434" fmla="*/ 2232818 w 7467600"/>
              <a:gd name="connsiteY434" fmla="*/ 6844926 h 6858000"/>
              <a:gd name="connsiteX435" fmla="*/ 1990172 w 7467600"/>
              <a:gd name="connsiteY435" fmla="*/ 6542121 h 6858000"/>
              <a:gd name="connsiteX436" fmla="*/ 2124090 w 7467600"/>
              <a:gd name="connsiteY436" fmla="*/ 6761017 h 6858000"/>
              <a:gd name="connsiteX437" fmla="*/ 2200380 w 7467600"/>
              <a:gd name="connsiteY437" fmla="*/ 6858000 h 6858000"/>
              <a:gd name="connsiteX438" fmla="*/ 2147507 w 7467600"/>
              <a:gd name="connsiteY438" fmla="*/ 6858000 h 6858000"/>
              <a:gd name="connsiteX439" fmla="*/ 2070668 w 7467600"/>
              <a:gd name="connsiteY439" fmla="*/ 6761520 h 6858000"/>
              <a:gd name="connsiteX440" fmla="*/ 1975142 w 7467600"/>
              <a:gd name="connsiteY440" fmla="*/ 6585570 h 6858000"/>
              <a:gd name="connsiteX441" fmla="*/ 2050035 w 7467600"/>
              <a:gd name="connsiteY441" fmla="*/ 6813345 h 6858000"/>
              <a:gd name="connsiteX442" fmla="*/ 2063025 w 7467600"/>
              <a:gd name="connsiteY442" fmla="*/ 6858000 h 6858000"/>
              <a:gd name="connsiteX443" fmla="*/ 2021675 w 7467600"/>
              <a:gd name="connsiteY443" fmla="*/ 6858000 h 6858000"/>
              <a:gd name="connsiteX444" fmla="*/ 2019308 w 7467600"/>
              <a:gd name="connsiteY444" fmla="*/ 6847118 h 6858000"/>
              <a:gd name="connsiteX445" fmla="*/ 1938835 w 7467600"/>
              <a:gd name="connsiteY445" fmla="*/ 6551160 h 6858000"/>
              <a:gd name="connsiteX446" fmla="*/ 1953230 w 7467600"/>
              <a:gd name="connsiteY446" fmla="*/ 6759699 h 6858000"/>
              <a:gd name="connsiteX447" fmla="*/ 1956763 w 7467600"/>
              <a:gd name="connsiteY447" fmla="*/ 6778191 h 6858000"/>
              <a:gd name="connsiteX448" fmla="*/ 1967925 w 7467600"/>
              <a:gd name="connsiteY448" fmla="*/ 6858000 h 6858000"/>
              <a:gd name="connsiteX449" fmla="*/ 1936622 w 7467600"/>
              <a:gd name="connsiteY449" fmla="*/ 6858000 h 6858000"/>
              <a:gd name="connsiteX450" fmla="*/ 1926261 w 7467600"/>
              <a:gd name="connsiteY450" fmla="*/ 6784064 h 6858000"/>
              <a:gd name="connsiteX451" fmla="*/ 1922724 w 7467600"/>
              <a:gd name="connsiteY451" fmla="*/ 6765577 h 6858000"/>
              <a:gd name="connsiteX452" fmla="*/ 1904650 w 7467600"/>
              <a:gd name="connsiteY452" fmla="*/ 6639616 h 6858000"/>
              <a:gd name="connsiteX453" fmla="*/ 1885273 w 7467600"/>
              <a:gd name="connsiteY453" fmla="*/ 6858000 h 6858000"/>
              <a:gd name="connsiteX454" fmla="*/ 1854363 w 7467600"/>
              <a:gd name="connsiteY454" fmla="*/ 6858000 h 6858000"/>
              <a:gd name="connsiteX455" fmla="*/ 1880391 w 7467600"/>
              <a:gd name="connsiteY455" fmla="*/ 6603796 h 6858000"/>
              <a:gd name="connsiteX456" fmla="*/ 1818273 w 7467600"/>
              <a:gd name="connsiteY456" fmla="*/ 6715729 h 6858000"/>
              <a:gd name="connsiteX457" fmla="*/ 1794691 w 7467600"/>
              <a:gd name="connsiteY457" fmla="*/ 6843239 h 6858000"/>
              <a:gd name="connsiteX458" fmla="*/ 1794914 w 7467600"/>
              <a:gd name="connsiteY458" fmla="*/ 6858000 h 6858000"/>
              <a:gd name="connsiteX459" fmla="*/ 1746128 w 7467600"/>
              <a:gd name="connsiteY459" fmla="*/ 6858000 h 6858000"/>
              <a:gd name="connsiteX460" fmla="*/ 1753934 w 7467600"/>
              <a:gd name="connsiteY460" fmla="*/ 6724796 h 6858000"/>
              <a:gd name="connsiteX461" fmla="*/ 1792053 w 7467600"/>
              <a:gd name="connsiteY461" fmla="*/ 6572396 h 6858000"/>
              <a:gd name="connsiteX462" fmla="*/ 1862248 w 7467600"/>
              <a:gd name="connsiteY462" fmla="*/ 6266397 h 6858000"/>
              <a:gd name="connsiteX463" fmla="*/ 1862250 w 7467600"/>
              <a:gd name="connsiteY463" fmla="*/ 6033531 h 6858000"/>
              <a:gd name="connsiteX464" fmla="*/ 1211999 w 7467600"/>
              <a:gd name="connsiteY464" fmla="*/ 6683610 h 6858000"/>
              <a:gd name="connsiteX465" fmla="*/ 1213266 w 7467600"/>
              <a:gd name="connsiteY465" fmla="*/ 6691947 h 6858000"/>
              <a:gd name="connsiteX466" fmla="*/ 1203370 w 7467600"/>
              <a:gd name="connsiteY466" fmla="*/ 6850676 h 6858000"/>
              <a:gd name="connsiteX467" fmla="*/ 1203671 w 7467600"/>
              <a:gd name="connsiteY467" fmla="*/ 6858000 h 6858000"/>
              <a:gd name="connsiteX468" fmla="*/ 1143180 w 7467600"/>
              <a:gd name="connsiteY468" fmla="*/ 6858000 h 6858000"/>
              <a:gd name="connsiteX469" fmla="*/ 1142176 w 7467600"/>
              <a:gd name="connsiteY469" fmla="*/ 6766045 h 6858000"/>
              <a:gd name="connsiteX470" fmla="*/ 1067484 w 7467600"/>
              <a:gd name="connsiteY470" fmla="*/ 6858000 h 6858000"/>
              <a:gd name="connsiteX471" fmla="*/ 953928 w 7467600"/>
              <a:gd name="connsiteY471" fmla="*/ 6858000 h 6858000"/>
              <a:gd name="connsiteX472" fmla="*/ 959715 w 7467600"/>
              <a:gd name="connsiteY472" fmla="*/ 6850185 h 6858000"/>
              <a:gd name="connsiteX473" fmla="*/ 1483788 w 7467600"/>
              <a:gd name="connsiteY473" fmla="*/ 6259174 h 6858000"/>
              <a:gd name="connsiteX474" fmla="*/ 1100671 w 7467600"/>
              <a:gd name="connsiteY474" fmla="*/ 6252137 h 6858000"/>
              <a:gd name="connsiteX475" fmla="*/ 1090144 w 7467600"/>
              <a:gd name="connsiteY475" fmla="*/ 6256748 h 6858000"/>
              <a:gd name="connsiteX476" fmla="*/ 1095872 w 7467600"/>
              <a:gd name="connsiteY476" fmla="*/ 6271892 h 6858000"/>
              <a:gd name="connsiteX477" fmla="*/ 262785 w 7467600"/>
              <a:gd name="connsiteY477" fmla="*/ 6845450 h 6858000"/>
              <a:gd name="connsiteX478" fmla="*/ 209968 w 7467600"/>
              <a:gd name="connsiteY478" fmla="*/ 6770713 h 6858000"/>
              <a:gd name="connsiteX479" fmla="*/ 873460 w 7467600"/>
              <a:gd name="connsiteY479" fmla="*/ 6253768 h 6858000"/>
              <a:gd name="connsiteX480" fmla="*/ 192686 w 7467600"/>
              <a:gd name="connsiteY480" fmla="*/ 5849257 h 6858000"/>
              <a:gd name="connsiteX481" fmla="*/ 4696 w 7467600"/>
              <a:gd name="connsiteY481" fmla="*/ 5697668 h 6858000"/>
              <a:gd name="connsiteX482" fmla="*/ 0 w 7467600"/>
              <a:gd name="connsiteY482" fmla="*/ 5689984 h 6858000"/>
              <a:gd name="connsiteX483" fmla="*/ 0 w 7467600"/>
              <a:gd name="connsiteY483" fmla="*/ 5513472 h 6858000"/>
              <a:gd name="connsiteX484" fmla="*/ 174101 w 7467600"/>
              <a:gd name="connsiteY484" fmla="*/ 5620277 h 6858000"/>
              <a:gd name="connsiteX485" fmla="*/ 891800 w 7467600"/>
              <a:gd name="connsiteY485" fmla="*/ 6036935 h 6858000"/>
              <a:gd name="connsiteX486" fmla="*/ 1072219 w 7467600"/>
              <a:gd name="connsiteY486" fmla="*/ 6169443 h 6858000"/>
              <a:gd name="connsiteX487" fmla="*/ 1074117 w 7467600"/>
              <a:gd name="connsiteY487" fmla="*/ 6170301 h 6858000"/>
              <a:gd name="connsiteX488" fmla="*/ 1083114 w 7467600"/>
              <a:gd name="connsiteY488" fmla="*/ 6174131 h 6858000"/>
              <a:gd name="connsiteX489" fmla="*/ 1543010 w 7467600"/>
              <a:gd name="connsiteY489" fmla="*/ 6191140 h 6858000"/>
              <a:gd name="connsiteX490" fmla="*/ 1551080 w 7467600"/>
              <a:gd name="connsiteY490" fmla="*/ 6195006 h 6858000"/>
              <a:gd name="connsiteX491" fmla="*/ 2345443 w 7467600"/>
              <a:gd name="connsiteY491" fmla="*/ 5549882 h 6858000"/>
              <a:gd name="connsiteX492" fmla="*/ 1721499 w 7467600"/>
              <a:gd name="connsiteY492" fmla="*/ 5599969 h 6858000"/>
              <a:gd name="connsiteX493" fmla="*/ 767716 w 7467600"/>
              <a:gd name="connsiteY493" fmla="*/ 5472768 h 6858000"/>
              <a:gd name="connsiteX494" fmla="*/ 722147 w 7467600"/>
              <a:gd name="connsiteY494" fmla="*/ 5393091 h 6858000"/>
              <a:gd name="connsiteX495" fmla="*/ 1485552 w 7467600"/>
              <a:gd name="connsiteY495" fmla="*/ 5313202 h 6858000"/>
              <a:gd name="connsiteX496" fmla="*/ 2143004 w 7467600"/>
              <a:gd name="connsiteY496" fmla="*/ 5402420 h 6858000"/>
              <a:gd name="connsiteX497" fmla="*/ 1933391 w 7467600"/>
              <a:gd name="connsiteY497" fmla="*/ 5156971 h 6858000"/>
              <a:gd name="connsiteX498" fmla="*/ 1827118 w 7467600"/>
              <a:gd name="connsiteY498" fmla="*/ 4968410 h 6858000"/>
              <a:gd name="connsiteX499" fmla="*/ 1837349 w 7467600"/>
              <a:gd name="connsiteY499" fmla="*/ 4956357 h 6858000"/>
              <a:gd name="connsiteX500" fmla="*/ 2162835 w 7467600"/>
              <a:gd name="connsiteY500" fmla="*/ 5187853 h 6858000"/>
              <a:gd name="connsiteX501" fmla="*/ 2257167 w 7467600"/>
              <a:gd name="connsiteY501" fmla="*/ 5462123 h 6858000"/>
              <a:gd name="connsiteX502" fmla="*/ 2261598 w 7467600"/>
              <a:gd name="connsiteY502" fmla="*/ 5467998 h 6858000"/>
              <a:gd name="connsiteX503" fmla="*/ 2437177 w 7467600"/>
              <a:gd name="connsiteY503" fmla="*/ 5479608 h 6858000"/>
              <a:gd name="connsiteX504" fmla="*/ 2445247 w 7467600"/>
              <a:gd name="connsiteY504" fmla="*/ 5483476 h 6858000"/>
              <a:gd name="connsiteX505" fmla="*/ 2743626 w 7467600"/>
              <a:gd name="connsiteY505" fmla="*/ 5304819 h 6858000"/>
              <a:gd name="connsiteX506" fmla="*/ 3048102 w 7467600"/>
              <a:gd name="connsiteY506" fmla="*/ 5150595 h 6858000"/>
              <a:gd name="connsiteX507" fmla="*/ 1799414 w 7467600"/>
              <a:gd name="connsiteY507" fmla="*/ 4694732 h 6858000"/>
              <a:gd name="connsiteX508" fmla="*/ 1771735 w 7467600"/>
              <a:gd name="connsiteY508" fmla="*/ 4619929 h 6858000"/>
              <a:gd name="connsiteX509" fmla="*/ 3104273 w 7467600"/>
              <a:gd name="connsiteY509" fmla="*/ 5076159 h 6858000"/>
              <a:gd name="connsiteX510" fmla="*/ 3113245 w 7467600"/>
              <a:gd name="connsiteY510" fmla="*/ 5090705 h 6858000"/>
              <a:gd name="connsiteX511" fmla="*/ 3126294 w 7467600"/>
              <a:gd name="connsiteY511" fmla="*/ 5114400 h 6858000"/>
              <a:gd name="connsiteX512" fmla="*/ 3937433 w 7467600"/>
              <a:gd name="connsiteY512" fmla="*/ 4830473 h 6858000"/>
              <a:gd name="connsiteX513" fmla="*/ 3590475 w 7467600"/>
              <a:gd name="connsiteY513" fmla="*/ 4597974 h 6858000"/>
              <a:gd name="connsiteX514" fmla="*/ 3100264 w 7467600"/>
              <a:gd name="connsiteY514" fmla="*/ 4579845 h 6858000"/>
              <a:gd name="connsiteX515" fmla="*/ 2183576 w 7467600"/>
              <a:gd name="connsiteY515" fmla="*/ 4227150 h 6858000"/>
              <a:gd name="connsiteX516" fmla="*/ 2151029 w 7467600"/>
              <a:gd name="connsiteY516" fmla="*/ 4146947 h 6858000"/>
              <a:gd name="connsiteX517" fmla="*/ 3563434 w 7467600"/>
              <a:gd name="connsiteY517" fmla="*/ 4469115 h 6858000"/>
              <a:gd name="connsiteX518" fmla="*/ 3177952 w 7467600"/>
              <a:gd name="connsiteY518" fmla="*/ 3657386 h 6858000"/>
              <a:gd name="connsiteX519" fmla="*/ 3189263 w 7467600"/>
              <a:gd name="connsiteY519" fmla="*/ 3625726 h 6858000"/>
              <a:gd name="connsiteX520" fmla="*/ 3560912 w 7467600"/>
              <a:gd name="connsiteY520" fmla="*/ 4079863 h 6858000"/>
              <a:gd name="connsiteX521" fmla="*/ 3626636 w 7467600"/>
              <a:gd name="connsiteY521" fmla="*/ 4512230 h 6858000"/>
              <a:gd name="connsiteX522" fmla="*/ 3653088 w 7467600"/>
              <a:gd name="connsiteY522" fmla="*/ 4521417 h 6858000"/>
              <a:gd name="connsiteX523" fmla="*/ 3988128 w 7467600"/>
              <a:gd name="connsiteY523" fmla="*/ 4817267 h 6858000"/>
              <a:gd name="connsiteX524" fmla="*/ 4830582 w 7467600"/>
              <a:gd name="connsiteY524" fmla="*/ 4676000 h 6858000"/>
              <a:gd name="connsiteX525" fmla="*/ 4830100 w 7467600"/>
              <a:gd name="connsiteY525" fmla="*/ 4675554 h 6858000"/>
              <a:gd name="connsiteX526" fmla="*/ 4036318 w 7467600"/>
              <a:gd name="connsiteY526" fmla="*/ 4147013 h 6858000"/>
              <a:gd name="connsiteX527" fmla="*/ 3432098 w 7467600"/>
              <a:gd name="connsiteY527" fmla="*/ 3537312 h 6858000"/>
              <a:gd name="connsiteX528" fmla="*/ 3446761 w 7467600"/>
              <a:gd name="connsiteY528" fmla="*/ 3461278 h 6858000"/>
              <a:gd name="connsiteX529" fmla="*/ 4419733 w 7467600"/>
              <a:gd name="connsiteY529" fmla="*/ 3963555 h 6858000"/>
              <a:gd name="connsiteX530" fmla="*/ 4781371 w 7467600"/>
              <a:gd name="connsiteY530" fmla="*/ 4458604 h 6858000"/>
              <a:gd name="connsiteX531" fmla="*/ 4780440 w 7467600"/>
              <a:gd name="connsiteY531" fmla="*/ 4470290 h 6858000"/>
              <a:gd name="connsiteX532" fmla="*/ 4898954 w 7467600"/>
              <a:gd name="connsiteY532" fmla="*/ 4662092 h 6858000"/>
              <a:gd name="connsiteX533" fmla="*/ 4900699 w 7467600"/>
              <a:gd name="connsiteY533" fmla="*/ 4670867 h 6858000"/>
              <a:gd name="connsiteX534" fmla="*/ 5714511 w 7467600"/>
              <a:gd name="connsiteY534" fmla="*/ 4663483 h 6858000"/>
              <a:gd name="connsiteX535" fmla="*/ 5464793 w 7467600"/>
              <a:gd name="connsiteY535" fmla="*/ 4393556 h 6858000"/>
              <a:gd name="connsiteX536" fmla="*/ 5461897 w 7467600"/>
              <a:gd name="connsiteY536" fmla="*/ 4390879 h 6858000"/>
              <a:gd name="connsiteX537" fmla="*/ 4294126 w 7467600"/>
              <a:gd name="connsiteY537" fmla="*/ 3303048 h 6858000"/>
              <a:gd name="connsiteX538" fmla="*/ 4305321 w 7467600"/>
              <a:gd name="connsiteY538" fmla="*/ 3256953 h 6858000"/>
              <a:gd name="connsiteX539" fmla="*/ 4949299 w 7467600"/>
              <a:gd name="connsiteY539" fmla="*/ 3766336 h 6858000"/>
              <a:gd name="connsiteX540" fmla="*/ 5291452 w 7467600"/>
              <a:gd name="connsiteY540" fmla="*/ 4076801 h 6858000"/>
              <a:gd name="connsiteX541" fmla="*/ 5434998 w 7467600"/>
              <a:gd name="connsiteY541" fmla="*/ 4254100 h 6858000"/>
              <a:gd name="connsiteX542" fmla="*/ 5351015 w 7467600"/>
              <a:gd name="connsiteY542" fmla="*/ 3760989 h 6858000"/>
              <a:gd name="connsiteX543" fmla="*/ 5413780 w 7467600"/>
              <a:gd name="connsiteY543" fmla="*/ 2966265 h 6858000"/>
              <a:gd name="connsiteX544" fmla="*/ 5425627 w 7467600"/>
              <a:gd name="connsiteY544" fmla="*/ 2954192 h 6858000"/>
              <a:gd name="connsiteX545" fmla="*/ 6604735 w 7467600"/>
              <a:gd name="connsiteY545" fmla="*/ 2041381 h 6858000"/>
              <a:gd name="connsiteX546" fmla="*/ 7204487 w 7467600"/>
              <a:gd name="connsiteY546" fmla="*/ 2742112 h 6858000"/>
              <a:gd name="connsiteX547" fmla="*/ 7131592 w 7467600"/>
              <a:gd name="connsiteY547" fmla="*/ 2672096 h 6858000"/>
              <a:gd name="connsiteX548" fmla="*/ 6996344 w 7467600"/>
              <a:gd name="connsiteY548" fmla="*/ 2518310 h 6858000"/>
              <a:gd name="connsiteX549" fmla="*/ 6735495 w 7467600"/>
              <a:gd name="connsiteY549" fmla="*/ 2196890 h 6858000"/>
              <a:gd name="connsiteX550" fmla="*/ 6721901 w 7467600"/>
              <a:gd name="connsiteY550" fmla="*/ 2179274 h 6858000"/>
              <a:gd name="connsiteX551" fmla="*/ 6604735 w 7467600"/>
              <a:gd name="connsiteY551" fmla="*/ 2041381 h 6858000"/>
              <a:gd name="connsiteX552" fmla="*/ 6591670 w 7467600"/>
              <a:gd name="connsiteY552" fmla="*/ 1988277 h 6858000"/>
              <a:gd name="connsiteX553" fmla="*/ 6747349 w 7467600"/>
              <a:gd name="connsiteY553" fmla="*/ 2160069 h 6858000"/>
              <a:gd name="connsiteX554" fmla="*/ 6760943 w 7467600"/>
              <a:gd name="connsiteY554" fmla="*/ 2177686 h 6858000"/>
              <a:gd name="connsiteX555" fmla="*/ 7021065 w 7467600"/>
              <a:gd name="connsiteY555" fmla="*/ 2498102 h 6858000"/>
              <a:gd name="connsiteX556" fmla="*/ 7155223 w 7467600"/>
              <a:gd name="connsiteY556" fmla="*/ 2650386 h 6858000"/>
              <a:gd name="connsiteX557" fmla="*/ 7203167 w 7467600"/>
              <a:gd name="connsiteY557" fmla="*/ 2697288 h 6858000"/>
              <a:gd name="connsiteX558" fmla="*/ 6937703 w 7467600"/>
              <a:gd name="connsiteY558" fmla="*/ 2321981 h 6858000"/>
              <a:gd name="connsiteX559" fmla="*/ 6591670 w 7467600"/>
              <a:gd name="connsiteY559" fmla="*/ 1988277 h 6858000"/>
              <a:gd name="connsiteX560" fmla="*/ 5798671 w 7467600"/>
              <a:gd name="connsiteY560" fmla="*/ 1981601 h 6858000"/>
              <a:gd name="connsiteX561" fmla="*/ 5754709 w 7467600"/>
              <a:gd name="connsiteY561" fmla="*/ 2071454 h 6858000"/>
              <a:gd name="connsiteX562" fmla="*/ 5763044 w 7467600"/>
              <a:gd name="connsiteY562" fmla="*/ 2842206 h 6858000"/>
              <a:gd name="connsiteX563" fmla="*/ 5764974 w 7467600"/>
              <a:gd name="connsiteY563" fmla="*/ 2799609 h 6858000"/>
              <a:gd name="connsiteX564" fmla="*/ 5767665 w 7467600"/>
              <a:gd name="connsiteY564" fmla="*/ 2666409 h 6858000"/>
              <a:gd name="connsiteX565" fmla="*/ 5763055 w 7467600"/>
              <a:gd name="connsiteY565" fmla="*/ 2579705 h 6858000"/>
              <a:gd name="connsiteX566" fmla="*/ 5758079 w 7467600"/>
              <a:gd name="connsiteY566" fmla="*/ 2492508 h 6858000"/>
              <a:gd name="connsiteX567" fmla="*/ 5779325 w 7467600"/>
              <a:gd name="connsiteY567" fmla="*/ 2197069 h 6858000"/>
              <a:gd name="connsiteX568" fmla="*/ 5798671 w 7467600"/>
              <a:gd name="connsiteY568" fmla="*/ 1981601 h 6858000"/>
              <a:gd name="connsiteX569" fmla="*/ 5829202 w 7467600"/>
              <a:gd name="connsiteY569" fmla="*/ 1971679 h 6858000"/>
              <a:gd name="connsiteX570" fmla="*/ 5809558 w 7467600"/>
              <a:gd name="connsiteY570" fmla="*/ 2198043 h 6858000"/>
              <a:gd name="connsiteX571" fmla="*/ 5788653 w 7467600"/>
              <a:gd name="connsiteY571" fmla="*/ 2489430 h 6858000"/>
              <a:gd name="connsiteX572" fmla="*/ 5793439 w 7467600"/>
              <a:gd name="connsiteY572" fmla="*/ 2575235 h 6858000"/>
              <a:gd name="connsiteX573" fmla="*/ 5796837 w 7467600"/>
              <a:gd name="connsiteY573" fmla="*/ 2637633 h 6858000"/>
              <a:gd name="connsiteX574" fmla="*/ 5818614 w 7467600"/>
              <a:gd name="connsiteY574" fmla="*/ 2473055 h 6858000"/>
              <a:gd name="connsiteX575" fmla="*/ 5829202 w 7467600"/>
              <a:gd name="connsiteY575" fmla="*/ 1971679 h 6858000"/>
              <a:gd name="connsiteX576" fmla="*/ 5911389 w 7467600"/>
              <a:gd name="connsiteY576" fmla="*/ 1898371 h 6858000"/>
              <a:gd name="connsiteX577" fmla="*/ 6237627 w 7467600"/>
              <a:gd name="connsiteY577" fmla="*/ 2231921 h 6858000"/>
              <a:gd name="connsiteX578" fmla="*/ 5911389 w 7467600"/>
              <a:gd name="connsiteY578" fmla="*/ 1898371 h 6858000"/>
              <a:gd name="connsiteX579" fmla="*/ 6944437 w 7467600"/>
              <a:gd name="connsiteY579" fmla="*/ 1575402 h 6858000"/>
              <a:gd name="connsiteX580" fmla="*/ 6304730 w 7467600"/>
              <a:gd name="connsiteY580" fmla="*/ 1766654 h 6858000"/>
              <a:gd name="connsiteX581" fmla="*/ 6944437 w 7467600"/>
              <a:gd name="connsiteY581" fmla="*/ 1575402 h 6858000"/>
              <a:gd name="connsiteX582" fmla="*/ 7019523 w 7467600"/>
              <a:gd name="connsiteY582" fmla="*/ 1519450 h 6858000"/>
              <a:gd name="connsiteX583" fmla="*/ 6298091 w 7467600"/>
              <a:gd name="connsiteY583" fmla="*/ 1737122 h 6858000"/>
              <a:gd name="connsiteX584" fmla="*/ 7019523 w 7467600"/>
              <a:gd name="connsiteY584" fmla="*/ 1519450 h 6858000"/>
              <a:gd name="connsiteX585" fmla="*/ 2399523 w 7467600"/>
              <a:gd name="connsiteY585" fmla="*/ 1428234 h 6858000"/>
              <a:gd name="connsiteX586" fmla="*/ 2224982 w 7467600"/>
              <a:gd name="connsiteY586" fmla="*/ 1826201 h 6858000"/>
              <a:gd name="connsiteX587" fmla="*/ 2096099 w 7467600"/>
              <a:gd name="connsiteY587" fmla="*/ 2345900 h 6858000"/>
              <a:gd name="connsiteX588" fmla="*/ 2283317 w 7467600"/>
              <a:gd name="connsiteY588" fmla="*/ 1796925 h 6858000"/>
              <a:gd name="connsiteX589" fmla="*/ 2399523 w 7467600"/>
              <a:gd name="connsiteY589" fmla="*/ 1428234 h 6858000"/>
              <a:gd name="connsiteX590" fmla="*/ 2448558 w 7467600"/>
              <a:gd name="connsiteY590" fmla="*/ 1373435 h 6858000"/>
              <a:gd name="connsiteX591" fmla="*/ 2312521 w 7467600"/>
              <a:gd name="connsiteY591" fmla="*/ 1806140 h 6858000"/>
              <a:gd name="connsiteX592" fmla="*/ 2127533 w 7467600"/>
              <a:gd name="connsiteY592" fmla="*/ 2348380 h 6858000"/>
              <a:gd name="connsiteX593" fmla="*/ 2358080 w 7467600"/>
              <a:gd name="connsiteY593" fmla="*/ 1866134 h 6858000"/>
              <a:gd name="connsiteX594" fmla="*/ 2407436 w 7467600"/>
              <a:gd name="connsiteY594" fmla="*/ 1651070 h 6858000"/>
              <a:gd name="connsiteX595" fmla="*/ 2448558 w 7467600"/>
              <a:gd name="connsiteY595" fmla="*/ 1373435 h 6858000"/>
              <a:gd name="connsiteX596" fmla="*/ 278707 w 7467600"/>
              <a:gd name="connsiteY596" fmla="*/ 1352270 h 6858000"/>
              <a:gd name="connsiteX597" fmla="*/ 321570 w 7467600"/>
              <a:gd name="connsiteY597" fmla="*/ 1861610 h 6858000"/>
              <a:gd name="connsiteX598" fmla="*/ 294281 w 7467600"/>
              <a:gd name="connsiteY598" fmla="*/ 1440658 h 6858000"/>
              <a:gd name="connsiteX599" fmla="*/ 278707 w 7467600"/>
              <a:gd name="connsiteY599" fmla="*/ 1352270 h 6858000"/>
              <a:gd name="connsiteX600" fmla="*/ 1423821 w 7467600"/>
              <a:gd name="connsiteY600" fmla="*/ 1351958 h 6858000"/>
              <a:gd name="connsiteX601" fmla="*/ 1638521 w 7467600"/>
              <a:gd name="connsiteY601" fmla="*/ 1908470 h 6858000"/>
              <a:gd name="connsiteX602" fmla="*/ 1754199 w 7467600"/>
              <a:gd name="connsiteY602" fmla="*/ 2149284 h 6858000"/>
              <a:gd name="connsiteX603" fmla="*/ 1908359 w 7467600"/>
              <a:gd name="connsiteY603" fmla="*/ 2364988 h 6858000"/>
              <a:gd name="connsiteX604" fmla="*/ 1647661 w 7467600"/>
              <a:gd name="connsiteY604" fmla="*/ 1825945 h 6858000"/>
              <a:gd name="connsiteX605" fmla="*/ 1423821 w 7467600"/>
              <a:gd name="connsiteY605" fmla="*/ 1351958 h 6858000"/>
              <a:gd name="connsiteX606" fmla="*/ 1431890 w 7467600"/>
              <a:gd name="connsiteY606" fmla="*/ 1306475 h 6858000"/>
              <a:gd name="connsiteX607" fmla="*/ 1507597 w 7467600"/>
              <a:gd name="connsiteY607" fmla="*/ 1446132 h 6858000"/>
              <a:gd name="connsiteX608" fmla="*/ 1674586 w 7467600"/>
              <a:gd name="connsiteY608" fmla="*/ 1813832 h 6858000"/>
              <a:gd name="connsiteX609" fmla="*/ 1815950 w 7467600"/>
              <a:gd name="connsiteY609" fmla="*/ 2128564 h 6858000"/>
              <a:gd name="connsiteX610" fmla="*/ 1984242 w 7467600"/>
              <a:gd name="connsiteY610" fmla="*/ 2430829 h 6858000"/>
              <a:gd name="connsiteX611" fmla="*/ 2014023 w 7467600"/>
              <a:gd name="connsiteY611" fmla="*/ 2450995 h 6858000"/>
              <a:gd name="connsiteX612" fmla="*/ 1747337 w 7467600"/>
              <a:gd name="connsiteY612" fmla="*/ 1855264 h 6858000"/>
              <a:gd name="connsiteX613" fmla="*/ 1533749 w 7467600"/>
              <a:gd name="connsiteY613" fmla="*/ 1478656 h 6858000"/>
              <a:gd name="connsiteX614" fmla="*/ 1431890 w 7467600"/>
              <a:gd name="connsiteY614" fmla="*/ 1306475 h 6858000"/>
              <a:gd name="connsiteX615" fmla="*/ 5052692 w 7467600"/>
              <a:gd name="connsiteY615" fmla="*/ 1292994 h 6858000"/>
              <a:gd name="connsiteX616" fmla="*/ 5200661 w 7467600"/>
              <a:gd name="connsiteY616" fmla="*/ 1635186 h 6858000"/>
              <a:gd name="connsiteX617" fmla="*/ 5297138 w 7467600"/>
              <a:gd name="connsiteY617" fmla="*/ 1906351 h 6858000"/>
              <a:gd name="connsiteX618" fmla="*/ 5052692 w 7467600"/>
              <a:gd name="connsiteY618" fmla="*/ 1292994 h 6858000"/>
              <a:gd name="connsiteX619" fmla="*/ 5009948 w 7467600"/>
              <a:gd name="connsiteY619" fmla="*/ 1273619 h 6858000"/>
              <a:gd name="connsiteX620" fmla="*/ 5121777 w 7467600"/>
              <a:gd name="connsiteY620" fmla="*/ 1654213 h 6858000"/>
              <a:gd name="connsiteX621" fmla="*/ 5293545 w 7467600"/>
              <a:gd name="connsiteY621" fmla="*/ 2072247 h 6858000"/>
              <a:gd name="connsiteX622" fmla="*/ 5294042 w 7467600"/>
              <a:gd name="connsiteY622" fmla="*/ 2065019 h 6858000"/>
              <a:gd name="connsiteX623" fmla="*/ 5171936 w 7467600"/>
              <a:gd name="connsiteY623" fmla="*/ 1647613 h 6858000"/>
              <a:gd name="connsiteX624" fmla="*/ 5009948 w 7467600"/>
              <a:gd name="connsiteY624" fmla="*/ 1273619 h 6858000"/>
              <a:gd name="connsiteX625" fmla="*/ 655236 w 7467600"/>
              <a:gd name="connsiteY625" fmla="*/ 1268632 h 6858000"/>
              <a:gd name="connsiteX626" fmla="*/ 839521 w 7467600"/>
              <a:gd name="connsiteY626" fmla="*/ 1685315 h 6858000"/>
              <a:gd name="connsiteX627" fmla="*/ 1109416 w 7467600"/>
              <a:gd name="connsiteY627" fmla="*/ 2061663 h 6858000"/>
              <a:gd name="connsiteX628" fmla="*/ 1298300 w 7467600"/>
              <a:gd name="connsiteY628" fmla="*/ 2247742 h 6858000"/>
              <a:gd name="connsiteX629" fmla="*/ 1125871 w 7467600"/>
              <a:gd name="connsiteY629" fmla="*/ 1989513 h 6858000"/>
              <a:gd name="connsiteX630" fmla="*/ 981574 w 7467600"/>
              <a:gd name="connsiteY630" fmla="*/ 1783157 h 6858000"/>
              <a:gd name="connsiteX631" fmla="*/ 922198 w 7467600"/>
              <a:gd name="connsiteY631" fmla="*/ 1677437 h 6858000"/>
              <a:gd name="connsiteX632" fmla="*/ 869293 w 7467600"/>
              <a:gd name="connsiteY632" fmla="*/ 1583214 h 6858000"/>
              <a:gd name="connsiteX633" fmla="*/ 751431 w 7467600"/>
              <a:gd name="connsiteY633" fmla="*/ 1405731 h 6858000"/>
              <a:gd name="connsiteX634" fmla="*/ 655236 w 7467600"/>
              <a:gd name="connsiteY634" fmla="*/ 1268632 h 6858000"/>
              <a:gd name="connsiteX635" fmla="*/ 6516292 w 7467600"/>
              <a:gd name="connsiteY635" fmla="*/ 1263064 h 6858000"/>
              <a:gd name="connsiteX636" fmla="*/ 5736320 w 7467600"/>
              <a:gd name="connsiteY636" fmla="*/ 1501803 h 6858000"/>
              <a:gd name="connsiteX637" fmla="*/ 6516292 w 7467600"/>
              <a:gd name="connsiteY637" fmla="*/ 1263064 h 6858000"/>
              <a:gd name="connsiteX638" fmla="*/ 291466 w 7467600"/>
              <a:gd name="connsiteY638" fmla="*/ 1250369 h 6858000"/>
              <a:gd name="connsiteX639" fmla="*/ 323180 w 7467600"/>
              <a:gd name="connsiteY639" fmla="*/ 1435283 h 6858000"/>
              <a:gd name="connsiteX640" fmla="*/ 349381 w 7467600"/>
              <a:gd name="connsiteY640" fmla="*/ 1875041 h 6858000"/>
              <a:gd name="connsiteX641" fmla="*/ 374363 w 7467600"/>
              <a:gd name="connsiteY641" fmla="*/ 1506494 h 6858000"/>
              <a:gd name="connsiteX642" fmla="*/ 302168 w 7467600"/>
              <a:gd name="connsiteY642" fmla="*/ 1274495 h 6858000"/>
              <a:gd name="connsiteX643" fmla="*/ 291466 w 7467600"/>
              <a:gd name="connsiteY643" fmla="*/ 1250369 h 6858000"/>
              <a:gd name="connsiteX644" fmla="*/ 678222 w 7467600"/>
              <a:gd name="connsiteY644" fmla="*/ 1248670 h 6858000"/>
              <a:gd name="connsiteX645" fmla="*/ 775536 w 7467600"/>
              <a:gd name="connsiteY645" fmla="*/ 1388015 h 6858000"/>
              <a:gd name="connsiteX646" fmla="*/ 894529 w 7467600"/>
              <a:gd name="connsiteY646" fmla="*/ 1567739 h 6858000"/>
              <a:gd name="connsiteX647" fmla="*/ 948000 w 7467600"/>
              <a:gd name="connsiteY647" fmla="*/ 1663088 h 6858000"/>
              <a:gd name="connsiteX648" fmla="*/ 1006812 w 7467600"/>
              <a:gd name="connsiteY648" fmla="*/ 1767683 h 6858000"/>
              <a:gd name="connsiteX649" fmla="*/ 1149133 w 7467600"/>
              <a:gd name="connsiteY649" fmla="*/ 1971513 h 6858000"/>
              <a:gd name="connsiteX650" fmla="*/ 1333952 w 7467600"/>
              <a:gd name="connsiteY650" fmla="*/ 2251620 h 6858000"/>
              <a:gd name="connsiteX651" fmla="*/ 1337329 w 7467600"/>
              <a:gd name="connsiteY651" fmla="*/ 2258350 h 6858000"/>
              <a:gd name="connsiteX652" fmla="*/ 1014726 w 7467600"/>
              <a:gd name="connsiteY652" fmla="*/ 1615556 h 6858000"/>
              <a:gd name="connsiteX653" fmla="*/ 678222 w 7467600"/>
              <a:gd name="connsiteY653" fmla="*/ 1248670 h 6858000"/>
              <a:gd name="connsiteX654" fmla="*/ 6691602 w 7467600"/>
              <a:gd name="connsiteY654" fmla="*/ 1140573 h 6858000"/>
              <a:gd name="connsiteX655" fmla="*/ 6571100 w 7467600"/>
              <a:gd name="connsiteY655" fmla="*/ 1183662 h 6858000"/>
              <a:gd name="connsiteX656" fmla="*/ 6241687 w 7467600"/>
              <a:gd name="connsiteY656" fmla="*/ 1257600 h 6858000"/>
              <a:gd name="connsiteX657" fmla="*/ 5693009 w 7467600"/>
              <a:gd name="connsiteY657" fmla="*/ 1478256 h 6858000"/>
              <a:gd name="connsiteX658" fmla="*/ 6548420 w 7467600"/>
              <a:gd name="connsiteY658" fmla="*/ 1214599 h 6858000"/>
              <a:gd name="connsiteX659" fmla="*/ 6605473 w 7467600"/>
              <a:gd name="connsiteY659" fmla="*/ 1184686 h 6858000"/>
              <a:gd name="connsiteX660" fmla="*/ 6691602 w 7467600"/>
              <a:gd name="connsiteY660" fmla="*/ 1140573 h 6858000"/>
              <a:gd name="connsiteX661" fmla="*/ 4002475 w 7467600"/>
              <a:gd name="connsiteY661" fmla="*/ 1037802 h 6858000"/>
              <a:gd name="connsiteX662" fmla="*/ 4000324 w 7467600"/>
              <a:gd name="connsiteY662" fmla="*/ 1039362 h 6858000"/>
              <a:gd name="connsiteX663" fmla="*/ 4002862 w 7467600"/>
              <a:gd name="connsiteY663" fmla="*/ 1042866 h 6858000"/>
              <a:gd name="connsiteX664" fmla="*/ 4002475 w 7467600"/>
              <a:gd name="connsiteY664" fmla="*/ 1037802 h 6858000"/>
              <a:gd name="connsiteX665" fmla="*/ 506322 w 7467600"/>
              <a:gd name="connsiteY665" fmla="*/ 1020997 h 6858000"/>
              <a:gd name="connsiteX666" fmla="*/ 533068 w 7467600"/>
              <a:gd name="connsiteY666" fmla="*/ 1029409 h 6858000"/>
              <a:gd name="connsiteX667" fmla="*/ 1232525 w 7467600"/>
              <a:gd name="connsiteY667" fmla="*/ 1804675 h 6858000"/>
              <a:gd name="connsiteX668" fmla="*/ 1388858 w 7467600"/>
              <a:gd name="connsiteY668" fmla="*/ 2368011 h 6858000"/>
              <a:gd name="connsiteX669" fmla="*/ 1384098 w 7467600"/>
              <a:gd name="connsiteY669" fmla="*/ 2378125 h 6858000"/>
              <a:gd name="connsiteX670" fmla="*/ 1425393 w 7467600"/>
              <a:gd name="connsiteY670" fmla="*/ 2589124 h 6858000"/>
              <a:gd name="connsiteX671" fmla="*/ 1424001 w 7467600"/>
              <a:gd name="connsiteY671" fmla="*/ 2597541 h 6858000"/>
              <a:gd name="connsiteX672" fmla="*/ 2152729 w 7467600"/>
              <a:gd name="connsiteY672" fmla="*/ 2864487 h 6858000"/>
              <a:gd name="connsiteX673" fmla="*/ 2020609 w 7467600"/>
              <a:gd name="connsiteY673" fmla="*/ 2539671 h 6858000"/>
              <a:gd name="connsiteX674" fmla="*/ 2018920 w 7467600"/>
              <a:gd name="connsiteY674" fmla="*/ 2536309 h 6858000"/>
              <a:gd name="connsiteX675" fmla="*/ 1342441 w 7467600"/>
              <a:gd name="connsiteY675" fmla="*/ 1173017 h 6858000"/>
              <a:gd name="connsiteX676" fmla="*/ 1367925 w 7467600"/>
              <a:gd name="connsiteY676" fmla="*/ 1135648 h 6858000"/>
              <a:gd name="connsiteX677" fmla="*/ 1771401 w 7467600"/>
              <a:gd name="connsiteY677" fmla="*/ 1806673 h 6858000"/>
              <a:gd name="connsiteX678" fmla="*/ 1972385 w 7467600"/>
              <a:gd name="connsiteY678" fmla="*/ 2198735 h 6858000"/>
              <a:gd name="connsiteX679" fmla="*/ 2040892 w 7467600"/>
              <a:gd name="connsiteY679" fmla="*/ 2405205 h 6858000"/>
              <a:gd name="connsiteX680" fmla="*/ 2131689 w 7467600"/>
              <a:gd name="connsiteY680" fmla="*/ 1936926 h 6858000"/>
              <a:gd name="connsiteX681" fmla="*/ 2454820 w 7467600"/>
              <a:gd name="connsiteY681" fmla="*/ 1248808 h 6858000"/>
              <a:gd name="connsiteX682" fmla="*/ 2492512 w 7467600"/>
              <a:gd name="connsiteY682" fmla="*/ 1302920 h 6858000"/>
              <a:gd name="connsiteX683" fmla="*/ 2081216 w 7467600"/>
              <a:gd name="connsiteY683" fmla="*/ 2527513 h 6858000"/>
              <a:gd name="connsiteX684" fmla="*/ 2081211 w 7467600"/>
              <a:gd name="connsiteY684" fmla="*/ 2528916 h 6858000"/>
              <a:gd name="connsiteX685" fmla="*/ 2199067 w 7467600"/>
              <a:gd name="connsiteY685" fmla="*/ 2884061 h 6858000"/>
              <a:gd name="connsiteX686" fmla="*/ 3192586 w 7467600"/>
              <a:gd name="connsiteY686" fmla="*/ 3411496 h 6858000"/>
              <a:gd name="connsiteX687" fmla="*/ 3182620 w 7467600"/>
              <a:gd name="connsiteY687" fmla="*/ 3483279 h 6858000"/>
              <a:gd name="connsiteX688" fmla="*/ 2435119 w 7467600"/>
              <a:gd name="connsiteY688" fmla="*/ 3080173 h 6858000"/>
              <a:gd name="connsiteX689" fmla="*/ 2410152 w 7467600"/>
              <a:gd name="connsiteY689" fmla="*/ 3063751 h 6858000"/>
              <a:gd name="connsiteX690" fmla="*/ 2408099 w 7467600"/>
              <a:gd name="connsiteY690" fmla="*/ 3064403 h 6858000"/>
              <a:gd name="connsiteX691" fmla="*/ 2407218 w 7467600"/>
              <a:gd name="connsiteY691" fmla="*/ 3070324 h 6858000"/>
              <a:gd name="connsiteX692" fmla="*/ 2380138 w 7467600"/>
              <a:gd name="connsiteY692" fmla="*/ 3099341 h 6858000"/>
              <a:gd name="connsiteX693" fmla="*/ 1765923 w 7467600"/>
              <a:gd name="connsiteY693" fmla="*/ 3581043 h 6858000"/>
              <a:gd name="connsiteX694" fmla="*/ 1702258 w 7467600"/>
              <a:gd name="connsiteY694" fmla="*/ 3612286 h 6858000"/>
              <a:gd name="connsiteX695" fmla="*/ 1538370 w 7467600"/>
              <a:gd name="connsiteY695" fmla="*/ 3811804 h 6858000"/>
              <a:gd name="connsiteX696" fmla="*/ 542867 w 7467600"/>
              <a:gd name="connsiteY696" fmla="*/ 4944092 h 6858000"/>
              <a:gd name="connsiteX697" fmla="*/ 515800 w 7467600"/>
              <a:gd name="connsiteY697" fmla="*/ 4862180 h 6858000"/>
              <a:gd name="connsiteX698" fmla="*/ 909145 w 7467600"/>
              <a:gd name="connsiteY698" fmla="*/ 4199225 h 6858000"/>
              <a:gd name="connsiteX699" fmla="*/ 1214067 w 7467600"/>
              <a:gd name="connsiteY699" fmla="*/ 3908561 h 6858000"/>
              <a:gd name="connsiteX700" fmla="*/ 640967 w 7467600"/>
              <a:gd name="connsiteY700" fmla="*/ 4105601 h 6858000"/>
              <a:gd name="connsiteX701" fmla="*/ 112563 w 7467600"/>
              <a:gd name="connsiteY701" fmla="*/ 4396952 h 6858000"/>
              <a:gd name="connsiteX702" fmla="*/ 0 w 7467600"/>
              <a:gd name="connsiteY702" fmla="*/ 4466006 h 6858000"/>
              <a:gd name="connsiteX703" fmla="*/ 0 w 7467600"/>
              <a:gd name="connsiteY703" fmla="*/ 4233763 h 6858000"/>
              <a:gd name="connsiteX704" fmla="*/ 36881 w 7467600"/>
              <a:gd name="connsiteY704" fmla="*/ 4200118 h 6858000"/>
              <a:gd name="connsiteX705" fmla="*/ 910534 w 7467600"/>
              <a:gd name="connsiteY705" fmla="*/ 3629753 h 6858000"/>
              <a:gd name="connsiteX706" fmla="*/ 1578717 w 7467600"/>
              <a:gd name="connsiteY706" fmla="*/ 3575982 h 6858000"/>
              <a:gd name="connsiteX707" fmla="*/ 2338780 w 7467600"/>
              <a:gd name="connsiteY707" fmla="*/ 3033725 h 6858000"/>
              <a:gd name="connsiteX708" fmla="*/ 1807991 w 7467600"/>
              <a:gd name="connsiteY708" fmla="*/ 2807184 h 6858000"/>
              <a:gd name="connsiteX709" fmla="*/ 1416358 w 7467600"/>
              <a:gd name="connsiteY709" fmla="*/ 3112571 h 6858000"/>
              <a:gd name="connsiteX710" fmla="*/ 939066 w 7467600"/>
              <a:gd name="connsiteY710" fmla="*/ 3378798 h 6858000"/>
              <a:gd name="connsiteX711" fmla="*/ 115099 w 7467600"/>
              <a:gd name="connsiteY711" fmla="*/ 3607650 h 6858000"/>
              <a:gd name="connsiteX712" fmla="*/ 97284 w 7467600"/>
              <a:gd name="connsiteY712" fmla="*/ 3520393 h 6858000"/>
              <a:gd name="connsiteX713" fmla="*/ 922050 w 7467600"/>
              <a:gd name="connsiteY713" fmla="*/ 3074867 h 6858000"/>
              <a:gd name="connsiteX714" fmla="*/ 1405265 w 7467600"/>
              <a:gd name="connsiteY714" fmla="*/ 3016319 h 6858000"/>
              <a:gd name="connsiteX715" fmla="*/ 1407512 w 7467600"/>
              <a:gd name="connsiteY715" fmla="*/ 3018001 h 6858000"/>
              <a:gd name="connsiteX716" fmla="*/ 1726266 w 7467600"/>
              <a:gd name="connsiteY716" fmla="*/ 2777274 h 6858000"/>
              <a:gd name="connsiteX717" fmla="*/ 625390 w 7467600"/>
              <a:gd name="connsiteY717" fmla="*/ 2514541 h 6858000"/>
              <a:gd name="connsiteX718" fmla="*/ 619799 w 7467600"/>
              <a:gd name="connsiteY718" fmla="*/ 2527180 h 6858000"/>
              <a:gd name="connsiteX719" fmla="*/ 310030 w 7467600"/>
              <a:gd name="connsiteY719" fmla="*/ 2771818 h 6858000"/>
              <a:gd name="connsiteX720" fmla="*/ 173877 w 7467600"/>
              <a:gd name="connsiteY720" fmla="*/ 2937056 h 6858000"/>
              <a:gd name="connsiteX721" fmla="*/ 77889 w 7467600"/>
              <a:gd name="connsiteY721" fmla="*/ 3138440 h 6858000"/>
              <a:gd name="connsiteX722" fmla="*/ 0 w 7467600"/>
              <a:gd name="connsiteY722" fmla="*/ 3271395 h 6858000"/>
              <a:gd name="connsiteX723" fmla="*/ 0 w 7467600"/>
              <a:gd name="connsiteY723" fmla="*/ 3153002 h 6858000"/>
              <a:gd name="connsiteX724" fmla="*/ 2386 w 7467600"/>
              <a:gd name="connsiteY724" fmla="*/ 3149203 h 6858000"/>
              <a:gd name="connsiteX725" fmla="*/ 89753 w 7467600"/>
              <a:gd name="connsiteY725" fmla="*/ 2987702 h 6858000"/>
              <a:gd name="connsiteX726" fmla="*/ 76869 w 7467600"/>
              <a:gd name="connsiteY726" fmla="*/ 3005404 h 6858000"/>
              <a:gd name="connsiteX727" fmla="*/ 32049 w 7467600"/>
              <a:gd name="connsiteY727" fmla="*/ 3065814 h 6858000"/>
              <a:gd name="connsiteX728" fmla="*/ 0 w 7467600"/>
              <a:gd name="connsiteY728" fmla="*/ 3108744 h 6858000"/>
              <a:gd name="connsiteX729" fmla="*/ 0 w 7467600"/>
              <a:gd name="connsiteY729" fmla="*/ 3058059 h 6858000"/>
              <a:gd name="connsiteX730" fmla="*/ 7610 w 7467600"/>
              <a:gd name="connsiteY730" fmla="*/ 3047889 h 6858000"/>
              <a:gd name="connsiteX731" fmla="*/ 52419 w 7467600"/>
              <a:gd name="connsiteY731" fmla="*/ 2987479 h 6858000"/>
              <a:gd name="connsiteX732" fmla="*/ 59142 w 7467600"/>
              <a:gd name="connsiteY732" fmla="*/ 2978488 h 6858000"/>
              <a:gd name="connsiteX733" fmla="*/ 0 w 7467600"/>
              <a:gd name="connsiteY733" fmla="*/ 3015334 h 6858000"/>
              <a:gd name="connsiteX734" fmla="*/ 0 w 7467600"/>
              <a:gd name="connsiteY734" fmla="*/ 2914286 h 6858000"/>
              <a:gd name="connsiteX735" fmla="*/ 36383 w 7467600"/>
              <a:gd name="connsiteY735" fmla="*/ 2901128 h 6858000"/>
              <a:gd name="connsiteX736" fmla="*/ 156329 w 7467600"/>
              <a:gd name="connsiteY736" fmla="*/ 2840533 h 6858000"/>
              <a:gd name="connsiteX737" fmla="*/ 358355 w 7467600"/>
              <a:gd name="connsiteY737" fmla="*/ 2620471 h 6858000"/>
              <a:gd name="connsiteX738" fmla="*/ 510577 w 7467600"/>
              <a:gd name="connsiteY738" fmla="*/ 2501244 h 6858000"/>
              <a:gd name="connsiteX739" fmla="*/ 211967 w 7467600"/>
              <a:gd name="connsiteY739" fmla="*/ 2479171 h 6858000"/>
              <a:gd name="connsiteX740" fmla="*/ 0 w 7467600"/>
              <a:gd name="connsiteY740" fmla="*/ 2476398 h 6858000"/>
              <a:gd name="connsiteX741" fmla="*/ 0 w 7467600"/>
              <a:gd name="connsiteY741" fmla="*/ 2389189 h 6858000"/>
              <a:gd name="connsiteX742" fmla="*/ 103062 w 7467600"/>
              <a:gd name="connsiteY742" fmla="*/ 2389518 h 6858000"/>
              <a:gd name="connsiteX743" fmla="*/ 510734 w 7467600"/>
              <a:gd name="connsiteY743" fmla="*/ 2416201 h 6858000"/>
              <a:gd name="connsiteX744" fmla="*/ 279257 w 7467600"/>
              <a:gd name="connsiteY744" fmla="*/ 2092102 h 6858000"/>
              <a:gd name="connsiteX745" fmla="*/ 65265 w 7467600"/>
              <a:gd name="connsiteY745" fmla="*/ 2006049 h 6858000"/>
              <a:gd name="connsiteX746" fmla="*/ 0 w 7467600"/>
              <a:gd name="connsiteY746" fmla="*/ 1982532 h 6858000"/>
              <a:gd name="connsiteX747" fmla="*/ 0 w 7467600"/>
              <a:gd name="connsiteY747" fmla="*/ 1912789 h 6858000"/>
              <a:gd name="connsiteX748" fmla="*/ 97460 w 7467600"/>
              <a:gd name="connsiteY748" fmla="*/ 1953725 h 6858000"/>
              <a:gd name="connsiteX749" fmla="*/ 221272 w 7467600"/>
              <a:gd name="connsiteY749" fmla="*/ 1980766 h 6858000"/>
              <a:gd name="connsiteX750" fmla="*/ 116765 w 7467600"/>
              <a:gd name="connsiteY750" fmla="*/ 1911033 h 6858000"/>
              <a:gd name="connsiteX751" fmla="*/ 16405 w 7467600"/>
              <a:gd name="connsiteY751" fmla="*/ 1803412 h 6858000"/>
              <a:gd name="connsiteX752" fmla="*/ 0 w 7467600"/>
              <a:gd name="connsiteY752" fmla="*/ 1784777 h 6858000"/>
              <a:gd name="connsiteX753" fmla="*/ 0 w 7467600"/>
              <a:gd name="connsiteY753" fmla="*/ 1740082 h 6858000"/>
              <a:gd name="connsiteX754" fmla="*/ 39394 w 7467600"/>
              <a:gd name="connsiteY754" fmla="*/ 1784856 h 6858000"/>
              <a:gd name="connsiteX755" fmla="*/ 135813 w 7467600"/>
              <a:gd name="connsiteY755" fmla="*/ 1888838 h 6858000"/>
              <a:gd name="connsiteX756" fmla="*/ 242575 w 7467600"/>
              <a:gd name="connsiteY756" fmla="*/ 1958841 h 6858000"/>
              <a:gd name="connsiteX757" fmla="*/ 82197 w 7467600"/>
              <a:gd name="connsiteY757" fmla="*/ 1754826 h 6858000"/>
              <a:gd name="connsiteX758" fmla="*/ 0 w 7467600"/>
              <a:gd name="connsiteY758" fmla="*/ 1679650 h 6858000"/>
              <a:gd name="connsiteX759" fmla="*/ 0 w 7467600"/>
              <a:gd name="connsiteY759" fmla="*/ 1602463 h 6858000"/>
              <a:gd name="connsiteX760" fmla="*/ 84689 w 7467600"/>
              <a:gd name="connsiteY760" fmla="*/ 1677442 h 6858000"/>
              <a:gd name="connsiteX761" fmla="*/ 298437 w 7467600"/>
              <a:gd name="connsiteY761" fmla="*/ 1968019 h 6858000"/>
              <a:gd name="connsiteX762" fmla="*/ 227269 w 7467600"/>
              <a:gd name="connsiteY762" fmla="*/ 1114064 h 6858000"/>
              <a:gd name="connsiteX763" fmla="*/ 248003 w 7467600"/>
              <a:gd name="connsiteY763" fmla="*/ 1089613 h 6858000"/>
              <a:gd name="connsiteX764" fmla="*/ 427020 w 7467600"/>
              <a:gd name="connsiteY764" fmla="*/ 1619803 h 6858000"/>
              <a:gd name="connsiteX765" fmla="*/ 340345 w 7467600"/>
              <a:gd name="connsiteY765" fmla="*/ 2027739 h 6858000"/>
              <a:gd name="connsiteX766" fmla="*/ 360865 w 7467600"/>
              <a:gd name="connsiteY766" fmla="*/ 2044827 h 6858000"/>
              <a:gd name="connsiteX767" fmla="*/ 560414 w 7467600"/>
              <a:gd name="connsiteY767" fmla="*/ 2421457 h 6858000"/>
              <a:gd name="connsiteX768" fmla="*/ 1359703 w 7467600"/>
              <a:gd name="connsiteY768" fmla="*/ 2578554 h 6858000"/>
              <a:gd name="connsiteX769" fmla="*/ 1359422 w 7467600"/>
              <a:gd name="connsiteY769" fmla="*/ 2577994 h 6858000"/>
              <a:gd name="connsiteX770" fmla="*/ 828701 w 7467600"/>
              <a:gd name="connsiteY770" fmla="*/ 1839520 h 6858000"/>
              <a:gd name="connsiteX771" fmla="*/ 494427 w 7467600"/>
              <a:gd name="connsiteY771" fmla="*/ 1092333 h 6858000"/>
              <a:gd name="connsiteX772" fmla="*/ 506322 w 7467600"/>
              <a:gd name="connsiteY772" fmla="*/ 1020997 h 6858000"/>
              <a:gd name="connsiteX773" fmla="*/ 4570198 w 7467600"/>
              <a:gd name="connsiteY773" fmla="*/ 978081 h 6858000"/>
              <a:gd name="connsiteX774" fmla="*/ 4523691 w 7467600"/>
              <a:gd name="connsiteY774" fmla="*/ 1127776 h 6858000"/>
              <a:gd name="connsiteX775" fmla="*/ 4509875 w 7467600"/>
              <a:gd name="connsiteY775" fmla="*/ 1167552 h 6858000"/>
              <a:gd name="connsiteX776" fmla="*/ 4478168 w 7467600"/>
              <a:gd name="connsiteY776" fmla="*/ 1260735 h 6858000"/>
              <a:gd name="connsiteX777" fmla="*/ 4409309 w 7467600"/>
              <a:gd name="connsiteY777" fmla="*/ 1666996 h 6858000"/>
              <a:gd name="connsiteX778" fmla="*/ 4370031 w 7467600"/>
              <a:gd name="connsiteY778" fmla="*/ 1955666 h 6858000"/>
              <a:gd name="connsiteX779" fmla="*/ 4570198 w 7467600"/>
              <a:gd name="connsiteY779" fmla="*/ 978081 h 6858000"/>
              <a:gd name="connsiteX780" fmla="*/ 4557898 w 7467600"/>
              <a:gd name="connsiteY780" fmla="*/ 900011 h 6858000"/>
              <a:gd name="connsiteX781" fmla="*/ 4344840 w 7467600"/>
              <a:gd name="connsiteY781" fmla="*/ 1922038 h 6858000"/>
              <a:gd name="connsiteX782" fmla="*/ 4378710 w 7467600"/>
              <a:gd name="connsiteY782" fmla="*/ 1665516 h 6858000"/>
              <a:gd name="connsiteX783" fmla="*/ 4448798 w 7467600"/>
              <a:gd name="connsiteY783" fmla="*/ 1253024 h 6858000"/>
              <a:gd name="connsiteX784" fmla="*/ 4480315 w 7467600"/>
              <a:gd name="connsiteY784" fmla="*/ 1158454 h 6858000"/>
              <a:gd name="connsiteX785" fmla="*/ 4494133 w 7467600"/>
              <a:gd name="connsiteY785" fmla="*/ 1118676 h 6858000"/>
              <a:gd name="connsiteX786" fmla="*/ 4557898 w 7467600"/>
              <a:gd name="connsiteY786" fmla="*/ 900011 h 6858000"/>
              <a:gd name="connsiteX787" fmla="*/ 5870151 w 7467600"/>
              <a:gd name="connsiteY787" fmla="*/ 898890 h 6858000"/>
              <a:gd name="connsiteX788" fmla="*/ 5861335 w 7467600"/>
              <a:gd name="connsiteY788" fmla="*/ 899177 h 6858000"/>
              <a:gd name="connsiteX789" fmla="*/ 5843702 w 7467600"/>
              <a:gd name="connsiteY789" fmla="*/ 899748 h 6858000"/>
              <a:gd name="connsiteX790" fmla="*/ 5651107 w 7467600"/>
              <a:gd name="connsiteY790" fmla="*/ 920306 h 6858000"/>
              <a:gd name="connsiteX791" fmla="*/ 5459407 w 7467600"/>
              <a:gd name="connsiteY791" fmla="*/ 940975 h 6858000"/>
              <a:gd name="connsiteX792" fmla="*/ 5374846 w 7467600"/>
              <a:gd name="connsiteY792" fmla="*/ 941988 h 6858000"/>
              <a:gd name="connsiteX793" fmla="*/ 5256105 w 7467600"/>
              <a:gd name="connsiteY793" fmla="*/ 945632 h 6858000"/>
              <a:gd name="connsiteX794" fmla="*/ 5107071 w 7467600"/>
              <a:gd name="connsiteY794" fmla="*/ 969720 h 6858000"/>
              <a:gd name="connsiteX795" fmla="*/ 4998681 w 7467600"/>
              <a:gd name="connsiteY795" fmla="*/ 988771 h 6858000"/>
              <a:gd name="connsiteX796" fmla="*/ 5870151 w 7467600"/>
              <a:gd name="connsiteY796" fmla="*/ 898890 h 6858000"/>
              <a:gd name="connsiteX797" fmla="*/ 5504425 w 7467600"/>
              <a:gd name="connsiteY797" fmla="*/ 848067 h 6858000"/>
              <a:gd name="connsiteX798" fmla="*/ 4968849 w 7467600"/>
              <a:gd name="connsiteY798" fmla="*/ 962318 h 6858000"/>
              <a:gd name="connsiteX799" fmla="*/ 5104039 w 7467600"/>
              <a:gd name="connsiteY799" fmla="*/ 940634 h 6858000"/>
              <a:gd name="connsiteX800" fmla="*/ 5256311 w 7467600"/>
              <a:gd name="connsiteY800" fmla="*/ 916490 h 6858000"/>
              <a:gd name="connsiteX801" fmla="*/ 5377381 w 7467600"/>
              <a:gd name="connsiteY801" fmla="*/ 912671 h 6858000"/>
              <a:gd name="connsiteX802" fmla="*/ 5460148 w 7467600"/>
              <a:gd name="connsiteY802" fmla="*/ 911442 h 6858000"/>
              <a:gd name="connsiteX803" fmla="*/ 5648971 w 7467600"/>
              <a:gd name="connsiteY803" fmla="*/ 891331 h 6858000"/>
              <a:gd name="connsiteX804" fmla="*/ 5844807 w 7467600"/>
              <a:gd name="connsiteY804" fmla="*/ 870718 h 6858000"/>
              <a:gd name="connsiteX805" fmla="*/ 5862975 w 7467600"/>
              <a:gd name="connsiteY805" fmla="*/ 869756 h 6858000"/>
              <a:gd name="connsiteX806" fmla="*/ 5920887 w 7467600"/>
              <a:gd name="connsiteY806" fmla="*/ 865929 h 6858000"/>
              <a:gd name="connsiteX807" fmla="*/ 5504425 w 7467600"/>
              <a:gd name="connsiteY807" fmla="*/ 848067 h 6858000"/>
              <a:gd name="connsiteX808" fmla="*/ 3607114 w 7467600"/>
              <a:gd name="connsiteY808" fmla="*/ 467441 h 6858000"/>
              <a:gd name="connsiteX809" fmla="*/ 3296242 w 7467600"/>
              <a:gd name="connsiteY809" fmla="*/ 807991 h 6858000"/>
              <a:gd name="connsiteX810" fmla="*/ 3174674 w 7467600"/>
              <a:gd name="connsiteY810" fmla="*/ 919759 h 6858000"/>
              <a:gd name="connsiteX811" fmla="*/ 3042978 w 7467600"/>
              <a:gd name="connsiteY811" fmla="*/ 1054894 h 6858000"/>
              <a:gd name="connsiteX812" fmla="*/ 2968914 w 7467600"/>
              <a:gd name="connsiteY812" fmla="*/ 1133756 h 6858000"/>
              <a:gd name="connsiteX813" fmla="*/ 3103823 w 7467600"/>
              <a:gd name="connsiteY813" fmla="*/ 1026814 h 6858000"/>
              <a:gd name="connsiteX814" fmla="*/ 3607114 w 7467600"/>
              <a:gd name="connsiteY814" fmla="*/ 467441 h 6858000"/>
              <a:gd name="connsiteX815" fmla="*/ 3744487 w 7467600"/>
              <a:gd name="connsiteY815" fmla="*/ 383136 h 6858000"/>
              <a:gd name="connsiteX816" fmla="*/ 3970213 w 7467600"/>
              <a:gd name="connsiteY816" fmla="*/ 995559 h 6858000"/>
              <a:gd name="connsiteX817" fmla="*/ 3744487 w 7467600"/>
              <a:gd name="connsiteY817" fmla="*/ 383136 h 6858000"/>
              <a:gd name="connsiteX818" fmla="*/ 3624562 w 7467600"/>
              <a:gd name="connsiteY818" fmla="*/ 367041 h 6858000"/>
              <a:gd name="connsiteX819" fmla="*/ 3489712 w 7467600"/>
              <a:gd name="connsiteY819" fmla="*/ 485386 h 6858000"/>
              <a:gd name="connsiteX820" fmla="*/ 3182994 w 7467600"/>
              <a:gd name="connsiteY820" fmla="*/ 828265 h 6858000"/>
              <a:gd name="connsiteX821" fmla="*/ 2892114 w 7467600"/>
              <a:gd name="connsiteY821" fmla="*/ 1172635 h 6858000"/>
              <a:gd name="connsiteX822" fmla="*/ 3021459 w 7467600"/>
              <a:gd name="connsiteY822" fmla="*/ 1035385 h 6858000"/>
              <a:gd name="connsiteX823" fmla="*/ 3153873 w 7467600"/>
              <a:gd name="connsiteY823" fmla="*/ 898971 h 6858000"/>
              <a:gd name="connsiteX824" fmla="*/ 3276511 w 7467600"/>
              <a:gd name="connsiteY824" fmla="*/ 786423 h 6858000"/>
              <a:gd name="connsiteX825" fmla="*/ 3584154 w 7467600"/>
              <a:gd name="connsiteY825" fmla="*/ 448218 h 6858000"/>
              <a:gd name="connsiteX826" fmla="*/ 3624562 w 7467600"/>
              <a:gd name="connsiteY826" fmla="*/ 367041 h 6858000"/>
              <a:gd name="connsiteX827" fmla="*/ 3766672 w 7467600"/>
              <a:gd name="connsiteY827" fmla="*/ 359429 h 6858000"/>
              <a:gd name="connsiteX828" fmla="*/ 3996338 w 7467600"/>
              <a:gd name="connsiteY828" fmla="*/ 968237 h 6858000"/>
              <a:gd name="connsiteX829" fmla="*/ 3766672 w 7467600"/>
              <a:gd name="connsiteY829" fmla="*/ 359429 h 6858000"/>
              <a:gd name="connsiteX830" fmla="*/ 5805386 w 7467600"/>
              <a:gd name="connsiteY830" fmla="*/ 239240 h 6858000"/>
              <a:gd name="connsiteX831" fmla="*/ 5736947 w 7467600"/>
              <a:gd name="connsiteY831" fmla="*/ 261367 h 6858000"/>
              <a:gd name="connsiteX832" fmla="*/ 5427012 w 7467600"/>
              <a:gd name="connsiteY832" fmla="*/ 311272 h 6858000"/>
              <a:gd name="connsiteX833" fmla="*/ 5147818 w 7467600"/>
              <a:gd name="connsiteY833" fmla="*/ 322112 h 6858000"/>
              <a:gd name="connsiteX834" fmla="*/ 5060854 w 7467600"/>
              <a:gd name="connsiteY834" fmla="*/ 311882 h 6858000"/>
              <a:gd name="connsiteX835" fmla="*/ 4945989 w 7467600"/>
              <a:gd name="connsiteY835" fmla="*/ 300516 h 6858000"/>
              <a:gd name="connsiteX836" fmla="*/ 5410479 w 7467600"/>
              <a:gd name="connsiteY836" fmla="*/ 348434 h 6858000"/>
              <a:gd name="connsiteX837" fmla="*/ 5805386 w 7467600"/>
              <a:gd name="connsiteY837" fmla="*/ 239240 h 6858000"/>
              <a:gd name="connsiteX838" fmla="*/ 5905192 w 7467600"/>
              <a:gd name="connsiteY838" fmla="*/ 163079 h 6858000"/>
              <a:gd name="connsiteX839" fmla="*/ 5865655 w 7467600"/>
              <a:gd name="connsiteY839" fmla="*/ 171901 h 6858000"/>
              <a:gd name="connsiteX840" fmla="*/ 5259740 w 7467600"/>
              <a:gd name="connsiteY840" fmla="*/ 257013 h 6858000"/>
              <a:gd name="connsiteX841" fmla="*/ 5208466 w 7467600"/>
              <a:gd name="connsiteY841" fmla="*/ 257550 h 6858000"/>
              <a:gd name="connsiteX842" fmla="*/ 4980204 w 7467600"/>
              <a:gd name="connsiteY842" fmla="*/ 271903 h 6858000"/>
              <a:gd name="connsiteX843" fmla="*/ 5068068 w 7467600"/>
              <a:gd name="connsiteY843" fmla="*/ 282244 h 6858000"/>
              <a:gd name="connsiteX844" fmla="*/ 5153231 w 7467600"/>
              <a:gd name="connsiteY844" fmla="*/ 292240 h 6858000"/>
              <a:gd name="connsiteX845" fmla="*/ 5426491 w 7467600"/>
              <a:gd name="connsiteY845" fmla="*/ 281128 h 6858000"/>
              <a:gd name="connsiteX846" fmla="*/ 5731212 w 7467600"/>
              <a:gd name="connsiteY846" fmla="*/ 231951 h 6858000"/>
              <a:gd name="connsiteX847" fmla="*/ 5905192 w 7467600"/>
              <a:gd name="connsiteY847" fmla="*/ 163079 h 6858000"/>
              <a:gd name="connsiteX848" fmla="*/ 5944437 w 7467600"/>
              <a:gd name="connsiteY848" fmla="*/ 113829 h 6858000"/>
              <a:gd name="connsiteX849" fmla="*/ 5825032 w 7467600"/>
              <a:gd name="connsiteY849" fmla="*/ 146405 h 6858000"/>
              <a:gd name="connsiteX850" fmla="*/ 4955599 w 7467600"/>
              <a:gd name="connsiteY850" fmla="*/ 247008 h 6858000"/>
              <a:gd name="connsiteX851" fmla="*/ 5210104 w 7467600"/>
              <a:gd name="connsiteY851" fmla="*/ 228123 h 6858000"/>
              <a:gd name="connsiteX852" fmla="*/ 5261015 w 7467600"/>
              <a:gd name="connsiteY852" fmla="*/ 227087 h 6858000"/>
              <a:gd name="connsiteX853" fmla="*/ 5861181 w 7467600"/>
              <a:gd name="connsiteY853" fmla="*/ 143093 h 6858000"/>
              <a:gd name="connsiteX854" fmla="*/ 5961252 w 7467600"/>
              <a:gd name="connsiteY854" fmla="*/ 114820 h 6858000"/>
              <a:gd name="connsiteX855" fmla="*/ 5944437 w 7467600"/>
              <a:gd name="connsiteY855" fmla="*/ 113829 h 6858000"/>
              <a:gd name="connsiteX856" fmla="*/ 3882765 w 7467600"/>
              <a:gd name="connsiteY856" fmla="*/ 0 h 6858000"/>
              <a:gd name="connsiteX857" fmla="*/ 3995099 w 7467600"/>
              <a:gd name="connsiteY857" fmla="*/ 0 h 6858000"/>
              <a:gd name="connsiteX858" fmla="*/ 4163818 w 7467600"/>
              <a:gd name="connsiteY858" fmla="*/ 234104 h 6858000"/>
              <a:gd name="connsiteX859" fmla="*/ 4172099 w 7467600"/>
              <a:gd name="connsiteY859" fmla="*/ 234207 h 6858000"/>
              <a:gd name="connsiteX860" fmla="*/ 4784282 w 7467600"/>
              <a:gd name="connsiteY860" fmla="*/ 276561 h 6858000"/>
              <a:gd name="connsiteX861" fmla="*/ 4801687 w 7467600"/>
              <a:gd name="connsiteY861" fmla="*/ 267764 h 6858000"/>
              <a:gd name="connsiteX862" fmla="*/ 6082788 w 7467600"/>
              <a:gd name="connsiteY862" fmla="*/ 64119 h 6858000"/>
              <a:gd name="connsiteX863" fmla="*/ 6099442 w 7467600"/>
              <a:gd name="connsiteY863" fmla="*/ 82568 h 6858000"/>
              <a:gd name="connsiteX864" fmla="*/ 4804137 w 7467600"/>
              <a:gd name="connsiteY864" fmla="*/ 320931 h 6858000"/>
              <a:gd name="connsiteX865" fmla="*/ 4227047 w 7467600"/>
              <a:gd name="connsiteY865" fmla="*/ 313415 h 6858000"/>
              <a:gd name="connsiteX866" fmla="*/ 4346041 w 7467600"/>
              <a:gd name="connsiteY866" fmla="*/ 456086 h 6858000"/>
              <a:gd name="connsiteX867" fmla="*/ 4870967 w 7467600"/>
              <a:gd name="connsiteY867" fmla="*/ 963061 h 6858000"/>
              <a:gd name="connsiteX868" fmla="*/ 4889647 w 7467600"/>
              <a:gd name="connsiteY868" fmla="*/ 957147 h 6858000"/>
              <a:gd name="connsiteX869" fmla="*/ 5422504 w 7467600"/>
              <a:gd name="connsiteY869" fmla="*/ 805191 h 6858000"/>
              <a:gd name="connsiteX870" fmla="*/ 6087656 w 7467600"/>
              <a:gd name="connsiteY870" fmla="*/ 826703 h 6858000"/>
              <a:gd name="connsiteX871" fmla="*/ 6058717 w 7467600"/>
              <a:gd name="connsiteY871" fmla="*/ 865992 h 6858000"/>
              <a:gd name="connsiteX872" fmla="*/ 4974153 w 7467600"/>
              <a:gd name="connsiteY872" fmla="*/ 1045456 h 6858000"/>
              <a:gd name="connsiteX873" fmla="*/ 5627835 w 7467600"/>
              <a:gd name="connsiteY873" fmla="*/ 1472077 h 6858000"/>
              <a:gd name="connsiteX874" fmla="*/ 5629817 w 7467600"/>
              <a:gd name="connsiteY874" fmla="*/ 1471412 h 6858000"/>
              <a:gd name="connsiteX875" fmla="*/ 5634124 w 7467600"/>
              <a:gd name="connsiteY875" fmla="*/ 1470572 h 6858000"/>
              <a:gd name="connsiteX876" fmla="*/ 5755832 w 7467600"/>
              <a:gd name="connsiteY876" fmla="*/ 1383886 h 6858000"/>
              <a:gd name="connsiteX877" fmla="*/ 6014186 w 7467600"/>
              <a:gd name="connsiteY877" fmla="*/ 1279799 h 6858000"/>
              <a:gd name="connsiteX878" fmla="*/ 6901619 w 7467600"/>
              <a:gd name="connsiteY878" fmla="*/ 1047874 h 6858000"/>
              <a:gd name="connsiteX879" fmla="*/ 6931566 w 7467600"/>
              <a:gd name="connsiteY879" fmla="*/ 1062034 h 6858000"/>
              <a:gd name="connsiteX880" fmla="*/ 5790982 w 7467600"/>
              <a:gd name="connsiteY880" fmla="*/ 1561380 h 6858000"/>
              <a:gd name="connsiteX881" fmla="*/ 6188971 w 7467600"/>
              <a:gd name="connsiteY881" fmla="*/ 1755168 h 6858000"/>
              <a:gd name="connsiteX882" fmla="*/ 6202446 w 7467600"/>
              <a:gd name="connsiteY882" fmla="*/ 1752268 h 6858000"/>
              <a:gd name="connsiteX883" fmla="*/ 7179560 w 7467600"/>
              <a:gd name="connsiteY883" fmla="*/ 1467551 h 6858000"/>
              <a:gd name="connsiteX884" fmla="*/ 7158730 w 7467600"/>
              <a:gd name="connsiteY884" fmla="*/ 1507835 h 6858000"/>
              <a:gd name="connsiteX885" fmla="*/ 6326959 w 7467600"/>
              <a:gd name="connsiteY885" fmla="*/ 1817686 h 6858000"/>
              <a:gd name="connsiteX886" fmla="*/ 6537433 w 7467600"/>
              <a:gd name="connsiteY886" fmla="*/ 1907790 h 6858000"/>
              <a:gd name="connsiteX887" fmla="*/ 6550221 w 7467600"/>
              <a:gd name="connsiteY887" fmla="*/ 1910729 h 6858000"/>
              <a:gd name="connsiteX888" fmla="*/ 6964438 w 7467600"/>
              <a:gd name="connsiteY888" fmla="*/ 2209505 h 6858000"/>
              <a:gd name="connsiteX889" fmla="*/ 7367862 w 7467600"/>
              <a:gd name="connsiteY889" fmla="*/ 2806833 h 6858000"/>
              <a:gd name="connsiteX890" fmla="*/ 7364329 w 7467600"/>
              <a:gd name="connsiteY890" fmla="*/ 2826907 h 6858000"/>
              <a:gd name="connsiteX891" fmla="*/ 7290545 w 7467600"/>
              <a:gd name="connsiteY891" fmla="*/ 2850663 h 6858000"/>
              <a:gd name="connsiteX892" fmla="*/ 6472036 w 7467600"/>
              <a:gd name="connsiteY892" fmla="*/ 1959003 h 6858000"/>
              <a:gd name="connsiteX893" fmla="*/ 5792897 w 7467600"/>
              <a:gd name="connsiteY893" fmla="*/ 1647747 h 6858000"/>
              <a:gd name="connsiteX894" fmla="*/ 5842751 w 7467600"/>
              <a:gd name="connsiteY894" fmla="*/ 1816112 h 6858000"/>
              <a:gd name="connsiteX895" fmla="*/ 5847424 w 7467600"/>
              <a:gd name="connsiteY895" fmla="*/ 1815776 h 6858000"/>
              <a:gd name="connsiteX896" fmla="*/ 6399821 w 7467600"/>
              <a:gd name="connsiteY896" fmla="*/ 2344799 h 6858000"/>
              <a:gd name="connsiteX897" fmla="*/ 6323232 w 7467600"/>
              <a:gd name="connsiteY897" fmla="*/ 2389634 h 6858000"/>
              <a:gd name="connsiteX898" fmla="*/ 5942958 w 7467600"/>
              <a:gd name="connsiteY898" fmla="*/ 2077708 h 6858000"/>
              <a:gd name="connsiteX899" fmla="*/ 5921559 w 7467600"/>
              <a:gd name="connsiteY899" fmla="*/ 2378596 h 6858000"/>
              <a:gd name="connsiteX900" fmla="*/ 5817651 w 7467600"/>
              <a:gd name="connsiteY900" fmla="*/ 3023919 h 6858000"/>
              <a:gd name="connsiteX901" fmla="*/ 5729634 w 7467600"/>
              <a:gd name="connsiteY901" fmla="*/ 3051849 h 6858000"/>
              <a:gd name="connsiteX902" fmla="*/ 5611018 w 7467600"/>
              <a:gd name="connsiteY902" fmla="*/ 2316769 h 6858000"/>
              <a:gd name="connsiteX903" fmla="*/ 5687608 w 7467600"/>
              <a:gd name="connsiteY903" fmla="*/ 2039972 h 6858000"/>
              <a:gd name="connsiteX904" fmla="*/ 5657554 w 7467600"/>
              <a:gd name="connsiteY904" fmla="*/ 1576445 h 6858000"/>
              <a:gd name="connsiteX905" fmla="*/ 5150475 w 7467600"/>
              <a:gd name="connsiteY905" fmla="*/ 1274012 h 6858000"/>
              <a:gd name="connsiteX906" fmla="*/ 5349142 w 7467600"/>
              <a:gd name="connsiteY906" fmla="*/ 2204405 h 6858000"/>
              <a:gd name="connsiteX907" fmla="*/ 5262214 w 7467600"/>
              <a:gd name="connsiteY907" fmla="*/ 2233836 h 6858000"/>
              <a:gd name="connsiteX908" fmla="*/ 4981539 w 7467600"/>
              <a:gd name="connsiteY908" fmla="*/ 1542201 h 6858000"/>
              <a:gd name="connsiteX909" fmla="*/ 4958461 w 7467600"/>
              <a:gd name="connsiteY909" fmla="*/ 1136957 h 6858000"/>
              <a:gd name="connsiteX910" fmla="*/ 4655015 w 7467600"/>
              <a:gd name="connsiteY910" fmla="*/ 891426 h 6858000"/>
              <a:gd name="connsiteX911" fmla="*/ 4348002 w 7467600"/>
              <a:gd name="connsiteY911" fmla="*/ 2205895 h 6858000"/>
              <a:gd name="connsiteX912" fmla="*/ 4262250 w 7467600"/>
              <a:gd name="connsiteY912" fmla="*/ 2219972 h 6858000"/>
              <a:gd name="connsiteX913" fmla="*/ 4550611 w 7467600"/>
              <a:gd name="connsiteY913" fmla="*/ 817540 h 6858000"/>
              <a:gd name="connsiteX914" fmla="*/ 4564418 w 7467600"/>
              <a:gd name="connsiteY914" fmla="*/ 808293 h 6858000"/>
              <a:gd name="connsiteX915" fmla="*/ 4266388 w 7467600"/>
              <a:gd name="connsiteY915" fmla="*/ 500083 h 6858000"/>
              <a:gd name="connsiteX916" fmla="*/ 4032842 w 7467600"/>
              <a:gd name="connsiteY916" fmla="*/ 211809 h 6858000"/>
              <a:gd name="connsiteX917" fmla="*/ 3882765 w 7467600"/>
              <a:gd name="connsiteY917" fmla="*/ 0 h 6858000"/>
              <a:gd name="connsiteX918" fmla="*/ 3721337 w 7467600"/>
              <a:gd name="connsiteY918" fmla="*/ 0 h 6858000"/>
              <a:gd name="connsiteX919" fmla="*/ 3797544 w 7467600"/>
              <a:gd name="connsiteY919" fmla="*/ 0 h 6858000"/>
              <a:gd name="connsiteX920" fmla="*/ 3775734 w 7467600"/>
              <a:gd name="connsiteY920" fmla="*/ 95131 h 6858000"/>
              <a:gd name="connsiteX921" fmla="*/ 3724807 w 7467600"/>
              <a:gd name="connsiteY921" fmla="*/ 272257 h 6858000"/>
              <a:gd name="connsiteX922" fmla="*/ 3726844 w 7467600"/>
              <a:gd name="connsiteY922" fmla="*/ 282988 h 6858000"/>
              <a:gd name="connsiteX923" fmla="*/ 3742664 w 7467600"/>
              <a:gd name="connsiteY923" fmla="*/ 279918 h 6858000"/>
              <a:gd name="connsiteX924" fmla="*/ 4103910 w 7467600"/>
              <a:gd name="connsiteY924" fmla="*/ 1161917 h 6858000"/>
              <a:gd name="connsiteX925" fmla="*/ 4020269 w 7467600"/>
              <a:gd name="connsiteY925" fmla="*/ 1200406 h 6858000"/>
              <a:gd name="connsiteX926" fmla="*/ 3674882 w 7467600"/>
              <a:gd name="connsiteY926" fmla="*/ 488524 h 6858000"/>
              <a:gd name="connsiteX927" fmla="*/ 3132682 w 7467600"/>
              <a:gd name="connsiteY927" fmla="*/ 1072284 h 6858000"/>
              <a:gd name="connsiteX928" fmla="*/ 2716346 w 7467600"/>
              <a:gd name="connsiteY928" fmla="*/ 1276376 h 6858000"/>
              <a:gd name="connsiteX929" fmla="*/ 2716772 w 7467600"/>
              <a:gd name="connsiteY929" fmla="*/ 1255462 h 6858000"/>
              <a:gd name="connsiteX930" fmla="*/ 3471096 w 7467600"/>
              <a:gd name="connsiteY930" fmla="*/ 437072 h 6858000"/>
              <a:gd name="connsiteX931" fmla="*/ 3639057 w 7467600"/>
              <a:gd name="connsiteY931" fmla="*/ 286334 h 6858000"/>
              <a:gd name="connsiteX932" fmla="*/ 3640309 w 7467600"/>
              <a:gd name="connsiteY932" fmla="*/ 284664 h 6858000"/>
              <a:gd name="connsiteX933" fmla="*/ 3646022 w 7467600"/>
              <a:gd name="connsiteY933" fmla="*/ 276711 h 6858000"/>
              <a:gd name="connsiteX934" fmla="*/ 3707943 w 7467600"/>
              <a:gd name="connsiteY934" fmla="*/ 65958 h 6858000"/>
              <a:gd name="connsiteX935" fmla="*/ 3721337 w 7467600"/>
              <a:gd name="connsiteY935" fmla="*/ 0 h 6858000"/>
              <a:gd name="connsiteX936" fmla="*/ 2867960 w 7467600"/>
              <a:gd name="connsiteY936" fmla="*/ 0 h 6858000"/>
              <a:gd name="connsiteX937" fmla="*/ 2926351 w 7467600"/>
              <a:gd name="connsiteY937" fmla="*/ 0 h 6858000"/>
              <a:gd name="connsiteX938" fmla="*/ 2902823 w 7467600"/>
              <a:gd name="connsiteY938" fmla="*/ 262929 h 6858000"/>
              <a:gd name="connsiteX939" fmla="*/ 2940663 w 7467600"/>
              <a:gd name="connsiteY939" fmla="*/ 140884 h 6858000"/>
              <a:gd name="connsiteX940" fmla="*/ 2947039 w 7467600"/>
              <a:gd name="connsiteY940" fmla="*/ 122524 h 6858000"/>
              <a:gd name="connsiteX941" fmla="*/ 2984316 w 7467600"/>
              <a:gd name="connsiteY941" fmla="*/ 0 h 6858000"/>
              <a:gd name="connsiteX942" fmla="*/ 3016114 w 7467600"/>
              <a:gd name="connsiteY942" fmla="*/ 0 h 6858000"/>
              <a:gd name="connsiteX943" fmla="*/ 2979949 w 7467600"/>
              <a:gd name="connsiteY943" fmla="*/ 119274 h 6858000"/>
              <a:gd name="connsiteX944" fmla="*/ 3023879 w 7467600"/>
              <a:gd name="connsiteY944" fmla="*/ 0 h 6858000"/>
              <a:gd name="connsiteX945" fmla="*/ 3105400 w 7467600"/>
              <a:gd name="connsiteY945" fmla="*/ 0 h 6858000"/>
              <a:gd name="connsiteX946" fmla="*/ 3094669 w 7467600"/>
              <a:gd name="connsiteY946" fmla="*/ 30308 h 6858000"/>
              <a:gd name="connsiteX947" fmla="*/ 2901945 w 7467600"/>
              <a:gd name="connsiteY947" fmla="*/ 466538 h 6858000"/>
              <a:gd name="connsiteX948" fmla="*/ 2815209 w 7467600"/>
              <a:gd name="connsiteY948" fmla="*/ 497361 h 6858000"/>
              <a:gd name="connsiteX949" fmla="*/ 2844845 w 7467600"/>
              <a:gd name="connsiteY949" fmla="*/ 127638 h 6858000"/>
              <a:gd name="connsiteX950" fmla="*/ 2867960 w 7467600"/>
              <a:gd name="connsiteY950" fmla="*/ 0 h 6858000"/>
              <a:gd name="connsiteX951" fmla="*/ 1057230 w 7467600"/>
              <a:gd name="connsiteY951" fmla="*/ 0 h 6858000"/>
              <a:gd name="connsiteX952" fmla="*/ 1111003 w 7467600"/>
              <a:gd name="connsiteY952" fmla="*/ 0 h 6858000"/>
              <a:gd name="connsiteX953" fmla="*/ 1125553 w 7467600"/>
              <a:gd name="connsiteY953" fmla="*/ 52588 h 6858000"/>
              <a:gd name="connsiteX954" fmla="*/ 1304276 w 7467600"/>
              <a:gd name="connsiteY954" fmla="*/ 476275 h 6858000"/>
              <a:gd name="connsiteX955" fmla="*/ 1492066 w 7467600"/>
              <a:gd name="connsiteY955" fmla="*/ 886333 h 6858000"/>
              <a:gd name="connsiteX956" fmla="*/ 1423698 w 7467600"/>
              <a:gd name="connsiteY956" fmla="*/ 710817 h 6858000"/>
              <a:gd name="connsiteX957" fmla="*/ 1357609 w 7467600"/>
              <a:gd name="connsiteY957" fmla="*/ 532892 h 6858000"/>
              <a:gd name="connsiteX958" fmla="*/ 1309550 w 7467600"/>
              <a:gd name="connsiteY958" fmla="*/ 374031 h 6858000"/>
              <a:gd name="connsiteX959" fmla="*/ 1193673 w 7467600"/>
              <a:gd name="connsiteY959" fmla="*/ 49533 h 6858000"/>
              <a:gd name="connsiteX960" fmla="*/ 1164391 w 7467600"/>
              <a:gd name="connsiteY960" fmla="*/ 0 h 6858000"/>
              <a:gd name="connsiteX961" fmla="*/ 1200666 w 7467600"/>
              <a:gd name="connsiteY961" fmla="*/ 0 h 6858000"/>
              <a:gd name="connsiteX962" fmla="*/ 1223408 w 7467600"/>
              <a:gd name="connsiteY962" fmla="*/ 38996 h 6858000"/>
              <a:gd name="connsiteX963" fmla="*/ 1339635 w 7467600"/>
              <a:gd name="connsiteY963" fmla="*/ 365517 h 6858000"/>
              <a:gd name="connsiteX964" fmla="*/ 1387469 w 7467600"/>
              <a:gd name="connsiteY964" fmla="*/ 523079 h 6858000"/>
              <a:gd name="connsiteX965" fmla="*/ 1452685 w 7467600"/>
              <a:gd name="connsiteY965" fmla="*/ 699806 h 6858000"/>
              <a:gd name="connsiteX966" fmla="*/ 1492092 w 7467600"/>
              <a:gd name="connsiteY966" fmla="*/ 800424 h 6858000"/>
              <a:gd name="connsiteX967" fmla="*/ 1455302 w 7467600"/>
              <a:gd name="connsiteY967" fmla="*/ 632913 h 6858000"/>
              <a:gd name="connsiteX968" fmla="*/ 1222336 w 7467600"/>
              <a:gd name="connsiteY968" fmla="*/ 9480 h 6858000"/>
              <a:gd name="connsiteX969" fmla="*/ 1214634 w 7467600"/>
              <a:gd name="connsiteY969" fmla="*/ 0 h 6858000"/>
              <a:gd name="connsiteX970" fmla="*/ 1289827 w 7467600"/>
              <a:gd name="connsiteY970" fmla="*/ 0 h 6858000"/>
              <a:gd name="connsiteX971" fmla="*/ 1321076 w 7467600"/>
              <a:gd name="connsiteY971" fmla="*/ 59722 h 6858000"/>
              <a:gd name="connsiteX972" fmla="*/ 1512579 w 7467600"/>
              <a:gd name="connsiteY972" fmla="*/ 626441 h 6858000"/>
              <a:gd name="connsiteX973" fmla="*/ 1506076 w 7467600"/>
              <a:gd name="connsiteY973" fmla="*/ 1089289 h 6858000"/>
              <a:gd name="connsiteX974" fmla="*/ 1486346 w 7467600"/>
              <a:gd name="connsiteY974" fmla="*/ 1079919 h 6858000"/>
              <a:gd name="connsiteX975" fmla="*/ 1070511 w 7467600"/>
              <a:gd name="connsiteY975" fmla="*/ 48609 h 6858000"/>
              <a:gd name="connsiteX976" fmla="*/ 1057230 w 7467600"/>
              <a:gd name="connsiteY976" fmla="*/ 0 h 6858000"/>
              <a:gd name="connsiteX977" fmla="*/ 43151 w 7467600"/>
              <a:gd name="connsiteY977" fmla="*/ 0 h 6858000"/>
              <a:gd name="connsiteX978" fmla="*/ 95283 w 7467600"/>
              <a:gd name="connsiteY978" fmla="*/ 0 h 6858000"/>
              <a:gd name="connsiteX979" fmla="*/ 300708 w 7467600"/>
              <a:gd name="connsiteY979" fmla="*/ 154571 h 6858000"/>
              <a:gd name="connsiteX980" fmla="*/ 530414 w 7467600"/>
              <a:gd name="connsiteY980" fmla="*/ 354673 h 6858000"/>
              <a:gd name="connsiteX981" fmla="*/ 333785 w 7467600"/>
              <a:gd name="connsiteY981" fmla="*/ 161564 h 6858000"/>
              <a:gd name="connsiteX982" fmla="*/ 147005 w 7467600"/>
              <a:gd name="connsiteY982" fmla="*/ 0 h 6858000"/>
              <a:gd name="connsiteX983" fmla="*/ 272509 w 7467600"/>
              <a:gd name="connsiteY983" fmla="*/ 0 h 6858000"/>
              <a:gd name="connsiteX984" fmla="*/ 326276 w 7467600"/>
              <a:gd name="connsiteY984" fmla="*/ 45847 h 6858000"/>
              <a:gd name="connsiteX985" fmla="*/ 823759 w 7467600"/>
              <a:gd name="connsiteY985" fmla="*/ 574145 h 6858000"/>
              <a:gd name="connsiteX986" fmla="*/ 811254 w 7467600"/>
              <a:gd name="connsiteY986" fmla="*/ 665546 h 6858000"/>
              <a:gd name="connsiteX987" fmla="*/ 154042 w 7467600"/>
              <a:gd name="connsiteY987" fmla="*/ 261522 h 6858000"/>
              <a:gd name="connsiteX988" fmla="*/ 13550 w 7467600"/>
              <a:gd name="connsiteY988" fmla="*/ 158423 h 6858000"/>
              <a:gd name="connsiteX989" fmla="*/ 0 w 7467600"/>
              <a:gd name="connsiteY989" fmla="*/ 146618 h 6858000"/>
              <a:gd name="connsiteX990" fmla="*/ 0 w 7467600"/>
              <a:gd name="connsiteY990" fmla="*/ 59161 h 6858000"/>
              <a:gd name="connsiteX991" fmla="*/ 45427 w 7467600"/>
              <a:gd name="connsiteY991" fmla="*/ 101078 h 6858000"/>
              <a:gd name="connsiteX992" fmla="*/ 630103 w 7467600"/>
              <a:gd name="connsiteY992" fmla="*/ 485885 h 6858000"/>
              <a:gd name="connsiteX993" fmla="*/ 532040 w 7467600"/>
              <a:gd name="connsiteY993" fmla="*/ 399359 h 6858000"/>
              <a:gd name="connsiteX994" fmla="*/ 517618 w 7467600"/>
              <a:gd name="connsiteY994" fmla="*/ 385726 h 6858000"/>
              <a:gd name="connsiteX995" fmla="*/ 285074 w 7467600"/>
              <a:gd name="connsiteY995" fmla="*/ 182755 h 6858000"/>
              <a:gd name="connsiteX996" fmla="*/ 43151 w 7467600"/>
              <a:gd name="connsiteY99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27465 w 7467600"/>
              <a:gd name="connsiteY127" fmla="*/ 5174181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7327465 w 7467600"/>
              <a:gd name="connsiteY139" fmla="*/ 5174181 h 6858000"/>
              <a:gd name="connsiteX140" fmla="*/ 1903353 w 7467600"/>
              <a:gd name="connsiteY140" fmla="*/ 5044827 h 6858000"/>
              <a:gd name="connsiteX141" fmla="*/ 1936931 w 7467600"/>
              <a:gd name="connsiteY141" fmla="*/ 5093954 h 6858000"/>
              <a:gd name="connsiteX142" fmla="*/ 2195868 w 7467600"/>
              <a:gd name="connsiteY142" fmla="*/ 5396574 h 6858000"/>
              <a:gd name="connsiteX143" fmla="*/ 2088852 w 7467600"/>
              <a:gd name="connsiteY143" fmla="*/ 5166123 h 6858000"/>
              <a:gd name="connsiteX144" fmla="*/ 1958241 w 7467600"/>
              <a:gd name="connsiteY144" fmla="*/ 5067955 h 6858000"/>
              <a:gd name="connsiteX145" fmla="*/ 1903353 w 7467600"/>
              <a:gd name="connsiteY145" fmla="*/ 5044827 h 6858000"/>
              <a:gd name="connsiteX146" fmla="*/ 1979378 w 7467600"/>
              <a:gd name="connsiteY146" fmla="*/ 4769504 h 6858000"/>
              <a:gd name="connsiteX147" fmla="*/ 2882120 w 7467600"/>
              <a:gd name="connsiteY147" fmla="*/ 5064547 h 6858000"/>
              <a:gd name="connsiteX148" fmla="*/ 2793103 w 7467600"/>
              <a:gd name="connsiteY148" fmla="*/ 5039699 h 6858000"/>
              <a:gd name="connsiteX149" fmla="*/ 2770041 w 7467600"/>
              <a:gd name="connsiteY149" fmla="*/ 5033634 h 6858000"/>
              <a:gd name="connsiteX150" fmla="*/ 1979378 w 7467600"/>
              <a:gd name="connsiteY150" fmla="*/ 4769504 h 6858000"/>
              <a:gd name="connsiteX151" fmla="*/ 1927410 w 7467600"/>
              <a:gd name="connsiteY151" fmla="*/ 4716164 h 6858000"/>
              <a:gd name="connsiteX152" fmla="*/ 1959587 w 7467600"/>
              <a:gd name="connsiteY152" fmla="*/ 4728849 h 6858000"/>
              <a:gd name="connsiteX153" fmla="*/ 2777707 w 7467600"/>
              <a:gd name="connsiteY153" fmla="*/ 5003991 h 6858000"/>
              <a:gd name="connsiteX154" fmla="*/ 2800768 w 7467600"/>
              <a:gd name="connsiteY154" fmla="*/ 5010056 h 6858000"/>
              <a:gd name="connsiteX155" fmla="*/ 2879408 w 7467600"/>
              <a:gd name="connsiteY155" fmla="*/ 5031590 h 6858000"/>
              <a:gd name="connsiteX156" fmla="*/ 2862295 w 7467600"/>
              <a:gd name="connsiteY156" fmla="*/ 5022958 h 6858000"/>
              <a:gd name="connsiteX157" fmla="*/ 2813343 w 7467600"/>
              <a:gd name="connsiteY157" fmla="*/ 4998369 h 6858000"/>
              <a:gd name="connsiteX158" fmla="*/ 2646245 w 7467600"/>
              <a:gd name="connsiteY158" fmla="*/ 4930999 h 6858000"/>
              <a:gd name="connsiteX159" fmla="*/ 1999243 w 7467600"/>
              <a:gd name="connsiteY159" fmla="*/ 4730524 h 6858000"/>
              <a:gd name="connsiteX160" fmla="*/ 1979527 w 7467600"/>
              <a:gd name="connsiteY160" fmla="*/ 4726651 h 6858000"/>
              <a:gd name="connsiteX161" fmla="*/ 1927410 w 7467600"/>
              <a:gd name="connsiteY161" fmla="*/ 4716164 h 6858000"/>
              <a:gd name="connsiteX162" fmla="*/ 1997014 w 7467600"/>
              <a:gd name="connsiteY162" fmla="*/ 4698007 h 6858000"/>
              <a:gd name="connsiteX163" fmla="*/ 2005458 w 7467600"/>
              <a:gd name="connsiteY163" fmla="*/ 4699540 h 6858000"/>
              <a:gd name="connsiteX164" fmla="*/ 2657186 w 7467600"/>
              <a:gd name="connsiteY164" fmla="*/ 4901687 h 6858000"/>
              <a:gd name="connsiteX165" fmla="*/ 2826662 w 7467600"/>
              <a:gd name="connsiteY165" fmla="*/ 4970362 h 6858000"/>
              <a:gd name="connsiteX166" fmla="*/ 2876100 w 7467600"/>
              <a:gd name="connsiteY166" fmla="*/ 4995397 h 6858000"/>
              <a:gd name="connsiteX167" fmla="*/ 3042600 w 7467600"/>
              <a:gd name="connsiteY167" fmla="*/ 5059532 h 6858000"/>
              <a:gd name="connsiteX168" fmla="*/ 1997014 w 7467600"/>
              <a:gd name="connsiteY168" fmla="*/ 4698007 h 6858000"/>
              <a:gd name="connsiteX169" fmla="*/ 2305292 w 7467600"/>
              <a:gd name="connsiteY169" fmla="*/ 4219492 h 6858000"/>
              <a:gd name="connsiteX170" fmla="*/ 3360922 w 7467600"/>
              <a:gd name="connsiteY170" fmla="*/ 4529373 h 6858000"/>
              <a:gd name="connsiteX171" fmla="*/ 3492420 w 7467600"/>
              <a:gd name="connsiteY171" fmla="*/ 4510145 h 6858000"/>
              <a:gd name="connsiteX172" fmla="*/ 3364086 w 7467600"/>
              <a:gd name="connsiteY172" fmla="*/ 4480340 h 6858000"/>
              <a:gd name="connsiteX173" fmla="*/ 3225818 w 7467600"/>
              <a:gd name="connsiteY173" fmla="*/ 4411822 h 6858000"/>
              <a:gd name="connsiteX174" fmla="*/ 3129696 w 7467600"/>
              <a:gd name="connsiteY174" fmla="*/ 4360704 h 6858000"/>
              <a:gd name="connsiteX175" fmla="*/ 2814545 w 7467600"/>
              <a:gd name="connsiteY175" fmla="*/ 4282955 h 6858000"/>
              <a:gd name="connsiteX176" fmla="*/ 2305292 w 7467600"/>
              <a:gd name="connsiteY176" fmla="*/ 4219492 h 6858000"/>
              <a:gd name="connsiteX177" fmla="*/ 2626982 w 7467600"/>
              <a:gd name="connsiteY177" fmla="*/ 4206450 h 6858000"/>
              <a:gd name="connsiteX178" fmla="*/ 2490617 w 7467600"/>
              <a:gd name="connsiteY178" fmla="*/ 4206951 h 6858000"/>
              <a:gd name="connsiteX179" fmla="*/ 2819869 w 7467600"/>
              <a:gd name="connsiteY179" fmla="*/ 4252936 h 6858000"/>
              <a:gd name="connsiteX180" fmla="*/ 3143018 w 7467600"/>
              <a:gd name="connsiteY180" fmla="*/ 4332698 h 6858000"/>
              <a:gd name="connsiteX181" fmla="*/ 3241520 w 7467600"/>
              <a:gd name="connsiteY181" fmla="*/ 4385112 h 6858000"/>
              <a:gd name="connsiteX182" fmla="*/ 3374575 w 7467600"/>
              <a:gd name="connsiteY182" fmla="*/ 4451517 h 6858000"/>
              <a:gd name="connsiteX183" fmla="*/ 3505221 w 7467600"/>
              <a:gd name="connsiteY183" fmla="*/ 4480757 h 6858000"/>
              <a:gd name="connsiteX184" fmla="*/ 2626982 w 7467600"/>
              <a:gd name="connsiteY184" fmla="*/ 4206450 h 6858000"/>
              <a:gd name="connsiteX185" fmla="*/ 1310106 w 7467600"/>
              <a:gd name="connsiteY185" fmla="*/ 3943217 h 6858000"/>
              <a:gd name="connsiteX186" fmla="*/ 854994 w 7467600"/>
              <a:gd name="connsiteY186" fmla="*/ 4399136 h 6858000"/>
              <a:gd name="connsiteX187" fmla="*/ 742462 w 7467600"/>
              <a:gd name="connsiteY187" fmla="*/ 4594648 h 6858000"/>
              <a:gd name="connsiteX188" fmla="*/ 820602 w 7467600"/>
              <a:gd name="connsiteY188" fmla="*/ 4485915 h 6858000"/>
              <a:gd name="connsiteX189" fmla="*/ 878295 w 7467600"/>
              <a:gd name="connsiteY189" fmla="*/ 4403594 h 6858000"/>
              <a:gd name="connsiteX190" fmla="*/ 1240607 w 7467600"/>
              <a:gd name="connsiteY190" fmla="*/ 4010401 h 6858000"/>
              <a:gd name="connsiteX191" fmla="*/ 1310106 w 7467600"/>
              <a:gd name="connsiteY191" fmla="*/ 3943217 h 6858000"/>
              <a:gd name="connsiteX192" fmla="*/ 1423113 w 7467600"/>
              <a:gd name="connsiteY192" fmla="*/ 3874565 h 6858000"/>
              <a:gd name="connsiteX193" fmla="*/ 1260565 w 7467600"/>
              <a:gd name="connsiteY193" fmla="*/ 4031982 h 6858000"/>
              <a:gd name="connsiteX194" fmla="*/ 901900 w 7467600"/>
              <a:gd name="connsiteY194" fmla="*/ 4421236 h 6858000"/>
              <a:gd name="connsiteX195" fmla="*/ 845044 w 7467600"/>
              <a:gd name="connsiteY195" fmla="*/ 4502436 h 6858000"/>
              <a:gd name="connsiteX196" fmla="*/ 685926 w 7467600"/>
              <a:gd name="connsiteY196" fmla="*/ 4703069 h 6858000"/>
              <a:gd name="connsiteX197" fmla="*/ 684248 w 7467600"/>
              <a:gd name="connsiteY197" fmla="*/ 4706721 h 6858000"/>
              <a:gd name="connsiteX198" fmla="*/ 1423113 w 7467600"/>
              <a:gd name="connsiteY198" fmla="*/ 3874565 h 6858000"/>
              <a:gd name="connsiteX199" fmla="*/ 3316479 w 7467600"/>
              <a:gd name="connsiteY199" fmla="*/ 3872136 h 6858000"/>
              <a:gd name="connsiteX200" fmla="*/ 3546806 w 7467600"/>
              <a:gd name="connsiteY200" fmla="*/ 4356139 h 6858000"/>
              <a:gd name="connsiteX201" fmla="*/ 3364433 w 7467600"/>
              <a:gd name="connsiteY201" fmla="*/ 3953121 h 6858000"/>
              <a:gd name="connsiteX202" fmla="*/ 3316479 w 7467600"/>
              <a:gd name="connsiteY202" fmla="*/ 3872136 h 6858000"/>
              <a:gd name="connsiteX203" fmla="*/ 3291335 w 7467600"/>
              <a:gd name="connsiteY203" fmla="*/ 3767420 h 6858000"/>
              <a:gd name="connsiteX204" fmla="*/ 3390805 w 7467600"/>
              <a:gd name="connsiteY204" fmla="*/ 3937163 h 6858000"/>
              <a:gd name="connsiteX205" fmla="*/ 3579062 w 7467600"/>
              <a:gd name="connsiteY205" fmla="*/ 4359040 h 6858000"/>
              <a:gd name="connsiteX206" fmla="*/ 3467355 w 7467600"/>
              <a:gd name="connsiteY206" fmla="*/ 3988130 h 6858000"/>
              <a:gd name="connsiteX207" fmla="*/ 3310753 w 7467600"/>
              <a:gd name="connsiteY207" fmla="*/ 3787140 h 6858000"/>
              <a:gd name="connsiteX208" fmla="*/ 3291335 w 7467600"/>
              <a:gd name="connsiteY208" fmla="*/ 3767420 h 6858000"/>
              <a:gd name="connsiteX209" fmla="*/ 1635889 w 7467600"/>
              <a:gd name="connsiteY209" fmla="*/ 3709494 h 6858000"/>
              <a:gd name="connsiteX210" fmla="*/ 1634800 w 7467600"/>
              <a:gd name="connsiteY210" fmla="*/ 3731111 h 6858000"/>
              <a:gd name="connsiteX211" fmla="*/ 1635889 w 7467600"/>
              <a:gd name="connsiteY211" fmla="*/ 3709494 h 6858000"/>
              <a:gd name="connsiteX212" fmla="*/ 1510397 w 7467600"/>
              <a:gd name="connsiteY212" fmla="*/ 3684705 h 6858000"/>
              <a:gd name="connsiteX213" fmla="*/ 1146550 w 7467600"/>
              <a:gd name="connsiteY213" fmla="*/ 3802012 h 6858000"/>
              <a:gd name="connsiteX214" fmla="*/ 698834 w 7467600"/>
              <a:gd name="connsiteY214" fmla="*/ 3952272 h 6858000"/>
              <a:gd name="connsiteX215" fmla="*/ 34256 w 7467600"/>
              <a:gd name="connsiteY215" fmla="*/ 4347603 h 6858000"/>
              <a:gd name="connsiteX216" fmla="*/ 527241 w 7467600"/>
              <a:gd name="connsiteY216" fmla="*/ 4065078 h 6858000"/>
              <a:gd name="connsiteX217" fmla="*/ 1510397 w 7467600"/>
              <a:gd name="connsiteY217" fmla="*/ 3684705 h 6858000"/>
              <a:gd name="connsiteX218" fmla="*/ 1313114 w 7467600"/>
              <a:gd name="connsiteY218" fmla="*/ 3655216 h 6858000"/>
              <a:gd name="connsiteX219" fmla="*/ 1109304 w 7467600"/>
              <a:gd name="connsiteY219" fmla="*/ 3669030 h 6858000"/>
              <a:gd name="connsiteX220" fmla="*/ 8129 w 7467600"/>
              <a:gd name="connsiteY220" fmla="*/ 4330519 h 6858000"/>
              <a:gd name="connsiteX221" fmla="*/ 687572 w 7467600"/>
              <a:gd name="connsiteY221" fmla="*/ 3925629 h 6858000"/>
              <a:gd name="connsiteX222" fmla="*/ 1138365 w 7467600"/>
              <a:gd name="connsiteY222" fmla="*/ 3774515 h 6858000"/>
              <a:gd name="connsiteX223" fmla="*/ 1505579 w 7467600"/>
              <a:gd name="connsiteY223" fmla="*/ 3655526 h 6858000"/>
              <a:gd name="connsiteX224" fmla="*/ 1313114 w 7467600"/>
              <a:gd name="connsiteY224" fmla="*/ 3655216 h 6858000"/>
              <a:gd name="connsiteX225" fmla="*/ 3655073 w 7467600"/>
              <a:gd name="connsiteY225" fmla="*/ 3650884 h 6858000"/>
              <a:gd name="connsiteX226" fmla="*/ 3989938 w 7467600"/>
              <a:gd name="connsiteY226" fmla="*/ 3991685 h 6858000"/>
              <a:gd name="connsiteX227" fmla="*/ 4393907 w 7467600"/>
              <a:gd name="connsiteY227" fmla="*/ 4261258 h 6858000"/>
              <a:gd name="connsiteX228" fmla="*/ 4648051 w 7467600"/>
              <a:gd name="connsiteY228" fmla="*/ 4374051 h 6858000"/>
              <a:gd name="connsiteX229" fmla="*/ 4383389 w 7467600"/>
              <a:gd name="connsiteY229" fmla="*/ 4184369 h 6858000"/>
              <a:gd name="connsiteX230" fmla="*/ 4165508 w 7467600"/>
              <a:gd name="connsiteY230" fmla="*/ 4035196 h 6858000"/>
              <a:gd name="connsiteX231" fmla="*/ 4068162 w 7467600"/>
              <a:gd name="connsiteY231" fmla="*/ 3953394 h 6858000"/>
              <a:gd name="connsiteX232" fmla="*/ 3981416 w 7467600"/>
              <a:gd name="connsiteY232" fmla="*/ 3880482 h 6858000"/>
              <a:gd name="connsiteX233" fmla="*/ 3800147 w 7467600"/>
              <a:gd name="connsiteY233" fmla="*/ 3749872 h 6858000"/>
              <a:gd name="connsiteX234" fmla="*/ 3655073 w 7467600"/>
              <a:gd name="connsiteY234" fmla="*/ 3650884 h 6858000"/>
              <a:gd name="connsiteX235" fmla="*/ 3670252 w 7467600"/>
              <a:gd name="connsiteY235" fmla="*/ 3622798 h 6858000"/>
              <a:gd name="connsiteX236" fmla="*/ 3817258 w 7467600"/>
              <a:gd name="connsiteY236" fmla="*/ 3723577 h 6858000"/>
              <a:gd name="connsiteX237" fmla="*/ 4000461 w 7467600"/>
              <a:gd name="connsiteY237" fmla="*/ 3855966 h 6858000"/>
              <a:gd name="connsiteX238" fmla="*/ 4088180 w 7467600"/>
              <a:gd name="connsiteY238" fmla="*/ 3929774 h 6858000"/>
              <a:gd name="connsiteX239" fmla="*/ 4184555 w 7467600"/>
              <a:gd name="connsiteY239" fmla="*/ 4010683 h 6858000"/>
              <a:gd name="connsiteX240" fmla="*/ 4399563 w 7467600"/>
              <a:gd name="connsiteY240" fmla="*/ 4158106 h 6858000"/>
              <a:gd name="connsiteX241" fmla="*/ 4684469 w 7467600"/>
              <a:gd name="connsiteY241" fmla="*/ 4364680 h 6858000"/>
              <a:gd name="connsiteX242" fmla="*/ 4690271 w 7467600"/>
              <a:gd name="connsiteY242" fmla="*/ 4370034 h 6858000"/>
              <a:gd name="connsiteX243" fmla="*/ 4136093 w 7467600"/>
              <a:gd name="connsiteY243" fmla="*/ 3858466 h 6858000"/>
              <a:gd name="connsiteX244" fmla="*/ 3670252 w 7467600"/>
              <a:gd name="connsiteY244" fmla="*/ 3622798 h 6858000"/>
              <a:gd name="connsiteX245" fmla="*/ 4440129 w 7467600"/>
              <a:gd name="connsiteY245" fmla="*/ 3448571 h 6858000"/>
              <a:gd name="connsiteX246" fmla="*/ 4856525 w 7467600"/>
              <a:gd name="connsiteY246" fmla="*/ 3915351 h 6858000"/>
              <a:gd name="connsiteX247" fmla="*/ 5059055 w 7467600"/>
              <a:gd name="connsiteY247" fmla="*/ 4108918 h 6858000"/>
              <a:gd name="connsiteX248" fmla="*/ 5290070 w 7467600"/>
              <a:gd name="connsiteY248" fmla="*/ 4263619 h 6858000"/>
              <a:gd name="connsiteX249" fmla="*/ 4834991 w 7467600"/>
              <a:gd name="connsiteY249" fmla="*/ 3830985 h 6858000"/>
              <a:gd name="connsiteX250" fmla="*/ 4440129 w 7467600"/>
              <a:gd name="connsiteY250" fmla="*/ 3448571 h 6858000"/>
              <a:gd name="connsiteX251" fmla="*/ 4441737 w 7467600"/>
              <a:gd name="connsiteY251" fmla="*/ 3399734 h 6858000"/>
              <a:gd name="connsiteX252" fmla="*/ 4431236 w 7467600"/>
              <a:gd name="connsiteY252" fmla="*/ 3400954 h 6858000"/>
              <a:gd name="connsiteX253" fmla="*/ 4557150 w 7467600"/>
              <a:gd name="connsiteY253" fmla="*/ 3510023 h 6858000"/>
              <a:gd name="connsiteX254" fmla="*/ 4856936 w 7467600"/>
              <a:gd name="connsiteY254" fmla="*/ 3809146 h 6858000"/>
              <a:gd name="connsiteX255" fmla="*/ 5111996 w 7467600"/>
              <a:gd name="connsiteY255" fmla="*/ 4065759 h 6858000"/>
              <a:gd name="connsiteX256" fmla="*/ 5388878 w 7467600"/>
              <a:gd name="connsiteY256" fmla="*/ 4300185 h 6858000"/>
              <a:gd name="connsiteX257" fmla="*/ 5425556 w 7467600"/>
              <a:gd name="connsiteY257" fmla="*/ 4308967 h 6858000"/>
              <a:gd name="connsiteX258" fmla="*/ 4943646 w 7467600"/>
              <a:gd name="connsiteY258" fmla="*/ 3822916 h 6858000"/>
              <a:gd name="connsiteX259" fmla="*/ 4594837 w 7467600"/>
              <a:gd name="connsiteY259" fmla="*/ 3532274 h 6858000"/>
              <a:gd name="connsiteX260" fmla="*/ 4441737 w 7467600"/>
              <a:gd name="connsiteY260" fmla="*/ 3399734 h 6858000"/>
              <a:gd name="connsiteX261" fmla="*/ 5425834 w 7467600"/>
              <a:gd name="connsiteY261" fmla="*/ 3162785 h 6858000"/>
              <a:gd name="connsiteX262" fmla="*/ 5401644 w 7467600"/>
              <a:gd name="connsiteY262" fmla="*/ 3617847 h 6858000"/>
              <a:gd name="connsiteX263" fmla="*/ 5467256 w 7467600"/>
              <a:gd name="connsiteY263" fmla="*/ 4175494 h 6858000"/>
              <a:gd name="connsiteX264" fmla="*/ 5448069 w 7467600"/>
              <a:gd name="connsiteY264" fmla="*/ 3567554 h 6858000"/>
              <a:gd name="connsiteX265" fmla="*/ 5425834 w 7467600"/>
              <a:gd name="connsiteY265" fmla="*/ 3162785 h 6858000"/>
              <a:gd name="connsiteX266" fmla="*/ 1318687 w 7467600"/>
              <a:gd name="connsiteY266" fmla="*/ 3113840 h 6858000"/>
              <a:gd name="connsiteX267" fmla="*/ 1066793 w 7467600"/>
              <a:gd name="connsiteY267" fmla="*/ 3212171 h 6858000"/>
              <a:gd name="connsiteX268" fmla="*/ 993319 w 7467600"/>
              <a:gd name="connsiteY268" fmla="*/ 3247648 h 6858000"/>
              <a:gd name="connsiteX269" fmla="*/ 853081 w 7467600"/>
              <a:gd name="connsiteY269" fmla="*/ 3312410 h 6858000"/>
              <a:gd name="connsiteX270" fmla="*/ 805957 w 7467600"/>
              <a:gd name="connsiteY270" fmla="*/ 3330443 h 6858000"/>
              <a:gd name="connsiteX271" fmla="*/ 1318687 w 7467600"/>
              <a:gd name="connsiteY271" fmla="*/ 3113840 h 6858000"/>
              <a:gd name="connsiteX272" fmla="*/ 5453702 w 7467600"/>
              <a:gd name="connsiteY272" fmla="*/ 3090882 h 6858000"/>
              <a:gd name="connsiteX273" fmla="*/ 5480135 w 7467600"/>
              <a:gd name="connsiteY273" fmla="*/ 3565802 h 6858000"/>
              <a:gd name="connsiteX274" fmla="*/ 5499023 w 7467600"/>
              <a:gd name="connsiteY274" fmla="*/ 4166310 h 6858000"/>
              <a:gd name="connsiteX275" fmla="*/ 5547022 w 7467600"/>
              <a:gd name="connsiteY275" fmla="*/ 3607838 h 6858000"/>
              <a:gd name="connsiteX276" fmla="*/ 5515964 w 7467600"/>
              <a:gd name="connsiteY276" fmla="*/ 3378541 h 6858000"/>
              <a:gd name="connsiteX277" fmla="*/ 5453702 w 7467600"/>
              <a:gd name="connsiteY277" fmla="*/ 3090882 h 6858000"/>
              <a:gd name="connsiteX278" fmla="*/ 1238695 w 7467600"/>
              <a:gd name="connsiteY278" fmla="*/ 3076820 h 6858000"/>
              <a:gd name="connsiteX279" fmla="*/ 716371 w 7467600"/>
              <a:gd name="connsiteY279" fmla="*/ 3293249 h 6858000"/>
              <a:gd name="connsiteX280" fmla="*/ 579522 w 7467600"/>
              <a:gd name="connsiteY280" fmla="*/ 3371759 h 6858000"/>
              <a:gd name="connsiteX281" fmla="*/ 600288 w 7467600"/>
              <a:gd name="connsiteY281" fmla="*/ 3365555 h 6858000"/>
              <a:gd name="connsiteX282" fmla="*/ 840692 w 7467600"/>
              <a:gd name="connsiteY282" fmla="*/ 3284921 h 6858000"/>
              <a:gd name="connsiteX283" fmla="*/ 979248 w 7467600"/>
              <a:gd name="connsiteY283" fmla="*/ 3221003 h 6858000"/>
              <a:gd name="connsiteX284" fmla="*/ 1053282 w 7467600"/>
              <a:gd name="connsiteY284" fmla="*/ 3185247 h 6858000"/>
              <a:gd name="connsiteX285" fmla="*/ 1320603 w 7467600"/>
              <a:gd name="connsiteY285" fmla="*/ 3081281 h 6858000"/>
              <a:gd name="connsiteX286" fmla="*/ 1238695 w 7467600"/>
              <a:gd name="connsiteY286" fmla="*/ 3076820 h 6858000"/>
              <a:gd name="connsiteX287" fmla="*/ 5425627 w 7467600"/>
              <a:gd name="connsiteY287" fmla="*/ 2954192 h 6858000"/>
              <a:gd name="connsiteX288" fmla="*/ 5470770 w 7467600"/>
              <a:gd name="connsiteY288" fmla="*/ 3005435 h 6858000"/>
              <a:gd name="connsiteX289" fmla="*/ 5519779 w 7467600"/>
              <a:gd name="connsiteY289" fmla="*/ 4359223 h 6858000"/>
              <a:gd name="connsiteX290" fmla="*/ 5520293 w 7467600"/>
              <a:gd name="connsiteY290" fmla="*/ 4360602 h 6858000"/>
              <a:gd name="connsiteX291" fmla="*/ 5767221 w 7467600"/>
              <a:gd name="connsiteY291" fmla="*/ 4665564 h 6858000"/>
              <a:gd name="connsiteX292" fmla="*/ 6937169 w 7467600"/>
              <a:gd name="connsiteY292" fmla="*/ 4815941 h 6858000"/>
              <a:gd name="connsiteX293" fmla="*/ 6953922 w 7467600"/>
              <a:gd name="connsiteY293" fmla="*/ 4890068 h 6858000"/>
              <a:gd name="connsiteX294" fmla="*/ 6071359 w 7467600"/>
              <a:gd name="connsiteY294" fmla="*/ 4770770 h 6858000"/>
              <a:gd name="connsiteX295" fmla="*/ 6038839 w 7467600"/>
              <a:gd name="connsiteY295" fmla="*/ 4764474 h 6858000"/>
              <a:gd name="connsiteX296" fmla="*/ 6038706 w 7467600"/>
              <a:gd name="connsiteY296" fmla="*/ 4763847 h 6858000"/>
              <a:gd name="connsiteX297" fmla="*/ 6037784 w 7467600"/>
              <a:gd name="connsiteY297" fmla="*/ 4764270 h 6858000"/>
              <a:gd name="connsiteX298" fmla="*/ 6038839 w 7467600"/>
              <a:gd name="connsiteY298" fmla="*/ 4764474 h 6858000"/>
              <a:gd name="connsiteX299" fmla="*/ 6040338 w 7467600"/>
              <a:gd name="connsiteY299" fmla="*/ 4771418 h 6858000"/>
              <a:gd name="connsiteX300" fmla="*/ 6024488 w 7467600"/>
              <a:gd name="connsiteY300" fmla="*/ 4809903 h 6858000"/>
              <a:gd name="connsiteX301" fmla="*/ 5599771 w 7467600"/>
              <a:gd name="connsiteY301" fmla="*/ 5509652 h 6858000"/>
              <a:gd name="connsiteX302" fmla="*/ 5548843 w 7467600"/>
              <a:gd name="connsiteY302" fmla="*/ 5563845 h 6858000"/>
              <a:gd name="connsiteX303" fmla="*/ 5940952 w 7467600"/>
              <a:gd name="connsiteY303" fmla="*/ 6250028 h 6858000"/>
              <a:gd name="connsiteX304" fmla="*/ 6043441 w 7467600"/>
              <a:gd name="connsiteY304" fmla="*/ 6665847 h 6858000"/>
              <a:gd name="connsiteX305" fmla="*/ 6093432 w 7467600"/>
              <a:gd name="connsiteY305" fmla="*/ 6858000 h 6858000"/>
              <a:gd name="connsiteX306" fmla="*/ 6034344 w 7467600"/>
              <a:gd name="connsiteY306" fmla="*/ 6858000 h 6858000"/>
              <a:gd name="connsiteX307" fmla="*/ 6026679 w 7467600"/>
              <a:gd name="connsiteY307" fmla="*/ 6836959 h 6858000"/>
              <a:gd name="connsiteX308" fmla="*/ 5800441 w 7467600"/>
              <a:gd name="connsiteY308" fmla="*/ 6335286 h 6858000"/>
              <a:gd name="connsiteX309" fmla="*/ 5526562 w 7467600"/>
              <a:gd name="connsiteY309" fmla="*/ 5705388 h 6858000"/>
              <a:gd name="connsiteX310" fmla="*/ 5519640 w 7467600"/>
              <a:gd name="connsiteY310" fmla="*/ 5683774 h 6858000"/>
              <a:gd name="connsiteX311" fmla="*/ 5844559 w 7467600"/>
              <a:gd name="connsiteY311" fmla="*/ 6553349 h 6858000"/>
              <a:gd name="connsiteX312" fmla="*/ 5975994 w 7467600"/>
              <a:gd name="connsiteY312" fmla="*/ 6858000 h 6858000"/>
              <a:gd name="connsiteX313" fmla="*/ 5898547 w 7467600"/>
              <a:gd name="connsiteY313" fmla="*/ 6858000 h 6858000"/>
              <a:gd name="connsiteX314" fmla="*/ 5682041 w 7467600"/>
              <a:gd name="connsiteY314" fmla="*/ 6355860 h 6858000"/>
              <a:gd name="connsiteX315" fmla="*/ 5461758 w 7467600"/>
              <a:gd name="connsiteY315" fmla="*/ 5820220 h 6858000"/>
              <a:gd name="connsiteX316" fmla="*/ 5237282 w 7467600"/>
              <a:gd name="connsiteY316" fmla="*/ 6579086 h 6858000"/>
              <a:gd name="connsiteX317" fmla="*/ 5115009 w 7467600"/>
              <a:gd name="connsiteY317" fmla="*/ 6858000 h 6858000"/>
              <a:gd name="connsiteX318" fmla="*/ 5028074 w 7467600"/>
              <a:gd name="connsiteY318" fmla="*/ 6858000 h 6858000"/>
              <a:gd name="connsiteX319" fmla="*/ 5079508 w 7467600"/>
              <a:gd name="connsiteY319" fmla="*/ 6749074 h 6858000"/>
              <a:gd name="connsiteX320" fmla="*/ 5371846 w 7467600"/>
              <a:gd name="connsiteY320" fmla="*/ 5924413 h 6858000"/>
              <a:gd name="connsiteX321" fmla="*/ 5270512 w 7467600"/>
              <a:gd name="connsiteY321" fmla="*/ 6138975 h 6858000"/>
              <a:gd name="connsiteX322" fmla="*/ 5062409 w 7467600"/>
              <a:gd name="connsiteY322" fmla="*/ 6653544 h 6858000"/>
              <a:gd name="connsiteX323" fmla="*/ 5036628 w 7467600"/>
              <a:gd name="connsiteY323" fmla="*/ 6754247 h 6858000"/>
              <a:gd name="connsiteX324" fmla="*/ 5009112 w 7467600"/>
              <a:gd name="connsiteY324" fmla="*/ 6858000 h 6858000"/>
              <a:gd name="connsiteX325" fmla="*/ 4976679 w 7467600"/>
              <a:gd name="connsiteY325" fmla="*/ 6858000 h 6858000"/>
              <a:gd name="connsiteX326" fmla="*/ 5006537 w 7467600"/>
              <a:gd name="connsiteY326" fmla="*/ 6747068 h 6858000"/>
              <a:gd name="connsiteX327" fmla="*/ 5032723 w 7467600"/>
              <a:gd name="connsiteY327" fmla="*/ 6644957 h 6858000"/>
              <a:gd name="connsiteX328" fmla="*/ 5242949 w 7467600"/>
              <a:gd name="connsiteY328" fmla="*/ 6125175 h 6858000"/>
              <a:gd name="connsiteX329" fmla="*/ 5286321 w 7467600"/>
              <a:gd name="connsiteY329" fmla="*/ 6033555 h 6858000"/>
              <a:gd name="connsiteX330" fmla="*/ 5008210 w 7467600"/>
              <a:gd name="connsiteY330" fmla="*/ 6649194 h 6858000"/>
              <a:gd name="connsiteX331" fmla="*/ 4986321 w 7467600"/>
              <a:gd name="connsiteY331" fmla="*/ 6765687 h 6858000"/>
              <a:gd name="connsiteX332" fmla="*/ 4973474 w 7467600"/>
              <a:gd name="connsiteY332" fmla="*/ 6858000 h 6858000"/>
              <a:gd name="connsiteX333" fmla="*/ 4907178 w 7467600"/>
              <a:gd name="connsiteY333" fmla="*/ 6858000 h 6858000"/>
              <a:gd name="connsiteX334" fmla="*/ 4910810 w 7467600"/>
              <a:gd name="connsiteY334" fmla="*/ 6829660 h 6858000"/>
              <a:gd name="connsiteX335" fmla="*/ 4987461 w 7467600"/>
              <a:gd name="connsiteY335" fmla="*/ 6432994 h 6858000"/>
              <a:gd name="connsiteX336" fmla="*/ 5179262 w 7467600"/>
              <a:gd name="connsiteY336" fmla="*/ 6035044 h 6858000"/>
              <a:gd name="connsiteX337" fmla="*/ 4689678 w 7467600"/>
              <a:gd name="connsiteY337" fmla="*/ 6440241 h 6858000"/>
              <a:gd name="connsiteX338" fmla="*/ 4477543 w 7467600"/>
              <a:gd name="connsiteY338" fmla="*/ 6674836 h 6858000"/>
              <a:gd name="connsiteX339" fmla="*/ 4329957 w 7467600"/>
              <a:gd name="connsiteY339" fmla="*/ 6858000 h 6858000"/>
              <a:gd name="connsiteX340" fmla="*/ 4218595 w 7467600"/>
              <a:gd name="connsiteY340" fmla="*/ 6858000 h 6858000"/>
              <a:gd name="connsiteX341" fmla="*/ 4368888 w 7467600"/>
              <a:gd name="connsiteY341" fmla="*/ 6668412 h 6858000"/>
              <a:gd name="connsiteX342" fmla="*/ 4563091 w 7467600"/>
              <a:gd name="connsiteY342" fmla="*/ 6442508 h 6858000"/>
              <a:gd name="connsiteX343" fmla="*/ 5387324 w 7467600"/>
              <a:gd name="connsiteY343" fmla="*/ 5705830 h 6858000"/>
              <a:gd name="connsiteX344" fmla="*/ 5073620 w 7467600"/>
              <a:gd name="connsiteY344" fmla="*/ 5955437 h 6858000"/>
              <a:gd name="connsiteX345" fmla="*/ 4689789 w 7467600"/>
              <a:gd name="connsiteY345" fmla="*/ 6268382 h 6858000"/>
              <a:gd name="connsiteX346" fmla="*/ 4418722 w 7467600"/>
              <a:gd name="connsiteY346" fmla="*/ 6570886 h 6858000"/>
              <a:gd name="connsiteX347" fmla="*/ 4214944 w 7467600"/>
              <a:gd name="connsiteY347" fmla="*/ 6858000 h 6858000"/>
              <a:gd name="connsiteX348" fmla="*/ 4177898 w 7467600"/>
              <a:gd name="connsiteY348" fmla="*/ 6858000 h 6858000"/>
              <a:gd name="connsiteX349" fmla="*/ 4391597 w 7467600"/>
              <a:gd name="connsiteY349" fmla="*/ 6556370 h 6858000"/>
              <a:gd name="connsiteX350" fmla="*/ 4668889 w 7467600"/>
              <a:gd name="connsiteY350" fmla="*/ 6246399 h 6858000"/>
              <a:gd name="connsiteX351" fmla="*/ 5055427 w 7467600"/>
              <a:gd name="connsiteY351" fmla="*/ 5931476 h 6858000"/>
              <a:gd name="connsiteX352" fmla="*/ 5371814 w 7467600"/>
              <a:gd name="connsiteY352" fmla="*/ 5678975 h 6858000"/>
              <a:gd name="connsiteX353" fmla="*/ 4987918 w 7467600"/>
              <a:gd name="connsiteY353" fmla="*/ 5838701 h 6858000"/>
              <a:gd name="connsiteX354" fmla="*/ 4317146 w 7467600"/>
              <a:gd name="connsiteY354" fmla="*/ 6587716 h 6858000"/>
              <a:gd name="connsiteX355" fmla="*/ 4171627 w 7467600"/>
              <a:gd name="connsiteY355" fmla="*/ 6858000 h 6858000"/>
              <a:gd name="connsiteX356" fmla="*/ 4081585 w 7467600"/>
              <a:gd name="connsiteY356" fmla="*/ 6858000 h 6858000"/>
              <a:gd name="connsiteX357" fmla="*/ 4238603 w 7467600"/>
              <a:gd name="connsiteY357" fmla="*/ 6559341 h 6858000"/>
              <a:gd name="connsiteX358" fmla="*/ 4778333 w 7467600"/>
              <a:gd name="connsiteY358" fmla="*/ 5873626 h 6858000"/>
              <a:gd name="connsiteX359" fmla="*/ 5414185 w 7467600"/>
              <a:gd name="connsiteY359" fmla="*/ 5573882 h 6858000"/>
              <a:gd name="connsiteX360" fmla="*/ 5959648 w 7467600"/>
              <a:gd name="connsiteY360" fmla="*/ 4760797 h 6858000"/>
              <a:gd name="connsiteX361" fmla="*/ 5355019 w 7467600"/>
              <a:gd name="connsiteY361" fmla="*/ 4734672 h 6858000"/>
              <a:gd name="connsiteX362" fmla="*/ 5083565 w 7467600"/>
              <a:gd name="connsiteY362" fmla="*/ 5179121 h 6858000"/>
              <a:gd name="connsiteX363" fmla="*/ 4713577 w 7467600"/>
              <a:gd name="connsiteY363" fmla="*/ 5616803 h 6858000"/>
              <a:gd name="connsiteX364" fmla="*/ 3989559 w 7467600"/>
              <a:gd name="connsiteY364" fmla="*/ 6145945 h 6858000"/>
              <a:gd name="connsiteX365" fmla="*/ 3939824 w 7467600"/>
              <a:gd name="connsiteY365" fmla="*/ 6066900 h 6858000"/>
              <a:gd name="connsiteX366" fmla="*/ 4584537 w 7467600"/>
              <a:gd name="connsiteY366" fmla="*/ 5324826 h 6858000"/>
              <a:gd name="connsiteX367" fmla="*/ 5037105 w 7467600"/>
              <a:gd name="connsiteY367" fmla="*/ 5088765 h 6858000"/>
              <a:gd name="connsiteX368" fmla="*/ 5039930 w 7467600"/>
              <a:gd name="connsiteY368" fmla="*/ 5089585 h 6858000"/>
              <a:gd name="connsiteX369" fmla="*/ 5263764 w 7467600"/>
              <a:gd name="connsiteY369" fmla="*/ 4735525 h 6858000"/>
              <a:gd name="connsiteX370" fmla="*/ 4086300 w 7467600"/>
              <a:gd name="connsiteY370" fmla="*/ 4884599 h 6858000"/>
              <a:gd name="connsiteX371" fmla="*/ 4085485 w 7467600"/>
              <a:gd name="connsiteY371" fmla="*/ 4899070 h 6858000"/>
              <a:gd name="connsiteX372" fmla="*/ 3871915 w 7467600"/>
              <a:gd name="connsiteY372" fmla="*/ 5253645 h 6858000"/>
              <a:gd name="connsiteX373" fmla="*/ 3799374 w 7467600"/>
              <a:gd name="connsiteY373" fmla="*/ 5466127 h 6858000"/>
              <a:gd name="connsiteX374" fmla="*/ 3498850 w 7467600"/>
              <a:gd name="connsiteY374" fmla="*/ 6661888 h 6858000"/>
              <a:gd name="connsiteX375" fmla="*/ 3399216 w 7467600"/>
              <a:gd name="connsiteY375" fmla="*/ 6858000 h 6858000"/>
              <a:gd name="connsiteX376" fmla="*/ 3303688 w 7467600"/>
              <a:gd name="connsiteY376" fmla="*/ 6858000 h 6858000"/>
              <a:gd name="connsiteX377" fmla="*/ 3391774 w 7467600"/>
              <a:gd name="connsiteY377" fmla="*/ 6697181 h 6858000"/>
              <a:gd name="connsiteX378" fmla="*/ 3735540 w 7467600"/>
              <a:gd name="connsiteY378" fmla="*/ 5546923 h 6858000"/>
              <a:gd name="connsiteX379" fmla="*/ 3729438 w 7467600"/>
              <a:gd name="connsiteY379" fmla="*/ 5569058 h 6858000"/>
              <a:gd name="connsiteX380" fmla="*/ 3707782 w 7467600"/>
              <a:gd name="connsiteY380" fmla="*/ 5644908 h 6858000"/>
              <a:gd name="connsiteX381" fmla="*/ 3583827 w 7467600"/>
              <a:gd name="connsiteY381" fmla="*/ 6039215 h 6858000"/>
              <a:gd name="connsiteX382" fmla="*/ 3547861 w 7467600"/>
              <a:gd name="connsiteY382" fmla="*/ 6129609 h 6858000"/>
              <a:gd name="connsiteX383" fmla="*/ 3490905 w 7467600"/>
              <a:gd name="connsiteY383" fmla="*/ 6277660 h 6858000"/>
              <a:gd name="connsiteX384" fmla="*/ 3455859 w 7467600"/>
              <a:gd name="connsiteY384" fmla="*/ 6391301 h 6858000"/>
              <a:gd name="connsiteX385" fmla="*/ 3429112 w 7467600"/>
              <a:gd name="connsiteY385" fmla="*/ 6479469 h 6858000"/>
              <a:gd name="connsiteX386" fmla="*/ 3304862 w 7467600"/>
              <a:gd name="connsiteY386" fmla="*/ 6796476 h 6858000"/>
              <a:gd name="connsiteX387" fmla="*/ 3276071 w 7467600"/>
              <a:gd name="connsiteY387" fmla="*/ 6858000 h 6858000"/>
              <a:gd name="connsiteX388" fmla="*/ 3240805 w 7467600"/>
              <a:gd name="connsiteY388" fmla="*/ 6858000 h 6858000"/>
              <a:gd name="connsiteX389" fmla="*/ 3275917 w 7467600"/>
              <a:gd name="connsiteY389" fmla="*/ 6783192 h 6858000"/>
              <a:gd name="connsiteX390" fmla="*/ 3399358 w 7467600"/>
              <a:gd name="connsiteY390" fmla="*/ 6469011 h 6858000"/>
              <a:gd name="connsiteX391" fmla="*/ 3425650 w 7467600"/>
              <a:gd name="connsiteY391" fmla="*/ 6381333 h 6858000"/>
              <a:gd name="connsiteX392" fmla="*/ 3460661 w 7467600"/>
              <a:gd name="connsiteY392" fmla="*/ 6266763 h 6858000"/>
              <a:gd name="connsiteX393" fmla="*/ 3518021 w 7467600"/>
              <a:gd name="connsiteY393" fmla="*/ 6117298 h 6858000"/>
              <a:gd name="connsiteX394" fmla="*/ 3554035 w 7467600"/>
              <a:gd name="connsiteY394" fmla="*/ 6027832 h 6858000"/>
              <a:gd name="connsiteX395" fmla="*/ 3677174 w 7467600"/>
              <a:gd name="connsiteY395" fmla="*/ 5636351 h 6858000"/>
              <a:gd name="connsiteX396" fmla="*/ 3698819 w 7467600"/>
              <a:gd name="connsiteY396" fmla="*/ 5560503 h 6858000"/>
              <a:gd name="connsiteX397" fmla="*/ 3702094 w 7467600"/>
              <a:gd name="connsiteY397" fmla="*/ 5549194 h 6858000"/>
              <a:gd name="connsiteX398" fmla="*/ 3398355 w 7467600"/>
              <a:gd name="connsiteY398" fmla="*/ 6094603 h 6858000"/>
              <a:gd name="connsiteX399" fmla="*/ 3193941 w 7467600"/>
              <a:gd name="connsiteY399" fmla="*/ 6798775 h 6858000"/>
              <a:gd name="connsiteX400" fmla="*/ 3184140 w 7467600"/>
              <a:gd name="connsiteY400" fmla="*/ 6858000 h 6858000"/>
              <a:gd name="connsiteX401" fmla="*/ 3099978 w 7467600"/>
              <a:gd name="connsiteY401" fmla="*/ 6858000 h 6858000"/>
              <a:gd name="connsiteX402" fmla="*/ 3101556 w 7467600"/>
              <a:gd name="connsiteY402" fmla="*/ 6843337 h 6858000"/>
              <a:gd name="connsiteX403" fmla="*/ 3370162 w 7467600"/>
              <a:gd name="connsiteY403" fmla="*/ 5785550 h 6858000"/>
              <a:gd name="connsiteX404" fmla="*/ 3746477 w 7467600"/>
              <a:gd name="connsiteY404" fmla="*/ 5377889 h 6858000"/>
              <a:gd name="connsiteX405" fmla="*/ 3863399 w 7467600"/>
              <a:gd name="connsiteY405" fmla="*/ 5087257 h 6858000"/>
              <a:gd name="connsiteX406" fmla="*/ 3968712 w 7467600"/>
              <a:gd name="connsiteY406" fmla="*/ 4913989 h 6858000"/>
              <a:gd name="connsiteX407" fmla="*/ 2792390 w 7467600"/>
              <a:gd name="connsiteY407" fmla="*/ 5382974 h 6858000"/>
              <a:gd name="connsiteX408" fmla="*/ 2714982 w 7467600"/>
              <a:gd name="connsiteY408" fmla="*/ 5427051 h 6858000"/>
              <a:gd name="connsiteX409" fmla="*/ 2813361 w 7467600"/>
              <a:gd name="connsiteY409" fmla="*/ 6023912 h 6858000"/>
              <a:gd name="connsiteX410" fmla="*/ 2688430 w 7467600"/>
              <a:gd name="connsiteY410" fmla="*/ 6801564 h 6858000"/>
              <a:gd name="connsiteX411" fmla="*/ 2629626 w 7467600"/>
              <a:gd name="connsiteY411" fmla="*/ 6763394 h 6858000"/>
              <a:gd name="connsiteX412" fmla="*/ 2565328 w 7467600"/>
              <a:gd name="connsiteY412" fmla="*/ 5516399 h 6858000"/>
              <a:gd name="connsiteX413" fmla="*/ 1922999 w 7467600"/>
              <a:gd name="connsiteY413" fmla="*/ 5980343 h 6858000"/>
              <a:gd name="connsiteX414" fmla="*/ 1950261 w 7467600"/>
              <a:gd name="connsiteY414" fmla="*/ 6405858 h 6858000"/>
              <a:gd name="connsiteX415" fmla="*/ 2365554 w 7467600"/>
              <a:gd name="connsiteY415" fmla="*/ 6759107 h 6858000"/>
              <a:gd name="connsiteX416" fmla="*/ 2424142 w 7467600"/>
              <a:gd name="connsiteY416" fmla="*/ 6858000 h 6858000"/>
              <a:gd name="connsiteX417" fmla="*/ 2395994 w 7467600"/>
              <a:gd name="connsiteY417" fmla="*/ 6858000 h 6858000"/>
              <a:gd name="connsiteX418" fmla="*/ 2392863 w 7467600"/>
              <a:gd name="connsiteY418" fmla="*/ 6852964 h 6858000"/>
              <a:gd name="connsiteX419" fmla="*/ 2017589 w 7467600"/>
              <a:gd name="connsiteY419" fmla="*/ 6493982 h 6858000"/>
              <a:gd name="connsiteX420" fmla="*/ 2147336 w 7467600"/>
              <a:gd name="connsiteY420" fmla="*/ 6594052 h 6858000"/>
              <a:gd name="connsiteX421" fmla="*/ 2207047 w 7467600"/>
              <a:gd name="connsiteY421" fmla="*/ 6654540 h 6858000"/>
              <a:gd name="connsiteX422" fmla="*/ 2299106 w 7467600"/>
              <a:gd name="connsiteY422" fmla="*/ 6778931 h 6858000"/>
              <a:gd name="connsiteX423" fmla="*/ 2314430 w 7467600"/>
              <a:gd name="connsiteY423" fmla="*/ 6801144 h 6858000"/>
              <a:gd name="connsiteX424" fmla="*/ 2352406 w 7467600"/>
              <a:gd name="connsiteY424" fmla="*/ 6858000 h 6858000"/>
              <a:gd name="connsiteX425" fmla="*/ 2314492 w 7467600"/>
              <a:gd name="connsiteY425" fmla="*/ 6858000 h 6858000"/>
              <a:gd name="connsiteX426" fmla="*/ 2288095 w 7467600"/>
              <a:gd name="connsiteY426" fmla="*/ 6818030 h 6858000"/>
              <a:gd name="connsiteX427" fmla="*/ 2272768 w 7467600"/>
              <a:gd name="connsiteY427" fmla="*/ 6795822 h 6858000"/>
              <a:gd name="connsiteX428" fmla="*/ 2182715 w 7467600"/>
              <a:gd name="connsiteY428" fmla="*/ 6675071 h 6858000"/>
              <a:gd name="connsiteX429" fmla="*/ 2032061 w 7467600"/>
              <a:gd name="connsiteY429" fmla="*/ 6541380 h 6858000"/>
              <a:gd name="connsiteX430" fmla="*/ 2257220 w 7467600"/>
              <a:gd name="connsiteY430" fmla="*/ 6826257 h 6858000"/>
              <a:gd name="connsiteX431" fmla="*/ 2281324 w 7467600"/>
              <a:gd name="connsiteY431" fmla="*/ 6858000 h 6858000"/>
              <a:gd name="connsiteX432" fmla="*/ 2242860 w 7467600"/>
              <a:gd name="connsiteY432" fmla="*/ 6858000 h 6858000"/>
              <a:gd name="connsiteX433" fmla="*/ 2232818 w 7467600"/>
              <a:gd name="connsiteY433" fmla="*/ 6844926 h 6858000"/>
              <a:gd name="connsiteX434" fmla="*/ 1990172 w 7467600"/>
              <a:gd name="connsiteY434" fmla="*/ 6542121 h 6858000"/>
              <a:gd name="connsiteX435" fmla="*/ 2124090 w 7467600"/>
              <a:gd name="connsiteY435" fmla="*/ 6761017 h 6858000"/>
              <a:gd name="connsiteX436" fmla="*/ 2200380 w 7467600"/>
              <a:gd name="connsiteY436" fmla="*/ 6858000 h 6858000"/>
              <a:gd name="connsiteX437" fmla="*/ 2147507 w 7467600"/>
              <a:gd name="connsiteY437" fmla="*/ 6858000 h 6858000"/>
              <a:gd name="connsiteX438" fmla="*/ 2070668 w 7467600"/>
              <a:gd name="connsiteY438" fmla="*/ 6761520 h 6858000"/>
              <a:gd name="connsiteX439" fmla="*/ 1975142 w 7467600"/>
              <a:gd name="connsiteY439" fmla="*/ 6585570 h 6858000"/>
              <a:gd name="connsiteX440" fmla="*/ 2050035 w 7467600"/>
              <a:gd name="connsiteY440" fmla="*/ 6813345 h 6858000"/>
              <a:gd name="connsiteX441" fmla="*/ 2063025 w 7467600"/>
              <a:gd name="connsiteY441" fmla="*/ 6858000 h 6858000"/>
              <a:gd name="connsiteX442" fmla="*/ 2021675 w 7467600"/>
              <a:gd name="connsiteY442" fmla="*/ 6858000 h 6858000"/>
              <a:gd name="connsiteX443" fmla="*/ 2019308 w 7467600"/>
              <a:gd name="connsiteY443" fmla="*/ 6847118 h 6858000"/>
              <a:gd name="connsiteX444" fmla="*/ 1938835 w 7467600"/>
              <a:gd name="connsiteY444" fmla="*/ 6551160 h 6858000"/>
              <a:gd name="connsiteX445" fmla="*/ 1953230 w 7467600"/>
              <a:gd name="connsiteY445" fmla="*/ 6759699 h 6858000"/>
              <a:gd name="connsiteX446" fmla="*/ 1956763 w 7467600"/>
              <a:gd name="connsiteY446" fmla="*/ 6778191 h 6858000"/>
              <a:gd name="connsiteX447" fmla="*/ 1967925 w 7467600"/>
              <a:gd name="connsiteY447" fmla="*/ 6858000 h 6858000"/>
              <a:gd name="connsiteX448" fmla="*/ 1936622 w 7467600"/>
              <a:gd name="connsiteY448" fmla="*/ 6858000 h 6858000"/>
              <a:gd name="connsiteX449" fmla="*/ 1926261 w 7467600"/>
              <a:gd name="connsiteY449" fmla="*/ 6784064 h 6858000"/>
              <a:gd name="connsiteX450" fmla="*/ 1922724 w 7467600"/>
              <a:gd name="connsiteY450" fmla="*/ 6765577 h 6858000"/>
              <a:gd name="connsiteX451" fmla="*/ 1904650 w 7467600"/>
              <a:gd name="connsiteY451" fmla="*/ 6639616 h 6858000"/>
              <a:gd name="connsiteX452" fmla="*/ 1885273 w 7467600"/>
              <a:gd name="connsiteY452" fmla="*/ 6858000 h 6858000"/>
              <a:gd name="connsiteX453" fmla="*/ 1854363 w 7467600"/>
              <a:gd name="connsiteY453" fmla="*/ 6858000 h 6858000"/>
              <a:gd name="connsiteX454" fmla="*/ 1880391 w 7467600"/>
              <a:gd name="connsiteY454" fmla="*/ 6603796 h 6858000"/>
              <a:gd name="connsiteX455" fmla="*/ 1818273 w 7467600"/>
              <a:gd name="connsiteY455" fmla="*/ 6715729 h 6858000"/>
              <a:gd name="connsiteX456" fmla="*/ 1794691 w 7467600"/>
              <a:gd name="connsiteY456" fmla="*/ 6843239 h 6858000"/>
              <a:gd name="connsiteX457" fmla="*/ 1794914 w 7467600"/>
              <a:gd name="connsiteY457" fmla="*/ 6858000 h 6858000"/>
              <a:gd name="connsiteX458" fmla="*/ 1746128 w 7467600"/>
              <a:gd name="connsiteY458" fmla="*/ 6858000 h 6858000"/>
              <a:gd name="connsiteX459" fmla="*/ 1753934 w 7467600"/>
              <a:gd name="connsiteY459" fmla="*/ 6724796 h 6858000"/>
              <a:gd name="connsiteX460" fmla="*/ 1792053 w 7467600"/>
              <a:gd name="connsiteY460" fmla="*/ 6572396 h 6858000"/>
              <a:gd name="connsiteX461" fmla="*/ 1862248 w 7467600"/>
              <a:gd name="connsiteY461" fmla="*/ 6266397 h 6858000"/>
              <a:gd name="connsiteX462" fmla="*/ 1862250 w 7467600"/>
              <a:gd name="connsiteY462" fmla="*/ 6033531 h 6858000"/>
              <a:gd name="connsiteX463" fmla="*/ 1211999 w 7467600"/>
              <a:gd name="connsiteY463" fmla="*/ 6683610 h 6858000"/>
              <a:gd name="connsiteX464" fmla="*/ 1213266 w 7467600"/>
              <a:gd name="connsiteY464" fmla="*/ 6691947 h 6858000"/>
              <a:gd name="connsiteX465" fmla="*/ 1203370 w 7467600"/>
              <a:gd name="connsiteY465" fmla="*/ 6850676 h 6858000"/>
              <a:gd name="connsiteX466" fmla="*/ 1203671 w 7467600"/>
              <a:gd name="connsiteY466" fmla="*/ 6858000 h 6858000"/>
              <a:gd name="connsiteX467" fmla="*/ 1143180 w 7467600"/>
              <a:gd name="connsiteY467" fmla="*/ 6858000 h 6858000"/>
              <a:gd name="connsiteX468" fmla="*/ 1142176 w 7467600"/>
              <a:gd name="connsiteY468" fmla="*/ 6766045 h 6858000"/>
              <a:gd name="connsiteX469" fmla="*/ 1067484 w 7467600"/>
              <a:gd name="connsiteY469" fmla="*/ 6858000 h 6858000"/>
              <a:gd name="connsiteX470" fmla="*/ 953928 w 7467600"/>
              <a:gd name="connsiteY470" fmla="*/ 6858000 h 6858000"/>
              <a:gd name="connsiteX471" fmla="*/ 959715 w 7467600"/>
              <a:gd name="connsiteY471" fmla="*/ 6850185 h 6858000"/>
              <a:gd name="connsiteX472" fmla="*/ 1483788 w 7467600"/>
              <a:gd name="connsiteY472" fmla="*/ 6259174 h 6858000"/>
              <a:gd name="connsiteX473" fmla="*/ 1100671 w 7467600"/>
              <a:gd name="connsiteY473" fmla="*/ 6252137 h 6858000"/>
              <a:gd name="connsiteX474" fmla="*/ 1090144 w 7467600"/>
              <a:gd name="connsiteY474" fmla="*/ 6256748 h 6858000"/>
              <a:gd name="connsiteX475" fmla="*/ 1095872 w 7467600"/>
              <a:gd name="connsiteY475" fmla="*/ 6271892 h 6858000"/>
              <a:gd name="connsiteX476" fmla="*/ 262785 w 7467600"/>
              <a:gd name="connsiteY476" fmla="*/ 6845450 h 6858000"/>
              <a:gd name="connsiteX477" fmla="*/ 209968 w 7467600"/>
              <a:gd name="connsiteY477" fmla="*/ 6770713 h 6858000"/>
              <a:gd name="connsiteX478" fmla="*/ 873460 w 7467600"/>
              <a:gd name="connsiteY478" fmla="*/ 6253768 h 6858000"/>
              <a:gd name="connsiteX479" fmla="*/ 192686 w 7467600"/>
              <a:gd name="connsiteY479" fmla="*/ 5849257 h 6858000"/>
              <a:gd name="connsiteX480" fmla="*/ 4696 w 7467600"/>
              <a:gd name="connsiteY480" fmla="*/ 5697668 h 6858000"/>
              <a:gd name="connsiteX481" fmla="*/ 0 w 7467600"/>
              <a:gd name="connsiteY481" fmla="*/ 5689984 h 6858000"/>
              <a:gd name="connsiteX482" fmla="*/ 0 w 7467600"/>
              <a:gd name="connsiteY482" fmla="*/ 5513472 h 6858000"/>
              <a:gd name="connsiteX483" fmla="*/ 174101 w 7467600"/>
              <a:gd name="connsiteY483" fmla="*/ 5620277 h 6858000"/>
              <a:gd name="connsiteX484" fmla="*/ 891800 w 7467600"/>
              <a:gd name="connsiteY484" fmla="*/ 6036935 h 6858000"/>
              <a:gd name="connsiteX485" fmla="*/ 1072219 w 7467600"/>
              <a:gd name="connsiteY485" fmla="*/ 6169443 h 6858000"/>
              <a:gd name="connsiteX486" fmla="*/ 1074117 w 7467600"/>
              <a:gd name="connsiteY486" fmla="*/ 6170301 h 6858000"/>
              <a:gd name="connsiteX487" fmla="*/ 1083114 w 7467600"/>
              <a:gd name="connsiteY487" fmla="*/ 6174131 h 6858000"/>
              <a:gd name="connsiteX488" fmla="*/ 1543010 w 7467600"/>
              <a:gd name="connsiteY488" fmla="*/ 6191140 h 6858000"/>
              <a:gd name="connsiteX489" fmla="*/ 1551080 w 7467600"/>
              <a:gd name="connsiteY489" fmla="*/ 6195006 h 6858000"/>
              <a:gd name="connsiteX490" fmla="*/ 2345443 w 7467600"/>
              <a:gd name="connsiteY490" fmla="*/ 5549882 h 6858000"/>
              <a:gd name="connsiteX491" fmla="*/ 1721499 w 7467600"/>
              <a:gd name="connsiteY491" fmla="*/ 5599969 h 6858000"/>
              <a:gd name="connsiteX492" fmla="*/ 767716 w 7467600"/>
              <a:gd name="connsiteY492" fmla="*/ 5472768 h 6858000"/>
              <a:gd name="connsiteX493" fmla="*/ 722147 w 7467600"/>
              <a:gd name="connsiteY493" fmla="*/ 5393091 h 6858000"/>
              <a:gd name="connsiteX494" fmla="*/ 1485552 w 7467600"/>
              <a:gd name="connsiteY494" fmla="*/ 5313202 h 6858000"/>
              <a:gd name="connsiteX495" fmla="*/ 2143004 w 7467600"/>
              <a:gd name="connsiteY495" fmla="*/ 5402420 h 6858000"/>
              <a:gd name="connsiteX496" fmla="*/ 1933391 w 7467600"/>
              <a:gd name="connsiteY496" fmla="*/ 5156971 h 6858000"/>
              <a:gd name="connsiteX497" fmla="*/ 1827118 w 7467600"/>
              <a:gd name="connsiteY497" fmla="*/ 4968410 h 6858000"/>
              <a:gd name="connsiteX498" fmla="*/ 1837349 w 7467600"/>
              <a:gd name="connsiteY498" fmla="*/ 4956357 h 6858000"/>
              <a:gd name="connsiteX499" fmla="*/ 2162835 w 7467600"/>
              <a:gd name="connsiteY499" fmla="*/ 5187853 h 6858000"/>
              <a:gd name="connsiteX500" fmla="*/ 2257167 w 7467600"/>
              <a:gd name="connsiteY500" fmla="*/ 5462123 h 6858000"/>
              <a:gd name="connsiteX501" fmla="*/ 2261598 w 7467600"/>
              <a:gd name="connsiteY501" fmla="*/ 5467998 h 6858000"/>
              <a:gd name="connsiteX502" fmla="*/ 2437177 w 7467600"/>
              <a:gd name="connsiteY502" fmla="*/ 5479608 h 6858000"/>
              <a:gd name="connsiteX503" fmla="*/ 2445247 w 7467600"/>
              <a:gd name="connsiteY503" fmla="*/ 5483476 h 6858000"/>
              <a:gd name="connsiteX504" fmla="*/ 2743626 w 7467600"/>
              <a:gd name="connsiteY504" fmla="*/ 5304819 h 6858000"/>
              <a:gd name="connsiteX505" fmla="*/ 3048102 w 7467600"/>
              <a:gd name="connsiteY505" fmla="*/ 5150595 h 6858000"/>
              <a:gd name="connsiteX506" fmla="*/ 1799414 w 7467600"/>
              <a:gd name="connsiteY506" fmla="*/ 4694732 h 6858000"/>
              <a:gd name="connsiteX507" fmla="*/ 1771735 w 7467600"/>
              <a:gd name="connsiteY507" fmla="*/ 4619929 h 6858000"/>
              <a:gd name="connsiteX508" fmla="*/ 3104273 w 7467600"/>
              <a:gd name="connsiteY508" fmla="*/ 5076159 h 6858000"/>
              <a:gd name="connsiteX509" fmla="*/ 3113245 w 7467600"/>
              <a:gd name="connsiteY509" fmla="*/ 5090705 h 6858000"/>
              <a:gd name="connsiteX510" fmla="*/ 3126294 w 7467600"/>
              <a:gd name="connsiteY510" fmla="*/ 5114400 h 6858000"/>
              <a:gd name="connsiteX511" fmla="*/ 3937433 w 7467600"/>
              <a:gd name="connsiteY511" fmla="*/ 4830473 h 6858000"/>
              <a:gd name="connsiteX512" fmla="*/ 3590475 w 7467600"/>
              <a:gd name="connsiteY512" fmla="*/ 4597974 h 6858000"/>
              <a:gd name="connsiteX513" fmla="*/ 3100264 w 7467600"/>
              <a:gd name="connsiteY513" fmla="*/ 4579845 h 6858000"/>
              <a:gd name="connsiteX514" fmla="*/ 2183576 w 7467600"/>
              <a:gd name="connsiteY514" fmla="*/ 4227150 h 6858000"/>
              <a:gd name="connsiteX515" fmla="*/ 2151029 w 7467600"/>
              <a:gd name="connsiteY515" fmla="*/ 4146947 h 6858000"/>
              <a:gd name="connsiteX516" fmla="*/ 3563434 w 7467600"/>
              <a:gd name="connsiteY516" fmla="*/ 4469115 h 6858000"/>
              <a:gd name="connsiteX517" fmla="*/ 3177952 w 7467600"/>
              <a:gd name="connsiteY517" fmla="*/ 3657386 h 6858000"/>
              <a:gd name="connsiteX518" fmla="*/ 3189263 w 7467600"/>
              <a:gd name="connsiteY518" fmla="*/ 3625726 h 6858000"/>
              <a:gd name="connsiteX519" fmla="*/ 3560912 w 7467600"/>
              <a:gd name="connsiteY519" fmla="*/ 4079863 h 6858000"/>
              <a:gd name="connsiteX520" fmla="*/ 3626636 w 7467600"/>
              <a:gd name="connsiteY520" fmla="*/ 4512230 h 6858000"/>
              <a:gd name="connsiteX521" fmla="*/ 3653088 w 7467600"/>
              <a:gd name="connsiteY521" fmla="*/ 4521417 h 6858000"/>
              <a:gd name="connsiteX522" fmla="*/ 3988128 w 7467600"/>
              <a:gd name="connsiteY522" fmla="*/ 4817267 h 6858000"/>
              <a:gd name="connsiteX523" fmla="*/ 4830582 w 7467600"/>
              <a:gd name="connsiteY523" fmla="*/ 4676000 h 6858000"/>
              <a:gd name="connsiteX524" fmla="*/ 4830100 w 7467600"/>
              <a:gd name="connsiteY524" fmla="*/ 4675554 h 6858000"/>
              <a:gd name="connsiteX525" fmla="*/ 4036318 w 7467600"/>
              <a:gd name="connsiteY525" fmla="*/ 4147013 h 6858000"/>
              <a:gd name="connsiteX526" fmla="*/ 3432098 w 7467600"/>
              <a:gd name="connsiteY526" fmla="*/ 3537312 h 6858000"/>
              <a:gd name="connsiteX527" fmla="*/ 3446761 w 7467600"/>
              <a:gd name="connsiteY527" fmla="*/ 3461278 h 6858000"/>
              <a:gd name="connsiteX528" fmla="*/ 4419733 w 7467600"/>
              <a:gd name="connsiteY528" fmla="*/ 3963555 h 6858000"/>
              <a:gd name="connsiteX529" fmla="*/ 4781371 w 7467600"/>
              <a:gd name="connsiteY529" fmla="*/ 4458604 h 6858000"/>
              <a:gd name="connsiteX530" fmla="*/ 4780440 w 7467600"/>
              <a:gd name="connsiteY530" fmla="*/ 4470290 h 6858000"/>
              <a:gd name="connsiteX531" fmla="*/ 4898954 w 7467600"/>
              <a:gd name="connsiteY531" fmla="*/ 4662092 h 6858000"/>
              <a:gd name="connsiteX532" fmla="*/ 4900699 w 7467600"/>
              <a:gd name="connsiteY532" fmla="*/ 4670867 h 6858000"/>
              <a:gd name="connsiteX533" fmla="*/ 5714511 w 7467600"/>
              <a:gd name="connsiteY533" fmla="*/ 4663483 h 6858000"/>
              <a:gd name="connsiteX534" fmla="*/ 5464793 w 7467600"/>
              <a:gd name="connsiteY534" fmla="*/ 4393556 h 6858000"/>
              <a:gd name="connsiteX535" fmla="*/ 5461897 w 7467600"/>
              <a:gd name="connsiteY535" fmla="*/ 4390879 h 6858000"/>
              <a:gd name="connsiteX536" fmla="*/ 4294126 w 7467600"/>
              <a:gd name="connsiteY536" fmla="*/ 3303048 h 6858000"/>
              <a:gd name="connsiteX537" fmla="*/ 4305321 w 7467600"/>
              <a:gd name="connsiteY537" fmla="*/ 3256953 h 6858000"/>
              <a:gd name="connsiteX538" fmla="*/ 4949299 w 7467600"/>
              <a:gd name="connsiteY538" fmla="*/ 3766336 h 6858000"/>
              <a:gd name="connsiteX539" fmla="*/ 5291452 w 7467600"/>
              <a:gd name="connsiteY539" fmla="*/ 4076801 h 6858000"/>
              <a:gd name="connsiteX540" fmla="*/ 5434998 w 7467600"/>
              <a:gd name="connsiteY540" fmla="*/ 4254100 h 6858000"/>
              <a:gd name="connsiteX541" fmla="*/ 5351015 w 7467600"/>
              <a:gd name="connsiteY541" fmla="*/ 3760989 h 6858000"/>
              <a:gd name="connsiteX542" fmla="*/ 5413780 w 7467600"/>
              <a:gd name="connsiteY542" fmla="*/ 2966265 h 6858000"/>
              <a:gd name="connsiteX543" fmla="*/ 5425627 w 7467600"/>
              <a:gd name="connsiteY543" fmla="*/ 2954192 h 6858000"/>
              <a:gd name="connsiteX544" fmla="*/ 6604735 w 7467600"/>
              <a:gd name="connsiteY544" fmla="*/ 2041381 h 6858000"/>
              <a:gd name="connsiteX545" fmla="*/ 7204487 w 7467600"/>
              <a:gd name="connsiteY545" fmla="*/ 2742112 h 6858000"/>
              <a:gd name="connsiteX546" fmla="*/ 7131592 w 7467600"/>
              <a:gd name="connsiteY546" fmla="*/ 2672096 h 6858000"/>
              <a:gd name="connsiteX547" fmla="*/ 6996344 w 7467600"/>
              <a:gd name="connsiteY547" fmla="*/ 2518310 h 6858000"/>
              <a:gd name="connsiteX548" fmla="*/ 6735495 w 7467600"/>
              <a:gd name="connsiteY548" fmla="*/ 2196890 h 6858000"/>
              <a:gd name="connsiteX549" fmla="*/ 6721901 w 7467600"/>
              <a:gd name="connsiteY549" fmla="*/ 2179274 h 6858000"/>
              <a:gd name="connsiteX550" fmla="*/ 6604735 w 7467600"/>
              <a:gd name="connsiteY550" fmla="*/ 2041381 h 6858000"/>
              <a:gd name="connsiteX551" fmla="*/ 6591670 w 7467600"/>
              <a:gd name="connsiteY551" fmla="*/ 1988277 h 6858000"/>
              <a:gd name="connsiteX552" fmla="*/ 6747349 w 7467600"/>
              <a:gd name="connsiteY552" fmla="*/ 2160069 h 6858000"/>
              <a:gd name="connsiteX553" fmla="*/ 6760943 w 7467600"/>
              <a:gd name="connsiteY553" fmla="*/ 2177686 h 6858000"/>
              <a:gd name="connsiteX554" fmla="*/ 7021065 w 7467600"/>
              <a:gd name="connsiteY554" fmla="*/ 2498102 h 6858000"/>
              <a:gd name="connsiteX555" fmla="*/ 7155223 w 7467600"/>
              <a:gd name="connsiteY555" fmla="*/ 2650386 h 6858000"/>
              <a:gd name="connsiteX556" fmla="*/ 7203167 w 7467600"/>
              <a:gd name="connsiteY556" fmla="*/ 2697288 h 6858000"/>
              <a:gd name="connsiteX557" fmla="*/ 6937703 w 7467600"/>
              <a:gd name="connsiteY557" fmla="*/ 2321981 h 6858000"/>
              <a:gd name="connsiteX558" fmla="*/ 6591670 w 7467600"/>
              <a:gd name="connsiteY558" fmla="*/ 1988277 h 6858000"/>
              <a:gd name="connsiteX559" fmla="*/ 5798671 w 7467600"/>
              <a:gd name="connsiteY559" fmla="*/ 1981601 h 6858000"/>
              <a:gd name="connsiteX560" fmla="*/ 5754709 w 7467600"/>
              <a:gd name="connsiteY560" fmla="*/ 2071454 h 6858000"/>
              <a:gd name="connsiteX561" fmla="*/ 5763044 w 7467600"/>
              <a:gd name="connsiteY561" fmla="*/ 2842206 h 6858000"/>
              <a:gd name="connsiteX562" fmla="*/ 5764974 w 7467600"/>
              <a:gd name="connsiteY562" fmla="*/ 2799609 h 6858000"/>
              <a:gd name="connsiteX563" fmla="*/ 5767665 w 7467600"/>
              <a:gd name="connsiteY563" fmla="*/ 2666409 h 6858000"/>
              <a:gd name="connsiteX564" fmla="*/ 5763055 w 7467600"/>
              <a:gd name="connsiteY564" fmla="*/ 2579705 h 6858000"/>
              <a:gd name="connsiteX565" fmla="*/ 5758079 w 7467600"/>
              <a:gd name="connsiteY565" fmla="*/ 2492508 h 6858000"/>
              <a:gd name="connsiteX566" fmla="*/ 5779325 w 7467600"/>
              <a:gd name="connsiteY566" fmla="*/ 2197069 h 6858000"/>
              <a:gd name="connsiteX567" fmla="*/ 5798671 w 7467600"/>
              <a:gd name="connsiteY567" fmla="*/ 1981601 h 6858000"/>
              <a:gd name="connsiteX568" fmla="*/ 5829202 w 7467600"/>
              <a:gd name="connsiteY568" fmla="*/ 1971679 h 6858000"/>
              <a:gd name="connsiteX569" fmla="*/ 5809558 w 7467600"/>
              <a:gd name="connsiteY569" fmla="*/ 2198043 h 6858000"/>
              <a:gd name="connsiteX570" fmla="*/ 5788653 w 7467600"/>
              <a:gd name="connsiteY570" fmla="*/ 2489430 h 6858000"/>
              <a:gd name="connsiteX571" fmla="*/ 5793439 w 7467600"/>
              <a:gd name="connsiteY571" fmla="*/ 2575235 h 6858000"/>
              <a:gd name="connsiteX572" fmla="*/ 5796837 w 7467600"/>
              <a:gd name="connsiteY572" fmla="*/ 2637633 h 6858000"/>
              <a:gd name="connsiteX573" fmla="*/ 5818614 w 7467600"/>
              <a:gd name="connsiteY573" fmla="*/ 2473055 h 6858000"/>
              <a:gd name="connsiteX574" fmla="*/ 5829202 w 7467600"/>
              <a:gd name="connsiteY574" fmla="*/ 1971679 h 6858000"/>
              <a:gd name="connsiteX575" fmla="*/ 5911389 w 7467600"/>
              <a:gd name="connsiteY575" fmla="*/ 1898371 h 6858000"/>
              <a:gd name="connsiteX576" fmla="*/ 6237627 w 7467600"/>
              <a:gd name="connsiteY576" fmla="*/ 2231921 h 6858000"/>
              <a:gd name="connsiteX577" fmla="*/ 5911389 w 7467600"/>
              <a:gd name="connsiteY577" fmla="*/ 1898371 h 6858000"/>
              <a:gd name="connsiteX578" fmla="*/ 6944437 w 7467600"/>
              <a:gd name="connsiteY578" fmla="*/ 1575402 h 6858000"/>
              <a:gd name="connsiteX579" fmla="*/ 6304730 w 7467600"/>
              <a:gd name="connsiteY579" fmla="*/ 1766654 h 6858000"/>
              <a:gd name="connsiteX580" fmla="*/ 6944437 w 7467600"/>
              <a:gd name="connsiteY580" fmla="*/ 1575402 h 6858000"/>
              <a:gd name="connsiteX581" fmla="*/ 7019523 w 7467600"/>
              <a:gd name="connsiteY581" fmla="*/ 1519450 h 6858000"/>
              <a:gd name="connsiteX582" fmla="*/ 6298091 w 7467600"/>
              <a:gd name="connsiteY582" fmla="*/ 1737122 h 6858000"/>
              <a:gd name="connsiteX583" fmla="*/ 7019523 w 7467600"/>
              <a:gd name="connsiteY583" fmla="*/ 1519450 h 6858000"/>
              <a:gd name="connsiteX584" fmla="*/ 2399523 w 7467600"/>
              <a:gd name="connsiteY584" fmla="*/ 1428234 h 6858000"/>
              <a:gd name="connsiteX585" fmla="*/ 2224982 w 7467600"/>
              <a:gd name="connsiteY585" fmla="*/ 1826201 h 6858000"/>
              <a:gd name="connsiteX586" fmla="*/ 2096099 w 7467600"/>
              <a:gd name="connsiteY586" fmla="*/ 2345900 h 6858000"/>
              <a:gd name="connsiteX587" fmla="*/ 2283317 w 7467600"/>
              <a:gd name="connsiteY587" fmla="*/ 1796925 h 6858000"/>
              <a:gd name="connsiteX588" fmla="*/ 2399523 w 7467600"/>
              <a:gd name="connsiteY588" fmla="*/ 1428234 h 6858000"/>
              <a:gd name="connsiteX589" fmla="*/ 2448558 w 7467600"/>
              <a:gd name="connsiteY589" fmla="*/ 1373435 h 6858000"/>
              <a:gd name="connsiteX590" fmla="*/ 2312521 w 7467600"/>
              <a:gd name="connsiteY590" fmla="*/ 1806140 h 6858000"/>
              <a:gd name="connsiteX591" fmla="*/ 2127533 w 7467600"/>
              <a:gd name="connsiteY591" fmla="*/ 2348380 h 6858000"/>
              <a:gd name="connsiteX592" fmla="*/ 2358080 w 7467600"/>
              <a:gd name="connsiteY592" fmla="*/ 1866134 h 6858000"/>
              <a:gd name="connsiteX593" fmla="*/ 2407436 w 7467600"/>
              <a:gd name="connsiteY593" fmla="*/ 1651070 h 6858000"/>
              <a:gd name="connsiteX594" fmla="*/ 2448558 w 7467600"/>
              <a:gd name="connsiteY594" fmla="*/ 1373435 h 6858000"/>
              <a:gd name="connsiteX595" fmla="*/ 278707 w 7467600"/>
              <a:gd name="connsiteY595" fmla="*/ 1352270 h 6858000"/>
              <a:gd name="connsiteX596" fmla="*/ 321570 w 7467600"/>
              <a:gd name="connsiteY596" fmla="*/ 1861610 h 6858000"/>
              <a:gd name="connsiteX597" fmla="*/ 294281 w 7467600"/>
              <a:gd name="connsiteY597" fmla="*/ 1440658 h 6858000"/>
              <a:gd name="connsiteX598" fmla="*/ 278707 w 7467600"/>
              <a:gd name="connsiteY598" fmla="*/ 1352270 h 6858000"/>
              <a:gd name="connsiteX599" fmla="*/ 1423821 w 7467600"/>
              <a:gd name="connsiteY599" fmla="*/ 1351958 h 6858000"/>
              <a:gd name="connsiteX600" fmla="*/ 1638521 w 7467600"/>
              <a:gd name="connsiteY600" fmla="*/ 1908470 h 6858000"/>
              <a:gd name="connsiteX601" fmla="*/ 1754199 w 7467600"/>
              <a:gd name="connsiteY601" fmla="*/ 2149284 h 6858000"/>
              <a:gd name="connsiteX602" fmla="*/ 1908359 w 7467600"/>
              <a:gd name="connsiteY602" fmla="*/ 2364988 h 6858000"/>
              <a:gd name="connsiteX603" fmla="*/ 1647661 w 7467600"/>
              <a:gd name="connsiteY603" fmla="*/ 1825945 h 6858000"/>
              <a:gd name="connsiteX604" fmla="*/ 1423821 w 7467600"/>
              <a:gd name="connsiteY604" fmla="*/ 1351958 h 6858000"/>
              <a:gd name="connsiteX605" fmla="*/ 1431890 w 7467600"/>
              <a:gd name="connsiteY605" fmla="*/ 1306475 h 6858000"/>
              <a:gd name="connsiteX606" fmla="*/ 1507597 w 7467600"/>
              <a:gd name="connsiteY606" fmla="*/ 1446132 h 6858000"/>
              <a:gd name="connsiteX607" fmla="*/ 1674586 w 7467600"/>
              <a:gd name="connsiteY607" fmla="*/ 1813832 h 6858000"/>
              <a:gd name="connsiteX608" fmla="*/ 1815950 w 7467600"/>
              <a:gd name="connsiteY608" fmla="*/ 2128564 h 6858000"/>
              <a:gd name="connsiteX609" fmla="*/ 1984242 w 7467600"/>
              <a:gd name="connsiteY609" fmla="*/ 2430829 h 6858000"/>
              <a:gd name="connsiteX610" fmla="*/ 2014023 w 7467600"/>
              <a:gd name="connsiteY610" fmla="*/ 2450995 h 6858000"/>
              <a:gd name="connsiteX611" fmla="*/ 1747337 w 7467600"/>
              <a:gd name="connsiteY611" fmla="*/ 1855264 h 6858000"/>
              <a:gd name="connsiteX612" fmla="*/ 1533749 w 7467600"/>
              <a:gd name="connsiteY612" fmla="*/ 1478656 h 6858000"/>
              <a:gd name="connsiteX613" fmla="*/ 1431890 w 7467600"/>
              <a:gd name="connsiteY613" fmla="*/ 1306475 h 6858000"/>
              <a:gd name="connsiteX614" fmla="*/ 5052692 w 7467600"/>
              <a:gd name="connsiteY614" fmla="*/ 1292994 h 6858000"/>
              <a:gd name="connsiteX615" fmla="*/ 5200661 w 7467600"/>
              <a:gd name="connsiteY615" fmla="*/ 1635186 h 6858000"/>
              <a:gd name="connsiteX616" fmla="*/ 5297138 w 7467600"/>
              <a:gd name="connsiteY616" fmla="*/ 1906351 h 6858000"/>
              <a:gd name="connsiteX617" fmla="*/ 5052692 w 7467600"/>
              <a:gd name="connsiteY617" fmla="*/ 1292994 h 6858000"/>
              <a:gd name="connsiteX618" fmla="*/ 5009948 w 7467600"/>
              <a:gd name="connsiteY618" fmla="*/ 1273619 h 6858000"/>
              <a:gd name="connsiteX619" fmla="*/ 5121777 w 7467600"/>
              <a:gd name="connsiteY619" fmla="*/ 1654213 h 6858000"/>
              <a:gd name="connsiteX620" fmla="*/ 5293545 w 7467600"/>
              <a:gd name="connsiteY620" fmla="*/ 2072247 h 6858000"/>
              <a:gd name="connsiteX621" fmla="*/ 5294042 w 7467600"/>
              <a:gd name="connsiteY621" fmla="*/ 2065019 h 6858000"/>
              <a:gd name="connsiteX622" fmla="*/ 5171936 w 7467600"/>
              <a:gd name="connsiteY622" fmla="*/ 1647613 h 6858000"/>
              <a:gd name="connsiteX623" fmla="*/ 5009948 w 7467600"/>
              <a:gd name="connsiteY623" fmla="*/ 1273619 h 6858000"/>
              <a:gd name="connsiteX624" fmla="*/ 655236 w 7467600"/>
              <a:gd name="connsiteY624" fmla="*/ 1268632 h 6858000"/>
              <a:gd name="connsiteX625" fmla="*/ 839521 w 7467600"/>
              <a:gd name="connsiteY625" fmla="*/ 1685315 h 6858000"/>
              <a:gd name="connsiteX626" fmla="*/ 1109416 w 7467600"/>
              <a:gd name="connsiteY626" fmla="*/ 2061663 h 6858000"/>
              <a:gd name="connsiteX627" fmla="*/ 1298300 w 7467600"/>
              <a:gd name="connsiteY627" fmla="*/ 2247742 h 6858000"/>
              <a:gd name="connsiteX628" fmla="*/ 1125871 w 7467600"/>
              <a:gd name="connsiteY628" fmla="*/ 1989513 h 6858000"/>
              <a:gd name="connsiteX629" fmla="*/ 981574 w 7467600"/>
              <a:gd name="connsiteY629" fmla="*/ 1783157 h 6858000"/>
              <a:gd name="connsiteX630" fmla="*/ 922198 w 7467600"/>
              <a:gd name="connsiteY630" fmla="*/ 1677437 h 6858000"/>
              <a:gd name="connsiteX631" fmla="*/ 869293 w 7467600"/>
              <a:gd name="connsiteY631" fmla="*/ 1583214 h 6858000"/>
              <a:gd name="connsiteX632" fmla="*/ 751431 w 7467600"/>
              <a:gd name="connsiteY632" fmla="*/ 1405731 h 6858000"/>
              <a:gd name="connsiteX633" fmla="*/ 655236 w 7467600"/>
              <a:gd name="connsiteY633" fmla="*/ 1268632 h 6858000"/>
              <a:gd name="connsiteX634" fmla="*/ 6516292 w 7467600"/>
              <a:gd name="connsiteY634" fmla="*/ 1263064 h 6858000"/>
              <a:gd name="connsiteX635" fmla="*/ 5736320 w 7467600"/>
              <a:gd name="connsiteY635" fmla="*/ 1501803 h 6858000"/>
              <a:gd name="connsiteX636" fmla="*/ 6516292 w 7467600"/>
              <a:gd name="connsiteY636" fmla="*/ 1263064 h 6858000"/>
              <a:gd name="connsiteX637" fmla="*/ 291466 w 7467600"/>
              <a:gd name="connsiteY637" fmla="*/ 1250369 h 6858000"/>
              <a:gd name="connsiteX638" fmla="*/ 323180 w 7467600"/>
              <a:gd name="connsiteY638" fmla="*/ 1435283 h 6858000"/>
              <a:gd name="connsiteX639" fmla="*/ 349381 w 7467600"/>
              <a:gd name="connsiteY639" fmla="*/ 1875041 h 6858000"/>
              <a:gd name="connsiteX640" fmla="*/ 374363 w 7467600"/>
              <a:gd name="connsiteY640" fmla="*/ 1506494 h 6858000"/>
              <a:gd name="connsiteX641" fmla="*/ 302168 w 7467600"/>
              <a:gd name="connsiteY641" fmla="*/ 1274495 h 6858000"/>
              <a:gd name="connsiteX642" fmla="*/ 291466 w 7467600"/>
              <a:gd name="connsiteY642" fmla="*/ 1250369 h 6858000"/>
              <a:gd name="connsiteX643" fmla="*/ 678222 w 7467600"/>
              <a:gd name="connsiteY643" fmla="*/ 1248670 h 6858000"/>
              <a:gd name="connsiteX644" fmla="*/ 775536 w 7467600"/>
              <a:gd name="connsiteY644" fmla="*/ 1388015 h 6858000"/>
              <a:gd name="connsiteX645" fmla="*/ 894529 w 7467600"/>
              <a:gd name="connsiteY645" fmla="*/ 1567739 h 6858000"/>
              <a:gd name="connsiteX646" fmla="*/ 948000 w 7467600"/>
              <a:gd name="connsiteY646" fmla="*/ 1663088 h 6858000"/>
              <a:gd name="connsiteX647" fmla="*/ 1006812 w 7467600"/>
              <a:gd name="connsiteY647" fmla="*/ 1767683 h 6858000"/>
              <a:gd name="connsiteX648" fmla="*/ 1149133 w 7467600"/>
              <a:gd name="connsiteY648" fmla="*/ 1971513 h 6858000"/>
              <a:gd name="connsiteX649" fmla="*/ 1333952 w 7467600"/>
              <a:gd name="connsiteY649" fmla="*/ 2251620 h 6858000"/>
              <a:gd name="connsiteX650" fmla="*/ 1337329 w 7467600"/>
              <a:gd name="connsiteY650" fmla="*/ 2258350 h 6858000"/>
              <a:gd name="connsiteX651" fmla="*/ 1014726 w 7467600"/>
              <a:gd name="connsiteY651" fmla="*/ 1615556 h 6858000"/>
              <a:gd name="connsiteX652" fmla="*/ 678222 w 7467600"/>
              <a:gd name="connsiteY652" fmla="*/ 1248670 h 6858000"/>
              <a:gd name="connsiteX653" fmla="*/ 6691602 w 7467600"/>
              <a:gd name="connsiteY653" fmla="*/ 1140573 h 6858000"/>
              <a:gd name="connsiteX654" fmla="*/ 6571100 w 7467600"/>
              <a:gd name="connsiteY654" fmla="*/ 1183662 h 6858000"/>
              <a:gd name="connsiteX655" fmla="*/ 6241687 w 7467600"/>
              <a:gd name="connsiteY655" fmla="*/ 1257600 h 6858000"/>
              <a:gd name="connsiteX656" fmla="*/ 5693009 w 7467600"/>
              <a:gd name="connsiteY656" fmla="*/ 1478256 h 6858000"/>
              <a:gd name="connsiteX657" fmla="*/ 6548420 w 7467600"/>
              <a:gd name="connsiteY657" fmla="*/ 1214599 h 6858000"/>
              <a:gd name="connsiteX658" fmla="*/ 6605473 w 7467600"/>
              <a:gd name="connsiteY658" fmla="*/ 1184686 h 6858000"/>
              <a:gd name="connsiteX659" fmla="*/ 6691602 w 7467600"/>
              <a:gd name="connsiteY659" fmla="*/ 1140573 h 6858000"/>
              <a:gd name="connsiteX660" fmla="*/ 4002475 w 7467600"/>
              <a:gd name="connsiteY660" fmla="*/ 1037802 h 6858000"/>
              <a:gd name="connsiteX661" fmla="*/ 4000324 w 7467600"/>
              <a:gd name="connsiteY661" fmla="*/ 1039362 h 6858000"/>
              <a:gd name="connsiteX662" fmla="*/ 4002862 w 7467600"/>
              <a:gd name="connsiteY662" fmla="*/ 1042866 h 6858000"/>
              <a:gd name="connsiteX663" fmla="*/ 4002475 w 7467600"/>
              <a:gd name="connsiteY663" fmla="*/ 1037802 h 6858000"/>
              <a:gd name="connsiteX664" fmla="*/ 506322 w 7467600"/>
              <a:gd name="connsiteY664" fmla="*/ 1020997 h 6858000"/>
              <a:gd name="connsiteX665" fmla="*/ 533068 w 7467600"/>
              <a:gd name="connsiteY665" fmla="*/ 1029409 h 6858000"/>
              <a:gd name="connsiteX666" fmla="*/ 1232525 w 7467600"/>
              <a:gd name="connsiteY666" fmla="*/ 1804675 h 6858000"/>
              <a:gd name="connsiteX667" fmla="*/ 1388858 w 7467600"/>
              <a:gd name="connsiteY667" fmla="*/ 2368011 h 6858000"/>
              <a:gd name="connsiteX668" fmla="*/ 1384098 w 7467600"/>
              <a:gd name="connsiteY668" fmla="*/ 2378125 h 6858000"/>
              <a:gd name="connsiteX669" fmla="*/ 1425393 w 7467600"/>
              <a:gd name="connsiteY669" fmla="*/ 2589124 h 6858000"/>
              <a:gd name="connsiteX670" fmla="*/ 1424001 w 7467600"/>
              <a:gd name="connsiteY670" fmla="*/ 2597541 h 6858000"/>
              <a:gd name="connsiteX671" fmla="*/ 2152729 w 7467600"/>
              <a:gd name="connsiteY671" fmla="*/ 2864487 h 6858000"/>
              <a:gd name="connsiteX672" fmla="*/ 2020609 w 7467600"/>
              <a:gd name="connsiteY672" fmla="*/ 2539671 h 6858000"/>
              <a:gd name="connsiteX673" fmla="*/ 2018920 w 7467600"/>
              <a:gd name="connsiteY673" fmla="*/ 2536309 h 6858000"/>
              <a:gd name="connsiteX674" fmla="*/ 1342441 w 7467600"/>
              <a:gd name="connsiteY674" fmla="*/ 1173017 h 6858000"/>
              <a:gd name="connsiteX675" fmla="*/ 1367925 w 7467600"/>
              <a:gd name="connsiteY675" fmla="*/ 1135648 h 6858000"/>
              <a:gd name="connsiteX676" fmla="*/ 1771401 w 7467600"/>
              <a:gd name="connsiteY676" fmla="*/ 1806673 h 6858000"/>
              <a:gd name="connsiteX677" fmla="*/ 1972385 w 7467600"/>
              <a:gd name="connsiteY677" fmla="*/ 2198735 h 6858000"/>
              <a:gd name="connsiteX678" fmla="*/ 2040892 w 7467600"/>
              <a:gd name="connsiteY678" fmla="*/ 2405205 h 6858000"/>
              <a:gd name="connsiteX679" fmla="*/ 2131689 w 7467600"/>
              <a:gd name="connsiteY679" fmla="*/ 1936926 h 6858000"/>
              <a:gd name="connsiteX680" fmla="*/ 2454820 w 7467600"/>
              <a:gd name="connsiteY680" fmla="*/ 1248808 h 6858000"/>
              <a:gd name="connsiteX681" fmla="*/ 2492512 w 7467600"/>
              <a:gd name="connsiteY681" fmla="*/ 1302920 h 6858000"/>
              <a:gd name="connsiteX682" fmla="*/ 2081216 w 7467600"/>
              <a:gd name="connsiteY682" fmla="*/ 2527513 h 6858000"/>
              <a:gd name="connsiteX683" fmla="*/ 2081211 w 7467600"/>
              <a:gd name="connsiteY683" fmla="*/ 2528916 h 6858000"/>
              <a:gd name="connsiteX684" fmla="*/ 2199067 w 7467600"/>
              <a:gd name="connsiteY684" fmla="*/ 2884061 h 6858000"/>
              <a:gd name="connsiteX685" fmla="*/ 3192586 w 7467600"/>
              <a:gd name="connsiteY685" fmla="*/ 3411496 h 6858000"/>
              <a:gd name="connsiteX686" fmla="*/ 3182620 w 7467600"/>
              <a:gd name="connsiteY686" fmla="*/ 3483279 h 6858000"/>
              <a:gd name="connsiteX687" fmla="*/ 2435119 w 7467600"/>
              <a:gd name="connsiteY687" fmla="*/ 3080173 h 6858000"/>
              <a:gd name="connsiteX688" fmla="*/ 2410152 w 7467600"/>
              <a:gd name="connsiteY688" fmla="*/ 3063751 h 6858000"/>
              <a:gd name="connsiteX689" fmla="*/ 2408099 w 7467600"/>
              <a:gd name="connsiteY689" fmla="*/ 3064403 h 6858000"/>
              <a:gd name="connsiteX690" fmla="*/ 2407218 w 7467600"/>
              <a:gd name="connsiteY690" fmla="*/ 3070324 h 6858000"/>
              <a:gd name="connsiteX691" fmla="*/ 2380138 w 7467600"/>
              <a:gd name="connsiteY691" fmla="*/ 3099341 h 6858000"/>
              <a:gd name="connsiteX692" fmla="*/ 1765923 w 7467600"/>
              <a:gd name="connsiteY692" fmla="*/ 3581043 h 6858000"/>
              <a:gd name="connsiteX693" fmla="*/ 1702258 w 7467600"/>
              <a:gd name="connsiteY693" fmla="*/ 3612286 h 6858000"/>
              <a:gd name="connsiteX694" fmla="*/ 1538370 w 7467600"/>
              <a:gd name="connsiteY694" fmla="*/ 3811804 h 6858000"/>
              <a:gd name="connsiteX695" fmla="*/ 542867 w 7467600"/>
              <a:gd name="connsiteY695" fmla="*/ 4944092 h 6858000"/>
              <a:gd name="connsiteX696" fmla="*/ 515800 w 7467600"/>
              <a:gd name="connsiteY696" fmla="*/ 4862180 h 6858000"/>
              <a:gd name="connsiteX697" fmla="*/ 909145 w 7467600"/>
              <a:gd name="connsiteY697" fmla="*/ 4199225 h 6858000"/>
              <a:gd name="connsiteX698" fmla="*/ 1214067 w 7467600"/>
              <a:gd name="connsiteY698" fmla="*/ 3908561 h 6858000"/>
              <a:gd name="connsiteX699" fmla="*/ 640967 w 7467600"/>
              <a:gd name="connsiteY699" fmla="*/ 4105601 h 6858000"/>
              <a:gd name="connsiteX700" fmla="*/ 112563 w 7467600"/>
              <a:gd name="connsiteY700" fmla="*/ 4396952 h 6858000"/>
              <a:gd name="connsiteX701" fmla="*/ 0 w 7467600"/>
              <a:gd name="connsiteY701" fmla="*/ 4466006 h 6858000"/>
              <a:gd name="connsiteX702" fmla="*/ 0 w 7467600"/>
              <a:gd name="connsiteY702" fmla="*/ 4233763 h 6858000"/>
              <a:gd name="connsiteX703" fmla="*/ 36881 w 7467600"/>
              <a:gd name="connsiteY703" fmla="*/ 4200118 h 6858000"/>
              <a:gd name="connsiteX704" fmla="*/ 910534 w 7467600"/>
              <a:gd name="connsiteY704" fmla="*/ 3629753 h 6858000"/>
              <a:gd name="connsiteX705" fmla="*/ 1578717 w 7467600"/>
              <a:gd name="connsiteY705" fmla="*/ 3575982 h 6858000"/>
              <a:gd name="connsiteX706" fmla="*/ 2338780 w 7467600"/>
              <a:gd name="connsiteY706" fmla="*/ 3033725 h 6858000"/>
              <a:gd name="connsiteX707" fmla="*/ 1807991 w 7467600"/>
              <a:gd name="connsiteY707" fmla="*/ 2807184 h 6858000"/>
              <a:gd name="connsiteX708" fmla="*/ 1416358 w 7467600"/>
              <a:gd name="connsiteY708" fmla="*/ 3112571 h 6858000"/>
              <a:gd name="connsiteX709" fmla="*/ 939066 w 7467600"/>
              <a:gd name="connsiteY709" fmla="*/ 3378798 h 6858000"/>
              <a:gd name="connsiteX710" fmla="*/ 115099 w 7467600"/>
              <a:gd name="connsiteY710" fmla="*/ 3607650 h 6858000"/>
              <a:gd name="connsiteX711" fmla="*/ 97284 w 7467600"/>
              <a:gd name="connsiteY711" fmla="*/ 3520393 h 6858000"/>
              <a:gd name="connsiteX712" fmla="*/ 922050 w 7467600"/>
              <a:gd name="connsiteY712" fmla="*/ 3074867 h 6858000"/>
              <a:gd name="connsiteX713" fmla="*/ 1405265 w 7467600"/>
              <a:gd name="connsiteY713" fmla="*/ 3016319 h 6858000"/>
              <a:gd name="connsiteX714" fmla="*/ 1407512 w 7467600"/>
              <a:gd name="connsiteY714" fmla="*/ 3018001 h 6858000"/>
              <a:gd name="connsiteX715" fmla="*/ 1726266 w 7467600"/>
              <a:gd name="connsiteY715" fmla="*/ 2777274 h 6858000"/>
              <a:gd name="connsiteX716" fmla="*/ 625390 w 7467600"/>
              <a:gd name="connsiteY716" fmla="*/ 2514541 h 6858000"/>
              <a:gd name="connsiteX717" fmla="*/ 619799 w 7467600"/>
              <a:gd name="connsiteY717" fmla="*/ 2527180 h 6858000"/>
              <a:gd name="connsiteX718" fmla="*/ 310030 w 7467600"/>
              <a:gd name="connsiteY718" fmla="*/ 2771818 h 6858000"/>
              <a:gd name="connsiteX719" fmla="*/ 173877 w 7467600"/>
              <a:gd name="connsiteY719" fmla="*/ 2937056 h 6858000"/>
              <a:gd name="connsiteX720" fmla="*/ 77889 w 7467600"/>
              <a:gd name="connsiteY720" fmla="*/ 3138440 h 6858000"/>
              <a:gd name="connsiteX721" fmla="*/ 0 w 7467600"/>
              <a:gd name="connsiteY721" fmla="*/ 3271395 h 6858000"/>
              <a:gd name="connsiteX722" fmla="*/ 0 w 7467600"/>
              <a:gd name="connsiteY722" fmla="*/ 3153002 h 6858000"/>
              <a:gd name="connsiteX723" fmla="*/ 2386 w 7467600"/>
              <a:gd name="connsiteY723" fmla="*/ 3149203 h 6858000"/>
              <a:gd name="connsiteX724" fmla="*/ 89753 w 7467600"/>
              <a:gd name="connsiteY724" fmla="*/ 2987702 h 6858000"/>
              <a:gd name="connsiteX725" fmla="*/ 76869 w 7467600"/>
              <a:gd name="connsiteY725" fmla="*/ 3005404 h 6858000"/>
              <a:gd name="connsiteX726" fmla="*/ 32049 w 7467600"/>
              <a:gd name="connsiteY726" fmla="*/ 3065814 h 6858000"/>
              <a:gd name="connsiteX727" fmla="*/ 0 w 7467600"/>
              <a:gd name="connsiteY727" fmla="*/ 3108744 h 6858000"/>
              <a:gd name="connsiteX728" fmla="*/ 0 w 7467600"/>
              <a:gd name="connsiteY728" fmla="*/ 3058059 h 6858000"/>
              <a:gd name="connsiteX729" fmla="*/ 7610 w 7467600"/>
              <a:gd name="connsiteY729" fmla="*/ 3047889 h 6858000"/>
              <a:gd name="connsiteX730" fmla="*/ 52419 w 7467600"/>
              <a:gd name="connsiteY730" fmla="*/ 2987479 h 6858000"/>
              <a:gd name="connsiteX731" fmla="*/ 59142 w 7467600"/>
              <a:gd name="connsiteY731" fmla="*/ 2978488 h 6858000"/>
              <a:gd name="connsiteX732" fmla="*/ 0 w 7467600"/>
              <a:gd name="connsiteY732" fmla="*/ 3015334 h 6858000"/>
              <a:gd name="connsiteX733" fmla="*/ 0 w 7467600"/>
              <a:gd name="connsiteY733" fmla="*/ 2914286 h 6858000"/>
              <a:gd name="connsiteX734" fmla="*/ 36383 w 7467600"/>
              <a:gd name="connsiteY734" fmla="*/ 2901128 h 6858000"/>
              <a:gd name="connsiteX735" fmla="*/ 156329 w 7467600"/>
              <a:gd name="connsiteY735" fmla="*/ 2840533 h 6858000"/>
              <a:gd name="connsiteX736" fmla="*/ 358355 w 7467600"/>
              <a:gd name="connsiteY736" fmla="*/ 2620471 h 6858000"/>
              <a:gd name="connsiteX737" fmla="*/ 510577 w 7467600"/>
              <a:gd name="connsiteY737" fmla="*/ 2501244 h 6858000"/>
              <a:gd name="connsiteX738" fmla="*/ 211967 w 7467600"/>
              <a:gd name="connsiteY738" fmla="*/ 2479171 h 6858000"/>
              <a:gd name="connsiteX739" fmla="*/ 0 w 7467600"/>
              <a:gd name="connsiteY739" fmla="*/ 2476398 h 6858000"/>
              <a:gd name="connsiteX740" fmla="*/ 0 w 7467600"/>
              <a:gd name="connsiteY740" fmla="*/ 2389189 h 6858000"/>
              <a:gd name="connsiteX741" fmla="*/ 103062 w 7467600"/>
              <a:gd name="connsiteY741" fmla="*/ 2389518 h 6858000"/>
              <a:gd name="connsiteX742" fmla="*/ 510734 w 7467600"/>
              <a:gd name="connsiteY742" fmla="*/ 2416201 h 6858000"/>
              <a:gd name="connsiteX743" fmla="*/ 279257 w 7467600"/>
              <a:gd name="connsiteY743" fmla="*/ 2092102 h 6858000"/>
              <a:gd name="connsiteX744" fmla="*/ 65265 w 7467600"/>
              <a:gd name="connsiteY744" fmla="*/ 2006049 h 6858000"/>
              <a:gd name="connsiteX745" fmla="*/ 0 w 7467600"/>
              <a:gd name="connsiteY745" fmla="*/ 1982532 h 6858000"/>
              <a:gd name="connsiteX746" fmla="*/ 0 w 7467600"/>
              <a:gd name="connsiteY746" fmla="*/ 1912789 h 6858000"/>
              <a:gd name="connsiteX747" fmla="*/ 97460 w 7467600"/>
              <a:gd name="connsiteY747" fmla="*/ 1953725 h 6858000"/>
              <a:gd name="connsiteX748" fmla="*/ 221272 w 7467600"/>
              <a:gd name="connsiteY748" fmla="*/ 1980766 h 6858000"/>
              <a:gd name="connsiteX749" fmla="*/ 116765 w 7467600"/>
              <a:gd name="connsiteY749" fmla="*/ 1911033 h 6858000"/>
              <a:gd name="connsiteX750" fmla="*/ 16405 w 7467600"/>
              <a:gd name="connsiteY750" fmla="*/ 1803412 h 6858000"/>
              <a:gd name="connsiteX751" fmla="*/ 0 w 7467600"/>
              <a:gd name="connsiteY751" fmla="*/ 1784777 h 6858000"/>
              <a:gd name="connsiteX752" fmla="*/ 0 w 7467600"/>
              <a:gd name="connsiteY752" fmla="*/ 1740082 h 6858000"/>
              <a:gd name="connsiteX753" fmla="*/ 39394 w 7467600"/>
              <a:gd name="connsiteY753" fmla="*/ 1784856 h 6858000"/>
              <a:gd name="connsiteX754" fmla="*/ 135813 w 7467600"/>
              <a:gd name="connsiteY754" fmla="*/ 1888838 h 6858000"/>
              <a:gd name="connsiteX755" fmla="*/ 242575 w 7467600"/>
              <a:gd name="connsiteY755" fmla="*/ 1958841 h 6858000"/>
              <a:gd name="connsiteX756" fmla="*/ 82197 w 7467600"/>
              <a:gd name="connsiteY756" fmla="*/ 1754826 h 6858000"/>
              <a:gd name="connsiteX757" fmla="*/ 0 w 7467600"/>
              <a:gd name="connsiteY757" fmla="*/ 1679650 h 6858000"/>
              <a:gd name="connsiteX758" fmla="*/ 0 w 7467600"/>
              <a:gd name="connsiteY758" fmla="*/ 1602463 h 6858000"/>
              <a:gd name="connsiteX759" fmla="*/ 84689 w 7467600"/>
              <a:gd name="connsiteY759" fmla="*/ 1677442 h 6858000"/>
              <a:gd name="connsiteX760" fmla="*/ 298437 w 7467600"/>
              <a:gd name="connsiteY760" fmla="*/ 1968019 h 6858000"/>
              <a:gd name="connsiteX761" fmla="*/ 227269 w 7467600"/>
              <a:gd name="connsiteY761" fmla="*/ 1114064 h 6858000"/>
              <a:gd name="connsiteX762" fmla="*/ 248003 w 7467600"/>
              <a:gd name="connsiteY762" fmla="*/ 1089613 h 6858000"/>
              <a:gd name="connsiteX763" fmla="*/ 427020 w 7467600"/>
              <a:gd name="connsiteY763" fmla="*/ 1619803 h 6858000"/>
              <a:gd name="connsiteX764" fmla="*/ 340345 w 7467600"/>
              <a:gd name="connsiteY764" fmla="*/ 2027739 h 6858000"/>
              <a:gd name="connsiteX765" fmla="*/ 360865 w 7467600"/>
              <a:gd name="connsiteY765" fmla="*/ 2044827 h 6858000"/>
              <a:gd name="connsiteX766" fmla="*/ 560414 w 7467600"/>
              <a:gd name="connsiteY766" fmla="*/ 2421457 h 6858000"/>
              <a:gd name="connsiteX767" fmla="*/ 1359703 w 7467600"/>
              <a:gd name="connsiteY767" fmla="*/ 2578554 h 6858000"/>
              <a:gd name="connsiteX768" fmla="*/ 1359422 w 7467600"/>
              <a:gd name="connsiteY768" fmla="*/ 2577994 h 6858000"/>
              <a:gd name="connsiteX769" fmla="*/ 828701 w 7467600"/>
              <a:gd name="connsiteY769" fmla="*/ 1839520 h 6858000"/>
              <a:gd name="connsiteX770" fmla="*/ 494427 w 7467600"/>
              <a:gd name="connsiteY770" fmla="*/ 1092333 h 6858000"/>
              <a:gd name="connsiteX771" fmla="*/ 506322 w 7467600"/>
              <a:gd name="connsiteY771" fmla="*/ 1020997 h 6858000"/>
              <a:gd name="connsiteX772" fmla="*/ 4570198 w 7467600"/>
              <a:gd name="connsiteY772" fmla="*/ 978081 h 6858000"/>
              <a:gd name="connsiteX773" fmla="*/ 4523691 w 7467600"/>
              <a:gd name="connsiteY773" fmla="*/ 1127776 h 6858000"/>
              <a:gd name="connsiteX774" fmla="*/ 4509875 w 7467600"/>
              <a:gd name="connsiteY774" fmla="*/ 1167552 h 6858000"/>
              <a:gd name="connsiteX775" fmla="*/ 4478168 w 7467600"/>
              <a:gd name="connsiteY775" fmla="*/ 1260735 h 6858000"/>
              <a:gd name="connsiteX776" fmla="*/ 4409309 w 7467600"/>
              <a:gd name="connsiteY776" fmla="*/ 1666996 h 6858000"/>
              <a:gd name="connsiteX777" fmla="*/ 4370031 w 7467600"/>
              <a:gd name="connsiteY777" fmla="*/ 1955666 h 6858000"/>
              <a:gd name="connsiteX778" fmla="*/ 4570198 w 7467600"/>
              <a:gd name="connsiteY778" fmla="*/ 978081 h 6858000"/>
              <a:gd name="connsiteX779" fmla="*/ 4557898 w 7467600"/>
              <a:gd name="connsiteY779" fmla="*/ 900011 h 6858000"/>
              <a:gd name="connsiteX780" fmla="*/ 4344840 w 7467600"/>
              <a:gd name="connsiteY780" fmla="*/ 1922038 h 6858000"/>
              <a:gd name="connsiteX781" fmla="*/ 4378710 w 7467600"/>
              <a:gd name="connsiteY781" fmla="*/ 1665516 h 6858000"/>
              <a:gd name="connsiteX782" fmla="*/ 4448798 w 7467600"/>
              <a:gd name="connsiteY782" fmla="*/ 1253024 h 6858000"/>
              <a:gd name="connsiteX783" fmla="*/ 4480315 w 7467600"/>
              <a:gd name="connsiteY783" fmla="*/ 1158454 h 6858000"/>
              <a:gd name="connsiteX784" fmla="*/ 4494133 w 7467600"/>
              <a:gd name="connsiteY784" fmla="*/ 1118676 h 6858000"/>
              <a:gd name="connsiteX785" fmla="*/ 4557898 w 7467600"/>
              <a:gd name="connsiteY785" fmla="*/ 900011 h 6858000"/>
              <a:gd name="connsiteX786" fmla="*/ 5870151 w 7467600"/>
              <a:gd name="connsiteY786" fmla="*/ 898890 h 6858000"/>
              <a:gd name="connsiteX787" fmla="*/ 5861335 w 7467600"/>
              <a:gd name="connsiteY787" fmla="*/ 899177 h 6858000"/>
              <a:gd name="connsiteX788" fmla="*/ 5843702 w 7467600"/>
              <a:gd name="connsiteY788" fmla="*/ 899748 h 6858000"/>
              <a:gd name="connsiteX789" fmla="*/ 5651107 w 7467600"/>
              <a:gd name="connsiteY789" fmla="*/ 920306 h 6858000"/>
              <a:gd name="connsiteX790" fmla="*/ 5459407 w 7467600"/>
              <a:gd name="connsiteY790" fmla="*/ 940975 h 6858000"/>
              <a:gd name="connsiteX791" fmla="*/ 5374846 w 7467600"/>
              <a:gd name="connsiteY791" fmla="*/ 941988 h 6858000"/>
              <a:gd name="connsiteX792" fmla="*/ 5256105 w 7467600"/>
              <a:gd name="connsiteY792" fmla="*/ 945632 h 6858000"/>
              <a:gd name="connsiteX793" fmla="*/ 5107071 w 7467600"/>
              <a:gd name="connsiteY793" fmla="*/ 969720 h 6858000"/>
              <a:gd name="connsiteX794" fmla="*/ 4998681 w 7467600"/>
              <a:gd name="connsiteY794" fmla="*/ 988771 h 6858000"/>
              <a:gd name="connsiteX795" fmla="*/ 5870151 w 7467600"/>
              <a:gd name="connsiteY795" fmla="*/ 898890 h 6858000"/>
              <a:gd name="connsiteX796" fmla="*/ 5504425 w 7467600"/>
              <a:gd name="connsiteY796" fmla="*/ 848067 h 6858000"/>
              <a:gd name="connsiteX797" fmla="*/ 4968849 w 7467600"/>
              <a:gd name="connsiteY797" fmla="*/ 962318 h 6858000"/>
              <a:gd name="connsiteX798" fmla="*/ 5104039 w 7467600"/>
              <a:gd name="connsiteY798" fmla="*/ 940634 h 6858000"/>
              <a:gd name="connsiteX799" fmla="*/ 5256311 w 7467600"/>
              <a:gd name="connsiteY799" fmla="*/ 916490 h 6858000"/>
              <a:gd name="connsiteX800" fmla="*/ 5377381 w 7467600"/>
              <a:gd name="connsiteY800" fmla="*/ 912671 h 6858000"/>
              <a:gd name="connsiteX801" fmla="*/ 5460148 w 7467600"/>
              <a:gd name="connsiteY801" fmla="*/ 911442 h 6858000"/>
              <a:gd name="connsiteX802" fmla="*/ 5648971 w 7467600"/>
              <a:gd name="connsiteY802" fmla="*/ 891331 h 6858000"/>
              <a:gd name="connsiteX803" fmla="*/ 5844807 w 7467600"/>
              <a:gd name="connsiteY803" fmla="*/ 870718 h 6858000"/>
              <a:gd name="connsiteX804" fmla="*/ 5862975 w 7467600"/>
              <a:gd name="connsiteY804" fmla="*/ 869756 h 6858000"/>
              <a:gd name="connsiteX805" fmla="*/ 5920887 w 7467600"/>
              <a:gd name="connsiteY805" fmla="*/ 865929 h 6858000"/>
              <a:gd name="connsiteX806" fmla="*/ 5504425 w 7467600"/>
              <a:gd name="connsiteY806" fmla="*/ 848067 h 6858000"/>
              <a:gd name="connsiteX807" fmla="*/ 3607114 w 7467600"/>
              <a:gd name="connsiteY807" fmla="*/ 467441 h 6858000"/>
              <a:gd name="connsiteX808" fmla="*/ 3296242 w 7467600"/>
              <a:gd name="connsiteY808" fmla="*/ 807991 h 6858000"/>
              <a:gd name="connsiteX809" fmla="*/ 3174674 w 7467600"/>
              <a:gd name="connsiteY809" fmla="*/ 919759 h 6858000"/>
              <a:gd name="connsiteX810" fmla="*/ 3042978 w 7467600"/>
              <a:gd name="connsiteY810" fmla="*/ 1054894 h 6858000"/>
              <a:gd name="connsiteX811" fmla="*/ 2968914 w 7467600"/>
              <a:gd name="connsiteY811" fmla="*/ 1133756 h 6858000"/>
              <a:gd name="connsiteX812" fmla="*/ 3103823 w 7467600"/>
              <a:gd name="connsiteY812" fmla="*/ 1026814 h 6858000"/>
              <a:gd name="connsiteX813" fmla="*/ 3607114 w 7467600"/>
              <a:gd name="connsiteY813" fmla="*/ 467441 h 6858000"/>
              <a:gd name="connsiteX814" fmla="*/ 3744487 w 7467600"/>
              <a:gd name="connsiteY814" fmla="*/ 383136 h 6858000"/>
              <a:gd name="connsiteX815" fmla="*/ 3970213 w 7467600"/>
              <a:gd name="connsiteY815" fmla="*/ 995559 h 6858000"/>
              <a:gd name="connsiteX816" fmla="*/ 3744487 w 7467600"/>
              <a:gd name="connsiteY816" fmla="*/ 383136 h 6858000"/>
              <a:gd name="connsiteX817" fmla="*/ 3624562 w 7467600"/>
              <a:gd name="connsiteY817" fmla="*/ 367041 h 6858000"/>
              <a:gd name="connsiteX818" fmla="*/ 3489712 w 7467600"/>
              <a:gd name="connsiteY818" fmla="*/ 485386 h 6858000"/>
              <a:gd name="connsiteX819" fmla="*/ 3182994 w 7467600"/>
              <a:gd name="connsiteY819" fmla="*/ 828265 h 6858000"/>
              <a:gd name="connsiteX820" fmla="*/ 2892114 w 7467600"/>
              <a:gd name="connsiteY820" fmla="*/ 1172635 h 6858000"/>
              <a:gd name="connsiteX821" fmla="*/ 3021459 w 7467600"/>
              <a:gd name="connsiteY821" fmla="*/ 1035385 h 6858000"/>
              <a:gd name="connsiteX822" fmla="*/ 3153873 w 7467600"/>
              <a:gd name="connsiteY822" fmla="*/ 898971 h 6858000"/>
              <a:gd name="connsiteX823" fmla="*/ 3276511 w 7467600"/>
              <a:gd name="connsiteY823" fmla="*/ 786423 h 6858000"/>
              <a:gd name="connsiteX824" fmla="*/ 3584154 w 7467600"/>
              <a:gd name="connsiteY824" fmla="*/ 448218 h 6858000"/>
              <a:gd name="connsiteX825" fmla="*/ 3624562 w 7467600"/>
              <a:gd name="connsiteY825" fmla="*/ 367041 h 6858000"/>
              <a:gd name="connsiteX826" fmla="*/ 3766672 w 7467600"/>
              <a:gd name="connsiteY826" fmla="*/ 359429 h 6858000"/>
              <a:gd name="connsiteX827" fmla="*/ 3996338 w 7467600"/>
              <a:gd name="connsiteY827" fmla="*/ 968237 h 6858000"/>
              <a:gd name="connsiteX828" fmla="*/ 3766672 w 7467600"/>
              <a:gd name="connsiteY828" fmla="*/ 359429 h 6858000"/>
              <a:gd name="connsiteX829" fmla="*/ 5805386 w 7467600"/>
              <a:gd name="connsiteY829" fmla="*/ 239240 h 6858000"/>
              <a:gd name="connsiteX830" fmla="*/ 5736947 w 7467600"/>
              <a:gd name="connsiteY830" fmla="*/ 261367 h 6858000"/>
              <a:gd name="connsiteX831" fmla="*/ 5427012 w 7467600"/>
              <a:gd name="connsiteY831" fmla="*/ 311272 h 6858000"/>
              <a:gd name="connsiteX832" fmla="*/ 5147818 w 7467600"/>
              <a:gd name="connsiteY832" fmla="*/ 322112 h 6858000"/>
              <a:gd name="connsiteX833" fmla="*/ 5060854 w 7467600"/>
              <a:gd name="connsiteY833" fmla="*/ 311882 h 6858000"/>
              <a:gd name="connsiteX834" fmla="*/ 4945989 w 7467600"/>
              <a:gd name="connsiteY834" fmla="*/ 300516 h 6858000"/>
              <a:gd name="connsiteX835" fmla="*/ 5410479 w 7467600"/>
              <a:gd name="connsiteY835" fmla="*/ 348434 h 6858000"/>
              <a:gd name="connsiteX836" fmla="*/ 5805386 w 7467600"/>
              <a:gd name="connsiteY836" fmla="*/ 239240 h 6858000"/>
              <a:gd name="connsiteX837" fmla="*/ 5905192 w 7467600"/>
              <a:gd name="connsiteY837" fmla="*/ 163079 h 6858000"/>
              <a:gd name="connsiteX838" fmla="*/ 5865655 w 7467600"/>
              <a:gd name="connsiteY838" fmla="*/ 171901 h 6858000"/>
              <a:gd name="connsiteX839" fmla="*/ 5259740 w 7467600"/>
              <a:gd name="connsiteY839" fmla="*/ 257013 h 6858000"/>
              <a:gd name="connsiteX840" fmla="*/ 5208466 w 7467600"/>
              <a:gd name="connsiteY840" fmla="*/ 257550 h 6858000"/>
              <a:gd name="connsiteX841" fmla="*/ 4980204 w 7467600"/>
              <a:gd name="connsiteY841" fmla="*/ 271903 h 6858000"/>
              <a:gd name="connsiteX842" fmla="*/ 5068068 w 7467600"/>
              <a:gd name="connsiteY842" fmla="*/ 282244 h 6858000"/>
              <a:gd name="connsiteX843" fmla="*/ 5153231 w 7467600"/>
              <a:gd name="connsiteY843" fmla="*/ 292240 h 6858000"/>
              <a:gd name="connsiteX844" fmla="*/ 5426491 w 7467600"/>
              <a:gd name="connsiteY844" fmla="*/ 281128 h 6858000"/>
              <a:gd name="connsiteX845" fmla="*/ 5731212 w 7467600"/>
              <a:gd name="connsiteY845" fmla="*/ 231951 h 6858000"/>
              <a:gd name="connsiteX846" fmla="*/ 5905192 w 7467600"/>
              <a:gd name="connsiteY846" fmla="*/ 163079 h 6858000"/>
              <a:gd name="connsiteX847" fmla="*/ 5944437 w 7467600"/>
              <a:gd name="connsiteY847" fmla="*/ 113829 h 6858000"/>
              <a:gd name="connsiteX848" fmla="*/ 5825032 w 7467600"/>
              <a:gd name="connsiteY848" fmla="*/ 146405 h 6858000"/>
              <a:gd name="connsiteX849" fmla="*/ 4955599 w 7467600"/>
              <a:gd name="connsiteY849" fmla="*/ 247008 h 6858000"/>
              <a:gd name="connsiteX850" fmla="*/ 5210104 w 7467600"/>
              <a:gd name="connsiteY850" fmla="*/ 228123 h 6858000"/>
              <a:gd name="connsiteX851" fmla="*/ 5261015 w 7467600"/>
              <a:gd name="connsiteY851" fmla="*/ 227087 h 6858000"/>
              <a:gd name="connsiteX852" fmla="*/ 5861181 w 7467600"/>
              <a:gd name="connsiteY852" fmla="*/ 143093 h 6858000"/>
              <a:gd name="connsiteX853" fmla="*/ 5961252 w 7467600"/>
              <a:gd name="connsiteY853" fmla="*/ 114820 h 6858000"/>
              <a:gd name="connsiteX854" fmla="*/ 5944437 w 7467600"/>
              <a:gd name="connsiteY854" fmla="*/ 113829 h 6858000"/>
              <a:gd name="connsiteX855" fmla="*/ 3882765 w 7467600"/>
              <a:gd name="connsiteY855" fmla="*/ 0 h 6858000"/>
              <a:gd name="connsiteX856" fmla="*/ 3995099 w 7467600"/>
              <a:gd name="connsiteY856" fmla="*/ 0 h 6858000"/>
              <a:gd name="connsiteX857" fmla="*/ 4163818 w 7467600"/>
              <a:gd name="connsiteY857" fmla="*/ 234104 h 6858000"/>
              <a:gd name="connsiteX858" fmla="*/ 4172099 w 7467600"/>
              <a:gd name="connsiteY858" fmla="*/ 234207 h 6858000"/>
              <a:gd name="connsiteX859" fmla="*/ 4784282 w 7467600"/>
              <a:gd name="connsiteY859" fmla="*/ 276561 h 6858000"/>
              <a:gd name="connsiteX860" fmla="*/ 4801687 w 7467600"/>
              <a:gd name="connsiteY860" fmla="*/ 267764 h 6858000"/>
              <a:gd name="connsiteX861" fmla="*/ 6082788 w 7467600"/>
              <a:gd name="connsiteY861" fmla="*/ 64119 h 6858000"/>
              <a:gd name="connsiteX862" fmla="*/ 6099442 w 7467600"/>
              <a:gd name="connsiteY862" fmla="*/ 82568 h 6858000"/>
              <a:gd name="connsiteX863" fmla="*/ 4804137 w 7467600"/>
              <a:gd name="connsiteY863" fmla="*/ 320931 h 6858000"/>
              <a:gd name="connsiteX864" fmla="*/ 4227047 w 7467600"/>
              <a:gd name="connsiteY864" fmla="*/ 313415 h 6858000"/>
              <a:gd name="connsiteX865" fmla="*/ 4346041 w 7467600"/>
              <a:gd name="connsiteY865" fmla="*/ 456086 h 6858000"/>
              <a:gd name="connsiteX866" fmla="*/ 4870967 w 7467600"/>
              <a:gd name="connsiteY866" fmla="*/ 963061 h 6858000"/>
              <a:gd name="connsiteX867" fmla="*/ 4889647 w 7467600"/>
              <a:gd name="connsiteY867" fmla="*/ 957147 h 6858000"/>
              <a:gd name="connsiteX868" fmla="*/ 5422504 w 7467600"/>
              <a:gd name="connsiteY868" fmla="*/ 805191 h 6858000"/>
              <a:gd name="connsiteX869" fmla="*/ 6087656 w 7467600"/>
              <a:gd name="connsiteY869" fmla="*/ 826703 h 6858000"/>
              <a:gd name="connsiteX870" fmla="*/ 6058717 w 7467600"/>
              <a:gd name="connsiteY870" fmla="*/ 865992 h 6858000"/>
              <a:gd name="connsiteX871" fmla="*/ 4974153 w 7467600"/>
              <a:gd name="connsiteY871" fmla="*/ 1045456 h 6858000"/>
              <a:gd name="connsiteX872" fmla="*/ 5627835 w 7467600"/>
              <a:gd name="connsiteY872" fmla="*/ 1472077 h 6858000"/>
              <a:gd name="connsiteX873" fmla="*/ 5629817 w 7467600"/>
              <a:gd name="connsiteY873" fmla="*/ 1471412 h 6858000"/>
              <a:gd name="connsiteX874" fmla="*/ 5634124 w 7467600"/>
              <a:gd name="connsiteY874" fmla="*/ 1470572 h 6858000"/>
              <a:gd name="connsiteX875" fmla="*/ 5755832 w 7467600"/>
              <a:gd name="connsiteY875" fmla="*/ 1383886 h 6858000"/>
              <a:gd name="connsiteX876" fmla="*/ 6014186 w 7467600"/>
              <a:gd name="connsiteY876" fmla="*/ 1279799 h 6858000"/>
              <a:gd name="connsiteX877" fmla="*/ 6901619 w 7467600"/>
              <a:gd name="connsiteY877" fmla="*/ 1047874 h 6858000"/>
              <a:gd name="connsiteX878" fmla="*/ 6931566 w 7467600"/>
              <a:gd name="connsiteY878" fmla="*/ 1062034 h 6858000"/>
              <a:gd name="connsiteX879" fmla="*/ 5790982 w 7467600"/>
              <a:gd name="connsiteY879" fmla="*/ 1561380 h 6858000"/>
              <a:gd name="connsiteX880" fmla="*/ 6188971 w 7467600"/>
              <a:gd name="connsiteY880" fmla="*/ 1755168 h 6858000"/>
              <a:gd name="connsiteX881" fmla="*/ 6202446 w 7467600"/>
              <a:gd name="connsiteY881" fmla="*/ 1752268 h 6858000"/>
              <a:gd name="connsiteX882" fmla="*/ 7179560 w 7467600"/>
              <a:gd name="connsiteY882" fmla="*/ 1467551 h 6858000"/>
              <a:gd name="connsiteX883" fmla="*/ 7158730 w 7467600"/>
              <a:gd name="connsiteY883" fmla="*/ 1507835 h 6858000"/>
              <a:gd name="connsiteX884" fmla="*/ 6326959 w 7467600"/>
              <a:gd name="connsiteY884" fmla="*/ 1817686 h 6858000"/>
              <a:gd name="connsiteX885" fmla="*/ 6537433 w 7467600"/>
              <a:gd name="connsiteY885" fmla="*/ 1907790 h 6858000"/>
              <a:gd name="connsiteX886" fmla="*/ 6550221 w 7467600"/>
              <a:gd name="connsiteY886" fmla="*/ 1910729 h 6858000"/>
              <a:gd name="connsiteX887" fmla="*/ 6964438 w 7467600"/>
              <a:gd name="connsiteY887" fmla="*/ 2209505 h 6858000"/>
              <a:gd name="connsiteX888" fmla="*/ 7367862 w 7467600"/>
              <a:gd name="connsiteY888" fmla="*/ 2806833 h 6858000"/>
              <a:gd name="connsiteX889" fmla="*/ 7364329 w 7467600"/>
              <a:gd name="connsiteY889" fmla="*/ 2826907 h 6858000"/>
              <a:gd name="connsiteX890" fmla="*/ 7290545 w 7467600"/>
              <a:gd name="connsiteY890" fmla="*/ 2850663 h 6858000"/>
              <a:gd name="connsiteX891" fmla="*/ 6472036 w 7467600"/>
              <a:gd name="connsiteY891" fmla="*/ 1959003 h 6858000"/>
              <a:gd name="connsiteX892" fmla="*/ 5792897 w 7467600"/>
              <a:gd name="connsiteY892" fmla="*/ 1647747 h 6858000"/>
              <a:gd name="connsiteX893" fmla="*/ 5842751 w 7467600"/>
              <a:gd name="connsiteY893" fmla="*/ 1816112 h 6858000"/>
              <a:gd name="connsiteX894" fmla="*/ 5847424 w 7467600"/>
              <a:gd name="connsiteY894" fmla="*/ 1815776 h 6858000"/>
              <a:gd name="connsiteX895" fmla="*/ 6399821 w 7467600"/>
              <a:gd name="connsiteY895" fmla="*/ 2344799 h 6858000"/>
              <a:gd name="connsiteX896" fmla="*/ 6323232 w 7467600"/>
              <a:gd name="connsiteY896" fmla="*/ 2389634 h 6858000"/>
              <a:gd name="connsiteX897" fmla="*/ 5942958 w 7467600"/>
              <a:gd name="connsiteY897" fmla="*/ 2077708 h 6858000"/>
              <a:gd name="connsiteX898" fmla="*/ 5921559 w 7467600"/>
              <a:gd name="connsiteY898" fmla="*/ 2378596 h 6858000"/>
              <a:gd name="connsiteX899" fmla="*/ 5817651 w 7467600"/>
              <a:gd name="connsiteY899" fmla="*/ 3023919 h 6858000"/>
              <a:gd name="connsiteX900" fmla="*/ 5729634 w 7467600"/>
              <a:gd name="connsiteY900" fmla="*/ 3051849 h 6858000"/>
              <a:gd name="connsiteX901" fmla="*/ 5611018 w 7467600"/>
              <a:gd name="connsiteY901" fmla="*/ 2316769 h 6858000"/>
              <a:gd name="connsiteX902" fmla="*/ 5687608 w 7467600"/>
              <a:gd name="connsiteY902" fmla="*/ 2039972 h 6858000"/>
              <a:gd name="connsiteX903" fmla="*/ 5657554 w 7467600"/>
              <a:gd name="connsiteY903" fmla="*/ 1576445 h 6858000"/>
              <a:gd name="connsiteX904" fmla="*/ 5150475 w 7467600"/>
              <a:gd name="connsiteY904" fmla="*/ 1274012 h 6858000"/>
              <a:gd name="connsiteX905" fmla="*/ 5349142 w 7467600"/>
              <a:gd name="connsiteY905" fmla="*/ 2204405 h 6858000"/>
              <a:gd name="connsiteX906" fmla="*/ 5262214 w 7467600"/>
              <a:gd name="connsiteY906" fmla="*/ 2233836 h 6858000"/>
              <a:gd name="connsiteX907" fmla="*/ 4981539 w 7467600"/>
              <a:gd name="connsiteY907" fmla="*/ 1542201 h 6858000"/>
              <a:gd name="connsiteX908" fmla="*/ 4958461 w 7467600"/>
              <a:gd name="connsiteY908" fmla="*/ 1136957 h 6858000"/>
              <a:gd name="connsiteX909" fmla="*/ 4655015 w 7467600"/>
              <a:gd name="connsiteY909" fmla="*/ 891426 h 6858000"/>
              <a:gd name="connsiteX910" fmla="*/ 4348002 w 7467600"/>
              <a:gd name="connsiteY910" fmla="*/ 2205895 h 6858000"/>
              <a:gd name="connsiteX911" fmla="*/ 4262250 w 7467600"/>
              <a:gd name="connsiteY911" fmla="*/ 2219972 h 6858000"/>
              <a:gd name="connsiteX912" fmla="*/ 4550611 w 7467600"/>
              <a:gd name="connsiteY912" fmla="*/ 817540 h 6858000"/>
              <a:gd name="connsiteX913" fmla="*/ 4564418 w 7467600"/>
              <a:gd name="connsiteY913" fmla="*/ 808293 h 6858000"/>
              <a:gd name="connsiteX914" fmla="*/ 4266388 w 7467600"/>
              <a:gd name="connsiteY914" fmla="*/ 500083 h 6858000"/>
              <a:gd name="connsiteX915" fmla="*/ 4032842 w 7467600"/>
              <a:gd name="connsiteY915" fmla="*/ 211809 h 6858000"/>
              <a:gd name="connsiteX916" fmla="*/ 3882765 w 7467600"/>
              <a:gd name="connsiteY916" fmla="*/ 0 h 6858000"/>
              <a:gd name="connsiteX917" fmla="*/ 3721337 w 7467600"/>
              <a:gd name="connsiteY917" fmla="*/ 0 h 6858000"/>
              <a:gd name="connsiteX918" fmla="*/ 3797544 w 7467600"/>
              <a:gd name="connsiteY918" fmla="*/ 0 h 6858000"/>
              <a:gd name="connsiteX919" fmla="*/ 3775734 w 7467600"/>
              <a:gd name="connsiteY919" fmla="*/ 95131 h 6858000"/>
              <a:gd name="connsiteX920" fmla="*/ 3724807 w 7467600"/>
              <a:gd name="connsiteY920" fmla="*/ 272257 h 6858000"/>
              <a:gd name="connsiteX921" fmla="*/ 3726844 w 7467600"/>
              <a:gd name="connsiteY921" fmla="*/ 282988 h 6858000"/>
              <a:gd name="connsiteX922" fmla="*/ 3742664 w 7467600"/>
              <a:gd name="connsiteY922" fmla="*/ 279918 h 6858000"/>
              <a:gd name="connsiteX923" fmla="*/ 4103910 w 7467600"/>
              <a:gd name="connsiteY923" fmla="*/ 1161917 h 6858000"/>
              <a:gd name="connsiteX924" fmla="*/ 4020269 w 7467600"/>
              <a:gd name="connsiteY924" fmla="*/ 1200406 h 6858000"/>
              <a:gd name="connsiteX925" fmla="*/ 3674882 w 7467600"/>
              <a:gd name="connsiteY925" fmla="*/ 488524 h 6858000"/>
              <a:gd name="connsiteX926" fmla="*/ 3132682 w 7467600"/>
              <a:gd name="connsiteY926" fmla="*/ 1072284 h 6858000"/>
              <a:gd name="connsiteX927" fmla="*/ 2716346 w 7467600"/>
              <a:gd name="connsiteY927" fmla="*/ 1276376 h 6858000"/>
              <a:gd name="connsiteX928" fmla="*/ 2716772 w 7467600"/>
              <a:gd name="connsiteY928" fmla="*/ 1255462 h 6858000"/>
              <a:gd name="connsiteX929" fmla="*/ 3471096 w 7467600"/>
              <a:gd name="connsiteY929" fmla="*/ 437072 h 6858000"/>
              <a:gd name="connsiteX930" fmla="*/ 3639057 w 7467600"/>
              <a:gd name="connsiteY930" fmla="*/ 286334 h 6858000"/>
              <a:gd name="connsiteX931" fmla="*/ 3640309 w 7467600"/>
              <a:gd name="connsiteY931" fmla="*/ 284664 h 6858000"/>
              <a:gd name="connsiteX932" fmla="*/ 3646022 w 7467600"/>
              <a:gd name="connsiteY932" fmla="*/ 276711 h 6858000"/>
              <a:gd name="connsiteX933" fmla="*/ 3707943 w 7467600"/>
              <a:gd name="connsiteY933" fmla="*/ 65958 h 6858000"/>
              <a:gd name="connsiteX934" fmla="*/ 3721337 w 7467600"/>
              <a:gd name="connsiteY934" fmla="*/ 0 h 6858000"/>
              <a:gd name="connsiteX935" fmla="*/ 2867960 w 7467600"/>
              <a:gd name="connsiteY935" fmla="*/ 0 h 6858000"/>
              <a:gd name="connsiteX936" fmla="*/ 2926351 w 7467600"/>
              <a:gd name="connsiteY936" fmla="*/ 0 h 6858000"/>
              <a:gd name="connsiteX937" fmla="*/ 2902823 w 7467600"/>
              <a:gd name="connsiteY937" fmla="*/ 262929 h 6858000"/>
              <a:gd name="connsiteX938" fmla="*/ 2940663 w 7467600"/>
              <a:gd name="connsiteY938" fmla="*/ 140884 h 6858000"/>
              <a:gd name="connsiteX939" fmla="*/ 2947039 w 7467600"/>
              <a:gd name="connsiteY939" fmla="*/ 122524 h 6858000"/>
              <a:gd name="connsiteX940" fmla="*/ 2984316 w 7467600"/>
              <a:gd name="connsiteY940" fmla="*/ 0 h 6858000"/>
              <a:gd name="connsiteX941" fmla="*/ 3016114 w 7467600"/>
              <a:gd name="connsiteY941" fmla="*/ 0 h 6858000"/>
              <a:gd name="connsiteX942" fmla="*/ 2979949 w 7467600"/>
              <a:gd name="connsiteY942" fmla="*/ 119274 h 6858000"/>
              <a:gd name="connsiteX943" fmla="*/ 3023879 w 7467600"/>
              <a:gd name="connsiteY943" fmla="*/ 0 h 6858000"/>
              <a:gd name="connsiteX944" fmla="*/ 3105400 w 7467600"/>
              <a:gd name="connsiteY944" fmla="*/ 0 h 6858000"/>
              <a:gd name="connsiteX945" fmla="*/ 3094669 w 7467600"/>
              <a:gd name="connsiteY945" fmla="*/ 30308 h 6858000"/>
              <a:gd name="connsiteX946" fmla="*/ 2901945 w 7467600"/>
              <a:gd name="connsiteY946" fmla="*/ 466538 h 6858000"/>
              <a:gd name="connsiteX947" fmla="*/ 2815209 w 7467600"/>
              <a:gd name="connsiteY947" fmla="*/ 497361 h 6858000"/>
              <a:gd name="connsiteX948" fmla="*/ 2844845 w 7467600"/>
              <a:gd name="connsiteY948" fmla="*/ 127638 h 6858000"/>
              <a:gd name="connsiteX949" fmla="*/ 2867960 w 7467600"/>
              <a:gd name="connsiteY949" fmla="*/ 0 h 6858000"/>
              <a:gd name="connsiteX950" fmla="*/ 1057230 w 7467600"/>
              <a:gd name="connsiteY950" fmla="*/ 0 h 6858000"/>
              <a:gd name="connsiteX951" fmla="*/ 1111003 w 7467600"/>
              <a:gd name="connsiteY951" fmla="*/ 0 h 6858000"/>
              <a:gd name="connsiteX952" fmla="*/ 1125553 w 7467600"/>
              <a:gd name="connsiteY952" fmla="*/ 52588 h 6858000"/>
              <a:gd name="connsiteX953" fmla="*/ 1304276 w 7467600"/>
              <a:gd name="connsiteY953" fmla="*/ 476275 h 6858000"/>
              <a:gd name="connsiteX954" fmla="*/ 1492066 w 7467600"/>
              <a:gd name="connsiteY954" fmla="*/ 886333 h 6858000"/>
              <a:gd name="connsiteX955" fmla="*/ 1423698 w 7467600"/>
              <a:gd name="connsiteY955" fmla="*/ 710817 h 6858000"/>
              <a:gd name="connsiteX956" fmla="*/ 1357609 w 7467600"/>
              <a:gd name="connsiteY956" fmla="*/ 532892 h 6858000"/>
              <a:gd name="connsiteX957" fmla="*/ 1309550 w 7467600"/>
              <a:gd name="connsiteY957" fmla="*/ 374031 h 6858000"/>
              <a:gd name="connsiteX958" fmla="*/ 1193673 w 7467600"/>
              <a:gd name="connsiteY958" fmla="*/ 49533 h 6858000"/>
              <a:gd name="connsiteX959" fmla="*/ 1164391 w 7467600"/>
              <a:gd name="connsiteY959" fmla="*/ 0 h 6858000"/>
              <a:gd name="connsiteX960" fmla="*/ 1200666 w 7467600"/>
              <a:gd name="connsiteY960" fmla="*/ 0 h 6858000"/>
              <a:gd name="connsiteX961" fmla="*/ 1223408 w 7467600"/>
              <a:gd name="connsiteY961" fmla="*/ 38996 h 6858000"/>
              <a:gd name="connsiteX962" fmla="*/ 1339635 w 7467600"/>
              <a:gd name="connsiteY962" fmla="*/ 365517 h 6858000"/>
              <a:gd name="connsiteX963" fmla="*/ 1387469 w 7467600"/>
              <a:gd name="connsiteY963" fmla="*/ 523079 h 6858000"/>
              <a:gd name="connsiteX964" fmla="*/ 1452685 w 7467600"/>
              <a:gd name="connsiteY964" fmla="*/ 699806 h 6858000"/>
              <a:gd name="connsiteX965" fmla="*/ 1492092 w 7467600"/>
              <a:gd name="connsiteY965" fmla="*/ 800424 h 6858000"/>
              <a:gd name="connsiteX966" fmla="*/ 1455302 w 7467600"/>
              <a:gd name="connsiteY966" fmla="*/ 632913 h 6858000"/>
              <a:gd name="connsiteX967" fmla="*/ 1222336 w 7467600"/>
              <a:gd name="connsiteY967" fmla="*/ 9480 h 6858000"/>
              <a:gd name="connsiteX968" fmla="*/ 1214634 w 7467600"/>
              <a:gd name="connsiteY968" fmla="*/ 0 h 6858000"/>
              <a:gd name="connsiteX969" fmla="*/ 1289827 w 7467600"/>
              <a:gd name="connsiteY969" fmla="*/ 0 h 6858000"/>
              <a:gd name="connsiteX970" fmla="*/ 1321076 w 7467600"/>
              <a:gd name="connsiteY970" fmla="*/ 59722 h 6858000"/>
              <a:gd name="connsiteX971" fmla="*/ 1512579 w 7467600"/>
              <a:gd name="connsiteY971" fmla="*/ 626441 h 6858000"/>
              <a:gd name="connsiteX972" fmla="*/ 1506076 w 7467600"/>
              <a:gd name="connsiteY972" fmla="*/ 1089289 h 6858000"/>
              <a:gd name="connsiteX973" fmla="*/ 1486346 w 7467600"/>
              <a:gd name="connsiteY973" fmla="*/ 1079919 h 6858000"/>
              <a:gd name="connsiteX974" fmla="*/ 1070511 w 7467600"/>
              <a:gd name="connsiteY974" fmla="*/ 48609 h 6858000"/>
              <a:gd name="connsiteX975" fmla="*/ 1057230 w 7467600"/>
              <a:gd name="connsiteY975" fmla="*/ 0 h 6858000"/>
              <a:gd name="connsiteX976" fmla="*/ 43151 w 7467600"/>
              <a:gd name="connsiteY976" fmla="*/ 0 h 6858000"/>
              <a:gd name="connsiteX977" fmla="*/ 95283 w 7467600"/>
              <a:gd name="connsiteY977" fmla="*/ 0 h 6858000"/>
              <a:gd name="connsiteX978" fmla="*/ 300708 w 7467600"/>
              <a:gd name="connsiteY978" fmla="*/ 154571 h 6858000"/>
              <a:gd name="connsiteX979" fmla="*/ 530414 w 7467600"/>
              <a:gd name="connsiteY979" fmla="*/ 354673 h 6858000"/>
              <a:gd name="connsiteX980" fmla="*/ 333785 w 7467600"/>
              <a:gd name="connsiteY980" fmla="*/ 161564 h 6858000"/>
              <a:gd name="connsiteX981" fmla="*/ 147005 w 7467600"/>
              <a:gd name="connsiteY981" fmla="*/ 0 h 6858000"/>
              <a:gd name="connsiteX982" fmla="*/ 272509 w 7467600"/>
              <a:gd name="connsiteY982" fmla="*/ 0 h 6858000"/>
              <a:gd name="connsiteX983" fmla="*/ 326276 w 7467600"/>
              <a:gd name="connsiteY983" fmla="*/ 45847 h 6858000"/>
              <a:gd name="connsiteX984" fmla="*/ 823759 w 7467600"/>
              <a:gd name="connsiteY984" fmla="*/ 574145 h 6858000"/>
              <a:gd name="connsiteX985" fmla="*/ 811254 w 7467600"/>
              <a:gd name="connsiteY985" fmla="*/ 665546 h 6858000"/>
              <a:gd name="connsiteX986" fmla="*/ 154042 w 7467600"/>
              <a:gd name="connsiteY986" fmla="*/ 261522 h 6858000"/>
              <a:gd name="connsiteX987" fmla="*/ 13550 w 7467600"/>
              <a:gd name="connsiteY987" fmla="*/ 158423 h 6858000"/>
              <a:gd name="connsiteX988" fmla="*/ 0 w 7467600"/>
              <a:gd name="connsiteY988" fmla="*/ 146618 h 6858000"/>
              <a:gd name="connsiteX989" fmla="*/ 0 w 7467600"/>
              <a:gd name="connsiteY989" fmla="*/ 59161 h 6858000"/>
              <a:gd name="connsiteX990" fmla="*/ 45427 w 7467600"/>
              <a:gd name="connsiteY990" fmla="*/ 101078 h 6858000"/>
              <a:gd name="connsiteX991" fmla="*/ 630103 w 7467600"/>
              <a:gd name="connsiteY991" fmla="*/ 485885 h 6858000"/>
              <a:gd name="connsiteX992" fmla="*/ 532040 w 7467600"/>
              <a:gd name="connsiteY992" fmla="*/ 399359 h 6858000"/>
              <a:gd name="connsiteX993" fmla="*/ 517618 w 7467600"/>
              <a:gd name="connsiteY993" fmla="*/ 385726 h 6858000"/>
              <a:gd name="connsiteX994" fmla="*/ 285074 w 7467600"/>
              <a:gd name="connsiteY994" fmla="*/ 182755 h 6858000"/>
              <a:gd name="connsiteX995" fmla="*/ 43151 w 7467600"/>
              <a:gd name="connsiteY99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41225 h 6858000"/>
              <a:gd name="connsiteX138" fmla="*/ 7467600 w 7467600"/>
              <a:gd name="connsiteY138" fmla="*/ 5277736 h 6858000"/>
              <a:gd name="connsiteX139" fmla="*/ 1903353 w 7467600"/>
              <a:gd name="connsiteY139" fmla="*/ 5044827 h 6858000"/>
              <a:gd name="connsiteX140" fmla="*/ 1936931 w 7467600"/>
              <a:gd name="connsiteY140" fmla="*/ 5093954 h 6858000"/>
              <a:gd name="connsiteX141" fmla="*/ 2195868 w 7467600"/>
              <a:gd name="connsiteY141" fmla="*/ 5396574 h 6858000"/>
              <a:gd name="connsiteX142" fmla="*/ 2088852 w 7467600"/>
              <a:gd name="connsiteY142" fmla="*/ 5166123 h 6858000"/>
              <a:gd name="connsiteX143" fmla="*/ 1958241 w 7467600"/>
              <a:gd name="connsiteY143" fmla="*/ 5067955 h 6858000"/>
              <a:gd name="connsiteX144" fmla="*/ 1903353 w 7467600"/>
              <a:gd name="connsiteY144" fmla="*/ 5044827 h 6858000"/>
              <a:gd name="connsiteX145" fmla="*/ 1979378 w 7467600"/>
              <a:gd name="connsiteY145" fmla="*/ 4769504 h 6858000"/>
              <a:gd name="connsiteX146" fmla="*/ 2882120 w 7467600"/>
              <a:gd name="connsiteY146" fmla="*/ 5064547 h 6858000"/>
              <a:gd name="connsiteX147" fmla="*/ 2793103 w 7467600"/>
              <a:gd name="connsiteY147" fmla="*/ 5039699 h 6858000"/>
              <a:gd name="connsiteX148" fmla="*/ 2770041 w 7467600"/>
              <a:gd name="connsiteY148" fmla="*/ 5033634 h 6858000"/>
              <a:gd name="connsiteX149" fmla="*/ 1979378 w 7467600"/>
              <a:gd name="connsiteY149" fmla="*/ 4769504 h 6858000"/>
              <a:gd name="connsiteX150" fmla="*/ 1927410 w 7467600"/>
              <a:gd name="connsiteY150" fmla="*/ 4716164 h 6858000"/>
              <a:gd name="connsiteX151" fmla="*/ 1959587 w 7467600"/>
              <a:gd name="connsiteY151" fmla="*/ 4728849 h 6858000"/>
              <a:gd name="connsiteX152" fmla="*/ 2777707 w 7467600"/>
              <a:gd name="connsiteY152" fmla="*/ 5003991 h 6858000"/>
              <a:gd name="connsiteX153" fmla="*/ 2800768 w 7467600"/>
              <a:gd name="connsiteY153" fmla="*/ 5010056 h 6858000"/>
              <a:gd name="connsiteX154" fmla="*/ 2879408 w 7467600"/>
              <a:gd name="connsiteY154" fmla="*/ 5031590 h 6858000"/>
              <a:gd name="connsiteX155" fmla="*/ 2862295 w 7467600"/>
              <a:gd name="connsiteY155" fmla="*/ 5022958 h 6858000"/>
              <a:gd name="connsiteX156" fmla="*/ 2813343 w 7467600"/>
              <a:gd name="connsiteY156" fmla="*/ 4998369 h 6858000"/>
              <a:gd name="connsiteX157" fmla="*/ 2646245 w 7467600"/>
              <a:gd name="connsiteY157" fmla="*/ 4930999 h 6858000"/>
              <a:gd name="connsiteX158" fmla="*/ 1999243 w 7467600"/>
              <a:gd name="connsiteY158" fmla="*/ 4730524 h 6858000"/>
              <a:gd name="connsiteX159" fmla="*/ 1979527 w 7467600"/>
              <a:gd name="connsiteY159" fmla="*/ 4726651 h 6858000"/>
              <a:gd name="connsiteX160" fmla="*/ 1927410 w 7467600"/>
              <a:gd name="connsiteY160" fmla="*/ 4716164 h 6858000"/>
              <a:gd name="connsiteX161" fmla="*/ 1997014 w 7467600"/>
              <a:gd name="connsiteY161" fmla="*/ 4698007 h 6858000"/>
              <a:gd name="connsiteX162" fmla="*/ 2005458 w 7467600"/>
              <a:gd name="connsiteY162" fmla="*/ 4699540 h 6858000"/>
              <a:gd name="connsiteX163" fmla="*/ 2657186 w 7467600"/>
              <a:gd name="connsiteY163" fmla="*/ 4901687 h 6858000"/>
              <a:gd name="connsiteX164" fmla="*/ 2826662 w 7467600"/>
              <a:gd name="connsiteY164" fmla="*/ 4970362 h 6858000"/>
              <a:gd name="connsiteX165" fmla="*/ 2876100 w 7467600"/>
              <a:gd name="connsiteY165" fmla="*/ 4995397 h 6858000"/>
              <a:gd name="connsiteX166" fmla="*/ 3042600 w 7467600"/>
              <a:gd name="connsiteY166" fmla="*/ 5059532 h 6858000"/>
              <a:gd name="connsiteX167" fmla="*/ 1997014 w 7467600"/>
              <a:gd name="connsiteY167" fmla="*/ 4698007 h 6858000"/>
              <a:gd name="connsiteX168" fmla="*/ 2305292 w 7467600"/>
              <a:gd name="connsiteY168" fmla="*/ 4219492 h 6858000"/>
              <a:gd name="connsiteX169" fmla="*/ 3360922 w 7467600"/>
              <a:gd name="connsiteY169" fmla="*/ 4529373 h 6858000"/>
              <a:gd name="connsiteX170" fmla="*/ 3492420 w 7467600"/>
              <a:gd name="connsiteY170" fmla="*/ 4510145 h 6858000"/>
              <a:gd name="connsiteX171" fmla="*/ 3364086 w 7467600"/>
              <a:gd name="connsiteY171" fmla="*/ 4480340 h 6858000"/>
              <a:gd name="connsiteX172" fmla="*/ 3225818 w 7467600"/>
              <a:gd name="connsiteY172" fmla="*/ 4411822 h 6858000"/>
              <a:gd name="connsiteX173" fmla="*/ 3129696 w 7467600"/>
              <a:gd name="connsiteY173" fmla="*/ 4360704 h 6858000"/>
              <a:gd name="connsiteX174" fmla="*/ 2814545 w 7467600"/>
              <a:gd name="connsiteY174" fmla="*/ 4282955 h 6858000"/>
              <a:gd name="connsiteX175" fmla="*/ 2305292 w 7467600"/>
              <a:gd name="connsiteY175" fmla="*/ 4219492 h 6858000"/>
              <a:gd name="connsiteX176" fmla="*/ 2626982 w 7467600"/>
              <a:gd name="connsiteY176" fmla="*/ 4206450 h 6858000"/>
              <a:gd name="connsiteX177" fmla="*/ 2490617 w 7467600"/>
              <a:gd name="connsiteY177" fmla="*/ 4206951 h 6858000"/>
              <a:gd name="connsiteX178" fmla="*/ 2819869 w 7467600"/>
              <a:gd name="connsiteY178" fmla="*/ 4252936 h 6858000"/>
              <a:gd name="connsiteX179" fmla="*/ 3143018 w 7467600"/>
              <a:gd name="connsiteY179" fmla="*/ 4332698 h 6858000"/>
              <a:gd name="connsiteX180" fmla="*/ 3241520 w 7467600"/>
              <a:gd name="connsiteY180" fmla="*/ 4385112 h 6858000"/>
              <a:gd name="connsiteX181" fmla="*/ 3374575 w 7467600"/>
              <a:gd name="connsiteY181" fmla="*/ 4451517 h 6858000"/>
              <a:gd name="connsiteX182" fmla="*/ 3505221 w 7467600"/>
              <a:gd name="connsiteY182" fmla="*/ 4480757 h 6858000"/>
              <a:gd name="connsiteX183" fmla="*/ 2626982 w 7467600"/>
              <a:gd name="connsiteY183" fmla="*/ 4206450 h 6858000"/>
              <a:gd name="connsiteX184" fmla="*/ 1310106 w 7467600"/>
              <a:gd name="connsiteY184" fmla="*/ 3943217 h 6858000"/>
              <a:gd name="connsiteX185" fmla="*/ 854994 w 7467600"/>
              <a:gd name="connsiteY185" fmla="*/ 4399136 h 6858000"/>
              <a:gd name="connsiteX186" fmla="*/ 742462 w 7467600"/>
              <a:gd name="connsiteY186" fmla="*/ 4594648 h 6858000"/>
              <a:gd name="connsiteX187" fmla="*/ 820602 w 7467600"/>
              <a:gd name="connsiteY187" fmla="*/ 4485915 h 6858000"/>
              <a:gd name="connsiteX188" fmla="*/ 878295 w 7467600"/>
              <a:gd name="connsiteY188" fmla="*/ 4403594 h 6858000"/>
              <a:gd name="connsiteX189" fmla="*/ 1240607 w 7467600"/>
              <a:gd name="connsiteY189" fmla="*/ 4010401 h 6858000"/>
              <a:gd name="connsiteX190" fmla="*/ 1310106 w 7467600"/>
              <a:gd name="connsiteY190" fmla="*/ 3943217 h 6858000"/>
              <a:gd name="connsiteX191" fmla="*/ 1423113 w 7467600"/>
              <a:gd name="connsiteY191" fmla="*/ 3874565 h 6858000"/>
              <a:gd name="connsiteX192" fmla="*/ 1260565 w 7467600"/>
              <a:gd name="connsiteY192" fmla="*/ 4031982 h 6858000"/>
              <a:gd name="connsiteX193" fmla="*/ 901900 w 7467600"/>
              <a:gd name="connsiteY193" fmla="*/ 4421236 h 6858000"/>
              <a:gd name="connsiteX194" fmla="*/ 845044 w 7467600"/>
              <a:gd name="connsiteY194" fmla="*/ 4502436 h 6858000"/>
              <a:gd name="connsiteX195" fmla="*/ 685926 w 7467600"/>
              <a:gd name="connsiteY195" fmla="*/ 4703069 h 6858000"/>
              <a:gd name="connsiteX196" fmla="*/ 684248 w 7467600"/>
              <a:gd name="connsiteY196" fmla="*/ 4706721 h 6858000"/>
              <a:gd name="connsiteX197" fmla="*/ 1423113 w 7467600"/>
              <a:gd name="connsiteY197" fmla="*/ 3874565 h 6858000"/>
              <a:gd name="connsiteX198" fmla="*/ 3316479 w 7467600"/>
              <a:gd name="connsiteY198" fmla="*/ 3872136 h 6858000"/>
              <a:gd name="connsiteX199" fmla="*/ 3546806 w 7467600"/>
              <a:gd name="connsiteY199" fmla="*/ 4356139 h 6858000"/>
              <a:gd name="connsiteX200" fmla="*/ 3364433 w 7467600"/>
              <a:gd name="connsiteY200" fmla="*/ 3953121 h 6858000"/>
              <a:gd name="connsiteX201" fmla="*/ 3316479 w 7467600"/>
              <a:gd name="connsiteY201" fmla="*/ 3872136 h 6858000"/>
              <a:gd name="connsiteX202" fmla="*/ 3291335 w 7467600"/>
              <a:gd name="connsiteY202" fmla="*/ 3767420 h 6858000"/>
              <a:gd name="connsiteX203" fmla="*/ 3390805 w 7467600"/>
              <a:gd name="connsiteY203" fmla="*/ 3937163 h 6858000"/>
              <a:gd name="connsiteX204" fmla="*/ 3579062 w 7467600"/>
              <a:gd name="connsiteY204" fmla="*/ 4359040 h 6858000"/>
              <a:gd name="connsiteX205" fmla="*/ 3467355 w 7467600"/>
              <a:gd name="connsiteY205" fmla="*/ 3988130 h 6858000"/>
              <a:gd name="connsiteX206" fmla="*/ 3310753 w 7467600"/>
              <a:gd name="connsiteY206" fmla="*/ 3787140 h 6858000"/>
              <a:gd name="connsiteX207" fmla="*/ 3291335 w 7467600"/>
              <a:gd name="connsiteY207" fmla="*/ 3767420 h 6858000"/>
              <a:gd name="connsiteX208" fmla="*/ 1635889 w 7467600"/>
              <a:gd name="connsiteY208" fmla="*/ 3709494 h 6858000"/>
              <a:gd name="connsiteX209" fmla="*/ 1634800 w 7467600"/>
              <a:gd name="connsiteY209" fmla="*/ 3731111 h 6858000"/>
              <a:gd name="connsiteX210" fmla="*/ 1635889 w 7467600"/>
              <a:gd name="connsiteY210" fmla="*/ 3709494 h 6858000"/>
              <a:gd name="connsiteX211" fmla="*/ 1510397 w 7467600"/>
              <a:gd name="connsiteY211" fmla="*/ 3684705 h 6858000"/>
              <a:gd name="connsiteX212" fmla="*/ 1146550 w 7467600"/>
              <a:gd name="connsiteY212" fmla="*/ 3802012 h 6858000"/>
              <a:gd name="connsiteX213" fmla="*/ 698834 w 7467600"/>
              <a:gd name="connsiteY213" fmla="*/ 3952272 h 6858000"/>
              <a:gd name="connsiteX214" fmla="*/ 34256 w 7467600"/>
              <a:gd name="connsiteY214" fmla="*/ 4347603 h 6858000"/>
              <a:gd name="connsiteX215" fmla="*/ 527241 w 7467600"/>
              <a:gd name="connsiteY215" fmla="*/ 4065078 h 6858000"/>
              <a:gd name="connsiteX216" fmla="*/ 1510397 w 7467600"/>
              <a:gd name="connsiteY216" fmla="*/ 3684705 h 6858000"/>
              <a:gd name="connsiteX217" fmla="*/ 1313114 w 7467600"/>
              <a:gd name="connsiteY217" fmla="*/ 3655216 h 6858000"/>
              <a:gd name="connsiteX218" fmla="*/ 1109304 w 7467600"/>
              <a:gd name="connsiteY218" fmla="*/ 3669030 h 6858000"/>
              <a:gd name="connsiteX219" fmla="*/ 8129 w 7467600"/>
              <a:gd name="connsiteY219" fmla="*/ 4330519 h 6858000"/>
              <a:gd name="connsiteX220" fmla="*/ 687572 w 7467600"/>
              <a:gd name="connsiteY220" fmla="*/ 3925629 h 6858000"/>
              <a:gd name="connsiteX221" fmla="*/ 1138365 w 7467600"/>
              <a:gd name="connsiteY221" fmla="*/ 3774515 h 6858000"/>
              <a:gd name="connsiteX222" fmla="*/ 1505579 w 7467600"/>
              <a:gd name="connsiteY222" fmla="*/ 3655526 h 6858000"/>
              <a:gd name="connsiteX223" fmla="*/ 1313114 w 7467600"/>
              <a:gd name="connsiteY223" fmla="*/ 3655216 h 6858000"/>
              <a:gd name="connsiteX224" fmla="*/ 3655073 w 7467600"/>
              <a:gd name="connsiteY224" fmla="*/ 3650884 h 6858000"/>
              <a:gd name="connsiteX225" fmla="*/ 3989938 w 7467600"/>
              <a:gd name="connsiteY225" fmla="*/ 3991685 h 6858000"/>
              <a:gd name="connsiteX226" fmla="*/ 4393907 w 7467600"/>
              <a:gd name="connsiteY226" fmla="*/ 4261258 h 6858000"/>
              <a:gd name="connsiteX227" fmla="*/ 4648051 w 7467600"/>
              <a:gd name="connsiteY227" fmla="*/ 4374051 h 6858000"/>
              <a:gd name="connsiteX228" fmla="*/ 4383389 w 7467600"/>
              <a:gd name="connsiteY228" fmla="*/ 4184369 h 6858000"/>
              <a:gd name="connsiteX229" fmla="*/ 4165508 w 7467600"/>
              <a:gd name="connsiteY229" fmla="*/ 4035196 h 6858000"/>
              <a:gd name="connsiteX230" fmla="*/ 4068162 w 7467600"/>
              <a:gd name="connsiteY230" fmla="*/ 3953394 h 6858000"/>
              <a:gd name="connsiteX231" fmla="*/ 3981416 w 7467600"/>
              <a:gd name="connsiteY231" fmla="*/ 3880482 h 6858000"/>
              <a:gd name="connsiteX232" fmla="*/ 3800147 w 7467600"/>
              <a:gd name="connsiteY232" fmla="*/ 3749872 h 6858000"/>
              <a:gd name="connsiteX233" fmla="*/ 3655073 w 7467600"/>
              <a:gd name="connsiteY233" fmla="*/ 3650884 h 6858000"/>
              <a:gd name="connsiteX234" fmla="*/ 3670252 w 7467600"/>
              <a:gd name="connsiteY234" fmla="*/ 3622798 h 6858000"/>
              <a:gd name="connsiteX235" fmla="*/ 3817258 w 7467600"/>
              <a:gd name="connsiteY235" fmla="*/ 3723577 h 6858000"/>
              <a:gd name="connsiteX236" fmla="*/ 4000461 w 7467600"/>
              <a:gd name="connsiteY236" fmla="*/ 3855966 h 6858000"/>
              <a:gd name="connsiteX237" fmla="*/ 4088180 w 7467600"/>
              <a:gd name="connsiteY237" fmla="*/ 3929774 h 6858000"/>
              <a:gd name="connsiteX238" fmla="*/ 4184555 w 7467600"/>
              <a:gd name="connsiteY238" fmla="*/ 4010683 h 6858000"/>
              <a:gd name="connsiteX239" fmla="*/ 4399563 w 7467600"/>
              <a:gd name="connsiteY239" fmla="*/ 4158106 h 6858000"/>
              <a:gd name="connsiteX240" fmla="*/ 4684469 w 7467600"/>
              <a:gd name="connsiteY240" fmla="*/ 4364680 h 6858000"/>
              <a:gd name="connsiteX241" fmla="*/ 4690271 w 7467600"/>
              <a:gd name="connsiteY241" fmla="*/ 4370034 h 6858000"/>
              <a:gd name="connsiteX242" fmla="*/ 4136093 w 7467600"/>
              <a:gd name="connsiteY242" fmla="*/ 3858466 h 6858000"/>
              <a:gd name="connsiteX243" fmla="*/ 3670252 w 7467600"/>
              <a:gd name="connsiteY243" fmla="*/ 3622798 h 6858000"/>
              <a:gd name="connsiteX244" fmla="*/ 4440129 w 7467600"/>
              <a:gd name="connsiteY244" fmla="*/ 3448571 h 6858000"/>
              <a:gd name="connsiteX245" fmla="*/ 4856525 w 7467600"/>
              <a:gd name="connsiteY245" fmla="*/ 3915351 h 6858000"/>
              <a:gd name="connsiteX246" fmla="*/ 5059055 w 7467600"/>
              <a:gd name="connsiteY246" fmla="*/ 4108918 h 6858000"/>
              <a:gd name="connsiteX247" fmla="*/ 5290070 w 7467600"/>
              <a:gd name="connsiteY247" fmla="*/ 4263619 h 6858000"/>
              <a:gd name="connsiteX248" fmla="*/ 4834991 w 7467600"/>
              <a:gd name="connsiteY248" fmla="*/ 3830985 h 6858000"/>
              <a:gd name="connsiteX249" fmla="*/ 4440129 w 7467600"/>
              <a:gd name="connsiteY249" fmla="*/ 3448571 h 6858000"/>
              <a:gd name="connsiteX250" fmla="*/ 4441737 w 7467600"/>
              <a:gd name="connsiteY250" fmla="*/ 3399734 h 6858000"/>
              <a:gd name="connsiteX251" fmla="*/ 4431236 w 7467600"/>
              <a:gd name="connsiteY251" fmla="*/ 3400954 h 6858000"/>
              <a:gd name="connsiteX252" fmla="*/ 4557150 w 7467600"/>
              <a:gd name="connsiteY252" fmla="*/ 3510023 h 6858000"/>
              <a:gd name="connsiteX253" fmla="*/ 4856936 w 7467600"/>
              <a:gd name="connsiteY253" fmla="*/ 3809146 h 6858000"/>
              <a:gd name="connsiteX254" fmla="*/ 5111996 w 7467600"/>
              <a:gd name="connsiteY254" fmla="*/ 4065759 h 6858000"/>
              <a:gd name="connsiteX255" fmla="*/ 5388878 w 7467600"/>
              <a:gd name="connsiteY255" fmla="*/ 4300185 h 6858000"/>
              <a:gd name="connsiteX256" fmla="*/ 5425556 w 7467600"/>
              <a:gd name="connsiteY256" fmla="*/ 4308967 h 6858000"/>
              <a:gd name="connsiteX257" fmla="*/ 4943646 w 7467600"/>
              <a:gd name="connsiteY257" fmla="*/ 3822916 h 6858000"/>
              <a:gd name="connsiteX258" fmla="*/ 4594837 w 7467600"/>
              <a:gd name="connsiteY258" fmla="*/ 3532274 h 6858000"/>
              <a:gd name="connsiteX259" fmla="*/ 4441737 w 7467600"/>
              <a:gd name="connsiteY259" fmla="*/ 3399734 h 6858000"/>
              <a:gd name="connsiteX260" fmla="*/ 5425834 w 7467600"/>
              <a:gd name="connsiteY260" fmla="*/ 3162785 h 6858000"/>
              <a:gd name="connsiteX261" fmla="*/ 5401644 w 7467600"/>
              <a:gd name="connsiteY261" fmla="*/ 3617847 h 6858000"/>
              <a:gd name="connsiteX262" fmla="*/ 5467256 w 7467600"/>
              <a:gd name="connsiteY262" fmla="*/ 4175494 h 6858000"/>
              <a:gd name="connsiteX263" fmla="*/ 5448069 w 7467600"/>
              <a:gd name="connsiteY263" fmla="*/ 3567554 h 6858000"/>
              <a:gd name="connsiteX264" fmla="*/ 5425834 w 7467600"/>
              <a:gd name="connsiteY264" fmla="*/ 3162785 h 6858000"/>
              <a:gd name="connsiteX265" fmla="*/ 1318687 w 7467600"/>
              <a:gd name="connsiteY265" fmla="*/ 3113840 h 6858000"/>
              <a:gd name="connsiteX266" fmla="*/ 1066793 w 7467600"/>
              <a:gd name="connsiteY266" fmla="*/ 3212171 h 6858000"/>
              <a:gd name="connsiteX267" fmla="*/ 993319 w 7467600"/>
              <a:gd name="connsiteY267" fmla="*/ 3247648 h 6858000"/>
              <a:gd name="connsiteX268" fmla="*/ 853081 w 7467600"/>
              <a:gd name="connsiteY268" fmla="*/ 3312410 h 6858000"/>
              <a:gd name="connsiteX269" fmla="*/ 805957 w 7467600"/>
              <a:gd name="connsiteY269" fmla="*/ 3330443 h 6858000"/>
              <a:gd name="connsiteX270" fmla="*/ 1318687 w 7467600"/>
              <a:gd name="connsiteY270" fmla="*/ 3113840 h 6858000"/>
              <a:gd name="connsiteX271" fmla="*/ 5453702 w 7467600"/>
              <a:gd name="connsiteY271" fmla="*/ 3090882 h 6858000"/>
              <a:gd name="connsiteX272" fmla="*/ 5480135 w 7467600"/>
              <a:gd name="connsiteY272" fmla="*/ 3565802 h 6858000"/>
              <a:gd name="connsiteX273" fmla="*/ 5499023 w 7467600"/>
              <a:gd name="connsiteY273" fmla="*/ 4166310 h 6858000"/>
              <a:gd name="connsiteX274" fmla="*/ 5547022 w 7467600"/>
              <a:gd name="connsiteY274" fmla="*/ 3607838 h 6858000"/>
              <a:gd name="connsiteX275" fmla="*/ 5515964 w 7467600"/>
              <a:gd name="connsiteY275" fmla="*/ 3378541 h 6858000"/>
              <a:gd name="connsiteX276" fmla="*/ 5453702 w 7467600"/>
              <a:gd name="connsiteY276" fmla="*/ 3090882 h 6858000"/>
              <a:gd name="connsiteX277" fmla="*/ 1238695 w 7467600"/>
              <a:gd name="connsiteY277" fmla="*/ 3076820 h 6858000"/>
              <a:gd name="connsiteX278" fmla="*/ 716371 w 7467600"/>
              <a:gd name="connsiteY278" fmla="*/ 3293249 h 6858000"/>
              <a:gd name="connsiteX279" fmla="*/ 579522 w 7467600"/>
              <a:gd name="connsiteY279" fmla="*/ 3371759 h 6858000"/>
              <a:gd name="connsiteX280" fmla="*/ 600288 w 7467600"/>
              <a:gd name="connsiteY280" fmla="*/ 3365555 h 6858000"/>
              <a:gd name="connsiteX281" fmla="*/ 840692 w 7467600"/>
              <a:gd name="connsiteY281" fmla="*/ 3284921 h 6858000"/>
              <a:gd name="connsiteX282" fmla="*/ 979248 w 7467600"/>
              <a:gd name="connsiteY282" fmla="*/ 3221003 h 6858000"/>
              <a:gd name="connsiteX283" fmla="*/ 1053282 w 7467600"/>
              <a:gd name="connsiteY283" fmla="*/ 3185247 h 6858000"/>
              <a:gd name="connsiteX284" fmla="*/ 1320603 w 7467600"/>
              <a:gd name="connsiteY284" fmla="*/ 3081281 h 6858000"/>
              <a:gd name="connsiteX285" fmla="*/ 1238695 w 7467600"/>
              <a:gd name="connsiteY285" fmla="*/ 3076820 h 6858000"/>
              <a:gd name="connsiteX286" fmla="*/ 5425627 w 7467600"/>
              <a:gd name="connsiteY286" fmla="*/ 2954192 h 6858000"/>
              <a:gd name="connsiteX287" fmla="*/ 5470770 w 7467600"/>
              <a:gd name="connsiteY287" fmla="*/ 3005435 h 6858000"/>
              <a:gd name="connsiteX288" fmla="*/ 5519779 w 7467600"/>
              <a:gd name="connsiteY288" fmla="*/ 4359223 h 6858000"/>
              <a:gd name="connsiteX289" fmla="*/ 5520293 w 7467600"/>
              <a:gd name="connsiteY289" fmla="*/ 4360602 h 6858000"/>
              <a:gd name="connsiteX290" fmla="*/ 5767221 w 7467600"/>
              <a:gd name="connsiteY290" fmla="*/ 4665564 h 6858000"/>
              <a:gd name="connsiteX291" fmla="*/ 6937169 w 7467600"/>
              <a:gd name="connsiteY291" fmla="*/ 4815941 h 6858000"/>
              <a:gd name="connsiteX292" fmla="*/ 6953922 w 7467600"/>
              <a:gd name="connsiteY292" fmla="*/ 4890068 h 6858000"/>
              <a:gd name="connsiteX293" fmla="*/ 6071359 w 7467600"/>
              <a:gd name="connsiteY293" fmla="*/ 4770770 h 6858000"/>
              <a:gd name="connsiteX294" fmla="*/ 6038839 w 7467600"/>
              <a:gd name="connsiteY294" fmla="*/ 4764474 h 6858000"/>
              <a:gd name="connsiteX295" fmla="*/ 6038706 w 7467600"/>
              <a:gd name="connsiteY295" fmla="*/ 4763847 h 6858000"/>
              <a:gd name="connsiteX296" fmla="*/ 6037784 w 7467600"/>
              <a:gd name="connsiteY296" fmla="*/ 4764270 h 6858000"/>
              <a:gd name="connsiteX297" fmla="*/ 6038839 w 7467600"/>
              <a:gd name="connsiteY297" fmla="*/ 4764474 h 6858000"/>
              <a:gd name="connsiteX298" fmla="*/ 6040338 w 7467600"/>
              <a:gd name="connsiteY298" fmla="*/ 4771418 h 6858000"/>
              <a:gd name="connsiteX299" fmla="*/ 6024488 w 7467600"/>
              <a:gd name="connsiteY299" fmla="*/ 4809903 h 6858000"/>
              <a:gd name="connsiteX300" fmla="*/ 5599771 w 7467600"/>
              <a:gd name="connsiteY300" fmla="*/ 5509652 h 6858000"/>
              <a:gd name="connsiteX301" fmla="*/ 5548843 w 7467600"/>
              <a:gd name="connsiteY301" fmla="*/ 5563845 h 6858000"/>
              <a:gd name="connsiteX302" fmla="*/ 5940952 w 7467600"/>
              <a:gd name="connsiteY302" fmla="*/ 6250028 h 6858000"/>
              <a:gd name="connsiteX303" fmla="*/ 6043441 w 7467600"/>
              <a:gd name="connsiteY303" fmla="*/ 6665847 h 6858000"/>
              <a:gd name="connsiteX304" fmla="*/ 6093432 w 7467600"/>
              <a:gd name="connsiteY304" fmla="*/ 6858000 h 6858000"/>
              <a:gd name="connsiteX305" fmla="*/ 6034344 w 7467600"/>
              <a:gd name="connsiteY305" fmla="*/ 6858000 h 6858000"/>
              <a:gd name="connsiteX306" fmla="*/ 6026679 w 7467600"/>
              <a:gd name="connsiteY306" fmla="*/ 6836959 h 6858000"/>
              <a:gd name="connsiteX307" fmla="*/ 5800441 w 7467600"/>
              <a:gd name="connsiteY307" fmla="*/ 6335286 h 6858000"/>
              <a:gd name="connsiteX308" fmla="*/ 5526562 w 7467600"/>
              <a:gd name="connsiteY308" fmla="*/ 5705388 h 6858000"/>
              <a:gd name="connsiteX309" fmla="*/ 5519640 w 7467600"/>
              <a:gd name="connsiteY309" fmla="*/ 5683774 h 6858000"/>
              <a:gd name="connsiteX310" fmla="*/ 5844559 w 7467600"/>
              <a:gd name="connsiteY310" fmla="*/ 6553349 h 6858000"/>
              <a:gd name="connsiteX311" fmla="*/ 5975994 w 7467600"/>
              <a:gd name="connsiteY311" fmla="*/ 6858000 h 6858000"/>
              <a:gd name="connsiteX312" fmla="*/ 5898547 w 7467600"/>
              <a:gd name="connsiteY312" fmla="*/ 6858000 h 6858000"/>
              <a:gd name="connsiteX313" fmla="*/ 5682041 w 7467600"/>
              <a:gd name="connsiteY313" fmla="*/ 6355860 h 6858000"/>
              <a:gd name="connsiteX314" fmla="*/ 5461758 w 7467600"/>
              <a:gd name="connsiteY314" fmla="*/ 5820220 h 6858000"/>
              <a:gd name="connsiteX315" fmla="*/ 5237282 w 7467600"/>
              <a:gd name="connsiteY315" fmla="*/ 6579086 h 6858000"/>
              <a:gd name="connsiteX316" fmla="*/ 5115009 w 7467600"/>
              <a:gd name="connsiteY316" fmla="*/ 6858000 h 6858000"/>
              <a:gd name="connsiteX317" fmla="*/ 5028074 w 7467600"/>
              <a:gd name="connsiteY317" fmla="*/ 6858000 h 6858000"/>
              <a:gd name="connsiteX318" fmla="*/ 5079508 w 7467600"/>
              <a:gd name="connsiteY318" fmla="*/ 6749074 h 6858000"/>
              <a:gd name="connsiteX319" fmla="*/ 5371846 w 7467600"/>
              <a:gd name="connsiteY319" fmla="*/ 5924413 h 6858000"/>
              <a:gd name="connsiteX320" fmla="*/ 5270512 w 7467600"/>
              <a:gd name="connsiteY320" fmla="*/ 6138975 h 6858000"/>
              <a:gd name="connsiteX321" fmla="*/ 5062409 w 7467600"/>
              <a:gd name="connsiteY321" fmla="*/ 6653544 h 6858000"/>
              <a:gd name="connsiteX322" fmla="*/ 5036628 w 7467600"/>
              <a:gd name="connsiteY322" fmla="*/ 6754247 h 6858000"/>
              <a:gd name="connsiteX323" fmla="*/ 5009112 w 7467600"/>
              <a:gd name="connsiteY323" fmla="*/ 6858000 h 6858000"/>
              <a:gd name="connsiteX324" fmla="*/ 4976679 w 7467600"/>
              <a:gd name="connsiteY324" fmla="*/ 6858000 h 6858000"/>
              <a:gd name="connsiteX325" fmla="*/ 5006537 w 7467600"/>
              <a:gd name="connsiteY325" fmla="*/ 6747068 h 6858000"/>
              <a:gd name="connsiteX326" fmla="*/ 5032723 w 7467600"/>
              <a:gd name="connsiteY326" fmla="*/ 6644957 h 6858000"/>
              <a:gd name="connsiteX327" fmla="*/ 5242949 w 7467600"/>
              <a:gd name="connsiteY327" fmla="*/ 6125175 h 6858000"/>
              <a:gd name="connsiteX328" fmla="*/ 5286321 w 7467600"/>
              <a:gd name="connsiteY328" fmla="*/ 6033555 h 6858000"/>
              <a:gd name="connsiteX329" fmla="*/ 5008210 w 7467600"/>
              <a:gd name="connsiteY329" fmla="*/ 6649194 h 6858000"/>
              <a:gd name="connsiteX330" fmla="*/ 4986321 w 7467600"/>
              <a:gd name="connsiteY330" fmla="*/ 6765687 h 6858000"/>
              <a:gd name="connsiteX331" fmla="*/ 4973474 w 7467600"/>
              <a:gd name="connsiteY331" fmla="*/ 6858000 h 6858000"/>
              <a:gd name="connsiteX332" fmla="*/ 4907178 w 7467600"/>
              <a:gd name="connsiteY332" fmla="*/ 6858000 h 6858000"/>
              <a:gd name="connsiteX333" fmla="*/ 4910810 w 7467600"/>
              <a:gd name="connsiteY333" fmla="*/ 6829660 h 6858000"/>
              <a:gd name="connsiteX334" fmla="*/ 4987461 w 7467600"/>
              <a:gd name="connsiteY334" fmla="*/ 6432994 h 6858000"/>
              <a:gd name="connsiteX335" fmla="*/ 5179262 w 7467600"/>
              <a:gd name="connsiteY335" fmla="*/ 6035044 h 6858000"/>
              <a:gd name="connsiteX336" fmla="*/ 4689678 w 7467600"/>
              <a:gd name="connsiteY336" fmla="*/ 6440241 h 6858000"/>
              <a:gd name="connsiteX337" fmla="*/ 4477543 w 7467600"/>
              <a:gd name="connsiteY337" fmla="*/ 6674836 h 6858000"/>
              <a:gd name="connsiteX338" fmla="*/ 4329957 w 7467600"/>
              <a:gd name="connsiteY338" fmla="*/ 6858000 h 6858000"/>
              <a:gd name="connsiteX339" fmla="*/ 4218595 w 7467600"/>
              <a:gd name="connsiteY339" fmla="*/ 6858000 h 6858000"/>
              <a:gd name="connsiteX340" fmla="*/ 4368888 w 7467600"/>
              <a:gd name="connsiteY340" fmla="*/ 6668412 h 6858000"/>
              <a:gd name="connsiteX341" fmla="*/ 4563091 w 7467600"/>
              <a:gd name="connsiteY341" fmla="*/ 6442508 h 6858000"/>
              <a:gd name="connsiteX342" fmla="*/ 5387324 w 7467600"/>
              <a:gd name="connsiteY342" fmla="*/ 5705830 h 6858000"/>
              <a:gd name="connsiteX343" fmla="*/ 5073620 w 7467600"/>
              <a:gd name="connsiteY343" fmla="*/ 5955437 h 6858000"/>
              <a:gd name="connsiteX344" fmla="*/ 4689789 w 7467600"/>
              <a:gd name="connsiteY344" fmla="*/ 6268382 h 6858000"/>
              <a:gd name="connsiteX345" fmla="*/ 4418722 w 7467600"/>
              <a:gd name="connsiteY345" fmla="*/ 6570886 h 6858000"/>
              <a:gd name="connsiteX346" fmla="*/ 4214944 w 7467600"/>
              <a:gd name="connsiteY346" fmla="*/ 6858000 h 6858000"/>
              <a:gd name="connsiteX347" fmla="*/ 4177898 w 7467600"/>
              <a:gd name="connsiteY347" fmla="*/ 6858000 h 6858000"/>
              <a:gd name="connsiteX348" fmla="*/ 4391597 w 7467600"/>
              <a:gd name="connsiteY348" fmla="*/ 6556370 h 6858000"/>
              <a:gd name="connsiteX349" fmla="*/ 4668889 w 7467600"/>
              <a:gd name="connsiteY349" fmla="*/ 6246399 h 6858000"/>
              <a:gd name="connsiteX350" fmla="*/ 5055427 w 7467600"/>
              <a:gd name="connsiteY350" fmla="*/ 5931476 h 6858000"/>
              <a:gd name="connsiteX351" fmla="*/ 5371814 w 7467600"/>
              <a:gd name="connsiteY351" fmla="*/ 5678975 h 6858000"/>
              <a:gd name="connsiteX352" fmla="*/ 4987918 w 7467600"/>
              <a:gd name="connsiteY352" fmla="*/ 5838701 h 6858000"/>
              <a:gd name="connsiteX353" fmla="*/ 4317146 w 7467600"/>
              <a:gd name="connsiteY353" fmla="*/ 6587716 h 6858000"/>
              <a:gd name="connsiteX354" fmla="*/ 4171627 w 7467600"/>
              <a:gd name="connsiteY354" fmla="*/ 6858000 h 6858000"/>
              <a:gd name="connsiteX355" fmla="*/ 4081585 w 7467600"/>
              <a:gd name="connsiteY355" fmla="*/ 6858000 h 6858000"/>
              <a:gd name="connsiteX356" fmla="*/ 4238603 w 7467600"/>
              <a:gd name="connsiteY356" fmla="*/ 6559341 h 6858000"/>
              <a:gd name="connsiteX357" fmla="*/ 4778333 w 7467600"/>
              <a:gd name="connsiteY357" fmla="*/ 5873626 h 6858000"/>
              <a:gd name="connsiteX358" fmla="*/ 5414185 w 7467600"/>
              <a:gd name="connsiteY358" fmla="*/ 5573882 h 6858000"/>
              <a:gd name="connsiteX359" fmla="*/ 5959648 w 7467600"/>
              <a:gd name="connsiteY359" fmla="*/ 4760797 h 6858000"/>
              <a:gd name="connsiteX360" fmla="*/ 5355019 w 7467600"/>
              <a:gd name="connsiteY360" fmla="*/ 4734672 h 6858000"/>
              <a:gd name="connsiteX361" fmla="*/ 5083565 w 7467600"/>
              <a:gd name="connsiteY361" fmla="*/ 5179121 h 6858000"/>
              <a:gd name="connsiteX362" fmla="*/ 4713577 w 7467600"/>
              <a:gd name="connsiteY362" fmla="*/ 5616803 h 6858000"/>
              <a:gd name="connsiteX363" fmla="*/ 3989559 w 7467600"/>
              <a:gd name="connsiteY363" fmla="*/ 6145945 h 6858000"/>
              <a:gd name="connsiteX364" fmla="*/ 3939824 w 7467600"/>
              <a:gd name="connsiteY364" fmla="*/ 6066900 h 6858000"/>
              <a:gd name="connsiteX365" fmla="*/ 4584537 w 7467600"/>
              <a:gd name="connsiteY365" fmla="*/ 5324826 h 6858000"/>
              <a:gd name="connsiteX366" fmla="*/ 5037105 w 7467600"/>
              <a:gd name="connsiteY366" fmla="*/ 5088765 h 6858000"/>
              <a:gd name="connsiteX367" fmla="*/ 5039930 w 7467600"/>
              <a:gd name="connsiteY367" fmla="*/ 5089585 h 6858000"/>
              <a:gd name="connsiteX368" fmla="*/ 5263764 w 7467600"/>
              <a:gd name="connsiteY368" fmla="*/ 4735525 h 6858000"/>
              <a:gd name="connsiteX369" fmla="*/ 4086300 w 7467600"/>
              <a:gd name="connsiteY369" fmla="*/ 4884599 h 6858000"/>
              <a:gd name="connsiteX370" fmla="*/ 4085485 w 7467600"/>
              <a:gd name="connsiteY370" fmla="*/ 4899070 h 6858000"/>
              <a:gd name="connsiteX371" fmla="*/ 3871915 w 7467600"/>
              <a:gd name="connsiteY371" fmla="*/ 5253645 h 6858000"/>
              <a:gd name="connsiteX372" fmla="*/ 3799374 w 7467600"/>
              <a:gd name="connsiteY372" fmla="*/ 5466127 h 6858000"/>
              <a:gd name="connsiteX373" fmla="*/ 3498850 w 7467600"/>
              <a:gd name="connsiteY373" fmla="*/ 6661888 h 6858000"/>
              <a:gd name="connsiteX374" fmla="*/ 3399216 w 7467600"/>
              <a:gd name="connsiteY374" fmla="*/ 6858000 h 6858000"/>
              <a:gd name="connsiteX375" fmla="*/ 3303688 w 7467600"/>
              <a:gd name="connsiteY375" fmla="*/ 6858000 h 6858000"/>
              <a:gd name="connsiteX376" fmla="*/ 3391774 w 7467600"/>
              <a:gd name="connsiteY376" fmla="*/ 6697181 h 6858000"/>
              <a:gd name="connsiteX377" fmla="*/ 3735540 w 7467600"/>
              <a:gd name="connsiteY377" fmla="*/ 5546923 h 6858000"/>
              <a:gd name="connsiteX378" fmla="*/ 3729438 w 7467600"/>
              <a:gd name="connsiteY378" fmla="*/ 5569058 h 6858000"/>
              <a:gd name="connsiteX379" fmla="*/ 3707782 w 7467600"/>
              <a:gd name="connsiteY379" fmla="*/ 5644908 h 6858000"/>
              <a:gd name="connsiteX380" fmla="*/ 3583827 w 7467600"/>
              <a:gd name="connsiteY380" fmla="*/ 6039215 h 6858000"/>
              <a:gd name="connsiteX381" fmla="*/ 3547861 w 7467600"/>
              <a:gd name="connsiteY381" fmla="*/ 6129609 h 6858000"/>
              <a:gd name="connsiteX382" fmla="*/ 3490905 w 7467600"/>
              <a:gd name="connsiteY382" fmla="*/ 6277660 h 6858000"/>
              <a:gd name="connsiteX383" fmla="*/ 3455859 w 7467600"/>
              <a:gd name="connsiteY383" fmla="*/ 6391301 h 6858000"/>
              <a:gd name="connsiteX384" fmla="*/ 3429112 w 7467600"/>
              <a:gd name="connsiteY384" fmla="*/ 6479469 h 6858000"/>
              <a:gd name="connsiteX385" fmla="*/ 3304862 w 7467600"/>
              <a:gd name="connsiteY385" fmla="*/ 6796476 h 6858000"/>
              <a:gd name="connsiteX386" fmla="*/ 3276071 w 7467600"/>
              <a:gd name="connsiteY386" fmla="*/ 6858000 h 6858000"/>
              <a:gd name="connsiteX387" fmla="*/ 3240805 w 7467600"/>
              <a:gd name="connsiteY387" fmla="*/ 6858000 h 6858000"/>
              <a:gd name="connsiteX388" fmla="*/ 3275917 w 7467600"/>
              <a:gd name="connsiteY388" fmla="*/ 6783192 h 6858000"/>
              <a:gd name="connsiteX389" fmla="*/ 3399358 w 7467600"/>
              <a:gd name="connsiteY389" fmla="*/ 6469011 h 6858000"/>
              <a:gd name="connsiteX390" fmla="*/ 3425650 w 7467600"/>
              <a:gd name="connsiteY390" fmla="*/ 6381333 h 6858000"/>
              <a:gd name="connsiteX391" fmla="*/ 3460661 w 7467600"/>
              <a:gd name="connsiteY391" fmla="*/ 6266763 h 6858000"/>
              <a:gd name="connsiteX392" fmla="*/ 3518021 w 7467600"/>
              <a:gd name="connsiteY392" fmla="*/ 6117298 h 6858000"/>
              <a:gd name="connsiteX393" fmla="*/ 3554035 w 7467600"/>
              <a:gd name="connsiteY393" fmla="*/ 6027832 h 6858000"/>
              <a:gd name="connsiteX394" fmla="*/ 3677174 w 7467600"/>
              <a:gd name="connsiteY394" fmla="*/ 5636351 h 6858000"/>
              <a:gd name="connsiteX395" fmla="*/ 3698819 w 7467600"/>
              <a:gd name="connsiteY395" fmla="*/ 5560503 h 6858000"/>
              <a:gd name="connsiteX396" fmla="*/ 3702094 w 7467600"/>
              <a:gd name="connsiteY396" fmla="*/ 5549194 h 6858000"/>
              <a:gd name="connsiteX397" fmla="*/ 3398355 w 7467600"/>
              <a:gd name="connsiteY397" fmla="*/ 6094603 h 6858000"/>
              <a:gd name="connsiteX398" fmla="*/ 3193941 w 7467600"/>
              <a:gd name="connsiteY398" fmla="*/ 6798775 h 6858000"/>
              <a:gd name="connsiteX399" fmla="*/ 3184140 w 7467600"/>
              <a:gd name="connsiteY399" fmla="*/ 6858000 h 6858000"/>
              <a:gd name="connsiteX400" fmla="*/ 3099978 w 7467600"/>
              <a:gd name="connsiteY400" fmla="*/ 6858000 h 6858000"/>
              <a:gd name="connsiteX401" fmla="*/ 3101556 w 7467600"/>
              <a:gd name="connsiteY401" fmla="*/ 6843337 h 6858000"/>
              <a:gd name="connsiteX402" fmla="*/ 3370162 w 7467600"/>
              <a:gd name="connsiteY402" fmla="*/ 5785550 h 6858000"/>
              <a:gd name="connsiteX403" fmla="*/ 3746477 w 7467600"/>
              <a:gd name="connsiteY403" fmla="*/ 5377889 h 6858000"/>
              <a:gd name="connsiteX404" fmla="*/ 3863399 w 7467600"/>
              <a:gd name="connsiteY404" fmla="*/ 5087257 h 6858000"/>
              <a:gd name="connsiteX405" fmla="*/ 3968712 w 7467600"/>
              <a:gd name="connsiteY405" fmla="*/ 4913989 h 6858000"/>
              <a:gd name="connsiteX406" fmla="*/ 2792390 w 7467600"/>
              <a:gd name="connsiteY406" fmla="*/ 5382974 h 6858000"/>
              <a:gd name="connsiteX407" fmla="*/ 2714982 w 7467600"/>
              <a:gd name="connsiteY407" fmla="*/ 5427051 h 6858000"/>
              <a:gd name="connsiteX408" fmla="*/ 2813361 w 7467600"/>
              <a:gd name="connsiteY408" fmla="*/ 6023912 h 6858000"/>
              <a:gd name="connsiteX409" fmla="*/ 2688430 w 7467600"/>
              <a:gd name="connsiteY409" fmla="*/ 6801564 h 6858000"/>
              <a:gd name="connsiteX410" fmla="*/ 2629626 w 7467600"/>
              <a:gd name="connsiteY410" fmla="*/ 6763394 h 6858000"/>
              <a:gd name="connsiteX411" fmla="*/ 2565328 w 7467600"/>
              <a:gd name="connsiteY411" fmla="*/ 5516399 h 6858000"/>
              <a:gd name="connsiteX412" fmla="*/ 1922999 w 7467600"/>
              <a:gd name="connsiteY412" fmla="*/ 5980343 h 6858000"/>
              <a:gd name="connsiteX413" fmla="*/ 1950261 w 7467600"/>
              <a:gd name="connsiteY413" fmla="*/ 6405858 h 6858000"/>
              <a:gd name="connsiteX414" fmla="*/ 2365554 w 7467600"/>
              <a:gd name="connsiteY414" fmla="*/ 6759107 h 6858000"/>
              <a:gd name="connsiteX415" fmla="*/ 2424142 w 7467600"/>
              <a:gd name="connsiteY415" fmla="*/ 6858000 h 6858000"/>
              <a:gd name="connsiteX416" fmla="*/ 2395994 w 7467600"/>
              <a:gd name="connsiteY416" fmla="*/ 6858000 h 6858000"/>
              <a:gd name="connsiteX417" fmla="*/ 2392863 w 7467600"/>
              <a:gd name="connsiteY417" fmla="*/ 6852964 h 6858000"/>
              <a:gd name="connsiteX418" fmla="*/ 2017589 w 7467600"/>
              <a:gd name="connsiteY418" fmla="*/ 6493982 h 6858000"/>
              <a:gd name="connsiteX419" fmla="*/ 2147336 w 7467600"/>
              <a:gd name="connsiteY419" fmla="*/ 6594052 h 6858000"/>
              <a:gd name="connsiteX420" fmla="*/ 2207047 w 7467600"/>
              <a:gd name="connsiteY420" fmla="*/ 6654540 h 6858000"/>
              <a:gd name="connsiteX421" fmla="*/ 2299106 w 7467600"/>
              <a:gd name="connsiteY421" fmla="*/ 6778931 h 6858000"/>
              <a:gd name="connsiteX422" fmla="*/ 2314430 w 7467600"/>
              <a:gd name="connsiteY422" fmla="*/ 6801144 h 6858000"/>
              <a:gd name="connsiteX423" fmla="*/ 2352406 w 7467600"/>
              <a:gd name="connsiteY423" fmla="*/ 6858000 h 6858000"/>
              <a:gd name="connsiteX424" fmla="*/ 2314492 w 7467600"/>
              <a:gd name="connsiteY424" fmla="*/ 6858000 h 6858000"/>
              <a:gd name="connsiteX425" fmla="*/ 2288095 w 7467600"/>
              <a:gd name="connsiteY425" fmla="*/ 6818030 h 6858000"/>
              <a:gd name="connsiteX426" fmla="*/ 2272768 w 7467600"/>
              <a:gd name="connsiteY426" fmla="*/ 6795822 h 6858000"/>
              <a:gd name="connsiteX427" fmla="*/ 2182715 w 7467600"/>
              <a:gd name="connsiteY427" fmla="*/ 6675071 h 6858000"/>
              <a:gd name="connsiteX428" fmla="*/ 2032061 w 7467600"/>
              <a:gd name="connsiteY428" fmla="*/ 6541380 h 6858000"/>
              <a:gd name="connsiteX429" fmla="*/ 2257220 w 7467600"/>
              <a:gd name="connsiteY429" fmla="*/ 6826257 h 6858000"/>
              <a:gd name="connsiteX430" fmla="*/ 2281324 w 7467600"/>
              <a:gd name="connsiteY430" fmla="*/ 6858000 h 6858000"/>
              <a:gd name="connsiteX431" fmla="*/ 2242860 w 7467600"/>
              <a:gd name="connsiteY431" fmla="*/ 6858000 h 6858000"/>
              <a:gd name="connsiteX432" fmla="*/ 2232818 w 7467600"/>
              <a:gd name="connsiteY432" fmla="*/ 6844926 h 6858000"/>
              <a:gd name="connsiteX433" fmla="*/ 1990172 w 7467600"/>
              <a:gd name="connsiteY433" fmla="*/ 6542121 h 6858000"/>
              <a:gd name="connsiteX434" fmla="*/ 2124090 w 7467600"/>
              <a:gd name="connsiteY434" fmla="*/ 6761017 h 6858000"/>
              <a:gd name="connsiteX435" fmla="*/ 2200380 w 7467600"/>
              <a:gd name="connsiteY435" fmla="*/ 6858000 h 6858000"/>
              <a:gd name="connsiteX436" fmla="*/ 2147507 w 7467600"/>
              <a:gd name="connsiteY436" fmla="*/ 6858000 h 6858000"/>
              <a:gd name="connsiteX437" fmla="*/ 2070668 w 7467600"/>
              <a:gd name="connsiteY437" fmla="*/ 6761520 h 6858000"/>
              <a:gd name="connsiteX438" fmla="*/ 1975142 w 7467600"/>
              <a:gd name="connsiteY438" fmla="*/ 6585570 h 6858000"/>
              <a:gd name="connsiteX439" fmla="*/ 2050035 w 7467600"/>
              <a:gd name="connsiteY439" fmla="*/ 6813345 h 6858000"/>
              <a:gd name="connsiteX440" fmla="*/ 2063025 w 7467600"/>
              <a:gd name="connsiteY440" fmla="*/ 6858000 h 6858000"/>
              <a:gd name="connsiteX441" fmla="*/ 2021675 w 7467600"/>
              <a:gd name="connsiteY441" fmla="*/ 6858000 h 6858000"/>
              <a:gd name="connsiteX442" fmla="*/ 2019308 w 7467600"/>
              <a:gd name="connsiteY442" fmla="*/ 6847118 h 6858000"/>
              <a:gd name="connsiteX443" fmla="*/ 1938835 w 7467600"/>
              <a:gd name="connsiteY443" fmla="*/ 6551160 h 6858000"/>
              <a:gd name="connsiteX444" fmla="*/ 1953230 w 7467600"/>
              <a:gd name="connsiteY444" fmla="*/ 6759699 h 6858000"/>
              <a:gd name="connsiteX445" fmla="*/ 1956763 w 7467600"/>
              <a:gd name="connsiteY445" fmla="*/ 6778191 h 6858000"/>
              <a:gd name="connsiteX446" fmla="*/ 1967925 w 7467600"/>
              <a:gd name="connsiteY446" fmla="*/ 6858000 h 6858000"/>
              <a:gd name="connsiteX447" fmla="*/ 1936622 w 7467600"/>
              <a:gd name="connsiteY447" fmla="*/ 6858000 h 6858000"/>
              <a:gd name="connsiteX448" fmla="*/ 1926261 w 7467600"/>
              <a:gd name="connsiteY448" fmla="*/ 6784064 h 6858000"/>
              <a:gd name="connsiteX449" fmla="*/ 1922724 w 7467600"/>
              <a:gd name="connsiteY449" fmla="*/ 6765577 h 6858000"/>
              <a:gd name="connsiteX450" fmla="*/ 1904650 w 7467600"/>
              <a:gd name="connsiteY450" fmla="*/ 6639616 h 6858000"/>
              <a:gd name="connsiteX451" fmla="*/ 1885273 w 7467600"/>
              <a:gd name="connsiteY451" fmla="*/ 6858000 h 6858000"/>
              <a:gd name="connsiteX452" fmla="*/ 1854363 w 7467600"/>
              <a:gd name="connsiteY452" fmla="*/ 6858000 h 6858000"/>
              <a:gd name="connsiteX453" fmla="*/ 1880391 w 7467600"/>
              <a:gd name="connsiteY453" fmla="*/ 6603796 h 6858000"/>
              <a:gd name="connsiteX454" fmla="*/ 1818273 w 7467600"/>
              <a:gd name="connsiteY454" fmla="*/ 6715729 h 6858000"/>
              <a:gd name="connsiteX455" fmla="*/ 1794691 w 7467600"/>
              <a:gd name="connsiteY455" fmla="*/ 6843239 h 6858000"/>
              <a:gd name="connsiteX456" fmla="*/ 1794914 w 7467600"/>
              <a:gd name="connsiteY456" fmla="*/ 6858000 h 6858000"/>
              <a:gd name="connsiteX457" fmla="*/ 1746128 w 7467600"/>
              <a:gd name="connsiteY457" fmla="*/ 6858000 h 6858000"/>
              <a:gd name="connsiteX458" fmla="*/ 1753934 w 7467600"/>
              <a:gd name="connsiteY458" fmla="*/ 6724796 h 6858000"/>
              <a:gd name="connsiteX459" fmla="*/ 1792053 w 7467600"/>
              <a:gd name="connsiteY459" fmla="*/ 6572396 h 6858000"/>
              <a:gd name="connsiteX460" fmla="*/ 1862248 w 7467600"/>
              <a:gd name="connsiteY460" fmla="*/ 6266397 h 6858000"/>
              <a:gd name="connsiteX461" fmla="*/ 1862250 w 7467600"/>
              <a:gd name="connsiteY461" fmla="*/ 6033531 h 6858000"/>
              <a:gd name="connsiteX462" fmla="*/ 1211999 w 7467600"/>
              <a:gd name="connsiteY462" fmla="*/ 6683610 h 6858000"/>
              <a:gd name="connsiteX463" fmla="*/ 1213266 w 7467600"/>
              <a:gd name="connsiteY463" fmla="*/ 6691947 h 6858000"/>
              <a:gd name="connsiteX464" fmla="*/ 1203370 w 7467600"/>
              <a:gd name="connsiteY464" fmla="*/ 6850676 h 6858000"/>
              <a:gd name="connsiteX465" fmla="*/ 1203671 w 7467600"/>
              <a:gd name="connsiteY465" fmla="*/ 6858000 h 6858000"/>
              <a:gd name="connsiteX466" fmla="*/ 1143180 w 7467600"/>
              <a:gd name="connsiteY466" fmla="*/ 6858000 h 6858000"/>
              <a:gd name="connsiteX467" fmla="*/ 1142176 w 7467600"/>
              <a:gd name="connsiteY467" fmla="*/ 6766045 h 6858000"/>
              <a:gd name="connsiteX468" fmla="*/ 1067484 w 7467600"/>
              <a:gd name="connsiteY468" fmla="*/ 6858000 h 6858000"/>
              <a:gd name="connsiteX469" fmla="*/ 953928 w 7467600"/>
              <a:gd name="connsiteY469" fmla="*/ 6858000 h 6858000"/>
              <a:gd name="connsiteX470" fmla="*/ 959715 w 7467600"/>
              <a:gd name="connsiteY470" fmla="*/ 6850185 h 6858000"/>
              <a:gd name="connsiteX471" fmla="*/ 1483788 w 7467600"/>
              <a:gd name="connsiteY471" fmla="*/ 6259174 h 6858000"/>
              <a:gd name="connsiteX472" fmla="*/ 1100671 w 7467600"/>
              <a:gd name="connsiteY472" fmla="*/ 6252137 h 6858000"/>
              <a:gd name="connsiteX473" fmla="*/ 1090144 w 7467600"/>
              <a:gd name="connsiteY473" fmla="*/ 6256748 h 6858000"/>
              <a:gd name="connsiteX474" fmla="*/ 1095872 w 7467600"/>
              <a:gd name="connsiteY474" fmla="*/ 6271892 h 6858000"/>
              <a:gd name="connsiteX475" fmla="*/ 262785 w 7467600"/>
              <a:gd name="connsiteY475" fmla="*/ 6845450 h 6858000"/>
              <a:gd name="connsiteX476" fmla="*/ 209968 w 7467600"/>
              <a:gd name="connsiteY476" fmla="*/ 6770713 h 6858000"/>
              <a:gd name="connsiteX477" fmla="*/ 873460 w 7467600"/>
              <a:gd name="connsiteY477" fmla="*/ 6253768 h 6858000"/>
              <a:gd name="connsiteX478" fmla="*/ 192686 w 7467600"/>
              <a:gd name="connsiteY478" fmla="*/ 5849257 h 6858000"/>
              <a:gd name="connsiteX479" fmla="*/ 4696 w 7467600"/>
              <a:gd name="connsiteY479" fmla="*/ 5697668 h 6858000"/>
              <a:gd name="connsiteX480" fmla="*/ 0 w 7467600"/>
              <a:gd name="connsiteY480" fmla="*/ 5689984 h 6858000"/>
              <a:gd name="connsiteX481" fmla="*/ 0 w 7467600"/>
              <a:gd name="connsiteY481" fmla="*/ 5513472 h 6858000"/>
              <a:gd name="connsiteX482" fmla="*/ 174101 w 7467600"/>
              <a:gd name="connsiteY482" fmla="*/ 5620277 h 6858000"/>
              <a:gd name="connsiteX483" fmla="*/ 891800 w 7467600"/>
              <a:gd name="connsiteY483" fmla="*/ 6036935 h 6858000"/>
              <a:gd name="connsiteX484" fmla="*/ 1072219 w 7467600"/>
              <a:gd name="connsiteY484" fmla="*/ 6169443 h 6858000"/>
              <a:gd name="connsiteX485" fmla="*/ 1074117 w 7467600"/>
              <a:gd name="connsiteY485" fmla="*/ 6170301 h 6858000"/>
              <a:gd name="connsiteX486" fmla="*/ 1083114 w 7467600"/>
              <a:gd name="connsiteY486" fmla="*/ 6174131 h 6858000"/>
              <a:gd name="connsiteX487" fmla="*/ 1543010 w 7467600"/>
              <a:gd name="connsiteY487" fmla="*/ 6191140 h 6858000"/>
              <a:gd name="connsiteX488" fmla="*/ 1551080 w 7467600"/>
              <a:gd name="connsiteY488" fmla="*/ 6195006 h 6858000"/>
              <a:gd name="connsiteX489" fmla="*/ 2345443 w 7467600"/>
              <a:gd name="connsiteY489" fmla="*/ 5549882 h 6858000"/>
              <a:gd name="connsiteX490" fmla="*/ 1721499 w 7467600"/>
              <a:gd name="connsiteY490" fmla="*/ 5599969 h 6858000"/>
              <a:gd name="connsiteX491" fmla="*/ 767716 w 7467600"/>
              <a:gd name="connsiteY491" fmla="*/ 5472768 h 6858000"/>
              <a:gd name="connsiteX492" fmla="*/ 722147 w 7467600"/>
              <a:gd name="connsiteY492" fmla="*/ 5393091 h 6858000"/>
              <a:gd name="connsiteX493" fmla="*/ 1485552 w 7467600"/>
              <a:gd name="connsiteY493" fmla="*/ 5313202 h 6858000"/>
              <a:gd name="connsiteX494" fmla="*/ 2143004 w 7467600"/>
              <a:gd name="connsiteY494" fmla="*/ 5402420 h 6858000"/>
              <a:gd name="connsiteX495" fmla="*/ 1933391 w 7467600"/>
              <a:gd name="connsiteY495" fmla="*/ 5156971 h 6858000"/>
              <a:gd name="connsiteX496" fmla="*/ 1827118 w 7467600"/>
              <a:gd name="connsiteY496" fmla="*/ 4968410 h 6858000"/>
              <a:gd name="connsiteX497" fmla="*/ 1837349 w 7467600"/>
              <a:gd name="connsiteY497" fmla="*/ 4956357 h 6858000"/>
              <a:gd name="connsiteX498" fmla="*/ 2162835 w 7467600"/>
              <a:gd name="connsiteY498" fmla="*/ 5187853 h 6858000"/>
              <a:gd name="connsiteX499" fmla="*/ 2257167 w 7467600"/>
              <a:gd name="connsiteY499" fmla="*/ 5462123 h 6858000"/>
              <a:gd name="connsiteX500" fmla="*/ 2261598 w 7467600"/>
              <a:gd name="connsiteY500" fmla="*/ 5467998 h 6858000"/>
              <a:gd name="connsiteX501" fmla="*/ 2437177 w 7467600"/>
              <a:gd name="connsiteY501" fmla="*/ 5479608 h 6858000"/>
              <a:gd name="connsiteX502" fmla="*/ 2445247 w 7467600"/>
              <a:gd name="connsiteY502" fmla="*/ 5483476 h 6858000"/>
              <a:gd name="connsiteX503" fmla="*/ 2743626 w 7467600"/>
              <a:gd name="connsiteY503" fmla="*/ 5304819 h 6858000"/>
              <a:gd name="connsiteX504" fmla="*/ 3048102 w 7467600"/>
              <a:gd name="connsiteY504" fmla="*/ 5150595 h 6858000"/>
              <a:gd name="connsiteX505" fmla="*/ 1799414 w 7467600"/>
              <a:gd name="connsiteY505" fmla="*/ 4694732 h 6858000"/>
              <a:gd name="connsiteX506" fmla="*/ 1771735 w 7467600"/>
              <a:gd name="connsiteY506" fmla="*/ 4619929 h 6858000"/>
              <a:gd name="connsiteX507" fmla="*/ 3104273 w 7467600"/>
              <a:gd name="connsiteY507" fmla="*/ 5076159 h 6858000"/>
              <a:gd name="connsiteX508" fmla="*/ 3113245 w 7467600"/>
              <a:gd name="connsiteY508" fmla="*/ 5090705 h 6858000"/>
              <a:gd name="connsiteX509" fmla="*/ 3126294 w 7467600"/>
              <a:gd name="connsiteY509" fmla="*/ 5114400 h 6858000"/>
              <a:gd name="connsiteX510" fmla="*/ 3937433 w 7467600"/>
              <a:gd name="connsiteY510" fmla="*/ 4830473 h 6858000"/>
              <a:gd name="connsiteX511" fmla="*/ 3590475 w 7467600"/>
              <a:gd name="connsiteY511" fmla="*/ 4597974 h 6858000"/>
              <a:gd name="connsiteX512" fmla="*/ 3100264 w 7467600"/>
              <a:gd name="connsiteY512" fmla="*/ 4579845 h 6858000"/>
              <a:gd name="connsiteX513" fmla="*/ 2183576 w 7467600"/>
              <a:gd name="connsiteY513" fmla="*/ 4227150 h 6858000"/>
              <a:gd name="connsiteX514" fmla="*/ 2151029 w 7467600"/>
              <a:gd name="connsiteY514" fmla="*/ 4146947 h 6858000"/>
              <a:gd name="connsiteX515" fmla="*/ 3563434 w 7467600"/>
              <a:gd name="connsiteY515" fmla="*/ 4469115 h 6858000"/>
              <a:gd name="connsiteX516" fmla="*/ 3177952 w 7467600"/>
              <a:gd name="connsiteY516" fmla="*/ 3657386 h 6858000"/>
              <a:gd name="connsiteX517" fmla="*/ 3189263 w 7467600"/>
              <a:gd name="connsiteY517" fmla="*/ 3625726 h 6858000"/>
              <a:gd name="connsiteX518" fmla="*/ 3560912 w 7467600"/>
              <a:gd name="connsiteY518" fmla="*/ 4079863 h 6858000"/>
              <a:gd name="connsiteX519" fmla="*/ 3626636 w 7467600"/>
              <a:gd name="connsiteY519" fmla="*/ 4512230 h 6858000"/>
              <a:gd name="connsiteX520" fmla="*/ 3653088 w 7467600"/>
              <a:gd name="connsiteY520" fmla="*/ 4521417 h 6858000"/>
              <a:gd name="connsiteX521" fmla="*/ 3988128 w 7467600"/>
              <a:gd name="connsiteY521" fmla="*/ 4817267 h 6858000"/>
              <a:gd name="connsiteX522" fmla="*/ 4830582 w 7467600"/>
              <a:gd name="connsiteY522" fmla="*/ 4676000 h 6858000"/>
              <a:gd name="connsiteX523" fmla="*/ 4830100 w 7467600"/>
              <a:gd name="connsiteY523" fmla="*/ 4675554 h 6858000"/>
              <a:gd name="connsiteX524" fmla="*/ 4036318 w 7467600"/>
              <a:gd name="connsiteY524" fmla="*/ 4147013 h 6858000"/>
              <a:gd name="connsiteX525" fmla="*/ 3432098 w 7467600"/>
              <a:gd name="connsiteY525" fmla="*/ 3537312 h 6858000"/>
              <a:gd name="connsiteX526" fmla="*/ 3446761 w 7467600"/>
              <a:gd name="connsiteY526" fmla="*/ 3461278 h 6858000"/>
              <a:gd name="connsiteX527" fmla="*/ 4419733 w 7467600"/>
              <a:gd name="connsiteY527" fmla="*/ 3963555 h 6858000"/>
              <a:gd name="connsiteX528" fmla="*/ 4781371 w 7467600"/>
              <a:gd name="connsiteY528" fmla="*/ 4458604 h 6858000"/>
              <a:gd name="connsiteX529" fmla="*/ 4780440 w 7467600"/>
              <a:gd name="connsiteY529" fmla="*/ 4470290 h 6858000"/>
              <a:gd name="connsiteX530" fmla="*/ 4898954 w 7467600"/>
              <a:gd name="connsiteY530" fmla="*/ 4662092 h 6858000"/>
              <a:gd name="connsiteX531" fmla="*/ 4900699 w 7467600"/>
              <a:gd name="connsiteY531" fmla="*/ 4670867 h 6858000"/>
              <a:gd name="connsiteX532" fmla="*/ 5714511 w 7467600"/>
              <a:gd name="connsiteY532" fmla="*/ 4663483 h 6858000"/>
              <a:gd name="connsiteX533" fmla="*/ 5464793 w 7467600"/>
              <a:gd name="connsiteY533" fmla="*/ 4393556 h 6858000"/>
              <a:gd name="connsiteX534" fmla="*/ 5461897 w 7467600"/>
              <a:gd name="connsiteY534" fmla="*/ 4390879 h 6858000"/>
              <a:gd name="connsiteX535" fmla="*/ 4294126 w 7467600"/>
              <a:gd name="connsiteY535" fmla="*/ 3303048 h 6858000"/>
              <a:gd name="connsiteX536" fmla="*/ 4305321 w 7467600"/>
              <a:gd name="connsiteY536" fmla="*/ 3256953 h 6858000"/>
              <a:gd name="connsiteX537" fmla="*/ 4949299 w 7467600"/>
              <a:gd name="connsiteY537" fmla="*/ 3766336 h 6858000"/>
              <a:gd name="connsiteX538" fmla="*/ 5291452 w 7467600"/>
              <a:gd name="connsiteY538" fmla="*/ 4076801 h 6858000"/>
              <a:gd name="connsiteX539" fmla="*/ 5434998 w 7467600"/>
              <a:gd name="connsiteY539" fmla="*/ 4254100 h 6858000"/>
              <a:gd name="connsiteX540" fmla="*/ 5351015 w 7467600"/>
              <a:gd name="connsiteY540" fmla="*/ 3760989 h 6858000"/>
              <a:gd name="connsiteX541" fmla="*/ 5413780 w 7467600"/>
              <a:gd name="connsiteY541" fmla="*/ 2966265 h 6858000"/>
              <a:gd name="connsiteX542" fmla="*/ 5425627 w 7467600"/>
              <a:gd name="connsiteY542" fmla="*/ 2954192 h 6858000"/>
              <a:gd name="connsiteX543" fmla="*/ 6604735 w 7467600"/>
              <a:gd name="connsiteY543" fmla="*/ 2041381 h 6858000"/>
              <a:gd name="connsiteX544" fmla="*/ 7204487 w 7467600"/>
              <a:gd name="connsiteY544" fmla="*/ 2742112 h 6858000"/>
              <a:gd name="connsiteX545" fmla="*/ 7131592 w 7467600"/>
              <a:gd name="connsiteY545" fmla="*/ 2672096 h 6858000"/>
              <a:gd name="connsiteX546" fmla="*/ 6996344 w 7467600"/>
              <a:gd name="connsiteY546" fmla="*/ 2518310 h 6858000"/>
              <a:gd name="connsiteX547" fmla="*/ 6735495 w 7467600"/>
              <a:gd name="connsiteY547" fmla="*/ 2196890 h 6858000"/>
              <a:gd name="connsiteX548" fmla="*/ 6721901 w 7467600"/>
              <a:gd name="connsiteY548" fmla="*/ 2179274 h 6858000"/>
              <a:gd name="connsiteX549" fmla="*/ 6604735 w 7467600"/>
              <a:gd name="connsiteY549" fmla="*/ 2041381 h 6858000"/>
              <a:gd name="connsiteX550" fmla="*/ 6591670 w 7467600"/>
              <a:gd name="connsiteY550" fmla="*/ 1988277 h 6858000"/>
              <a:gd name="connsiteX551" fmla="*/ 6747349 w 7467600"/>
              <a:gd name="connsiteY551" fmla="*/ 2160069 h 6858000"/>
              <a:gd name="connsiteX552" fmla="*/ 6760943 w 7467600"/>
              <a:gd name="connsiteY552" fmla="*/ 2177686 h 6858000"/>
              <a:gd name="connsiteX553" fmla="*/ 7021065 w 7467600"/>
              <a:gd name="connsiteY553" fmla="*/ 2498102 h 6858000"/>
              <a:gd name="connsiteX554" fmla="*/ 7155223 w 7467600"/>
              <a:gd name="connsiteY554" fmla="*/ 2650386 h 6858000"/>
              <a:gd name="connsiteX555" fmla="*/ 7203167 w 7467600"/>
              <a:gd name="connsiteY555" fmla="*/ 2697288 h 6858000"/>
              <a:gd name="connsiteX556" fmla="*/ 6937703 w 7467600"/>
              <a:gd name="connsiteY556" fmla="*/ 2321981 h 6858000"/>
              <a:gd name="connsiteX557" fmla="*/ 6591670 w 7467600"/>
              <a:gd name="connsiteY557" fmla="*/ 1988277 h 6858000"/>
              <a:gd name="connsiteX558" fmla="*/ 5798671 w 7467600"/>
              <a:gd name="connsiteY558" fmla="*/ 1981601 h 6858000"/>
              <a:gd name="connsiteX559" fmla="*/ 5754709 w 7467600"/>
              <a:gd name="connsiteY559" fmla="*/ 2071454 h 6858000"/>
              <a:gd name="connsiteX560" fmla="*/ 5763044 w 7467600"/>
              <a:gd name="connsiteY560" fmla="*/ 2842206 h 6858000"/>
              <a:gd name="connsiteX561" fmla="*/ 5764974 w 7467600"/>
              <a:gd name="connsiteY561" fmla="*/ 2799609 h 6858000"/>
              <a:gd name="connsiteX562" fmla="*/ 5767665 w 7467600"/>
              <a:gd name="connsiteY562" fmla="*/ 2666409 h 6858000"/>
              <a:gd name="connsiteX563" fmla="*/ 5763055 w 7467600"/>
              <a:gd name="connsiteY563" fmla="*/ 2579705 h 6858000"/>
              <a:gd name="connsiteX564" fmla="*/ 5758079 w 7467600"/>
              <a:gd name="connsiteY564" fmla="*/ 2492508 h 6858000"/>
              <a:gd name="connsiteX565" fmla="*/ 5779325 w 7467600"/>
              <a:gd name="connsiteY565" fmla="*/ 2197069 h 6858000"/>
              <a:gd name="connsiteX566" fmla="*/ 5798671 w 7467600"/>
              <a:gd name="connsiteY566" fmla="*/ 1981601 h 6858000"/>
              <a:gd name="connsiteX567" fmla="*/ 5829202 w 7467600"/>
              <a:gd name="connsiteY567" fmla="*/ 1971679 h 6858000"/>
              <a:gd name="connsiteX568" fmla="*/ 5809558 w 7467600"/>
              <a:gd name="connsiteY568" fmla="*/ 2198043 h 6858000"/>
              <a:gd name="connsiteX569" fmla="*/ 5788653 w 7467600"/>
              <a:gd name="connsiteY569" fmla="*/ 2489430 h 6858000"/>
              <a:gd name="connsiteX570" fmla="*/ 5793439 w 7467600"/>
              <a:gd name="connsiteY570" fmla="*/ 2575235 h 6858000"/>
              <a:gd name="connsiteX571" fmla="*/ 5796837 w 7467600"/>
              <a:gd name="connsiteY571" fmla="*/ 2637633 h 6858000"/>
              <a:gd name="connsiteX572" fmla="*/ 5818614 w 7467600"/>
              <a:gd name="connsiteY572" fmla="*/ 2473055 h 6858000"/>
              <a:gd name="connsiteX573" fmla="*/ 5829202 w 7467600"/>
              <a:gd name="connsiteY573" fmla="*/ 1971679 h 6858000"/>
              <a:gd name="connsiteX574" fmla="*/ 5911389 w 7467600"/>
              <a:gd name="connsiteY574" fmla="*/ 1898371 h 6858000"/>
              <a:gd name="connsiteX575" fmla="*/ 6237627 w 7467600"/>
              <a:gd name="connsiteY575" fmla="*/ 2231921 h 6858000"/>
              <a:gd name="connsiteX576" fmla="*/ 5911389 w 7467600"/>
              <a:gd name="connsiteY576" fmla="*/ 1898371 h 6858000"/>
              <a:gd name="connsiteX577" fmla="*/ 6944437 w 7467600"/>
              <a:gd name="connsiteY577" fmla="*/ 1575402 h 6858000"/>
              <a:gd name="connsiteX578" fmla="*/ 6304730 w 7467600"/>
              <a:gd name="connsiteY578" fmla="*/ 1766654 h 6858000"/>
              <a:gd name="connsiteX579" fmla="*/ 6944437 w 7467600"/>
              <a:gd name="connsiteY579" fmla="*/ 1575402 h 6858000"/>
              <a:gd name="connsiteX580" fmla="*/ 7019523 w 7467600"/>
              <a:gd name="connsiteY580" fmla="*/ 1519450 h 6858000"/>
              <a:gd name="connsiteX581" fmla="*/ 6298091 w 7467600"/>
              <a:gd name="connsiteY581" fmla="*/ 1737122 h 6858000"/>
              <a:gd name="connsiteX582" fmla="*/ 7019523 w 7467600"/>
              <a:gd name="connsiteY582" fmla="*/ 1519450 h 6858000"/>
              <a:gd name="connsiteX583" fmla="*/ 2399523 w 7467600"/>
              <a:gd name="connsiteY583" fmla="*/ 1428234 h 6858000"/>
              <a:gd name="connsiteX584" fmla="*/ 2224982 w 7467600"/>
              <a:gd name="connsiteY584" fmla="*/ 1826201 h 6858000"/>
              <a:gd name="connsiteX585" fmla="*/ 2096099 w 7467600"/>
              <a:gd name="connsiteY585" fmla="*/ 2345900 h 6858000"/>
              <a:gd name="connsiteX586" fmla="*/ 2283317 w 7467600"/>
              <a:gd name="connsiteY586" fmla="*/ 1796925 h 6858000"/>
              <a:gd name="connsiteX587" fmla="*/ 2399523 w 7467600"/>
              <a:gd name="connsiteY587" fmla="*/ 1428234 h 6858000"/>
              <a:gd name="connsiteX588" fmla="*/ 2448558 w 7467600"/>
              <a:gd name="connsiteY588" fmla="*/ 1373435 h 6858000"/>
              <a:gd name="connsiteX589" fmla="*/ 2312521 w 7467600"/>
              <a:gd name="connsiteY589" fmla="*/ 1806140 h 6858000"/>
              <a:gd name="connsiteX590" fmla="*/ 2127533 w 7467600"/>
              <a:gd name="connsiteY590" fmla="*/ 2348380 h 6858000"/>
              <a:gd name="connsiteX591" fmla="*/ 2358080 w 7467600"/>
              <a:gd name="connsiteY591" fmla="*/ 1866134 h 6858000"/>
              <a:gd name="connsiteX592" fmla="*/ 2407436 w 7467600"/>
              <a:gd name="connsiteY592" fmla="*/ 1651070 h 6858000"/>
              <a:gd name="connsiteX593" fmla="*/ 2448558 w 7467600"/>
              <a:gd name="connsiteY593" fmla="*/ 1373435 h 6858000"/>
              <a:gd name="connsiteX594" fmla="*/ 278707 w 7467600"/>
              <a:gd name="connsiteY594" fmla="*/ 1352270 h 6858000"/>
              <a:gd name="connsiteX595" fmla="*/ 321570 w 7467600"/>
              <a:gd name="connsiteY595" fmla="*/ 1861610 h 6858000"/>
              <a:gd name="connsiteX596" fmla="*/ 294281 w 7467600"/>
              <a:gd name="connsiteY596" fmla="*/ 1440658 h 6858000"/>
              <a:gd name="connsiteX597" fmla="*/ 278707 w 7467600"/>
              <a:gd name="connsiteY597" fmla="*/ 1352270 h 6858000"/>
              <a:gd name="connsiteX598" fmla="*/ 1423821 w 7467600"/>
              <a:gd name="connsiteY598" fmla="*/ 1351958 h 6858000"/>
              <a:gd name="connsiteX599" fmla="*/ 1638521 w 7467600"/>
              <a:gd name="connsiteY599" fmla="*/ 1908470 h 6858000"/>
              <a:gd name="connsiteX600" fmla="*/ 1754199 w 7467600"/>
              <a:gd name="connsiteY600" fmla="*/ 2149284 h 6858000"/>
              <a:gd name="connsiteX601" fmla="*/ 1908359 w 7467600"/>
              <a:gd name="connsiteY601" fmla="*/ 2364988 h 6858000"/>
              <a:gd name="connsiteX602" fmla="*/ 1647661 w 7467600"/>
              <a:gd name="connsiteY602" fmla="*/ 1825945 h 6858000"/>
              <a:gd name="connsiteX603" fmla="*/ 1423821 w 7467600"/>
              <a:gd name="connsiteY603" fmla="*/ 1351958 h 6858000"/>
              <a:gd name="connsiteX604" fmla="*/ 1431890 w 7467600"/>
              <a:gd name="connsiteY604" fmla="*/ 1306475 h 6858000"/>
              <a:gd name="connsiteX605" fmla="*/ 1507597 w 7467600"/>
              <a:gd name="connsiteY605" fmla="*/ 1446132 h 6858000"/>
              <a:gd name="connsiteX606" fmla="*/ 1674586 w 7467600"/>
              <a:gd name="connsiteY606" fmla="*/ 1813832 h 6858000"/>
              <a:gd name="connsiteX607" fmla="*/ 1815950 w 7467600"/>
              <a:gd name="connsiteY607" fmla="*/ 2128564 h 6858000"/>
              <a:gd name="connsiteX608" fmla="*/ 1984242 w 7467600"/>
              <a:gd name="connsiteY608" fmla="*/ 2430829 h 6858000"/>
              <a:gd name="connsiteX609" fmla="*/ 2014023 w 7467600"/>
              <a:gd name="connsiteY609" fmla="*/ 2450995 h 6858000"/>
              <a:gd name="connsiteX610" fmla="*/ 1747337 w 7467600"/>
              <a:gd name="connsiteY610" fmla="*/ 1855264 h 6858000"/>
              <a:gd name="connsiteX611" fmla="*/ 1533749 w 7467600"/>
              <a:gd name="connsiteY611" fmla="*/ 1478656 h 6858000"/>
              <a:gd name="connsiteX612" fmla="*/ 1431890 w 7467600"/>
              <a:gd name="connsiteY612" fmla="*/ 1306475 h 6858000"/>
              <a:gd name="connsiteX613" fmla="*/ 5052692 w 7467600"/>
              <a:gd name="connsiteY613" fmla="*/ 1292994 h 6858000"/>
              <a:gd name="connsiteX614" fmla="*/ 5200661 w 7467600"/>
              <a:gd name="connsiteY614" fmla="*/ 1635186 h 6858000"/>
              <a:gd name="connsiteX615" fmla="*/ 5297138 w 7467600"/>
              <a:gd name="connsiteY615" fmla="*/ 1906351 h 6858000"/>
              <a:gd name="connsiteX616" fmla="*/ 5052692 w 7467600"/>
              <a:gd name="connsiteY616" fmla="*/ 1292994 h 6858000"/>
              <a:gd name="connsiteX617" fmla="*/ 5009948 w 7467600"/>
              <a:gd name="connsiteY617" fmla="*/ 1273619 h 6858000"/>
              <a:gd name="connsiteX618" fmla="*/ 5121777 w 7467600"/>
              <a:gd name="connsiteY618" fmla="*/ 1654213 h 6858000"/>
              <a:gd name="connsiteX619" fmla="*/ 5293545 w 7467600"/>
              <a:gd name="connsiteY619" fmla="*/ 2072247 h 6858000"/>
              <a:gd name="connsiteX620" fmla="*/ 5294042 w 7467600"/>
              <a:gd name="connsiteY620" fmla="*/ 2065019 h 6858000"/>
              <a:gd name="connsiteX621" fmla="*/ 5171936 w 7467600"/>
              <a:gd name="connsiteY621" fmla="*/ 1647613 h 6858000"/>
              <a:gd name="connsiteX622" fmla="*/ 5009948 w 7467600"/>
              <a:gd name="connsiteY622" fmla="*/ 1273619 h 6858000"/>
              <a:gd name="connsiteX623" fmla="*/ 655236 w 7467600"/>
              <a:gd name="connsiteY623" fmla="*/ 1268632 h 6858000"/>
              <a:gd name="connsiteX624" fmla="*/ 839521 w 7467600"/>
              <a:gd name="connsiteY624" fmla="*/ 1685315 h 6858000"/>
              <a:gd name="connsiteX625" fmla="*/ 1109416 w 7467600"/>
              <a:gd name="connsiteY625" fmla="*/ 2061663 h 6858000"/>
              <a:gd name="connsiteX626" fmla="*/ 1298300 w 7467600"/>
              <a:gd name="connsiteY626" fmla="*/ 2247742 h 6858000"/>
              <a:gd name="connsiteX627" fmla="*/ 1125871 w 7467600"/>
              <a:gd name="connsiteY627" fmla="*/ 1989513 h 6858000"/>
              <a:gd name="connsiteX628" fmla="*/ 981574 w 7467600"/>
              <a:gd name="connsiteY628" fmla="*/ 1783157 h 6858000"/>
              <a:gd name="connsiteX629" fmla="*/ 922198 w 7467600"/>
              <a:gd name="connsiteY629" fmla="*/ 1677437 h 6858000"/>
              <a:gd name="connsiteX630" fmla="*/ 869293 w 7467600"/>
              <a:gd name="connsiteY630" fmla="*/ 1583214 h 6858000"/>
              <a:gd name="connsiteX631" fmla="*/ 751431 w 7467600"/>
              <a:gd name="connsiteY631" fmla="*/ 1405731 h 6858000"/>
              <a:gd name="connsiteX632" fmla="*/ 655236 w 7467600"/>
              <a:gd name="connsiteY632" fmla="*/ 1268632 h 6858000"/>
              <a:gd name="connsiteX633" fmla="*/ 6516292 w 7467600"/>
              <a:gd name="connsiteY633" fmla="*/ 1263064 h 6858000"/>
              <a:gd name="connsiteX634" fmla="*/ 5736320 w 7467600"/>
              <a:gd name="connsiteY634" fmla="*/ 1501803 h 6858000"/>
              <a:gd name="connsiteX635" fmla="*/ 6516292 w 7467600"/>
              <a:gd name="connsiteY635" fmla="*/ 1263064 h 6858000"/>
              <a:gd name="connsiteX636" fmla="*/ 291466 w 7467600"/>
              <a:gd name="connsiteY636" fmla="*/ 1250369 h 6858000"/>
              <a:gd name="connsiteX637" fmla="*/ 323180 w 7467600"/>
              <a:gd name="connsiteY637" fmla="*/ 1435283 h 6858000"/>
              <a:gd name="connsiteX638" fmla="*/ 349381 w 7467600"/>
              <a:gd name="connsiteY638" fmla="*/ 1875041 h 6858000"/>
              <a:gd name="connsiteX639" fmla="*/ 374363 w 7467600"/>
              <a:gd name="connsiteY639" fmla="*/ 1506494 h 6858000"/>
              <a:gd name="connsiteX640" fmla="*/ 302168 w 7467600"/>
              <a:gd name="connsiteY640" fmla="*/ 1274495 h 6858000"/>
              <a:gd name="connsiteX641" fmla="*/ 291466 w 7467600"/>
              <a:gd name="connsiteY641" fmla="*/ 1250369 h 6858000"/>
              <a:gd name="connsiteX642" fmla="*/ 678222 w 7467600"/>
              <a:gd name="connsiteY642" fmla="*/ 1248670 h 6858000"/>
              <a:gd name="connsiteX643" fmla="*/ 775536 w 7467600"/>
              <a:gd name="connsiteY643" fmla="*/ 1388015 h 6858000"/>
              <a:gd name="connsiteX644" fmla="*/ 894529 w 7467600"/>
              <a:gd name="connsiteY644" fmla="*/ 1567739 h 6858000"/>
              <a:gd name="connsiteX645" fmla="*/ 948000 w 7467600"/>
              <a:gd name="connsiteY645" fmla="*/ 1663088 h 6858000"/>
              <a:gd name="connsiteX646" fmla="*/ 1006812 w 7467600"/>
              <a:gd name="connsiteY646" fmla="*/ 1767683 h 6858000"/>
              <a:gd name="connsiteX647" fmla="*/ 1149133 w 7467600"/>
              <a:gd name="connsiteY647" fmla="*/ 1971513 h 6858000"/>
              <a:gd name="connsiteX648" fmla="*/ 1333952 w 7467600"/>
              <a:gd name="connsiteY648" fmla="*/ 2251620 h 6858000"/>
              <a:gd name="connsiteX649" fmla="*/ 1337329 w 7467600"/>
              <a:gd name="connsiteY649" fmla="*/ 2258350 h 6858000"/>
              <a:gd name="connsiteX650" fmla="*/ 1014726 w 7467600"/>
              <a:gd name="connsiteY650" fmla="*/ 1615556 h 6858000"/>
              <a:gd name="connsiteX651" fmla="*/ 678222 w 7467600"/>
              <a:gd name="connsiteY651" fmla="*/ 1248670 h 6858000"/>
              <a:gd name="connsiteX652" fmla="*/ 6691602 w 7467600"/>
              <a:gd name="connsiteY652" fmla="*/ 1140573 h 6858000"/>
              <a:gd name="connsiteX653" fmla="*/ 6571100 w 7467600"/>
              <a:gd name="connsiteY653" fmla="*/ 1183662 h 6858000"/>
              <a:gd name="connsiteX654" fmla="*/ 6241687 w 7467600"/>
              <a:gd name="connsiteY654" fmla="*/ 1257600 h 6858000"/>
              <a:gd name="connsiteX655" fmla="*/ 5693009 w 7467600"/>
              <a:gd name="connsiteY655" fmla="*/ 1478256 h 6858000"/>
              <a:gd name="connsiteX656" fmla="*/ 6548420 w 7467600"/>
              <a:gd name="connsiteY656" fmla="*/ 1214599 h 6858000"/>
              <a:gd name="connsiteX657" fmla="*/ 6605473 w 7467600"/>
              <a:gd name="connsiteY657" fmla="*/ 1184686 h 6858000"/>
              <a:gd name="connsiteX658" fmla="*/ 6691602 w 7467600"/>
              <a:gd name="connsiteY658" fmla="*/ 1140573 h 6858000"/>
              <a:gd name="connsiteX659" fmla="*/ 4002475 w 7467600"/>
              <a:gd name="connsiteY659" fmla="*/ 1037802 h 6858000"/>
              <a:gd name="connsiteX660" fmla="*/ 4000324 w 7467600"/>
              <a:gd name="connsiteY660" fmla="*/ 1039362 h 6858000"/>
              <a:gd name="connsiteX661" fmla="*/ 4002862 w 7467600"/>
              <a:gd name="connsiteY661" fmla="*/ 1042866 h 6858000"/>
              <a:gd name="connsiteX662" fmla="*/ 4002475 w 7467600"/>
              <a:gd name="connsiteY662" fmla="*/ 1037802 h 6858000"/>
              <a:gd name="connsiteX663" fmla="*/ 506322 w 7467600"/>
              <a:gd name="connsiteY663" fmla="*/ 1020997 h 6858000"/>
              <a:gd name="connsiteX664" fmla="*/ 533068 w 7467600"/>
              <a:gd name="connsiteY664" fmla="*/ 1029409 h 6858000"/>
              <a:gd name="connsiteX665" fmla="*/ 1232525 w 7467600"/>
              <a:gd name="connsiteY665" fmla="*/ 1804675 h 6858000"/>
              <a:gd name="connsiteX666" fmla="*/ 1388858 w 7467600"/>
              <a:gd name="connsiteY666" fmla="*/ 2368011 h 6858000"/>
              <a:gd name="connsiteX667" fmla="*/ 1384098 w 7467600"/>
              <a:gd name="connsiteY667" fmla="*/ 2378125 h 6858000"/>
              <a:gd name="connsiteX668" fmla="*/ 1425393 w 7467600"/>
              <a:gd name="connsiteY668" fmla="*/ 2589124 h 6858000"/>
              <a:gd name="connsiteX669" fmla="*/ 1424001 w 7467600"/>
              <a:gd name="connsiteY669" fmla="*/ 2597541 h 6858000"/>
              <a:gd name="connsiteX670" fmla="*/ 2152729 w 7467600"/>
              <a:gd name="connsiteY670" fmla="*/ 2864487 h 6858000"/>
              <a:gd name="connsiteX671" fmla="*/ 2020609 w 7467600"/>
              <a:gd name="connsiteY671" fmla="*/ 2539671 h 6858000"/>
              <a:gd name="connsiteX672" fmla="*/ 2018920 w 7467600"/>
              <a:gd name="connsiteY672" fmla="*/ 2536309 h 6858000"/>
              <a:gd name="connsiteX673" fmla="*/ 1342441 w 7467600"/>
              <a:gd name="connsiteY673" fmla="*/ 1173017 h 6858000"/>
              <a:gd name="connsiteX674" fmla="*/ 1367925 w 7467600"/>
              <a:gd name="connsiteY674" fmla="*/ 1135648 h 6858000"/>
              <a:gd name="connsiteX675" fmla="*/ 1771401 w 7467600"/>
              <a:gd name="connsiteY675" fmla="*/ 1806673 h 6858000"/>
              <a:gd name="connsiteX676" fmla="*/ 1972385 w 7467600"/>
              <a:gd name="connsiteY676" fmla="*/ 2198735 h 6858000"/>
              <a:gd name="connsiteX677" fmla="*/ 2040892 w 7467600"/>
              <a:gd name="connsiteY677" fmla="*/ 2405205 h 6858000"/>
              <a:gd name="connsiteX678" fmla="*/ 2131689 w 7467600"/>
              <a:gd name="connsiteY678" fmla="*/ 1936926 h 6858000"/>
              <a:gd name="connsiteX679" fmla="*/ 2454820 w 7467600"/>
              <a:gd name="connsiteY679" fmla="*/ 1248808 h 6858000"/>
              <a:gd name="connsiteX680" fmla="*/ 2492512 w 7467600"/>
              <a:gd name="connsiteY680" fmla="*/ 1302920 h 6858000"/>
              <a:gd name="connsiteX681" fmla="*/ 2081216 w 7467600"/>
              <a:gd name="connsiteY681" fmla="*/ 2527513 h 6858000"/>
              <a:gd name="connsiteX682" fmla="*/ 2081211 w 7467600"/>
              <a:gd name="connsiteY682" fmla="*/ 2528916 h 6858000"/>
              <a:gd name="connsiteX683" fmla="*/ 2199067 w 7467600"/>
              <a:gd name="connsiteY683" fmla="*/ 2884061 h 6858000"/>
              <a:gd name="connsiteX684" fmla="*/ 3192586 w 7467600"/>
              <a:gd name="connsiteY684" fmla="*/ 3411496 h 6858000"/>
              <a:gd name="connsiteX685" fmla="*/ 3182620 w 7467600"/>
              <a:gd name="connsiteY685" fmla="*/ 3483279 h 6858000"/>
              <a:gd name="connsiteX686" fmla="*/ 2435119 w 7467600"/>
              <a:gd name="connsiteY686" fmla="*/ 3080173 h 6858000"/>
              <a:gd name="connsiteX687" fmla="*/ 2410152 w 7467600"/>
              <a:gd name="connsiteY687" fmla="*/ 3063751 h 6858000"/>
              <a:gd name="connsiteX688" fmla="*/ 2408099 w 7467600"/>
              <a:gd name="connsiteY688" fmla="*/ 3064403 h 6858000"/>
              <a:gd name="connsiteX689" fmla="*/ 2407218 w 7467600"/>
              <a:gd name="connsiteY689" fmla="*/ 3070324 h 6858000"/>
              <a:gd name="connsiteX690" fmla="*/ 2380138 w 7467600"/>
              <a:gd name="connsiteY690" fmla="*/ 3099341 h 6858000"/>
              <a:gd name="connsiteX691" fmla="*/ 1765923 w 7467600"/>
              <a:gd name="connsiteY691" fmla="*/ 3581043 h 6858000"/>
              <a:gd name="connsiteX692" fmla="*/ 1702258 w 7467600"/>
              <a:gd name="connsiteY692" fmla="*/ 3612286 h 6858000"/>
              <a:gd name="connsiteX693" fmla="*/ 1538370 w 7467600"/>
              <a:gd name="connsiteY693" fmla="*/ 3811804 h 6858000"/>
              <a:gd name="connsiteX694" fmla="*/ 542867 w 7467600"/>
              <a:gd name="connsiteY694" fmla="*/ 4944092 h 6858000"/>
              <a:gd name="connsiteX695" fmla="*/ 515800 w 7467600"/>
              <a:gd name="connsiteY695" fmla="*/ 4862180 h 6858000"/>
              <a:gd name="connsiteX696" fmla="*/ 909145 w 7467600"/>
              <a:gd name="connsiteY696" fmla="*/ 4199225 h 6858000"/>
              <a:gd name="connsiteX697" fmla="*/ 1214067 w 7467600"/>
              <a:gd name="connsiteY697" fmla="*/ 3908561 h 6858000"/>
              <a:gd name="connsiteX698" fmla="*/ 640967 w 7467600"/>
              <a:gd name="connsiteY698" fmla="*/ 4105601 h 6858000"/>
              <a:gd name="connsiteX699" fmla="*/ 112563 w 7467600"/>
              <a:gd name="connsiteY699" fmla="*/ 4396952 h 6858000"/>
              <a:gd name="connsiteX700" fmla="*/ 0 w 7467600"/>
              <a:gd name="connsiteY700" fmla="*/ 4466006 h 6858000"/>
              <a:gd name="connsiteX701" fmla="*/ 0 w 7467600"/>
              <a:gd name="connsiteY701" fmla="*/ 4233763 h 6858000"/>
              <a:gd name="connsiteX702" fmla="*/ 36881 w 7467600"/>
              <a:gd name="connsiteY702" fmla="*/ 4200118 h 6858000"/>
              <a:gd name="connsiteX703" fmla="*/ 910534 w 7467600"/>
              <a:gd name="connsiteY703" fmla="*/ 3629753 h 6858000"/>
              <a:gd name="connsiteX704" fmla="*/ 1578717 w 7467600"/>
              <a:gd name="connsiteY704" fmla="*/ 3575982 h 6858000"/>
              <a:gd name="connsiteX705" fmla="*/ 2338780 w 7467600"/>
              <a:gd name="connsiteY705" fmla="*/ 3033725 h 6858000"/>
              <a:gd name="connsiteX706" fmla="*/ 1807991 w 7467600"/>
              <a:gd name="connsiteY706" fmla="*/ 2807184 h 6858000"/>
              <a:gd name="connsiteX707" fmla="*/ 1416358 w 7467600"/>
              <a:gd name="connsiteY707" fmla="*/ 3112571 h 6858000"/>
              <a:gd name="connsiteX708" fmla="*/ 939066 w 7467600"/>
              <a:gd name="connsiteY708" fmla="*/ 3378798 h 6858000"/>
              <a:gd name="connsiteX709" fmla="*/ 115099 w 7467600"/>
              <a:gd name="connsiteY709" fmla="*/ 3607650 h 6858000"/>
              <a:gd name="connsiteX710" fmla="*/ 97284 w 7467600"/>
              <a:gd name="connsiteY710" fmla="*/ 3520393 h 6858000"/>
              <a:gd name="connsiteX711" fmla="*/ 922050 w 7467600"/>
              <a:gd name="connsiteY711" fmla="*/ 3074867 h 6858000"/>
              <a:gd name="connsiteX712" fmla="*/ 1405265 w 7467600"/>
              <a:gd name="connsiteY712" fmla="*/ 3016319 h 6858000"/>
              <a:gd name="connsiteX713" fmla="*/ 1407512 w 7467600"/>
              <a:gd name="connsiteY713" fmla="*/ 3018001 h 6858000"/>
              <a:gd name="connsiteX714" fmla="*/ 1726266 w 7467600"/>
              <a:gd name="connsiteY714" fmla="*/ 2777274 h 6858000"/>
              <a:gd name="connsiteX715" fmla="*/ 625390 w 7467600"/>
              <a:gd name="connsiteY715" fmla="*/ 2514541 h 6858000"/>
              <a:gd name="connsiteX716" fmla="*/ 619799 w 7467600"/>
              <a:gd name="connsiteY716" fmla="*/ 2527180 h 6858000"/>
              <a:gd name="connsiteX717" fmla="*/ 310030 w 7467600"/>
              <a:gd name="connsiteY717" fmla="*/ 2771818 h 6858000"/>
              <a:gd name="connsiteX718" fmla="*/ 173877 w 7467600"/>
              <a:gd name="connsiteY718" fmla="*/ 2937056 h 6858000"/>
              <a:gd name="connsiteX719" fmla="*/ 77889 w 7467600"/>
              <a:gd name="connsiteY719" fmla="*/ 3138440 h 6858000"/>
              <a:gd name="connsiteX720" fmla="*/ 0 w 7467600"/>
              <a:gd name="connsiteY720" fmla="*/ 3271395 h 6858000"/>
              <a:gd name="connsiteX721" fmla="*/ 0 w 7467600"/>
              <a:gd name="connsiteY721" fmla="*/ 3153002 h 6858000"/>
              <a:gd name="connsiteX722" fmla="*/ 2386 w 7467600"/>
              <a:gd name="connsiteY722" fmla="*/ 3149203 h 6858000"/>
              <a:gd name="connsiteX723" fmla="*/ 89753 w 7467600"/>
              <a:gd name="connsiteY723" fmla="*/ 2987702 h 6858000"/>
              <a:gd name="connsiteX724" fmla="*/ 76869 w 7467600"/>
              <a:gd name="connsiteY724" fmla="*/ 3005404 h 6858000"/>
              <a:gd name="connsiteX725" fmla="*/ 32049 w 7467600"/>
              <a:gd name="connsiteY725" fmla="*/ 3065814 h 6858000"/>
              <a:gd name="connsiteX726" fmla="*/ 0 w 7467600"/>
              <a:gd name="connsiteY726" fmla="*/ 3108744 h 6858000"/>
              <a:gd name="connsiteX727" fmla="*/ 0 w 7467600"/>
              <a:gd name="connsiteY727" fmla="*/ 3058059 h 6858000"/>
              <a:gd name="connsiteX728" fmla="*/ 7610 w 7467600"/>
              <a:gd name="connsiteY728" fmla="*/ 3047889 h 6858000"/>
              <a:gd name="connsiteX729" fmla="*/ 52419 w 7467600"/>
              <a:gd name="connsiteY729" fmla="*/ 2987479 h 6858000"/>
              <a:gd name="connsiteX730" fmla="*/ 59142 w 7467600"/>
              <a:gd name="connsiteY730" fmla="*/ 2978488 h 6858000"/>
              <a:gd name="connsiteX731" fmla="*/ 0 w 7467600"/>
              <a:gd name="connsiteY731" fmla="*/ 3015334 h 6858000"/>
              <a:gd name="connsiteX732" fmla="*/ 0 w 7467600"/>
              <a:gd name="connsiteY732" fmla="*/ 2914286 h 6858000"/>
              <a:gd name="connsiteX733" fmla="*/ 36383 w 7467600"/>
              <a:gd name="connsiteY733" fmla="*/ 2901128 h 6858000"/>
              <a:gd name="connsiteX734" fmla="*/ 156329 w 7467600"/>
              <a:gd name="connsiteY734" fmla="*/ 2840533 h 6858000"/>
              <a:gd name="connsiteX735" fmla="*/ 358355 w 7467600"/>
              <a:gd name="connsiteY735" fmla="*/ 2620471 h 6858000"/>
              <a:gd name="connsiteX736" fmla="*/ 510577 w 7467600"/>
              <a:gd name="connsiteY736" fmla="*/ 2501244 h 6858000"/>
              <a:gd name="connsiteX737" fmla="*/ 211967 w 7467600"/>
              <a:gd name="connsiteY737" fmla="*/ 2479171 h 6858000"/>
              <a:gd name="connsiteX738" fmla="*/ 0 w 7467600"/>
              <a:gd name="connsiteY738" fmla="*/ 2476398 h 6858000"/>
              <a:gd name="connsiteX739" fmla="*/ 0 w 7467600"/>
              <a:gd name="connsiteY739" fmla="*/ 2389189 h 6858000"/>
              <a:gd name="connsiteX740" fmla="*/ 103062 w 7467600"/>
              <a:gd name="connsiteY740" fmla="*/ 2389518 h 6858000"/>
              <a:gd name="connsiteX741" fmla="*/ 510734 w 7467600"/>
              <a:gd name="connsiteY741" fmla="*/ 2416201 h 6858000"/>
              <a:gd name="connsiteX742" fmla="*/ 279257 w 7467600"/>
              <a:gd name="connsiteY742" fmla="*/ 2092102 h 6858000"/>
              <a:gd name="connsiteX743" fmla="*/ 65265 w 7467600"/>
              <a:gd name="connsiteY743" fmla="*/ 2006049 h 6858000"/>
              <a:gd name="connsiteX744" fmla="*/ 0 w 7467600"/>
              <a:gd name="connsiteY744" fmla="*/ 1982532 h 6858000"/>
              <a:gd name="connsiteX745" fmla="*/ 0 w 7467600"/>
              <a:gd name="connsiteY745" fmla="*/ 1912789 h 6858000"/>
              <a:gd name="connsiteX746" fmla="*/ 97460 w 7467600"/>
              <a:gd name="connsiteY746" fmla="*/ 1953725 h 6858000"/>
              <a:gd name="connsiteX747" fmla="*/ 221272 w 7467600"/>
              <a:gd name="connsiteY747" fmla="*/ 1980766 h 6858000"/>
              <a:gd name="connsiteX748" fmla="*/ 116765 w 7467600"/>
              <a:gd name="connsiteY748" fmla="*/ 1911033 h 6858000"/>
              <a:gd name="connsiteX749" fmla="*/ 16405 w 7467600"/>
              <a:gd name="connsiteY749" fmla="*/ 1803412 h 6858000"/>
              <a:gd name="connsiteX750" fmla="*/ 0 w 7467600"/>
              <a:gd name="connsiteY750" fmla="*/ 1784777 h 6858000"/>
              <a:gd name="connsiteX751" fmla="*/ 0 w 7467600"/>
              <a:gd name="connsiteY751" fmla="*/ 1740082 h 6858000"/>
              <a:gd name="connsiteX752" fmla="*/ 39394 w 7467600"/>
              <a:gd name="connsiteY752" fmla="*/ 1784856 h 6858000"/>
              <a:gd name="connsiteX753" fmla="*/ 135813 w 7467600"/>
              <a:gd name="connsiteY753" fmla="*/ 1888838 h 6858000"/>
              <a:gd name="connsiteX754" fmla="*/ 242575 w 7467600"/>
              <a:gd name="connsiteY754" fmla="*/ 1958841 h 6858000"/>
              <a:gd name="connsiteX755" fmla="*/ 82197 w 7467600"/>
              <a:gd name="connsiteY755" fmla="*/ 1754826 h 6858000"/>
              <a:gd name="connsiteX756" fmla="*/ 0 w 7467600"/>
              <a:gd name="connsiteY756" fmla="*/ 1679650 h 6858000"/>
              <a:gd name="connsiteX757" fmla="*/ 0 w 7467600"/>
              <a:gd name="connsiteY757" fmla="*/ 1602463 h 6858000"/>
              <a:gd name="connsiteX758" fmla="*/ 84689 w 7467600"/>
              <a:gd name="connsiteY758" fmla="*/ 1677442 h 6858000"/>
              <a:gd name="connsiteX759" fmla="*/ 298437 w 7467600"/>
              <a:gd name="connsiteY759" fmla="*/ 1968019 h 6858000"/>
              <a:gd name="connsiteX760" fmla="*/ 227269 w 7467600"/>
              <a:gd name="connsiteY760" fmla="*/ 1114064 h 6858000"/>
              <a:gd name="connsiteX761" fmla="*/ 248003 w 7467600"/>
              <a:gd name="connsiteY761" fmla="*/ 1089613 h 6858000"/>
              <a:gd name="connsiteX762" fmla="*/ 427020 w 7467600"/>
              <a:gd name="connsiteY762" fmla="*/ 1619803 h 6858000"/>
              <a:gd name="connsiteX763" fmla="*/ 340345 w 7467600"/>
              <a:gd name="connsiteY763" fmla="*/ 2027739 h 6858000"/>
              <a:gd name="connsiteX764" fmla="*/ 360865 w 7467600"/>
              <a:gd name="connsiteY764" fmla="*/ 2044827 h 6858000"/>
              <a:gd name="connsiteX765" fmla="*/ 560414 w 7467600"/>
              <a:gd name="connsiteY765" fmla="*/ 2421457 h 6858000"/>
              <a:gd name="connsiteX766" fmla="*/ 1359703 w 7467600"/>
              <a:gd name="connsiteY766" fmla="*/ 2578554 h 6858000"/>
              <a:gd name="connsiteX767" fmla="*/ 1359422 w 7467600"/>
              <a:gd name="connsiteY767" fmla="*/ 2577994 h 6858000"/>
              <a:gd name="connsiteX768" fmla="*/ 828701 w 7467600"/>
              <a:gd name="connsiteY768" fmla="*/ 1839520 h 6858000"/>
              <a:gd name="connsiteX769" fmla="*/ 494427 w 7467600"/>
              <a:gd name="connsiteY769" fmla="*/ 1092333 h 6858000"/>
              <a:gd name="connsiteX770" fmla="*/ 506322 w 7467600"/>
              <a:gd name="connsiteY770" fmla="*/ 1020997 h 6858000"/>
              <a:gd name="connsiteX771" fmla="*/ 4570198 w 7467600"/>
              <a:gd name="connsiteY771" fmla="*/ 978081 h 6858000"/>
              <a:gd name="connsiteX772" fmla="*/ 4523691 w 7467600"/>
              <a:gd name="connsiteY772" fmla="*/ 1127776 h 6858000"/>
              <a:gd name="connsiteX773" fmla="*/ 4509875 w 7467600"/>
              <a:gd name="connsiteY773" fmla="*/ 1167552 h 6858000"/>
              <a:gd name="connsiteX774" fmla="*/ 4478168 w 7467600"/>
              <a:gd name="connsiteY774" fmla="*/ 1260735 h 6858000"/>
              <a:gd name="connsiteX775" fmla="*/ 4409309 w 7467600"/>
              <a:gd name="connsiteY775" fmla="*/ 1666996 h 6858000"/>
              <a:gd name="connsiteX776" fmla="*/ 4370031 w 7467600"/>
              <a:gd name="connsiteY776" fmla="*/ 1955666 h 6858000"/>
              <a:gd name="connsiteX777" fmla="*/ 4570198 w 7467600"/>
              <a:gd name="connsiteY777" fmla="*/ 978081 h 6858000"/>
              <a:gd name="connsiteX778" fmla="*/ 4557898 w 7467600"/>
              <a:gd name="connsiteY778" fmla="*/ 900011 h 6858000"/>
              <a:gd name="connsiteX779" fmla="*/ 4344840 w 7467600"/>
              <a:gd name="connsiteY779" fmla="*/ 1922038 h 6858000"/>
              <a:gd name="connsiteX780" fmla="*/ 4378710 w 7467600"/>
              <a:gd name="connsiteY780" fmla="*/ 1665516 h 6858000"/>
              <a:gd name="connsiteX781" fmla="*/ 4448798 w 7467600"/>
              <a:gd name="connsiteY781" fmla="*/ 1253024 h 6858000"/>
              <a:gd name="connsiteX782" fmla="*/ 4480315 w 7467600"/>
              <a:gd name="connsiteY782" fmla="*/ 1158454 h 6858000"/>
              <a:gd name="connsiteX783" fmla="*/ 4494133 w 7467600"/>
              <a:gd name="connsiteY783" fmla="*/ 1118676 h 6858000"/>
              <a:gd name="connsiteX784" fmla="*/ 4557898 w 7467600"/>
              <a:gd name="connsiteY784" fmla="*/ 900011 h 6858000"/>
              <a:gd name="connsiteX785" fmla="*/ 5870151 w 7467600"/>
              <a:gd name="connsiteY785" fmla="*/ 898890 h 6858000"/>
              <a:gd name="connsiteX786" fmla="*/ 5861335 w 7467600"/>
              <a:gd name="connsiteY786" fmla="*/ 899177 h 6858000"/>
              <a:gd name="connsiteX787" fmla="*/ 5843702 w 7467600"/>
              <a:gd name="connsiteY787" fmla="*/ 899748 h 6858000"/>
              <a:gd name="connsiteX788" fmla="*/ 5651107 w 7467600"/>
              <a:gd name="connsiteY788" fmla="*/ 920306 h 6858000"/>
              <a:gd name="connsiteX789" fmla="*/ 5459407 w 7467600"/>
              <a:gd name="connsiteY789" fmla="*/ 940975 h 6858000"/>
              <a:gd name="connsiteX790" fmla="*/ 5374846 w 7467600"/>
              <a:gd name="connsiteY790" fmla="*/ 941988 h 6858000"/>
              <a:gd name="connsiteX791" fmla="*/ 5256105 w 7467600"/>
              <a:gd name="connsiteY791" fmla="*/ 945632 h 6858000"/>
              <a:gd name="connsiteX792" fmla="*/ 5107071 w 7467600"/>
              <a:gd name="connsiteY792" fmla="*/ 969720 h 6858000"/>
              <a:gd name="connsiteX793" fmla="*/ 4998681 w 7467600"/>
              <a:gd name="connsiteY793" fmla="*/ 988771 h 6858000"/>
              <a:gd name="connsiteX794" fmla="*/ 5870151 w 7467600"/>
              <a:gd name="connsiteY794" fmla="*/ 898890 h 6858000"/>
              <a:gd name="connsiteX795" fmla="*/ 5504425 w 7467600"/>
              <a:gd name="connsiteY795" fmla="*/ 848067 h 6858000"/>
              <a:gd name="connsiteX796" fmla="*/ 4968849 w 7467600"/>
              <a:gd name="connsiteY796" fmla="*/ 962318 h 6858000"/>
              <a:gd name="connsiteX797" fmla="*/ 5104039 w 7467600"/>
              <a:gd name="connsiteY797" fmla="*/ 940634 h 6858000"/>
              <a:gd name="connsiteX798" fmla="*/ 5256311 w 7467600"/>
              <a:gd name="connsiteY798" fmla="*/ 916490 h 6858000"/>
              <a:gd name="connsiteX799" fmla="*/ 5377381 w 7467600"/>
              <a:gd name="connsiteY799" fmla="*/ 912671 h 6858000"/>
              <a:gd name="connsiteX800" fmla="*/ 5460148 w 7467600"/>
              <a:gd name="connsiteY800" fmla="*/ 911442 h 6858000"/>
              <a:gd name="connsiteX801" fmla="*/ 5648971 w 7467600"/>
              <a:gd name="connsiteY801" fmla="*/ 891331 h 6858000"/>
              <a:gd name="connsiteX802" fmla="*/ 5844807 w 7467600"/>
              <a:gd name="connsiteY802" fmla="*/ 870718 h 6858000"/>
              <a:gd name="connsiteX803" fmla="*/ 5862975 w 7467600"/>
              <a:gd name="connsiteY803" fmla="*/ 869756 h 6858000"/>
              <a:gd name="connsiteX804" fmla="*/ 5920887 w 7467600"/>
              <a:gd name="connsiteY804" fmla="*/ 865929 h 6858000"/>
              <a:gd name="connsiteX805" fmla="*/ 5504425 w 7467600"/>
              <a:gd name="connsiteY805" fmla="*/ 848067 h 6858000"/>
              <a:gd name="connsiteX806" fmla="*/ 3607114 w 7467600"/>
              <a:gd name="connsiteY806" fmla="*/ 467441 h 6858000"/>
              <a:gd name="connsiteX807" fmla="*/ 3296242 w 7467600"/>
              <a:gd name="connsiteY807" fmla="*/ 807991 h 6858000"/>
              <a:gd name="connsiteX808" fmla="*/ 3174674 w 7467600"/>
              <a:gd name="connsiteY808" fmla="*/ 919759 h 6858000"/>
              <a:gd name="connsiteX809" fmla="*/ 3042978 w 7467600"/>
              <a:gd name="connsiteY809" fmla="*/ 1054894 h 6858000"/>
              <a:gd name="connsiteX810" fmla="*/ 2968914 w 7467600"/>
              <a:gd name="connsiteY810" fmla="*/ 1133756 h 6858000"/>
              <a:gd name="connsiteX811" fmla="*/ 3103823 w 7467600"/>
              <a:gd name="connsiteY811" fmla="*/ 1026814 h 6858000"/>
              <a:gd name="connsiteX812" fmla="*/ 3607114 w 7467600"/>
              <a:gd name="connsiteY812" fmla="*/ 467441 h 6858000"/>
              <a:gd name="connsiteX813" fmla="*/ 3744487 w 7467600"/>
              <a:gd name="connsiteY813" fmla="*/ 383136 h 6858000"/>
              <a:gd name="connsiteX814" fmla="*/ 3970213 w 7467600"/>
              <a:gd name="connsiteY814" fmla="*/ 995559 h 6858000"/>
              <a:gd name="connsiteX815" fmla="*/ 3744487 w 7467600"/>
              <a:gd name="connsiteY815" fmla="*/ 383136 h 6858000"/>
              <a:gd name="connsiteX816" fmla="*/ 3624562 w 7467600"/>
              <a:gd name="connsiteY816" fmla="*/ 367041 h 6858000"/>
              <a:gd name="connsiteX817" fmla="*/ 3489712 w 7467600"/>
              <a:gd name="connsiteY817" fmla="*/ 485386 h 6858000"/>
              <a:gd name="connsiteX818" fmla="*/ 3182994 w 7467600"/>
              <a:gd name="connsiteY818" fmla="*/ 828265 h 6858000"/>
              <a:gd name="connsiteX819" fmla="*/ 2892114 w 7467600"/>
              <a:gd name="connsiteY819" fmla="*/ 1172635 h 6858000"/>
              <a:gd name="connsiteX820" fmla="*/ 3021459 w 7467600"/>
              <a:gd name="connsiteY820" fmla="*/ 1035385 h 6858000"/>
              <a:gd name="connsiteX821" fmla="*/ 3153873 w 7467600"/>
              <a:gd name="connsiteY821" fmla="*/ 898971 h 6858000"/>
              <a:gd name="connsiteX822" fmla="*/ 3276511 w 7467600"/>
              <a:gd name="connsiteY822" fmla="*/ 786423 h 6858000"/>
              <a:gd name="connsiteX823" fmla="*/ 3584154 w 7467600"/>
              <a:gd name="connsiteY823" fmla="*/ 448218 h 6858000"/>
              <a:gd name="connsiteX824" fmla="*/ 3624562 w 7467600"/>
              <a:gd name="connsiteY824" fmla="*/ 367041 h 6858000"/>
              <a:gd name="connsiteX825" fmla="*/ 3766672 w 7467600"/>
              <a:gd name="connsiteY825" fmla="*/ 359429 h 6858000"/>
              <a:gd name="connsiteX826" fmla="*/ 3996338 w 7467600"/>
              <a:gd name="connsiteY826" fmla="*/ 968237 h 6858000"/>
              <a:gd name="connsiteX827" fmla="*/ 3766672 w 7467600"/>
              <a:gd name="connsiteY827" fmla="*/ 359429 h 6858000"/>
              <a:gd name="connsiteX828" fmla="*/ 5805386 w 7467600"/>
              <a:gd name="connsiteY828" fmla="*/ 239240 h 6858000"/>
              <a:gd name="connsiteX829" fmla="*/ 5736947 w 7467600"/>
              <a:gd name="connsiteY829" fmla="*/ 261367 h 6858000"/>
              <a:gd name="connsiteX830" fmla="*/ 5427012 w 7467600"/>
              <a:gd name="connsiteY830" fmla="*/ 311272 h 6858000"/>
              <a:gd name="connsiteX831" fmla="*/ 5147818 w 7467600"/>
              <a:gd name="connsiteY831" fmla="*/ 322112 h 6858000"/>
              <a:gd name="connsiteX832" fmla="*/ 5060854 w 7467600"/>
              <a:gd name="connsiteY832" fmla="*/ 311882 h 6858000"/>
              <a:gd name="connsiteX833" fmla="*/ 4945989 w 7467600"/>
              <a:gd name="connsiteY833" fmla="*/ 300516 h 6858000"/>
              <a:gd name="connsiteX834" fmla="*/ 5410479 w 7467600"/>
              <a:gd name="connsiteY834" fmla="*/ 348434 h 6858000"/>
              <a:gd name="connsiteX835" fmla="*/ 5805386 w 7467600"/>
              <a:gd name="connsiteY835" fmla="*/ 239240 h 6858000"/>
              <a:gd name="connsiteX836" fmla="*/ 5905192 w 7467600"/>
              <a:gd name="connsiteY836" fmla="*/ 163079 h 6858000"/>
              <a:gd name="connsiteX837" fmla="*/ 5865655 w 7467600"/>
              <a:gd name="connsiteY837" fmla="*/ 171901 h 6858000"/>
              <a:gd name="connsiteX838" fmla="*/ 5259740 w 7467600"/>
              <a:gd name="connsiteY838" fmla="*/ 257013 h 6858000"/>
              <a:gd name="connsiteX839" fmla="*/ 5208466 w 7467600"/>
              <a:gd name="connsiteY839" fmla="*/ 257550 h 6858000"/>
              <a:gd name="connsiteX840" fmla="*/ 4980204 w 7467600"/>
              <a:gd name="connsiteY840" fmla="*/ 271903 h 6858000"/>
              <a:gd name="connsiteX841" fmla="*/ 5068068 w 7467600"/>
              <a:gd name="connsiteY841" fmla="*/ 282244 h 6858000"/>
              <a:gd name="connsiteX842" fmla="*/ 5153231 w 7467600"/>
              <a:gd name="connsiteY842" fmla="*/ 292240 h 6858000"/>
              <a:gd name="connsiteX843" fmla="*/ 5426491 w 7467600"/>
              <a:gd name="connsiteY843" fmla="*/ 281128 h 6858000"/>
              <a:gd name="connsiteX844" fmla="*/ 5731212 w 7467600"/>
              <a:gd name="connsiteY844" fmla="*/ 231951 h 6858000"/>
              <a:gd name="connsiteX845" fmla="*/ 5905192 w 7467600"/>
              <a:gd name="connsiteY845" fmla="*/ 163079 h 6858000"/>
              <a:gd name="connsiteX846" fmla="*/ 5944437 w 7467600"/>
              <a:gd name="connsiteY846" fmla="*/ 113829 h 6858000"/>
              <a:gd name="connsiteX847" fmla="*/ 5825032 w 7467600"/>
              <a:gd name="connsiteY847" fmla="*/ 146405 h 6858000"/>
              <a:gd name="connsiteX848" fmla="*/ 4955599 w 7467600"/>
              <a:gd name="connsiteY848" fmla="*/ 247008 h 6858000"/>
              <a:gd name="connsiteX849" fmla="*/ 5210104 w 7467600"/>
              <a:gd name="connsiteY849" fmla="*/ 228123 h 6858000"/>
              <a:gd name="connsiteX850" fmla="*/ 5261015 w 7467600"/>
              <a:gd name="connsiteY850" fmla="*/ 227087 h 6858000"/>
              <a:gd name="connsiteX851" fmla="*/ 5861181 w 7467600"/>
              <a:gd name="connsiteY851" fmla="*/ 143093 h 6858000"/>
              <a:gd name="connsiteX852" fmla="*/ 5961252 w 7467600"/>
              <a:gd name="connsiteY852" fmla="*/ 114820 h 6858000"/>
              <a:gd name="connsiteX853" fmla="*/ 5944437 w 7467600"/>
              <a:gd name="connsiteY853" fmla="*/ 113829 h 6858000"/>
              <a:gd name="connsiteX854" fmla="*/ 3882765 w 7467600"/>
              <a:gd name="connsiteY854" fmla="*/ 0 h 6858000"/>
              <a:gd name="connsiteX855" fmla="*/ 3995099 w 7467600"/>
              <a:gd name="connsiteY855" fmla="*/ 0 h 6858000"/>
              <a:gd name="connsiteX856" fmla="*/ 4163818 w 7467600"/>
              <a:gd name="connsiteY856" fmla="*/ 234104 h 6858000"/>
              <a:gd name="connsiteX857" fmla="*/ 4172099 w 7467600"/>
              <a:gd name="connsiteY857" fmla="*/ 234207 h 6858000"/>
              <a:gd name="connsiteX858" fmla="*/ 4784282 w 7467600"/>
              <a:gd name="connsiteY858" fmla="*/ 276561 h 6858000"/>
              <a:gd name="connsiteX859" fmla="*/ 4801687 w 7467600"/>
              <a:gd name="connsiteY859" fmla="*/ 267764 h 6858000"/>
              <a:gd name="connsiteX860" fmla="*/ 6082788 w 7467600"/>
              <a:gd name="connsiteY860" fmla="*/ 64119 h 6858000"/>
              <a:gd name="connsiteX861" fmla="*/ 6099442 w 7467600"/>
              <a:gd name="connsiteY861" fmla="*/ 82568 h 6858000"/>
              <a:gd name="connsiteX862" fmla="*/ 4804137 w 7467600"/>
              <a:gd name="connsiteY862" fmla="*/ 320931 h 6858000"/>
              <a:gd name="connsiteX863" fmla="*/ 4227047 w 7467600"/>
              <a:gd name="connsiteY863" fmla="*/ 313415 h 6858000"/>
              <a:gd name="connsiteX864" fmla="*/ 4346041 w 7467600"/>
              <a:gd name="connsiteY864" fmla="*/ 456086 h 6858000"/>
              <a:gd name="connsiteX865" fmla="*/ 4870967 w 7467600"/>
              <a:gd name="connsiteY865" fmla="*/ 963061 h 6858000"/>
              <a:gd name="connsiteX866" fmla="*/ 4889647 w 7467600"/>
              <a:gd name="connsiteY866" fmla="*/ 957147 h 6858000"/>
              <a:gd name="connsiteX867" fmla="*/ 5422504 w 7467600"/>
              <a:gd name="connsiteY867" fmla="*/ 805191 h 6858000"/>
              <a:gd name="connsiteX868" fmla="*/ 6087656 w 7467600"/>
              <a:gd name="connsiteY868" fmla="*/ 826703 h 6858000"/>
              <a:gd name="connsiteX869" fmla="*/ 6058717 w 7467600"/>
              <a:gd name="connsiteY869" fmla="*/ 865992 h 6858000"/>
              <a:gd name="connsiteX870" fmla="*/ 4974153 w 7467600"/>
              <a:gd name="connsiteY870" fmla="*/ 1045456 h 6858000"/>
              <a:gd name="connsiteX871" fmla="*/ 5627835 w 7467600"/>
              <a:gd name="connsiteY871" fmla="*/ 1472077 h 6858000"/>
              <a:gd name="connsiteX872" fmla="*/ 5629817 w 7467600"/>
              <a:gd name="connsiteY872" fmla="*/ 1471412 h 6858000"/>
              <a:gd name="connsiteX873" fmla="*/ 5634124 w 7467600"/>
              <a:gd name="connsiteY873" fmla="*/ 1470572 h 6858000"/>
              <a:gd name="connsiteX874" fmla="*/ 5755832 w 7467600"/>
              <a:gd name="connsiteY874" fmla="*/ 1383886 h 6858000"/>
              <a:gd name="connsiteX875" fmla="*/ 6014186 w 7467600"/>
              <a:gd name="connsiteY875" fmla="*/ 1279799 h 6858000"/>
              <a:gd name="connsiteX876" fmla="*/ 6901619 w 7467600"/>
              <a:gd name="connsiteY876" fmla="*/ 1047874 h 6858000"/>
              <a:gd name="connsiteX877" fmla="*/ 6931566 w 7467600"/>
              <a:gd name="connsiteY877" fmla="*/ 1062034 h 6858000"/>
              <a:gd name="connsiteX878" fmla="*/ 5790982 w 7467600"/>
              <a:gd name="connsiteY878" fmla="*/ 1561380 h 6858000"/>
              <a:gd name="connsiteX879" fmla="*/ 6188971 w 7467600"/>
              <a:gd name="connsiteY879" fmla="*/ 1755168 h 6858000"/>
              <a:gd name="connsiteX880" fmla="*/ 6202446 w 7467600"/>
              <a:gd name="connsiteY880" fmla="*/ 1752268 h 6858000"/>
              <a:gd name="connsiteX881" fmla="*/ 7179560 w 7467600"/>
              <a:gd name="connsiteY881" fmla="*/ 1467551 h 6858000"/>
              <a:gd name="connsiteX882" fmla="*/ 7158730 w 7467600"/>
              <a:gd name="connsiteY882" fmla="*/ 1507835 h 6858000"/>
              <a:gd name="connsiteX883" fmla="*/ 6326959 w 7467600"/>
              <a:gd name="connsiteY883" fmla="*/ 1817686 h 6858000"/>
              <a:gd name="connsiteX884" fmla="*/ 6537433 w 7467600"/>
              <a:gd name="connsiteY884" fmla="*/ 1907790 h 6858000"/>
              <a:gd name="connsiteX885" fmla="*/ 6550221 w 7467600"/>
              <a:gd name="connsiteY885" fmla="*/ 1910729 h 6858000"/>
              <a:gd name="connsiteX886" fmla="*/ 6964438 w 7467600"/>
              <a:gd name="connsiteY886" fmla="*/ 2209505 h 6858000"/>
              <a:gd name="connsiteX887" fmla="*/ 7367862 w 7467600"/>
              <a:gd name="connsiteY887" fmla="*/ 2806833 h 6858000"/>
              <a:gd name="connsiteX888" fmla="*/ 7364329 w 7467600"/>
              <a:gd name="connsiteY888" fmla="*/ 2826907 h 6858000"/>
              <a:gd name="connsiteX889" fmla="*/ 7290545 w 7467600"/>
              <a:gd name="connsiteY889" fmla="*/ 2850663 h 6858000"/>
              <a:gd name="connsiteX890" fmla="*/ 6472036 w 7467600"/>
              <a:gd name="connsiteY890" fmla="*/ 1959003 h 6858000"/>
              <a:gd name="connsiteX891" fmla="*/ 5792897 w 7467600"/>
              <a:gd name="connsiteY891" fmla="*/ 1647747 h 6858000"/>
              <a:gd name="connsiteX892" fmla="*/ 5842751 w 7467600"/>
              <a:gd name="connsiteY892" fmla="*/ 1816112 h 6858000"/>
              <a:gd name="connsiteX893" fmla="*/ 5847424 w 7467600"/>
              <a:gd name="connsiteY893" fmla="*/ 1815776 h 6858000"/>
              <a:gd name="connsiteX894" fmla="*/ 6399821 w 7467600"/>
              <a:gd name="connsiteY894" fmla="*/ 2344799 h 6858000"/>
              <a:gd name="connsiteX895" fmla="*/ 6323232 w 7467600"/>
              <a:gd name="connsiteY895" fmla="*/ 2389634 h 6858000"/>
              <a:gd name="connsiteX896" fmla="*/ 5942958 w 7467600"/>
              <a:gd name="connsiteY896" fmla="*/ 2077708 h 6858000"/>
              <a:gd name="connsiteX897" fmla="*/ 5921559 w 7467600"/>
              <a:gd name="connsiteY897" fmla="*/ 2378596 h 6858000"/>
              <a:gd name="connsiteX898" fmla="*/ 5817651 w 7467600"/>
              <a:gd name="connsiteY898" fmla="*/ 3023919 h 6858000"/>
              <a:gd name="connsiteX899" fmla="*/ 5729634 w 7467600"/>
              <a:gd name="connsiteY899" fmla="*/ 3051849 h 6858000"/>
              <a:gd name="connsiteX900" fmla="*/ 5611018 w 7467600"/>
              <a:gd name="connsiteY900" fmla="*/ 2316769 h 6858000"/>
              <a:gd name="connsiteX901" fmla="*/ 5687608 w 7467600"/>
              <a:gd name="connsiteY901" fmla="*/ 2039972 h 6858000"/>
              <a:gd name="connsiteX902" fmla="*/ 5657554 w 7467600"/>
              <a:gd name="connsiteY902" fmla="*/ 1576445 h 6858000"/>
              <a:gd name="connsiteX903" fmla="*/ 5150475 w 7467600"/>
              <a:gd name="connsiteY903" fmla="*/ 1274012 h 6858000"/>
              <a:gd name="connsiteX904" fmla="*/ 5349142 w 7467600"/>
              <a:gd name="connsiteY904" fmla="*/ 2204405 h 6858000"/>
              <a:gd name="connsiteX905" fmla="*/ 5262214 w 7467600"/>
              <a:gd name="connsiteY905" fmla="*/ 2233836 h 6858000"/>
              <a:gd name="connsiteX906" fmla="*/ 4981539 w 7467600"/>
              <a:gd name="connsiteY906" fmla="*/ 1542201 h 6858000"/>
              <a:gd name="connsiteX907" fmla="*/ 4958461 w 7467600"/>
              <a:gd name="connsiteY907" fmla="*/ 1136957 h 6858000"/>
              <a:gd name="connsiteX908" fmla="*/ 4655015 w 7467600"/>
              <a:gd name="connsiteY908" fmla="*/ 891426 h 6858000"/>
              <a:gd name="connsiteX909" fmla="*/ 4348002 w 7467600"/>
              <a:gd name="connsiteY909" fmla="*/ 2205895 h 6858000"/>
              <a:gd name="connsiteX910" fmla="*/ 4262250 w 7467600"/>
              <a:gd name="connsiteY910" fmla="*/ 2219972 h 6858000"/>
              <a:gd name="connsiteX911" fmla="*/ 4550611 w 7467600"/>
              <a:gd name="connsiteY911" fmla="*/ 817540 h 6858000"/>
              <a:gd name="connsiteX912" fmla="*/ 4564418 w 7467600"/>
              <a:gd name="connsiteY912" fmla="*/ 808293 h 6858000"/>
              <a:gd name="connsiteX913" fmla="*/ 4266388 w 7467600"/>
              <a:gd name="connsiteY913" fmla="*/ 500083 h 6858000"/>
              <a:gd name="connsiteX914" fmla="*/ 4032842 w 7467600"/>
              <a:gd name="connsiteY914" fmla="*/ 211809 h 6858000"/>
              <a:gd name="connsiteX915" fmla="*/ 3882765 w 7467600"/>
              <a:gd name="connsiteY915" fmla="*/ 0 h 6858000"/>
              <a:gd name="connsiteX916" fmla="*/ 3721337 w 7467600"/>
              <a:gd name="connsiteY916" fmla="*/ 0 h 6858000"/>
              <a:gd name="connsiteX917" fmla="*/ 3797544 w 7467600"/>
              <a:gd name="connsiteY917" fmla="*/ 0 h 6858000"/>
              <a:gd name="connsiteX918" fmla="*/ 3775734 w 7467600"/>
              <a:gd name="connsiteY918" fmla="*/ 95131 h 6858000"/>
              <a:gd name="connsiteX919" fmla="*/ 3724807 w 7467600"/>
              <a:gd name="connsiteY919" fmla="*/ 272257 h 6858000"/>
              <a:gd name="connsiteX920" fmla="*/ 3726844 w 7467600"/>
              <a:gd name="connsiteY920" fmla="*/ 282988 h 6858000"/>
              <a:gd name="connsiteX921" fmla="*/ 3742664 w 7467600"/>
              <a:gd name="connsiteY921" fmla="*/ 279918 h 6858000"/>
              <a:gd name="connsiteX922" fmla="*/ 4103910 w 7467600"/>
              <a:gd name="connsiteY922" fmla="*/ 1161917 h 6858000"/>
              <a:gd name="connsiteX923" fmla="*/ 4020269 w 7467600"/>
              <a:gd name="connsiteY923" fmla="*/ 1200406 h 6858000"/>
              <a:gd name="connsiteX924" fmla="*/ 3674882 w 7467600"/>
              <a:gd name="connsiteY924" fmla="*/ 488524 h 6858000"/>
              <a:gd name="connsiteX925" fmla="*/ 3132682 w 7467600"/>
              <a:gd name="connsiteY925" fmla="*/ 1072284 h 6858000"/>
              <a:gd name="connsiteX926" fmla="*/ 2716346 w 7467600"/>
              <a:gd name="connsiteY926" fmla="*/ 1276376 h 6858000"/>
              <a:gd name="connsiteX927" fmla="*/ 2716772 w 7467600"/>
              <a:gd name="connsiteY927" fmla="*/ 1255462 h 6858000"/>
              <a:gd name="connsiteX928" fmla="*/ 3471096 w 7467600"/>
              <a:gd name="connsiteY928" fmla="*/ 437072 h 6858000"/>
              <a:gd name="connsiteX929" fmla="*/ 3639057 w 7467600"/>
              <a:gd name="connsiteY929" fmla="*/ 286334 h 6858000"/>
              <a:gd name="connsiteX930" fmla="*/ 3640309 w 7467600"/>
              <a:gd name="connsiteY930" fmla="*/ 284664 h 6858000"/>
              <a:gd name="connsiteX931" fmla="*/ 3646022 w 7467600"/>
              <a:gd name="connsiteY931" fmla="*/ 276711 h 6858000"/>
              <a:gd name="connsiteX932" fmla="*/ 3707943 w 7467600"/>
              <a:gd name="connsiteY932" fmla="*/ 65958 h 6858000"/>
              <a:gd name="connsiteX933" fmla="*/ 3721337 w 7467600"/>
              <a:gd name="connsiteY933" fmla="*/ 0 h 6858000"/>
              <a:gd name="connsiteX934" fmla="*/ 2867960 w 7467600"/>
              <a:gd name="connsiteY934" fmla="*/ 0 h 6858000"/>
              <a:gd name="connsiteX935" fmla="*/ 2926351 w 7467600"/>
              <a:gd name="connsiteY935" fmla="*/ 0 h 6858000"/>
              <a:gd name="connsiteX936" fmla="*/ 2902823 w 7467600"/>
              <a:gd name="connsiteY936" fmla="*/ 262929 h 6858000"/>
              <a:gd name="connsiteX937" fmla="*/ 2940663 w 7467600"/>
              <a:gd name="connsiteY937" fmla="*/ 140884 h 6858000"/>
              <a:gd name="connsiteX938" fmla="*/ 2947039 w 7467600"/>
              <a:gd name="connsiteY938" fmla="*/ 122524 h 6858000"/>
              <a:gd name="connsiteX939" fmla="*/ 2984316 w 7467600"/>
              <a:gd name="connsiteY939" fmla="*/ 0 h 6858000"/>
              <a:gd name="connsiteX940" fmla="*/ 3016114 w 7467600"/>
              <a:gd name="connsiteY940" fmla="*/ 0 h 6858000"/>
              <a:gd name="connsiteX941" fmla="*/ 2979949 w 7467600"/>
              <a:gd name="connsiteY941" fmla="*/ 119274 h 6858000"/>
              <a:gd name="connsiteX942" fmla="*/ 3023879 w 7467600"/>
              <a:gd name="connsiteY942" fmla="*/ 0 h 6858000"/>
              <a:gd name="connsiteX943" fmla="*/ 3105400 w 7467600"/>
              <a:gd name="connsiteY943" fmla="*/ 0 h 6858000"/>
              <a:gd name="connsiteX944" fmla="*/ 3094669 w 7467600"/>
              <a:gd name="connsiteY944" fmla="*/ 30308 h 6858000"/>
              <a:gd name="connsiteX945" fmla="*/ 2901945 w 7467600"/>
              <a:gd name="connsiteY945" fmla="*/ 466538 h 6858000"/>
              <a:gd name="connsiteX946" fmla="*/ 2815209 w 7467600"/>
              <a:gd name="connsiteY946" fmla="*/ 497361 h 6858000"/>
              <a:gd name="connsiteX947" fmla="*/ 2844845 w 7467600"/>
              <a:gd name="connsiteY947" fmla="*/ 127638 h 6858000"/>
              <a:gd name="connsiteX948" fmla="*/ 2867960 w 7467600"/>
              <a:gd name="connsiteY948" fmla="*/ 0 h 6858000"/>
              <a:gd name="connsiteX949" fmla="*/ 1057230 w 7467600"/>
              <a:gd name="connsiteY949" fmla="*/ 0 h 6858000"/>
              <a:gd name="connsiteX950" fmla="*/ 1111003 w 7467600"/>
              <a:gd name="connsiteY950" fmla="*/ 0 h 6858000"/>
              <a:gd name="connsiteX951" fmla="*/ 1125553 w 7467600"/>
              <a:gd name="connsiteY951" fmla="*/ 52588 h 6858000"/>
              <a:gd name="connsiteX952" fmla="*/ 1304276 w 7467600"/>
              <a:gd name="connsiteY952" fmla="*/ 476275 h 6858000"/>
              <a:gd name="connsiteX953" fmla="*/ 1492066 w 7467600"/>
              <a:gd name="connsiteY953" fmla="*/ 886333 h 6858000"/>
              <a:gd name="connsiteX954" fmla="*/ 1423698 w 7467600"/>
              <a:gd name="connsiteY954" fmla="*/ 710817 h 6858000"/>
              <a:gd name="connsiteX955" fmla="*/ 1357609 w 7467600"/>
              <a:gd name="connsiteY955" fmla="*/ 532892 h 6858000"/>
              <a:gd name="connsiteX956" fmla="*/ 1309550 w 7467600"/>
              <a:gd name="connsiteY956" fmla="*/ 374031 h 6858000"/>
              <a:gd name="connsiteX957" fmla="*/ 1193673 w 7467600"/>
              <a:gd name="connsiteY957" fmla="*/ 49533 h 6858000"/>
              <a:gd name="connsiteX958" fmla="*/ 1164391 w 7467600"/>
              <a:gd name="connsiteY958" fmla="*/ 0 h 6858000"/>
              <a:gd name="connsiteX959" fmla="*/ 1200666 w 7467600"/>
              <a:gd name="connsiteY959" fmla="*/ 0 h 6858000"/>
              <a:gd name="connsiteX960" fmla="*/ 1223408 w 7467600"/>
              <a:gd name="connsiteY960" fmla="*/ 38996 h 6858000"/>
              <a:gd name="connsiteX961" fmla="*/ 1339635 w 7467600"/>
              <a:gd name="connsiteY961" fmla="*/ 365517 h 6858000"/>
              <a:gd name="connsiteX962" fmla="*/ 1387469 w 7467600"/>
              <a:gd name="connsiteY962" fmla="*/ 523079 h 6858000"/>
              <a:gd name="connsiteX963" fmla="*/ 1452685 w 7467600"/>
              <a:gd name="connsiteY963" fmla="*/ 699806 h 6858000"/>
              <a:gd name="connsiteX964" fmla="*/ 1492092 w 7467600"/>
              <a:gd name="connsiteY964" fmla="*/ 800424 h 6858000"/>
              <a:gd name="connsiteX965" fmla="*/ 1455302 w 7467600"/>
              <a:gd name="connsiteY965" fmla="*/ 632913 h 6858000"/>
              <a:gd name="connsiteX966" fmla="*/ 1222336 w 7467600"/>
              <a:gd name="connsiteY966" fmla="*/ 9480 h 6858000"/>
              <a:gd name="connsiteX967" fmla="*/ 1214634 w 7467600"/>
              <a:gd name="connsiteY967" fmla="*/ 0 h 6858000"/>
              <a:gd name="connsiteX968" fmla="*/ 1289827 w 7467600"/>
              <a:gd name="connsiteY968" fmla="*/ 0 h 6858000"/>
              <a:gd name="connsiteX969" fmla="*/ 1321076 w 7467600"/>
              <a:gd name="connsiteY969" fmla="*/ 59722 h 6858000"/>
              <a:gd name="connsiteX970" fmla="*/ 1512579 w 7467600"/>
              <a:gd name="connsiteY970" fmla="*/ 626441 h 6858000"/>
              <a:gd name="connsiteX971" fmla="*/ 1506076 w 7467600"/>
              <a:gd name="connsiteY971" fmla="*/ 1089289 h 6858000"/>
              <a:gd name="connsiteX972" fmla="*/ 1486346 w 7467600"/>
              <a:gd name="connsiteY972" fmla="*/ 1079919 h 6858000"/>
              <a:gd name="connsiteX973" fmla="*/ 1070511 w 7467600"/>
              <a:gd name="connsiteY973" fmla="*/ 48609 h 6858000"/>
              <a:gd name="connsiteX974" fmla="*/ 1057230 w 7467600"/>
              <a:gd name="connsiteY974" fmla="*/ 0 h 6858000"/>
              <a:gd name="connsiteX975" fmla="*/ 43151 w 7467600"/>
              <a:gd name="connsiteY975" fmla="*/ 0 h 6858000"/>
              <a:gd name="connsiteX976" fmla="*/ 95283 w 7467600"/>
              <a:gd name="connsiteY976" fmla="*/ 0 h 6858000"/>
              <a:gd name="connsiteX977" fmla="*/ 300708 w 7467600"/>
              <a:gd name="connsiteY977" fmla="*/ 154571 h 6858000"/>
              <a:gd name="connsiteX978" fmla="*/ 530414 w 7467600"/>
              <a:gd name="connsiteY978" fmla="*/ 354673 h 6858000"/>
              <a:gd name="connsiteX979" fmla="*/ 333785 w 7467600"/>
              <a:gd name="connsiteY979" fmla="*/ 161564 h 6858000"/>
              <a:gd name="connsiteX980" fmla="*/ 147005 w 7467600"/>
              <a:gd name="connsiteY980" fmla="*/ 0 h 6858000"/>
              <a:gd name="connsiteX981" fmla="*/ 272509 w 7467600"/>
              <a:gd name="connsiteY981" fmla="*/ 0 h 6858000"/>
              <a:gd name="connsiteX982" fmla="*/ 326276 w 7467600"/>
              <a:gd name="connsiteY982" fmla="*/ 45847 h 6858000"/>
              <a:gd name="connsiteX983" fmla="*/ 823759 w 7467600"/>
              <a:gd name="connsiteY983" fmla="*/ 574145 h 6858000"/>
              <a:gd name="connsiteX984" fmla="*/ 811254 w 7467600"/>
              <a:gd name="connsiteY984" fmla="*/ 665546 h 6858000"/>
              <a:gd name="connsiteX985" fmla="*/ 154042 w 7467600"/>
              <a:gd name="connsiteY985" fmla="*/ 261522 h 6858000"/>
              <a:gd name="connsiteX986" fmla="*/ 13550 w 7467600"/>
              <a:gd name="connsiteY986" fmla="*/ 158423 h 6858000"/>
              <a:gd name="connsiteX987" fmla="*/ 0 w 7467600"/>
              <a:gd name="connsiteY987" fmla="*/ 146618 h 6858000"/>
              <a:gd name="connsiteX988" fmla="*/ 0 w 7467600"/>
              <a:gd name="connsiteY988" fmla="*/ 59161 h 6858000"/>
              <a:gd name="connsiteX989" fmla="*/ 45427 w 7467600"/>
              <a:gd name="connsiteY989" fmla="*/ 101078 h 6858000"/>
              <a:gd name="connsiteX990" fmla="*/ 630103 w 7467600"/>
              <a:gd name="connsiteY990" fmla="*/ 485885 h 6858000"/>
              <a:gd name="connsiteX991" fmla="*/ 532040 w 7467600"/>
              <a:gd name="connsiteY991" fmla="*/ 399359 h 6858000"/>
              <a:gd name="connsiteX992" fmla="*/ 517618 w 7467600"/>
              <a:gd name="connsiteY992" fmla="*/ 385726 h 6858000"/>
              <a:gd name="connsiteX993" fmla="*/ 285074 w 7467600"/>
              <a:gd name="connsiteY993" fmla="*/ 182755 h 6858000"/>
              <a:gd name="connsiteX994" fmla="*/ 43151 w 7467600"/>
              <a:gd name="connsiteY99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467600 w 7467600"/>
              <a:gd name="connsiteY127" fmla="*/ 527773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7467600 w 7467600"/>
              <a:gd name="connsiteY137" fmla="*/ 5277736 h 6858000"/>
              <a:gd name="connsiteX138" fmla="*/ 1903353 w 7467600"/>
              <a:gd name="connsiteY138" fmla="*/ 5044827 h 6858000"/>
              <a:gd name="connsiteX139" fmla="*/ 1936931 w 7467600"/>
              <a:gd name="connsiteY139" fmla="*/ 5093954 h 6858000"/>
              <a:gd name="connsiteX140" fmla="*/ 2195868 w 7467600"/>
              <a:gd name="connsiteY140" fmla="*/ 5396574 h 6858000"/>
              <a:gd name="connsiteX141" fmla="*/ 2088852 w 7467600"/>
              <a:gd name="connsiteY141" fmla="*/ 5166123 h 6858000"/>
              <a:gd name="connsiteX142" fmla="*/ 1958241 w 7467600"/>
              <a:gd name="connsiteY142" fmla="*/ 5067955 h 6858000"/>
              <a:gd name="connsiteX143" fmla="*/ 1903353 w 7467600"/>
              <a:gd name="connsiteY143" fmla="*/ 5044827 h 6858000"/>
              <a:gd name="connsiteX144" fmla="*/ 1979378 w 7467600"/>
              <a:gd name="connsiteY144" fmla="*/ 4769504 h 6858000"/>
              <a:gd name="connsiteX145" fmla="*/ 2882120 w 7467600"/>
              <a:gd name="connsiteY145" fmla="*/ 5064547 h 6858000"/>
              <a:gd name="connsiteX146" fmla="*/ 2793103 w 7467600"/>
              <a:gd name="connsiteY146" fmla="*/ 5039699 h 6858000"/>
              <a:gd name="connsiteX147" fmla="*/ 2770041 w 7467600"/>
              <a:gd name="connsiteY147" fmla="*/ 5033634 h 6858000"/>
              <a:gd name="connsiteX148" fmla="*/ 1979378 w 7467600"/>
              <a:gd name="connsiteY148" fmla="*/ 4769504 h 6858000"/>
              <a:gd name="connsiteX149" fmla="*/ 1927410 w 7467600"/>
              <a:gd name="connsiteY149" fmla="*/ 4716164 h 6858000"/>
              <a:gd name="connsiteX150" fmla="*/ 1959587 w 7467600"/>
              <a:gd name="connsiteY150" fmla="*/ 4728849 h 6858000"/>
              <a:gd name="connsiteX151" fmla="*/ 2777707 w 7467600"/>
              <a:gd name="connsiteY151" fmla="*/ 5003991 h 6858000"/>
              <a:gd name="connsiteX152" fmla="*/ 2800768 w 7467600"/>
              <a:gd name="connsiteY152" fmla="*/ 5010056 h 6858000"/>
              <a:gd name="connsiteX153" fmla="*/ 2879408 w 7467600"/>
              <a:gd name="connsiteY153" fmla="*/ 5031590 h 6858000"/>
              <a:gd name="connsiteX154" fmla="*/ 2862295 w 7467600"/>
              <a:gd name="connsiteY154" fmla="*/ 5022958 h 6858000"/>
              <a:gd name="connsiteX155" fmla="*/ 2813343 w 7467600"/>
              <a:gd name="connsiteY155" fmla="*/ 4998369 h 6858000"/>
              <a:gd name="connsiteX156" fmla="*/ 2646245 w 7467600"/>
              <a:gd name="connsiteY156" fmla="*/ 4930999 h 6858000"/>
              <a:gd name="connsiteX157" fmla="*/ 1999243 w 7467600"/>
              <a:gd name="connsiteY157" fmla="*/ 4730524 h 6858000"/>
              <a:gd name="connsiteX158" fmla="*/ 1979527 w 7467600"/>
              <a:gd name="connsiteY158" fmla="*/ 4726651 h 6858000"/>
              <a:gd name="connsiteX159" fmla="*/ 1927410 w 7467600"/>
              <a:gd name="connsiteY159" fmla="*/ 4716164 h 6858000"/>
              <a:gd name="connsiteX160" fmla="*/ 1997014 w 7467600"/>
              <a:gd name="connsiteY160" fmla="*/ 4698007 h 6858000"/>
              <a:gd name="connsiteX161" fmla="*/ 2005458 w 7467600"/>
              <a:gd name="connsiteY161" fmla="*/ 4699540 h 6858000"/>
              <a:gd name="connsiteX162" fmla="*/ 2657186 w 7467600"/>
              <a:gd name="connsiteY162" fmla="*/ 4901687 h 6858000"/>
              <a:gd name="connsiteX163" fmla="*/ 2826662 w 7467600"/>
              <a:gd name="connsiteY163" fmla="*/ 4970362 h 6858000"/>
              <a:gd name="connsiteX164" fmla="*/ 2876100 w 7467600"/>
              <a:gd name="connsiteY164" fmla="*/ 4995397 h 6858000"/>
              <a:gd name="connsiteX165" fmla="*/ 3042600 w 7467600"/>
              <a:gd name="connsiteY165" fmla="*/ 5059532 h 6858000"/>
              <a:gd name="connsiteX166" fmla="*/ 1997014 w 7467600"/>
              <a:gd name="connsiteY166" fmla="*/ 4698007 h 6858000"/>
              <a:gd name="connsiteX167" fmla="*/ 2305292 w 7467600"/>
              <a:gd name="connsiteY167" fmla="*/ 4219492 h 6858000"/>
              <a:gd name="connsiteX168" fmla="*/ 3360922 w 7467600"/>
              <a:gd name="connsiteY168" fmla="*/ 4529373 h 6858000"/>
              <a:gd name="connsiteX169" fmla="*/ 3492420 w 7467600"/>
              <a:gd name="connsiteY169" fmla="*/ 4510145 h 6858000"/>
              <a:gd name="connsiteX170" fmla="*/ 3364086 w 7467600"/>
              <a:gd name="connsiteY170" fmla="*/ 4480340 h 6858000"/>
              <a:gd name="connsiteX171" fmla="*/ 3225818 w 7467600"/>
              <a:gd name="connsiteY171" fmla="*/ 4411822 h 6858000"/>
              <a:gd name="connsiteX172" fmla="*/ 3129696 w 7467600"/>
              <a:gd name="connsiteY172" fmla="*/ 4360704 h 6858000"/>
              <a:gd name="connsiteX173" fmla="*/ 2814545 w 7467600"/>
              <a:gd name="connsiteY173" fmla="*/ 4282955 h 6858000"/>
              <a:gd name="connsiteX174" fmla="*/ 2305292 w 7467600"/>
              <a:gd name="connsiteY174" fmla="*/ 4219492 h 6858000"/>
              <a:gd name="connsiteX175" fmla="*/ 2626982 w 7467600"/>
              <a:gd name="connsiteY175" fmla="*/ 4206450 h 6858000"/>
              <a:gd name="connsiteX176" fmla="*/ 2490617 w 7467600"/>
              <a:gd name="connsiteY176" fmla="*/ 4206951 h 6858000"/>
              <a:gd name="connsiteX177" fmla="*/ 2819869 w 7467600"/>
              <a:gd name="connsiteY177" fmla="*/ 4252936 h 6858000"/>
              <a:gd name="connsiteX178" fmla="*/ 3143018 w 7467600"/>
              <a:gd name="connsiteY178" fmla="*/ 4332698 h 6858000"/>
              <a:gd name="connsiteX179" fmla="*/ 3241520 w 7467600"/>
              <a:gd name="connsiteY179" fmla="*/ 4385112 h 6858000"/>
              <a:gd name="connsiteX180" fmla="*/ 3374575 w 7467600"/>
              <a:gd name="connsiteY180" fmla="*/ 4451517 h 6858000"/>
              <a:gd name="connsiteX181" fmla="*/ 3505221 w 7467600"/>
              <a:gd name="connsiteY181" fmla="*/ 4480757 h 6858000"/>
              <a:gd name="connsiteX182" fmla="*/ 2626982 w 7467600"/>
              <a:gd name="connsiteY182" fmla="*/ 4206450 h 6858000"/>
              <a:gd name="connsiteX183" fmla="*/ 1310106 w 7467600"/>
              <a:gd name="connsiteY183" fmla="*/ 3943217 h 6858000"/>
              <a:gd name="connsiteX184" fmla="*/ 854994 w 7467600"/>
              <a:gd name="connsiteY184" fmla="*/ 4399136 h 6858000"/>
              <a:gd name="connsiteX185" fmla="*/ 742462 w 7467600"/>
              <a:gd name="connsiteY185" fmla="*/ 4594648 h 6858000"/>
              <a:gd name="connsiteX186" fmla="*/ 820602 w 7467600"/>
              <a:gd name="connsiteY186" fmla="*/ 4485915 h 6858000"/>
              <a:gd name="connsiteX187" fmla="*/ 878295 w 7467600"/>
              <a:gd name="connsiteY187" fmla="*/ 4403594 h 6858000"/>
              <a:gd name="connsiteX188" fmla="*/ 1240607 w 7467600"/>
              <a:gd name="connsiteY188" fmla="*/ 4010401 h 6858000"/>
              <a:gd name="connsiteX189" fmla="*/ 1310106 w 7467600"/>
              <a:gd name="connsiteY189" fmla="*/ 3943217 h 6858000"/>
              <a:gd name="connsiteX190" fmla="*/ 1423113 w 7467600"/>
              <a:gd name="connsiteY190" fmla="*/ 3874565 h 6858000"/>
              <a:gd name="connsiteX191" fmla="*/ 1260565 w 7467600"/>
              <a:gd name="connsiteY191" fmla="*/ 4031982 h 6858000"/>
              <a:gd name="connsiteX192" fmla="*/ 901900 w 7467600"/>
              <a:gd name="connsiteY192" fmla="*/ 4421236 h 6858000"/>
              <a:gd name="connsiteX193" fmla="*/ 845044 w 7467600"/>
              <a:gd name="connsiteY193" fmla="*/ 4502436 h 6858000"/>
              <a:gd name="connsiteX194" fmla="*/ 685926 w 7467600"/>
              <a:gd name="connsiteY194" fmla="*/ 4703069 h 6858000"/>
              <a:gd name="connsiteX195" fmla="*/ 684248 w 7467600"/>
              <a:gd name="connsiteY195" fmla="*/ 4706721 h 6858000"/>
              <a:gd name="connsiteX196" fmla="*/ 1423113 w 7467600"/>
              <a:gd name="connsiteY196" fmla="*/ 3874565 h 6858000"/>
              <a:gd name="connsiteX197" fmla="*/ 3316479 w 7467600"/>
              <a:gd name="connsiteY197" fmla="*/ 3872136 h 6858000"/>
              <a:gd name="connsiteX198" fmla="*/ 3546806 w 7467600"/>
              <a:gd name="connsiteY198" fmla="*/ 4356139 h 6858000"/>
              <a:gd name="connsiteX199" fmla="*/ 3364433 w 7467600"/>
              <a:gd name="connsiteY199" fmla="*/ 3953121 h 6858000"/>
              <a:gd name="connsiteX200" fmla="*/ 3316479 w 7467600"/>
              <a:gd name="connsiteY200" fmla="*/ 3872136 h 6858000"/>
              <a:gd name="connsiteX201" fmla="*/ 3291335 w 7467600"/>
              <a:gd name="connsiteY201" fmla="*/ 3767420 h 6858000"/>
              <a:gd name="connsiteX202" fmla="*/ 3390805 w 7467600"/>
              <a:gd name="connsiteY202" fmla="*/ 3937163 h 6858000"/>
              <a:gd name="connsiteX203" fmla="*/ 3579062 w 7467600"/>
              <a:gd name="connsiteY203" fmla="*/ 4359040 h 6858000"/>
              <a:gd name="connsiteX204" fmla="*/ 3467355 w 7467600"/>
              <a:gd name="connsiteY204" fmla="*/ 3988130 h 6858000"/>
              <a:gd name="connsiteX205" fmla="*/ 3310753 w 7467600"/>
              <a:gd name="connsiteY205" fmla="*/ 3787140 h 6858000"/>
              <a:gd name="connsiteX206" fmla="*/ 3291335 w 7467600"/>
              <a:gd name="connsiteY206" fmla="*/ 3767420 h 6858000"/>
              <a:gd name="connsiteX207" fmla="*/ 1635889 w 7467600"/>
              <a:gd name="connsiteY207" fmla="*/ 3709494 h 6858000"/>
              <a:gd name="connsiteX208" fmla="*/ 1634800 w 7467600"/>
              <a:gd name="connsiteY208" fmla="*/ 3731111 h 6858000"/>
              <a:gd name="connsiteX209" fmla="*/ 1635889 w 7467600"/>
              <a:gd name="connsiteY209" fmla="*/ 3709494 h 6858000"/>
              <a:gd name="connsiteX210" fmla="*/ 1510397 w 7467600"/>
              <a:gd name="connsiteY210" fmla="*/ 3684705 h 6858000"/>
              <a:gd name="connsiteX211" fmla="*/ 1146550 w 7467600"/>
              <a:gd name="connsiteY211" fmla="*/ 3802012 h 6858000"/>
              <a:gd name="connsiteX212" fmla="*/ 698834 w 7467600"/>
              <a:gd name="connsiteY212" fmla="*/ 3952272 h 6858000"/>
              <a:gd name="connsiteX213" fmla="*/ 34256 w 7467600"/>
              <a:gd name="connsiteY213" fmla="*/ 4347603 h 6858000"/>
              <a:gd name="connsiteX214" fmla="*/ 527241 w 7467600"/>
              <a:gd name="connsiteY214" fmla="*/ 4065078 h 6858000"/>
              <a:gd name="connsiteX215" fmla="*/ 1510397 w 7467600"/>
              <a:gd name="connsiteY215" fmla="*/ 3684705 h 6858000"/>
              <a:gd name="connsiteX216" fmla="*/ 1313114 w 7467600"/>
              <a:gd name="connsiteY216" fmla="*/ 3655216 h 6858000"/>
              <a:gd name="connsiteX217" fmla="*/ 1109304 w 7467600"/>
              <a:gd name="connsiteY217" fmla="*/ 3669030 h 6858000"/>
              <a:gd name="connsiteX218" fmla="*/ 8129 w 7467600"/>
              <a:gd name="connsiteY218" fmla="*/ 4330519 h 6858000"/>
              <a:gd name="connsiteX219" fmla="*/ 687572 w 7467600"/>
              <a:gd name="connsiteY219" fmla="*/ 3925629 h 6858000"/>
              <a:gd name="connsiteX220" fmla="*/ 1138365 w 7467600"/>
              <a:gd name="connsiteY220" fmla="*/ 3774515 h 6858000"/>
              <a:gd name="connsiteX221" fmla="*/ 1505579 w 7467600"/>
              <a:gd name="connsiteY221" fmla="*/ 3655526 h 6858000"/>
              <a:gd name="connsiteX222" fmla="*/ 1313114 w 7467600"/>
              <a:gd name="connsiteY222" fmla="*/ 3655216 h 6858000"/>
              <a:gd name="connsiteX223" fmla="*/ 3655073 w 7467600"/>
              <a:gd name="connsiteY223" fmla="*/ 3650884 h 6858000"/>
              <a:gd name="connsiteX224" fmla="*/ 3989938 w 7467600"/>
              <a:gd name="connsiteY224" fmla="*/ 3991685 h 6858000"/>
              <a:gd name="connsiteX225" fmla="*/ 4393907 w 7467600"/>
              <a:gd name="connsiteY225" fmla="*/ 4261258 h 6858000"/>
              <a:gd name="connsiteX226" fmla="*/ 4648051 w 7467600"/>
              <a:gd name="connsiteY226" fmla="*/ 4374051 h 6858000"/>
              <a:gd name="connsiteX227" fmla="*/ 4383389 w 7467600"/>
              <a:gd name="connsiteY227" fmla="*/ 4184369 h 6858000"/>
              <a:gd name="connsiteX228" fmla="*/ 4165508 w 7467600"/>
              <a:gd name="connsiteY228" fmla="*/ 4035196 h 6858000"/>
              <a:gd name="connsiteX229" fmla="*/ 4068162 w 7467600"/>
              <a:gd name="connsiteY229" fmla="*/ 3953394 h 6858000"/>
              <a:gd name="connsiteX230" fmla="*/ 3981416 w 7467600"/>
              <a:gd name="connsiteY230" fmla="*/ 3880482 h 6858000"/>
              <a:gd name="connsiteX231" fmla="*/ 3800147 w 7467600"/>
              <a:gd name="connsiteY231" fmla="*/ 3749872 h 6858000"/>
              <a:gd name="connsiteX232" fmla="*/ 3655073 w 7467600"/>
              <a:gd name="connsiteY232" fmla="*/ 3650884 h 6858000"/>
              <a:gd name="connsiteX233" fmla="*/ 3670252 w 7467600"/>
              <a:gd name="connsiteY233" fmla="*/ 3622798 h 6858000"/>
              <a:gd name="connsiteX234" fmla="*/ 3817258 w 7467600"/>
              <a:gd name="connsiteY234" fmla="*/ 3723577 h 6858000"/>
              <a:gd name="connsiteX235" fmla="*/ 4000461 w 7467600"/>
              <a:gd name="connsiteY235" fmla="*/ 3855966 h 6858000"/>
              <a:gd name="connsiteX236" fmla="*/ 4088180 w 7467600"/>
              <a:gd name="connsiteY236" fmla="*/ 3929774 h 6858000"/>
              <a:gd name="connsiteX237" fmla="*/ 4184555 w 7467600"/>
              <a:gd name="connsiteY237" fmla="*/ 4010683 h 6858000"/>
              <a:gd name="connsiteX238" fmla="*/ 4399563 w 7467600"/>
              <a:gd name="connsiteY238" fmla="*/ 4158106 h 6858000"/>
              <a:gd name="connsiteX239" fmla="*/ 4684469 w 7467600"/>
              <a:gd name="connsiteY239" fmla="*/ 4364680 h 6858000"/>
              <a:gd name="connsiteX240" fmla="*/ 4690271 w 7467600"/>
              <a:gd name="connsiteY240" fmla="*/ 4370034 h 6858000"/>
              <a:gd name="connsiteX241" fmla="*/ 4136093 w 7467600"/>
              <a:gd name="connsiteY241" fmla="*/ 3858466 h 6858000"/>
              <a:gd name="connsiteX242" fmla="*/ 3670252 w 7467600"/>
              <a:gd name="connsiteY242" fmla="*/ 3622798 h 6858000"/>
              <a:gd name="connsiteX243" fmla="*/ 4440129 w 7467600"/>
              <a:gd name="connsiteY243" fmla="*/ 3448571 h 6858000"/>
              <a:gd name="connsiteX244" fmla="*/ 4856525 w 7467600"/>
              <a:gd name="connsiteY244" fmla="*/ 3915351 h 6858000"/>
              <a:gd name="connsiteX245" fmla="*/ 5059055 w 7467600"/>
              <a:gd name="connsiteY245" fmla="*/ 4108918 h 6858000"/>
              <a:gd name="connsiteX246" fmla="*/ 5290070 w 7467600"/>
              <a:gd name="connsiteY246" fmla="*/ 4263619 h 6858000"/>
              <a:gd name="connsiteX247" fmla="*/ 4834991 w 7467600"/>
              <a:gd name="connsiteY247" fmla="*/ 3830985 h 6858000"/>
              <a:gd name="connsiteX248" fmla="*/ 4440129 w 7467600"/>
              <a:gd name="connsiteY248" fmla="*/ 3448571 h 6858000"/>
              <a:gd name="connsiteX249" fmla="*/ 4441737 w 7467600"/>
              <a:gd name="connsiteY249" fmla="*/ 3399734 h 6858000"/>
              <a:gd name="connsiteX250" fmla="*/ 4431236 w 7467600"/>
              <a:gd name="connsiteY250" fmla="*/ 3400954 h 6858000"/>
              <a:gd name="connsiteX251" fmla="*/ 4557150 w 7467600"/>
              <a:gd name="connsiteY251" fmla="*/ 3510023 h 6858000"/>
              <a:gd name="connsiteX252" fmla="*/ 4856936 w 7467600"/>
              <a:gd name="connsiteY252" fmla="*/ 3809146 h 6858000"/>
              <a:gd name="connsiteX253" fmla="*/ 5111996 w 7467600"/>
              <a:gd name="connsiteY253" fmla="*/ 4065759 h 6858000"/>
              <a:gd name="connsiteX254" fmla="*/ 5388878 w 7467600"/>
              <a:gd name="connsiteY254" fmla="*/ 4300185 h 6858000"/>
              <a:gd name="connsiteX255" fmla="*/ 5425556 w 7467600"/>
              <a:gd name="connsiteY255" fmla="*/ 4308967 h 6858000"/>
              <a:gd name="connsiteX256" fmla="*/ 4943646 w 7467600"/>
              <a:gd name="connsiteY256" fmla="*/ 3822916 h 6858000"/>
              <a:gd name="connsiteX257" fmla="*/ 4594837 w 7467600"/>
              <a:gd name="connsiteY257" fmla="*/ 3532274 h 6858000"/>
              <a:gd name="connsiteX258" fmla="*/ 4441737 w 7467600"/>
              <a:gd name="connsiteY258" fmla="*/ 3399734 h 6858000"/>
              <a:gd name="connsiteX259" fmla="*/ 5425834 w 7467600"/>
              <a:gd name="connsiteY259" fmla="*/ 3162785 h 6858000"/>
              <a:gd name="connsiteX260" fmla="*/ 5401644 w 7467600"/>
              <a:gd name="connsiteY260" fmla="*/ 3617847 h 6858000"/>
              <a:gd name="connsiteX261" fmla="*/ 5467256 w 7467600"/>
              <a:gd name="connsiteY261" fmla="*/ 4175494 h 6858000"/>
              <a:gd name="connsiteX262" fmla="*/ 5448069 w 7467600"/>
              <a:gd name="connsiteY262" fmla="*/ 3567554 h 6858000"/>
              <a:gd name="connsiteX263" fmla="*/ 5425834 w 7467600"/>
              <a:gd name="connsiteY263" fmla="*/ 3162785 h 6858000"/>
              <a:gd name="connsiteX264" fmla="*/ 1318687 w 7467600"/>
              <a:gd name="connsiteY264" fmla="*/ 3113840 h 6858000"/>
              <a:gd name="connsiteX265" fmla="*/ 1066793 w 7467600"/>
              <a:gd name="connsiteY265" fmla="*/ 3212171 h 6858000"/>
              <a:gd name="connsiteX266" fmla="*/ 993319 w 7467600"/>
              <a:gd name="connsiteY266" fmla="*/ 3247648 h 6858000"/>
              <a:gd name="connsiteX267" fmla="*/ 853081 w 7467600"/>
              <a:gd name="connsiteY267" fmla="*/ 3312410 h 6858000"/>
              <a:gd name="connsiteX268" fmla="*/ 805957 w 7467600"/>
              <a:gd name="connsiteY268" fmla="*/ 3330443 h 6858000"/>
              <a:gd name="connsiteX269" fmla="*/ 1318687 w 7467600"/>
              <a:gd name="connsiteY269" fmla="*/ 3113840 h 6858000"/>
              <a:gd name="connsiteX270" fmla="*/ 5453702 w 7467600"/>
              <a:gd name="connsiteY270" fmla="*/ 3090882 h 6858000"/>
              <a:gd name="connsiteX271" fmla="*/ 5480135 w 7467600"/>
              <a:gd name="connsiteY271" fmla="*/ 3565802 h 6858000"/>
              <a:gd name="connsiteX272" fmla="*/ 5499023 w 7467600"/>
              <a:gd name="connsiteY272" fmla="*/ 4166310 h 6858000"/>
              <a:gd name="connsiteX273" fmla="*/ 5547022 w 7467600"/>
              <a:gd name="connsiteY273" fmla="*/ 3607838 h 6858000"/>
              <a:gd name="connsiteX274" fmla="*/ 5515964 w 7467600"/>
              <a:gd name="connsiteY274" fmla="*/ 3378541 h 6858000"/>
              <a:gd name="connsiteX275" fmla="*/ 5453702 w 7467600"/>
              <a:gd name="connsiteY275" fmla="*/ 3090882 h 6858000"/>
              <a:gd name="connsiteX276" fmla="*/ 1238695 w 7467600"/>
              <a:gd name="connsiteY276" fmla="*/ 3076820 h 6858000"/>
              <a:gd name="connsiteX277" fmla="*/ 716371 w 7467600"/>
              <a:gd name="connsiteY277" fmla="*/ 3293249 h 6858000"/>
              <a:gd name="connsiteX278" fmla="*/ 579522 w 7467600"/>
              <a:gd name="connsiteY278" fmla="*/ 3371759 h 6858000"/>
              <a:gd name="connsiteX279" fmla="*/ 600288 w 7467600"/>
              <a:gd name="connsiteY279" fmla="*/ 3365555 h 6858000"/>
              <a:gd name="connsiteX280" fmla="*/ 840692 w 7467600"/>
              <a:gd name="connsiteY280" fmla="*/ 3284921 h 6858000"/>
              <a:gd name="connsiteX281" fmla="*/ 979248 w 7467600"/>
              <a:gd name="connsiteY281" fmla="*/ 3221003 h 6858000"/>
              <a:gd name="connsiteX282" fmla="*/ 1053282 w 7467600"/>
              <a:gd name="connsiteY282" fmla="*/ 3185247 h 6858000"/>
              <a:gd name="connsiteX283" fmla="*/ 1320603 w 7467600"/>
              <a:gd name="connsiteY283" fmla="*/ 3081281 h 6858000"/>
              <a:gd name="connsiteX284" fmla="*/ 1238695 w 7467600"/>
              <a:gd name="connsiteY284" fmla="*/ 3076820 h 6858000"/>
              <a:gd name="connsiteX285" fmla="*/ 5425627 w 7467600"/>
              <a:gd name="connsiteY285" fmla="*/ 2954192 h 6858000"/>
              <a:gd name="connsiteX286" fmla="*/ 5470770 w 7467600"/>
              <a:gd name="connsiteY286" fmla="*/ 3005435 h 6858000"/>
              <a:gd name="connsiteX287" fmla="*/ 5519779 w 7467600"/>
              <a:gd name="connsiteY287" fmla="*/ 4359223 h 6858000"/>
              <a:gd name="connsiteX288" fmla="*/ 5520293 w 7467600"/>
              <a:gd name="connsiteY288" fmla="*/ 4360602 h 6858000"/>
              <a:gd name="connsiteX289" fmla="*/ 5767221 w 7467600"/>
              <a:gd name="connsiteY289" fmla="*/ 4665564 h 6858000"/>
              <a:gd name="connsiteX290" fmla="*/ 6937169 w 7467600"/>
              <a:gd name="connsiteY290" fmla="*/ 4815941 h 6858000"/>
              <a:gd name="connsiteX291" fmla="*/ 6953922 w 7467600"/>
              <a:gd name="connsiteY291" fmla="*/ 4890068 h 6858000"/>
              <a:gd name="connsiteX292" fmla="*/ 6071359 w 7467600"/>
              <a:gd name="connsiteY292" fmla="*/ 4770770 h 6858000"/>
              <a:gd name="connsiteX293" fmla="*/ 6038839 w 7467600"/>
              <a:gd name="connsiteY293" fmla="*/ 4764474 h 6858000"/>
              <a:gd name="connsiteX294" fmla="*/ 6038706 w 7467600"/>
              <a:gd name="connsiteY294" fmla="*/ 4763847 h 6858000"/>
              <a:gd name="connsiteX295" fmla="*/ 6037784 w 7467600"/>
              <a:gd name="connsiteY295" fmla="*/ 4764270 h 6858000"/>
              <a:gd name="connsiteX296" fmla="*/ 6038839 w 7467600"/>
              <a:gd name="connsiteY296" fmla="*/ 4764474 h 6858000"/>
              <a:gd name="connsiteX297" fmla="*/ 6040338 w 7467600"/>
              <a:gd name="connsiteY297" fmla="*/ 4771418 h 6858000"/>
              <a:gd name="connsiteX298" fmla="*/ 6024488 w 7467600"/>
              <a:gd name="connsiteY298" fmla="*/ 4809903 h 6858000"/>
              <a:gd name="connsiteX299" fmla="*/ 5599771 w 7467600"/>
              <a:gd name="connsiteY299" fmla="*/ 5509652 h 6858000"/>
              <a:gd name="connsiteX300" fmla="*/ 5548843 w 7467600"/>
              <a:gd name="connsiteY300" fmla="*/ 5563845 h 6858000"/>
              <a:gd name="connsiteX301" fmla="*/ 5940952 w 7467600"/>
              <a:gd name="connsiteY301" fmla="*/ 6250028 h 6858000"/>
              <a:gd name="connsiteX302" fmla="*/ 6043441 w 7467600"/>
              <a:gd name="connsiteY302" fmla="*/ 6665847 h 6858000"/>
              <a:gd name="connsiteX303" fmla="*/ 6093432 w 7467600"/>
              <a:gd name="connsiteY303" fmla="*/ 6858000 h 6858000"/>
              <a:gd name="connsiteX304" fmla="*/ 6034344 w 7467600"/>
              <a:gd name="connsiteY304" fmla="*/ 6858000 h 6858000"/>
              <a:gd name="connsiteX305" fmla="*/ 6026679 w 7467600"/>
              <a:gd name="connsiteY305" fmla="*/ 6836959 h 6858000"/>
              <a:gd name="connsiteX306" fmla="*/ 5800441 w 7467600"/>
              <a:gd name="connsiteY306" fmla="*/ 6335286 h 6858000"/>
              <a:gd name="connsiteX307" fmla="*/ 5526562 w 7467600"/>
              <a:gd name="connsiteY307" fmla="*/ 5705388 h 6858000"/>
              <a:gd name="connsiteX308" fmla="*/ 5519640 w 7467600"/>
              <a:gd name="connsiteY308" fmla="*/ 5683774 h 6858000"/>
              <a:gd name="connsiteX309" fmla="*/ 5844559 w 7467600"/>
              <a:gd name="connsiteY309" fmla="*/ 6553349 h 6858000"/>
              <a:gd name="connsiteX310" fmla="*/ 5975994 w 7467600"/>
              <a:gd name="connsiteY310" fmla="*/ 6858000 h 6858000"/>
              <a:gd name="connsiteX311" fmla="*/ 5898547 w 7467600"/>
              <a:gd name="connsiteY311" fmla="*/ 6858000 h 6858000"/>
              <a:gd name="connsiteX312" fmla="*/ 5682041 w 7467600"/>
              <a:gd name="connsiteY312" fmla="*/ 6355860 h 6858000"/>
              <a:gd name="connsiteX313" fmla="*/ 5461758 w 7467600"/>
              <a:gd name="connsiteY313" fmla="*/ 5820220 h 6858000"/>
              <a:gd name="connsiteX314" fmla="*/ 5237282 w 7467600"/>
              <a:gd name="connsiteY314" fmla="*/ 6579086 h 6858000"/>
              <a:gd name="connsiteX315" fmla="*/ 5115009 w 7467600"/>
              <a:gd name="connsiteY315" fmla="*/ 6858000 h 6858000"/>
              <a:gd name="connsiteX316" fmla="*/ 5028074 w 7467600"/>
              <a:gd name="connsiteY316" fmla="*/ 6858000 h 6858000"/>
              <a:gd name="connsiteX317" fmla="*/ 5079508 w 7467600"/>
              <a:gd name="connsiteY317" fmla="*/ 6749074 h 6858000"/>
              <a:gd name="connsiteX318" fmla="*/ 5371846 w 7467600"/>
              <a:gd name="connsiteY318" fmla="*/ 5924413 h 6858000"/>
              <a:gd name="connsiteX319" fmla="*/ 5270512 w 7467600"/>
              <a:gd name="connsiteY319" fmla="*/ 6138975 h 6858000"/>
              <a:gd name="connsiteX320" fmla="*/ 5062409 w 7467600"/>
              <a:gd name="connsiteY320" fmla="*/ 6653544 h 6858000"/>
              <a:gd name="connsiteX321" fmla="*/ 5036628 w 7467600"/>
              <a:gd name="connsiteY321" fmla="*/ 6754247 h 6858000"/>
              <a:gd name="connsiteX322" fmla="*/ 5009112 w 7467600"/>
              <a:gd name="connsiteY322" fmla="*/ 6858000 h 6858000"/>
              <a:gd name="connsiteX323" fmla="*/ 4976679 w 7467600"/>
              <a:gd name="connsiteY323" fmla="*/ 6858000 h 6858000"/>
              <a:gd name="connsiteX324" fmla="*/ 5006537 w 7467600"/>
              <a:gd name="connsiteY324" fmla="*/ 6747068 h 6858000"/>
              <a:gd name="connsiteX325" fmla="*/ 5032723 w 7467600"/>
              <a:gd name="connsiteY325" fmla="*/ 6644957 h 6858000"/>
              <a:gd name="connsiteX326" fmla="*/ 5242949 w 7467600"/>
              <a:gd name="connsiteY326" fmla="*/ 6125175 h 6858000"/>
              <a:gd name="connsiteX327" fmla="*/ 5286321 w 7467600"/>
              <a:gd name="connsiteY327" fmla="*/ 6033555 h 6858000"/>
              <a:gd name="connsiteX328" fmla="*/ 5008210 w 7467600"/>
              <a:gd name="connsiteY328" fmla="*/ 6649194 h 6858000"/>
              <a:gd name="connsiteX329" fmla="*/ 4986321 w 7467600"/>
              <a:gd name="connsiteY329" fmla="*/ 6765687 h 6858000"/>
              <a:gd name="connsiteX330" fmla="*/ 4973474 w 7467600"/>
              <a:gd name="connsiteY330" fmla="*/ 6858000 h 6858000"/>
              <a:gd name="connsiteX331" fmla="*/ 4907178 w 7467600"/>
              <a:gd name="connsiteY331" fmla="*/ 6858000 h 6858000"/>
              <a:gd name="connsiteX332" fmla="*/ 4910810 w 7467600"/>
              <a:gd name="connsiteY332" fmla="*/ 6829660 h 6858000"/>
              <a:gd name="connsiteX333" fmla="*/ 4987461 w 7467600"/>
              <a:gd name="connsiteY333" fmla="*/ 6432994 h 6858000"/>
              <a:gd name="connsiteX334" fmla="*/ 5179262 w 7467600"/>
              <a:gd name="connsiteY334" fmla="*/ 6035044 h 6858000"/>
              <a:gd name="connsiteX335" fmla="*/ 4689678 w 7467600"/>
              <a:gd name="connsiteY335" fmla="*/ 6440241 h 6858000"/>
              <a:gd name="connsiteX336" fmla="*/ 4477543 w 7467600"/>
              <a:gd name="connsiteY336" fmla="*/ 6674836 h 6858000"/>
              <a:gd name="connsiteX337" fmla="*/ 4329957 w 7467600"/>
              <a:gd name="connsiteY337" fmla="*/ 6858000 h 6858000"/>
              <a:gd name="connsiteX338" fmla="*/ 4218595 w 7467600"/>
              <a:gd name="connsiteY338" fmla="*/ 6858000 h 6858000"/>
              <a:gd name="connsiteX339" fmla="*/ 4368888 w 7467600"/>
              <a:gd name="connsiteY339" fmla="*/ 6668412 h 6858000"/>
              <a:gd name="connsiteX340" fmla="*/ 4563091 w 7467600"/>
              <a:gd name="connsiteY340" fmla="*/ 6442508 h 6858000"/>
              <a:gd name="connsiteX341" fmla="*/ 5387324 w 7467600"/>
              <a:gd name="connsiteY341" fmla="*/ 5705830 h 6858000"/>
              <a:gd name="connsiteX342" fmla="*/ 5073620 w 7467600"/>
              <a:gd name="connsiteY342" fmla="*/ 5955437 h 6858000"/>
              <a:gd name="connsiteX343" fmla="*/ 4689789 w 7467600"/>
              <a:gd name="connsiteY343" fmla="*/ 6268382 h 6858000"/>
              <a:gd name="connsiteX344" fmla="*/ 4418722 w 7467600"/>
              <a:gd name="connsiteY344" fmla="*/ 6570886 h 6858000"/>
              <a:gd name="connsiteX345" fmla="*/ 4214944 w 7467600"/>
              <a:gd name="connsiteY345" fmla="*/ 6858000 h 6858000"/>
              <a:gd name="connsiteX346" fmla="*/ 4177898 w 7467600"/>
              <a:gd name="connsiteY346" fmla="*/ 6858000 h 6858000"/>
              <a:gd name="connsiteX347" fmla="*/ 4391597 w 7467600"/>
              <a:gd name="connsiteY347" fmla="*/ 6556370 h 6858000"/>
              <a:gd name="connsiteX348" fmla="*/ 4668889 w 7467600"/>
              <a:gd name="connsiteY348" fmla="*/ 6246399 h 6858000"/>
              <a:gd name="connsiteX349" fmla="*/ 5055427 w 7467600"/>
              <a:gd name="connsiteY349" fmla="*/ 5931476 h 6858000"/>
              <a:gd name="connsiteX350" fmla="*/ 5371814 w 7467600"/>
              <a:gd name="connsiteY350" fmla="*/ 5678975 h 6858000"/>
              <a:gd name="connsiteX351" fmla="*/ 4987918 w 7467600"/>
              <a:gd name="connsiteY351" fmla="*/ 5838701 h 6858000"/>
              <a:gd name="connsiteX352" fmla="*/ 4317146 w 7467600"/>
              <a:gd name="connsiteY352" fmla="*/ 6587716 h 6858000"/>
              <a:gd name="connsiteX353" fmla="*/ 4171627 w 7467600"/>
              <a:gd name="connsiteY353" fmla="*/ 6858000 h 6858000"/>
              <a:gd name="connsiteX354" fmla="*/ 4081585 w 7467600"/>
              <a:gd name="connsiteY354" fmla="*/ 6858000 h 6858000"/>
              <a:gd name="connsiteX355" fmla="*/ 4238603 w 7467600"/>
              <a:gd name="connsiteY355" fmla="*/ 6559341 h 6858000"/>
              <a:gd name="connsiteX356" fmla="*/ 4778333 w 7467600"/>
              <a:gd name="connsiteY356" fmla="*/ 5873626 h 6858000"/>
              <a:gd name="connsiteX357" fmla="*/ 5414185 w 7467600"/>
              <a:gd name="connsiteY357" fmla="*/ 5573882 h 6858000"/>
              <a:gd name="connsiteX358" fmla="*/ 5959648 w 7467600"/>
              <a:gd name="connsiteY358" fmla="*/ 4760797 h 6858000"/>
              <a:gd name="connsiteX359" fmla="*/ 5355019 w 7467600"/>
              <a:gd name="connsiteY359" fmla="*/ 4734672 h 6858000"/>
              <a:gd name="connsiteX360" fmla="*/ 5083565 w 7467600"/>
              <a:gd name="connsiteY360" fmla="*/ 5179121 h 6858000"/>
              <a:gd name="connsiteX361" fmla="*/ 4713577 w 7467600"/>
              <a:gd name="connsiteY361" fmla="*/ 5616803 h 6858000"/>
              <a:gd name="connsiteX362" fmla="*/ 3989559 w 7467600"/>
              <a:gd name="connsiteY362" fmla="*/ 6145945 h 6858000"/>
              <a:gd name="connsiteX363" fmla="*/ 3939824 w 7467600"/>
              <a:gd name="connsiteY363" fmla="*/ 6066900 h 6858000"/>
              <a:gd name="connsiteX364" fmla="*/ 4584537 w 7467600"/>
              <a:gd name="connsiteY364" fmla="*/ 5324826 h 6858000"/>
              <a:gd name="connsiteX365" fmla="*/ 5037105 w 7467600"/>
              <a:gd name="connsiteY365" fmla="*/ 5088765 h 6858000"/>
              <a:gd name="connsiteX366" fmla="*/ 5039930 w 7467600"/>
              <a:gd name="connsiteY366" fmla="*/ 5089585 h 6858000"/>
              <a:gd name="connsiteX367" fmla="*/ 5263764 w 7467600"/>
              <a:gd name="connsiteY367" fmla="*/ 4735525 h 6858000"/>
              <a:gd name="connsiteX368" fmla="*/ 4086300 w 7467600"/>
              <a:gd name="connsiteY368" fmla="*/ 4884599 h 6858000"/>
              <a:gd name="connsiteX369" fmla="*/ 4085485 w 7467600"/>
              <a:gd name="connsiteY369" fmla="*/ 4899070 h 6858000"/>
              <a:gd name="connsiteX370" fmla="*/ 3871915 w 7467600"/>
              <a:gd name="connsiteY370" fmla="*/ 5253645 h 6858000"/>
              <a:gd name="connsiteX371" fmla="*/ 3799374 w 7467600"/>
              <a:gd name="connsiteY371" fmla="*/ 5466127 h 6858000"/>
              <a:gd name="connsiteX372" fmla="*/ 3498850 w 7467600"/>
              <a:gd name="connsiteY372" fmla="*/ 6661888 h 6858000"/>
              <a:gd name="connsiteX373" fmla="*/ 3399216 w 7467600"/>
              <a:gd name="connsiteY373" fmla="*/ 6858000 h 6858000"/>
              <a:gd name="connsiteX374" fmla="*/ 3303688 w 7467600"/>
              <a:gd name="connsiteY374" fmla="*/ 6858000 h 6858000"/>
              <a:gd name="connsiteX375" fmla="*/ 3391774 w 7467600"/>
              <a:gd name="connsiteY375" fmla="*/ 6697181 h 6858000"/>
              <a:gd name="connsiteX376" fmla="*/ 3735540 w 7467600"/>
              <a:gd name="connsiteY376" fmla="*/ 5546923 h 6858000"/>
              <a:gd name="connsiteX377" fmla="*/ 3729438 w 7467600"/>
              <a:gd name="connsiteY377" fmla="*/ 5569058 h 6858000"/>
              <a:gd name="connsiteX378" fmla="*/ 3707782 w 7467600"/>
              <a:gd name="connsiteY378" fmla="*/ 5644908 h 6858000"/>
              <a:gd name="connsiteX379" fmla="*/ 3583827 w 7467600"/>
              <a:gd name="connsiteY379" fmla="*/ 6039215 h 6858000"/>
              <a:gd name="connsiteX380" fmla="*/ 3547861 w 7467600"/>
              <a:gd name="connsiteY380" fmla="*/ 6129609 h 6858000"/>
              <a:gd name="connsiteX381" fmla="*/ 3490905 w 7467600"/>
              <a:gd name="connsiteY381" fmla="*/ 6277660 h 6858000"/>
              <a:gd name="connsiteX382" fmla="*/ 3455859 w 7467600"/>
              <a:gd name="connsiteY382" fmla="*/ 6391301 h 6858000"/>
              <a:gd name="connsiteX383" fmla="*/ 3429112 w 7467600"/>
              <a:gd name="connsiteY383" fmla="*/ 6479469 h 6858000"/>
              <a:gd name="connsiteX384" fmla="*/ 3304862 w 7467600"/>
              <a:gd name="connsiteY384" fmla="*/ 6796476 h 6858000"/>
              <a:gd name="connsiteX385" fmla="*/ 3276071 w 7467600"/>
              <a:gd name="connsiteY385" fmla="*/ 6858000 h 6858000"/>
              <a:gd name="connsiteX386" fmla="*/ 3240805 w 7467600"/>
              <a:gd name="connsiteY386" fmla="*/ 6858000 h 6858000"/>
              <a:gd name="connsiteX387" fmla="*/ 3275917 w 7467600"/>
              <a:gd name="connsiteY387" fmla="*/ 6783192 h 6858000"/>
              <a:gd name="connsiteX388" fmla="*/ 3399358 w 7467600"/>
              <a:gd name="connsiteY388" fmla="*/ 6469011 h 6858000"/>
              <a:gd name="connsiteX389" fmla="*/ 3425650 w 7467600"/>
              <a:gd name="connsiteY389" fmla="*/ 6381333 h 6858000"/>
              <a:gd name="connsiteX390" fmla="*/ 3460661 w 7467600"/>
              <a:gd name="connsiteY390" fmla="*/ 6266763 h 6858000"/>
              <a:gd name="connsiteX391" fmla="*/ 3518021 w 7467600"/>
              <a:gd name="connsiteY391" fmla="*/ 6117298 h 6858000"/>
              <a:gd name="connsiteX392" fmla="*/ 3554035 w 7467600"/>
              <a:gd name="connsiteY392" fmla="*/ 6027832 h 6858000"/>
              <a:gd name="connsiteX393" fmla="*/ 3677174 w 7467600"/>
              <a:gd name="connsiteY393" fmla="*/ 5636351 h 6858000"/>
              <a:gd name="connsiteX394" fmla="*/ 3698819 w 7467600"/>
              <a:gd name="connsiteY394" fmla="*/ 5560503 h 6858000"/>
              <a:gd name="connsiteX395" fmla="*/ 3702094 w 7467600"/>
              <a:gd name="connsiteY395" fmla="*/ 5549194 h 6858000"/>
              <a:gd name="connsiteX396" fmla="*/ 3398355 w 7467600"/>
              <a:gd name="connsiteY396" fmla="*/ 6094603 h 6858000"/>
              <a:gd name="connsiteX397" fmla="*/ 3193941 w 7467600"/>
              <a:gd name="connsiteY397" fmla="*/ 6798775 h 6858000"/>
              <a:gd name="connsiteX398" fmla="*/ 3184140 w 7467600"/>
              <a:gd name="connsiteY398" fmla="*/ 6858000 h 6858000"/>
              <a:gd name="connsiteX399" fmla="*/ 3099978 w 7467600"/>
              <a:gd name="connsiteY399" fmla="*/ 6858000 h 6858000"/>
              <a:gd name="connsiteX400" fmla="*/ 3101556 w 7467600"/>
              <a:gd name="connsiteY400" fmla="*/ 6843337 h 6858000"/>
              <a:gd name="connsiteX401" fmla="*/ 3370162 w 7467600"/>
              <a:gd name="connsiteY401" fmla="*/ 5785550 h 6858000"/>
              <a:gd name="connsiteX402" fmla="*/ 3746477 w 7467600"/>
              <a:gd name="connsiteY402" fmla="*/ 5377889 h 6858000"/>
              <a:gd name="connsiteX403" fmla="*/ 3863399 w 7467600"/>
              <a:gd name="connsiteY403" fmla="*/ 5087257 h 6858000"/>
              <a:gd name="connsiteX404" fmla="*/ 3968712 w 7467600"/>
              <a:gd name="connsiteY404" fmla="*/ 4913989 h 6858000"/>
              <a:gd name="connsiteX405" fmla="*/ 2792390 w 7467600"/>
              <a:gd name="connsiteY405" fmla="*/ 5382974 h 6858000"/>
              <a:gd name="connsiteX406" fmla="*/ 2714982 w 7467600"/>
              <a:gd name="connsiteY406" fmla="*/ 5427051 h 6858000"/>
              <a:gd name="connsiteX407" fmla="*/ 2813361 w 7467600"/>
              <a:gd name="connsiteY407" fmla="*/ 6023912 h 6858000"/>
              <a:gd name="connsiteX408" fmla="*/ 2688430 w 7467600"/>
              <a:gd name="connsiteY408" fmla="*/ 6801564 h 6858000"/>
              <a:gd name="connsiteX409" fmla="*/ 2629626 w 7467600"/>
              <a:gd name="connsiteY409" fmla="*/ 6763394 h 6858000"/>
              <a:gd name="connsiteX410" fmla="*/ 2565328 w 7467600"/>
              <a:gd name="connsiteY410" fmla="*/ 5516399 h 6858000"/>
              <a:gd name="connsiteX411" fmla="*/ 1922999 w 7467600"/>
              <a:gd name="connsiteY411" fmla="*/ 5980343 h 6858000"/>
              <a:gd name="connsiteX412" fmla="*/ 1950261 w 7467600"/>
              <a:gd name="connsiteY412" fmla="*/ 6405858 h 6858000"/>
              <a:gd name="connsiteX413" fmla="*/ 2365554 w 7467600"/>
              <a:gd name="connsiteY413" fmla="*/ 6759107 h 6858000"/>
              <a:gd name="connsiteX414" fmla="*/ 2424142 w 7467600"/>
              <a:gd name="connsiteY414" fmla="*/ 6858000 h 6858000"/>
              <a:gd name="connsiteX415" fmla="*/ 2395994 w 7467600"/>
              <a:gd name="connsiteY415" fmla="*/ 6858000 h 6858000"/>
              <a:gd name="connsiteX416" fmla="*/ 2392863 w 7467600"/>
              <a:gd name="connsiteY416" fmla="*/ 6852964 h 6858000"/>
              <a:gd name="connsiteX417" fmla="*/ 2017589 w 7467600"/>
              <a:gd name="connsiteY417" fmla="*/ 6493982 h 6858000"/>
              <a:gd name="connsiteX418" fmla="*/ 2147336 w 7467600"/>
              <a:gd name="connsiteY418" fmla="*/ 6594052 h 6858000"/>
              <a:gd name="connsiteX419" fmla="*/ 2207047 w 7467600"/>
              <a:gd name="connsiteY419" fmla="*/ 6654540 h 6858000"/>
              <a:gd name="connsiteX420" fmla="*/ 2299106 w 7467600"/>
              <a:gd name="connsiteY420" fmla="*/ 6778931 h 6858000"/>
              <a:gd name="connsiteX421" fmla="*/ 2314430 w 7467600"/>
              <a:gd name="connsiteY421" fmla="*/ 6801144 h 6858000"/>
              <a:gd name="connsiteX422" fmla="*/ 2352406 w 7467600"/>
              <a:gd name="connsiteY422" fmla="*/ 6858000 h 6858000"/>
              <a:gd name="connsiteX423" fmla="*/ 2314492 w 7467600"/>
              <a:gd name="connsiteY423" fmla="*/ 6858000 h 6858000"/>
              <a:gd name="connsiteX424" fmla="*/ 2288095 w 7467600"/>
              <a:gd name="connsiteY424" fmla="*/ 6818030 h 6858000"/>
              <a:gd name="connsiteX425" fmla="*/ 2272768 w 7467600"/>
              <a:gd name="connsiteY425" fmla="*/ 6795822 h 6858000"/>
              <a:gd name="connsiteX426" fmla="*/ 2182715 w 7467600"/>
              <a:gd name="connsiteY426" fmla="*/ 6675071 h 6858000"/>
              <a:gd name="connsiteX427" fmla="*/ 2032061 w 7467600"/>
              <a:gd name="connsiteY427" fmla="*/ 6541380 h 6858000"/>
              <a:gd name="connsiteX428" fmla="*/ 2257220 w 7467600"/>
              <a:gd name="connsiteY428" fmla="*/ 6826257 h 6858000"/>
              <a:gd name="connsiteX429" fmla="*/ 2281324 w 7467600"/>
              <a:gd name="connsiteY429" fmla="*/ 6858000 h 6858000"/>
              <a:gd name="connsiteX430" fmla="*/ 2242860 w 7467600"/>
              <a:gd name="connsiteY430" fmla="*/ 6858000 h 6858000"/>
              <a:gd name="connsiteX431" fmla="*/ 2232818 w 7467600"/>
              <a:gd name="connsiteY431" fmla="*/ 6844926 h 6858000"/>
              <a:gd name="connsiteX432" fmla="*/ 1990172 w 7467600"/>
              <a:gd name="connsiteY432" fmla="*/ 6542121 h 6858000"/>
              <a:gd name="connsiteX433" fmla="*/ 2124090 w 7467600"/>
              <a:gd name="connsiteY433" fmla="*/ 6761017 h 6858000"/>
              <a:gd name="connsiteX434" fmla="*/ 2200380 w 7467600"/>
              <a:gd name="connsiteY434" fmla="*/ 6858000 h 6858000"/>
              <a:gd name="connsiteX435" fmla="*/ 2147507 w 7467600"/>
              <a:gd name="connsiteY435" fmla="*/ 6858000 h 6858000"/>
              <a:gd name="connsiteX436" fmla="*/ 2070668 w 7467600"/>
              <a:gd name="connsiteY436" fmla="*/ 6761520 h 6858000"/>
              <a:gd name="connsiteX437" fmla="*/ 1975142 w 7467600"/>
              <a:gd name="connsiteY437" fmla="*/ 6585570 h 6858000"/>
              <a:gd name="connsiteX438" fmla="*/ 2050035 w 7467600"/>
              <a:gd name="connsiteY438" fmla="*/ 6813345 h 6858000"/>
              <a:gd name="connsiteX439" fmla="*/ 2063025 w 7467600"/>
              <a:gd name="connsiteY439" fmla="*/ 6858000 h 6858000"/>
              <a:gd name="connsiteX440" fmla="*/ 2021675 w 7467600"/>
              <a:gd name="connsiteY440" fmla="*/ 6858000 h 6858000"/>
              <a:gd name="connsiteX441" fmla="*/ 2019308 w 7467600"/>
              <a:gd name="connsiteY441" fmla="*/ 6847118 h 6858000"/>
              <a:gd name="connsiteX442" fmla="*/ 1938835 w 7467600"/>
              <a:gd name="connsiteY442" fmla="*/ 6551160 h 6858000"/>
              <a:gd name="connsiteX443" fmla="*/ 1953230 w 7467600"/>
              <a:gd name="connsiteY443" fmla="*/ 6759699 h 6858000"/>
              <a:gd name="connsiteX444" fmla="*/ 1956763 w 7467600"/>
              <a:gd name="connsiteY444" fmla="*/ 6778191 h 6858000"/>
              <a:gd name="connsiteX445" fmla="*/ 1967925 w 7467600"/>
              <a:gd name="connsiteY445" fmla="*/ 6858000 h 6858000"/>
              <a:gd name="connsiteX446" fmla="*/ 1936622 w 7467600"/>
              <a:gd name="connsiteY446" fmla="*/ 6858000 h 6858000"/>
              <a:gd name="connsiteX447" fmla="*/ 1926261 w 7467600"/>
              <a:gd name="connsiteY447" fmla="*/ 6784064 h 6858000"/>
              <a:gd name="connsiteX448" fmla="*/ 1922724 w 7467600"/>
              <a:gd name="connsiteY448" fmla="*/ 6765577 h 6858000"/>
              <a:gd name="connsiteX449" fmla="*/ 1904650 w 7467600"/>
              <a:gd name="connsiteY449" fmla="*/ 6639616 h 6858000"/>
              <a:gd name="connsiteX450" fmla="*/ 1885273 w 7467600"/>
              <a:gd name="connsiteY450" fmla="*/ 6858000 h 6858000"/>
              <a:gd name="connsiteX451" fmla="*/ 1854363 w 7467600"/>
              <a:gd name="connsiteY451" fmla="*/ 6858000 h 6858000"/>
              <a:gd name="connsiteX452" fmla="*/ 1880391 w 7467600"/>
              <a:gd name="connsiteY452" fmla="*/ 6603796 h 6858000"/>
              <a:gd name="connsiteX453" fmla="*/ 1818273 w 7467600"/>
              <a:gd name="connsiteY453" fmla="*/ 6715729 h 6858000"/>
              <a:gd name="connsiteX454" fmla="*/ 1794691 w 7467600"/>
              <a:gd name="connsiteY454" fmla="*/ 6843239 h 6858000"/>
              <a:gd name="connsiteX455" fmla="*/ 1794914 w 7467600"/>
              <a:gd name="connsiteY455" fmla="*/ 6858000 h 6858000"/>
              <a:gd name="connsiteX456" fmla="*/ 1746128 w 7467600"/>
              <a:gd name="connsiteY456" fmla="*/ 6858000 h 6858000"/>
              <a:gd name="connsiteX457" fmla="*/ 1753934 w 7467600"/>
              <a:gd name="connsiteY457" fmla="*/ 6724796 h 6858000"/>
              <a:gd name="connsiteX458" fmla="*/ 1792053 w 7467600"/>
              <a:gd name="connsiteY458" fmla="*/ 6572396 h 6858000"/>
              <a:gd name="connsiteX459" fmla="*/ 1862248 w 7467600"/>
              <a:gd name="connsiteY459" fmla="*/ 6266397 h 6858000"/>
              <a:gd name="connsiteX460" fmla="*/ 1862250 w 7467600"/>
              <a:gd name="connsiteY460" fmla="*/ 6033531 h 6858000"/>
              <a:gd name="connsiteX461" fmla="*/ 1211999 w 7467600"/>
              <a:gd name="connsiteY461" fmla="*/ 6683610 h 6858000"/>
              <a:gd name="connsiteX462" fmla="*/ 1213266 w 7467600"/>
              <a:gd name="connsiteY462" fmla="*/ 6691947 h 6858000"/>
              <a:gd name="connsiteX463" fmla="*/ 1203370 w 7467600"/>
              <a:gd name="connsiteY463" fmla="*/ 6850676 h 6858000"/>
              <a:gd name="connsiteX464" fmla="*/ 1203671 w 7467600"/>
              <a:gd name="connsiteY464" fmla="*/ 6858000 h 6858000"/>
              <a:gd name="connsiteX465" fmla="*/ 1143180 w 7467600"/>
              <a:gd name="connsiteY465" fmla="*/ 6858000 h 6858000"/>
              <a:gd name="connsiteX466" fmla="*/ 1142176 w 7467600"/>
              <a:gd name="connsiteY466" fmla="*/ 6766045 h 6858000"/>
              <a:gd name="connsiteX467" fmla="*/ 1067484 w 7467600"/>
              <a:gd name="connsiteY467" fmla="*/ 6858000 h 6858000"/>
              <a:gd name="connsiteX468" fmla="*/ 953928 w 7467600"/>
              <a:gd name="connsiteY468" fmla="*/ 6858000 h 6858000"/>
              <a:gd name="connsiteX469" fmla="*/ 959715 w 7467600"/>
              <a:gd name="connsiteY469" fmla="*/ 6850185 h 6858000"/>
              <a:gd name="connsiteX470" fmla="*/ 1483788 w 7467600"/>
              <a:gd name="connsiteY470" fmla="*/ 6259174 h 6858000"/>
              <a:gd name="connsiteX471" fmla="*/ 1100671 w 7467600"/>
              <a:gd name="connsiteY471" fmla="*/ 6252137 h 6858000"/>
              <a:gd name="connsiteX472" fmla="*/ 1090144 w 7467600"/>
              <a:gd name="connsiteY472" fmla="*/ 6256748 h 6858000"/>
              <a:gd name="connsiteX473" fmla="*/ 1095872 w 7467600"/>
              <a:gd name="connsiteY473" fmla="*/ 6271892 h 6858000"/>
              <a:gd name="connsiteX474" fmla="*/ 262785 w 7467600"/>
              <a:gd name="connsiteY474" fmla="*/ 6845450 h 6858000"/>
              <a:gd name="connsiteX475" fmla="*/ 209968 w 7467600"/>
              <a:gd name="connsiteY475" fmla="*/ 6770713 h 6858000"/>
              <a:gd name="connsiteX476" fmla="*/ 873460 w 7467600"/>
              <a:gd name="connsiteY476" fmla="*/ 6253768 h 6858000"/>
              <a:gd name="connsiteX477" fmla="*/ 192686 w 7467600"/>
              <a:gd name="connsiteY477" fmla="*/ 5849257 h 6858000"/>
              <a:gd name="connsiteX478" fmla="*/ 4696 w 7467600"/>
              <a:gd name="connsiteY478" fmla="*/ 5697668 h 6858000"/>
              <a:gd name="connsiteX479" fmla="*/ 0 w 7467600"/>
              <a:gd name="connsiteY479" fmla="*/ 5689984 h 6858000"/>
              <a:gd name="connsiteX480" fmla="*/ 0 w 7467600"/>
              <a:gd name="connsiteY480" fmla="*/ 5513472 h 6858000"/>
              <a:gd name="connsiteX481" fmla="*/ 174101 w 7467600"/>
              <a:gd name="connsiteY481" fmla="*/ 5620277 h 6858000"/>
              <a:gd name="connsiteX482" fmla="*/ 891800 w 7467600"/>
              <a:gd name="connsiteY482" fmla="*/ 6036935 h 6858000"/>
              <a:gd name="connsiteX483" fmla="*/ 1072219 w 7467600"/>
              <a:gd name="connsiteY483" fmla="*/ 6169443 h 6858000"/>
              <a:gd name="connsiteX484" fmla="*/ 1074117 w 7467600"/>
              <a:gd name="connsiteY484" fmla="*/ 6170301 h 6858000"/>
              <a:gd name="connsiteX485" fmla="*/ 1083114 w 7467600"/>
              <a:gd name="connsiteY485" fmla="*/ 6174131 h 6858000"/>
              <a:gd name="connsiteX486" fmla="*/ 1543010 w 7467600"/>
              <a:gd name="connsiteY486" fmla="*/ 6191140 h 6858000"/>
              <a:gd name="connsiteX487" fmla="*/ 1551080 w 7467600"/>
              <a:gd name="connsiteY487" fmla="*/ 6195006 h 6858000"/>
              <a:gd name="connsiteX488" fmla="*/ 2345443 w 7467600"/>
              <a:gd name="connsiteY488" fmla="*/ 5549882 h 6858000"/>
              <a:gd name="connsiteX489" fmla="*/ 1721499 w 7467600"/>
              <a:gd name="connsiteY489" fmla="*/ 5599969 h 6858000"/>
              <a:gd name="connsiteX490" fmla="*/ 767716 w 7467600"/>
              <a:gd name="connsiteY490" fmla="*/ 5472768 h 6858000"/>
              <a:gd name="connsiteX491" fmla="*/ 722147 w 7467600"/>
              <a:gd name="connsiteY491" fmla="*/ 5393091 h 6858000"/>
              <a:gd name="connsiteX492" fmla="*/ 1485552 w 7467600"/>
              <a:gd name="connsiteY492" fmla="*/ 5313202 h 6858000"/>
              <a:gd name="connsiteX493" fmla="*/ 2143004 w 7467600"/>
              <a:gd name="connsiteY493" fmla="*/ 5402420 h 6858000"/>
              <a:gd name="connsiteX494" fmla="*/ 1933391 w 7467600"/>
              <a:gd name="connsiteY494" fmla="*/ 5156971 h 6858000"/>
              <a:gd name="connsiteX495" fmla="*/ 1827118 w 7467600"/>
              <a:gd name="connsiteY495" fmla="*/ 4968410 h 6858000"/>
              <a:gd name="connsiteX496" fmla="*/ 1837349 w 7467600"/>
              <a:gd name="connsiteY496" fmla="*/ 4956357 h 6858000"/>
              <a:gd name="connsiteX497" fmla="*/ 2162835 w 7467600"/>
              <a:gd name="connsiteY497" fmla="*/ 5187853 h 6858000"/>
              <a:gd name="connsiteX498" fmla="*/ 2257167 w 7467600"/>
              <a:gd name="connsiteY498" fmla="*/ 5462123 h 6858000"/>
              <a:gd name="connsiteX499" fmla="*/ 2261598 w 7467600"/>
              <a:gd name="connsiteY499" fmla="*/ 5467998 h 6858000"/>
              <a:gd name="connsiteX500" fmla="*/ 2437177 w 7467600"/>
              <a:gd name="connsiteY500" fmla="*/ 5479608 h 6858000"/>
              <a:gd name="connsiteX501" fmla="*/ 2445247 w 7467600"/>
              <a:gd name="connsiteY501" fmla="*/ 5483476 h 6858000"/>
              <a:gd name="connsiteX502" fmla="*/ 2743626 w 7467600"/>
              <a:gd name="connsiteY502" fmla="*/ 5304819 h 6858000"/>
              <a:gd name="connsiteX503" fmla="*/ 3048102 w 7467600"/>
              <a:gd name="connsiteY503" fmla="*/ 5150595 h 6858000"/>
              <a:gd name="connsiteX504" fmla="*/ 1799414 w 7467600"/>
              <a:gd name="connsiteY504" fmla="*/ 4694732 h 6858000"/>
              <a:gd name="connsiteX505" fmla="*/ 1771735 w 7467600"/>
              <a:gd name="connsiteY505" fmla="*/ 4619929 h 6858000"/>
              <a:gd name="connsiteX506" fmla="*/ 3104273 w 7467600"/>
              <a:gd name="connsiteY506" fmla="*/ 5076159 h 6858000"/>
              <a:gd name="connsiteX507" fmla="*/ 3113245 w 7467600"/>
              <a:gd name="connsiteY507" fmla="*/ 5090705 h 6858000"/>
              <a:gd name="connsiteX508" fmla="*/ 3126294 w 7467600"/>
              <a:gd name="connsiteY508" fmla="*/ 5114400 h 6858000"/>
              <a:gd name="connsiteX509" fmla="*/ 3937433 w 7467600"/>
              <a:gd name="connsiteY509" fmla="*/ 4830473 h 6858000"/>
              <a:gd name="connsiteX510" fmla="*/ 3590475 w 7467600"/>
              <a:gd name="connsiteY510" fmla="*/ 4597974 h 6858000"/>
              <a:gd name="connsiteX511" fmla="*/ 3100264 w 7467600"/>
              <a:gd name="connsiteY511" fmla="*/ 4579845 h 6858000"/>
              <a:gd name="connsiteX512" fmla="*/ 2183576 w 7467600"/>
              <a:gd name="connsiteY512" fmla="*/ 4227150 h 6858000"/>
              <a:gd name="connsiteX513" fmla="*/ 2151029 w 7467600"/>
              <a:gd name="connsiteY513" fmla="*/ 4146947 h 6858000"/>
              <a:gd name="connsiteX514" fmla="*/ 3563434 w 7467600"/>
              <a:gd name="connsiteY514" fmla="*/ 4469115 h 6858000"/>
              <a:gd name="connsiteX515" fmla="*/ 3177952 w 7467600"/>
              <a:gd name="connsiteY515" fmla="*/ 3657386 h 6858000"/>
              <a:gd name="connsiteX516" fmla="*/ 3189263 w 7467600"/>
              <a:gd name="connsiteY516" fmla="*/ 3625726 h 6858000"/>
              <a:gd name="connsiteX517" fmla="*/ 3560912 w 7467600"/>
              <a:gd name="connsiteY517" fmla="*/ 4079863 h 6858000"/>
              <a:gd name="connsiteX518" fmla="*/ 3626636 w 7467600"/>
              <a:gd name="connsiteY518" fmla="*/ 4512230 h 6858000"/>
              <a:gd name="connsiteX519" fmla="*/ 3653088 w 7467600"/>
              <a:gd name="connsiteY519" fmla="*/ 4521417 h 6858000"/>
              <a:gd name="connsiteX520" fmla="*/ 3988128 w 7467600"/>
              <a:gd name="connsiteY520" fmla="*/ 4817267 h 6858000"/>
              <a:gd name="connsiteX521" fmla="*/ 4830582 w 7467600"/>
              <a:gd name="connsiteY521" fmla="*/ 4676000 h 6858000"/>
              <a:gd name="connsiteX522" fmla="*/ 4830100 w 7467600"/>
              <a:gd name="connsiteY522" fmla="*/ 4675554 h 6858000"/>
              <a:gd name="connsiteX523" fmla="*/ 4036318 w 7467600"/>
              <a:gd name="connsiteY523" fmla="*/ 4147013 h 6858000"/>
              <a:gd name="connsiteX524" fmla="*/ 3432098 w 7467600"/>
              <a:gd name="connsiteY524" fmla="*/ 3537312 h 6858000"/>
              <a:gd name="connsiteX525" fmla="*/ 3446761 w 7467600"/>
              <a:gd name="connsiteY525" fmla="*/ 3461278 h 6858000"/>
              <a:gd name="connsiteX526" fmla="*/ 4419733 w 7467600"/>
              <a:gd name="connsiteY526" fmla="*/ 3963555 h 6858000"/>
              <a:gd name="connsiteX527" fmla="*/ 4781371 w 7467600"/>
              <a:gd name="connsiteY527" fmla="*/ 4458604 h 6858000"/>
              <a:gd name="connsiteX528" fmla="*/ 4780440 w 7467600"/>
              <a:gd name="connsiteY528" fmla="*/ 4470290 h 6858000"/>
              <a:gd name="connsiteX529" fmla="*/ 4898954 w 7467600"/>
              <a:gd name="connsiteY529" fmla="*/ 4662092 h 6858000"/>
              <a:gd name="connsiteX530" fmla="*/ 4900699 w 7467600"/>
              <a:gd name="connsiteY530" fmla="*/ 4670867 h 6858000"/>
              <a:gd name="connsiteX531" fmla="*/ 5714511 w 7467600"/>
              <a:gd name="connsiteY531" fmla="*/ 4663483 h 6858000"/>
              <a:gd name="connsiteX532" fmla="*/ 5464793 w 7467600"/>
              <a:gd name="connsiteY532" fmla="*/ 4393556 h 6858000"/>
              <a:gd name="connsiteX533" fmla="*/ 5461897 w 7467600"/>
              <a:gd name="connsiteY533" fmla="*/ 4390879 h 6858000"/>
              <a:gd name="connsiteX534" fmla="*/ 4294126 w 7467600"/>
              <a:gd name="connsiteY534" fmla="*/ 3303048 h 6858000"/>
              <a:gd name="connsiteX535" fmla="*/ 4305321 w 7467600"/>
              <a:gd name="connsiteY535" fmla="*/ 3256953 h 6858000"/>
              <a:gd name="connsiteX536" fmla="*/ 4949299 w 7467600"/>
              <a:gd name="connsiteY536" fmla="*/ 3766336 h 6858000"/>
              <a:gd name="connsiteX537" fmla="*/ 5291452 w 7467600"/>
              <a:gd name="connsiteY537" fmla="*/ 4076801 h 6858000"/>
              <a:gd name="connsiteX538" fmla="*/ 5434998 w 7467600"/>
              <a:gd name="connsiteY538" fmla="*/ 4254100 h 6858000"/>
              <a:gd name="connsiteX539" fmla="*/ 5351015 w 7467600"/>
              <a:gd name="connsiteY539" fmla="*/ 3760989 h 6858000"/>
              <a:gd name="connsiteX540" fmla="*/ 5413780 w 7467600"/>
              <a:gd name="connsiteY540" fmla="*/ 2966265 h 6858000"/>
              <a:gd name="connsiteX541" fmla="*/ 5425627 w 7467600"/>
              <a:gd name="connsiteY541" fmla="*/ 2954192 h 6858000"/>
              <a:gd name="connsiteX542" fmla="*/ 6604735 w 7467600"/>
              <a:gd name="connsiteY542" fmla="*/ 2041381 h 6858000"/>
              <a:gd name="connsiteX543" fmla="*/ 7204487 w 7467600"/>
              <a:gd name="connsiteY543" fmla="*/ 2742112 h 6858000"/>
              <a:gd name="connsiteX544" fmla="*/ 7131592 w 7467600"/>
              <a:gd name="connsiteY544" fmla="*/ 2672096 h 6858000"/>
              <a:gd name="connsiteX545" fmla="*/ 6996344 w 7467600"/>
              <a:gd name="connsiteY545" fmla="*/ 2518310 h 6858000"/>
              <a:gd name="connsiteX546" fmla="*/ 6735495 w 7467600"/>
              <a:gd name="connsiteY546" fmla="*/ 2196890 h 6858000"/>
              <a:gd name="connsiteX547" fmla="*/ 6721901 w 7467600"/>
              <a:gd name="connsiteY547" fmla="*/ 2179274 h 6858000"/>
              <a:gd name="connsiteX548" fmla="*/ 6604735 w 7467600"/>
              <a:gd name="connsiteY548" fmla="*/ 2041381 h 6858000"/>
              <a:gd name="connsiteX549" fmla="*/ 6591670 w 7467600"/>
              <a:gd name="connsiteY549" fmla="*/ 1988277 h 6858000"/>
              <a:gd name="connsiteX550" fmla="*/ 6747349 w 7467600"/>
              <a:gd name="connsiteY550" fmla="*/ 2160069 h 6858000"/>
              <a:gd name="connsiteX551" fmla="*/ 6760943 w 7467600"/>
              <a:gd name="connsiteY551" fmla="*/ 2177686 h 6858000"/>
              <a:gd name="connsiteX552" fmla="*/ 7021065 w 7467600"/>
              <a:gd name="connsiteY552" fmla="*/ 2498102 h 6858000"/>
              <a:gd name="connsiteX553" fmla="*/ 7155223 w 7467600"/>
              <a:gd name="connsiteY553" fmla="*/ 2650386 h 6858000"/>
              <a:gd name="connsiteX554" fmla="*/ 7203167 w 7467600"/>
              <a:gd name="connsiteY554" fmla="*/ 2697288 h 6858000"/>
              <a:gd name="connsiteX555" fmla="*/ 6937703 w 7467600"/>
              <a:gd name="connsiteY555" fmla="*/ 2321981 h 6858000"/>
              <a:gd name="connsiteX556" fmla="*/ 6591670 w 7467600"/>
              <a:gd name="connsiteY556" fmla="*/ 1988277 h 6858000"/>
              <a:gd name="connsiteX557" fmla="*/ 5798671 w 7467600"/>
              <a:gd name="connsiteY557" fmla="*/ 1981601 h 6858000"/>
              <a:gd name="connsiteX558" fmla="*/ 5754709 w 7467600"/>
              <a:gd name="connsiteY558" fmla="*/ 2071454 h 6858000"/>
              <a:gd name="connsiteX559" fmla="*/ 5763044 w 7467600"/>
              <a:gd name="connsiteY559" fmla="*/ 2842206 h 6858000"/>
              <a:gd name="connsiteX560" fmla="*/ 5764974 w 7467600"/>
              <a:gd name="connsiteY560" fmla="*/ 2799609 h 6858000"/>
              <a:gd name="connsiteX561" fmla="*/ 5767665 w 7467600"/>
              <a:gd name="connsiteY561" fmla="*/ 2666409 h 6858000"/>
              <a:gd name="connsiteX562" fmla="*/ 5763055 w 7467600"/>
              <a:gd name="connsiteY562" fmla="*/ 2579705 h 6858000"/>
              <a:gd name="connsiteX563" fmla="*/ 5758079 w 7467600"/>
              <a:gd name="connsiteY563" fmla="*/ 2492508 h 6858000"/>
              <a:gd name="connsiteX564" fmla="*/ 5779325 w 7467600"/>
              <a:gd name="connsiteY564" fmla="*/ 2197069 h 6858000"/>
              <a:gd name="connsiteX565" fmla="*/ 5798671 w 7467600"/>
              <a:gd name="connsiteY565" fmla="*/ 1981601 h 6858000"/>
              <a:gd name="connsiteX566" fmla="*/ 5829202 w 7467600"/>
              <a:gd name="connsiteY566" fmla="*/ 1971679 h 6858000"/>
              <a:gd name="connsiteX567" fmla="*/ 5809558 w 7467600"/>
              <a:gd name="connsiteY567" fmla="*/ 2198043 h 6858000"/>
              <a:gd name="connsiteX568" fmla="*/ 5788653 w 7467600"/>
              <a:gd name="connsiteY568" fmla="*/ 2489430 h 6858000"/>
              <a:gd name="connsiteX569" fmla="*/ 5793439 w 7467600"/>
              <a:gd name="connsiteY569" fmla="*/ 2575235 h 6858000"/>
              <a:gd name="connsiteX570" fmla="*/ 5796837 w 7467600"/>
              <a:gd name="connsiteY570" fmla="*/ 2637633 h 6858000"/>
              <a:gd name="connsiteX571" fmla="*/ 5818614 w 7467600"/>
              <a:gd name="connsiteY571" fmla="*/ 2473055 h 6858000"/>
              <a:gd name="connsiteX572" fmla="*/ 5829202 w 7467600"/>
              <a:gd name="connsiteY572" fmla="*/ 1971679 h 6858000"/>
              <a:gd name="connsiteX573" fmla="*/ 5911389 w 7467600"/>
              <a:gd name="connsiteY573" fmla="*/ 1898371 h 6858000"/>
              <a:gd name="connsiteX574" fmla="*/ 6237627 w 7467600"/>
              <a:gd name="connsiteY574" fmla="*/ 2231921 h 6858000"/>
              <a:gd name="connsiteX575" fmla="*/ 5911389 w 7467600"/>
              <a:gd name="connsiteY575" fmla="*/ 1898371 h 6858000"/>
              <a:gd name="connsiteX576" fmla="*/ 6944437 w 7467600"/>
              <a:gd name="connsiteY576" fmla="*/ 1575402 h 6858000"/>
              <a:gd name="connsiteX577" fmla="*/ 6304730 w 7467600"/>
              <a:gd name="connsiteY577" fmla="*/ 1766654 h 6858000"/>
              <a:gd name="connsiteX578" fmla="*/ 6944437 w 7467600"/>
              <a:gd name="connsiteY578" fmla="*/ 1575402 h 6858000"/>
              <a:gd name="connsiteX579" fmla="*/ 7019523 w 7467600"/>
              <a:gd name="connsiteY579" fmla="*/ 1519450 h 6858000"/>
              <a:gd name="connsiteX580" fmla="*/ 6298091 w 7467600"/>
              <a:gd name="connsiteY580" fmla="*/ 1737122 h 6858000"/>
              <a:gd name="connsiteX581" fmla="*/ 7019523 w 7467600"/>
              <a:gd name="connsiteY581" fmla="*/ 1519450 h 6858000"/>
              <a:gd name="connsiteX582" fmla="*/ 2399523 w 7467600"/>
              <a:gd name="connsiteY582" fmla="*/ 1428234 h 6858000"/>
              <a:gd name="connsiteX583" fmla="*/ 2224982 w 7467600"/>
              <a:gd name="connsiteY583" fmla="*/ 1826201 h 6858000"/>
              <a:gd name="connsiteX584" fmla="*/ 2096099 w 7467600"/>
              <a:gd name="connsiteY584" fmla="*/ 2345900 h 6858000"/>
              <a:gd name="connsiteX585" fmla="*/ 2283317 w 7467600"/>
              <a:gd name="connsiteY585" fmla="*/ 1796925 h 6858000"/>
              <a:gd name="connsiteX586" fmla="*/ 2399523 w 7467600"/>
              <a:gd name="connsiteY586" fmla="*/ 1428234 h 6858000"/>
              <a:gd name="connsiteX587" fmla="*/ 2448558 w 7467600"/>
              <a:gd name="connsiteY587" fmla="*/ 1373435 h 6858000"/>
              <a:gd name="connsiteX588" fmla="*/ 2312521 w 7467600"/>
              <a:gd name="connsiteY588" fmla="*/ 1806140 h 6858000"/>
              <a:gd name="connsiteX589" fmla="*/ 2127533 w 7467600"/>
              <a:gd name="connsiteY589" fmla="*/ 2348380 h 6858000"/>
              <a:gd name="connsiteX590" fmla="*/ 2358080 w 7467600"/>
              <a:gd name="connsiteY590" fmla="*/ 1866134 h 6858000"/>
              <a:gd name="connsiteX591" fmla="*/ 2407436 w 7467600"/>
              <a:gd name="connsiteY591" fmla="*/ 1651070 h 6858000"/>
              <a:gd name="connsiteX592" fmla="*/ 2448558 w 7467600"/>
              <a:gd name="connsiteY592" fmla="*/ 1373435 h 6858000"/>
              <a:gd name="connsiteX593" fmla="*/ 278707 w 7467600"/>
              <a:gd name="connsiteY593" fmla="*/ 1352270 h 6858000"/>
              <a:gd name="connsiteX594" fmla="*/ 321570 w 7467600"/>
              <a:gd name="connsiteY594" fmla="*/ 1861610 h 6858000"/>
              <a:gd name="connsiteX595" fmla="*/ 294281 w 7467600"/>
              <a:gd name="connsiteY595" fmla="*/ 1440658 h 6858000"/>
              <a:gd name="connsiteX596" fmla="*/ 278707 w 7467600"/>
              <a:gd name="connsiteY596" fmla="*/ 1352270 h 6858000"/>
              <a:gd name="connsiteX597" fmla="*/ 1423821 w 7467600"/>
              <a:gd name="connsiteY597" fmla="*/ 1351958 h 6858000"/>
              <a:gd name="connsiteX598" fmla="*/ 1638521 w 7467600"/>
              <a:gd name="connsiteY598" fmla="*/ 1908470 h 6858000"/>
              <a:gd name="connsiteX599" fmla="*/ 1754199 w 7467600"/>
              <a:gd name="connsiteY599" fmla="*/ 2149284 h 6858000"/>
              <a:gd name="connsiteX600" fmla="*/ 1908359 w 7467600"/>
              <a:gd name="connsiteY600" fmla="*/ 2364988 h 6858000"/>
              <a:gd name="connsiteX601" fmla="*/ 1647661 w 7467600"/>
              <a:gd name="connsiteY601" fmla="*/ 1825945 h 6858000"/>
              <a:gd name="connsiteX602" fmla="*/ 1423821 w 7467600"/>
              <a:gd name="connsiteY602" fmla="*/ 1351958 h 6858000"/>
              <a:gd name="connsiteX603" fmla="*/ 1431890 w 7467600"/>
              <a:gd name="connsiteY603" fmla="*/ 1306475 h 6858000"/>
              <a:gd name="connsiteX604" fmla="*/ 1507597 w 7467600"/>
              <a:gd name="connsiteY604" fmla="*/ 1446132 h 6858000"/>
              <a:gd name="connsiteX605" fmla="*/ 1674586 w 7467600"/>
              <a:gd name="connsiteY605" fmla="*/ 1813832 h 6858000"/>
              <a:gd name="connsiteX606" fmla="*/ 1815950 w 7467600"/>
              <a:gd name="connsiteY606" fmla="*/ 2128564 h 6858000"/>
              <a:gd name="connsiteX607" fmla="*/ 1984242 w 7467600"/>
              <a:gd name="connsiteY607" fmla="*/ 2430829 h 6858000"/>
              <a:gd name="connsiteX608" fmla="*/ 2014023 w 7467600"/>
              <a:gd name="connsiteY608" fmla="*/ 2450995 h 6858000"/>
              <a:gd name="connsiteX609" fmla="*/ 1747337 w 7467600"/>
              <a:gd name="connsiteY609" fmla="*/ 1855264 h 6858000"/>
              <a:gd name="connsiteX610" fmla="*/ 1533749 w 7467600"/>
              <a:gd name="connsiteY610" fmla="*/ 1478656 h 6858000"/>
              <a:gd name="connsiteX611" fmla="*/ 1431890 w 7467600"/>
              <a:gd name="connsiteY611" fmla="*/ 1306475 h 6858000"/>
              <a:gd name="connsiteX612" fmla="*/ 5052692 w 7467600"/>
              <a:gd name="connsiteY612" fmla="*/ 1292994 h 6858000"/>
              <a:gd name="connsiteX613" fmla="*/ 5200661 w 7467600"/>
              <a:gd name="connsiteY613" fmla="*/ 1635186 h 6858000"/>
              <a:gd name="connsiteX614" fmla="*/ 5297138 w 7467600"/>
              <a:gd name="connsiteY614" fmla="*/ 1906351 h 6858000"/>
              <a:gd name="connsiteX615" fmla="*/ 5052692 w 7467600"/>
              <a:gd name="connsiteY615" fmla="*/ 1292994 h 6858000"/>
              <a:gd name="connsiteX616" fmla="*/ 5009948 w 7467600"/>
              <a:gd name="connsiteY616" fmla="*/ 1273619 h 6858000"/>
              <a:gd name="connsiteX617" fmla="*/ 5121777 w 7467600"/>
              <a:gd name="connsiteY617" fmla="*/ 1654213 h 6858000"/>
              <a:gd name="connsiteX618" fmla="*/ 5293545 w 7467600"/>
              <a:gd name="connsiteY618" fmla="*/ 2072247 h 6858000"/>
              <a:gd name="connsiteX619" fmla="*/ 5294042 w 7467600"/>
              <a:gd name="connsiteY619" fmla="*/ 2065019 h 6858000"/>
              <a:gd name="connsiteX620" fmla="*/ 5171936 w 7467600"/>
              <a:gd name="connsiteY620" fmla="*/ 1647613 h 6858000"/>
              <a:gd name="connsiteX621" fmla="*/ 5009948 w 7467600"/>
              <a:gd name="connsiteY621" fmla="*/ 1273619 h 6858000"/>
              <a:gd name="connsiteX622" fmla="*/ 655236 w 7467600"/>
              <a:gd name="connsiteY622" fmla="*/ 1268632 h 6858000"/>
              <a:gd name="connsiteX623" fmla="*/ 839521 w 7467600"/>
              <a:gd name="connsiteY623" fmla="*/ 1685315 h 6858000"/>
              <a:gd name="connsiteX624" fmla="*/ 1109416 w 7467600"/>
              <a:gd name="connsiteY624" fmla="*/ 2061663 h 6858000"/>
              <a:gd name="connsiteX625" fmla="*/ 1298300 w 7467600"/>
              <a:gd name="connsiteY625" fmla="*/ 2247742 h 6858000"/>
              <a:gd name="connsiteX626" fmla="*/ 1125871 w 7467600"/>
              <a:gd name="connsiteY626" fmla="*/ 1989513 h 6858000"/>
              <a:gd name="connsiteX627" fmla="*/ 981574 w 7467600"/>
              <a:gd name="connsiteY627" fmla="*/ 1783157 h 6858000"/>
              <a:gd name="connsiteX628" fmla="*/ 922198 w 7467600"/>
              <a:gd name="connsiteY628" fmla="*/ 1677437 h 6858000"/>
              <a:gd name="connsiteX629" fmla="*/ 869293 w 7467600"/>
              <a:gd name="connsiteY629" fmla="*/ 1583214 h 6858000"/>
              <a:gd name="connsiteX630" fmla="*/ 751431 w 7467600"/>
              <a:gd name="connsiteY630" fmla="*/ 1405731 h 6858000"/>
              <a:gd name="connsiteX631" fmla="*/ 655236 w 7467600"/>
              <a:gd name="connsiteY631" fmla="*/ 1268632 h 6858000"/>
              <a:gd name="connsiteX632" fmla="*/ 6516292 w 7467600"/>
              <a:gd name="connsiteY632" fmla="*/ 1263064 h 6858000"/>
              <a:gd name="connsiteX633" fmla="*/ 5736320 w 7467600"/>
              <a:gd name="connsiteY633" fmla="*/ 1501803 h 6858000"/>
              <a:gd name="connsiteX634" fmla="*/ 6516292 w 7467600"/>
              <a:gd name="connsiteY634" fmla="*/ 1263064 h 6858000"/>
              <a:gd name="connsiteX635" fmla="*/ 291466 w 7467600"/>
              <a:gd name="connsiteY635" fmla="*/ 1250369 h 6858000"/>
              <a:gd name="connsiteX636" fmla="*/ 323180 w 7467600"/>
              <a:gd name="connsiteY636" fmla="*/ 1435283 h 6858000"/>
              <a:gd name="connsiteX637" fmla="*/ 349381 w 7467600"/>
              <a:gd name="connsiteY637" fmla="*/ 1875041 h 6858000"/>
              <a:gd name="connsiteX638" fmla="*/ 374363 w 7467600"/>
              <a:gd name="connsiteY638" fmla="*/ 1506494 h 6858000"/>
              <a:gd name="connsiteX639" fmla="*/ 302168 w 7467600"/>
              <a:gd name="connsiteY639" fmla="*/ 1274495 h 6858000"/>
              <a:gd name="connsiteX640" fmla="*/ 291466 w 7467600"/>
              <a:gd name="connsiteY640" fmla="*/ 1250369 h 6858000"/>
              <a:gd name="connsiteX641" fmla="*/ 678222 w 7467600"/>
              <a:gd name="connsiteY641" fmla="*/ 1248670 h 6858000"/>
              <a:gd name="connsiteX642" fmla="*/ 775536 w 7467600"/>
              <a:gd name="connsiteY642" fmla="*/ 1388015 h 6858000"/>
              <a:gd name="connsiteX643" fmla="*/ 894529 w 7467600"/>
              <a:gd name="connsiteY643" fmla="*/ 1567739 h 6858000"/>
              <a:gd name="connsiteX644" fmla="*/ 948000 w 7467600"/>
              <a:gd name="connsiteY644" fmla="*/ 1663088 h 6858000"/>
              <a:gd name="connsiteX645" fmla="*/ 1006812 w 7467600"/>
              <a:gd name="connsiteY645" fmla="*/ 1767683 h 6858000"/>
              <a:gd name="connsiteX646" fmla="*/ 1149133 w 7467600"/>
              <a:gd name="connsiteY646" fmla="*/ 1971513 h 6858000"/>
              <a:gd name="connsiteX647" fmla="*/ 1333952 w 7467600"/>
              <a:gd name="connsiteY647" fmla="*/ 2251620 h 6858000"/>
              <a:gd name="connsiteX648" fmla="*/ 1337329 w 7467600"/>
              <a:gd name="connsiteY648" fmla="*/ 2258350 h 6858000"/>
              <a:gd name="connsiteX649" fmla="*/ 1014726 w 7467600"/>
              <a:gd name="connsiteY649" fmla="*/ 1615556 h 6858000"/>
              <a:gd name="connsiteX650" fmla="*/ 678222 w 7467600"/>
              <a:gd name="connsiteY650" fmla="*/ 1248670 h 6858000"/>
              <a:gd name="connsiteX651" fmla="*/ 6691602 w 7467600"/>
              <a:gd name="connsiteY651" fmla="*/ 1140573 h 6858000"/>
              <a:gd name="connsiteX652" fmla="*/ 6571100 w 7467600"/>
              <a:gd name="connsiteY652" fmla="*/ 1183662 h 6858000"/>
              <a:gd name="connsiteX653" fmla="*/ 6241687 w 7467600"/>
              <a:gd name="connsiteY653" fmla="*/ 1257600 h 6858000"/>
              <a:gd name="connsiteX654" fmla="*/ 5693009 w 7467600"/>
              <a:gd name="connsiteY654" fmla="*/ 1478256 h 6858000"/>
              <a:gd name="connsiteX655" fmla="*/ 6548420 w 7467600"/>
              <a:gd name="connsiteY655" fmla="*/ 1214599 h 6858000"/>
              <a:gd name="connsiteX656" fmla="*/ 6605473 w 7467600"/>
              <a:gd name="connsiteY656" fmla="*/ 1184686 h 6858000"/>
              <a:gd name="connsiteX657" fmla="*/ 6691602 w 7467600"/>
              <a:gd name="connsiteY657" fmla="*/ 1140573 h 6858000"/>
              <a:gd name="connsiteX658" fmla="*/ 4002475 w 7467600"/>
              <a:gd name="connsiteY658" fmla="*/ 1037802 h 6858000"/>
              <a:gd name="connsiteX659" fmla="*/ 4000324 w 7467600"/>
              <a:gd name="connsiteY659" fmla="*/ 1039362 h 6858000"/>
              <a:gd name="connsiteX660" fmla="*/ 4002862 w 7467600"/>
              <a:gd name="connsiteY660" fmla="*/ 1042866 h 6858000"/>
              <a:gd name="connsiteX661" fmla="*/ 4002475 w 7467600"/>
              <a:gd name="connsiteY661" fmla="*/ 1037802 h 6858000"/>
              <a:gd name="connsiteX662" fmla="*/ 506322 w 7467600"/>
              <a:gd name="connsiteY662" fmla="*/ 1020997 h 6858000"/>
              <a:gd name="connsiteX663" fmla="*/ 533068 w 7467600"/>
              <a:gd name="connsiteY663" fmla="*/ 1029409 h 6858000"/>
              <a:gd name="connsiteX664" fmla="*/ 1232525 w 7467600"/>
              <a:gd name="connsiteY664" fmla="*/ 1804675 h 6858000"/>
              <a:gd name="connsiteX665" fmla="*/ 1388858 w 7467600"/>
              <a:gd name="connsiteY665" fmla="*/ 2368011 h 6858000"/>
              <a:gd name="connsiteX666" fmla="*/ 1384098 w 7467600"/>
              <a:gd name="connsiteY666" fmla="*/ 2378125 h 6858000"/>
              <a:gd name="connsiteX667" fmla="*/ 1425393 w 7467600"/>
              <a:gd name="connsiteY667" fmla="*/ 2589124 h 6858000"/>
              <a:gd name="connsiteX668" fmla="*/ 1424001 w 7467600"/>
              <a:gd name="connsiteY668" fmla="*/ 2597541 h 6858000"/>
              <a:gd name="connsiteX669" fmla="*/ 2152729 w 7467600"/>
              <a:gd name="connsiteY669" fmla="*/ 2864487 h 6858000"/>
              <a:gd name="connsiteX670" fmla="*/ 2020609 w 7467600"/>
              <a:gd name="connsiteY670" fmla="*/ 2539671 h 6858000"/>
              <a:gd name="connsiteX671" fmla="*/ 2018920 w 7467600"/>
              <a:gd name="connsiteY671" fmla="*/ 2536309 h 6858000"/>
              <a:gd name="connsiteX672" fmla="*/ 1342441 w 7467600"/>
              <a:gd name="connsiteY672" fmla="*/ 1173017 h 6858000"/>
              <a:gd name="connsiteX673" fmla="*/ 1367925 w 7467600"/>
              <a:gd name="connsiteY673" fmla="*/ 1135648 h 6858000"/>
              <a:gd name="connsiteX674" fmla="*/ 1771401 w 7467600"/>
              <a:gd name="connsiteY674" fmla="*/ 1806673 h 6858000"/>
              <a:gd name="connsiteX675" fmla="*/ 1972385 w 7467600"/>
              <a:gd name="connsiteY675" fmla="*/ 2198735 h 6858000"/>
              <a:gd name="connsiteX676" fmla="*/ 2040892 w 7467600"/>
              <a:gd name="connsiteY676" fmla="*/ 2405205 h 6858000"/>
              <a:gd name="connsiteX677" fmla="*/ 2131689 w 7467600"/>
              <a:gd name="connsiteY677" fmla="*/ 1936926 h 6858000"/>
              <a:gd name="connsiteX678" fmla="*/ 2454820 w 7467600"/>
              <a:gd name="connsiteY678" fmla="*/ 1248808 h 6858000"/>
              <a:gd name="connsiteX679" fmla="*/ 2492512 w 7467600"/>
              <a:gd name="connsiteY679" fmla="*/ 1302920 h 6858000"/>
              <a:gd name="connsiteX680" fmla="*/ 2081216 w 7467600"/>
              <a:gd name="connsiteY680" fmla="*/ 2527513 h 6858000"/>
              <a:gd name="connsiteX681" fmla="*/ 2081211 w 7467600"/>
              <a:gd name="connsiteY681" fmla="*/ 2528916 h 6858000"/>
              <a:gd name="connsiteX682" fmla="*/ 2199067 w 7467600"/>
              <a:gd name="connsiteY682" fmla="*/ 2884061 h 6858000"/>
              <a:gd name="connsiteX683" fmla="*/ 3192586 w 7467600"/>
              <a:gd name="connsiteY683" fmla="*/ 3411496 h 6858000"/>
              <a:gd name="connsiteX684" fmla="*/ 3182620 w 7467600"/>
              <a:gd name="connsiteY684" fmla="*/ 3483279 h 6858000"/>
              <a:gd name="connsiteX685" fmla="*/ 2435119 w 7467600"/>
              <a:gd name="connsiteY685" fmla="*/ 3080173 h 6858000"/>
              <a:gd name="connsiteX686" fmla="*/ 2410152 w 7467600"/>
              <a:gd name="connsiteY686" fmla="*/ 3063751 h 6858000"/>
              <a:gd name="connsiteX687" fmla="*/ 2408099 w 7467600"/>
              <a:gd name="connsiteY687" fmla="*/ 3064403 h 6858000"/>
              <a:gd name="connsiteX688" fmla="*/ 2407218 w 7467600"/>
              <a:gd name="connsiteY688" fmla="*/ 3070324 h 6858000"/>
              <a:gd name="connsiteX689" fmla="*/ 2380138 w 7467600"/>
              <a:gd name="connsiteY689" fmla="*/ 3099341 h 6858000"/>
              <a:gd name="connsiteX690" fmla="*/ 1765923 w 7467600"/>
              <a:gd name="connsiteY690" fmla="*/ 3581043 h 6858000"/>
              <a:gd name="connsiteX691" fmla="*/ 1702258 w 7467600"/>
              <a:gd name="connsiteY691" fmla="*/ 3612286 h 6858000"/>
              <a:gd name="connsiteX692" fmla="*/ 1538370 w 7467600"/>
              <a:gd name="connsiteY692" fmla="*/ 3811804 h 6858000"/>
              <a:gd name="connsiteX693" fmla="*/ 542867 w 7467600"/>
              <a:gd name="connsiteY693" fmla="*/ 4944092 h 6858000"/>
              <a:gd name="connsiteX694" fmla="*/ 515800 w 7467600"/>
              <a:gd name="connsiteY694" fmla="*/ 4862180 h 6858000"/>
              <a:gd name="connsiteX695" fmla="*/ 909145 w 7467600"/>
              <a:gd name="connsiteY695" fmla="*/ 4199225 h 6858000"/>
              <a:gd name="connsiteX696" fmla="*/ 1214067 w 7467600"/>
              <a:gd name="connsiteY696" fmla="*/ 3908561 h 6858000"/>
              <a:gd name="connsiteX697" fmla="*/ 640967 w 7467600"/>
              <a:gd name="connsiteY697" fmla="*/ 4105601 h 6858000"/>
              <a:gd name="connsiteX698" fmla="*/ 112563 w 7467600"/>
              <a:gd name="connsiteY698" fmla="*/ 4396952 h 6858000"/>
              <a:gd name="connsiteX699" fmla="*/ 0 w 7467600"/>
              <a:gd name="connsiteY699" fmla="*/ 4466006 h 6858000"/>
              <a:gd name="connsiteX700" fmla="*/ 0 w 7467600"/>
              <a:gd name="connsiteY700" fmla="*/ 4233763 h 6858000"/>
              <a:gd name="connsiteX701" fmla="*/ 36881 w 7467600"/>
              <a:gd name="connsiteY701" fmla="*/ 4200118 h 6858000"/>
              <a:gd name="connsiteX702" fmla="*/ 910534 w 7467600"/>
              <a:gd name="connsiteY702" fmla="*/ 3629753 h 6858000"/>
              <a:gd name="connsiteX703" fmla="*/ 1578717 w 7467600"/>
              <a:gd name="connsiteY703" fmla="*/ 3575982 h 6858000"/>
              <a:gd name="connsiteX704" fmla="*/ 2338780 w 7467600"/>
              <a:gd name="connsiteY704" fmla="*/ 3033725 h 6858000"/>
              <a:gd name="connsiteX705" fmla="*/ 1807991 w 7467600"/>
              <a:gd name="connsiteY705" fmla="*/ 2807184 h 6858000"/>
              <a:gd name="connsiteX706" fmla="*/ 1416358 w 7467600"/>
              <a:gd name="connsiteY706" fmla="*/ 3112571 h 6858000"/>
              <a:gd name="connsiteX707" fmla="*/ 939066 w 7467600"/>
              <a:gd name="connsiteY707" fmla="*/ 3378798 h 6858000"/>
              <a:gd name="connsiteX708" fmla="*/ 115099 w 7467600"/>
              <a:gd name="connsiteY708" fmla="*/ 3607650 h 6858000"/>
              <a:gd name="connsiteX709" fmla="*/ 97284 w 7467600"/>
              <a:gd name="connsiteY709" fmla="*/ 3520393 h 6858000"/>
              <a:gd name="connsiteX710" fmla="*/ 922050 w 7467600"/>
              <a:gd name="connsiteY710" fmla="*/ 3074867 h 6858000"/>
              <a:gd name="connsiteX711" fmla="*/ 1405265 w 7467600"/>
              <a:gd name="connsiteY711" fmla="*/ 3016319 h 6858000"/>
              <a:gd name="connsiteX712" fmla="*/ 1407512 w 7467600"/>
              <a:gd name="connsiteY712" fmla="*/ 3018001 h 6858000"/>
              <a:gd name="connsiteX713" fmla="*/ 1726266 w 7467600"/>
              <a:gd name="connsiteY713" fmla="*/ 2777274 h 6858000"/>
              <a:gd name="connsiteX714" fmla="*/ 625390 w 7467600"/>
              <a:gd name="connsiteY714" fmla="*/ 2514541 h 6858000"/>
              <a:gd name="connsiteX715" fmla="*/ 619799 w 7467600"/>
              <a:gd name="connsiteY715" fmla="*/ 2527180 h 6858000"/>
              <a:gd name="connsiteX716" fmla="*/ 310030 w 7467600"/>
              <a:gd name="connsiteY716" fmla="*/ 2771818 h 6858000"/>
              <a:gd name="connsiteX717" fmla="*/ 173877 w 7467600"/>
              <a:gd name="connsiteY717" fmla="*/ 2937056 h 6858000"/>
              <a:gd name="connsiteX718" fmla="*/ 77889 w 7467600"/>
              <a:gd name="connsiteY718" fmla="*/ 3138440 h 6858000"/>
              <a:gd name="connsiteX719" fmla="*/ 0 w 7467600"/>
              <a:gd name="connsiteY719" fmla="*/ 3271395 h 6858000"/>
              <a:gd name="connsiteX720" fmla="*/ 0 w 7467600"/>
              <a:gd name="connsiteY720" fmla="*/ 3153002 h 6858000"/>
              <a:gd name="connsiteX721" fmla="*/ 2386 w 7467600"/>
              <a:gd name="connsiteY721" fmla="*/ 3149203 h 6858000"/>
              <a:gd name="connsiteX722" fmla="*/ 89753 w 7467600"/>
              <a:gd name="connsiteY722" fmla="*/ 2987702 h 6858000"/>
              <a:gd name="connsiteX723" fmla="*/ 76869 w 7467600"/>
              <a:gd name="connsiteY723" fmla="*/ 3005404 h 6858000"/>
              <a:gd name="connsiteX724" fmla="*/ 32049 w 7467600"/>
              <a:gd name="connsiteY724" fmla="*/ 3065814 h 6858000"/>
              <a:gd name="connsiteX725" fmla="*/ 0 w 7467600"/>
              <a:gd name="connsiteY725" fmla="*/ 3108744 h 6858000"/>
              <a:gd name="connsiteX726" fmla="*/ 0 w 7467600"/>
              <a:gd name="connsiteY726" fmla="*/ 3058059 h 6858000"/>
              <a:gd name="connsiteX727" fmla="*/ 7610 w 7467600"/>
              <a:gd name="connsiteY727" fmla="*/ 3047889 h 6858000"/>
              <a:gd name="connsiteX728" fmla="*/ 52419 w 7467600"/>
              <a:gd name="connsiteY728" fmla="*/ 2987479 h 6858000"/>
              <a:gd name="connsiteX729" fmla="*/ 59142 w 7467600"/>
              <a:gd name="connsiteY729" fmla="*/ 2978488 h 6858000"/>
              <a:gd name="connsiteX730" fmla="*/ 0 w 7467600"/>
              <a:gd name="connsiteY730" fmla="*/ 3015334 h 6858000"/>
              <a:gd name="connsiteX731" fmla="*/ 0 w 7467600"/>
              <a:gd name="connsiteY731" fmla="*/ 2914286 h 6858000"/>
              <a:gd name="connsiteX732" fmla="*/ 36383 w 7467600"/>
              <a:gd name="connsiteY732" fmla="*/ 2901128 h 6858000"/>
              <a:gd name="connsiteX733" fmla="*/ 156329 w 7467600"/>
              <a:gd name="connsiteY733" fmla="*/ 2840533 h 6858000"/>
              <a:gd name="connsiteX734" fmla="*/ 358355 w 7467600"/>
              <a:gd name="connsiteY734" fmla="*/ 2620471 h 6858000"/>
              <a:gd name="connsiteX735" fmla="*/ 510577 w 7467600"/>
              <a:gd name="connsiteY735" fmla="*/ 2501244 h 6858000"/>
              <a:gd name="connsiteX736" fmla="*/ 211967 w 7467600"/>
              <a:gd name="connsiteY736" fmla="*/ 2479171 h 6858000"/>
              <a:gd name="connsiteX737" fmla="*/ 0 w 7467600"/>
              <a:gd name="connsiteY737" fmla="*/ 2476398 h 6858000"/>
              <a:gd name="connsiteX738" fmla="*/ 0 w 7467600"/>
              <a:gd name="connsiteY738" fmla="*/ 2389189 h 6858000"/>
              <a:gd name="connsiteX739" fmla="*/ 103062 w 7467600"/>
              <a:gd name="connsiteY739" fmla="*/ 2389518 h 6858000"/>
              <a:gd name="connsiteX740" fmla="*/ 510734 w 7467600"/>
              <a:gd name="connsiteY740" fmla="*/ 2416201 h 6858000"/>
              <a:gd name="connsiteX741" fmla="*/ 279257 w 7467600"/>
              <a:gd name="connsiteY741" fmla="*/ 2092102 h 6858000"/>
              <a:gd name="connsiteX742" fmla="*/ 65265 w 7467600"/>
              <a:gd name="connsiteY742" fmla="*/ 2006049 h 6858000"/>
              <a:gd name="connsiteX743" fmla="*/ 0 w 7467600"/>
              <a:gd name="connsiteY743" fmla="*/ 1982532 h 6858000"/>
              <a:gd name="connsiteX744" fmla="*/ 0 w 7467600"/>
              <a:gd name="connsiteY744" fmla="*/ 1912789 h 6858000"/>
              <a:gd name="connsiteX745" fmla="*/ 97460 w 7467600"/>
              <a:gd name="connsiteY745" fmla="*/ 1953725 h 6858000"/>
              <a:gd name="connsiteX746" fmla="*/ 221272 w 7467600"/>
              <a:gd name="connsiteY746" fmla="*/ 1980766 h 6858000"/>
              <a:gd name="connsiteX747" fmla="*/ 116765 w 7467600"/>
              <a:gd name="connsiteY747" fmla="*/ 1911033 h 6858000"/>
              <a:gd name="connsiteX748" fmla="*/ 16405 w 7467600"/>
              <a:gd name="connsiteY748" fmla="*/ 1803412 h 6858000"/>
              <a:gd name="connsiteX749" fmla="*/ 0 w 7467600"/>
              <a:gd name="connsiteY749" fmla="*/ 1784777 h 6858000"/>
              <a:gd name="connsiteX750" fmla="*/ 0 w 7467600"/>
              <a:gd name="connsiteY750" fmla="*/ 1740082 h 6858000"/>
              <a:gd name="connsiteX751" fmla="*/ 39394 w 7467600"/>
              <a:gd name="connsiteY751" fmla="*/ 1784856 h 6858000"/>
              <a:gd name="connsiteX752" fmla="*/ 135813 w 7467600"/>
              <a:gd name="connsiteY752" fmla="*/ 1888838 h 6858000"/>
              <a:gd name="connsiteX753" fmla="*/ 242575 w 7467600"/>
              <a:gd name="connsiteY753" fmla="*/ 1958841 h 6858000"/>
              <a:gd name="connsiteX754" fmla="*/ 82197 w 7467600"/>
              <a:gd name="connsiteY754" fmla="*/ 1754826 h 6858000"/>
              <a:gd name="connsiteX755" fmla="*/ 0 w 7467600"/>
              <a:gd name="connsiteY755" fmla="*/ 1679650 h 6858000"/>
              <a:gd name="connsiteX756" fmla="*/ 0 w 7467600"/>
              <a:gd name="connsiteY756" fmla="*/ 1602463 h 6858000"/>
              <a:gd name="connsiteX757" fmla="*/ 84689 w 7467600"/>
              <a:gd name="connsiteY757" fmla="*/ 1677442 h 6858000"/>
              <a:gd name="connsiteX758" fmla="*/ 298437 w 7467600"/>
              <a:gd name="connsiteY758" fmla="*/ 1968019 h 6858000"/>
              <a:gd name="connsiteX759" fmla="*/ 227269 w 7467600"/>
              <a:gd name="connsiteY759" fmla="*/ 1114064 h 6858000"/>
              <a:gd name="connsiteX760" fmla="*/ 248003 w 7467600"/>
              <a:gd name="connsiteY760" fmla="*/ 1089613 h 6858000"/>
              <a:gd name="connsiteX761" fmla="*/ 427020 w 7467600"/>
              <a:gd name="connsiteY761" fmla="*/ 1619803 h 6858000"/>
              <a:gd name="connsiteX762" fmla="*/ 340345 w 7467600"/>
              <a:gd name="connsiteY762" fmla="*/ 2027739 h 6858000"/>
              <a:gd name="connsiteX763" fmla="*/ 360865 w 7467600"/>
              <a:gd name="connsiteY763" fmla="*/ 2044827 h 6858000"/>
              <a:gd name="connsiteX764" fmla="*/ 560414 w 7467600"/>
              <a:gd name="connsiteY764" fmla="*/ 2421457 h 6858000"/>
              <a:gd name="connsiteX765" fmla="*/ 1359703 w 7467600"/>
              <a:gd name="connsiteY765" fmla="*/ 2578554 h 6858000"/>
              <a:gd name="connsiteX766" fmla="*/ 1359422 w 7467600"/>
              <a:gd name="connsiteY766" fmla="*/ 2577994 h 6858000"/>
              <a:gd name="connsiteX767" fmla="*/ 828701 w 7467600"/>
              <a:gd name="connsiteY767" fmla="*/ 1839520 h 6858000"/>
              <a:gd name="connsiteX768" fmla="*/ 494427 w 7467600"/>
              <a:gd name="connsiteY768" fmla="*/ 1092333 h 6858000"/>
              <a:gd name="connsiteX769" fmla="*/ 506322 w 7467600"/>
              <a:gd name="connsiteY769" fmla="*/ 1020997 h 6858000"/>
              <a:gd name="connsiteX770" fmla="*/ 4570198 w 7467600"/>
              <a:gd name="connsiteY770" fmla="*/ 978081 h 6858000"/>
              <a:gd name="connsiteX771" fmla="*/ 4523691 w 7467600"/>
              <a:gd name="connsiteY771" fmla="*/ 1127776 h 6858000"/>
              <a:gd name="connsiteX772" fmla="*/ 4509875 w 7467600"/>
              <a:gd name="connsiteY772" fmla="*/ 1167552 h 6858000"/>
              <a:gd name="connsiteX773" fmla="*/ 4478168 w 7467600"/>
              <a:gd name="connsiteY773" fmla="*/ 1260735 h 6858000"/>
              <a:gd name="connsiteX774" fmla="*/ 4409309 w 7467600"/>
              <a:gd name="connsiteY774" fmla="*/ 1666996 h 6858000"/>
              <a:gd name="connsiteX775" fmla="*/ 4370031 w 7467600"/>
              <a:gd name="connsiteY775" fmla="*/ 1955666 h 6858000"/>
              <a:gd name="connsiteX776" fmla="*/ 4570198 w 7467600"/>
              <a:gd name="connsiteY776" fmla="*/ 978081 h 6858000"/>
              <a:gd name="connsiteX777" fmla="*/ 4557898 w 7467600"/>
              <a:gd name="connsiteY777" fmla="*/ 900011 h 6858000"/>
              <a:gd name="connsiteX778" fmla="*/ 4344840 w 7467600"/>
              <a:gd name="connsiteY778" fmla="*/ 1922038 h 6858000"/>
              <a:gd name="connsiteX779" fmla="*/ 4378710 w 7467600"/>
              <a:gd name="connsiteY779" fmla="*/ 1665516 h 6858000"/>
              <a:gd name="connsiteX780" fmla="*/ 4448798 w 7467600"/>
              <a:gd name="connsiteY780" fmla="*/ 1253024 h 6858000"/>
              <a:gd name="connsiteX781" fmla="*/ 4480315 w 7467600"/>
              <a:gd name="connsiteY781" fmla="*/ 1158454 h 6858000"/>
              <a:gd name="connsiteX782" fmla="*/ 4494133 w 7467600"/>
              <a:gd name="connsiteY782" fmla="*/ 1118676 h 6858000"/>
              <a:gd name="connsiteX783" fmla="*/ 4557898 w 7467600"/>
              <a:gd name="connsiteY783" fmla="*/ 900011 h 6858000"/>
              <a:gd name="connsiteX784" fmla="*/ 5870151 w 7467600"/>
              <a:gd name="connsiteY784" fmla="*/ 898890 h 6858000"/>
              <a:gd name="connsiteX785" fmla="*/ 5861335 w 7467600"/>
              <a:gd name="connsiteY785" fmla="*/ 899177 h 6858000"/>
              <a:gd name="connsiteX786" fmla="*/ 5843702 w 7467600"/>
              <a:gd name="connsiteY786" fmla="*/ 899748 h 6858000"/>
              <a:gd name="connsiteX787" fmla="*/ 5651107 w 7467600"/>
              <a:gd name="connsiteY787" fmla="*/ 920306 h 6858000"/>
              <a:gd name="connsiteX788" fmla="*/ 5459407 w 7467600"/>
              <a:gd name="connsiteY788" fmla="*/ 940975 h 6858000"/>
              <a:gd name="connsiteX789" fmla="*/ 5374846 w 7467600"/>
              <a:gd name="connsiteY789" fmla="*/ 941988 h 6858000"/>
              <a:gd name="connsiteX790" fmla="*/ 5256105 w 7467600"/>
              <a:gd name="connsiteY790" fmla="*/ 945632 h 6858000"/>
              <a:gd name="connsiteX791" fmla="*/ 5107071 w 7467600"/>
              <a:gd name="connsiteY791" fmla="*/ 969720 h 6858000"/>
              <a:gd name="connsiteX792" fmla="*/ 4998681 w 7467600"/>
              <a:gd name="connsiteY792" fmla="*/ 988771 h 6858000"/>
              <a:gd name="connsiteX793" fmla="*/ 5870151 w 7467600"/>
              <a:gd name="connsiteY793" fmla="*/ 898890 h 6858000"/>
              <a:gd name="connsiteX794" fmla="*/ 5504425 w 7467600"/>
              <a:gd name="connsiteY794" fmla="*/ 848067 h 6858000"/>
              <a:gd name="connsiteX795" fmla="*/ 4968849 w 7467600"/>
              <a:gd name="connsiteY795" fmla="*/ 962318 h 6858000"/>
              <a:gd name="connsiteX796" fmla="*/ 5104039 w 7467600"/>
              <a:gd name="connsiteY796" fmla="*/ 940634 h 6858000"/>
              <a:gd name="connsiteX797" fmla="*/ 5256311 w 7467600"/>
              <a:gd name="connsiteY797" fmla="*/ 916490 h 6858000"/>
              <a:gd name="connsiteX798" fmla="*/ 5377381 w 7467600"/>
              <a:gd name="connsiteY798" fmla="*/ 912671 h 6858000"/>
              <a:gd name="connsiteX799" fmla="*/ 5460148 w 7467600"/>
              <a:gd name="connsiteY799" fmla="*/ 911442 h 6858000"/>
              <a:gd name="connsiteX800" fmla="*/ 5648971 w 7467600"/>
              <a:gd name="connsiteY800" fmla="*/ 891331 h 6858000"/>
              <a:gd name="connsiteX801" fmla="*/ 5844807 w 7467600"/>
              <a:gd name="connsiteY801" fmla="*/ 870718 h 6858000"/>
              <a:gd name="connsiteX802" fmla="*/ 5862975 w 7467600"/>
              <a:gd name="connsiteY802" fmla="*/ 869756 h 6858000"/>
              <a:gd name="connsiteX803" fmla="*/ 5920887 w 7467600"/>
              <a:gd name="connsiteY803" fmla="*/ 865929 h 6858000"/>
              <a:gd name="connsiteX804" fmla="*/ 5504425 w 7467600"/>
              <a:gd name="connsiteY804" fmla="*/ 848067 h 6858000"/>
              <a:gd name="connsiteX805" fmla="*/ 3607114 w 7467600"/>
              <a:gd name="connsiteY805" fmla="*/ 467441 h 6858000"/>
              <a:gd name="connsiteX806" fmla="*/ 3296242 w 7467600"/>
              <a:gd name="connsiteY806" fmla="*/ 807991 h 6858000"/>
              <a:gd name="connsiteX807" fmla="*/ 3174674 w 7467600"/>
              <a:gd name="connsiteY807" fmla="*/ 919759 h 6858000"/>
              <a:gd name="connsiteX808" fmla="*/ 3042978 w 7467600"/>
              <a:gd name="connsiteY808" fmla="*/ 1054894 h 6858000"/>
              <a:gd name="connsiteX809" fmla="*/ 2968914 w 7467600"/>
              <a:gd name="connsiteY809" fmla="*/ 1133756 h 6858000"/>
              <a:gd name="connsiteX810" fmla="*/ 3103823 w 7467600"/>
              <a:gd name="connsiteY810" fmla="*/ 1026814 h 6858000"/>
              <a:gd name="connsiteX811" fmla="*/ 3607114 w 7467600"/>
              <a:gd name="connsiteY811" fmla="*/ 467441 h 6858000"/>
              <a:gd name="connsiteX812" fmla="*/ 3744487 w 7467600"/>
              <a:gd name="connsiteY812" fmla="*/ 383136 h 6858000"/>
              <a:gd name="connsiteX813" fmla="*/ 3970213 w 7467600"/>
              <a:gd name="connsiteY813" fmla="*/ 995559 h 6858000"/>
              <a:gd name="connsiteX814" fmla="*/ 3744487 w 7467600"/>
              <a:gd name="connsiteY814" fmla="*/ 383136 h 6858000"/>
              <a:gd name="connsiteX815" fmla="*/ 3624562 w 7467600"/>
              <a:gd name="connsiteY815" fmla="*/ 367041 h 6858000"/>
              <a:gd name="connsiteX816" fmla="*/ 3489712 w 7467600"/>
              <a:gd name="connsiteY816" fmla="*/ 485386 h 6858000"/>
              <a:gd name="connsiteX817" fmla="*/ 3182994 w 7467600"/>
              <a:gd name="connsiteY817" fmla="*/ 828265 h 6858000"/>
              <a:gd name="connsiteX818" fmla="*/ 2892114 w 7467600"/>
              <a:gd name="connsiteY818" fmla="*/ 1172635 h 6858000"/>
              <a:gd name="connsiteX819" fmla="*/ 3021459 w 7467600"/>
              <a:gd name="connsiteY819" fmla="*/ 1035385 h 6858000"/>
              <a:gd name="connsiteX820" fmla="*/ 3153873 w 7467600"/>
              <a:gd name="connsiteY820" fmla="*/ 898971 h 6858000"/>
              <a:gd name="connsiteX821" fmla="*/ 3276511 w 7467600"/>
              <a:gd name="connsiteY821" fmla="*/ 786423 h 6858000"/>
              <a:gd name="connsiteX822" fmla="*/ 3584154 w 7467600"/>
              <a:gd name="connsiteY822" fmla="*/ 448218 h 6858000"/>
              <a:gd name="connsiteX823" fmla="*/ 3624562 w 7467600"/>
              <a:gd name="connsiteY823" fmla="*/ 367041 h 6858000"/>
              <a:gd name="connsiteX824" fmla="*/ 3766672 w 7467600"/>
              <a:gd name="connsiteY824" fmla="*/ 359429 h 6858000"/>
              <a:gd name="connsiteX825" fmla="*/ 3996338 w 7467600"/>
              <a:gd name="connsiteY825" fmla="*/ 968237 h 6858000"/>
              <a:gd name="connsiteX826" fmla="*/ 3766672 w 7467600"/>
              <a:gd name="connsiteY826" fmla="*/ 359429 h 6858000"/>
              <a:gd name="connsiteX827" fmla="*/ 5805386 w 7467600"/>
              <a:gd name="connsiteY827" fmla="*/ 239240 h 6858000"/>
              <a:gd name="connsiteX828" fmla="*/ 5736947 w 7467600"/>
              <a:gd name="connsiteY828" fmla="*/ 261367 h 6858000"/>
              <a:gd name="connsiteX829" fmla="*/ 5427012 w 7467600"/>
              <a:gd name="connsiteY829" fmla="*/ 311272 h 6858000"/>
              <a:gd name="connsiteX830" fmla="*/ 5147818 w 7467600"/>
              <a:gd name="connsiteY830" fmla="*/ 322112 h 6858000"/>
              <a:gd name="connsiteX831" fmla="*/ 5060854 w 7467600"/>
              <a:gd name="connsiteY831" fmla="*/ 311882 h 6858000"/>
              <a:gd name="connsiteX832" fmla="*/ 4945989 w 7467600"/>
              <a:gd name="connsiteY832" fmla="*/ 300516 h 6858000"/>
              <a:gd name="connsiteX833" fmla="*/ 5410479 w 7467600"/>
              <a:gd name="connsiteY833" fmla="*/ 348434 h 6858000"/>
              <a:gd name="connsiteX834" fmla="*/ 5805386 w 7467600"/>
              <a:gd name="connsiteY834" fmla="*/ 239240 h 6858000"/>
              <a:gd name="connsiteX835" fmla="*/ 5905192 w 7467600"/>
              <a:gd name="connsiteY835" fmla="*/ 163079 h 6858000"/>
              <a:gd name="connsiteX836" fmla="*/ 5865655 w 7467600"/>
              <a:gd name="connsiteY836" fmla="*/ 171901 h 6858000"/>
              <a:gd name="connsiteX837" fmla="*/ 5259740 w 7467600"/>
              <a:gd name="connsiteY837" fmla="*/ 257013 h 6858000"/>
              <a:gd name="connsiteX838" fmla="*/ 5208466 w 7467600"/>
              <a:gd name="connsiteY838" fmla="*/ 257550 h 6858000"/>
              <a:gd name="connsiteX839" fmla="*/ 4980204 w 7467600"/>
              <a:gd name="connsiteY839" fmla="*/ 271903 h 6858000"/>
              <a:gd name="connsiteX840" fmla="*/ 5068068 w 7467600"/>
              <a:gd name="connsiteY840" fmla="*/ 282244 h 6858000"/>
              <a:gd name="connsiteX841" fmla="*/ 5153231 w 7467600"/>
              <a:gd name="connsiteY841" fmla="*/ 292240 h 6858000"/>
              <a:gd name="connsiteX842" fmla="*/ 5426491 w 7467600"/>
              <a:gd name="connsiteY842" fmla="*/ 281128 h 6858000"/>
              <a:gd name="connsiteX843" fmla="*/ 5731212 w 7467600"/>
              <a:gd name="connsiteY843" fmla="*/ 231951 h 6858000"/>
              <a:gd name="connsiteX844" fmla="*/ 5905192 w 7467600"/>
              <a:gd name="connsiteY844" fmla="*/ 163079 h 6858000"/>
              <a:gd name="connsiteX845" fmla="*/ 5944437 w 7467600"/>
              <a:gd name="connsiteY845" fmla="*/ 113829 h 6858000"/>
              <a:gd name="connsiteX846" fmla="*/ 5825032 w 7467600"/>
              <a:gd name="connsiteY846" fmla="*/ 146405 h 6858000"/>
              <a:gd name="connsiteX847" fmla="*/ 4955599 w 7467600"/>
              <a:gd name="connsiteY847" fmla="*/ 247008 h 6858000"/>
              <a:gd name="connsiteX848" fmla="*/ 5210104 w 7467600"/>
              <a:gd name="connsiteY848" fmla="*/ 228123 h 6858000"/>
              <a:gd name="connsiteX849" fmla="*/ 5261015 w 7467600"/>
              <a:gd name="connsiteY849" fmla="*/ 227087 h 6858000"/>
              <a:gd name="connsiteX850" fmla="*/ 5861181 w 7467600"/>
              <a:gd name="connsiteY850" fmla="*/ 143093 h 6858000"/>
              <a:gd name="connsiteX851" fmla="*/ 5961252 w 7467600"/>
              <a:gd name="connsiteY851" fmla="*/ 114820 h 6858000"/>
              <a:gd name="connsiteX852" fmla="*/ 5944437 w 7467600"/>
              <a:gd name="connsiteY852" fmla="*/ 113829 h 6858000"/>
              <a:gd name="connsiteX853" fmla="*/ 3882765 w 7467600"/>
              <a:gd name="connsiteY853" fmla="*/ 0 h 6858000"/>
              <a:gd name="connsiteX854" fmla="*/ 3995099 w 7467600"/>
              <a:gd name="connsiteY854" fmla="*/ 0 h 6858000"/>
              <a:gd name="connsiteX855" fmla="*/ 4163818 w 7467600"/>
              <a:gd name="connsiteY855" fmla="*/ 234104 h 6858000"/>
              <a:gd name="connsiteX856" fmla="*/ 4172099 w 7467600"/>
              <a:gd name="connsiteY856" fmla="*/ 234207 h 6858000"/>
              <a:gd name="connsiteX857" fmla="*/ 4784282 w 7467600"/>
              <a:gd name="connsiteY857" fmla="*/ 276561 h 6858000"/>
              <a:gd name="connsiteX858" fmla="*/ 4801687 w 7467600"/>
              <a:gd name="connsiteY858" fmla="*/ 267764 h 6858000"/>
              <a:gd name="connsiteX859" fmla="*/ 6082788 w 7467600"/>
              <a:gd name="connsiteY859" fmla="*/ 64119 h 6858000"/>
              <a:gd name="connsiteX860" fmla="*/ 6099442 w 7467600"/>
              <a:gd name="connsiteY860" fmla="*/ 82568 h 6858000"/>
              <a:gd name="connsiteX861" fmla="*/ 4804137 w 7467600"/>
              <a:gd name="connsiteY861" fmla="*/ 320931 h 6858000"/>
              <a:gd name="connsiteX862" fmla="*/ 4227047 w 7467600"/>
              <a:gd name="connsiteY862" fmla="*/ 313415 h 6858000"/>
              <a:gd name="connsiteX863" fmla="*/ 4346041 w 7467600"/>
              <a:gd name="connsiteY863" fmla="*/ 456086 h 6858000"/>
              <a:gd name="connsiteX864" fmla="*/ 4870967 w 7467600"/>
              <a:gd name="connsiteY864" fmla="*/ 963061 h 6858000"/>
              <a:gd name="connsiteX865" fmla="*/ 4889647 w 7467600"/>
              <a:gd name="connsiteY865" fmla="*/ 957147 h 6858000"/>
              <a:gd name="connsiteX866" fmla="*/ 5422504 w 7467600"/>
              <a:gd name="connsiteY866" fmla="*/ 805191 h 6858000"/>
              <a:gd name="connsiteX867" fmla="*/ 6087656 w 7467600"/>
              <a:gd name="connsiteY867" fmla="*/ 826703 h 6858000"/>
              <a:gd name="connsiteX868" fmla="*/ 6058717 w 7467600"/>
              <a:gd name="connsiteY868" fmla="*/ 865992 h 6858000"/>
              <a:gd name="connsiteX869" fmla="*/ 4974153 w 7467600"/>
              <a:gd name="connsiteY869" fmla="*/ 1045456 h 6858000"/>
              <a:gd name="connsiteX870" fmla="*/ 5627835 w 7467600"/>
              <a:gd name="connsiteY870" fmla="*/ 1472077 h 6858000"/>
              <a:gd name="connsiteX871" fmla="*/ 5629817 w 7467600"/>
              <a:gd name="connsiteY871" fmla="*/ 1471412 h 6858000"/>
              <a:gd name="connsiteX872" fmla="*/ 5634124 w 7467600"/>
              <a:gd name="connsiteY872" fmla="*/ 1470572 h 6858000"/>
              <a:gd name="connsiteX873" fmla="*/ 5755832 w 7467600"/>
              <a:gd name="connsiteY873" fmla="*/ 1383886 h 6858000"/>
              <a:gd name="connsiteX874" fmla="*/ 6014186 w 7467600"/>
              <a:gd name="connsiteY874" fmla="*/ 1279799 h 6858000"/>
              <a:gd name="connsiteX875" fmla="*/ 6901619 w 7467600"/>
              <a:gd name="connsiteY875" fmla="*/ 1047874 h 6858000"/>
              <a:gd name="connsiteX876" fmla="*/ 6931566 w 7467600"/>
              <a:gd name="connsiteY876" fmla="*/ 1062034 h 6858000"/>
              <a:gd name="connsiteX877" fmla="*/ 5790982 w 7467600"/>
              <a:gd name="connsiteY877" fmla="*/ 1561380 h 6858000"/>
              <a:gd name="connsiteX878" fmla="*/ 6188971 w 7467600"/>
              <a:gd name="connsiteY878" fmla="*/ 1755168 h 6858000"/>
              <a:gd name="connsiteX879" fmla="*/ 6202446 w 7467600"/>
              <a:gd name="connsiteY879" fmla="*/ 1752268 h 6858000"/>
              <a:gd name="connsiteX880" fmla="*/ 7179560 w 7467600"/>
              <a:gd name="connsiteY880" fmla="*/ 1467551 h 6858000"/>
              <a:gd name="connsiteX881" fmla="*/ 7158730 w 7467600"/>
              <a:gd name="connsiteY881" fmla="*/ 1507835 h 6858000"/>
              <a:gd name="connsiteX882" fmla="*/ 6326959 w 7467600"/>
              <a:gd name="connsiteY882" fmla="*/ 1817686 h 6858000"/>
              <a:gd name="connsiteX883" fmla="*/ 6537433 w 7467600"/>
              <a:gd name="connsiteY883" fmla="*/ 1907790 h 6858000"/>
              <a:gd name="connsiteX884" fmla="*/ 6550221 w 7467600"/>
              <a:gd name="connsiteY884" fmla="*/ 1910729 h 6858000"/>
              <a:gd name="connsiteX885" fmla="*/ 6964438 w 7467600"/>
              <a:gd name="connsiteY885" fmla="*/ 2209505 h 6858000"/>
              <a:gd name="connsiteX886" fmla="*/ 7367862 w 7467600"/>
              <a:gd name="connsiteY886" fmla="*/ 2806833 h 6858000"/>
              <a:gd name="connsiteX887" fmla="*/ 7364329 w 7467600"/>
              <a:gd name="connsiteY887" fmla="*/ 2826907 h 6858000"/>
              <a:gd name="connsiteX888" fmla="*/ 7290545 w 7467600"/>
              <a:gd name="connsiteY888" fmla="*/ 2850663 h 6858000"/>
              <a:gd name="connsiteX889" fmla="*/ 6472036 w 7467600"/>
              <a:gd name="connsiteY889" fmla="*/ 1959003 h 6858000"/>
              <a:gd name="connsiteX890" fmla="*/ 5792897 w 7467600"/>
              <a:gd name="connsiteY890" fmla="*/ 1647747 h 6858000"/>
              <a:gd name="connsiteX891" fmla="*/ 5842751 w 7467600"/>
              <a:gd name="connsiteY891" fmla="*/ 1816112 h 6858000"/>
              <a:gd name="connsiteX892" fmla="*/ 5847424 w 7467600"/>
              <a:gd name="connsiteY892" fmla="*/ 1815776 h 6858000"/>
              <a:gd name="connsiteX893" fmla="*/ 6399821 w 7467600"/>
              <a:gd name="connsiteY893" fmla="*/ 2344799 h 6858000"/>
              <a:gd name="connsiteX894" fmla="*/ 6323232 w 7467600"/>
              <a:gd name="connsiteY894" fmla="*/ 2389634 h 6858000"/>
              <a:gd name="connsiteX895" fmla="*/ 5942958 w 7467600"/>
              <a:gd name="connsiteY895" fmla="*/ 2077708 h 6858000"/>
              <a:gd name="connsiteX896" fmla="*/ 5921559 w 7467600"/>
              <a:gd name="connsiteY896" fmla="*/ 2378596 h 6858000"/>
              <a:gd name="connsiteX897" fmla="*/ 5817651 w 7467600"/>
              <a:gd name="connsiteY897" fmla="*/ 3023919 h 6858000"/>
              <a:gd name="connsiteX898" fmla="*/ 5729634 w 7467600"/>
              <a:gd name="connsiteY898" fmla="*/ 3051849 h 6858000"/>
              <a:gd name="connsiteX899" fmla="*/ 5611018 w 7467600"/>
              <a:gd name="connsiteY899" fmla="*/ 2316769 h 6858000"/>
              <a:gd name="connsiteX900" fmla="*/ 5687608 w 7467600"/>
              <a:gd name="connsiteY900" fmla="*/ 2039972 h 6858000"/>
              <a:gd name="connsiteX901" fmla="*/ 5657554 w 7467600"/>
              <a:gd name="connsiteY901" fmla="*/ 1576445 h 6858000"/>
              <a:gd name="connsiteX902" fmla="*/ 5150475 w 7467600"/>
              <a:gd name="connsiteY902" fmla="*/ 1274012 h 6858000"/>
              <a:gd name="connsiteX903" fmla="*/ 5349142 w 7467600"/>
              <a:gd name="connsiteY903" fmla="*/ 2204405 h 6858000"/>
              <a:gd name="connsiteX904" fmla="*/ 5262214 w 7467600"/>
              <a:gd name="connsiteY904" fmla="*/ 2233836 h 6858000"/>
              <a:gd name="connsiteX905" fmla="*/ 4981539 w 7467600"/>
              <a:gd name="connsiteY905" fmla="*/ 1542201 h 6858000"/>
              <a:gd name="connsiteX906" fmla="*/ 4958461 w 7467600"/>
              <a:gd name="connsiteY906" fmla="*/ 1136957 h 6858000"/>
              <a:gd name="connsiteX907" fmla="*/ 4655015 w 7467600"/>
              <a:gd name="connsiteY907" fmla="*/ 891426 h 6858000"/>
              <a:gd name="connsiteX908" fmla="*/ 4348002 w 7467600"/>
              <a:gd name="connsiteY908" fmla="*/ 2205895 h 6858000"/>
              <a:gd name="connsiteX909" fmla="*/ 4262250 w 7467600"/>
              <a:gd name="connsiteY909" fmla="*/ 2219972 h 6858000"/>
              <a:gd name="connsiteX910" fmla="*/ 4550611 w 7467600"/>
              <a:gd name="connsiteY910" fmla="*/ 817540 h 6858000"/>
              <a:gd name="connsiteX911" fmla="*/ 4564418 w 7467600"/>
              <a:gd name="connsiteY911" fmla="*/ 808293 h 6858000"/>
              <a:gd name="connsiteX912" fmla="*/ 4266388 w 7467600"/>
              <a:gd name="connsiteY912" fmla="*/ 500083 h 6858000"/>
              <a:gd name="connsiteX913" fmla="*/ 4032842 w 7467600"/>
              <a:gd name="connsiteY913" fmla="*/ 211809 h 6858000"/>
              <a:gd name="connsiteX914" fmla="*/ 3882765 w 7467600"/>
              <a:gd name="connsiteY914" fmla="*/ 0 h 6858000"/>
              <a:gd name="connsiteX915" fmla="*/ 3721337 w 7467600"/>
              <a:gd name="connsiteY915" fmla="*/ 0 h 6858000"/>
              <a:gd name="connsiteX916" fmla="*/ 3797544 w 7467600"/>
              <a:gd name="connsiteY916" fmla="*/ 0 h 6858000"/>
              <a:gd name="connsiteX917" fmla="*/ 3775734 w 7467600"/>
              <a:gd name="connsiteY917" fmla="*/ 95131 h 6858000"/>
              <a:gd name="connsiteX918" fmla="*/ 3724807 w 7467600"/>
              <a:gd name="connsiteY918" fmla="*/ 272257 h 6858000"/>
              <a:gd name="connsiteX919" fmla="*/ 3726844 w 7467600"/>
              <a:gd name="connsiteY919" fmla="*/ 282988 h 6858000"/>
              <a:gd name="connsiteX920" fmla="*/ 3742664 w 7467600"/>
              <a:gd name="connsiteY920" fmla="*/ 279918 h 6858000"/>
              <a:gd name="connsiteX921" fmla="*/ 4103910 w 7467600"/>
              <a:gd name="connsiteY921" fmla="*/ 1161917 h 6858000"/>
              <a:gd name="connsiteX922" fmla="*/ 4020269 w 7467600"/>
              <a:gd name="connsiteY922" fmla="*/ 1200406 h 6858000"/>
              <a:gd name="connsiteX923" fmla="*/ 3674882 w 7467600"/>
              <a:gd name="connsiteY923" fmla="*/ 488524 h 6858000"/>
              <a:gd name="connsiteX924" fmla="*/ 3132682 w 7467600"/>
              <a:gd name="connsiteY924" fmla="*/ 1072284 h 6858000"/>
              <a:gd name="connsiteX925" fmla="*/ 2716346 w 7467600"/>
              <a:gd name="connsiteY925" fmla="*/ 1276376 h 6858000"/>
              <a:gd name="connsiteX926" fmla="*/ 2716772 w 7467600"/>
              <a:gd name="connsiteY926" fmla="*/ 1255462 h 6858000"/>
              <a:gd name="connsiteX927" fmla="*/ 3471096 w 7467600"/>
              <a:gd name="connsiteY927" fmla="*/ 437072 h 6858000"/>
              <a:gd name="connsiteX928" fmla="*/ 3639057 w 7467600"/>
              <a:gd name="connsiteY928" fmla="*/ 286334 h 6858000"/>
              <a:gd name="connsiteX929" fmla="*/ 3640309 w 7467600"/>
              <a:gd name="connsiteY929" fmla="*/ 284664 h 6858000"/>
              <a:gd name="connsiteX930" fmla="*/ 3646022 w 7467600"/>
              <a:gd name="connsiteY930" fmla="*/ 276711 h 6858000"/>
              <a:gd name="connsiteX931" fmla="*/ 3707943 w 7467600"/>
              <a:gd name="connsiteY931" fmla="*/ 65958 h 6858000"/>
              <a:gd name="connsiteX932" fmla="*/ 3721337 w 7467600"/>
              <a:gd name="connsiteY932" fmla="*/ 0 h 6858000"/>
              <a:gd name="connsiteX933" fmla="*/ 2867960 w 7467600"/>
              <a:gd name="connsiteY933" fmla="*/ 0 h 6858000"/>
              <a:gd name="connsiteX934" fmla="*/ 2926351 w 7467600"/>
              <a:gd name="connsiteY934" fmla="*/ 0 h 6858000"/>
              <a:gd name="connsiteX935" fmla="*/ 2902823 w 7467600"/>
              <a:gd name="connsiteY935" fmla="*/ 262929 h 6858000"/>
              <a:gd name="connsiteX936" fmla="*/ 2940663 w 7467600"/>
              <a:gd name="connsiteY936" fmla="*/ 140884 h 6858000"/>
              <a:gd name="connsiteX937" fmla="*/ 2947039 w 7467600"/>
              <a:gd name="connsiteY937" fmla="*/ 122524 h 6858000"/>
              <a:gd name="connsiteX938" fmla="*/ 2984316 w 7467600"/>
              <a:gd name="connsiteY938" fmla="*/ 0 h 6858000"/>
              <a:gd name="connsiteX939" fmla="*/ 3016114 w 7467600"/>
              <a:gd name="connsiteY939" fmla="*/ 0 h 6858000"/>
              <a:gd name="connsiteX940" fmla="*/ 2979949 w 7467600"/>
              <a:gd name="connsiteY940" fmla="*/ 119274 h 6858000"/>
              <a:gd name="connsiteX941" fmla="*/ 3023879 w 7467600"/>
              <a:gd name="connsiteY941" fmla="*/ 0 h 6858000"/>
              <a:gd name="connsiteX942" fmla="*/ 3105400 w 7467600"/>
              <a:gd name="connsiteY942" fmla="*/ 0 h 6858000"/>
              <a:gd name="connsiteX943" fmla="*/ 3094669 w 7467600"/>
              <a:gd name="connsiteY943" fmla="*/ 30308 h 6858000"/>
              <a:gd name="connsiteX944" fmla="*/ 2901945 w 7467600"/>
              <a:gd name="connsiteY944" fmla="*/ 466538 h 6858000"/>
              <a:gd name="connsiteX945" fmla="*/ 2815209 w 7467600"/>
              <a:gd name="connsiteY945" fmla="*/ 497361 h 6858000"/>
              <a:gd name="connsiteX946" fmla="*/ 2844845 w 7467600"/>
              <a:gd name="connsiteY946" fmla="*/ 127638 h 6858000"/>
              <a:gd name="connsiteX947" fmla="*/ 2867960 w 7467600"/>
              <a:gd name="connsiteY947" fmla="*/ 0 h 6858000"/>
              <a:gd name="connsiteX948" fmla="*/ 1057230 w 7467600"/>
              <a:gd name="connsiteY948" fmla="*/ 0 h 6858000"/>
              <a:gd name="connsiteX949" fmla="*/ 1111003 w 7467600"/>
              <a:gd name="connsiteY949" fmla="*/ 0 h 6858000"/>
              <a:gd name="connsiteX950" fmla="*/ 1125553 w 7467600"/>
              <a:gd name="connsiteY950" fmla="*/ 52588 h 6858000"/>
              <a:gd name="connsiteX951" fmla="*/ 1304276 w 7467600"/>
              <a:gd name="connsiteY951" fmla="*/ 476275 h 6858000"/>
              <a:gd name="connsiteX952" fmla="*/ 1492066 w 7467600"/>
              <a:gd name="connsiteY952" fmla="*/ 886333 h 6858000"/>
              <a:gd name="connsiteX953" fmla="*/ 1423698 w 7467600"/>
              <a:gd name="connsiteY953" fmla="*/ 710817 h 6858000"/>
              <a:gd name="connsiteX954" fmla="*/ 1357609 w 7467600"/>
              <a:gd name="connsiteY954" fmla="*/ 532892 h 6858000"/>
              <a:gd name="connsiteX955" fmla="*/ 1309550 w 7467600"/>
              <a:gd name="connsiteY955" fmla="*/ 374031 h 6858000"/>
              <a:gd name="connsiteX956" fmla="*/ 1193673 w 7467600"/>
              <a:gd name="connsiteY956" fmla="*/ 49533 h 6858000"/>
              <a:gd name="connsiteX957" fmla="*/ 1164391 w 7467600"/>
              <a:gd name="connsiteY957" fmla="*/ 0 h 6858000"/>
              <a:gd name="connsiteX958" fmla="*/ 1200666 w 7467600"/>
              <a:gd name="connsiteY958" fmla="*/ 0 h 6858000"/>
              <a:gd name="connsiteX959" fmla="*/ 1223408 w 7467600"/>
              <a:gd name="connsiteY959" fmla="*/ 38996 h 6858000"/>
              <a:gd name="connsiteX960" fmla="*/ 1339635 w 7467600"/>
              <a:gd name="connsiteY960" fmla="*/ 365517 h 6858000"/>
              <a:gd name="connsiteX961" fmla="*/ 1387469 w 7467600"/>
              <a:gd name="connsiteY961" fmla="*/ 523079 h 6858000"/>
              <a:gd name="connsiteX962" fmla="*/ 1452685 w 7467600"/>
              <a:gd name="connsiteY962" fmla="*/ 699806 h 6858000"/>
              <a:gd name="connsiteX963" fmla="*/ 1492092 w 7467600"/>
              <a:gd name="connsiteY963" fmla="*/ 800424 h 6858000"/>
              <a:gd name="connsiteX964" fmla="*/ 1455302 w 7467600"/>
              <a:gd name="connsiteY964" fmla="*/ 632913 h 6858000"/>
              <a:gd name="connsiteX965" fmla="*/ 1222336 w 7467600"/>
              <a:gd name="connsiteY965" fmla="*/ 9480 h 6858000"/>
              <a:gd name="connsiteX966" fmla="*/ 1214634 w 7467600"/>
              <a:gd name="connsiteY966" fmla="*/ 0 h 6858000"/>
              <a:gd name="connsiteX967" fmla="*/ 1289827 w 7467600"/>
              <a:gd name="connsiteY967" fmla="*/ 0 h 6858000"/>
              <a:gd name="connsiteX968" fmla="*/ 1321076 w 7467600"/>
              <a:gd name="connsiteY968" fmla="*/ 59722 h 6858000"/>
              <a:gd name="connsiteX969" fmla="*/ 1512579 w 7467600"/>
              <a:gd name="connsiteY969" fmla="*/ 626441 h 6858000"/>
              <a:gd name="connsiteX970" fmla="*/ 1506076 w 7467600"/>
              <a:gd name="connsiteY970" fmla="*/ 1089289 h 6858000"/>
              <a:gd name="connsiteX971" fmla="*/ 1486346 w 7467600"/>
              <a:gd name="connsiteY971" fmla="*/ 1079919 h 6858000"/>
              <a:gd name="connsiteX972" fmla="*/ 1070511 w 7467600"/>
              <a:gd name="connsiteY972" fmla="*/ 48609 h 6858000"/>
              <a:gd name="connsiteX973" fmla="*/ 1057230 w 7467600"/>
              <a:gd name="connsiteY973" fmla="*/ 0 h 6858000"/>
              <a:gd name="connsiteX974" fmla="*/ 43151 w 7467600"/>
              <a:gd name="connsiteY974" fmla="*/ 0 h 6858000"/>
              <a:gd name="connsiteX975" fmla="*/ 95283 w 7467600"/>
              <a:gd name="connsiteY975" fmla="*/ 0 h 6858000"/>
              <a:gd name="connsiteX976" fmla="*/ 300708 w 7467600"/>
              <a:gd name="connsiteY976" fmla="*/ 154571 h 6858000"/>
              <a:gd name="connsiteX977" fmla="*/ 530414 w 7467600"/>
              <a:gd name="connsiteY977" fmla="*/ 354673 h 6858000"/>
              <a:gd name="connsiteX978" fmla="*/ 333785 w 7467600"/>
              <a:gd name="connsiteY978" fmla="*/ 161564 h 6858000"/>
              <a:gd name="connsiteX979" fmla="*/ 147005 w 7467600"/>
              <a:gd name="connsiteY979" fmla="*/ 0 h 6858000"/>
              <a:gd name="connsiteX980" fmla="*/ 272509 w 7467600"/>
              <a:gd name="connsiteY980" fmla="*/ 0 h 6858000"/>
              <a:gd name="connsiteX981" fmla="*/ 326276 w 7467600"/>
              <a:gd name="connsiteY981" fmla="*/ 45847 h 6858000"/>
              <a:gd name="connsiteX982" fmla="*/ 823759 w 7467600"/>
              <a:gd name="connsiteY982" fmla="*/ 574145 h 6858000"/>
              <a:gd name="connsiteX983" fmla="*/ 811254 w 7467600"/>
              <a:gd name="connsiteY983" fmla="*/ 665546 h 6858000"/>
              <a:gd name="connsiteX984" fmla="*/ 154042 w 7467600"/>
              <a:gd name="connsiteY984" fmla="*/ 261522 h 6858000"/>
              <a:gd name="connsiteX985" fmla="*/ 13550 w 7467600"/>
              <a:gd name="connsiteY985" fmla="*/ 158423 h 6858000"/>
              <a:gd name="connsiteX986" fmla="*/ 0 w 7467600"/>
              <a:gd name="connsiteY986" fmla="*/ 146618 h 6858000"/>
              <a:gd name="connsiteX987" fmla="*/ 0 w 7467600"/>
              <a:gd name="connsiteY987" fmla="*/ 59161 h 6858000"/>
              <a:gd name="connsiteX988" fmla="*/ 45427 w 7467600"/>
              <a:gd name="connsiteY988" fmla="*/ 101078 h 6858000"/>
              <a:gd name="connsiteX989" fmla="*/ 630103 w 7467600"/>
              <a:gd name="connsiteY989" fmla="*/ 485885 h 6858000"/>
              <a:gd name="connsiteX990" fmla="*/ 532040 w 7467600"/>
              <a:gd name="connsiteY990" fmla="*/ 399359 h 6858000"/>
              <a:gd name="connsiteX991" fmla="*/ 517618 w 7467600"/>
              <a:gd name="connsiteY991" fmla="*/ 385726 h 6858000"/>
              <a:gd name="connsiteX992" fmla="*/ 285074 w 7467600"/>
              <a:gd name="connsiteY992" fmla="*/ 182755 h 6858000"/>
              <a:gd name="connsiteX993" fmla="*/ 43151 w 7467600"/>
              <a:gd name="connsiteY99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43603 w 7467600"/>
              <a:gd name="connsiteY127" fmla="*/ 5149746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7343603 w 7467600"/>
              <a:gd name="connsiteY136" fmla="*/ 5149746 h 6858000"/>
              <a:gd name="connsiteX137" fmla="*/ 1903353 w 7467600"/>
              <a:gd name="connsiteY137" fmla="*/ 5044827 h 6858000"/>
              <a:gd name="connsiteX138" fmla="*/ 1936931 w 7467600"/>
              <a:gd name="connsiteY138" fmla="*/ 5093954 h 6858000"/>
              <a:gd name="connsiteX139" fmla="*/ 2195868 w 7467600"/>
              <a:gd name="connsiteY139" fmla="*/ 5396574 h 6858000"/>
              <a:gd name="connsiteX140" fmla="*/ 2088852 w 7467600"/>
              <a:gd name="connsiteY140" fmla="*/ 5166123 h 6858000"/>
              <a:gd name="connsiteX141" fmla="*/ 1958241 w 7467600"/>
              <a:gd name="connsiteY141" fmla="*/ 5067955 h 6858000"/>
              <a:gd name="connsiteX142" fmla="*/ 1903353 w 7467600"/>
              <a:gd name="connsiteY142" fmla="*/ 5044827 h 6858000"/>
              <a:gd name="connsiteX143" fmla="*/ 1979378 w 7467600"/>
              <a:gd name="connsiteY143" fmla="*/ 4769504 h 6858000"/>
              <a:gd name="connsiteX144" fmla="*/ 2882120 w 7467600"/>
              <a:gd name="connsiteY144" fmla="*/ 5064547 h 6858000"/>
              <a:gd name="connsiteX145" fmla="*/ 2793103 w 7467600"/>
              <a:gd name="connsiteY145" fmla="*/ 5039699 h 6858000"/>
              <a:gd name="connsiteX146" fmla="*/ 2770041 w 7467600"/>
              <a:gd name="connsiteY146" fmla="*/ 5033634 h 6858000"/>
              <a:gd name="connsiteX147" fmla="*/ 1979378 w 7467600"/>
              <a:gd name="connsiteY147" fmla="*/ 4769504 h 6858000"/>
              <a:gd name="connsiteX148" fmla="*/ 1927410 w 7467600"/>
              <a:gd name="connsiteY148" fmla="*/ 4716164 h 6858000"/>
              <a:gd name="connsiteX149" fmla="*/ 1959587 w 7467600"/>
              <a:gd name="connsiteY149" fmla="*/ 4728849 h 6858000"/>
              <a:gd name="connsiteX150" fmla="*/ 2777707 w 7467600"/>
              <a:gd name="connsiteY150" fmla="*/ 5003991 h 6858000"/>
              <a:gd name="connsiteX151" fmla="*/ 2800768 w 7467600"/>
              <a:gd name="connsiteY151" fmla="*/ 5010056 h 6858000"/>
              <a:gd name="connsiteX152" fmla="*/ 2879408 w 7467600"/>
              <a:gd name="connsiteY152" fmla="*/ 5031590 h 6858000"/>
              <a:gd name="connsiteX153" fmla="*/ 2862295 w 7467600"/>
              <a:gd name="connsiteY153" fmla="*/ 5022958 h 6858000"/>
              <a:gd name="connsiteX154" fmla="*/ 2813343 w 7467600"/>
              <a:gd name="connsiteY154" fmla="*/ 4998369 h 6858000"/>
              <a:gd name="connsiteX155" fmla="*/ 2646245 w 7467600"/>
              <a:gd name="connsiteY155" fmla="*/ 4930999 h 6858000"/>
              <a:gd name="connsiteX156" fmla="*/ 1999243 w 7467600"/>
              <a:gd name="connsiteY156" fmla="*/ 4730524 h 6858000"/>
              <a:gd name="connsiteX157" fmla="*/ 1979527 w 7467600"/>
              <a:gd name="connsiteY157" fmla="*/ 4726651 h 6858000"/>
              <a:gd name="connsiteX158" fmla="*/ 1927410 w 7467600"/>
              <a:gd name="connsiteY158" fmla="*/ 4716164 h 6858000"/>
              <a:gd name="connsiteX159" fmla="*/ 1997014 w 7467600"/>
              <a:gd name="connsiteY159" fmla="*/ 4698007 h 6858000"/>
              <a:gd name="connsiteX160" fmla="*/ 2005458 w 7467600"/>
              <a:gd name="connsiteY160" fmla="*/ 4699540 h 6858000"/>
              <a:gd name="connsiteX161" fmla="*/ 2657186 w 7467600"/>
              <a:gd name="connsiteY161" fmla="*/ 4901687 h 6858000"/>
              <a:gd name="connsiteX162" fmla="*/ 2826662 w 7467600"/>
              <a:gd name="connsiteY162" fmla="*/ 4970362 h 6858000"/>
              <a:gd name="connsiteX163" fmla="*/ 2876100 w 7467600"/>
              <a:gd name="connsiteY163" fmla="*/ 4995397 h 6858000"/>
              <a:gd name="connsiteX164" fmla="*/ 3042600 w 7467600"/>
              <a:gd name="connsiteY164" fmla="*/ 5059532 h 6858000"/>
              <a:gd name="connsiteX165" fmla="*/ 1997014 w 7467600"/>
              <a:gd name="connsiteY165" fmla="*/ 4698007 h 6858000"/>
              <a:gd name="connsiteX166" fmla="*/ 2305292 w 7467600"/>
              <a:gd name="connsiteY166" fmla="*/ 4219492 h 6858000"/>
              <a:gd name="connsiteX167" fmla="*/ 3360922 w 7467600"/>
              <a:gd name="connsiteY167" fmla="*/ 4529373 h 6858000"/>
              <a:gd name="connsiteX168" fmla="*/ 3492420 w 7467600"/>
              <a:gd name="connsiteY168" fmla="*/ 4510145 h 6858000"/>
              <a:gd name="connsiteX169" fmla="*/ 3364086 w 7467600"/>
              <a:gd name="connsiteY169" fmla="*/ 4480340 h 6858000"/>
              <a:gd name="connsiteX170" fmla="*/ 3225818 w 7467600"/>
              <a:gd name="connsiteY170" fmla="*/ 4411822 h 6858000"/>
              <a:gd name="connsiteX171" fmla="*/ 3129696 w 7467600"/>
              <a:gd name="connsiteY171" fmla="*/ 4360704 h 6858000"/>
              <a:gd name="connsiteX172" fmla="*/ 2814545 w 7467600"/>
              <a:gd name="connsiteY172" fmla="*/ 4282955 h 6858000"/>
              <a:gd name="connsiteX173" fmla="*/ 2305292 w 7467600"/>
              <a:gd name="connsiteY173" fmla="*/ 4219492 h 6858000"/>
              <a:gd name="connsiteX174" fmla="*/ 2626982 w 7467600"/>
              <a:gd name="connsiteY174" fmla="*/ 4206450 h 6858000"/>
              <a:gd name="connsiteX175" fmla="*/ 2490617 w 7467600"/>
              <a:gd name="connsiteY175" fmla="*/ 4206951 h 6858000"/>
              <a:gd name="connsiteX176" fmla="*/ 2819869 w 7467600"/>
              <a:gd name="connsiteY176" fmla="*/ 4252936 h 6858000"/>
              <a:gd name="connsiteX177" fmla="*/ 3143018 w 7467600"/>
              <a:gd name="connsiteY177" fmla="*/ 4332698 h 6858000"/>
              <a:gd name="connsiteX178" fmla="*/ 3241520 w 7467600"/>
              <a:gd name="connsiteY178" fmla="*/ 4385112 h 6858000"/>
              <a:gd name="connsiteX179" fmla="*/ 3374575 w 7467600"/>
              <a:gd name="connsiteY179" fmla="*/ 4451517 h 6858000"/>
              <a:gd name="connsiteX180" fmla="*/ 3505221 w 7467600"/>
              <a:gd name="connsiteY180" fmla="*/ 4480757 h 6858000"/>
              <a:gd name="connsiteX181" fmla="*/ 2626982 w 7467600"/>
              <a:gd name="connsiteY181" fmla="*/ 4206450 h 6858000"/>
              <a:gd name="connsiteX182" fmla="*/ 1310106 w 7467600"/>
              <a:gd name="connsiteY182" fmla="*/ 3943217 h 6858000"/>
              <a:gd name="connsiteX183" fmla="*/ 854994 w 7467600"/>
              <a:gd name="connsiteY183" fmla="*/ 4399136 h 6858000"/>
              <a:gd name="connsiteX184" fmla="*/ 742462 w 7467600"/>
              <a:gd name="connsiteY184" fmla="*/ 4594648 h 6858000"/>
              <a:gd name="connsiteX185" fmla="*/ 820602 w 7467600"/>
              <a:gd name="connsiteY185" fmla="*/ 4485915 h 6858000"/>
              <a:gd name="connsiteX186" fmla="*/ 878295 w 7467600"/>
              <a:gd name="connsiteY186" fmla="*/ 4403594 h 6858000"/>
              <a:gd name="connsiteX187" fmla="*/ 1240607 w 7467600"/>
              <a:gd name="connsiteY187" fmla="*/ 4010401 h 6858000"/>
              <a:gd name="connsiteX188" fmla="*/ 1310106 w 7467600"/>
              <a:gd name="connsiteY188" fmla="*/ 3943217 h 6858000"/>
              <a:gd name="connsiteX189" fmla="*/ 1423113 w 7467600"/>
              <a:gd name="connsiteY189" fmla="*/ 3874565 h 6858000"/>
              <a:gd name="connsiteX190" fmla="*/ 1260565 w 7467600"/>
              <a:gd name="connsiteY190" fmla="*/ 4031982 h 6858000"/>
              <a:gd name="connsiteX191" fmla="*/ 901900 w 7467600"/>
              <a:gd name="connsiteY191" fmla="*/ 4421236 h 6858000"/>
              <a:gd name="connsiteX192" fmla="*/ 845044 w 7467600"/>
              <a:gd name="connsiteY192" fmla="*/ 4502436 h 6858000"/>
              <a:gd name="connsiteX193" fmla="*/ 685926 w 7467600"/>
              <a:gd name="connsiteY193" fmla="*/ 4703069 h 6858000"/>
              <a:gd name="connsiteX194" fmla="*/ 684248 w 7467600"/>
              <a:gd name="connsiteY194" fmla="*/ 4706721 h 6858000"/>
              <a:gd name="connsiteX195" fmla="*/ 1423113 w 7467600"/>
              <a:gd name="connsiteY195" fmla="*/ 3874565 h 6858000"/>
              <a:gd name="connsiteX196" fmla="*/ 3316479 w 7467600"/>
              <a:gd name="connsiteY196" fmla="*/ 3872136 h 6858000"/>
              <a:gd name="connsiteX197" fmla="*/ 3546806 w 7467600"/>
              <a:gd name="connsiteY197" fmla="*/ 4356139 h 6858000"/>
              <a:gd name="connsiteX198" fmla="*/ 3364433 w 7467600"/>
              <a:gd name="connsiteY198" fmla="*/ 3953121 h 6858000"/>
              <a:gd name="connsiteX199" fmla="*/ 3316479 w 7467600"/>
              <a:gd name="connsiteY199" fmla="*/ 3872136 h 6858000"/>
              <a:gd name="connsiteX200" fmla="*/ 3291335 w 7467600"/>
              <a:gd name="connsiteY200" fmla="*/ 3767420 h 6858000"/>
              <a:gd name="connsiteX201" fmla="*/ 3390805 w 7467600"/>
              <a:gd name="connsiteY201" fmla="*/ 3937163 h 6858000"/>
              <a:gd name="connsiteX202" fmla="*/ 3579062 w 7467600"/>
              <a:gd name="connsiteY202" fmla="*/ 4359040 h 6858000"/>
              <a:gd name="connsiteX203" fmla="*/ 3467355 w 7467600"/>
              <a:gd name="connsiteY203" fmla="*/ 3988130 h 6858000"/>
              <a:gd name="connsiteX204" fmla="*/ 3310753 w 7467600"/>
              <a:gd name="connsiteY204" fmla="*/ 3787140 h 6858000"/>
              <a:gd name="connsiteX205" fmla="*/ 3291335 w 7467600"/>
              <a:gd name="connsiteY205" fmla="*/ 3767420 h 6858000"/>
              <a:gd name="connsiteX206" fmla="*/ 1635889 w 7467600"/>
              <a:gd name="connsiteY206" fmla="*/ 3709494 h 6858000"/>
              <a:gd name="connsiteX207" fmla="*/ 1634800 w 7467600"/>
              <a:gd name="connsiteY207" fmla="*/ 3731111 h 6858000"/>
              <a:gd name="connsiteX208" fmla="*/ 1635889 w 7467600"/>
              <a:gd name="connsiteY208" fmla="*/ 3709494 h 6858000"/>
              <a:gd name="connsiteX209" fmla="*/ 1510397 w 7467600"/>
              <a:gd name="connsiteY209" fmla="*/ 3684705 h 6858000"/>
              <a:gd name="connsiteX210" fmla="*/ 1146550 w 7467600"/>
              <a:gd name="connsiteY210" fmla="*/ 3802012 h 6858000"/>
              <a:gd name="connsiteX211" fmla="*/ 698834 w 7467600"/>
              <a:gd name="connsiteY211" fmla="*/ 3952272 h 6858000"/>
              <a:gd name="connsiteX212" fmla="*/ 34256 w 7467600"/>
              <a:gd name="connsiteY212" fmla="*/ 4347603 h 6858000"/>
              <a:gd name="connsiteX213" fmla="*/ 527241 w 7467600"/>
              <a:gd name="connsiteY213" fmla="*/ 4065078 h 6858000"/>
              <a:gd name="connsiteX214" fmla="*/ 1510397 w 7467600"/>
              <a:gd name="connsiteY214" fmla="*/ 3684705 h 6858000"/>
              <a:gd name="connsiteX215" fmla="*/ 1313114 w 7467600"/>
              <a:gd name="connsiteY215" fmla="*/ 3655216 h 6858000"/>
              <a:gd name="connsiteX216" fmla="*/ 1109304 w 7467600"/>
              <a:gd name="connsiteY216" fmla="*/ 3669030 h 6858000"/>
              <a:gd name="connsiteX217" fmla="*/ 8129 w 7467600"/>
              <a:gd name="connsiteY217" fmla="*/ 4330519 h 6858000"/>
              <a:gd name="connsiteX218" fmla="*/ 687572 w 7467600"/>
              <a:gd name="connsiteY218" fmla="*/ 3925629 h 6858000"/>
              <a:gd name="connsiteX219" fmla="*/ 1138365 w 7467600"/>
              <a:gd name="connsiteY219" fmla="*/ 3774515 h 6858000"/>
              <a:gd name="connsiteX220" fmla="*/ 1505579 w 7467600"/>
              <a:gd name="connsiteY220" fmla="*/ 3655526 h 6858000"/>
              <a:gd name="connsiteX221" fmla="*/ 1313114 w 7467600"/>
              <a:gd name="connsiteY221" fmla="*/ 3655216 h 6858000"/>
              <a:gd name="connsiteX222" fmla="*/ 3655073 w 7467600"/>
              <a:gd name="connsiteY222" fmla="*/ 3650884 h 6858000"/>
              <a:gd name="connsiteX223" fmla="*/ 3989938 w 7467600"/>
              <a:gd name="connsiteY223" fmla="*/ 3991685 h 6858000"/>
              <a:gd name="connsiteX224" fmla="*/ 4393907 w 7467600"/>
              <a:gd name="connsiteY224" fmla="*/ 4261258 h 6858000"/>
              <a:gd name="connsiteX225" fmla="*/ 4648051 w 7467600"/>
              <a:gd name="connsiteY225" fmla="*/ 4374051 h 6858000"/>
              <a:gd name="connsiteX226" fmla="*/ 4383389 w 7467600"/>
              <a:gd name="connsiteY226" fmla="*/ 4184369 h 6858000"/>
              <a:gd name="connsiteX227" fmla="*/ 4165508 w 7467600"/>
              <a:gd name="connsiteY227" fmla="*/ 4035196 h 6858000"/>
              <a:gd name="connsiteX228" fmla="*/ 4068162 w 7467600"/>
              <a:gd name="connsiteY228" fmla="*/ 3953394 h 6858000"/>
              <a:gd name="connsiteX229" fmla="*/ 3981416 w 7467600"/>
              <a:gd name="connsiteY229" fmla="*/ 3880482 h 6858000"/>
              <a:gd name="connsiteX230" fmla="*/ 3800147 w 7467600"/>
              <a:gd name="connsiteY230" fmla="*/ 3749872 h 6858000"/>
              <a:gd name="connsiteX231" fmla="*/ 3655073 w 7467600"/>
              <a:gd name="connsiteY231" fmla="*/ 3650884 h 6858000"/>
              <a:gd name="connsiteX232" fmla="*/ 3670252 w 7467600"/>
              <a:gd name="connsiteY232" fmla="*/ 3622798 h 6858000"/>
              <a:gd name="connsiteX233" fmla="*/ 3817258 w 7467600"/>
              <a:gd name="connsiteY233" fmla="*/ 3723577 h 6858000"/>
              <a:gd name="connsiteX234" fmla="*/ 4000461 w 7467600"/>
              <a:gd name="connsiteY234" fmla="*/ 3855966 h 6858000"/>
              <a:gd name="connsiteX235" fmla="*/ 4088180 w 7467600"/>
              <a:gd name="connsiteY235" fmla="*/ 3929774 h 6858000"/>
              <a:gd name="connsiteX236" fmla="*/ 4184555 w 7467600"/>
              <a:gd name="connsiteY236" fmla="*/ 4010683 h 6858000"/>
              <a:gd name="connsiteX237" fmla="*/ 4399563 w 7467600"/>
              <a:gd name="connsiteY237" fmla="*/ 4158106 h 6858000"/>
              <a:gd name="connsiteX238" fmla="*/ 4684469 w 7467600"/>
              <a:gd name="connsiteY238" fmla="*/ 4364680 h 6858000"/>
              <a:gd name="connsiteX239" fmla="*/ 4690271 w 7467600"/>
              <a:gd name="connsiteY239" fmla="*/ 4370034 h 6858000"/>
              <a:gd name="connsiteX240" fmla="*/ 4136093 w 7467600"/>
              <a:gd name="connsiteY240" fmla="*/ 3858466 h 6858000"/>
              <a:gd name="connsiteX241" fmla="*/ 3670252 w 7467600"/>
              <a:gd name="connsiteY241" fmla="*/ 3622798 h 6858000"/>
              <a:gd name="connsiteX242" fmla="*/ 4440129 w 7467600"/>
              <a:gd name="connsiteY242" fmla="*/ 3448571 h 6858000"/>
              <a:gd name="connsiteX243" fmla="*/ 4856525 w 7467600"/>
              <a:gd name="connsiteY243" fmla="*/ 3915351 h 6858000"/>
              <a:gd name="connsiteX244" fmla="*/ 5059055 w 7467600"/>
              <a:gd name="connsiteY244" fmla="*/ 4108918 h 6858000"/>
              <a:gd name="connsiteX245" fmla="*/ 5290070 w 7467600"/>
              <a:gd name="connsiteY245" fmla="*/ 4263619 h 6858000"/>
              <a:gd name="connsiteX246" fmla="*/ 4834991 w 7467600"/>
              <a:gd name="connsiteY246" fmla="*/ 3830985 h 6858000"/>
              <a:gd name="connsiteX247" fmla="*/ 4440129 w 7467600"/>
              <a:gd name="connsiteY247" fmla="*/ 3448571 h 6858000"/>
              <a:gd name="connsiteX248" fmla="*/ 4441737 w 7467600"/>
              <a:gd name="connsiteY248" fmla="*/ 3399734 h 6858000"/>
              <a:gd name="connsiteX249" fmla="*/ 4431236 w 7467600"/>
              <a:gd name="connsiteY249" fmla="*/ 3400954 h 6858000"/>
              <a:gd name="connsiteX250" fmla="*/ 4557150 w 7467600"/>
              <a:gd name="connsiteY250" fmla="*/ 3510023 h 6858000"/>
              <a:gd name="connsiteX251" fmla="*/ 4856936 w 7467600"/>
              <a:gd name="connsiteY251" fmla="*/ 3809146 h 6858000"/>
              <a:gd name="connsiteX252" fmla="*/ 5111996 w 7467600"/>
              <a:gd name="connsiteY252" fmla="*/ 4065759 h 6858000"/>
              <a:gd name="connsiteX253" fmla="*/ 5388878 w 7467600"/>
              <a:gd name="connsiteY253" fmla="*/ 4300185 h 6858000"/>
              <a:gd name="connsiteX254" fmla="*/ 5425556 w 7467600"/>
              <a:gd name="connsiteY254" fmla="*/ 4308967 h 6858000"/>
              <a:gd name="connsiteX255" fmla="*/ 4943646 w 7467600"/>
              <a:gd name="connsiteY255" fmla="*/ 3822916 h 6858000"/>
              <a:gd name="connsiteX256" fmla="*/ 4594837 w 7467600"/>
              <a:gd name="connsiteY256" fmla="*/ 3532274 h 6858000"/>
              <a:gd name="connsiteX257" fmla="*/ 4441737 w 7467600"/>
              <a:gd name="connsiteY257" fmla="*/ 3399734 h 6858000"/>
              <a:gd name="connsiteX258" fmla="*/ 5425834 w 7467600"/>
              <a:gd name="connsiteY258" fmla="*/ 3162785 h 6858000"/>
              <a:gd name="connsiteX259" fmla="*/ 5401644 w 7467600"/>
              <a:gd name="connsiteY259" fmla="*/ 3617847 h 6858000"/>
              <a:gd name="connsiteX260" fmla="*/ 5467256 w 7467600"/>
              <a:gd name="connsiteY260" fmla="*/ 4175494 h 6858000"/>
              <a:gd name="connsiteX261" fmla="*/ 5448069 w 7467600"/>
              <a:gd name="connsiteY261" fmla="*/ 3567554 h 6858000"/>
              <a:gd name="connsiteX262" fmla="*/ 5425834 w 7467600"/>
              <a:gd name="connsiteY262" fmla="*/ 3162785 h 6858000"/>
              <a:gd name="connsiteX263" fmla="*/ 1318687 w 7467600"/>
              <a:gd name="connsiteY263" fmla="*/ 3113840 h 6858000"/>
              <a:gd name="connsiteX264" fmla="*/ 1066793 w 7467600"/>
              <a:gd name="connsiteY264" fmla="*/ 3212171 h 6858000"/>
              <a:gd name="connsiteX265" fmla="*/ 993319 w 7467600"/>
              <a:gd name="connsiteY265" fmla="*/ 3247648 h 6858000"/>
              <a:gd name="connsiteX266" fmla="*/ 853081 w 7467600"/>
              <a:gd name="connsiteY266" fmla="*/ 3312410 h 6858000"/>
              <a:gd name="connsiteX267" fmla="*/ 805957 w 7467600"/>
              <a:gd name="connsiteY267" fmla="*/ 3330443 h 6858000"/>
              <a:gd name="connsiteX268" fmla="*/ 1318687 w 7467600"/>
              <a:gd name="connsiteY268" fmla="*/ 3113840 h 6858000"/>
              <a:gd name="connsiteX269" fmla="*/ 5453702 w 7467600"/>
              <a:gd name="connsiteY269" fmla="*/ 3090882 h 6858000"/>
              <a:gd name="connsiteX270" fmla="*/ 5480135 w 7467600"/>
              <a:gd name="connsiteY270" fmla="*/ 3565802 h 6858000"/>
              <a:gd name="connsiteX271" fmla="*/ 5499023 w 7467600"/>
              <a:gd name="connsiteY271" fmla="*/ 4166310 h 6858000"/>
              <a:gd name="connsiteX272" fmla="*/ 5547022 w 7467600"/>
              <a:gd name="connsiteY272" fmla="*/ 3607838 h 6858000"/>
              <a:gd name="connsiteX273" fmla="*/ 5515964 w 7467600"/>
              <a:gd name="connsiteY273" fmla="*/ 3378541 h 6858000"/>
              <a:gd name="connsiteX274" fmla="*/ 5453702 w 7467600"/>
              <a:gd name="connsiteY274" fmla="*/ 3090882 h 6858000"/>
              <a:gd name="connsiteX275" fmla="*/ 1238695 w 7467600"/>
              <a:gd name="connsiteY275" fmla="*/ 3076820 h 6858000"/>
              <a:gd name="connsiteX276" fmla="*/ 716371 w 7467600"/>
              <a:gd name="connsiteY276" fmla="*/ 3293249 h 6858000"/>
              <a:gd name="connsiteX277" fmla="*/ 579522 w 7467600"/>
              <a:gd name="connsiteY277" fmla="*/ 3371759 h 6858000"/>
              <a:gd name="connsiteX278" fmla="*/ 600288 w 7467600"/>
              <a:gd name="connsiteY278" fmla="*/ 3365555 h 6858000"/>
              <a:gd name="connsiteX279" fmla="*/ 840692 w 7467600"/>
              <a:gd name="connsiteY279" fmla="*/ 3284921 h 6858000"/>
              <a:gd name="connsiteX280" fmla="*/ 979248 w 7467600"/>
              <a:gd name="connsiteY280" fmla="*/ 3221003 h 6858000"/>
              <a:gd name="connsiteX281" fmla="*/ 1053282 w 7467600"/>
              <a:gd name="connsiteY281" fmla="*/ 3185247 h 6858000"/>
              <a:gd name="connsiteX282" fmla="*/ 1320603 w 7467600"/>
              <a:gd name="connsiteY282" fmla="*/ 3081281 h 6858000"/>
              <a:gd name="connsiteX283" fmla="*/ 1238695 w 7467600"/>
              <a:gd name="connsiteY283" fmla="*/ 3076820 h 6858000"/>
              <a:gd name="connsiteX284" fmla="*/ 5425627 w 7467600"/>
              <a:gd name="connsiteY284" fmla="*/ 2954192 h 6858000"/>
              <a:gd name="connsiteX285" fmla="*/ 5470770 w 7467600"/>
              <a:gd name="connsiteY285" fmla="*/ 3005435 h 6858000"/>
              <a:gd name="connsiteX286" fmla="*/ 5519779 w 7467600"/>
              <a:gd name="connsiteY286" fmla="*/ 4359223 h 6858000"/>
              <a:gd name="connsiteX287" fmla="*/ 5520293 w 7467600"/>
              <a:gd name="connsiteY287" fmla="*/ 4360602 h 6858000"/>
              <a:gd name="connsiteX288" fmla="*/ 5767221 w 7467600"/>
              <a:gd name="connsiteY288" fmla="*/ 4665564 h 6858000"/>
              <a:gd name="connsiteX289" fmla="*/ 6937169 w 7467600"/>
              <a:gd name="connsiteY289" fmla="*/ 4815941 h 6858000"/>
              <a:gd name="connsiteX290" fmla="*/ 6953922 w 7467600"/>
              <a:gd name="connsiteY290" fmla="*/ 4890068 h 6858000"/>
              <a:gd name="connsiteX291" fmla="*/ 6071359 w 7467600"/>
              <a:gd name="connsiteY291" fmla="*/ 4770770 h 6858000"/>
              <a:gd name="connsiteX292" fmla="*/ 6038839 w 7467600"/>
              <a:gd name="connsiteY292" fmla="*/ 4764474 h 6858000"/>
              <a:gd name="connsiteX293" fmla="*/ 6038706 w 7467600"/>
              <a:gd name="connsiteY293" fmla="*/ 4763847 h 6858000"/>
              <a:gd name="connsiteX294" fmla="*/ 6037784 w 7467600"/>
              <a:gd name="connsiteY294" fmla="*/ 4764270 h 6858000"/>
              <a:gd name="connsiteX295" fmla="*/ 6038839 w 7467600"/>
              <a:gd name="connsiteY295" fmla="*/ 4764474 h 6858000"/>
              <a:gd name="connsiteX296" fmla="*/ 6040338 w 7467600"/>
              <a:gd name="connsiteY296" fmla="*/ 4771418 h 6858000"/>
              <a:gd name="connsiteX297" fmla="*/ 6024488 w 7467600"/>
              <a:gd name="connsiteY297" fmla="*/ 4809903 h 6858000"/>
              <a:gd name="connsiteX298" fmla="*/ 5599771 w 7467600"/>
              <a:gd name="connsiteY298" fmla="*/ 5509652 h 6858000"/>
              <a:gd name="connsiteX299" fmla="*/ 5548843 w 7467600"/>
              <a:gd name="connsiteY299" fmla="*/ 5563845 h 6858000"/>
              <a:gd name="connsiteX300" fmla="*/ 5940952 w 7467600"/>
              <a:gd name="connsiteY300" fmla="*/ 6250028 h 6858000"/>
              <a:gd name="connsiteX301" fmla="*/ 6043441 w 7467600"/>
              <a:gd name="connsiteY301" fmla="*/ 6665847 h 6858000"/>
              <a:gd name="connsiteX302" fmla="*/ 6093432 w 7467600"/>
              <a:gd name="connsiteY302" fmla="*/ 6858000 h 6858000"/>
              <a:gd name="connsiteX303" fmla="*/ 6034344 w 7467600"/>
              <a:gd name="connsiteY303" fmla="*/ 6858000 h 6858000"/>
              <a:gd name="connsiteX304" fmla="*/ 6026679 w 7467600"/>
              <a:gd name="connsiteY304" fmla="*/ 6836959 h 6858000"/>
              <a:gd name="connsiteX305" fmla="*/ 5800441 w 7467600"/>
              <a:gd name="connsiteY305" fmla="*/ 6335286 h 6858000"/>
              <a:gd name="connsiteX306" fmla="*/ 5526562 w 7467600"/>
              <a:gd name="connsiteY306" fmla="*/ 5705388 h 6858000"/>
              <a:gd name="connsiteX307" fmla="*/ 5519640 w 7467600"/>
              <a:gd name="connsiteY307" fmla="*/ 5683774 h 6858000"/>
              <a:gd name="connsiteX308" fmla="*/ 5844559 w 7467600"/>
              <a:gd name="connsiteY308" fmla="*/ 6553349 h 6858000"/>
              <a:gd name="connsiteX309" fmla="*/ 5975994 w 7467600"/>
              <a:gd name="connsiteY309" fmla="*/ 6858000 h 6858000"/>
              <a:gd name="connsiteX310" fmla="*/ 5898547 w 7467600"/>
              <a:gd name="connsiteY310" fmla="*/ 6858000 h 6858000"/>
              <a:gd name="connsiteX311" fmla="*/ 5682041 w 7467600"/>
              <a:gd name="connsiteY311" fmla="*/ 6355860 h 6858000"/>
              <a:gd name="connsiteX312" fmla="*/ 5461758 w 7467600"/>
              <a:gd name="connsiteY312" fmla="*/ 5820220 h 6858000"/>
              <a:gd name="connsiteX313" fmla="*/ 5237282 w 7467600"/>
              <a:gd name="connsiteY313" fmla="*/ 6579086 h 6858000"/>
              <a:gd name="connsiteX314" fmla="*/ 5115009 w 7467600"/>
              <a:gd name="connsiteY314" fmla="*/ 6858000 h 6858000"/>
              <a:gd name="connsiteX315" fmla="*/ 5028074 w 7467600"/>
              <a:gd name="connsiteY315" fmla="*/ 6858000 h 6858000"/>
              <a:gd name="connsiteX316" fmla="*/ 5079508 w 7467600"/>
              <a:gd name="connsiteY316" fmla="*/ 6749074 h 6858000"/>
              <a:gd name="connsiteX317" fmla="*/ 5371846 w 7467600"/>
              <a:gd name="connsiteY317" fmla="*/ 5924413 h 6858000"/>
              <a:gd name="connsiteX318" fmla="*/ 5270512 w 7467600"/>
              <a:gd name="connsiteY318" fmla="*/ 6138975 h 6858000"/>
              <a:gd name="connsiteX319" fmla="*/ 5062409 w 7467600"/>
              <a:gd name="connsiteY319" fmla="*/ 6653544 h 6858000"/>
              <a:gd name="connsiteX320" fmla="*/ 5036628 w 7467600"/>
              <a:gd name="connsiteY320" fmla="*/ 6754247 h 6858000"/>
              <a:gd name="connsiteX321" fmla="*/ 5009112 w 7467600"/>
              <a:gd name="connsiteY321" fmla="*/ 6858000 h 6858000"/>
              <a:gd name="connsiteX322" fmla="*/ 4976679 w 7467600"/>
              <a:gd name="connsiteY322" fmla="*/ 6858000 h 6858000"/>
              <a:gd name="connsiteX323" fmla="*/ 5006537 w 7467600"/>
              <a:gd name="connsiteY323" fmla="*/ 6747068 h 6858000"/>
              <a:gd name="connsiteX324" fmla="*/ 5032723 w 7467600"/>
              <a:gd name="connsiteY324" fmla="*/ 6644957 h 6858000"/>
              <a:gd name="connsiteX325" fmla="*/ 5242949 w 7467600"/>
              <a:gd name="connsiteY325" fmla="*/ 6125175 h 6858000"/>
              <a:gd name="connsiteX326" fmla="*/ 5286321 w 7467600"/>
              <a:gd name="connsiteY326" fmla="*/ 6033555 h 6858000"/>
              <a:gd name="connsiteX327" fmla="*/ 5008210 w 7467600"/>
              <a:gd name="connsiteY327" fmla="*/ 6649194 h 6858000"/>
              <a:gd name="connsiteX328" fmla="*/ 4986321 w 7467600"/>
              <a:gd name="connsiteY328" fmla="*/ 6765687 h 6858000"/>
              <a:gd name="connsiteX329" fmla="*/ 4973474 w 7467600"/>
              <a:gd name="connsiteY329" fmla="*/ 6858000 h 6858000"/>
              <a:gd name="connsiteX330" fmla="*/ 4907178 w 7467600"/>
              <a:gd name="connsiteY330" fmla="*/ 6858000 h 6858000"/>
              <a:gd name="connsiteX331" fmla="*/ 4910810 w 7467600"/>
              <a:gd name="connsiteY331" fmla="*/ 6829660 h 6858000"/>
              <a:gd name="connsiteX332" fmla="*/ 4987461 w 7467600"/>
              <a:gd name="connsiteY332" fmla="*/ 6432994 h 6858000"/>
              <a:gd name="connsiteX333" fmla="*/ 5179262 w 7467600"/>
              <a:gd name="connsiteY333" fmla="*/ 6035044 h 6858000"/>
              <a:gd name="connsiteX334" fmla="*/ 4689678 w 7467600"/>
              <a:gd name="connsiteY334" fmla="*/ 6440241 h 6858000"/>
              <a:gd name="connsiteX335" fmla="*/ 4477543 w 7467600"/>
              <a:gd name="connsiteY335" fmla="*/ 6674836 h 6858000"/>
              <a:gd name="connsiteX336" fmla="*/ 4329957 w 7467600"/>
              <a:gd name="connsiteY336" fmla="*/ 6858000 h 6858000"/>
              <a:gd name="connsiteX337" fmla="*/ 4218595 w 7467600"/>
              <a:gd name="connsiteY337" fmla="*/ 6858000 h 6858000"/>
              <a:gd name="connsiteX338" fmla="*/ 4368888 w 7467600"/>
              <a:gd name="connsiteY338" fmla="*/ 6668412 h 6858000"/>
              <a:gd name="connsiteX339" fmla="*/ 4563091 w 7467600"/>
              <a:gd name="connsiteY339" fmla="*/ 6442508 h 6858000"/>
              <a:gd name="connsiteX340" fmla="*/ 5387324 w 7467600"/>
              <a:gd name="connsiteY340" fmla="*/ 5705830 h 6858000"/>
              <a:gd name="connsiteX341" fmla="*/ 5073620 w 7467600"/>
              <a:gd name="connsiteY341" fmla="*/ 5955437 h 6858000"/>
              <a:gd name="connsiteX342" fmla="*/ 4689789 w 7467600"/>
              <a:gd name="connsiteY342" fmla="*/ 6268382 h 6858000"/>
              <a:gd name="connsiteX343" fmla="*/ 4418722 w 7467600"/>
              <a:gd name="connsiteY343" fmla="*/ 6570886 h 6858000"/>
              <a:gd name="connsiteX344" fmla="*/ 4214944 w 7467600"/>
              <a:gd name="connsiteY344" fmla="*/ 6858000 h 6858000"/>
              <a:gd name="connsiteX345" fmla="*/ 4177898 w 7467600"/>
              <a:gd name="connsiteY345" fmla="*/ 6858000 h 6858000"/>
              <a:gd name="connsiteX346" fmla="*/ 4391597 w 7467600"/>
              <a:gd name="connsiteY346" fmla="*/ 6556370 h 6858000"/>
              <a:gd name="connsiteX347" fmla="*/ 4668889 w 7467600"/>
              <a:gd name="connsiteY347" fmla="*/ 6246399 h 6858000"/>
              <a:gd name="connsiteX348" fmla="*/ 5055427 w 7467600"/>
              <a:gd name="connsiteY348" fmla="*/ 5931476 h 6858000"/>
              <a:gd name="connsiteX349" fmla="*/ 5371814 w 7467600"/>
              <a:gd name="connsiteY349" fmla="*/ 5678975 h 6858000"/>
              <a:gd name="connsiteX350" fmla="*/ 4987918 w 7467600"/>
              <a:gd name="connsiteY350" fmla="*/ 5838701 h 6858000"/>
              <a:gd name="connsiteX351" fmla="*/ 4317146 w 7467600"/>
              <a:gd name="connsiteY351" fmla="*/ 6587716 h 6858000"/>
              <a:gd name="connsiteX352" fmla="*/ 4171627 w 7467600"/>
              <a:gd name="connsiteY352" fmla="*/ 6858000 h 6858000"/>
              <a:gd name="connsiteX353" fmla="*/ 4081585 w 7467600"/>
              <a:gd name="connsiteY353" fmla="*/ 6858000 h 6858000"/>
              <a:gd name="connsiteX354" fmla="*/ 4238603 w 7467600"/>
              <a:gd name="connsiteY354" fmla="*/ 6559341 h 6858000"/>
              <a:gd name="connsiteX355" fmla="*/ 4778333 w 7467600"/>
              <a:gd name="connsiteY355" fmla="*/ 5873626 h 6858000"/>
              <a:gd name="connsiteX356" fmla="*/ 5414185 w 7467600"/>
              <a:gd name="connsiteY356" fmla="*/ 5573882 h 6858000"/>
              <a:gd name="connsiteX357" fmla="*/ 5959648 w 7467600"/>
              <a:gd name="connsiteY357" fmla="*/ 4760797 h 6858000"/>
              <a:gd name="connsiteX358" fmla="*/ 5355019 w 7467600"/>
              <a:gd name="connsiteY358" fmla="*/ 4734672 h 6858000"/>
              <a:gd name="connsiteX359" fmla="*/ 5083565 w 7467600"/>
              <a:gd name="connsiteY359" fmla="*/ 5179121 h 6858000"/>
              <a:gd name="connsiteX360" fmla="*/ 4713577 w 7467600"/>
              <a:gd name="connsiteY360" fmla="*/ 5616803 h 6858000"/>
              <a:gd name="connsiteX361" fmla="*/ 3989559 w 7467600"/>
              <a:gd name="connsiteY361" fmla="*/ 6145945 h 6858000"/>
              <a:gd name="connsiteX362" fmla="*/ 3939824 w 7467600"/>
              <a:gd name="connsiteY362" fmla="*/ 6066900 h 6858000"/>
              <a:gd name="connsiteX363" fmla="*/ 4584537 w 7467600"/>
              <a:gd name="connsiteY363" fmla="*/ 5324826 h 6858000"/>
              <a:gd name="connsiteX364" fmla="*/ 5037105 w 7467600"/>
              <a:gd name="connsiteY364" fmla="*/ 5088765 h 6858000"/>
              <a:gd name="connsiteX365" fmla="*/ 5039930 w 7467600"/>
              <a:gd name="connsiteY365" fmla="*/ 5089585 h 6858000"/>
              <a:gd name="connsiteX366" fmla="*/ 5263764 w 7467600"/>
              <a:gd name="connsiteY366" fmla="*/ 4735525 h 6858000"/>
              <a:gd name="connsiteX367" fmla="*/ 4086300 w 7467600"/>
              <a:gd name="connsiteY367" fmla="*/ 4884599 h 6858000"/>
              <a:gd name="connsiteX368" fmla="*/ 4085485 w 7467600"/>
              <a:gd name="connsiteY368" fmla="*/ 4899070 h 6858000"/>
              <a:gd name="connsiteX369" fmla="*/ 3871915 w 7467600"/>
              <a:gd name="connsiteY369" fmla="*/ 5253645 h 6858000"/>
              <a:gd name="connsiteX370" fmla="*/ 3799374 w 7467600"/>
              <a:gd name="connsiteY370" fmla="*/ 5466127 h 6858000"/>
              <a:gd name="connsiteX371" fmla="*/ 3498850 w 7467600"/>
              <a:gd name="connsiteY371" fmla="*/ 6661888 h 6858000"/>
              <a:gd name="connsiteX372" fmla="*/ 3399216 w 7467600"/>
              <a:gd name="connsiteY372" fmla="*/ 6858000 h 6858000"/>
              <a:gd name="connsiteX373" fmla="*/ 3303688 w 7467600"/>
              <a:gd name="connsiteY373" fmla="*/ 6858000 h 6858000"/>
              <a:gd name="connsiteX374" fmla="*/ 3391774 w 7467600"/>
              <a:gd name="connsiteY374" fmla="*/ 6697181 h 6858000"/>
              <a:gd name="connsiteX375" fmla="*/ 3735540 w 7467600"/>
              <a:gd name="connsiteY375" fmla="*/ 5546923 h 6858000"/>
              <a:gd name="connsiteX376" fmla="*/ 3729438 w 7467600"/>
              <a:gd name="connsiteY376" fmla="*/ 5569058 h 6858000"/>
              <a:gd name="connsiteX377" fmla="*/ 3707782 w 7467600"/>
              <a:gd name="connsiteY377" fmla="*/ 5644908 h 6858000"/>
              <a:gd name="connsiteX378" fmla="*/ 3583827 w 7467600"/>
              <a:gd name="connsiteY378" fmla="*/ 6039215 h 6858000"/>
              <a:gd name="connsiteX379" fmla="*/ 3547861 w 7467600"/>
              <a:gd name="connsiteY379" fmla="*/ 6129609 h 6858000"/>
              <a:gd name="connsiteX380" fmla="*/ 3490905 w 7467600"/>
              <a:gd name="connsiteY380" fmla="*/ 6277660 h 6858000"/>
              <a:gd name="connsiteX381" fmla="*/ 3455859 w 7467600"/>
              <a:gd name="connsiteY381" fmla="*/ 6391301 h 6858000"/>
              <a:gd name="connsiteX382" fmla="*/ 3429112 w 7467600"/>
              <a:gd name="connsiteY382" fmla="*/ 6479469 h 6858000"/>
              <a:gd name="connsiteX383" fmla="*/ 3304862 w 7467600"/>
              <a:gd name="connsiteY383" fmla="*/ 6796476 h 6858000"/>
              <a:gd name="connsiteX384" fmla="*/ 3276071 w 7467600"/>
              <a:gd name="connsiteY384" fmla="*/ 6858000 h 6858000"/>
              <a:gd name="connsiteX385" fmla="*/ 3240805 w 7467600"/>
              <a:gd name="connsiteY385" fmla="*/ 6858000 h 6858000"/>
              <a:gd name="connsiteX386" fmla="*/ 3275917 w 7467600"/>
              <a:gd name="connsiteY386" fmla="*/ 6783192 h 6858000"/>
              <a:gd name="connsiteX387" fmla="*/ 3399358 w 7467600"/>
              <a:gd name="connsiteY387" fmla="*/ 6469011 h 6858000"/>
              <a:gd name="connsiteX388" fmla="*/ 3425650 w 7467600"/>
              <a:gd name="connsiteY388" fmla="*/ 6381333 h 6858000"/>
              <a:gd name="connsiteX389" fmla="*/ 3460661 w 7467600"/>
              <a:gd name="connsiteY389" fmla="*/ 6266763 h 6858000"/>
              <a:gd name="connsiteX390" fmla="*/ 3518021 w 7467600"/>
              <a:gd name="connsiteY390" fmla="*/ 6117298 h 6858000"/>
              <a:gd name="connsiteX391" fmla="*/ 3554035 w 7467600"/>
              <a:gd name="connsiteY391" fmla="*/ 6027832 h 6858000"/>
              <a:gd name="connsiteX392" fmla="*/ 3677174 w 7467600"/>
              <a:gd name="connsiteY392" fmla="*/ 5636351 h 6858000"/>
              <a:gd name="connsiteX393" fmla="*/ 3698819 w 7467600"/>
              <a:gd name="connsiteY393" fmla="*/ 5560503 h 6858000"/>
              <a:gd name="connsiteX394" fmla="*/ 3702094 w 7467600"/>
              <a:gd name="connsiteY394" fmla="*/ 5549194 h 6858000"/>
              <a:gd name="connsiteX395" fmla="*/ 3398355 w 7467600"/>
              <a:gd name="connsiteY395" fmla="*/ 6094603 h 6858000"/>
              <a:gd name="connsiteX396" fmla="*/ 3193941 w 7467600"/>
              <a:gd name="connsiteY396" fmla="*/ 6798775 h 6858000"/>
              <a:gd name="connsiteX397" fmla="*/ 3184140 w 7467600"/>
              <a:gd name="connsiteY397" fmla="*/ 6858000 h 6858000"/>
              <a:gd name="connsiteX398" fmla="*/ 3099978 w 7467600"/>
              <a:gd name="connsiteY398" fmla="*/ 6858000 h 6858000"/>
              <a:gd name="connsiteX399" fmla="*/ 3101556 w 7467600"/>
              <a:gd name="connsiteY399" fmla="*/ 6843337 h 6858000"/>
              <a:gd name="connsiteX400" fmla="*/ 3370162 w 7467600"/>
              <a:gd name="connsiteY400" fmla="*/ 5785550 h 6858000"/>
              <a:gd name="connsiteX401" fmla="*/ 3746477 w 7467600"/>
              <a:gd name="connsiteY401" fmla="*/ 5377889 h 6858000"/>
              <a:gd name="connsiteX402" fmla="*/ 3863399 w 7467600"/>
              <a:gd name="connsiteY402" fmla="*/ 5087257 h 6858000"/>
              <a:gd name="connsiteX403" fmla="*/ 3968712 w 7467600"/>
              <a:gd name="connsiteY403" fmla="*/ 4913989 h 6858000"/>
              <a:gd name="connsiteX404" fmla="*/ 2792390 w 7467600"/>
              <a:gd name="connsiteY404" fmla="*/ 5382974 h 6858000"/>
              <a:gd name="connsiteX405" fmla="*/ 2714982 w 7467600"/>
              <a:gd name="connsiteY405" fmla="*/ 5427051 h 6858000"/>
              <a:gd name="connsiteX406" fmla="*/ 2813361 w 7467600"/>
              <a:gd name="connsiteY406" fmla="*/ 6023912 h 6858000"/>
              <a:gd name="connsiteX407" fmla="*/ 2688430 w 7467600"/>
              <a:gd name="connsiteY407" fmla="*/ 6801564 h 6858000"/>
              <a:gd name="connsiteX408" fmla="*/ 2629626 w 7467600"/>
              <a:gd name="connsiteY408" fmla="*/ 6763394 h 6858000"/>
              <a:gd name="connsiteX409" fmla="*/ 2565328 w 7467600"/>
              <a:gd name="connsiteY409" fmla="*/ 5516399 h 6858000"/>
              <a:gd name="connsiteX410" fmla="*/ 1922999 w 7467600"/>
              <a:gd name="connsiteY410" fmla="*/ 5980343 h 6858000"/>
              <a:gd name="connsiteX411" fmla="*/ 1950261 w 7467600"/>
              <a:gd name="connsiteY411" fmla="*/ 6405858 h 6858000"/>
              <a:gd name="connsiteX412" fmla="*/ 2365554 w 7467600"/>
              <a:gd name="connsiteY412" fmla="*/ 6759107 h 6858000"/>
              <a:gd name="connsiteX413" fmla="*/ 2424142 w 7467600"/>
              <a:gd name="connsiteY413" fmla="*/ 6858000 h 6858000"/>
              <a:gd name="connsiteX414" fmla="*/ 2395994 w 7467600"/>
              <a:gd name="connsiteY414" fmla="*/ 6858000 h 6858000"/>
              <a:gd name="connsiteX415" fmla="*/ 2392863 w 7467600"/>
              <a:gd name="connsiteY415" fmla="*/ 6852964 h 6858000"/>
              <a:gd name="connsiteX416" fmla="*/ 2017589 w 7467600"/>
              <a:gd name="connsiteY416" fmla="*/ 6493982 h 6858000"/>
              <a:gd name="connsiteX417" fmla="*/ 2147336 w 7467600"/>
              <a:gd name="connsiteY417" fmla="*/ 6594052 h 6858000"/>
              <a:gd name="connsiteX418" fmla="*/ 2207047 w 7467600"/>
              <a:gd name="connsiteY418" fmla="*/ 6654540 h 6858000"/>
              <a:gd name="connsiteX419" fmla="*/ 2299106 w 7467600"/>
              <a:gd name="connsiteY419" fmla="*/ 6778931 h 6858000"/>
              <a:gd name="connsiteX420" fmla="*/ 2314430 w 7467600"/>
              <a:gd name="connsiteY420" fmla="*/ 6801144 h 6858000"/>
              <a:gd name="connsiteX421" fmla="*/ 2352406 w 7467600"/>
              <a:gd name="connsiteY421" fmla="*/ 6858000 h 6858000"/>
              <a:gd name="connsiteX422" fmla="*/ 2314492 w 7467600"/>
              <a:gd name="connsiteY422" fmla="*/ 6858000 h 6858000"/>
              <a:gd name="connsiteX423" fmla="*/ 2288095 w 7467600"/>
              <a:gd name="connsiteY423" fmla="*/ 6818030 h 6858000"/>
              <a:gd name="connsiteX424" fmla="*/ 2272768 w 7467600"/>
              <a:gd name="connsiteY424" fmla="*/ 6795822 h 6858000"/>
              <a:gd name="connsiteX425" fmla="*/ 2182715 w 7467600"/>
              <a:gd name="connsiteY425" fmla="*/ 6675071 h 6858000"/>
              <a:gd name="connsiteX426" fmla="*/ 2032061 w 7467600"/>
              <a:gd name="connsiteY426" fmla="*/ 6541380 h 6858000"/>
              <a:gd name="connsiteX427" fmla="*/ 2257220 w 7467600"/>
              <a:gd name="connsiteY427" fmla="*/ 6826257 h 6858000"/>
              <a:gd name="connsiteX428" fmla="*/ 2281324 w 7467600"/>
              <a:gd name="connsiteY428" fmla="*/ 6858000 h 6858000"/>
              <a:gd name="connsiteX429" fmla="*/ 2242860 w 7467600"/>
              <a:gd name="connsiteY429" fmla="*/ 6858000 h 6858000"/>
              <a:gd name="connsiteX430" fmla="*/ 2232818 w 7467600"/>
              <a:gd name="connsiteY430" fmla="*/ 6844926 h 6858000"/>
              <a:gd name="connsiteX431" fmla="*/ 1990172 w 7467600"/>
              <a:gd name="connsiteY431" fmla="*/ 6542121 h 6858000"/>
              <a:gd name="connsiteX432" fmla="*/ 2124090 w 7467600"/>
              <a:gd name="connsiteY432" fmla="*/ 6761017 h 6858000"/>
              <a:gd name="connsiteX433" fmla="*/ 2200380 w 7467600"/>
              <a:gd name="connsiteY433" fmla="*/ 6858000 h 6858000"/>
              <a:gd name="connsiteX434" fmla="*/ 2147507 w 7467600"/>
              <a:gd name="connsiteY434" fmla="*/ 6858000 h 6858000"/>
              <a:gd name="connsiteX435" fmla="*/ 2070668 w 7467600"/>
              <a:gd name="connsiteY435" fmla="*/ 6761520 h 6858000"/>
              <a:gd name="connsiteX436" fmla="*/ 1975142 w 7467600"/>
              <a:gd name="connsiteY436" fmla="*/ 6585570 h 6858000"/>
              <a:gd name="connsiteX437" fmla="*/ 2050035 w 7467600"/>
              <a:gd name="connsiteY437" fmla="*/ 6813345 h 6858000"/>
              <a:gd name="connsiteX438" fmla="*/ 2063025 w 7467600"/>
              <a:gd name="connsiteY438" fmla="*/ 6858000 h 6858000"/>
              <a:gd name="connsiteX439" fmla="*/ 2021675 w 7467600"/>
              <a:gd name="connsiteY439" fmla="*/ 6858000 h 6858000"/>
              <a:gd name="connsiteX440" fmla="*/ 2019308 w 7467600"/>
              <a:gd name="connsiteY440" fmla="*/ 6847118 h 6858000"/>
              <a:gd name="connsiteX441" fmla="*/ 1938835 w 7467600"/>
              <a:gd name="connsiteY441" fmla="*/ 6551160 h 6858000"/>
              <a:gd name="connsiteX442" fmla="*/ 1953230 w 7467600"/>
              <a:gd name="connsiteY442" fmla="*/ 6759699 h 6858000"/>
              <a:gd name="connsiteX443" fmla="*/ 1956763 w 7467600"/>
              <a:gd name="connsiteY443" fmla="*/ 6778191 h 6858000"/>
              <a:gd name="connsiteX444" fmla="*/ 1967925 w 7467600"/>
              <a:gd name="connsiteY444" fmla="*/ 6858000 h 6858000"/>
              <a:gd name="connsiteX445" fmla="*/ 1936622 w 7467600"/>
              <a:gd name="connsiteY445" fmla="*/ 6858000 h 6858000"/>
              <a:gd name="connsiteX446" fmla="*/ 1926261 w 7467600"/>
              <a:gd name="connsiteY446" fmla="*/ 6784064 h 6858000"/>
              <a:gd name="connsiteX447" fmla="*/ 1922724 w 7467600"/>
              <a:gd name="connsiteY447" fmla="*/ 6765577 h 6858000"/>
              <a:gd name="connsiteX448" fmla="*/ 1904650 w 7467600"/>
              <a:gd name="connsiteY448" fmla="*/ 6639616 h 6858000"/>
              <a:gd name="connsiteX449" fmla="*/ 1885273 w 7467600"/>
              <a:gd name="connsiteY449" fmla="*/ 6858000 h 6858000"/>
              <a:gd name="connsiteX450" fmla="*/ 1854363 w 7467600"/>
              <a:gd name="connsiteY450" fmla="*/ 6858000 h 6858000"/>
              <a:gd name="connsiteX451" fmla="*/ 1880391 w 7467600"/>
              <a:gd name="connsiteY451" fmla="*/ 6603796 h 6858000"/>
              <a:gd name="connsiteX452" fmla="*/ 1818273 w 7467600"/>
              <a:gd name="connsiteY452" fmla="*/ 6715729 h 6858000"/>
              <a:gd name="connsiteX453" fmla="*/ 1794691 w 7467600"/>
              <a:gd name="connsiteY453" fmla="*/ 6843239 h 6858000"/>
              <a:gd name="connsiteX454" fmla="*/ 1794914 w 7467600"/>
              <a:gd name="connsiteY454" fmla="*/ 6858000 h 6858000"/>
              <a:gd name="connsiteX455" fmla="*/ 1746128 w 7467600"/>
              <a:gd name="connsiteY455" fmla="*/ 6858000 h 6858000"/>
              <a:gd name="connsiteX456" fmla="*/ 1753934 w 7467600"/>
              <a:gd name="connsiteY456" fmla="*/ 6724796 h 6858000"/>
              <a:gd name="connsiteX457" fmla="*/ 1792053 w 7467600"/>
              <a:gd name="connsiteY457" fmla="*/ 6572396 h 6858000"/>
              <a:gd name="connsiteX458" fmla="*/ 1862248 w 7467600"/>
              <a:gd name="connsiteY458" fmla="*/ 6266397 h 6858000"/>
              <a:gd name="connsiteX459" fmla="*/ 1862250 w 7467600"/>
              <a:gd name="connsiteY459" fmla="*/ 6033531 h 6858000"/>
              <a:gd name="connsiteX460" fmla="*/ 1211999 w 7467600"/>
              <a:gd name="connsiteY460" fmla="*/ 6683610 h 6858000"/>
              <a:gd name="connsiteX461" fmla="*/ 1213266 w 7467600"/>
              <a:gd name="connsiteY461" fmla="*/ 6691947 h 6858000"/>
              <a:gd name="connsiteX462" fmla="*/ 1203370 w 7467600"/>
              <a:gd name="connsiteY462" fmla="*/ 6850676 h 6858000"/>
              <a:gd name="connsiteX463" fmla="*/ 1203671 w 7467600"/>
              <a:gd name="connsiteY463" fmla="*/ 6858000 h 6858000"/>
              <a:gd name="connsiteX464" fmla="*/ 1143180 w 7467600"/>
              <a:gd name="connsiteY464" fmla="*/ 6858000 h 6858000"/>
              <a:gd name="connsiteX465" fmla="*/ 1142176 w 7467600"/>
              <a:gd name="connsiteY465" fmla="*/ 6766045 h 6858000"/>
              <a:gd name="connsiteX466" fmla="*/ 1067484 w 7467600"/>
              <a:gd name="connsiteY466" fmla="*/ 6858000 h 6858000"/>
              <a:gd name="connsiteX467" fmla="*/ 953928 w 7467600"/>
              <a:gd name="connsiteY467" fmla="*/ 6858000 h 6858000"/>
              <a:gd name="connsiteX468" fmla="*/ 959715 w 7467600"/>
              <a:gd name="connsiteY468" fmla="*/ 6850185 h 6858000"/>
              <a:gd name="connsiteX469" fmla="*/ 1483788 w 7467600"/>
              <a:gd name="connsiteY469" fmla="*/ 6259174 h 6858000"/>
              <a:gd name="connsiteX470" fmla="*/ 1100671 w 7467600"/>
              <a:gd name="connsiteY470" fmla="*/ 6252137 h 6858000"/>
              <a:gd name="connsiteX471" fmla="*/ 1090144 w 7467600"/>
              <a:gd name="connsiteY471" fmla="*/ 6256748 h 6858000"/>
              <a:gd name="connsiteX472" fmla="*/ 1095872 w 7467600"/>
              <a:gd name="connsiteY472" fmla="*/ 6271892 h 6858000"/>
              <a:gd name="connsiteX473" fmla="*/ 262785 w 7467600"/>
              <a:gd name="connsiteY473" fmla="*/ 6845450 h 6858000"/>
              <a:gd name="connsiteX474" fmla="*/ 209968 w 7467600"/>
              <a:gd name="connsiteY474" fmla="*/ 6770713 h 6858000"/>
              <a:gd name="connsiteX475" fmla="*/ 873460 w 7467600"/>
              <a:gd name="connsiteY475" fmla="*/ 6253768 h 6858000"/>
              <a:gd name="connsiteX476" fmla="*/ 192686 w 7467600"/>
              <a:gd name="connsiteY476" fmla="*/ 5849257 h 6858000"/>
              <a:gd name="connsiteX477" fmla="*/ 4696 w 7467600"/>
              <a:gd name="connsiteY477" fmla="*/ 5697668 h 6858000"/>
              <a:gd name="connsiteX478" fmla="*/ 0 w 7467600"/>
              <a:gd name="connsiteY478" fmla="*/ 5689984 h 6858000"/>
              <a:gd name="connsiteX479" fmla="*/ 0 w 7467600"/>
              <a:gd name="connsiteY479" fmla="*/ 5513472 h 6858000"/>
              <a:gd name="connsiteX480" fmla="*/ 174101 w 7467600"/>
              <a:gd name="connsiteY480" fmla="*/ 5620277 h 6858000"/>
              <a:gd name="connsiteX481" fmla="*/ 891800 w 7467600"/>
              <a:gd name="connsiteY481" fmla="*/ 6036935 h 6858000"/>
              <a:gd name="connsiteX482" fmla="*/ 1072219 w 7467600"/>
              <a:gd name="connsiteY482" fmla="*/ 6169443 h 6858000"/>
              <a:gd name="connsiteX483" fmla="*/ 1074117 w 7467600"/>
              <a:gd name="connsiteY483" fmla="*/ 6170301 h 6858000"/>
              <a:gd name="connsiteX484" fmla="*/ 1083114 w 7467600"/>
              <a:gd name="connsiteY484" fmla="*/ 6174131 h 6858000"/>
              <a:gd name="connsiteX485" fmla="*/ 1543010 w 7467600"/>
              <a:gd name="connsiteY485" fmla="*/ 6191140 h 6858000"/>
              <a:gd name="connsiteX486" fmla="*/ 1551080 w 7467600"/>
              <a:gd name="connsiteY486" fmla="*/ 6195006 h 6858000"/>
              <a:gd name="connsiteX487" fmla="*/ 2345443 w 7467600"/>
              <a:gd name="connsiteY487" fmla="*/ 5549882 h 6858000"/>
              <a:gd name="connsiteX488" fmla="*/ 1721499 w 7467600"/>
              <a:gd name="connsiteY488" fmla="*/ 5599969 h 6858000"/>
              <a:gd name="connsiteX489" fmla="*/ 767716 w 7467600"/>
              <a:gd name="connsiteY489" fmla="*/ 5472768 h 6858000"/>
              <a:gd name="connsiteX490" fmla="*/ 722147 w 7467600"/>
              <a:gd name="connsiteY490" fmla="*/ 5393091 h 6858000"/>
              <a:gd name="connsiteX491" fmla="*/ 1485552 w 7467600"/>
              <a:gd name="connsiteY491" fmla="*/ 5313202 h 6858000"/>
              <a:gd name="connsiteX492" fmla="*/ 2143004 w 7467600"/>
              <a:gd name="connsiteY492" fmla="*/ 5402420 h 6858000"/>
              <a:gd name="connsiteX493" fmla="*/ 1933391 w 7467600"/>
              <a:gd name="connsiteY493" fmla="*/ 5156971 h 6858000"/>
              <a:gd name="connsiteX494" fmla="*/ 1827118 w 7467600"/>
              <a:gd name="connsiteY494" fmla="*/ 4968410 h 6858000"/>
              <a:gd name="connsiteX495" fmla="*/ 1837349 w 7467600"/>
              <a:gd name="connsiteY495" fmla="*/ 4956357 h 6858000"/>
              <a:gd name="connsiteX496" fmla="*/ 2162835 w 7467600"/>
              <a:gd name="connsiteY496" fmla="*/ 5187853 h 6858000"/>
              <a:gd name="connsiteX497" fmla="*/ 2257167 w 7467600"/>
              <a:gd name="connsiteY497" fmla="*/ 5462123 h 6858000"/>
              <a:gd name="connsiteX498" fmla="*/ 2261598 w 7467600"/>
              <a:gd name="connsiteY498" fmla="*/ 5467998 h 6858000"/>
              <a:gd name="connsiteX499" fmla="*/ 2437177 w 7467600"/>
              <a:gd name="connsiteY499" fmla="*/ 5479608 h 6858000"/>
              <a:gd name="connsiteX500" fmla="*/ 2445247 w 7467600"/>
              <a:gd name="connsiteY500" fmla="*/ 5483476 h 6858000"/>
              <a:gd name="connsiteX501" fmla="*/ 2743626 w 7467600"/>
              <a:gd name="connsiteY501" fmla="*/ 5304819 h 6858000"/>
              <a:gd name="connsiteX502" fmla="*/ 3048102 w 7467600"/>
              <a:gd name="connsiteY502" fmla="*/ 5150595 h 6858000"/>
              <a:gd name="connsiteX503" fmla="*/ 1799414 w 7467600"/>
              <a:gd name="connsiteY503" fmla="*/ 4694732 h 6858000"/>
              <a:gd name="connsiteX504" fmla="*/ 1771735 w 7467600"/>
              <a:gd name="connsiteY504" fmla="*/ 4619929 h 6858000"/>
              <a:gd name="connsiteX505" fmla="*/ 3104273 w 7467600"/>
              <a:gd name="connsiteY505" fmla="*/ 5076159 h 6858000"/>
              <a:gd name="connsiteX506" fmla="*/ 3113245 w 7467600"/>
              <a:gd name="connsiteY506" fmla="*/ 5090705 h 6858000"/>
              <a:gd name="connsiteX507" fmla="*/ 3126294 w 7467600"/>
              <a:gd name="connsiteY507" fmla="*/ 5114400 h 6858000"/>
              <a:gd name="connsiteX508" fmla="*/ 3937433 w 7467600"/>
              <a:gd name="connsiteY508" fmla="*/ 4830473 h 6858000"/>
              <a:gd name="connsiteX509" fmla="*/ 3590475 w 7467600"/>
              <a:gd name="connsiteY509" fmla="*/ 4597974 h 6858000"/>
              <a:gd name="connsiteX510" fmla="*/ 3100264 w 7467600"/>
              <a:gd name="connsiteY510" fmla="*/ 4579845 h 6858000"/>
              <a:gd name="connsiteX511" fmla="*/ 2183576 w 7467600"/>
              <a:gd name="connsiteY511" fmla="*/ 4227150 h 6858000"/>
              <a:gd name="connsiteX512" fmla="*/ 2151029 w 7467600"/>
              <a:gd name="connsiteY512" fmla="*/ 4146947 h 6858000"/>
              <a:gd name="connsiteX513" fmla="*/ 3563434 w 7467600"/>
              <a:gd name="connsiteY513" fmla="*/ 4469115 h 6858000"/>
              <a:gd name="connsiteX514" fmla="*/ 3177952 w 7467600"/>
              <a:gd name="connsiteY514" fmla="*/ 3657386 h 6858000"/>
              <a:gd name="connsiteX515" fmla="*/ 3189263 w 7467600"/>
              <a:gd name="connsiteY515" fmla="*/ 3625726 h 6858000"/>
              <a:gd name="connsiteX516" fmla="*/ 3560912 w 7467600"/>
              <a:gd name="connsiteY516" fmla="*/ 4079863 h 6858000"/>
              <a:gd name="connsiteX517" fmla="*/ 3626636 w 7467600"/>
              <a:gd name="connsiteY517" fmla="*/ 4512230 h 6858000"/>
              <a:gd name="connsiteX518" fmla="*/ 3653088 w 7467600"/>
              <a:gd name="connsiteY518" fmla="*/ 4521417 h 6858000"/>
              <a:gd name="connsiteX519" fmla="*/ 3988128 w 7467600"/>
              <a:gd name="connsiteY519" fmla="*/ 4817267 h 6858000"/>
              <a:gd name="connsiteX520" fmla="*/ 4830582 w 7467600"/>
              <a:gd name="connsiteY520" fmla="*/ 4676000 h 6858000"/>
              <a:gd name="connsiteX521" fmla="*/ 4830100 w 7467600"/>
              <a:gd name="connsiteY521" fmla="*/ 4675554 h 6858000"/>
              <a:gd name="connsiteX522" fmla="*/ 4036318 w 7467600"/>
              <a:gd name="connsiteY522" fmla="*/ 4147013 h 6858000"/>
              <a:gd name="connsiteX523" fmla="*/ 3432098 w 7467600"/>
              <a:gd name="connsiteY523" fmla="*/ 3537312 h 6858000"/>
              <a:gd name="connsiteX524" fmla="*/ 3446761 w 7467600"/>
              <a:gd name="connsiteY524" fmla="*/ 3461278 h 6858000"/>
              <a:gd name="connsiteX525" fmla="*/ 4419733 w 7467600"/>
              <a:gd name="connsiteY525" fmla="*/ 3963555 h 6858000"/>
              <a:gd name="connsiteX526" fmla="*/ 4781371 w 7467600"/>
              <a:gd name="connsiteY526" fmla="*/ 4458604 h 6858000"/>
              <a:gd name="connsiteX527" fmla="*/ 4780440 w 7467600"/>
              <a:gd name="connsiteY527" fmla="*/ 4470290 h 6858000"/>
              <a:gd name="connsiteX528" fmla="*/ 4898954 w 7467600"/>
              <a:gd name="connsiteY528" fmla="*/ 4662092 h 6858000"/>
              <a:gd name="connsiteX529" fmla="*/ 4900699 w 7467600"/>
              <a:gd name="connsiteY529" fmla="*/ 4670867 h 6858000"/>
              <a:gd name="connsiteX530" fmla="*/ 5714511 w 7467600"/>
              <a:gd name="connsiteY530" fmla="*/ 4663483 h 6858000"/>
              <a:gd name="connsiteX531" fmla="*/ 5464793 w 7467600"/>
              <a:gd name="connsiteY531" fmla="*/ 4393556 h 6858000"/>
              <a:gd name="connsiteX532" fmla="*/ 5461897 w 7467600"/>
              <a:gd name="connsiteY532" fmla="*/ 4390879 h 6858000"/>
              <a:gd name="connsiteX533" fmla="*/ 4294126 w 7467600"/>
              <a:gd name="connsiteY533" fmla="*/ 3303048 h 6858000"/>
              <a:gd name="connsiteX534" fmla="*/ 4305321 w 7467600"/>
              <a:gd name="connsiteY534" fmla="*/ 3256953 h 6858000"/>
              <a:gd name="connsiteX535" fmla="*/ 4949299 w 7467600"/>
              <a:gd name="connsiteY535" fmla="*/ 3766336 h 6858000"/>
              <a:gd name="connsiteX536" fmla="*/ 5291452 w 7467600"/>
              <a:gd name="connsiteY536" fmla="*/ 4076801 h 6858000"/>
              <a:gd name="connsiteX537" fmla="*/ 5434998 w 7467600"/>
              <a:gd name="connsiteY537" fmla="*/ 4254100 h 6858000"/>
              <a:gd name="connsiteX538" fmla="*/ 5351015 w 7467600"/>
              <a:gd name="connsiteY538" fmla="*/ 3760989 h 6858000"/>
              <a:gd name="connsiteX539" fmla="*/ 5413780 w 7467600"/>
              <a:gd name="connsiteY539" fmla="*/ 2966265 h 6858000"/>
              <a:gd name="connsiteX540" fmla="*/ 5425627 w 7467600"/>
              <a:gd name="connsiteY540" fmla="*/ 2954192 h 6858000"/>
              <a:gd name="connsiteX541" fmla="*/ 6604735 w 7467600"/>
              <a:gd name="connsiteY541" fmla="*/ 2041381 h 6858000"/>
              <a:gd name="connsiteX542" fmla="*/ 7204487 w 7467600"/>
              <a:gd name="connsiteY542" fmla="*/ 2742112 h 6858000"/>
              <a:gd name="connsiteX543" fmla="*/ 7131592 w 7467600"/>
              <a:gd name="connsiteY543" fmla="*/ 2672096 h 6858000"/>
              <a:gd name="connsiteX544" fmla="*/ 6996344 w 7467600"/>
              <a:gd name="connsiteY544" fmla="*/ 2518310 h 6858000"/>
              <a:gd name="connsiteX545" fmla="*/ 6735495 w 7467600"/>
              <a:gd name="connsiteY545" fmla="*/ 2196890 h 6858000"/>
              <a:gd name="connsiteX546" fmla="*/ 6721901 w 7467600"/>
              <a:gd name="connsiteY546" fmla="*/ 2179274 h 6858000"/>
              <a:gd name="connsiteX547" fmla="*/ 6604735 w 7467600"/>
              <a:gd name="connsiteY547" fmla="*/ 2041381 h 6858000"/>
              <a:gd name="connsiteX548" fmla="*/ 6591670 w 7467600"/>
              <a:gd name="connsiteY548" fmla="*/ 1988277 h 6858000"/>
              <a:gd name="connsiteX549" fmla="*/ 6747349 w 7467600"/>
              <a:gd name="connsiteY549" fmla="*/ 2160069 h 6858000"/>
              <a:gd name="connsiteX550" fmla="*/ 6760943 w 7467600"/>
              <a:gd name="connsiteY550" fmla="*/ 2177686 h 6858000"/>
              <a:gd name="connsiteX551" fmla="*/ 7021065 w 7467600"/>
              <a:gd name="connsiteY551" fmla="*/ 2498102 h 6858000"/>
              <a:gd name="connsiteX552" fmla="*/ 7155223 w 7467600"/>
              <a:gd name="connsiteY552" fmla="*/ 2650386 h 6858000"/>
              <a:gd name="connsiteX553" fmla="*/ 7203167 w 7467600"/>
              <a:gd name="connsiteY553" fmla="*/ 2697288 h 6858000"/>
              <a:gd name="connsiteX554" fmla="*/ 6937703 w 7467600"/>
              <a:gd name="connsiteY554" fmla="*/ 2321981 h 6858000"/>
              <a:gd name="connsiteX555" fmla="*/ 6591670 w 7467600"/>
              <a:gd name="connsiteY555" fmla="*/ 1988277 h 6858000"/>
              <a:gd name="connsiteX556" fmla="*/ 5798671 w 7467600"/>
              <a:gd name="connsiteY556" fmla="*/ 1981601 h 6858000"/>
              <a:gd name="connsiteX557" fmla="*/ 5754709 w 7467600"/>
              <a:gd name="connsiteY557" fmla="*/ 2071454 h 6858000"/>
              <a:gd name="connsiteX558" fmla="*/ 5763044 w 7467600"/>
              <a:gd name="connsiteY558" fmla="*/ 2842206 h 6858000"/>
              <a:gd name="connsiteX559" fmla="*/ 5764974 w 7467600"/>
              <a:gd name="connsiteY559" fmla="*/ 2799609 h 6858000"/>
              <a:gd name="connsiteX560" fmla="*/ 5767665 w 7467600"/>
              <a:gd name="connsiteY560" fmla="*/ 2666409 h 6858000"/>
              <a:gd name="connsiteX561" fmla="*/ 5763055 w 7467600"/>
              <a:gd name="connsiteY561" fmla="*/ 2579705 h 6858000"/>
              <a:gd name="connsiteX562" fmla="*/ 5758079 w 7467600"/>
              <a:gd name="connsiteY562" fmla="*/ 2492508 h 6858000"/>
              <a:gd name="connsiteX563" fmla="*/ 5779325 w 7467600"/>
              <a:gd name="connsiteY563" fmla="*/ 2197069 h 6858000"/>
              <a:gd name="connsiteX564" fmla="*/ 5798671 w 7467600"/>
              <a:gd name="connsiteY564" fmla="*/ 1981601 h 6858000"/>
              <a:gd name="connsiteX565" fmla="*/ 5829202 w 7467600"/>
              <a:gd name="connsiteY565" fmla="*/ 1971679 h 6858000"/>
              <a:gd name="connsiteX566" fmla="*/ 5809558 w 7467600"/>
              <a:gd name="connsiteY566" fmla="*/ 2198043 h 6858000"/>
              <a:gd name="connsiteX567" fmla="*/ 5788653 w 7467600"/>
              <a:gd name="connsiteY567" fmla="*/ 2489430 h 6858000"/>
              <a:gd name="connsiteX568" fmla="*/ 5793439 w 7467600"/>
              <a:gd name="connsiteY568" fmla="*/ 2575235 h 6858000"/>
              <a:gd name="connsiteX569" fmla="*/ 5796837 w 7467600"/>
              <a:gd name="connsiteY569" fmla="*/ 2637633 h 6858000"/>
              <a:gd name="connsiteX570" fmla="*/ 5818614 w 7467600"/>
              <a:gd name="connsiteY570" fmla="*/ 2473055 h 6858000"/>
              <a:gd name="connsiteX571" fmla="*/ 5829202 w 7467600"/>
              <a:gd name="connsiteY571" fmla="*/ 1971679 h 6858000"/>
              <a:gd name="connsiteX572" fmla="*/ 5911389 w 7467600"/>
              <a:gd name="connsiteY572" fmla="*/ 1898371 h 6858000"/>
              <a:gd name="connsiteX573" fmla="*/ 6237627 w 7467600"/>
              <a:gd name="connsiteY573" fmla="*/ 2231921 h 6858000"/>
              <a:gd name="connsiteX574" fmla="*/ 5911389 w 7467600"/>
              <a:gd name="connsiteY574" fmla="*/ 1898371 h 6858000"/>
              <a:gd name="connsiteX575" fmla="*/ 6944437 w 7467600"/>
              <a:gd name="connsiteY575" fmla="*/ 1575402 h 6858000"/>
              <a:gd name="connsiteX576" fmla="*/ 6304730 w 7467600"/>
              <a:gd name="connsiteY576" fmla="*/ 1766654 h 6858000"/>
              <a:gd name="connsiteX577" fmla="*/ 6944437 w 7467600"/>
              <a:gd name="connsiteY577" fmla="*/ 1575402 h 6858000"/>
              <a:gd name="connsiteX578" fmla="*/ 7019523 w 7467600"/>
              <a:gd name="connsiteY578" fmla="*/ 1519450 h 6858000"/>
              <a:gd name="connsiteX579" fmla="*/ 6298091 w 7467600"/>
              <a:gd name="connsiteY579" fmla="*/ 1737122 h 6858000"/>
              <a:gd name="connsiteX580" fmla="*/ 7019523 w 7467600"/>
              <a:gd name="connsiteY580" fmla="*/ 1519450 h 6858000"/>
              <a:gd name="connsiteX581" fmla="*/ 2399523 w 7467600"/>
              <a:gd name="connsiteY581" fmla="*/ 1428234 h 6858000"/>
              <a:gd name="connsiteX582" fmla="*/ 2224982 w 7467600"/>
              <a:gd name="connsiteY582" fmla="*/ 1826201 h 6858000"/>
              <a:gd name="connsiteX583" fmla="*/ 2096099 w 7467600"/>
              <a:gd name="connsiteY583" fmla="*/ 2345900 h 6858000"/>
              <a:gd name="connsiteX584" fmla="*/ 2283317 w 7467600"/>
              <a:gd name="connsiteY584" fmla="*/ 1796925 h 6858000"/>
              <a:gd name="connsiteX585" fmla="*/ 2399523 w 7467600"/>
              <a:gd name="connsiteY585" fmla="*/ 1428234 h 6858000"/>
              <a:gd name="connsiteX586" fmla="*/ 2448558 w 7467600"/>
              <a:gd name="connsiteY586" fmla="*/ 1373435 h 6858000"/>
              <a:gd name="connsiteX587" fmla="*/ 2312521 w 7467600"/>
              <a:gd name="connsiteY587" fmla="*/ 1806140 h 6858000"/>
              <a:gd name="connsiteX588" fmla="*/ 2127533 w 7467600"/>
              <a:gd name="connsiteY588" fmla="*/ 2348380 h 6858000"/>
              <a:gd name="connsiteX589" fmla="*/ 2358080 w 7467600"/>
              <a:gd name="connsiteY589" fmla="*/ 1866134 h 6858000"/>
              <a:gd name="connsiteX590" fmla="*/ 2407436 w 7467600"/>
              <a:gd name="connsiteY590" fmla="*/ 1651070 h 6858000"/>
              <a:gd name="connsiteX591" fmla="*/ 2448558 w 7467600"/>
              <a:gd name="connsiteY591" fmla="*/ 1373435 h 6858000"/>
              <a:gd name="connsiteX592" fmla="*/ 278707 w 7467600"/>
              <a:gd name="connsiteY592" fmla="*/ 1352270 h 6858000"/>
              <a:gd name="connsiteX593" fmla="*/ 321570 w 7467600"/>
              <a:gd name="connsiteY593" fmla="*/ 1861610 h 6858000"/>
              <a:gd name="connsiteX594" fmla="*/ 294281 w 7467600"/>
              <a:gd name="connsiteY594" fmla="*/ 1440658 h 6858000"/>
              <a:gd name="connsiteX595" fmla="*/ 278707 w 7467600"/>
              <a:gd name="connsiteY595" fmla="*/ 1352270 h 6858000"/>
              <a:gd name="connsiteX596" fmla="*/ 1423821 w 7467600"/>
              <a:gd name="connsiteY596" fmla="*/ 1351958 h 6858000"/>
              <a:gd name="connsiteX597" fmla="*/ 1638521 w 7467600"/>
              <a:gd name="connsiteY597" fmla="*/ 1908470 h 6858000"/>
              <a:gd name="connsiteX598" fmla="*/ 1754199 w 7467600"/>
              <a:gd name="connsiteY598" fmla="*/ 2149284 h 6858000"/>
              <a:gd name="connsiteX599" fmla="*/ 1908359 w 7467600"/>
              <a:gd name="connsiteY599" fmla="*/ 2364988 h 6858000"/>
              <a:gd name="connsiteX600" fmla="*/ 1647661 w 7467600"/>
              <a:gd name="connsiteY600" fmla="*/ 1825945 h 6858000"/>
              <a:gd name="connsiteX601" fmla="*/ 1423821 w 7467600"/>
              <a:gd name="connsiteY601" fmla="*/ 1351958 h 6858000"/>
              <a:gd name="connsiteX602" fmla="*/ 1431890 w 7467600"/>
              <a:gd name="connsiteY602" fmla="*/ 1306475 h 6858000"/>
              <a:gd name="connsiteX603" fmla="*/ 1507597 w 7467600"/>
              <a:gd name="connsiteY603" fmla="*/ 1446132 h 6858000"/>
              <a:gd name="connsiteX604" fmla="*/ 1674586 w 7467600"/>
              <a:gd name="connsiteY604" fmla="*/ 1813832 h 6858000"/>
              <a:gd name="connsiteX605" fmla="*/ 1815950 w 7467600"/>
              <a:gd name="connsiteY605" fmla="*/ 2128564 h 6858000"/>
              <a:gd name="connsiteX606" fmla="*/ 1984242 w 7467600"/>
              <a:gd name="connsiteY606" fmla="*/ 2430829 h 6858000"/>
              <a:gd name="connsiteX607" fmla="*/ 2014023 w 7467600"/>
              <a:gd name="connsiteY607" fmla="*/ 2450995 h 6858000"/>
              <a:gd name="connsiteX608" fmla="*/ 1747337 w 7467600"/>
              <a:gd name="connsiteY608" fmla="*/ 1855264 h 6858000"/>
              <a:gd name="connsiteX609" fmla="*/ 1533749 w 7467600"/>
              <a:gd name="connsiteY609" fmla="*/ 1478656 h 6858000"/>
              <a:gd name="connsiteX610" fmla="*/ 1431890 w 7467600"/>
              <a:gd name="connsiteY610" fmla="*/ 1306475 h 6858000"/>
              <a:gd name="connsiteX611" fmla="*/ 5052692 w 7467600"/>
              <a:gd name="connsiteY611" fmla="*/ 1292994 h 6858000"/>
              <a:gd name="connsiteX612" fmla="*/ 5200661 w 7467600"/>
              <a:gd name="connsiteY612" fmla="*/ 1635186 h 6858000"/>
              <a:gd name="connsiteX613" fmla="*/ 5297138 w 7467600"/>
              <a:gd name="connsiteY613" fmla="*/ 1906351 h 6858000"/>
              <a:gd name="connsiteX614" fmla="*/ 5052692 w 7467600"/>
              <a:gd name="connsiteY614" fmla="*/ 1292994 h 6858000"/>
              <a:gd name="connsiteX615" fmla="*/ 5009948 w 7467600"/>
              <a:gd name="connsiteY615" fmla="*/ 1273619 h 6858000"/>
              <a:gd name="connsiteX616" fmla="*/ 5121777 w 7467600"/>
              <a:gd name="connsiteY616" fmla="*/ 1654213 h 6858000"/>
              <a:gd name="connsiteX617" fmla="*/ 5293545 w 7467600"/>
              <a:gd name="connsiteY617" fmla="*/ 2072247 h 6858000"/>
              <a:gd name="connsiteX618" fmla="*/ 5294042 w 7467600"/>
              <a:gd name="connsiteY618" fmla="*/ 2065019 h 6858000"/>
              <a:gd name="connsiteX619" fmla="*/ 5171936 w 7467600"/>
              <a:gd name="connsiteY619" fmla="*/ 1647613 h 6858000"/>
              <a:gd name="connsiteX620" fmla="*/ 5009948 w 7467600"/>
              <a:gd name="connsiteY620" fmla="*/ 1273619 h 6858000"/>
              <a:gd name="connsiteX621" fmla="*/ 655236 w 7467600"/>
              <a:gd name="connsiteY621" fmla="*/ 1268632 h 6858000"/>
              <a:gd name="connsiteX622" fmla="*/ 839521 w 7467600"/>
              <a:gd name="connsiteY622" fmla="*/ 1685315 h 6858000"/>
              <a:gd name="connsiteX623" fmla="*/ 1109416 w 7467600"/>
              <a:gd name="connsiteY623" fmla="*/ 2061663 h 6858000"/>
              <a:gd name="connsiteX624" fmla="*/ 1298300 w 7467600"/>
              <a:gd name="connsiteY624" fmla="*/ 2247742 h 6858000"/>
              <a:gd name="connsiteX625" fmla="*/ 1125871 w 7467600"/>
              <a:gd name="connsiteY625" fmla="*/ 1989513 h 6858000"/>
              <a:gd name="connsiteX626" fmla="*/ 981574 w 7467600"/>
              <a:gd name="connsiteY626" fmla="*/ 1783157 h 6858000"/>
              <a:gd name="connsiteX627" fmla="*/ 922198 w 7467600"/>
              <a:gd name="connsiteY627" fmla="*/ 1677437 h 6858000"/>
              <a:gd name="connsiteX628" fmla="*/ 869293 w 7467600"/>
              <a:gd name="connsiteY628" fmla="*/ 1583214 h 6858000"/>
              <a:gd name="connsiteX629" fmla="*/ 751431 w 7467600"/>
              <a:gd name="connsiteY629" fmla="*/ 1405731 h 6858000"/>
              <a:gd name="connsiteX630" fmla="*/ 655236 w 7467600"/>
              <a:gd name="connsiteY630" fmla="*/ 1268632 h 6858000"/>
              <a:gd name="connsiteX631" fmla="*/ 6516292 w 7467600"/>
              <a:gd name="connsiteY631" fmla="*/ 1263064 h 6858000"/>
              <a:gd name="connsiteX632" fmla="*/ 5736320 w 7467600"/>
              <a:gd name="connsiteY632" fmla="*/ 1501803 h 6858000"/>
              <a:gd name="connsiteX633" fmla="*/ 6516292 w 7467600"/>
              <a:gd name="connsiteY633" fmla="*/ 1263064 h 6858000"/>
              <a:gd name="connsiteX634" fmla="*/ 291466 w 7467600"/>
              <a:gd name="connsiteY634" fmla="*/ 1250369 h 6858000"/>
              <a:gd name="connsiteX635" fmla="*/ 323180 w 7467600"/>
              <a:gd name="connsiteY635" fmla="*/ 1435283 h 6858000"/>
              <a:gd name="connsiteX636" fmla="*/ 349381 w 7467600"/>
              <a:gd name="connsiteY636" fmla="*/ 1875041 h 6858000"/>
              <a:gd name="connsiteX637" fmla="*/ 374363 w 7467600"/>
              <a:gd name="connsiteY637" fmla="*/ 1506494 h 6858000"/>
              <a:gd name="connsiteX638" fmla="*/ 302168 w 7467600"/>
              <a:gd name="connsiteY638" fmla="*/ 1274495 h 6858000"/>
              <a:gd name="connsiteX639" fmla="*/ 291466 w 7467600"/>
              <a:gd name="connsiteY639" fmla="*/ 1250369 h 6858000"/>
              <a:gd name="connsiteX640" fmla="*/ 678222 w 7467600"/>
              <a:gd name="connsiteY640" fmla="*/ 1248670 h 6858000"/>
              <a:gd name="connsiteX641" fmla="*/ 775536 w 7467600"/>
              <a:gd name="connsiteY641" fmla="*/ 1388015 h 6858000"/>
              <a:gd name="connsiteX642" fmla="*/ 894529 w 7467600"/>
              <a:gd name="connsiteY642" fmla="*/ 1567739 h 6858000"/>
              <a:gd name="connsiteX643" fmla="*/ 948000 w 7467600"/>
              <a:gd name="connsiteY643" fmla="*/ 1663088 h 6858000"/>
              <a:gd name="connsiteX644" fmla="*/ 1006812 w 7467600"/>
              <a:gd name="connsiteY644" fmla="*/ 1767683 h 6858000"/>
              <a:gd name="connsiteX645" fmla="*/ 1149133 w 7467600"/>
              <a:gd name="connsiteY645" fmla="*/ 1971513 h 6858000"/>
              <a:gd name="connsiteX646" fmla="*/ 1333952 w 7467600"/>
              <a:gd name="connsiteY646" fmla="*/ 2251620 h 6858000"/>
              <a:gd name="connsiteX647" fmla="*/ 1337329 w 7467600"/>
              <a:gd name="connsiteY647" fmla="*/ 2258350 h 6858000"/>
              <a:gd name="connsiteX648" fmla="*/ 1014726 w 7467600"/>
              <a:gd name="connsiteY648" fmla="*/ 1615556 h 6858000"/>
              <a:gd name="connsiteX649" fmla="*/ 678222 w 7467600"/>
              <a:gd name="connsiteY649" fmla="*/ 1248670 h 6858000"/>
              <a:gd name="connsiteX650" fmla="*/ 6691602 w 7467600"/>
              <a:gd name="connsiteY650" fmla="*/ 1140573 h 6858000"/>
              <a:gd name="connsiteX651" fmla="*/ 6571100 w 7467600"/>
              <a:gd name="connsiteY651" fmla="*/ 1183662 h 6858000"/>
              <a:gd name="connsiteX652" fmla="*/ 6241687 w 7467600"/>
              <a:gd name="connsiteY652" fmla="*/ 1257600 h 6858000"/>
              <a:gd name="connsiteX653" fmla="*/ 5693009 w 7467600"/>
              <a:gd name="connsiteY653" fmla="*/ 1478256 h 6858000"/>
              <a:gd name="connsiteX654" fmla="*/ 6548420 w 7467600"/>
              <a:gd name="connsiteY654" fmla="*/ 1214599 h 6858000"/>
              <a:gd name="connsiteX655" fmla="*/ 6605473 w 7467600"/>
              <a:gd name="connsiteY655" fmla="*/ 1184686 h 6858000"/>
              <a:gd name="connsiteX656" fmla="*/ 6691602 w 7467600"/>
              <a:gd name="connsiteY656" fmla="*/ 1140573 h 6858000"/>
              <a:gd name="connsiteX657" fmla="*/ 4002475 w 7467600"/>
              <a:gd name="connsiteY657" fmla="*/ 1037802 h 6858000"/>
              <a:gd name="connsiteX658" fmla="*/ 4000324 w 7467600"/>
              <a:gd name="connsiteY658" fmla="*/ 1039362 h 6858000"/>
              <a:gd name="connsiteX659" fmla="*/ 4002862 w 7467600"/>
              <a:gd name="connsiteY659" fmla="*/ 1042866 h 6858000"/>
              <a:gd name="connsiteX660" fmla="*/ 4002475 w 7467600"/>
              <a:gd name="connsiteY660" fmla="*/ 1037802 h 6858000"/>
              <a:gd name="connsiteX661" fmla="*/ 506322 w 7467600"/>
              <a:gd name="connsiteY661" fmla="*/ 1020997 h 6858000"/>
              <a:gd name="connsiteX662" fmla="*/ 533068 w 7467600"/>
              <a:gd name="connsiteY662" fmla="*/ 1029409 h 6858000"/>
              <a:gd name="connsiteX663" fmla="*/ 1232525 w 7467600"/>
              <a:gd name="connsiteY663" fmla="*/ 1804675 h 6858000"/>
              <a:gd name="connsiteX664" fmla="*/ 1388858 w 7467600"/>
              <a:gd name="connsiteY664" fmla="*/ 2368011 h 6858000"/>
              <a:gd name="connsiteX665" fmla="*/ 1384098 w 7467600"/>
              <a:gd name="connsiteY665" fmla="*/ 2378125 h 6858000"/>
              <a:gd name="connsiteX666" fmla="*/ 1425393 w 7467600"/>
              <a:gd name="connsiteY666" fmla="*/ 2589124 h 6858000"/>
              <a:gd name="connsiteX667" fmla="*/ 1424001 w 7467600"/>
              <a:gd name="connsiteY667" fmla="*/ 2597541 h 6858000"/>
              <a:gd name="connsiteX668" fmla="*/ 2152729 w 7467600"/>
              <a:gd name="connsiteY668" fmla="*/ 2864487 h 6858000"/>
              <a:gd name="connsiteX669" fmla="*/ 2020609 w 7467600"/>
              <a:gd name="connsiteY669" fmla="*/ 2539671 h 6858000"/>
              <a:gd name="connsiteX670" fmla="*/ 2018920 w 7467600"/>
              <a:gd name="connsiteY670" fmla="*/ 2536309 h 6858000"/>
              <a:gd name="connsiteX671" fmla="*/ 1342441 w 7467600"/>
              <a:gd name="connsiteY671" fmla="*/ 1173017 h 6858000"/>
              <a:gd name="connsiteX672" fmla="*/ 1367925 w 7467600"/>
              <a:gd name="connsiteY672" fmla="*/ 1135648 h 6858000"/>
              <a:gd name="connsiteX673" fmla="*/ 1771401 w 7467600"/>
              <a:gd name="connsiteY673" fmla="*/ 1806673 h 6858000"/>
              <a:gd name="connsiteX674" fmla="*/ 1972385 w 7467600"/>
              <a:gd name="connsiteY674" fmla="*/ 2198735 h 6858000"/>
              <a:gd name="connsiteX675" fmla="*/ 2040892 w 7467600"/>
              <a:gd name="connsiteY675" fmla="*/ 2405205 h 6858000"/>
              <a:gd name="connsiteX676" fmla="*/ 2131689 w 7467600"/>
              <a:gd name="connsiteY676" fmla="*/ 1936926 h 6858000"/>
              <a:gd name="connsiteX677" fmla="*/ 2454820 w 7467600"/>
              <a:gd name="connsiteY677" fmla="*/ 1248808 h 6858000"/>
              <a:gd name="connsiteX678" fmla="*/ 2492512 w 7467600"/>
              <a:gd name="connsiteY678" fmla="*/ 1302920 h 6858000"/>
              <a:gd name="connsiteX679" fmla="*/ 2081216 w 7467600"/>
              <a:gd name="connsiteY679" fmla="*/ 2527513 h 6858000"/>
              <a:gd name="connsiteX680" fmla="*/ 2081211 w 7467600"/>
              <a:gd name="connsiteY680" fmla="*/ 2528916 h 6858000"/>
              <a:gd name="connsiteX681" fmla="*/ 2199067 w 7467600"/>
              <a:gd name="connsiteY681" fmla="*/ 2884061 h 6858000"/>
              <a:gd name="connsiteX682" fmla="*/ 3192586 w 7467600"/>
              <a:gd name="connsiteY682" fmla="*/ 3411496 h 6858000"/>
              <a:gd name="connsiteX683" fmla="*/ 3182620 w 7467600"/>
              <a:gd name="connsiteY683" fmla="*/ 3483279 h 6858000"/>
              <a:gd name="connsiteX684" fmla="*/ 2435119 w 7467600"/>
              <a:gd name="connsiteY684" fmla="*/ 3080173 h 6858000"/>
              <a:gd name="connsiteX685" fmla="*/ 2410152 w 7467600"/>
              <a:gd name="connsiteY685" fmla="*/ 3063751 h 6858000"/>
              <a:gd name="connsiteX686" fmla="*/ 2408099 w 7467600"/>
              <a:gd name="connsiteY686" fmla="*/ 3064403 h 6858000"/>
              <a:gd name="connsiteX687" fmla="*/ 2407218 w 7467600"/>
              <a:gd name="connsiteY687" fmla="*/ 3070324 h 6858000"/>
              <a:gd name="connsiteX688" fmla="*/ 2380138 w 7467600"/>
              <a:gd name="connsiteY688" fmla="*/ 3099341 h 6858000"/>
              <a:gd name="connsiteX689" fmla="*/ 1765923 w 7467600"/>
              <a:gd name="connsiteY689" fmla="*/ 3581043 h 6858000"/>
              <a:gd name="connsiteX690" fmla="*/ 1702258 w 7467600"/>
              <a:gd name="connsiteY690" fmla="*/ 3612286 h 6858000"/>
              <a:gd name="connsiteX691" fmla="*/ 1538370 w 7467600"/>
              <a:gd name="connsiteY691" fmla="*/ 3811804 h 6858000"/>
              <a:gd name="connsiteX692" fmla="*/ 542867 w 7467600"/>
              <a:gd name="connsiteY692" fmla="*/ 4944092 h 6858000"/>
              <a:gd name="connsiteX693" fmla="*/ 515800 w 7467600"/>
              <a:gd name="connsiteY693" fmla="*/ 4862180 h 6858000"/>
              <a:gd name="connsiteX694" fmla="*/ 909145 w 7467600"/>
              <a:gd name="connsiteY694" fmla="*/ 4199225 h 6858000"/>
              <a:gd name="connsiteX695" fmla="*/ 1214067 w 7467600"/>
              <a:gd name="connsiteY695" fmla="*/ 3908561 h 6858000"/>
              <a:gd name="connsiteX696" fmla="*/ 640967 w 7467600"/>
              <a:gd name="connsiteY696" fmla="*/ 4105601 h 6858000"/>
              <a:gd name="connsiteX697" fmla="*/ 112563 w 7467600"/>
              <a:gd name="connsiteY697" fmla="*/ 4396952 h 6858000"/>
              <a:gd name="connsiteX698" fmla="*/ 0 w 7467600"/>
              <a:gd name="connsiteY698" fmla="*/ 4466006 h 6858000"/>
              <a:gd name="connsiteX699" fmla="*/ 0 w 7467600"/>
              <a:gd name="connsiteY699" fmla="*/ 4233763 h 6858000"/>
              <a:gd name="connsiteX700" fmla="*/ 36881 w 7467600"/>
              <a:gd name="connsiteY700" fmla="*/ 4200118 h 6858000"/>
              <a:gd name="connsiteX701" fmla="*/ 910534 w 7467600"/>
              <a:gd name="connsiteY701" fmla="*/ 3629753 h 6858000"/>
              <a:gd name="connsiteX702" fmla="*/ 1578717 w 7467600"/>
              <a:gd name="connsiteY702" fmla="*/ 3575982 h 6858000"/>
              <a:gd name="connsiteX703" fmla="*/ 2338780 w 7467600"/>
              <a:gd name="connsiteY703" fmla="*/ 3033725 h 6858000"/>
              <a:gd name="connsiteX704" fmla="*/ 1807991 w 7467600"/>
              <a:gd name="connsiteY704" fmla="*/ 2807184 h 6858000"/>
              <a:gd name="connsiteX705" fmla="*/ 1416358 w 7467600"/>
              <a:gd name="connsiteY705" fmla="*/ 3112571 h 6858000"/>
              <a:gd name="connsiteX706" fmla="*/ 939066 w 7467600"/>
              <a:gd name="connsiteY706" fmla="*/ 3378798 h 6858000"/>
              <a:gd name="connsiteX707" fmla="*/ 115099 w 7467600"/>
              <a:gd name="connsiteY707" fmla="*/ 3607650 h 6858000"/>
              <a:gd name="connsiteX708" fmla="*/ 97284 w 7467600"/>
              <a:gd name="connsiteY708" fmla="*/ 3520393 h 6858000"/>
              <a:gd name="connsiteX709" fmla="*/ 922050 w 7467600"/>
              <a:gd name="connsiteY709" fmla="*/ 3074867 h 6858000"/>
              <a:gd name="connsiteX710" fmla="*/ 1405265 w 7467600"/>
              <a:gd name="connsiteY710" fmla="*/ 3016319 h 6858000"/>
              <a:gd name="connsiteX711" fmla="*/ 1407512 w 7467600"/>
              <a:gd name="connsiteY711" fmla="*/ 3018001 h 6858000"/>
              <a:gd name="connsiteX712" fmla="*/ 1726266 w 7467600"/>
              <a:gd name="connsiteY712" fmla="*/ 2777274 h 6858000"/>
              <a:gd name="connsiteX713" fmla="*/ 625390 w 7467600"/>
              <a:gd name="connsiteY713" fmla="*/ 2514541 h 6858000"/>
              <a:gd name="connsiteX714" fmla="*/ 619799 w 7467600"/>
              <a:gd name="connsiteY714" fmla="*/ 2527180 h 6858000"/>
              <a:gd name="connsiteX715" fmla="*/ 310030 w 7467600"/>
              <a:gd name="connsiteY715" fmla="*/ 2771818 h 6858000"/>
              <a:gd name="connsiteX716" fmla="*/ 173877 w 7467600"/>
              <a:gd name="connsiteY716" fmla="*/ 2937056 h 6858000"/>
              <a:gd name="connsiteX717" fmla="*/ 77889 w 7467600"/>
              <a:gd name="connsiteY717" fmla="*/ 3138440 h 6858000"/>
              <a:gd name="connsiteX718" fmla="*/ 0 w 7467600"/>
              <a:gd name="connsiteY718" fmla="*/ 3271395 h 6858000"/>
              <a:gd name="connsiteX719" fmla="*/ 0 w 7467600"/>
              <a:gd name="connsiteY719" fmla="*/ 3153002 h 6858000"/>
              <a:gd name="connsiteX720" fmla="*/ 2386 w 7467600"/>
              <a:gd name="connsiteY720" fmla="*/ 3149203 h 6858000"/>
              <a:gd name="connsiteX721" fmla="*/ 89753 w 7467600"/>
              <a:gd name="connsiteY721" fmla="*/ 2987702 h 6858000"/>
              <a:gd name="connsiteX722" fmla="*/ 76869 w 7467600"/>
              <a:gd name="connsiteY722" fmla="*/ 3005404 h 6858000"/>
              <a:gd name="connsiteX723" fmla="*/ 32049 w 7467600"/>
              <a:gd name="connsiteY723" fmla="*/ 3065814 h 6858000"/>
              <a:gd name="connsiteX724" fmla="*/ 0 w 7467600"/>
              <a:gd name="connsiteY724" fmla="*/ 3108744 h 6858000"/>
              <a:gd name="connsiteX725" fmla="*/ 0 w 7467600"/>
              <a:gd name="connsiteY725" fmla="*/ 3058059 h 6858000"/>
              <a:gd name="connsiteX726" fmla="*/ 7610 w 7467600"/>
              <a:gd name="connsiteY726" fmla="*/ 3047889 h 6858000"/>
              <a:gd name="connsiteX727" fmla="*/ 52419 w 7467600"/>
              <a:gd name="connsiteY727" fmla="*/ 2987479 h 6858000"/>
              <a:gd name="connsiteX728" fmla="*/ 59142 w 7467600"/>
              <a:gd name="connsiteY728" fmla="*/ 2978488 h 6858000"/>
              <a:gd name="connsiteX729" fmla="*/ 0 w 7467600"/>
              <a:gd name="connsiteY729" fmla="*/ 3015334 h 6858000"/>
              <a:gd name="connsiteX730" fmla="*/ 0 w 7467600"/>
              <a:gd name="connsiteY730" fmla="*/ 2914286 h 6858000"/>
              <a:gd name="connsiteX731" fmla="*/ 36383 w 7467600"/>
              <a:gd name="connsiteY731" fmla="*/ 2901128 h 6858000"/>
              <a:gd name="connsiteX732" fmla="*/ 156329 w 7467600"/>
              <a:gd name="connsiteY732" fmla="*/ 2840533 h 6858000"/>
              <a:gd name="connsiteX733" fmla="*/ 358355 w 7467600"/>
              <a:gd name="connsiteY733" fmla="*/ 2620471 h 6858000"/>
              <a:gd name="connsiteX734" fmla="*/ 510577 w 7467600"/>
              <a:gd name="connsiteY734" fmla="*/ 2501244 h 6858000"/>
              <a:gd name="connsiteX735" fmla="*/ 211967 w 7467600"/>
              <a:gd name="connsiteY735" fmla="*/ 2479171 h 6858000"/>
              <a:gd name="connsiteX736" fmla="*/ 0 w 7467600"/>
              <a:gd name="connsiteY736" fmla="*/ 2476398 h 6858000"/>
              <a:gd name="connsiteX737" fmla="*/ 0 w 7467600"/>
              <a:gd name="connsiteY737" fmla="*/ 2389189 h 6858000"/>
              <a:gd name="connsiteX738" fmla="*/ 103062 w 7467600"/>
              <a:gd name="connsiteY738" fmla="*/ 2389518 h 6858000"/>
              <a:gd name="connsiteX739" fmla="*/ 510734 w 7467600"/>
              <a:gd name="connsiteY739" fmla="*/ 2416201 h 6858000"/>
              <a:gd name="connsiteX740" fmla="*/ 279257 w 7467600"/>
              <a:gd name="connsiteY740" fmla="*/ 2092102 h 6858000"/>
              <a:gd name="connsiteX741" fmla="*/ 65265 w 7467600"/>
              <a:gd name="connsiteY741" fmla="*/ 2006049 h 6858000"/>
              <a:gd name="connsiteX742" fmla="*/ 0 w 7467600"/>
              <a:gd name="connsiteY742" fmla="*/ 1982532 h 6858000"/>
              <a:gd name="connsiteX743" fmla="*/ 0 w 7467600"/>
              <a:gd name="connsiteY743" fmla="*/ 1912789 h 6858000"/>
              <a:gd name="connsiteX744" fmla="*/ 97460 w 7467600"/>
              <a:gd name="connsiteY744" fmla="*/ 1953725 h 6858000"/>
              <a:gd name="connsiteX745" fmla="*/ 221272 w 7467600"/>
              <a:gd name="connsiteY745" fmla="*/ 1980766 h 6858000"/>
              <a:gd name="connsiteX746" fmla="*/ 116765 w 7467600"/>
              <a:gd name="connsiteY746" fmla="*/ 1911033 h 6858000"/>
              <a:gd name="connsiteX747" fmla="*/ 16405 w 7467600"/>
              <a:gd name="connsiteY747" fmla="*/ 1803412 h 6858000"/>
              <a:gd name="connsiteX748" fmla="*/ 0 w 7467600"/>
              <a:gd name="connsiteY748" fmla="*/ 1784777 h 6858000"/>
              <a:gd name="connsiteX749" fmla="*/ 0 w 7467600"/>
              <a:gd name="connsiteY749" fmla="*/ 1740082 h 6858000"/>
              <a:gd name="connsiteX750" fmla="*/ 39394 w 7467600"/>
              <a:gd name="connsiteY750" fmla="*/ 1784856 h 6858000"/>
              <a:gd name="connsiteX751" fmla="*/ 135813 w 7467600"/>
              <a:gd name="connsiteY751" fmla="*/ 1888838 h 6858000"/>
              <a:gd name="connsiteX752" fmla="*/ 242575 w 7467600"/>
              <a:gd name="connsiteY752" fmla="*/ 1958841 h 6858000"/>
              <a:gd name="connsiteX753" fmla="*/ 82197 w 7467600"/>
              <a:gd name="connsiteY753" fmla="*/ 1754826 h 6858000"/>
              <a:gd name="connsiteX754" fmla="*/ 0 w 7467600"/>
              <a:gd name="connsiteY754" fmla="*/ 1679650 h 6858000"/>
              <a:gd name="connsiteX755" fmla="*/ 0 w 7467600"/>
              <a:gd name="connsiteY755" fmla="*/ 1602463 h 6858000"/>
              <a:gd name="connsiteX756" fmla="*/ 84689 w 7467600"/>
              <a:gd name="connsiteY756" fmla="*/ 1677442 h 6858000"/>
              <a:gd name="connsiteX757" fmla="*/ 298437 w 7467600"/>
              <a:gd name="connsiteY757" fmla="*/ 1968019 h 6858000"/>
              <a:gd name="connsiteX758" fmla="*/ 227269 w 7467600"/>
              <a:gd name="connsiteY758" fmla="*/ 1114064 h 6858000"/>
              <a:gd name="connsiteX759" fmla="*/ 248003 w 7467600"/>
              <a:gd name="connsiteY759" fmla="*/ 1089613 h 6858000"/>
              <a:gd name="connsiteX760" fmla="*/ 427020 w 7467600"/>
              <a:gd name="connsiteY760" fmla="*/ 1619803 h 6858000"/>
              <a:gd name="connsiteX761" fmla="*/ 340345 w 7467600"/>
              <a:gd name="connsiteY761" fmla="*/ 2027739 h 6858000"/>
              <a:gd name="connsiteX762" fmla="*/ 360865 w 7467600"/>
              <a:gd name="connsiteY762" fmla="*/ 2044827 h 6858000"/>
              <a:gd name="connsiteX763" fmla="*/ 560414 w 7467600"/>
              <a:gd name="connsiteY763" fmla="*/ 2421457 h 6858000"/>
              <a:gd name="connsiteX764" fmla="*/ 1359703 w 7467600"/>
              <a:gd name="connsiteY764" fmla="*/ 2578554 h 6858000"/>
              <a:gd name="connsiteX765" fmla="*/ 1359422 w 7467600"/>
              <a:gd name="connsiteY765" fmla="*/ 2577994 h 6858000"/>
              <a:gd name="connsiteX766" fmla="*/ 828701 w 7467600"/>
              <a:gd name="connsiteY766" fmla="*/ 1839520 h 6858000"/>
              <a:gd name="connsiteX767" fmla="*/ 494427 w 7467600"/>
              <a:gd name="connsiteY767" fmla="*/ 1092333 h 6858000"/>
              <a:gd name="connsiteX768" fmla="*/ 506322 w 7467600"/>
              <a:gd name="connsiteY768" fmla="*/ 1020997 h 6858000"/>
              <a:gd name="connsiteX769" fmla="*/ 4570198 w 7467600"/>
              <a:gd name="connsiteY769" fmla="*/ 978081 h 6858000"/>
              <a:gd name="connsiteX770" fmla="*/ 4523691 w 7467600"/>
              <a:gd name="connsiteY770" fmla="*/ 1127776 h 6858000"/>
              <a:gd name="connsiteX771" fmla="*/ 4509875 w 7467600"/>
              <a:gd name="connsiteY771" fmla="*/ 1167552 h 6858000"/>
              <a:gd name="connsiteX772" fmla="*/ 4478168 w 7467600"/>
              <a:gd name="connsiteY772" fmla="*/ 1260735 h 6858000"/>
              <a:gd name="connsiteX773" fmla="*/ 4409309 w 7467600"/>
              <a:gd name="connsiteY773" fmla="*/ 1666996 h 6858000"/>
              <a:gd name="connsiteX774" fmla="*/ 4370031 w 7467600"/>
              <a:gd name="connsiteY774" fmla="*/ 1955666 h 6858000"/>
              <a:gd name="connsiteX775" fmla="*/ 4570198 w 7467600"/>
              <a:gd name="connsiteY775" fmla="*/ 978081 h 6858000"/>
              <a:gd name="connsiteX776" fmla="*/ 4557898 w 7467600"/>
              <a:gd name="connsiteY776" fmla="*/ 900011 h 6858000"/>
              <a:gd name="connsiteX777" fmla="*/ 4344840 w 7467600"/>
              <a:gd name="connsiteY777" fmla="*/ 1922038 h 6858000"/>
              <a:gd name="connsiteX778" fmla="*/ 4378710 w 7467600"/>
              <a:gd name="connsiteY778" fmla="*/ 1665516 h 6858000"/>
              <a:gd name="connsiteX779" fmla="*/ 4448798 w 7467600"/>
              <a:gd name="connsiteY779" fmla="*/ 1253024 h 6858000"/>
              <a:gd name="connsiteX780" fmla="*/ 4480315 w 7467600"/>
              <a:gd name="connsiteY780" fmla="*/ 1158454 h 6858000"/>
              <a:gd name="connsiteX781" fmla="*/ 4494133 w 7467600"/>
              <a:gd name="connsiteY781" fmla="*/ 1118676 h 6858000"/>
              <a:gd name="connsiteX782" fmla="*/ 4557898 w 7467600"/>
              <a:gd name="connsiteY782" fmla="*/ 900011 h 6858000"/>
              <a:gd name="connsiteX783" fmla="*/ 5870151 w 7467600"/>
              <a:gd name="connsiteY783" fmla="*/ 898890 h 6858000"/>
              <a:gd name="connsiteX784" fmla="*/ 5861335 w 7467600"/>
              <a:gd name="connsiteY784" fmla="*/ 899177 h 6858000"/>
              <a:gd name="connsiteX785" fmla="*/ 5843702 w 7467600"/>
              <a:gd name="connsiteY785" fmla="*/ 899748 h 6858000"/>
              <a:gd name="connsiteX786" fmla="*/ 5651107 w 7467600"/>
              <a:gd name="connsiteY786" fmla="*/ 920306 h 6858000"/>
              <a:gd name="connsiteX787" fmla="*/ 5459407 w 7467600"/>
              <a:gd name="connsiteY787" fmla="*/ 940975 h 6858000"/>
              <a:gd name="connsiteX788" fmla="*/ 5374846 w 7467600"/>
              <a:gd name="connsiteY788" fmla="*/ 941988 h 6858000"/>
              <a:gd name="connsiteX789" fmla="*/ 5256105 w 7467600"/>
              <a:gd name="connsiteY789" fmla="*/ 945632 h 6858000"/>
              <a:gd name="connsiteX790" fmla="*/ 5107071 w 7467600"/>
              <a:gd name="connsiteY790" fmla="*/ 969720 h 6858000"/>
              <a:gd name="connsiteX791" fmla="*/ 4998681 w 7467600"/>
              <a:gd name="connsiteY791" fmla="*/ 988771 h 6858000"/>
              <a:gd name="connsiteX792" fmla="*/ 5870151 w 7467600"/>
              <a:gd name="connsiteY792" fmla="*/ 898890 h 6858000"/>
              <a:gd name="connsiteX793" fmla="*/ 5504425 w 7467600"/>
              <a:gd name="connsiteY793" fmla="*/ 848067 h 6858000"/>
              <a:gd name="connsiteX794" fmla="*/ 4968849 w 7467600"/>
              <a:gd name="connsiteY794" fmla="*/ 962318 h 6858000"/>
              <a:gd name="connsiteX795" fmla="*/ 5104039 w 7467600"/>
              <a:gd name="connsiteY795" fmla="*/ 940634 h 6858000"/>
              <a:gd name="connsiteX796" fmla="*/ 5256311 w 7467600"/>
              <a:gd name="connsiteY796" fmla="*/ 916490 h 6858000"/>
              <a:gd name="connsiteX797" fmla="*/ 5377381 w 7467600"/>
              <a:gd name="connsiteY797" fmla="*/ 912671 h 6858000"/>
              <a:gd name="connsiteX798" fmla="*/ 5460148 w 7467600"/>
              <a:gd name="connsiteY798" fmla="*/ 911442 h 6858000"/>
              <a:gd name="connsiteX799" fmla="*/ 5648971 w 7467600"/>
              <a:gd name="connsiteY799" fmla="*/ 891331 h 6858000"/>
              <a:gd name="connsiteX800" fmla="*/ 5844807 w 7467600"/>
              <a:gd name="connsiteY800" fmla="*/ 870718 h 6858000"/>
              <a:gd name="connsiteX801" fmla="*/ 5862975 w 7467600"/>
              <a:gd name="connsiteY801" fmla="*/ 869756 h 6858000"/>
              <a:gd name="connsiteX802" fmla="*/ 5920887 w 7467600"/>
              <a:gd name="connsiteY802" fmla="*/ 865929 h 6858000"/>
              <a:gd name="connsiteX803" fmla="*/ 5504425 w 7467600"/>
              <a:gd name="connsiteY803" fmla="*/ 848067 h 6858000"/>
              <a:gd name="connsiteX804" fmla="*/ 3607114 w 7467600"/>
              <a:gd name="connsiteY804" fmla="*/ 467441 h 6858000"/>
              <a:gd name="connsiteX805" fmla="*/ 3296242 w 7467600"/>
              <a:gd name="connsiteY805" fmla="*/ 807991 h 6858000"/>
              <a:gd name="connsiteX806" fmla="*/ 3174674 w 7467600"/>
              <a:gd name="connsiteY806" fmla="*/ 919759 h 6858000"/>
              <a:gd name="connsiteX807" fmla="*/ 3042978 w 7467600"/>
              <a:gd name="connsiteY807" fmla="*/ 1054894 h 6858000"/>
              <a:gd name="connsiteX808" fmla="*/ 2968914 w 7467600"/>
              <a:gd name="connsiteY808" fmla="*/ 1133756 h 6858000"/>
              <a:gd name="connsiteX809" fmla="*/ 3103823 w 7467600"/>
              <a:gd name="connsiteY809" fmla="*/ 1026814 h 6858000"/>
              <a:gd name="connsiteX810" fmla="*/ 3607114 w 7467600"/>
              <a:gd name="connsiteY810" fmla="*/ 467441 h 6858000"/>
              <a:gd name="connsiteX811" fmla="*/ 3744487 w 7467600"/>
              <a:gd name="connsiteY811" fmla="*/ 383136 h 6858000"/>
              <a:gd name="connsiteX812" fmla="*/ 3970213 w 7467600"/>
              <a:gd name="connsiteY812" fmla="*/ 995559 h 6858000"/>
              <a:gd name="connsiteX813" fmla="*/ 3744487 w 7467600"/>
              <a:gd name="connsiteY813" fmla="*/ 383136 h 6858000"/>
              <a:gd name="connsiteX814" fmla="*/ 3624562 w 7467600"/>
              <a:gd name="connsiteY814" fmla="*/ 367041 h 6858000"/>
              <a:gd name="connsiteX815" fmla="*/ 3489712 w 7467600"/>
              <a:gd name="connsiteY815" fmla="*/ 485386 h 6858000"/>
              <a:gd name="connsiteX816" fmla="*/ 3182994 w 7467600"/>
              <a:gd name="connsiteY816" fmla="*/ 828265 h 6858000"/>
              <a:gd name="connsiteX817" fmla="*/ 2892114 w 7467600"/>
              <a:gd name="connsiteY817" fmla="*/ 1172635 h 6858000"/>
              <a:gd name="connsiteX818" fmla="*/ 3021459 w 7467600"/>
              <a:gd name="connsiteY818" fmla="*/ 1035385 h 6858000"/>
              <a:gd name="connsiteX819" fmla="*/ 3153873 w 7467600"/>
              <a:gd name="connsiteY819" fmla="*/ 898971 h 6858000"/>
              <a:gd name="connsiteX820" fmla="*/ 3276511 w 7467600"/>
              <a:gd name="connsiteY820" fmla="*/ 786423 h 6858000"/>
              <a:gd name="connsiteX821" fmla="*/ 3584154 w 7467600"/>
              <a:gd name="connsiteY821" fmla="*/ 448218 h 6858000"/>
              <a:gd name="connsiteX822" fmla="*/ 3624562 w 7467600"/>
              <a:gd name="connsiteY822" fmla="*/ 367041 h 6858000"/>
              <a:gd name="connsiteX823" fmla="*/ 3766672 w 7467600"/>
              <a:gd name="connsiteY823" fmla="*/ 359429 h 6858000"/>
              <a:gd name="connsiteX824" fmla="*/ 3996338 w 7467600"/>
              <a:gd name="connsiteY824" fmla="*/ 968237 h 6858000"/>
              <a:gd name="connsiteX825" fmla="*/ 3766672 w 7467600"/>
              <a:gd name="connsiteY825" fmla="*/ 359429 h 6858000"/>
              <a:gd name="connsiteX826" fmla="*/ 5805386 w 7467600"/>
              <a:gd name="connsiteY826" fmla="*/ 239240 h 6858000"/>
              <a:gd name="connsiteX827" fmla="*/ 5736947 w 7467600"/>
              <a:gd name="connsiteY827" fmla="*/ 261367 h 6858000"/>
              <a:gd name="connsiteX828" fmla="*/ 5427012 w 7467600"/>
              <a:gd name="connsiteY828" fmla="*/ 311272 h 6858000"/>
              <a:gd name="connsiteX829" fmla="*/ 5147818 w 7467600"/>
              <a:gd name="connsiteY829" fmla="*/ 322112 h 6858000"/>
              <a:gd name="connsiteX830" fmla="*/ 5060854 w 7467600"/>
              <a:gd name="connsiteY830" fmla="*/ 311882 h 6858000"/>
              <a:gd name="connsiteX831" fmla="*/ 4945989 w 7467600"/>
              <a:gd name="connsiteY831" fmla="*/ 300516 h 6858000"/>
              <a:gd name="connsiteX832" fmla="*/ 5410479 w 7467600"/>
              <a:gd name="connsiteY832" fmla="*/ 348434 h 6858000"/>
              <a:gd name="connsiteX833" fmla="*/ 5805386 w 7467600"/>
              <a:gd name="connsiteY833" fmla="*/ 239240 h 6858000"/>
              <a:gd name="connsiteX834" fmla="*/ 5905192 w 7467600"/>
              <a:gd name="connsiteY834" fmla="*/ 163079 h 6858000"/>
              <a:gd name="connsiteX835" fmla="*/ 5865655 w 7467600"/>
              <a:gd name="connsiteY835" fmla="*/ 171901 h 6858000"/>
              <a:gd name="connsiteX836" fmla="*/ 5259740 w 7467600"/>
              <a:gd name="connsiteY836" fmla="*/ 257013 h 6858000"/>
              <a:gd name="connsiteX837" fmla="*/ 5208466 w 7467600"/>
              <a:gd name="connsiteY837" fmla="*/ 257550 h 6858000"/>
              <a:gd name="connsiteX838" fmla="*/ 4980204 w 7467600"/>
              <a:gd name="connsiteY838" fmla="*/ 271903 h 6858000"/>
              <a:gd name="connsiteX839" fmla="*/ 5068068 w 7467600"/>
              <a:gd name="connsiteY839" fmla="*/ 282244 h 6858000"/>
              <a:gd name="connsiteX840" fmla="*/ 5153231 w 7467600"/>
              <a:gd name="connsiteY840" fmla="*/ 292240 h 6858000"/>
              <a:gd name="connsiteX841" fmla="*/ 5426491 w 7467600"/>
              <a:gd name="connsiteY841" fmla="*/ 281128 h 6858000"/>
              <a:gd name="connsiteX842" fmla="*/ 5731212 w 7467600"/>
              <a:gd name="connsiteY842" fmla="*/ 231951 h 6858000"/>
              <a:gd name="connsiteX843" fmla="*/ 5905192 w 7467600"/>
              <a:gd name="connsiteY843" fmla="*/ 163079 h 6858000"/>
              <a:gd name="connsiteX844" fmla="*/ 5944437 w 7467600"/>
              <a:gd name="connsiteY844" fmla="*/ 113829 h 6858000"/>
              <a:gd name="connsiteX845" fmla="*/ 5825032 w 7467600"/>
              <a:gd name="connsiteY845" fmla="*/ 146405 h 6858000"/>
              <a:gd name="connsiteX846" fmla="*/ 4955599 w 7467600"/>
              <a:gd name="connsiteY846" fmla="*/ 247008 h 6858000"/>
              <a:gd name="connsiteX847" fmla="*/ 5210104 w 7467600"/>
              <a:gd name="connsiteY847" fmla="*/ 228123 h 6858000"/>
              <a:gd name="connsiteX848" fmla="*/ 5261015 w 7467600"/>
              <a:gd name="connsiteY848" fmla="*/ 227087 h 6858000"/>
              <a:gd name="connsiteX849" fmla="*/ 5861181 w 7467600"/>
              <a:gd name="connsiteY849" fmla="*/ 143093 h 6858000"/>
              <a:gd name="connsiteX850" fmla="*/ 5961252 w 7467600"/>
              <a:gd name="connsiteY850" fmla="*/ 114820 h 6858000"/>
              <a:gd name="connsiteX851" fmla="*/ 5944437 w 7467600"/>
              <a:gd name="connsiteY851" fmla="*/ 113829 h 6858000"/>
              <a:gd name="connsiteX852" fmla="*/ 3882765 w 7467600"/>
              <a:gd name="connsiteY852" fmla="*/ 0 h 6858000"/>
              <a:gd name="connsiteX853" fmla="*/ 3995099 w 7467600"/>
              <a:gd name="connsiteY853" fmla="*/ 0 h 6858000"/>
              <a:gd name="connsiteX854" fmla="*/ 4163818 w 7467600"/>
              <a:gd name="connsiteY854" fmla="*/ 234104 h 6858000"/>
              <a:gd name="connsiteX855" fmla="*/ 4172099 w 7467600"/>
              <a:gd name="connsiteY855" fmla="*/ 234207 h 6858000"/>
              <a:gd name="connsiteX856" fmla="*/ 4784282 w 7467600"/>
              <a:gd name="connsiteY856" fmla="*/ 276561 h 6858000"/>
              <a:gd name="connsiteX857" fmla="*/ 4801687 w 7467600"/>
              <a:gd name="connsiteY857" fmla="*/ 267764 h 6858000"/>
              <a:gd name="connsiteX858" fmla="*/ 6082788 w 7467600"/>
              <a:gd name="connsiteY858" fmla="*/ 64119 h 6858000"/>
              <a:gd name="connsiteX859" fmla="*/ 6099442 w 7467600"/>
              <a:gd name="connsiteY859" fmla="*/ 82568 h 6858000"/>
              <a:gd name="connsiteX860" fmla="*/ 4804137 w 7467600"/>
              <a:gd name="connsiteY860" fmla="*/ 320931 h 6858000"/>
              <a:gd name="connsiteX861" fmla="*/ 4227047 w 7467600"/>
              <a:gd name="connsiteY861" fmla="*/ 313415 h 6858000"/>
              <a:gd name="connsiteX862" fmla="*/ 4346041 w 7467600"/>
              <a:gd name="connsiteY862" fmla="*/ 456086 h 6858000"/>
              <a:gd name="connsiteX863" fmla="*/ 4870967 w 7467600"/>
              <a:gd name="connsiteY863" fmla="*/ 963061 h 6858000"/>
              <a:gd name="connsiteX864" fmla="*/ 4889647 w 7467600"/>
              <a:gd name="connsiteY864" fmla="*/ 957147 h 6858000"/>
              <a:gd name="connsiteX865" fmla="*/ 5422504 w 7467600"/>
              <a:gd name="connsiteY865" fmla="*/ 805191 h 6858000"/>
              <a:gd name="connsiteX866" fmla="*/ 6087656 w 7467600"/>
              <a:gd name="connsiteY866" fmla="*/ 826703 h 6858000"/>
              <a:gd name="connsiteX867" fmla="*/ 6058717 w 7467600"/>
              <a:gd name="connsiteY867" fmla="*/ 865992 h 6858000"/>
              <a:gd name="connsiteX868" fmla="*/ 4974153 w 7467600"/>
              <a:gd name="connsiteY868" fmla="*/ 1045456 h 6858000"/>
              <a:gd name="connsiteX869" fmla="*/ 5627835 w 7467600"/>
              <a:gd name="connsiteY869" fmla="*/ 1472077 h 6858000"/>
              <a:gd name="connsiteX870" fmla="*/ 5629817 w 7467600"/>
              <a:gd name="connsiteY870" fmla="*/ 1471412 h 6858000"/>
              <a:gd name="connsiteX871" fmla="*/ 5634124 w 7467600"/>
              <a:gd name="connsiteY871" fmla="*/ 1470572 h 6858000"/>
              <a:gd name="connsiteX872" fmla="*/ 5755832 w 7467600"/>
              <a:gd name="connsiteY872" fmla="*/ 1383886 h 6858000"/>
              <a:gd name="connsiteX873" fmla="*/ 6014186 w 7467600"/>
              <a:gd name="connsiteY873" fmla="*/ 1279799 h 6858000"/>
              <a:gd name="connsiteX874" fmla="*/ 6901619 w 7467600"/>
              <a:gd name="connsiteY874" fmla="*/ 1047874 h 6858000"/>
              <a:gd name="connsiteX875" fmla="*/ 6931566 w 7467600"/>
              <a:gd name="connsiteY875" fmla="*/ 1062034 h 6858000"/>
              <a:gd name="connsiteX876" fmla="*/ 5790982 w 7467600"/>
              <a:gd name="connsiteY876" fmla="*/ 1561380 h 6858000"/>
              <a:gd name="connsiteX877" fmla="*/ 6188971 w 7467600"/>
              <a:gd name="connsiteY877" fmla="*/ 1755168 h 6858000"/>
              <a:gd name="connsiteX878" fmla="*/ 6202446 w 7467600"/>
              <a:gd name="connsiteY878" fmla="*/ 1752268 h 6858000"/>
              <a:gd name="connsiteX879" fmla="*/ 7179560 w 7467600"/>
              <a:gd name="connsiteY879" fmla="*/ 1467551 h 6858000"/>
              <a:gd name="connsiteX880" fmla="*/ 7158730 w 7467600"/>
              <a:gd name="connsiteY880" fmla="*/ 1507835 h 6858000"/>
              <a:gd name="connsiteX881" fmla="*/ 6326959 w 7467600"/>
              <a:gd name="connsiteY881" fmla="*/ 1817686 h 6858000"/>
              <a:gd name="connsiteX882" fmla="*/ 6537433 w 7467600"/>
              <a:gd name="connsiteY882" fmla="*/ 1907790 h 6858000"/>
              <a:gd name="connsiteX883" fmla="*/ 6550221 w 7467600"/>
              <a:gd name="connsiteY883" fmla="*/ 1910729 h 6858000"/>
              <a:gd name="connsiteX884" fmla="*/ 6964438 w 7467600"/>
              <a:gd name="connsiteY884" fmla="*/ 2209505 h 6858000"/>
              <a:gd name="connsiteX885" fmla="*/ 7367862 w 7467600"/>
              <a:gd name="connsiteY885" fmla="*/ 2806833 h 6858000"/>
              <a:gd name="connsiteX886" fmla="*/ 7364329 w 7467600"/>
              <a:gd name="connsiteY886" fmla="*/ 2826907 h 6858000"/>
              <a:gd name="connsiteX887" fmla="*/ 7290545 w 7467600"/>
              <a:gd name="connsiteY887" fmla="*/ 2850663 h 6858000"/>
              <a:gd name="connsiteX888" fmla="*/ 6472036 w 7467600"/>
              <a:gd name="connsiteY888" fmla="*/ 1959003 h 6858000"/>
              <a:gd name="connsiteX889" fmla="*/ 5792897 w 7467600"/>
              <a:gd name="connsiteY889" fmla="*/ 1647747 h 6858000"/>
              <a:gd name="connsiteX890" fmla="*/ 5842751 w 7467600"/>
              <a:gd name="connsiteY890" fmla="*/ 1816112 h 6858000"/>
              <a:gd name="connsiteX891" fmla="*/ 5847424 w 7467600"/>
              <a:gd name="connsiteY891" fmla="*/ 1815776 h 6858000"/>
              <a:gd name="connsiteX892" fmla="*/ 6399821 w 7467600"/>
              <a:gd name="connsiteY892" fmla="*/ 2344799 h 6858000"/>
              <a:gd name="connsiteX893" fmla="*/ 6323232 w 7467600"/>
              <a:gd name="connsiteY893" fmla="*/ 2389634 h 6858000"/>
              <a:gd name="connsiteX894" fmla="*/ 5942958 w 7467600"/>
              <a:gd name="connsiteY894" fmla="*/ 2077708 h 6858000"/>
              <a:gd name="connsiteX895" fmla="*/ 5921559 w 7467600"/>
              <a:gd name="connsiteY895" fmla="*/ 2378596 h 6858000"/>
              <a:gd name="connsiteX896" fmla="*/ 5817651 w 7467600"/>
              <a:gd name="connsiteY896" fmla="*/ 3023919 h 6858000"/>
              <a:gd name="connsiteX897" fmla="*/ 5729634 w 7467600"/>
              <a:gd name="connsiteY897" fmla="*/ 3051849 h 6858000"/>
              <a:gd name="connsiteX898" fmla="*/ 5611018 w 7467600"/>
              <a:gd name="connsiteY898" fmla="*/ 2316769 h 6858000"/>
              <a:gd name="connsiteX899" fmla="*/ 5687608 w 7467600"/>
              <a:gd name="connsiteY899" fmla="*/ 2039972 h 6858000"/>
              <a:gd name="connsiteX900" fmla="*/ 5657554 w 7467600"/>
              <a:gd name="connsiteY900" fmla="*/ 1576445 h 6858000"/>
              <a:gd name="connsiteX901" fmla="*/ 5150475 w 7467600"/>
              <a:gd name="connsiteY901" fmla="*/ 1274012 h 6858000"/>
              <a:gd name="connsiteX902" fmla="*/ 5349142 w 7467600"/>
              <a:gd name="connsiteY902" fmla="*/ 2204405 h 6858000"/>
              <a:gd name="connsiteX903" fmla="*/ 5262214 w 7467600"/>
              <a:gd name="connsiteY903" fmla="*/ 2233836 h 6858000"/>
              <a:gd name="connsiteX904" fmla="*/ 4981539 w 7467600"/>
              <a:gd name="connsiteY904" fmla="*/ 1542201 h 6858000"/>
              <a:gd name="connsiteX905" fmla="*/ 4958461 w 7467600"/>
              <a:gd name="connsiteY905" fmla="*/ 1136957 h 6858000"/>
              <a:gd name="connsiteX906" fmla="*/ 4655015 w 7467600"/>
              <a:gd name="connsiteY906" fmla="*/ 891426 h 6858000"/>
              <a:gd name="connsiteX907" fmla="*/ 4348002 w 7467600"/>
              <a:gd name="connsiteY907" fmla="*/ 2205895 h 6858000"/>
              <a:gd name="connsiteX908" fmla="*/ 4262250 w 7467600"/>
              <a:gd name="connsiteY908" fmla="*/ 2219972 h 6858000"/>
              <a:gd name="connsiteX909" fmla="*/ 4550611 w 7467600"/>
              <a:gd name="connsiteY909" fmla="*/ 817540 h 6858000"/>
              <a:gd name="connsiteX910" fmla="*/ 4564418 w 7467600"/>
              <a:gd name="connsiteY910" fmla="*/ 808293 h 6858000"/>
              <a:gd name="connsiteX911" fmla="*/ 4266388 w 7467600"/>
              <a:gd name="connsiteY911" fmla="*/ 500083 h 6858000"/>
              <a:gd name="connsiteX912" fmla="*/ 4032842 w 7467600"/>
              <a:gd name="connsiteY912" fmla="*/ 211809 h 6858000"/>
              <a:gd name="connsiteX913" fmla="*/ 3882765 w 7467600"/>
              <a:gd name="connsiteY913" fmla="*/ 0 h 6858000"/>
              <a:gd name="connsiteX914" fmla="*/ 3721337 w 7467600"/>
              <a:gd name="connsiteY914" fmla="*/ 0 h 6858000"/>
              <a:gd name="connsiteX915" fmla="*/ 3797544 w 7467600"/>
              <a:gd name="connsiteY915" fmla="*/ 0 h 6858000"/>
              <a:gd name="connsiteX916" fmla="*/ 3775734 w 7467600"/>
              <a:gd name="connsiteY916" fmla="*/ 95131 h 6858000"/>
              <a:gd name="connsiteX917" fmla="*/ 3724807 w 7467600"/>
              <a:gd name="connsiteY917" fmla="*/ 272257 h 6858000"/>
              <a:gd name="connsiteX918" fmla="*/ 3726844 w 7467600"/>
              <a:gd name="connsiteY918" fmla="*/ 282988 h 6858000"/>
              <a:gd name="connsiteX919" fmla="*/ 3742664 w 7467600"/>
              <a:gd name="connsiteY919" fmla="*/ 279918 h 6858000"/>
              <a:gd name="connsiteX920" fmla="*/ 4103910 w 7467600"/>
              <a:gd name="connsiteY920" fmla="*/ 1161917 h 6858000"/>
              <a:gd name="connsiteX921" fmla="*/ 4020269 w 7467600"/>
              <a:gd name="connsiteY921" fmla="*/ 1200406 h 6858000"/>
              <a:gd name="connsiteX922" fmla="*/ 3674882 w 7467600"/>
              <a:gd name="connsiteY922" fmla="*/ 488524 h 6858000"/>
              <a:gd name="connsiteX923" fmla="*/ 3132682 w 7467600"/>
              <a:gd name="connsiteY923" fmla="*/ 1072284 h 6858000"/>
              <a:gd name="connsiteX924" fmla="*/ 2716346 w 7467600"/>
              <a:gd name="connsiteY924" fmla="*/ 1276376 h 6858000"/>
              <a:gd name="connsiteX925" fmla="*/ 2716772 w 7467600"/>
              <a:gd name="connsiteY925" fmla="*/ 1255462 h 6858000"/>
              <a:gd name="connsiteX926" fmla="*/ 3471096 w 7467600"/>
              <a:gd name="connsiteY926" fmla="*/ 437072 h 6858000"/>
              <a:gd name="connsiteX927" fmla="*/ 3639057 w 7467600"/>
              <a:gd name="connsiteY927" fmla="*/ 286334 h 6858000"/>
              <a:gd name="connsiteX928" fmla="*/ 3640309 w 7467600"/>
              <a:gd name="connsiteY928" fmla="*/ 284664 h 6858000"/>
              <a:gd name="connsiteX929" fmla="*/ 3646022 w 7467600"/>
              <a:gd name="connsiteY929" fmla="*/ 276711 h 6858000"/>
              <a:gd name="connsiteX930" fmla="*/ 3707943 w 7467600"/>
              <a:gd name="connsiteY930" fmla="*/ 65958 h 6858000"/>
              <a:gd name="connsiteX931" fmla="*/ 3721337 w 7467600"/>
              <a:gd name="connsiteY931" fmla="*/ 0 h 6858000"/>
              <a:gd name="connsiteX932" fmla="*/ 2867960 w 7467600"/>
              <a:gd name="connsiteY932" fmla="*/ 0 h 6858000"/>
              <a:gd name="connsiteX933" fmla="*/ 2926351 w 7467600"/>
              <a:gd name="connsiteY933" fmla="*/ 0 h 6858000"/>
              <a:gd name="connsiteX934" fmla="*/ 2902823 w 7467600"/>
              <a:gd name="connsiteY934" fmla="*/ 262929 h 6858000"/>
              <a:gd name="connsiteX935" fmla="*/ 2940663 w 7467600"/>
              <a:gd name="connsiteY935" fmla="*/ 140884 h 6858000"/>
              <a:gd name="connsiteX936" fmla="*/ 2947039 w 7467600"/>
              <a:gd name="connsiteY936" fmla="*/ 122524 h 6858000"/>
              <a:gd name="connsiteX937" fmla="*/ 2984316 w 7467600"/>
              <a:gd name="connsiteY937" fmla="*/ 0 h 6858000"/>
              <a:gd name="connsiteX938" fmla="*/ 3016114 w 7467600"/>
              <a:gd name="connsiteY938" fmla="*/ 0 h 6858000"/>
              <a:gd name="connsiteX939" fmla="*/ 2979949 w 7467600"/>
              <a:gd name="connsiteY939" fmla="*/ 119274 h 6858000"/>
              <a:gd name="connsiteX940" fmla="*/ 3023879 w 7467600"/>
              <a:gd name="connsiteY940" fmla="*/ 0 h 6858000"/>
              <a:gd name="connsiteX941" fmla="*/ 3105400 w 7467600"/>
              <a:gd name="connsiteY941" fmla="*/ 0 h 6858000"/>
              <a:gd name="connsiteX942" fmla="*/ 3094669 w 7467600"/>
              <a:gd name="connsiteY942" fmla="*/ 30308 h 6858000"/>
              <a:gd name="connsiteX943" fmla="*/ 2901945 w 7467600"/>
              <a:gd name="connsiteY943" fmla="*/ 466538 h 6858000"/>
              <a:gd name="connsiteX944" fmla="*/ 2815209 w 7467600"/>
              <a:gd name="connsiteY944" fmla="*/ 497361 h 6858000"/>
              <a:gd name="connsiteX945" fmla="*/ 2844845 w 7467600"/>
              <a:gd name="connsiteY945" fmla="*/ 127638 h 6858000"/>
              <a:gd name="connsiteX946" fmla="*/ 2867960 w 7467600"/>
              <a:gd name="connsiteY946" fmla="*/ 0 h 6858000"/>
              <a:gd name="connsiteX947" fmla="*/ 1057230 w 7467600"/>
              <a:gd name="connsiteY947" fmla="*/ 0 h 6858000"/>
              <a:gd name="connsiteX948" fmla="*/ 1111003 w 7467600"/>
              <a:gd name="connsiteY948" fmla="*/ 0 h 6858000"/>
              <a:gd name="connsiteX949" fmla="*/ 1125553 w 7467600"/>
              <a:gd name="connsiteY949" fmla="*/ 52588 h 6858000"/>
              <a:gd name="connsiteX950" fmla="*/ 1304276 w 7467600"/>
              <a:gd name="connsiteY950" fmla="*/ 476275 h 6858000"/>
              <a:gd name="connsiteX951" fmla="*/ 1492066 w 7467600"/>
              <a:gd name="connsiteY951" fmla="*/ 886333 h 6858000"/>
              <a:gd name="connsiteX952" fmla="*/ 1423698 w 7467600"/>
              <a:gd name="connsiteY952" fmla="*/ 710817 h 6858000"/>
              <a:gd name="connsiteX953" fmla="*/ 1357609 w 7467600"/>
              <a:gd name="connsiteY953" fmla="*/ 532892 h 6858000"/>
              <a:gd name="connsiteX954" fmla="*/ 1309550 w 7467600"/>
              <a:gd name="connsiteY954" fmla="*/ 374031 h 6858000"/>
              <a:gd name="connsiteX955" fmla="*/ 1193673 w 7467600"/>
              <a:gd name="connsiteY955" fmla="*/ 49533 h 6858000"/>
              <a:gd name="connsiteX956" fmla="*/ 1164391 w 7467600"/>
              <a:gd name="connsiteY956" fmla="*/ 0 h 6858000"/>
              <a:gd name="connsiteX957" fmla="*/ 1200666 w 7467600"/>
              <a:gd name="connsiteY957" fmla="*/ 0 h 6858000"/>
              <a:gd name="connsiteX958" fmla="*/ 1223408 w 7467600"/>
              <a:gd name="connsiteY958" fmla="*/ 38996 h 6858000"/>
              <a:gd name="connsiteX959" fmla="*/ 1339635 w 7467600"/>
              <a:gd name="connsiteY959" fmla="*/ 365517 h 6858000"/>
              <a:gd name="connsiteX960" fmla="*/ 1387469 w 7467600"/>
              <a:gd name="connsiteY960" fmla="*/ 523079 h 6858000"/>
              <a:gd name="connsiteX961" fmla="*/ 1452685 w 7467600"/>
              <a:gd name="connsiteY961" fmla="*/ 699806 h 6858000"/>
              <a:gd name="connsiteX962" fmla="*/ 1492092 w 7467600"/>
              <a:gd name="connsiteY962" fmla="*/ 800424 h 6858000"/>
              <a:gd name="connsiteX963" fmla="*/ 1455302 w 7467600"/>
              <a:gd name="connsiteY963" fmla="*/ 632913 h 6858000"/>
              <a:gd name="connsiteX964" fmla="*/ 1222336 w 7467600"/>
              <a:gd name="connsiteY964" fmla="*/ 9480 h 6858000"/>
              <a:gd name="connsiteX965" fmla="*/ 1214634 w 7467600"/>
              <a:gd name="connsiteY965" fmla="*/ 0 h 6858000"/>
              <a:gd name="connsiteX966" fmla="*/ 1289827 w 7467600"/>
              <a:gd name="connsiteY966" fmla="*/ 0 h 6858000"/>
              <a:gd name="connsiteX967" fmla="*/ 1321076 w 7467600"/>
              <a:gd name="connsiteY967" fmla="*/ 59722 h 6858000"/>
              <a:gd name="connsiteX968" fmla="*/ 1512579 w 7467600"/>
              <a:gd name="connsiteY968" fmla="*/ 626441 h 6858000"/>
              <a:gd name="connsiteX969" fmla="*/ 1506076 w 7467600"/>
              <a:gd name="connsiteY969" fmla="*/ 1089289 h 6858000"/>
              <a:gd name="connsiteX970" fmla="*/ 1486346 w 7467600"/>
              <a:gd name="connsiteY970" fmla="*/ 1079919 h 6858000"/>
              <a:gd name="connsiteX971" fmla="*/ 1070511 w 7467600"/>
              <a:gd name="connsiteY971" fmla="*/ 48609 h 6858000"/>
              <a:gd name="connsiteX972" fmla="*/ 1057230 w 7467600"/>
              <a:gd name="connsiteY972" fmla="*/ 0 h 6858000"/>
              <a:gd name="connsiteX973" fmla="*/ 43151 w 7467600"/>
              <a:gd name="connsiteY973" fmla="*/ 0 h 6858000"/>
              <a:gd name="connsiteX974" fmla="*/ 95283 w 7467600"/>
              <a:gd name="connsiteY974" fmla="*/ 0 h 6858000"/>
              <a:gd name="connsiteX975" fmla="*/ 300708 w 7467600"/>
              <a:gd name="connsiteY975" fmla="*/ 154571 h 6858000"/>
              <a:gd name="connsiteX976" fmla="*/ 530414 w 7467600"/>
              <a:gd name="connsiteY976" fmla="*/ 354673 h 6858000"/>
              <a:gd name="connsiteX977" fmla="*/ 333785 w 7467600"/>
              <a:gd name="connsiteY977" fmla="*/ 161564 h 6858000"/>
              <a:gd name="connsiteX978" fmla="*/ 147005 w 7467600"/>
              <a:gd name="connsiteY978" fmla="*/ 0 h 6858000"/>
              <a:gd name="connsiteX979" fmla="*/ 272509 w 7467600"/>
              <a:gd name="connsiteY979" fmla="*/ 0 h 6858000"/>
              <a:gd name="connsiteX980" fmla="*/ 326276 w 7467600"/>
              <a:gd name="connsiteY980" fmla="*/ 45847 h 6858000"/>
              <a:gd name="connsiteX981" fmla="*/ 823759 w 7467600"/>
              <a:gd name="connsiteY981" fmla="*/ 574145 h 6858000"/>
              <a:gd name="connsiteX982" fmla="*/ 811254 w 7467600"/>
              <a:gd name="connsiteY982" fmla="*/ 665546 h 6858000"/>
              <a:gd name="connsiteX983" fmla="*/ 154042 w 7467600"/>
              <a:gd name="connsiteY983" fmla="*/ 261522 h 6858000"/>
              <a:gd name="connsiteX984" fmla="*/ 13550 w 7467600"/>
              <a:gd name="connsiteY984" fmla="*/ 158423 h 6858000"/>
              <a:gd name="connsiteX985" fmla="*/ 0 w 7467600"/>
              <a:gd name="connsiteY985" fmla="*/ 146618 h 6858000"/>
              <a:gd name="connsiteX986" fmla="*/ 0 w 7467600"/>
              <a:gd name="connsiteY986" fmla="*/ 59161 h 6858000"/>
              <a:gd name="connsiteX987" fmla="*/ 45427 w 7467600"/>
              <a:gd name="connsiteY987" fmla="*/ 101078 h 6858000"/>
              <a:gd name="connsiteX988" fmla="*/ 630103 w 7467600"/>
              <a:gd name="connsiteY988" fmla="*/ 485885 h 6858000"/>
              <a:gd name="connsiteX989" fmla="*/ 532040 w 7467600"/>
              <a:gd name="connsiteY989" fmla="*/ 399359 h 6858000"/>
              <a:gd name="connsiteX990" fmla="*/ 517618 w 7467600"/>
              <a:gd name="connsiteY990" fmla="*/ 385726 h 6858000"/>
              <a:gd name="connsiteX991" fmla="*/ 285074 w 7467600"/>
              <a:gd name="connsiteY991" fmla="*/ 182755 h 6858000"/>
              <a:gd name="connsiteX992" fmla="*/ 43151 w 7467600"/>
              <a:gd name="connsiteY99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91022 w 7467600"/>
              <a:gd name="connsiteY134" fmla="*/ 5158141 h 6858000"/>
              <a:gd name="connsiteX135" fmla="*/ 7312201 w 7467600"/>
              <a:gd name="connsiteY135" fmla="*/ 5128278 h 6858000"/>
              <a:gd name="connsiteX136" fmla="*/ 1903353 w 7467600"/>
              <a:gd name="connsiteY136" fmla="*/ 5044827 h 6858000"/>
              <a:gd name="connsiteX137" fmla="*/ 1936931 w 7467600"/>
              <a:gd name="connsiteY137" fmla="*/ 5093954 h 6858000"/>
              <a:gd name="connsiteX138" fmla="*/ 2195868 w 7467600"/>
              <a:gd name="connsiteY138" fmla="*/ 5396574 h 6858000"/>
              <a:gd name="connsiteX139" fmla="*/ 2088852 w 7467600"/>
              <a:gd name="connsiteY139" fmla="*/ 5166123 h 6858000"/>
              <a:gd name="connsiteX140" fmla="*/ 1958241 w 7467600"/>
              <a:gd name="connsiteY140" fmla="*/ 5067955 h 6858000"/>
              <a:gd name="connsiteX141" fmla="*/ 1903353 w 7467600"/>
              <a:gd name="connsiteY141" fmla="*/ 5044827 h 6858000"/>
              <a:gd name="connsiteX142" fmla="*/ 1979378 w 7467600"/>
              <a:gd name="connsiteY142" fmla="*/ 4769504 h 6858000"/>
              <a:gd name="connsiteX143" fmla="*/ 2882120 w 7467600"/>
              <a:gd name="connsiteY143" fmla="*/ 5064547 h 6858000"/>
              <a:gd name="connsiteX144" fmla="*/ 2793103 w 7467600"/>
              <a:gd name="connsiteY144" fmla="*/ 5039699 h 6858000"/>
              <a:gd name="connsiteX145" fmla="*/ 2770041 w 7467600"/>
              <a:gd name="connsiteY145" fmla="*/ 5033634 h 6858000"/>
              <a:gd name="connsiteX146" fmla="*/ 1979378 w 7467600"/>
              <a:gd name="connsiteY146" fmla="*/ 4769504 h 6858000"/>
              <a:gd name="connsiteX147" fmla="*/ 1927410 w 7467600"/>
              <a:gd name="connsiteY147" fmla="*/ 4716164 h 6858000"/>
              <a:gd name="connsiteX148" fmla="*/ 1959587 w 7467600"/>
              <a:gd name="connsiteY148" fmla="*/ 4728849 h 6858000"/>
              <a:gd name="connsiteX149" fmla="*/ 2777707 w 7467600"/>
              <a:gd name="connsiteY149" fmla="*/ 5003991 h 6858000"/>
              <a:gd name="connsiteX150" fmla="*/ 2800768 w 7467600"/>
              <a:gd name="connsiteY150" fmla="*/ 5010056 h 6858000"/>
              <a:gd name="connsiteX151" fmla="*/ 2879408 w 7467600"/>
              <a:gd name="connsiteY151" fmla="*/ 5031590 h 6858000"/>
              <a:gd name="connsiteX152" fmla="*/ 2862295 w 7467600"/>
              <a:gd name="connsiteY152" fmla="*/ 5022958 h 6858000"/>
              <a:gd name="connsiteX153" fmla="*/ 2813343 w 7467600"/>
              <a:gd name="connsiteY153" fmla="*/ 4998369 h 6858000"/>
              <a:gd name="connsiteX154" fmla="*/ 2646245 w 7467600"/>
              <a:gd name="connsiteY154" fmla="*/ 4930999 h 6858000"/>
              <a:gd name="connsiteX155" fmla="*/ 1999243 w 7467600"/>
              <a:gd name="connsiteY155" fmla="*/ 4730524 h 6858000"/>
              <a:gd name="connsiteX156" fmla="*/ 1979527 w 7467600"/>
              <a:gd name="connsiteY156" fmla="*/ 4726651 h 6858000"/>
              <a:gd name="connsiteX157" fmla="*/ 1927410 w 7467600"/>
              <a:gd name="connsiteY157" fmla="*/ 4716164 h 6858000"/>
              <a:gd name="connsiteX158" fmla="*/ 1997014 w 7467600"/>
              <a:gd name="connsiteY158" fmla="*/ 4698007 h 6858000"/>
              <a:gd name="connsiteX159" fmla="*/ 2005458 w 7467600"/>
              <a:gd name="connsiteY159" fmla="*/ 4699540 h 6858000"/>
              <a:gd name="connsiteX160" fmla="*/ 2657186 w 7467600"/>
              <a:gd name="connsiteY160" fmla="*/ 4901687 h 6858000"/>
              <a:gd name="connsiteX161" fmla="*/ 2826662 w 7467600"/>
              <a:gd name="connsiteY161" fmla="*/ 4970362 h 6858000"/>
              <a:gd name="connsiteX162" fmla="*/ 2876100 w 7467600"/>
              <a:gd name="connsiteY162" fmla="*/ 4995397 h 6858000"/>
              <a:gd name="connsiteX163" fmla="*/ 3042600 w 7467600"/>
              <a:gd name="connsiteY163" fmla="*/ 5059532 h 6858000"/>
              <a:gd name="connsiteX164" fmla="*/ 1997014 w 7467600"/>
              <a:gd name="connsiteY164" fmla="*/ 4698007 h 6858000"/>
              <a:gd name="connsiteX165" fmla="*/ 2305292 w 7467600"/>
              <a:gd name="connsiteY165" fmla="*/ 4219492 h 6858000"/>
              <a:gd name="connsiteX166" fmla="*/ 3360922 w 7467600"/>
              <a:gd name="connsiteY166" fmla="*/ 4529373 h 6858000"/>
              <a:gd name="connsiteX167" fmla="*/ 3492420 w 7467600"/>
              <a:gd name="connsiteY167" fmla="*/ 4510145 h 6858000"/>
              <a:gd name="connsiteX168" fmla="*/ 3364086 w 7467600"/>
              <a:gd name="connsiteY168" fmla="*/ 4480340 h 6858000"/>
              <a:gd name="connsiteX169" fmla="*/ 3225818 w 7467600"/>
              <a:gd name="connsiteY169" fmla="*/ 4411822 h 6858000"/>
              <a:gd name="connsiteX170" fmla="*/ 3129696 w 7467600"/>
              <a:gd name="connsiteY170" fmla="*/ 4360704 h 6858000"/>
              <a:gd name="connsiteX171" fmla="*/ 2814545 w 7467600"/>
              <a:gd name="connsiteY171" fmla="*/ 4282955 h 6858000"/>
              <a:gd name="connsiteX172" fmla="*/ 2305292 w 7467600"/>
              <a:gd name="connsiteY172" fmla="*/ 4219492 h 6858000"/>
              <a:gd name="connsiteX173" fmla="*/ 2626982 w 7467600"/>
              <a:gd name="connsiteY173" fmla="*/ 4206450 h 6858000"/>
              <a:gd name="connsiteX174" fmla="*/ 2490617 w 7467600"/>
              <a:gd name="connsiteY174" fmla="*/ 4206951 h 6858000"/>
              <a:gd name="connsiteX175" fmla="*/ 2819869 w 7467600"/>
              <a:gd name="connsiteY175" fmla="*/ 4252936 h 6858000"/>
              <a:gd name="connsiteX176" fmla="*/ 3143018 w 7467600"/>
              <a:gd name="connsiteY176" fmla="*/ 4332698 h 6858000"/>
              <a:gd name="connsiteX177" fmla="*/ 3241520 w 7467600"/>
              <a:gd name="connsiteY177" fmla="*/ 4385112 h 6858000"/>
              <a:gd name="connsiteX178" fmla="*/ 3374575 w 7467600"/>
              <a:gd name="connsiteY178" fmla="*/ 4451517 h 6858000"/>
              <a:gd name="connsiteX179" fmla="*/ 3505221 w 7467600"/>
              <a:gd name="connsiteY179" fmla="*/ 4480757 h 6858000"/>
              <a:gd name="connsiteX180" fmla="*/ 2626982 w 7467600"/>
              <a:gd name="connsiteY180" fmla="*/ 4206450 h 6858000"/>
              <a:gd name="connsiteX181" fmla="*/ 1310106 w 7467600"/>
              <a:gd name="connsiteY181" fmla="*/ 3943217 h 6858000"/>
              <a:gd name="connsiteX182" fmla="*/ 854994 w 7467600"/>
              <a:gd name="connsiteY182" fmla="*/ 4399136 h 6858000"/>
              <a:gd name="connsiteX183" fmla="*/ 742462 w 7467600"/>
              <a:gd name="connsiteY183" fmla="*/ 4594648 h 6858000"/>
              <a:gd name="connsiteX184" fmla="*/ 820602 w 7467600"/>
              <a:gd name="connsiteY184" fmla="*/ 4485915 h 6858000"/>
              <a:gd name="connsiteX185" fmla="*/ 878295 w 7467600"/>
              <a:gd name="connsiteY185" fmla="*/ 4403594 h 6858000"/>
              <a:gd name="connsiteX186" fmla="*/ 1240607 w 7467600"/>
              <a:gd name="connsiteY186" fmla="*/ 4010401 h 6858000"/>
              <a:gd name="connsiteX187" fmla="*/ 1310106 w 7467600"/>
              <a:gd name="connsiteY187" fmla="*/ 3943217 h 6858000"/>
              <a:gd name="connsiteX188" fmla="*/ 1423113 w 7467600"/>
              <a:gd name="connsiteY188" fmla="*/ 3874565 h 6858000"/>
              <a:gd name="connsiteX189" fmla="*/ 1260565 w 7467600"/>
              <a:gd name="connsiteY189" fmla="*/ 4031982 h 6858000"/>
              <a:gd name="connsiteX190" fmla="*/ 901900 w 7467600"/>
              <a:gd name="connsiteY190" fmla="*/ 4421236 h 6858000"/>
              <a:gd name="connsiteX191" fmla="*/ 845044 w 7467600"/>
              <a:gd name="connsiteY191" fmla="*/ 4502436 h 6858000"/>
              <a:gd name="connsiteX192" fmla="*/ 685926 w 7467600"/>
              <a:gd name="connsiteY192" fmla="*/ 4703069 h 6858000"/>
              <a:gd name="connsiteX193" fmla="*/ 684248 w 7467600"/>
              <a:gd name="connsiteY193" fmla="*/ 4706721 h 6858000"/>
              <a:gd name="connsiteX194" fmla="*/ 1423113 w 7467600"/>
              <a:gd name="connsiteY194" fmla="*/ 3874565 h 6858000"/>
              <a:gd name="connsiteX195" fmla="*/ 3316479 w 7467600"/>
              <a:gd name="connsiteY195" fmla="*/ 3872136 h 6858000"/>
              <a:gd name="connsiteX196" fmla="*/ 3546806 w 7467600"/>
              <a:gd name="connsiteY196" fmla="*/ 4356139 h 6858000"/>
              <a:gd name="connsiteX197" fmla="*/ 3364433 w 7467600"/>
              <a:gd name="connsiteY197" fmla="*/ 3953121 h 6858000"/>
              <a:gd name="connsiteX198" fmla="*/ 3316479 w 7467600"/>
              <a:gd name="connsiteY198" fmla="*/ 3872136 h 6858000"/>
              <a:gd name="connsiteX199" fmla="*/ 3291335 w 7467600"/>
              <a:gd name="connsiteY199" fmla="*/ 3767420 h 6858000"/>
              <a:gd name="connsiteX200" fmla="*/ 3390805 w 7467600"/>
              <a:gd name="connsiteY200" fmla="*/ 3937163 h 6858000"/>
              <a:gd name="connsiteX201" fmla="*/ 3579062 w 7467600"/>
              <a:gd name="connsiteY201" fmla="*/ 4359040 h 6858000"/>
              <a:gd name="connsiteX202" fmla="*/ 3467355 w 7467600"/>
              <a:gd name="connsiteY202" fmla="*/ 3988130 h 6858000"/>
              <a:gd name="connsiteX203" fmla="*/ 3310753 w 7467600"/>
              <a:gd name="connsiteY203" fmla="*/ 3787140 h 6858000"/>
              <a:gd name="connsiteX204" fmla="*/ 3291335 w 7467600"/>
              <a:gd name="connsiteY204" fmla="*/ 3767420 h 6858000"/>
              <a:gd name="connsiteX205" fmla="*/ 1635889 w 7467600"/>
              <a:gd name="connsiteY205" fmla="*/ 3709494 h 6858000"/>
              <a:gd name="connsiteX206" fmla="*/ 1634800 w 7467600"/>
              <a:gd name="connsiteY206" fmla="*/ 3731111 h 6858000"/>
              <a:gd name="connsiteX207" fmla="*/ 1635889 w 7467600"/>
              <a:gd name="connsiteY207" fmla="*/ 3709494 h 6858000"/>
              <a:gd name="connsiteX208" fmla="*/ 1510397 w 7467600"/>
              <a:gd name="connsiteY208" fmla="*/ 3684705 h 6858000"/>
              <a:gd name="connsiteX209" fmla="*/ 1146550 w 7467600"/>
              <a:gd name="connsiteY209" fmla="*/ 3802012 h 6858000"/>
              <a:gd name="connsiteX210" fmla="*/ 698834 w 7467600"/>
              <a:gd name="connsiteY210" fmla="*/ 3952272 h 6858000"/>
              <a:gd name="connsiteX211" fmla="*/ 34256 w 7467600"/>
              <a:gd name="connsiteY211" fmla="*/ 4347603 h 6858000"/>
              <a:gd name="connsiteX212" fmla="*/ 527241 w 7467600"/>
              <a:gd name="connsiteY212" fmla="*/ 4065078 h 6858000"/>
              <a:gd name="connsiteX213" fmla="*/ 1510397 w 7467600"/>
              <a:gd name="connsiteY213" fmla="*/ 3684705 h 6858000"/>
              <a:gd name="connsiteX214" fmla="*/ 1313114 w 7467600"/>
              <a:gd name="connsiteY214" fmla="*/ 3655216 h 6858000"/>
              <a:gd name="connsiteX215" fmla="*/ 1109304 w 7467600"/>
              <a:gd name="connsiteY215" fmla="*/ 3669030 h 6858000"/>
              <a:gd name="connsiteX216" fmla="*/ 8129 w 7467600"/>
              <a:gd name="connsiteY216" fmla="*/ 4330519 h 6858000"/>
              <a:gd name="connsiteX217" fmla="*/ 687572 w 7467600"/>
              <a:gd name="connsiteY217" fmla="*/ 3925629 h 6858000"/>
              <a:gd name="connsiteX218" fmla="*/ 1138365 w 7467600"/>
              <a:gd name="connsiteY218" fmla="*/ 3774515 h 6858000"/>
              <a:gd name="connsiteX219" fmla="*/ 1505579 w 7467600"/>
              <a:gd name="connsiteY219" fmla="*/ 3655526 h 6858000"/>
              <a:gd name="connsiteX220" fmla="*/ 1313114 w 7467600"/>
              <a:gd name="connsiteY220" fmla="*/ 3655216 h 6858000"/>
              <a:gd name="connsiteX221" fmla="*/ 3655073 w 7467600"/>
              <a:gd name="connsiteY221" fmla="*/ 3650884 h 6858000"/>
              <a:gd name="connsiteX222" fmla="*/ 3989938 w 7467600"/>
              <a:gd name="connsiteY222" fmla="*/ 3991685 h 6858000"/>
              <a:gd name="connsiteX223" fmla="*/ 4393907 w 7467600"/>
              <a:gd name="connsiteY223" fmla="*/ 4261258 h 6858000"/>
              <a:gd name="connsiteX224" fmla="*/ 4648051 w 7467600"/>
              <a:gd name="connsiteY224" fmla="*/ 4374051 h 6858000"/>
              <a:gd name="connsiteX225" fmla="*/ 4383389 w 7467600"/>
              <a:gd name="connsiteY225" fmla="*/ 4184369 h 6858000"/>
              <a:gd name="connsiteX226" fmla="*/ 4165508 w 7467600"/>
              <a:gd name="connsiteY226" fmla="*/ 4035196 h 6858000"/>
              <a:gd name="connsiteX227" fmla="*/ 4068162 w 7467600"/>
              <a:gd name="connsiteY227" fmla="*/ 3953394 h 6858000"/>
              <a:gd name="connsiteX228" fmla="*/ 3981416 w 7467600"/>
              <a:gd name="connsiteY228" fmla="*/ 3880482 h 6858000"/>
              <a:gd name="connsiteX229" fmla="*/ 3800147 w 7467600"/>
              <a:gd name="connsiteY229" fmla="*/ 3749872 h 6858000"/>
              <a:gd name="connsiteX230" fmla="*/ 3655073 w 7467600"/>
              <a:gd name="connsiteY230" fmla="*/ 3650884 h 6858000"/>
              <a:gd name="connsiteX231" fmla="*/ 3670252 w 7467600"/>
              <a:gd name="connsiteY231" fmla="*/ 3622798 h 6858000"/>
              <a:gd name="connsiteX232" fmla="*/ 3817258 w 7467600"/>
              <a:gd name="connsiteY232" fmla="*/ 3723577 h 6858000"/>
              <a:gd name="connsiteX233" fmla="*/ 4000461 w 7467600"/>
              <a:gd name="connsiteY233" fmla="*/ 3855966 h 6858000"/>
              <a:gd name="connsiteX234" fmla="*/ 4088180 w 7467600"/>
              <a:gd name="connsiteY234" fmla="*/ 3929774 h 6858000"/>
              <a:gd name="connsiteX235" fmla="*/ 4184555 w 7467600"/>
              <a:gd name="connsiteY235" fmla="*/ 4010683 h 6858000"/>
              <a:gd name="connsiteX236" fmla="*/ 4399563 w 7467600"/>
              <a:gd name="connsiteY236" fmla="*/ 4158106 h 6858000"/>
              <a:gd name="connsiteX237" fmla="*/ 4684469 w 7467600"/>
              <a:gd name="connsiteY237" fmla="*/ 4364680 h 6858000"/>
              <a:gd name="connsiteX238" fmla="*/ 4690271 w 7467600"/>
              <a:gd name="connsiteY238" fmla="*/ 4370034 h 6858000"/>
              <a:gd name="connsiteX239" fmla="*/ 4136093 w 7467600"/>
              <a:gd name="connsiteY239" fmla="*/ 3858466 h 6858000"/>
              <a:gd name="connsiteX240" fmla="*/ 3670252 w 7467600"/>
              <a:gd name="connsiteY240" fmla="*/ 3622798 h 6858000"/>
              <a:gd name="connsiteX241" fmla="*/ 4440129 w 7467600"/>
              <a:gd name="connsiteY241" fmla="*/ 3448571 h 6858000"/>
              <a:gd name="connsiteX242" fmla="*/ 4856525 w 7467600"/>
              <a:gd name="connsiteY242" fmla="*/ 3915351 h 6858000"/>
              <a:gd name="connsiteX243" fmla="*/ 5059055 w 7467600"/>
              <a:gd name="connsiteY243" fmla="*/ 4108918 h 6858000"/>
              <a:gd name="connsiteX244" fmla="*/ 5290070 w 7467600"/>
              <a:gd name="connsiteY244" fmla="*/ 4263619 h 6858000"/>
              <a:gd name="connsiteX245" fmla="*/ 4834991 w 7467600"/>
              <a:gd name="connsiteY245" fmla="*/ 3830985 h 6858000"/>
              <a:gd name="connsiteX246" fmla="*/ 4440129 w 7467600"/>
              <a:gd name="connsiteY246" fmla="*/ 3448571 h 6858000"/>
              <a:gd name="connsiteX247" fmla="*/ 4441737 w 7467600"/>
              <a:gd name="connsiteY247" fmla="*/ 3399734 h 6858000"/>
              <a:gd name="connsiteX248" fmla="*/ 4431236 w 7467600"/>
              <a:gd name="connsiteY248" fmla="*/ 3400954 h 6858000"/>
              <a:gd name="connsiteX249" fmla="*/ 4557150 w 7467600"/>
              <a:gd name="connsiteY249" fmla="*/ 3510023 h 6858000"/>
              <a:gd name="connsiteX250" fmla="*/ 4856936 w 7467600"/>
              <a:gd name="connsiteY250" fmla="*/ 3809146 h 6858000"/>
              <a:gd name="connsiteX251" fmla="*/ 5111996 w 7467600"/>
              <a:gd name="connsiteY251" fmla="*/ 4065759 h 6858000"/>
              <a:gd name="connsiteX252" fmla="*/ 5388878 w 7467600"/>
              <a:gd name="connsiteY252" fmla="*/ 4300185 h 6858000"/>
              <a:gd name="connsiteX253" fmla="*/ 5425556 w 7467600"/>
              <a:gd name="connsiteY253" fmla="*/ 4308967 h 6858000"/>
              <a:gd name="connsiteX254" fmla="*/ 4943646 w 7467600"/>
              <a:gd name="connsiteY254" fmla="*/ 3822916 h 6858000"/>
              <a:gd name="connsiteX255" fmla="*/ 4594837 w 7467600"/>
              <a:gd name="connsiteY255" fmla="*/ 3532274 h 6858000"/>
              <a:gd name="connsiteX256" fmla="*/ 4441737 w 7467600"/>
              <a:gd name="connsiteY256" fmla="*/ 3399734 h 6858000"/>
              <a:gd name="connsiteX257" fmla="*/ 5425834 w 7467600"/>
              <a:gd name="connsiteY257" fmla="*/ 3162785 h 6858000"/>
              <a:gd name="connsiteX258" fmla="*/ 5401644 w 7467600"/>
              <a:gd name="connsiteY258" fmla="*/ 3617847 h 6858000"/>
              <a:gd name="connsiteX259" fmla="*/ 5467256 w 7467600"/>
              <a:gd name="connsiteY259" fmla="*/ 4175494 h 6858000"/>
              <a:gd name="connsiteX260" fmla="*/ 5448069 w 7467600"/>
              <a:gd name="connsiteY260" fmla="*/ 3567554 h 6858000"/>
              <a:gd name="connsiteX261" fmla="*/ 5425834 w 7467600"/>
              <a:gd name="connsiteY261" fmla="*/ 3162785 h 6858000"/>
              <a:gd name="connsiteX262" fmla="*/ 1318687 w 7467600"/>
              <a:gd name="connsiteY262" fmla="*/ 3113840 h 6858000"/>
              <a:gd name="connsiteX263" fmla="*/ 1066793 w 7467600"/>
              <a:gd name="connsiteY263" fmla="*/ 3212171 h 6858000"/>
              <a:gd name="connsiteX264" fmla="*/ 993319 w 7467600"/>
              <a:gd name="connsiteY264" fmla="*/ 3247648 h 6858000"/>
              <a:gd name="connsiteX265" fmla="*/ 853081 w 7467600"/>
              <a:gd name="connsiteY265" fmla="*/ 3312410 h 6858000"/>
              <a:gd name="connsiteX266" fmla="*/ 805957 w 7467600"/>
              <a:gd name="connsiteY266" fmla="*/ 3330443 h 6858000"/>
              <a:gd name="connsiteX267" fmla="*/ 1318687 w 7467600"/>
              <a:gd name="connsiteY267" fmla="*/ 3113840 h 6858000"/>
              <a:gd name="connsiteX268" fmla="*/ 5453702 w 7467600"/>
              <a:gd name="connsiteY268" fmla="*/ 3090882 h 6858000"/>
              <a:gd name="connsiteX269" fmla="*/ 5480135 w 7467600"/>
              <a:gd name="connsiteY269" fmla="*/ 3565802 h 6858000"/>
              <a:gd name="connsiteX270" fmla="*/ 5499023 w 7467600"/>
              <a:gd name="connsiteY270" fmla="*/ 4166310 h 6858000"/>
              <a:gd name="connsiteX271" fmla="*/ 5547022 w 7467600"/>
              <a:gd name="connsiteY271" fmla="*/ 3607838 h 6858000"/>
              <a:gd name="connsiteX272" fmla="*/ 5515964 w 7467600"/>
              <a:gd name="connsiteY272" fmla="*/ 3378541 h 6858000"/>
              <a:gd name="connsiteX273" fmla="*/ 5453702 w 7467600"/>
              <a:gd name="connsiteY273" fmla="*/ 3090882 h 6858000"/>
              <a:gd name="connsiteX274" fmla="*/ 1238695 w 7467600"/>
              <a:gd name="connsiteY274" fmla="*/ 3076820 h 6858000"/>
              <a:gd name="connsiteX275" fmla="*/ 716371 w 7467600"/>
              <a:gd name="connsiteY275" fmla="*/ 3293249 h 6858000"/>
              <a:gd name="connsiteX276" fmla="*/ 579522 w 7467600"/>
              <a:gd name="connsiteY276" fmla="*/ 3371759 h 6858000"/>
              <a:gd name="connsiteX277" fmla="*/ 600288 w 7467600"/>
              <a:gd name="connsiteY277" fmla="*/ 3365555 h 6858000"/>
              <a:gd name="connsiteX278" fmla="*/ 840692 w 7467600"/>
              <a:gd name="connsiteY278" fmla="*/ 3284921 h 6858000"/>
              <a:gd name="connsiteX279" fmla="*/ 979248 w 7467600"/>
              <a:gd name="connsiteY279" fmla="*/ 3221003 h 6858000"/>
              <a:gd name="connsiteX280" fmla="*/ 1053282 w 7467600"/>
              <a:gd name="connsiteY280" fmla="*/ 3185247 h 6858000"/>
              <a:gd name="connsiteX281" fmla="*/ 1320603 w 7467600"/>
              <a:gd name="connsiteY281" fmla="*/ 3081281 h 6858000"/>
              <a:gd name="connsiteX282" fmla="*/ 1238695 w 7467600"/>
              <a:gd name="connsiteY282" fmla="*/ 3076820 h 6858000"/>
              <a:gd name="connsiteX283" fmla="*/ 5425627 w 7467600"/>
              <a:gd name="connsiteY283" fmla="*/ 2954192 h 6858000"/>
              <a:gd name="connsiteX284" fmla="*/ 5470770 w 7467600"/>
              <a:gd name="connsiteY284" fmla="*/ 3005435 h 6858000"/>
              <a:gd name="connsiteX285" fmla="*/ 5519779 w 7467600"/>
              <a:gd name="connsiteY285" fmla="*/ 4359223 h 6858000"/>
              <a:gd name="connsiteX286" fmla="*/ 5520293 w 7467600"/>
              <a:gd name="connsiteY286" fmla="*/ 4360602 h 6858000"/>
              <a:gd name="connsiteX287" fmla="*/ 5767221 w 7467600"/>
              <a:gd name="connsiteY287" fmla="*/ 4665564 h 6858000"/>
              <a:gd name="connsiteX288" fmla="*/ 6937169 w 7467600"/>
              <a:gd name="connsiteY288" fmla="*/ 4815941 h 6858000"/>
              <a:gd name="connsiteX289" fmla="*/ 6953922 w 7467600"/>
              <a:gd name="connsiteY289" fmla="*/ 4890068 h 6858000"/>
              <a:gd name="connsiteX290" fmla="*/ 6071359 w 7467600"/>
              <a:gd name="connsiteY290" fmla="*/ 4770770 h 6858000"/>
              <a:gd name="connsiteX291" fmla="*/ 6038839 w 7467600"/>
              <a:gd name="connsiteY291" fmla="*/ 4764474 h 6858000"/>
              <a:gd name="connsiteX292" fmla="*/ 6038706 w 7467600"/>
              <a:gd name="connsiteY292" fmla="*/ 4763847 h 6858000"/>
              <a:gd name="connsiteX293" fmla="*/ 6037784 w 7467600"/>
              <a:gd name="connsiteY293" fmla="*/ 4764270 h 6858000"/>
              <a:gd name="connsiteX294" fmla="*/ 6038839 w 7467600"/>
              <a:gd name="connsiteY294" fmla="*/ 4764474 h 6858000"/>
              <a:gd name="connsiteX295" fmla="*/ 6040338 w 7467600"/>
              <a:gd name="connsiteY295" fmla="*/ 4771418 h 6858000"/>
              <a:gd name="connsiteX296" fmla="*/ 6024488 w 7467600"/>
              <a:gd name="connsiteY296" fmla="*/ 4809903 h 6858000"/>
              <a:gd name="connsiteX297" fmla="*/ 5599771 w 7467600"/>
              <a:gd name="connsiteY297" fmla="*/ 5509652 h 6858000"/>
              <a:gd name="connsiteX298" fmla="*/ 5548843 w 7467600"/>
              <a:gd name="connsiteY298" fmla="*/ 5563845 h 6858000"/>
              <a:gd name="connsiteX299" fmla="*/ 5940952 w 7467600"/>
              <a:gd name="connsiteY299" fmla="*/ 6250028 h 6858000"/>
              <a:gd name="connsiteX300" fmla="*/ 6043441 w 7467600"/>
              <a:gd name="connsiteY300" fmla="*/ 6665847 h 6858000"/>
              <a:gd name="connsiteX301" fmla="*/ 6093432 w 7467600"/>
              <a:gd name="connsiteY301" fmla="*/ 6858000 h 6858000"/>
              <a:gd name="connsiteX302" fmla="*/ 6034344 w 7467600"/>
              <a:gd name="connsiteY302" fmla="*/ 6858000 h 6858000"/>
              <a:gd name="connsiteX303" fmla="*/ 6026679 w 7467600"/>
              <a:gd name="connsiteY303" fmla="*/ 6836959 h 6858000"/>
              <a:gd name="connsiteX304" fmla="*/ 5800441 w 7467600"/>
              <a:gd name="connsiteY304" fmla="*/ 6335286 h 6858000"/>
              <a:gd name="connsiteX305" fmla="*/ 5526562 w 7467600"/>
              <a:gd name="connsiteY305" fmla="*/ 5705388 h 6858000"/>
              <a:gd name="connsiteX306" fmla="*/ 5519640 w 7467600"/>
              <a:gd name="connsiteY306" fmla="*/ 5683774 h 6858000"/>
              <a:gd name="connsiteX307" fmla="*/ 5844559 w 7467600"/>
              <a:gd name="connsiteY307" fmla="*/ 6553349 h 6858000"/>
              <a:gd name="connsiteX308" fmla="*/ 5975994 w 7467600"/>
              <a:gd name="connsiteY308" fmla="*/ 6858000 h 6858000"/>
              <a:gd name="connsiteX309" fmla="*/ 5898547 w 7467600"/>
              <a:gd name="connsiteY309" fmla="*/ 6858000 h 6858000"/>
              <a:gd name="connsiteX310" fmla="*/ 5682041 w 7467600"/>
              <a:gd name="connsiteY310" fmla="*/ 6355860 h 6858000"/>
              <a:gd name="connsiteX311" fmla="*/ 5461758 w 7467600"/>
              <a:gd name="connsiteY311" fmla="*/ 5820220 h 6858000"/>
              <a:gd name="connsiteX312" fmla="*/ 5237282 w 7467600"/>
              <a:gd name="connsiteY312" fmla="*/ 6579086 h 6858000"/>
              <a:gd name="connsiteX313" fmla="*/ 5115009 w 7467600"/>
              <a:gd name="connsiteY313" fmla="*/ 6858000 h 6858000"/>
              <a:gd name="connsiteX314" fmla="*/ 5028074 w 7467600"/>
              <a:gd name="connsiteY314" fmla="*/ 6858000 h 6858000"/>
              <a:gd name="connsiteX315" fmla="*/ 5079508 w 7467600"/>
              <a:gd name="connsiteY315" fmla="*/ 6749074 h 6858000"/>
              <a:gd name="connsiteX316" fmla="*/ 5371846 w 7467600"/>
              <a:gd name="connsiteY316" fmla="*/ 5924413 h 6858000"/>
              <a:gd name="connsiteX317" fmla="*/ 5270512 w 7467600"/>
              <a:gd name="connsiteY317" fmla="*/ 6138975 h 6858000"/>
              <a:gd name="connsiteX318" fmla="*/ 5062409 w 7467600"/>
              <a:gd name="connsiteY318" fmla="*/ 6653544 h 6858000"/>
              <a:gd name="connsiteX319" fmla="*/ 5036628 w 7467600"/>
              <a:gd name="connsiteY319" fmla="*/ 6754247 h 6858000"/>
              <a:gd name="connsiteX320" fmla="*/ 5009112 w 7467600"/>
              <a:gd name="connsiteY320" fmla="*/ 6858000 h 6858000"/>
              <a:gd name="connsiteX321" fmla="*/ 4976679 w 7467600"/>
              <a:gd name="connsiteY321" fmla="*/ 6858000 h 6858000"/>
              <a:gd name="connsiteX322" fmla="*/ 5006537 w 7467600"/>
              <a:gd name="connsiteY322" fmla="*/ 6747068 h 6858000"/>
              <a:gd name="connsiteX323" fmla="*/ 5032723 w 7467600"/>
              <a:gd name="connsiteY323" fmla="*/ 6644957 h 6858000"/>
              <a:gd name="connsiteX324" fmla="*/ 5242949 w 7467600"/>
              <a:gd name="connsiteY324" fmla="*/ 6125175 h 6858000"/>
              <a:gd name="connsiteX325" fmla="*/ 5286321 w 7467600"/>
              <a:gd name="connsiteY325" fmla="*/ 6033555 h 6858000"/>
              <a:gd name="connsiteX326" fmla="*/ 5008210 w 7467600"/>
              <a:gd name="connsiteY326" fmla="*/ 6649194 h 6858000"/>
              <a:gd name="connsiteX327" fmla="*/ 4986321 w 7467600"/>
              <a:gd name="connsiteY327" fmla="*/ 6765687 h 6858000"/>
              <a:gd name="connsiteX328" fmla="*/ 4973474 w 7467600"/>
              <a:gd name="connsiteY328" fmla="*/ 6858000 h 6858000"/>
              <a:gd name="connsiteX329" fmla="*/ 4907178 w 7467600"/>
              <a:gd name="connsiteY329" fmla="*/ 6858000 h 6858000"/>
              <a:gd name="connsiteX330" fmla="*/ 4910810 w 7467600"/>
              <a:gd name="connsiteY330" fmla="*/ 6829660 h 6858000"/>
              <a:gd name="connsiteX331" fmla="*/ 4987461 w 7467600"/>
              <a:gd name="connsiteY331" fmla="*/ 6432994 h 6858000"/>
              <a:gd name="connsiteX332" fmla="*/ 5179262 w 7467600"/>
              <a:gd name="connsiteY332" fmla="*/ 6035044 h 6858000"/>
              <a:gd name="connsiteX333" fmla="*/ 4689678 w 7467600"/>
              <a:gd name="connsiteY333" fmla="*/ 6440241 h 6858000"/>
              <a:gd name="connsiteX334" fmla="*/ 4477543 w 7467600"/>
              <a:gd name="connsiteY334" fmla="*/ 6674836 h 6858000"/>
              <a:gd name="connsiteX335" fmla="*/ 4329957 w 7467600"/>
              <a:gd name="connsiteY335" fmla="*/ 6858000 h 6858000"/>
              <a:gd name="connsiteX336" fmla="*/ 4218595 w 7467600"/>
              <a:gd name="connsiteY336" fmla="*/ 6858000 h 6858000"/>
              <a:gd name="connsiteX337" fmla="*/ 4368888 w 7467600"/>
              <a:gd name="connsiteY337" fmla="*/ 6668412 h 6858000"/>
              <a:gd name="connsiteX338" fmla="*/ 4563091 w 7467600"/>
              <a:gd name="connsiteY338" fmla="*/ 6442508 h 6858000"/>
              <a:gd name="connsiteX339" fmla="*/ 5387324 w 7467600"/>
              <a:gd name="connsiteY339" fmla="*/ 5705830 h 6858000"/>
              <a:gd name="connsiteX340" fmla="*/ 5073620 w 7467600"/>
              <a:gd name="connsiteY340" fmla="*/ 5955437 h 6858000"/>
              <a:gd name="connsiteX341" fmla="*/ 4689789 w 7467600"/>
              <a:gd name="connsiteY341" fmla="*/ 6268382 h 6858000"/>
              <a:gd name="connsiteX342" fmla="*/ 4418722 w 7467600"/>
              <a:gd name="connsiteY342" fmla="*/ 6570886 h 6858000"/>
              <a:gd name="connsiteX343" fmla="*/ 4214944 w 7467600"/>
              <a:gd name="connsiteY343" fmla="*/ 6858000 h 6858000"/>
              <a:gd name="connsiteX344" fmla="*/ 4177898 w 7467600"/>
              <a:gd name="connsiteY344" fmla="*/ 6858000 h 6858000"/>
              <a:gd name="connsiteX345" fmla="*/ 4391597 w 7467600"/>
              <a:gd name="connsiteY345" fmla="*/ 6556370 h 6858000"/>
              <a:gd name="connsiteX346" fmla="*/ 4668889 w 7467600"/>
              <a:gd name="connsiteY346" fmla="*/ 6246399 h 6858000"/>
              <a:gd name="connsiteX347" fmla="*/ 5055427 w 7467600"/>
              <a:gd name="connsiteY347" fmla="*/ 5931476 h 6858000"/>
              <a:gd name="connsiteX348" fmla="*/ 5371814 w 7467600"/>
              <a:gd name="connsiteY348" fmla="*/ 5678975 h 6858000"/>
              <a:gd name="connsiteX349" fmla="*/ 4987918 w 7467600"/>
              <a:gd name="connsiteY349" fmla="*/ 5838701 h 6858000"/>
              <a:gd name="connsiteX350" fmla="*/ 4317146 w 7467600"/>
              <a:gd name="connsiteY350" fmla="*/ 6587716 h 6858000"/>
              <a:gd name="connsiteX351" fmla="*/ 4171627 w 7467600"/>
              <a:gd name="connsiteY351" fmla="*/ 6858000 h 6858000"/>
              <a:gd name="connsiteX352" fmla="*/ 4081585 w 7467600"/>
              <a:gd name="connsiteY352" fmla="*/ 6858000 h 6858000"/>
              <a:gd name="connsiteX353" fmla="*/ 4238603 w 7467600"/>
              <a:gd name="connsiteY353" fmla="*/ 6559341 h 6858000"/>
              <a:gd name="connsiteX354" fmla="*/ 4778333 w 7467600"/>
              <a:gd name="connsiteY354" fmla="*/ 5873626 h 6858000"/>
              <a:gd name="connsiteX355" fmla="*/ 5414185 w 7467600"/>
              <a:gd name="connsiteY355" fmla="*/ 5573882 h 6858000"/>
              <a:gd name="connsiteX356" fmla="*/ 5959648 w 7467600"/>
              <a:gd name="connsiteY356" fmla="*/ 4760797 h 6858000"/>
              <a:gd name="connsiteX357" fmla="*/ 5355019 w 7467600"/>
              <a:gd name="connsiteY357" fmla="*/ 4734672 h 6858000"/>
              <a:gd name="connsiteX358" fmla="*/ 5083565 w 7467600"/>
              <a:gd name="connsiteY358" fmla="*/ 5179121 h 6858000"/>
              <a:gd name="connsiteX359" fmla="*/ 4713577 w 7467600"/>
              <a:gd name="connsiteY359" fmla="*/ 5616803 h 6858000"/>
              <a:gd name="connsiteX360" fmla="*/ 3989559 w 7467600"/>
              <a:gd name="connsiteY360" fmla="*/ 6145945 h 6858000"/>
              <a:gd name="connsiteX361" fmla="*/ 3939824 w 7467600"/>
              <a:gd name="connsiteY361" fmla="*/ 6066900 h 6858000"/>
              <a:gd name="connsiteX362" fmla="*/ 4584537 w 7467600"/>
              <a:gd name="connsiteY362" fmla="*/ 5324826 h 6858000"/>
              <a:gd name="connsiteX363" fmla="*/ 5037105 w 7467600"/>
              <a:gd name="connsiteY363" fmla="*/ 5088765 h 6858000"/>
              <a:gd name="connsiteX364" fmla="*/ 5039930 w 7467600"/>
              <a:gd name="connsiteY364" fmla="*/ 5089585 h 6858000"/>
              <a:gd name="connsiteX365" fmla="*/ 5263764 w 7467600"/>
              <a:gd name="connsiteY365" fmla="*/ 4735525 h 6858000"/>
              <a:gd name="connsiteX366" fmla="*/ 4086300 w 7467600"/>
              <a:gd name="connsiteY366" fmla="*/ 4884599 h 6858000"/>
              <a:gd name="connsiteX367" fmla="*/ 4085485 w 7467600"/>
              <a:gd name="connsiteY367" fmla="*/ 4899070 h 6858000"/>
              <a:gd name="connsiteX368" fmla="*/ 3871915 w 7467600"/>
              <a:gd name="connsiteY368" fmla="*/ 5253645 h 6858000"/>
              <a:gd name="connsiteX369" fmla="*/ 3799374 w 7467600"/>
              <a:gd name="connsiteY369" fmla="*/ 5466127 h 6858000"/>
              <a:gd name="connsiteX370" fmla="*/ 3498850 w 7467600"/>
              <a:gd name="connsiteY370" fmla="*/ 6661888 h 6858000"/>
              <a:gd name="connsiteX371" fmla="*/ 3399216 w 7467600"/>
              <a:gd name="connsiteY371" fmla="*/ 6858000 h 6858000"/>
              <a:gd name="connsiteX372" fmla="*/ 3303688 w 7467600"/>
              <a:gd name="connsiteY372" fmla="*/ 6858000 h 6858000"/>
              <a:gd name="connsiteX373" fmla="*/ 3391774 w 7467600"/>
              <a:gd name="connsiteY373" fmla="*/ 6697181 h 6858000"/>
              <a:gd name="connsiteX374" fmla="*/ 3735540 w 7467600"/>
              <a:gd name="connsiteY374" fmla="*/ 5546923 h 6858000"/>
              <a:gd name="connsiteX375" fmla="*/ 3729438 w 7467600"/>
              <a:gd name="connsiteY375" fmla="*/ 5569058 h 6858000"/>
              <a:gd name="connsiteX376" fmla="*/ 3707782 w 7467600"/>
              <a:gd name="connsiteY376" fmla="*/ 5644908 h 6858000"/>
              <a:gd name="connsiteX377" fmla="*/ 3583827 w 7467600"/>
              <a:gd name="connsiteY377" fmla="*/ 6039215 h 6858000"/>
              <a:gd name="connsiteX378" fmla="*/ 3547861 w 7467600"/>
              <a:gd name="connsiteY378" fmla="*/ 6129609 h 6858000"/>
              <a:gd name="connsiteX379" fmla="*/ 3490905 w 7467600"/>
              <a:gd name="connsiteY379" fmla="*/ 6277660 h 6858000"/>
              <a:gd name="connsiteX380" fmla="*/ 3455859 w 7467600"/>
              <a:gd name="connsiteY380" fmla="*/ 6391301 h 6858000"/>
              <a:gd name="connsiteX381" fmla="*/ 3429112 w 7467600"/>
              <a:gd name="connsiteY381" fmla="*/ 6479469 h 6858000"/>
              <a:gd name="connsiteX382" fmla="*/ 3304862 w 7467600"/>
              <a:gd name="connsiteY382" fmla="*/ 6796476 h 6858000"/>
              <a:gd name="connsiteX383" fmla="*/ 3276071 w 7467600"/>
              <a:gd name="connsiteY383" fmla="*/ 6858000 h 6858000"/>
              <a:gd name="connsiteX384" fmla="*/ 3240805 w 7467600"/>
              <a:gd name="connsiteY384" fmla="*/ 6858000 h 6858000"/>
              <a:gd name="connsiteX385" fmla="*/ 3275917 w 7467600"/>
              <a:gd name="connsiteY385" fmla="*/ 6783192 h 6858000"/>
              <a:gd name="connsiteX386" fmla="*/ 3399358 w 7467600"/>
              <a:gd name="connsiteY386" fmla="*/ 6469011 h 6858000"/>
              <a:gd name="connsiteX387" fmla="*/ 3425650 w 7467600"/>
              <a:gd name="connsiteY387" fmla="*/ 6381333 h 6858000"/>
              <a:gd name="connsiteX388" fmla="*/ 3460661 w 7467600"/>
              <a:gd name="connsiteY388" fmla="*/ 6266763 h 6858000"/>
              <a:gd name="connsiteX389" fmla="*/ 3518021 w 7467600"/>
              <a:gd name="connsiteY389" fmla="*/ 6117298 h 6858000"/>
              <a:gd name="connsiteX390" fmla="*/ 3554035 w 7467600"/>
              <a:gd name="connsiteY390" fmla="*/ 6027832 h 6858000"/>
              <a:gd name="connsiteX391" fmla="*/ 3677174 w 7467600"/>
              <a:gd name="connsiteY391" fmla="*/ 5636351 h 6858000"/>
              <a:gd name="connsiteX392" fmla="*/ 3698819 w 7467600"/>
              <a:gd name="connsiteY392" fmla="*/ 5560503 h 6858000"/>
              <a:gd name="connsiteX393" fmla="*/ 3702094 w 7467600"/>
              <a:gd name="connsiteY393" fmla="*/ 5549194 h 6858000"/>
              <a:gd name="connsiteX394" fmla="*/ 3398355 w 7467600"/>
              <a:gd name="connsiteY394" fmla="*/ 6094603 h 6858000"/>
              <a:gd name="connsiteX395" fmla="*/ 3193941 w 7467600"/>
              <a:gd name="connsiteY395" fmla="*/ 6798775 h 6858000"/>
              <a:gd name="connsiteX396" fmla="*/ 3184140 w 7467600"/>
              <a:gd name="connsiteY396" fmla="*/ 6858000 h 6858000"/>
              <a:gd name="connsiteX397" fmla="*/ 3099978 w 7467600"/>
              <a:gd name="connsiteY397" fmla="*/ 6858000 h 6858000"/>
              <a:gd name="connsiteX398" fmla="*/ 3101556 w 7467600"/>
              <a:gd name="connsiteY398" fmla="*/ 6843337 h 6858000"/>
              <a:gd name="connsiteX399" fmla="*/ 3370162 w 7467600"/>
              <a:gd name="connsiteY399" fmla="*/ 5785550 h 6858000"/>
              <a:gd name="connsiteX400" fmla="*/ 3746477 w 7467600"/>
              <a:gd name="connsiteY400" fmla="*/ 5377889 h 6858000"/>
              <a:gd name="connsiteX401" fmla="*/ 3863399 w 7467600"/>
              <a:gd name="connsiteY401" fmla="*/ 5087257 h 6858000"/>
              <a:gd name="connsiteX402" fmla="*/ 3968712 w 7467600"/>
              <a:gd name="connsiteY402" fmla="*/ 4913989 h 6858000"/>
              <a:gd name="connsiteX403" fmla="*/ 2792390 w 7467600"/>
              <a:gd name="connsiteY403" fmla="*/ 5382974 h 6858000"/>
              <a:gd name="connsiteX404" fmla="*/ 2714982 w 7467600"/>
              <a:gd name="connsiteY404" fmla="*/ 5427051 h 6858000"/>
              <a:gd name="connsiteX405" fmla="*/ 2813361 w 7467600"/>
              <a:gd name="connsiteY405" fmla="*/ 6023912 h 6858000"/>
              <a:gd name="connsiteX406" fmla="*/ 2688430 w 7467600"/>
              <a:gd name="connsiteY406" fmla="*/ 6801564 h 6858000"/>
              <a:gd name="connsiteX407" fmla="*/ 2629626 w 7467600"/>
              <a:gd name="connsiteY407" fmla="*/ 6763394 h 6858000"/>
              <a:gd name="connsiteX408" fmla="*/ 2565328 w 7467600"/>
              <a:gd name="connsiteY408" fmla="*/ 5516399 h 6858000"/>
              <a:gd name="connsiteX409" fmla="*/ 1922999 w 7467600"/>
              <a:gd name="connsiteY409" fmla="*/ 5980343 h 6858000"/>
              <a:gd name="connsiteX410" fmla="*/ 1950261 w 7467600"/>
              <a:gd name="connsiteY410" fmla="*/ 6405858 h 6858000"/>
              <a:gd name="connsiteX411" fmla="*/ 2365554 w 7467600"/>
              <a:gd name="connsiteY411" fmla="*/ 6759107 h 6858000"/>
              <a:gd name="connsiteX412" fmla="*/ 2424142 w 7467600"/>
              <a:gd name="connsiteY412" fmla="*/ 6858000 h 6858000"/>
              <a:gd name="connsiteX413" fmla="*/ 2395994 w 7467600"/>
              <a:gd name="connsiteY413" fmla="*/ 6858000 h 6858000"/>
              <a:gd name="connsiteX414" fmla="*/ 2392863 w 7467600"/>
              <a:gd name="connsiteY414" fmla="*/ 6852964 h 6858000"/>
              <a:gd name="connsiteX415" fmla="*/ 2017589 w 7467600"/>
              <a:gd name="connsiteY415" fmla="*/ 6493982 h 6858000"/>
              <a:gd name="connsiteX416" fmla="*/ 2147336 w 7467600"/>
              <a:gd name="connsiteY416" fmla="*/ 6594052 h 6858000"/>
              <a:gd name="connsiteX417" fmla="*/ 2207047 w 7467600"/>
              <a:gd name="connsiteY417" fmla="*/ 6654540 h 6858000"/>
              <a:gd name="connsiteX418" fmla="*/ 2299106 w 7467600"/>
              <a:gd name="connsiteY418" fmla="*/ 6778931 h 6858000"/>
              <a:gd name="connsiteX419" fmla="*/ 2314430 w 7467600"/>
              <a:gd name="connsiteY419" fmla="*/ 6801144 h 6858000"/>
              <a:gd name="connsiteX420" fmla="*/ 2352406 w 7467600"/>
              <a:gd name="connsiteY420" fmla="*/ 6858000 h 6858000"/>
              <a:gd name="connsiteX421" fmla="*/ 2314492 w 7467600"/>
              <a:gd name="connsiteY421" fmla="*/ 6858000 h 6858000"/>
              <a:gd name="connsiteX422" fmla="*/ 2288095 w 7467600"/>
              <a:gd name="connsiteY422" fmla="*/ 6818030 h 6858000"/>
              <a:gd name="connsiteX423" fmla="*/ 2272768 w 7467600"/>
              <a:gd name="connsiteY423" fmla="*/ 6795822 h 6858000"/>
              <a:gd name="connsiteX424" fmla="*/ 2182715 w 7467600"/>
              <a:gd name="connsiteY424" fmla="*/ 6675071 h 6858000"/>
              <a:gd name="connsiteX425" fmla="*/ 2032061 w 7467600"/>
              <a:gd name="connsiteY425" fmla="*/ 6541380 h 6858000"/>
              <a:gd name="connsiteX426" fmla="*/ 2257220 w 7467600"/>
              <a:gd name="connsiteY426" fmla="*/ 6826257 h 6858000"/>
              <a:gd name="connsiteX427" fmla="*/ 2281324 w 7467600"/>
              <a:gd name="connsiteY427" fmla="*/ 6858000 h 6858000"/>
              <a:gd name="connsiteX428" fmla="*/ 2242860 w 7467600"/>
              <a:gd name="connsiteY428" fmla="*/ 6858000 h 6858000"/>
              <a:gd name="connsiteX429" fmla="*/ 2232818 w 7467600"/>
              <a:gd name="connsiteY429" fmla="*/ 6844926 h 6858000"/>
              <a:gd name="connsiteX430" fmla="*/ 1990172 w 7467600"/>
              <a:gd name="connsiteY430" fmla="*/ 6542121 h 6858000"/>
              <a:gd name="connsiteX431" fmla="*/ 2124090 w 7467600"/>
              <a:gd name="connsiteY431" fmla="*/ 6761017 h 6858000"/>
              <a:gd name="connsiteX432" fmla="*/ 2200380 w 7467600"/>
              <a:gd name="connsiteY432" fmla="*/ 6858000 h 6858000"/>
              <a:gd name="connsiteX433" fmla="*/ 2147507 w 7467600"/>
              <a:gd name="connsiteY433" fmla="*/ 6858000 h 6858000"/>
              <a:gd name="connsiteX434" fmla="*/ 2070668 w 7467600"/>
              <a:gd name="connsiteY434" fmla="*/ 6761520 h 6858000"/>
              <a:gd name="connsiteX435" fmla="*/ 1975142 w 7467600"/>
              <a:gd name="connsiteY435" fmla="*/ 6585570 h 6858000"/>
              <a:gd name="connsiteX436" fmla="*/ 2050035 w 7467600"/>
              <a:gd name="connsiteY436" fmla="*/ 6813345 h 6858000"/>
              <a:gd name="connsiteX437" fmla="*/ 2063025 w 7467600"/>
              <a:gd name="connsiteY437" fmla="*/ 6858000 h 6858000"/>
              <a:gd name="connsiteX438" fmla="*/ 2021675 w 7467600"/>
              <a:gd name="connsiteY438" fmla="*/ 6858000 h 6858000"/>
              <a:gd name="connsiteX439" fmla="*/ 2019308 w 7467600"/>
              <a:gd name="connsiteY439" fmla="*/ 6847118 h 6858000"/>
              <a:gd name="connsiteX440" fmla="*/ 1938835 w 7467600"/>
              <a:gd name="connsiteY440" fmla="*/ 6551160 h 6858000"/>
              <a:gd name="connsiteX441" fmla="*/ 1953230 w 7467600"/>
              <a:gd name="connsiteY441" fmla="*/ 6759699 h 6858000"/>
              <a:gd name="connsiteX442" fmla="*/ 1956763 w 7467600"/>
              <a:gd name="connsiteY442" fmla="*/ 6778191 h 6858000"/>
              <a:gd name="connsiteX443" fmla="*/ 1967925 w 7467600"/>
              <a:gd name="connsiteY443" fmla="*/ 6858000 h 6858000"/>
              <a:gd name="connsiteX444" fmla="*/ 1936622 w 7467600"/>
              <a:gd name="connsiteY444" fmla="*/ 6858000 h 6858000"/>
              <a:gd name="connsiteX445" fmla="*/ 1926261 w 7467600"/>
              <a:gd name="connsiteY445" fmla="*/ 6784064 h 6858000"/>
              <a:gd name="connsiteX446" fmla="*/ 1922724 w 7467600"/>
              <a:gd name="connsiteY446" fmla="*/ 6765577 h 6858000"/>
              <a:gd name="connsiteX447" fmla="*/ 1904650 w 7467600"/>
              <a:gd name="connsiteY447" fmla="*/ 6639616 h 6858000"/>
              <a:gd name="connsiteX448" fmla="*/ 1885273 w 7467600"/>
              <a:gd name="connsiteY448" fmla="*/ 6858000 h 6858000"/>
              <a:gd name="connsiteX449" fmla="*/ 1854363 w 7467600"/>
              <a:gd name="connsiteY449" fmla="*/ 6858000 h 6858000"/>
              <a:gd name="connsiteX450" fmla="*/ 1880391 w 7467600"/>
              <a:gd name="connsiteY450" fmla="*/ 6603796 h 6858000"/>
              <a:gd name="connsiteX451" fmla="*/ 1818273 w 7467600"/>
              <a:gd name="connsiteY451" fmla="*/ 6715729 h 6858000"/>
              <a:gd name="connsiteX452" fmla="*/ 1794691 w 7467600"/>
              <a:gd name="connsiteY452" fmla="*/ 6843239 h 6858000"/>
              <a:gd name="connsiteX453" fmla="*/ 1794914 w 7467600"/>
              <a:gd name="connsiteY453" fmla="*/ 6858000 h 6858000"/>
              <a:gd name="connsiteX454" fmla="*/ 1746128 w 7467600"/>
              <a:gd name="connsiteY454" fmla="*/ 6858000 h 6858000"/>
              <a:gd name="connsiteX455" fmla="*/ 1753934 w 7467600"/>
              <a:gd name="connsiteY455" fmla="*/ 6724796 h 6858000"/>
              <a:gd name="connsiteX456" fmla="*/ 1792053 w 7467600"/>
              <a:gd name="connsiteY456" fmla="*/ 6572396 h 6858000"/>
              <a:gd name="connsiteX457" fmla="*/ 1862248 w 7467600"/>
              <a:gd name="connsiteY457" fmla="*/ 6266397 h 6858000"/>
              <a:gd name="connsiteX458" fmla="*/ 1862250 w 7467600"/>
              <a:gd name="connsiteY458" fmla="*/ 6033531 h 6858000"/>
              <a:gd name="connsiteX459" fmla="*/ 1211999 w 7467600"/>
              <a:gd name="connsiteY459" fmla="*/ 6683610 h 6858000"/>
              <a:gd name="connsiteX460" fmla="*/ 1213266 w 7467600"/>
              <a:gd name="connsiteY460" fmla="*/ 6691947 h 6858000"/>
              <a:gd name="connsiteX461" fmla="*/ 1203370 w 7467600"/>
              <a:gd name="connsiteY461" fmla="*/ 6850676 h 6858000"/>
              <a:gd name="connsiteX462" fmla="*/ 1203671 w 7467600"/>
              <a:gd name="connsiteY462" fmla="*/ 6858000 h 6858000"/>
              <a:gd name="connsiteX463" fmla="*/ 1143180 w 7467600"/>
              <a:gd name="connsiteY463" fmla="*/ 6858000 h 6858000"/>
              <a:gd name="connsiteX464" fmla="*/ 1142176 w 7467600"/>
              <a:gd name="connsiteY464" fmla="*/ 6766045 h 6858000"/>
              <a:gd name="connsiteX465" fmla="*/ 1067484 w 7467600"/>
              <a:gd name="connsiteY465" fmla="*/ 6858000 h 6858000"/>
              <a:gd name="connsiteX466" fmla="*/ 953928 w 7467600"/>
              <a:gd name="connsiteY466" fmla="*/ 6858000 h 6858000"/>
              <a:gd name="connsiteX467" fmla="*/ 959715 w 7467600"/>
              <a:gd name="connsiteY467" fmla="*/ 6850185 h 6858000"/>
              <a:gd name="connsiteX468" fmla="*/ 1483788 w 7467600"/>
              <a:gd name="connsiteY468" fmla="*/ 6259174 h 6858000"/>
              <a:gd name="connsiteX469" fmla="*/ 1100671 w 7467600"/>
              <a:gd name="connsiteY469" fmla="*/ 6252137 h 6858000"/>
              <a:gd name="connsiteX470" fmla="*/ 1090144 w 7467600"/>
              <a:gd name="connsiteY470" fmla="*/ 6256748 h 6858000"/>
              <a:gd name="connsiteX471" fmla="*/ 1095872 w 7467600"/>
              <a:gd name="connsiteY471" fmla="*/ 6271892 h 6858000"/>
              <a:gd name="connsiteX472" fmla="*/ 262785 w 7467600"/>
              <a:gd name="connsiteY472" fmla="*/ 6845450 h 6858000"/>
              <a:gd name="connsiteX473" fmla="*/ 209968 w 7467600"/>
              <a:gd name="connsiteY473" fmla="*/ 6770713 h 6858000"/>
              <a:gd name="connsiteX474" fmla="*/ 873460 w 7467600"/>
              <a:gd name="connsiteY474" fmla="*/ 6253768 h 6858000"/>
              <a:gd name="connsiteX475" fmla="*/ 192686 w 7467600"/>
              <a:gd name="connsiteY475" fmla="*/ 5849257 h 6858000"/>
              <a:gd name="connsiteX476" fmla="*/ 4696 w 7467600"/>
              <a:gd name="connsiteY476" fmla="*/ 5697668 h 6858000"/>
              <a:gd name="connsiteX477" fmla="*/ 0 w 7467600"/>
              <a:gd name="connsiteY477" fmla="*/ 5689984 h 6858000"/>
              <a:gd name="connsiteX478" fmla="*/ 0 w 7467600"/>
              <a:gd name="connsiteY478" fmla="*/ 5513472 h 6858000"/>
              <a:gd name="connsiteX479" fmla="*/ 174101 w 7467600"/>
              <a:gd name="connsiteY479" fmla="*/ 5620277 h 6858000"/>
              <a:gd name="connsiteX480" fmla="*/ 891800 w 7467600"/>
              <a:gd name="connsiteY480" fmla="*/ 6036935 h 6858000"/>
              <a:gd name="connsiteX481" fmla="*/ 1072219 w 7467600"/>
              <a:gd name="connsiteY481" fmla="*/ 6169443 h 6858000"/>
              <a:gd name="connsiteX482" fmla="*/ 1074117 w 7467600"/>
              <a:gd name="connsiteY482" fmla="*/ 6170301 h 6858000"/>
              <a:gd name="connsiteX483" fmla="*/ 1083114 w 7467600"/>
              <a:gd name="connsiteY483" fmla="*/ 6174131 h 6858000"/>
              <a:gd name="connsiteX484" fmla="*/ 1543010 w 7467600"/>
              <a:gd name="connsiteY484" fmla="*/ 6191140 h 6858000"/>
              <a:gd name="connsiteX485" fmla="*/ 1551080 w 7467600"/>
              <a:gd name="connsiteY485" fmla="*/ 6195006 h 6858000"/>
              <a:gd name="connsiteX486" fmla="*/ 2345443 w 7467600"/>
              <a:gd name="connsiteY486" fmla="*/ 5549882 h 6858000"/>
              <a:gd name="connsiteX487" fmla="*/ 1721499 w 7467600"/>
              <a:gd name="connsiteY487" fmla="*/ 5599969 h 6858000"/>
              <a:gd name="connsiteX488" fmla="*/ 767716 w 7467600"/>
              <a:gd name="connsiteY488" fmla="*/ 5472768 h 6858000"/>
              <a:gd name="connsiteX489" fmla="*/ 722147 w 7467600"/>
              <a:gd name="connsiteY489" fmla="*/ 5393091 h 6858000"/>
              <a:gd name="connsiteX490" fmla="*/ 1485552 w 7467600"/>
              <a:gd name="connsiteY490" fmla="*/ 5313202 h 6858000"/>
              <a:gd name="connsiteX491" fmla="*/ 2143004 w 7467600"/>
              <a:gd name="connsiteY491" fmla="*/ 5402420 h 6858000"/>
              <a:gd name="connsiteX492" fmla="*/ 1933391 w 7467600"/>
              <a:gd name="connsiteY492" fmla="*/ 5156971 h 6858000"/>
              <a:gd name="connsiteX493" fmla="*/ 1827118 w 7467600"/>
              <a:gd name="connsiteY493" fmla="*/ 4968410 h 6858000"/>
              <a:gd name="connsiteX494" fmla="*/ 1837349 w 7467600"/>
              <a:gd name="connsiteY494" fmla="*/ 4956357 h 6858000"/>
              <a:gd name="connsiteX495" fmla="*/ 2162835 w 7467600"/>
              <a:gd name="connsiteY495" fmla="*/ 5187853 h 6858000"/>
              <a:gd name="connsiteX496" fmla="*/ 2257167 w 7467600"/>
              <a:gd name="connsiteY496" fmla="*/ 5462123 h 6858000"/>
              <a:gd name="connsiteX497" fmla="*/ 2261598 w 7467600"/>
              <a:gd name="connsiteY497" fmla="*/ 5467998 h 6858000"/>
              <a:gd name="connsiteX498" fmla="*/ 2437177 w 7467600"/>
              <a:gd name="connsiteY498" fmla="*/ 5479608 h 6858000"/>
              <a:gd name="connsiteX499" fmla="*/ 2445247 w 7467600"/>
              <a:gd name="connsiteY499" fmla="*/ 5483476 h 6858000"/>
              <a:gd name="connsiteX500" fmla="*/ 2743626 w 7467600"/>
              <a:gd name="connsiteY500" fmla="*/ 5304819 h 6858000"/>
              <a:gd name="connsiteX501" fmla="*/ 3048102 w 7467600"/>
              <a:gd name="connsiteY501" fmla="*/ 5150595 h 6858000"/>
              <a:gd name="connsiteX502" fmla="*/ 1799414 w 7467600"/>
              <a:gd name="connsiteY502" fmla="*/ 4694732 h 6858000"/>
              <a:gd name="connsiteX503" fmla="*/ 1771735 w 7467600"/>
              <a:gd name="connsiteY503" fmla="*/ 4619929 h 6858000"/>
              <a:gd name="connsiteX504" fmla="*/ 3104273 w 7467600"/>
              <a:gd name="connsiteY504" fmla="*/ 5076159 h 6858000"/>
              <a:gd name="connsiteX505" fmla="*/ 3113245 w 7467600"/>
              <a:gd name="connsiteY505" fmla="*/ 5090705 h 6858000"/>
              <a:gd name="connsiteX506" fmla="*/ 3126294 w 7467600"/>
              <a:gd name="connsiteY506" fmla="*/ 5114400 h 6858000"/>
              <a:gd name="connsiteX507" fmla="*/ 3937433 w 7467600"/>
              <a:gd name="connsiteY507" fmla="*/ 4830473 h 6858000"/>
              <a:gd name="connsiteX508" fmla="*/ 3590475 w 7467600"/>
              <a:gd name="connsiteY508" fmla="*/ 4597974 h 6858000"/>
              <a:gd name="connsiteX509" fmla="*/ 3100264 w 7467600"/>
              <a:gd name="connsiteY509" fmla="*/ 4579845 h 6858000"/>
              <a:gd name="connsiteX510" fmla="*/ 2183576 w 7467600"/>
              <a:gd name="connsiteY510" fmla="*/ 4227150 h 6858000"/>
              <a:gd name="connsiteX511" fmla="*/ 2151029 w 7467600"/>
              <a:gd name="connsiteY511" fmla="*/ 4146947 h 6858000"/>
              <a:gd name="connsiteX512" fmla="*/ 3563434 w 7467600"/>
              <a:gd name="connsiteY512" fmla="*/ 4469115 h 6858000"/>
              <a:gd name="connsiteX513" fmla="*/ 3177952 w 7467600"/>
              <a:gd name="connsiteY513" fmla="*/ 3657386 h 6858000"/>
              <a:gd name="connsiteX514" fmla="*/ 3189263 w 7467600"/>
              <a:gd name="connsiteY514" fmla="*/ 3625726 h 6858000"/>
              <a:gd name="connsiteX515" fmla="*/ 3560912 w 7467600"/>
              <a:gd name="connsiteY515" fmla="*/ 4079863 h 6858000"/>
              <a:gd name="connsiteX516" fmla="*/ 3626636 w 7467600"/>
              <a:gd name="connsiteY516" fmla="*/ 4512230 h 6858000"/>
              <a:gd name="connsiteX517" fmla="*/ 3653088 w 7467600"/>
              <a:gd name="connsiteY517" fmla="*/ 4521417 h 6858000"/>
              <a:gd name="connsiteX518" fmla="*/ 3988128 w 7467600"/>
              <a:gd name="connsiteY518" fmla="*/ 4817267 h 6858000"/>
              <a:gd name="connsiteX519" fmla="*/ 4830582 w 7467600"/>
              <a:gd name="connsiteY519" fmla="*/ 4676000 h 6858000"/>
              <a:gd name="connsiteX520" fmla="*/ 4830100 w 7467600"/>
              <a:gd name="connsiteY520" fmla="*/ 4675554 h 6858000"/>
              <a:gd name="connsiteX521" fmla="*/ 4036318 w 7467600"/>
              <a:gd name="connsiteY521" fmla="*/ 4147013 h 6858000"/>
              <a:gd name="connsiteX522" fmla="*/ 3432098 w 7467600"/>
              <a:gd name="connsiteY522" fmla="*/ 3537312 h 6858000"/>
              <a:gd name="connsiteX523" fmla="*/ 3446761 w 7467600"/>
              <a:gd name="connsiteY523" fmla="*/ 3461278 h 6858000"/>
              <a:gd name="connsiteX524" fmla="*/ 4419733 w 7467600"/>
              <a:gd name="connsiteY524" fmla="*/ 3963555 h 6858000"/>
              <a:gd name="connsiteX525" fmla="*/ 4781371 w 7467600"/>
              <a:gd name="connsiteY525" fmla="*/ 4458604 h 6858000"/>
              <a:gd name="connsiteX526" fmla="*/ 4780440 w 7467600"/>
              <a:gd name="connsiteY526" fmla="*/ 4470290 h 6858000"/>
              <a:gd name="connsiteX527" fmla="*/ 4898954 w 7467600"/>
              <a:gd name="connsiteY527" fmla="*/ 4662092 h 6858000"/>
              <a:gd name="connsiteX528" fmla="*/ 4900699 w 7467600"/>
              <a:gd name="connsiteY528" fmla="*/ 4670867 h 6858000"/>
              <a:gd name="connsiteX529" fmla="*/ 5714511 w 7467600"/>
              <a:gd name="connsiteY529" fmla="*/ 4663483 h 6858000"/>
              <a:gd name="connsiteX530" fmla="*/ 5464793 w 7467600"/>
              <a:gd name="connsiteY530" fmla="*/ 4393556 h 6858000"/>
              <a:gd name="connsiteX531" fmla="*/ 5461897 w 7467600"/>
              <a:gd name="connsiteY531" fmla="*/ 4390879 h 6858000"/>
              <a:gd name="connsiteX532" fmla="*/ 4294126 w 7467600"/>
              <a:gd name="connsiteY532" fmla="*/ 3303048 h 6858000"/>
              <a:gd name="connsiteX533" fmla="*/ 4305321 w 7467600"/>
              <a:gd name="connsiteY533" fmla="*/ 3256953 h 6858000"/>
              <a:gd name="connsiteX534" fmla="*/ 4949299 w 7467600"/>
              <a:gd name="connsiteY534" fmla="*/ 3766336 h 6858000"/>
              <a:gd name="connsiteX535" fmla="*/ 5291452 w 7467600"/>
              <a:gd name="connsiteY535" fmla="*/ 4076801 h 6858000"/>
              <a:gd name="connsiteX536" fmla="*/ 5434998 w 7467600"/>
              <a:gd name="connsiteY536" fmla="*/ 4254100 h 6858000"/>
              <a:gd name="connsiteX537" fmla="*/ 5351015 w 7467600"/>
              <a:gd name="connsiteY537" fmla="*/ 3760989 h 6858000"/>
              <a:gd name="connsiteX538" fmla="*/ 5413780 w 7467600"/>
              <a:gd name="connsiteY538" fmla="*/ 2966265 h 6858000"/>
              <a:gd name="connsiteX539" fmla="*/ 5425627 w 7467600"/>
              <a:gd name="connsiteY539" fmla="*/ 2954192 h 6858000"/>
              <a:gd name="connsiteX540" fmla="*/ 6604735 w 7467600"/>
              <a:gd name="connsiteY540" fmla="*/ 2041381 h 6858000"/>
              <a:gd name="connsiteX541" fmla="*/ 7204487 w 7467600"/>
              <a:gd name="connsiteY541" fmla="*/ 2742112 h 6858000"/>
              <a:gd name="connsiteX542" fmla="*/ 7131592 w 7467600"/>
              <a:gd name="connsiteY542" fmla="*/ 2672096 h 6858000"/>
              <a:gd name="connsiteX543" fmla="*/ 6996344 w 7467600"/>
              <a:gd name="connsiteY543" fmla="*/ 2518310 h 6858000"/>
              <a:gd name="connsiteX544" fmla="*/ 6735495 w 7467600"/>
              <a:gd name="connsiteY544" fmla="*/ 2196890 h 6858000"/>
              <a:gd name="connsiteX545" fmla="*/ 6721901 w 7467600"/>
              <a:gd name="connsiteY545" fmla="*/ 2179274 h 6858000"/>
              <a:gd name="connsiteX546" fmla="*/ 6604735 w 7467600"/>
              <a:gd name="connsiteY546" fmla="*/ 2041381 h 6858000"/>
              <a:gd name="connsiteX547" fmla="*/ 6591670 w 7467600"/>
              <a:gd name="connsiteY547" fmla="*/ 1988277 h 6858000"/>
              <a:gd name="connsiteX548" fmla="*/ 6747349 w 7467600"/>
              <a:gd name="connsiteY548" fmla="*/ 2160069 h 6858000"/>
              <a:gd name="connsiteX549" fmla="*/ 6760943 w 7467600"/>
              <a:gd name="connsiteY549" fmla="*/ 2177686 h 6858000"/>
              <a:gd name="connsiteX550" fmla="*/ 7021065 w 7467600"/>
              <a:gd name="connsiteY550" fmla="*/ 2498102 h 6858000"/>
              <a:gd name="connsiteX551" fmla="*/ 7155223 w 7467600"/>
              <a:gd name="connsiteY551" fmla="*/ 2650386 h 6858000"/>
              <a:gd name="connsiteX552" fmla="*/ 7203167 w 7467600"/>
              <a:gd name="connsiteY552" fmla="*/ 2697288 h 6858000"/>
              <a:gd name="connsiteX553" fmla="*/ 6937703 w 7467600"/>
              <a:gd name="connsiteY553" fmla="*/ 2321981 h 6858000"/>
              <a:gd name="connsiteX554" fmla="*/ 6591670 w 7467600"/>
              <a:gd name="connsiteY554" fmla="*/ 1988277 h 6858000"/>
              <a:gd name="connsiteX555" fmla="*/ 5798671 w 7467600"/>
              <a:gd name="connsiteY555" fmla="*/ 1981601 h 6858000"/>
              <a:gd name="connsiteX556" fmla="*/ 5754709 w 7467600"/>
              <a:gd name="connsiteY556" fmla="*/ 2071454 h 6858000"/>
              <a:gd name="connsiteX557" fmla="*/ 5763044 w 7467600"/>
              <a:gd name="connsiteY557" fmla="*/ 2842206 h 6858000"/>
              <a:gd name="connsiteX558" fmla="*/ 5764974 w 7467600"/>
              <a:gd name="connsiteY558" fmla="*/ 2799609 h 6858000"/>
              <a:gd name="connsiteX559" fmla="*/ 5767665 w 7467600"/>
              <a:gd name="connsiteY559" fmla="*/ 2666409 h 6858000"/>
              <a:gd name="connsiteX560" fmla="*/ 5763055 w 7467600"/>
              <a:gd name="connsiteY560" fmla="*/ 2579705 h 6858000"/>
              <a:gd name="connsiteX561" fmla="*/ 5758079 w 7467600"/>
              <a:gd name="connsiteY561" fmla="*/ 2492508 h 6858000"/>
              <a:gd name="connsiteX562" fmla="*/ 5779325 w 7467600"/>
              <a:gd name="connsiteY562" fmla="*/ 2197069 h 6858000"/>
              <a:gd name="connsiteX563" fmla="*/ 5798671 w 7467600"/>
              <a:gd name="connsiteY563" fmla="*/ 1981601 h 6858000"/>
              <a:gd name="connsiteX564" fmla="*/ 5829202 w 7467600"/>
              <a:gd name="connsiteY564" fmla="*/ 1971679 h 6858000"/>
              <a:gd name="connsiteX565" fmla="*/ 5809558 w 7467600"/>
              <a:gd name="connsiteY565" fmla="*/ 2198043 h 6858000"/>
              <a:gd name="connsiteX566" fmla="*/ 5788653 w 7467600"/>
              <a:gd name="connsiteY566" fmla="*/ 2489430 h 6858000"/>
              <a:gd name="connsiteX567" fmla="*/ 5793439 w 7467600"/>
              <a:gd name="connsiteY567" fmla="*/ 2575235 h 6858000"/>
              <a:gd name="connsiteX568" fmla="*/ 5796837 w 7467600"/>
              <a:gd name="connsiteY568" fmla="*/ 2637633 h 6858000"/>
              <a:gd name="connsiteX569" fmla="*/ 5818614 w 7467600"/>
              <a:gd name="connsiteY569" fmla="*/ 2473055 h 6858000"/>
              <a:gd name="connsiteX570" fmla="*/ 5829202 w 7467600"/>
              <a:gd name="connsiteY570" fmla="*/ 1971679 h 6858000"/>
              <a:gd name="connsiteX571" fmla="*/ 5911389 w 7467600"/>
              <a:gd name="connsiteY571" fmla="*/ 1898371 h 6858000"/>
              <a:gd name="connsiteX572" fmla="*/ 6237627 w 7467600"/>
              <a:gd name="connsiteY572" fmla="*/ 2231921 h 6858000"/>
              <a:gd name="connsiteX573" fmla="*/ 5911389 w 7467600"/>
              <a:gd name="connsiteY573" fmla="*/ 1898371 h 6858000"/>
              <a:gd name="connsiteX574" fmla="*/ 6944437 w 7467600"/>
              <a:gd name="connsiteY574" fmla="*/ 1575402 h 6858000"/>
              <a:gd name="connsiteX575" fmla="*/ 6304730 w 7467600"/>
              <a:gd name="connsiteY575" fmla="*/ 1766654 h 6858000"/>
              <a:gd name="connsiteX576" fmla="*/ 6944437 w 7467600"/>
              <a:gd name="connsiteY576" fmla="*/ 1575402 h 6858000"/>
              <a:gd name="connsiteX577" fmla="*/ 7019523 w 7467600"/>
              <a:gd name="connsiteY577" fmla="*/ 1519450 h 6858000"/>
              <a:gd name="connsiteX578" fmla="*/ 6298091 w 7467600"/>
              <a:gd name="connsiteY578" fmla="*/ 1737122 h 6858000"/>
              <a:gd name="connsiteX579" fmla="*/ 7019523 w 7467600"/>
              <a:gd name="connsiteY579" fmla="*/ 1519450 h 6858000"/>
              <a:gd name="connsiteX580" fmla="*/ 2399523 w 7467600"/>
              <a:gd name="connsiteY580" fmla="*/ 1428234 h 6858000"/>
              <a:gd name="connsiteX581" fmla="*/ 2224982 w 7467600"/>
              <a:gd name="connsiteY581" fmla="*/ 1826201 h 6858000"/>
              <a:gd name="connsiteX582" fmla="*/ 2096099 w 7467600"/>
              <a:gd name="connsiteY582" fmla="*/ 2345900 h 6858000"/>
              <a:gd name="connsiteX583" fmla="*/ 2283317 w 7467600"/>
              <a:gd name="connsiteY583" fmla="*/ 1796925 h 6858000"/>
              <a:gd name="connsiteX584" fmla="*/ 2399523 w 7467600"/>
              <a:gd name="connsiteY584" fmla="*/ 1428234 h 6858000"/>
              <a:gd name="connsiteX585" fmla="*/ 2448558 w 7467600"/>
              <a:gd name="connsiteY585" fmla="*/ 1373435 h 6858000"/>
              <a:gd name="connsiteX586" fmla="*/ 2312521 w 7467600"/>
              <a:gd name="connsiteY586" fmla="*/ 1806140 h 6858000"/>
              <a:gd name="connsiteX587" fmla="*/ 2127533 w 7467600"/>
              <a:gd name="connsiteY587" fmla="*/ 2348380 h 6858000"/>
              <a:gd name="connsiteX588" fmla="*/ 2358080 w 7467600"/>
              <a:gd name="connsiteY588" fmla="*/ 1866134 h 6858000"/>
              <a:gd name="connsiteX589" fmla="*/ 2407436 w 7467600"/>
              <a:gd name="connsiteY589" fmla="*/ 1651070 h 6858000"/>
              <a:gd name="connsiteX590" fmla="*/ 2448558 w 7467600"/>
              <a:gd name="connsiteY590" fmla="*/ 1373435 h 6858000"/>
              <a:gd name="connsiteX591" fmla="*/ 278707 w 7467600"/>
              <a:gd name="connsiteY591" fmla="*/ 1352270 h 6858000"/>
              <a:gd name="connsiteX592" fmla="*/ 321570 w 7467600"/>
              <a:gd name="connsiteY592" fmla="*/ 1861610 h 6858000"/>
              <a:gd name="connsiteX593" fmla="*/ 294281 w 7467600"/>
              <a:gd name="connsiteY593" fmla="*/ 1440658 h 6858000"/>
              <a:gd name="connsiteX594" fmla="*/ 278707 w 7467600"/>
              <a:gd name="connsiteY594" fmla="*/ 1352270 h 6858000"/>
              <a:gd name="connsiteX595" fmla="*/ 1423821 w 7467600"/>
              <a:gd name="connsiteY595" fmla="*/ 1351958 h 6858000"/>
              <a:gd name="connsiteX596" fmla="*/ 1638521 w 7467600"/>
              <a:gd name="connsiteY596" fmla="*/ 1908470 h 6858000"/>
              <a:gd name="connsiteX597" fmla="*/ 1754199 w 7467600"/>
              <a:gd name="connsiteY597" fmla="*/ 2149284 h 6858000"/>
              <a:gd name="connsiteX598" fmla="*/ 1908359 w 7467600"/>
              <a:gd name="connsiteY598" fmla="*/ 2364988 h 6858000"/>
              <a:gd name="connsiteX599" fmla="*/ 1647661 w 7467600"/>
              <a:gd name="connsiteY599" fmla="*/ 1825945 h 6858000"/>
              <a:gd name="connsiteX600" fmla="*/ 1423821 w 7467600"/>
              <a:gd name="connsiteY600" fmla="*/ 1351958 h 6858000"/>
              <a:gd name="connsiteX601" fmla="*/ 1431890 w 7467600"/>
              <a:gd name="connsiteY601" fmla="*/ 1306475 h 6858000"/>
              <a:gd name="connsiteX602" fmla="*/ 1507597 w 7467600"/>
              <a:gd name="connsiteY602" fmla="*/ 1446132 h 6858000"/>
              <a:gd name="connsiteX603" fmla="*/ 1674586 w 7467600"/>
              <a:gd name="connsiteY603" fmla="*/ 1813832 h 6858000"/>
              <a:gd name="connsiteX604" fmla="*/ 1815950 w 7467600"/>
              <a:gd name="connsiteY604" fmla="*/ 2128564 h 6858000"/>
              <a:gd name="connsiteX605" fmla="*/ 1984242 w 7467600"/>
              <a:gd name="connsiteY605" fmla="*/ 2430829 h 6858000"/>
              <a:gd name="connsiteX606" fmla="*/ 2014023 w 7467600"/>
              <a:gd name="connsiteY606" fmla="*/ 2450995 h 6858000"/>
              <a:gd name="connsiteX607" fmla="*/ 1747337 w 7467600"/>
              <a:gd name="connsiteY607" fmla="*/ 1855264 h 6858000"/>
              <a:gd name="connsiteX608" fmla="*/ 1533749 w 7467600"/>
              <a:gd name="connsiteY608" fmla="*/ 1478656 h 6858000"/>
              <a:gd name="connsiteX609" fmla="*/ 1431890 w 7467600"/>
              <a:gd name="connsiteY609" fmla="*/ 1306475 h 6858000"/>
              <a:gd name="connsiteX610" fmla="*/ 5052692 w 7467600"/>
              <a:gd name="connsiteY610" fmla="*/ 1292994 h 6858000"/>
              <a:gd name="connsiteX611" fmla="*/ 5200661 w 7467600"/>
              <a:gd name="connsiteY611" fmla="*/ 1635186 h 6858000"/>
              <a:gd name="connsiteX612" fmla="*/ 5297138 w 7467600"/>
              <a:gd name="connsiteY612" fmla="*/ 1906351 h 6858000"/>
              <a:gd name="connsiteX613" fmla="*/ 5052692 w 7467600"/>
              <a:gd name="connsiteY613" fmla="*/ 1292994 h 6858000"/>
              <a:gd name="connsiteX614" fmla="*/ 5009948 w 7467600"/>
              <a:gd name="connsiteY614" fmla="*/ 1273619 h 6858000"/>
              <a:gd name="connsiteX615" fmla="*/ 5121777 w 7467600"/>
              <a:gd name="connsiteY615" fmla="*/ 1654213 h 6858000"/>
              <a:gd name="connsiteX616" fmla="*/ 5293545 w 7467600"/>
              <a:gd name="connsiteY616" fmla="*/ 2072247 h 6858000"/>
              <a:gd name="connsiteX617" fmla="*/ 5294042 w 7467600"/>
              <a:gd name="connsiteY617" fmla="*/ 2065019 h 6858000"/>
              <a:gd name="connsiteX618" fmla="*/ 5171936 w 7467600"/>
              <a:gd name="connsiteY618" fmla="*/ 1647613 h 6858000"/>
              <a:gd name="connsiteX619" fmla="*/ 5009948 w 7467600"/>
              <a:gd name="connsiteY619" fmla="*/ 1273619 h 6858000"/>
              <a:gd name="connsiteX620" fmla="*/ 655236 w 7467600"/>
              <a:gd name="connsiteY620" fmla="*/ 1268632 h 6858000"/>
              <a:gd name="connsiteX621" fmla="*/ 839521 w 7467600"/>
              <a:gd name="connsiteY621" fmla="*/ 1685315 h 6858000"/>
              <a:gd name="connsiteX622" fmla="*/ 1109416 w 7467600"/>
              <a:gd name="connsiteY622" fmla="*/ 2061663 h 6858000"/>
              <a:gd name="connsiteX623" fmla="*/ 1298300 w 7467600"/>
              <a:gd name="connsiteY623" fmla="*/ 2247742 h 6858000"/>
              <a:gd name="connsiteX624" fmla="*/ 1125871 w 7467600"/>
              <a:gd name="connsiteY624" fmla="*/ 1989513 h 6858000"/>
              <a:gd name="connsiteX625" fmla="*/ 981574 w 7467600"/>
              <a:gd name="connsiteY625" fmla="*/ 1783157 h 6858000"/>
              <a:gd name="connsiteX626" fmla="*/ 922198 w 7467600"/>
              <a:gd name="connsiteY626" fmla="*/ 1677437 h 6858000"/>
              <a:gd name="connsiteX627" fmla="*/ 869293 w 7467600"/>
              <a:gd name="connsiteY627" fmla="*/ 1583214 h 6858000"/>
              <a:gd name="connsiteX628" fmla="*/ 751431 w 7467600"/>
              <a:gd name="connsiteY628" fmla="*/ 1405731 h 6858000"/>
              <a:gd name="connsiteX629" fmla="*/ 655236 w 7467600"/>
              <a:gd name="connsiteY629" fmla="*/ 1268632 h 6858000"/>
              <a:gd name="connsiteX630" fmla="*/ 6516292 w 7467600"/>
              <a:gd name="connsiteY630" fmla="*/ 1263064 h 6858000"/>
              <a:gd name="connsiteX631" fmla="*/ 5736320 w 7467600"/>
              <a:gd name="connsiteY631" fmla="*/ 1501803 h 6858000"/>
              <a:gd name="connsiteX632" fmla="*/ 6516292 w 7467600"/>
              <a:gd name="connsiteY632" fmla="*/ 1263064 h 6858000"/>
              <a:gd name="connsiteX633" fmla="*/ 291466 w 7467600"/>
              <a:gd name="connsiteY633" fmla="*/ 1250369 h 6858000"/>
              <a:gd name="connsiteX634" fmla="*/ 323180 w 7467600"/>
              <a:gd name="connsiteY634" fmla="*/ 1435283 h 6858000"/>
              <a:gd name="connsiteX635" fmla="*/ 349381 w 7467600"/>
              <a:gd name="connsiteY635" fmla="*/ 1875041 h 6858000"/>
              <a:gd name="connsiteX636" fmla="*/ 374363 w 7467600"/>
              <a:gd name="connsiteY636" fmla="*/ 1506494 h 6858000"/>
              <a:gd name="connsiteX637" fmla="*/ 302168 w 7467600"/>
              <a:gd name="connsiteY637" fmla="*/ 1274495 h 6858000"/>
              <a:gd name="connsiteX638" fmla="*/ 291466 w 7467600"/>
              <a:gd name="connsiteY638" fmla="*/ 1250369 h 6858000"/>
              <a:gd name="connsiteX639" fmla="*/ 678222 w 7467600"/>
              <a:gd name="connsiteY639" fmla="*/ 1248670 h 6858000"/>
              <a:gd name="connsiteX640" fmla="*/ 775536 w 7467600"/>
              <a:gd name="connsiteY640" fmla="*/ 1388015 h 6858000"/>
              <a:gd name="connsiteX641" fmla="*/ 894529 w 7467600"/>
              <a:gd name="connsiteY641" fmla="*/ 1567739 h 6858000"/>
              <a:gd name="connsiteX642" fmla="*/ 948000 w 7467600"/>
              <a:gd name="connsiteY642" fmla="*/ 1663088 h 6858000"/>
              <a:gd name="connsiteX643" fmla="*/ 1006812 w 7467600"/>
              <a:gd name="connsiteY643" fmla="*/ 1767683 h 6858000"/>
              <a:gd name="connsiteX644" fmla="*/ 1149133 w 7467600"/>
              <a:gd name="connsiteY644" fmla="*/ 1971513 h 6858000"/>
              <a:gd name="connsiteX645" fmla="*/ 1333952 w 7467600"/>
              <a:gd name="connsiteY645" fmla="*/ 2251620 h 6858000"/>
              <a:gd name="connsiteX646" fmla="*/ 1337329 w 7467600"/>
              <a:gd name="connsiteY646" fmla="*/ 2258350 h 6858000"/>
              <a:gd name="connsiteX647" fmla="*/ 1014726 w 7467600"/>
              <a:gd name="connsiteY647" fmla="*/ 1615556 h 6858000"/>
              <a:gd name="connsiteX648" fmla="*/ 678222 w 7467600"/>
              <a:gd name="connsiteY648" fmla="*/ 1248670 h 6858000"/>
              <a:gd name="connsiteX649" fmla="*/ 6691602 w 7467600"/>
              <a:gd name="connsiteY649" fmla="*/ 1140573 h 6858000"/>
              <a:gd name="connsiteX650" fmla="*/ 6571100 w 7467600"/>
              <a:gd name="connsiteY650" fmla="*/ 1183662 h 6858000"/>
              <a:gd name="connsiteX651" fmla="*/ 6241687 w 7467600"/>
              <a:gd name="connsiteY651" fmla="*/ 1257600 h 6858000"/>
              <a:gd name="connsiteX652" fmla="*/ 5693009 w 7467600"/>
              <a:gd name="connsiteY652" fmla="*/ 1478256 h 6858000"/>
              <a:gd name="connsiteX653" fmla="*/ 6548420 w 7467600"/>
              <a:gd name="connsiteY653" fmla="*/ 1214599 h 6858000"/>
              <a:gd name="connsiteX654" fmla="*/ 6605473 w 7467600"/>
              <a:gd name="connsiteY654" fmla="*/ 1184686 h 6858000"/>
              <a:gd name="connsiteX655" fmla="*/ 6691602 w 7467600"/>
              <a:gd name="connsiteY655" fmla="*/ 1140573 h 6858000"/>
              <a:gd name="connsiteX656" fmla="*/ 4002475 w 7467600"/>
              <a:gd name="connsiteY656" fmla="*/ 1037802 h 6858000"/>
              <a:gd name="connsiteX657" fmla="*/ 4000324 w 7467600"/>
              <a:gd name="connsiteY657" fmla="*/ 1039362 h 6858000"/>
              <a:gd name="connsiteX658" fmla="*/ 4002862 w 7467600"/>
              <a:gd name="connsiteY658" fmla="*/ 1042866 h 6858000"/>
              <a:gd name="connsiteX659" fmla="*/ 4002475 w 7467600"/>
              <a:gd name="connsiteY659" fmla="*/ 1037802 h 6858000"/>
              <a:gd name="connsiteX660" fmla="*/ 506322 w 7467600"/>
              <a:gd name="connsiteY660" fmla="*/ 1020997 h 6858000"/>
              <a:gd name="connsiteX661" fmla="*/ 533068 w 7467600"/>
              <a:gd name="connsiteY661" fmla="*/ 1029409 h 6858000"/>
              <a:gd name="connsiteX662" fmla="*/ 1232525 w 7467600"/>
              <a:gd name="connsiteY662" fmla="*/ 1804675 h 6858000"/>
              <a:gd name="connsiteX663" fmla="*/ 1388858 w 7467600"/>
              <a:gd name="connsiteY663" fmla="*/ 2368011 h 6858000"/>
              <a:gd name="connsiteX664" fmla="*/ 1384098 w 7467600"/>
              <a:gd name="connsiteY664" fmla="*/ 2378125 h 6858000"/>
              <a:gd name="connsiteX665" fmla="*/ 1425393 w 7467600"/>
              <a:gd name="connsiteY665" fmla="*/ 2589124 h 6858000"/>
              <a:gd name="connsiteX666" fmla="*/ 1424001 w 7467600"/>
              <a:gd name="connsiteY666" fmla="*/ 2597541 h 6858000"/>
              <a:gd name="connsiteX667" fmla="*/ 2152729 w 7467600"/>
              <a:gd name="connsiteY667" fmla="*/ 2864487 h 6858000"/>
              <a:gd name="connsiteX668" fmla="*/ 2020609 w 7467600"/>
              <a:gd name="connsiteY668" fmla="*/ 2539671 h 6858000"/>
              <a:gd name="connsiteX669" fmla="*/ 2018920 w 7467600"/>
              <a:gd name="connsiteY669" fmla="*/ 2536309 h 6858000"/>
              <a:gd name="connsiteX670" fmla="*/ 1342441 w 7467600"/>
              <a:gd name="connsiteY670" fmla="*/ 1173017 h 6858000"/>
              <a:gd name="connsiteX671" fmla="*/ 1367925 w 7467600"/>
              <a:gd name="connsiteY671" fmla="*/ 1135648 h 6858000"/>
              <a:gd name="connsiteX672" fmla="*/ 1771401 w 7467600"/>
              <a:gd name="connsiteY672" fmla="*/ 1806673 h 6858000"/>
              <a:gd name="connsiteX673" fmla="*/ 1972385 w 7467600"/>
              <a:gd name="connsiteY673" fmla="*/ 2198735 h 6858000"/>
              <a:gd name="connsiteX674" fmla="*/ 2040892 w 7467600"/>
              <a:gd name="connsiteY674" fmla="*/ 2405205 h 6858000"/>
              <a:gd name="connsiteX675" fmla="*/ 2131689 w 7467600"/>
              <a:gd name="connsiteY675" fmla="*/ 1936926 h 6858000"/>
              <a:gd name="connsiteX676" fmla="*/ 2454820 w 7467600"/>
              <a:gd name="connsiteY676" fmla="*/ 1248808 h 6858000"/>
              <a:gd name="connsiteX677" fmla="*/ 2492512 w 7467600"/>
              <a:gd name="connsiteY677" fmla="*/ 1302920 h 6858000"/>
              <a:gd name="connsiteX678" fmla="*/ 2081216 w 7467600"/>
              <a:gd name="connsiteY678" fmla="*/ 2527513 h 6858000"/>
              <a:gd name="connsiteX679" fmla="*/ 2081211 w 7467600"/>
              <a:gd name="connsiteY679" fmla="*/ 2528916 h 6858000"/>
              <a:gd name="connsiteX680" fmla="*/ 2199067 w 7467600"/>
              <a:gd name="connsiteY680" fmla="*/ 2884061 h 6858000"/>
              <a:gd name="connsiteX681" fmla="*/ 3192586 w 7467600"/>
              <a:gd name="connsiteY681" fmla="*/ 3411496 h 6858000"/>
              <a:gd name="connsiteX682" fmla="*/ 3182620 w 7467600"/>
              <a:gd name="connsiteY682" fmla="*/ 3483279 h 6858000"/>
              <a:gd name="connsiteX683" fmla="*/ 2435119 w 7467600"/>
              <a:gd name="connsiteY683" fmla="*/ 3080173 h 6858000"/>
              <a:gd name="connsiteX684" fmla="*/ 2410152 w 7467600"/>
              <a:gd name="connsiteY684" fmla="*/ 3063751 h 6858000"/>
              <a:gd name="connsiteX685" fmla="*/ 2408099 w 7467600"/>
              <a:gd name="connsiteY685" fmla="*/ 3064403 h 6858000"/>
              <a:gd name="connsiteX686" fmla="*/ 2407218 w 7467600"/>
              <a:gd name="connsiteY686" fmla="*/ 3070324 h 6858000"/>
              <a:gd name="connsiteX687" fmla="*/ 2380138 w 7467600"/>
              <a:gd name="connsiteY687" fmla="*/ 3099341 h 6858000"/>
              <a:gd name="connsiteX688" fmla="*/ 1765923 w 7467600"/>
              <a:gd name="connsiteY688" fmla="*/ 3581043 h 6858000"/>
              <a:gd name="connsiteX689" fmla="*/ 1702258 w 7467600"/>
              <a:gd name="connsiteY689" fmla="*/ 3612286 h 6858000"/>
              <a:gd name="connsiteX690" fmla="*/ 1538370 w 7467600"/>
              <a:gd name="connsiteY690" fmla="*/ 3811804 h 6858000"/>
              <a:gd name="connsiteX691" fmla="*/ 542867 w 7467600"/>
              <a:gd name="connsiteY691" fmla="*/ 4944092 h 6858000"/>
              <a:gd name="connsiteX692" fmla="*/ 515800 w 7467600"/>
              <a:gd name="connsiteY692" fmla="*/ 4862180 h 6858000"/>
              <a:gd name="connsiteX693" fmla="*/ 909145 w 7467600"/>
              <a:gd name="connsiteY693" fmla="*/ 4199225 h 6858000"/>
              <a:gd name="connsiteX694" fmla="*/ 1214067 w 7467600"/>
              <a:gd name="connsiteY694" fmla="*/ 3908561 h 6858000"/>
              <a:gd name="connsiteX695" fmla="*/ 640967 w 7467600"/>
              <a:gd name="connsiteY695" fmla="*/ 4105601 h 6858000"/>
              <a:gd name="connsiteX696" fmla="*/ 112563 w 7467600"/>
              <a:gd name="connsiteY696" fmla="*/ 4396952 h 6858000"/>
              <a:gd name="connsiteX697" fmla="*/ 0 w 7467600"/>
              <a:gd name="connsiteY697" fmla="*/ 4466006 h 6858000"/>
              <a:gd name="connsiteX698" fmla="*/ 0 w 7467600"/>
              <a:gd name="connsiteY698" fmla="*/ 4233763 h 6858000"/>
              <a:gd name="connsiteX699" fmla="*/ 36881 w 7467600"/>
              <a:gd name="connsiteY699" fmla="*/ 4200118 h 6858000"/>
              <a:gd name="connsiteX700" fmla="*/ 910534 w 7467600"/>
              <a:gd name="connsiteY700" fmla="*/ 3629753 h 6858000"/>
              <a:gd name="connsiteX701" fmla="*/ 1578717 w 7467600"/>
              <a:gd name="connsiteY701" fmla="*/ 3575982 h 6858000"/>
              <a:gd name="connsiteX702" fmla="*/ 2338780 w 7467600"/>
              <a:gd name="connsiteY702" fmla="*/ 3033725 h 6858000"/>
              <a:gd name="connsiteX703" fmla="*/ 1807991 w 7467600"/>
              <a:gd name="connsiteY703" fmla="*/ 2807184 h 6858000"/>
              <a:gd name="connsiteX704" fmla="*/ 1416358 w 7467600"/>
              <a:gd name="connsiteY704" fmla="*/ 3112571 h 6858000"/>
              <a:gd name="connsiteX705" fmla="*/ 939066 w 7467600"/>
              <a:gd name="connsiteY705" fmla="*/ 3378798 h 6858000"/>
              <a:gd name="connsiteX706" fmla="*/ 115099 w 7467600"/>
              <a:gd name="connsiteY706" fmla="*/ 3607650 h 6858000"/>
              <a:gd name="connsiteX707" fmla="*/ 97284 w 7467600"/>
              <a:gd name="connsiteY707" fmla="*/ 3520393 h 6858000"/>
              <a:gd name="connsiteX708" fmla="*/ 922050 w 7467600"/>
              <a:gd name="connsiteY708" fmla="*/ 3074867 h 6858000"/>
              <a:gd name="connsiteX709" fmla="*/ 1405265 w 7467600"/>
              <a:gd name="connsiteY709" fmla="*/ 3016319 h 6858000"/>
              <a:gd name="connsiteX710" fmla="*/ 1407512 w 7467600"/>
              <a:gd name="connsiteY710" fmla="*/ 3018001 h 6858000"/>
              <a:gd name="connsiteX711" fmla="*/ 1726266 w 7467600"/>
              <a:gd name="connsiteY711" fmla="*/ 2777274 h 6858000"/>
              <a:gd name="connsiteX712" fmla="*/ 625390 w 7467600"/>
              <a:gd name="connsiteY712" fmla="*/ 2514541 h 6858000"/>
              <a:gd name="connsiteX713" fmla="*/ 619799 w 7467600"/>
              <a:gd name="connsiteY713" fmla="*/ 2527180 h 6858000"/>
              <a:gd name="connsiteX714" fmla="*/ 310030 w 7467600"/>
              <a:gd name="connsiteY714" fmla="*/ 2771818 h 6858000"/>
              <a:gd name="connsiteX715" fmla="*/ 173877 w 7467600"/>
              <a:gd name="connsiteY715" fmla="*/ 2937056 h 6858000"/>
              <a:gd name="connsiteX716" fmla="*/ 77889 w 7467600"/>
              <a:gd name="connsiteY716" fmla="*/ 3138440 h 6858000"/>
              <a:gd name="connsiteX717" fmla="*/ 0 w 7467600"/>
              <a:gd name="connsiteY717" fmla="*/ 3271395 h 6858000"/>
              <a:gd name="connsiteX718" fmla="*/ 0 w 7467600"/>
              <a:gd name="connsiteY718" fmla="*/ 3153002 h 6858000"/>
              <a:gd name="connsiteX719" fmla="*/ 2386 w 7467600"/>
              <a:gd name="connsiteY719" fmla="*/ 3149203 h 6858000"/>
              <a:gd name="connsiteX720" fmla="*/ 89753 w 7467600"/>
              <a:gd name="connsiteY720" fmla="*/ 2987702 h 6858000"/>
              <a:gd name="connsiteX721" fmla="*/ 76869 w 7467600"/>
              <a:gd name="connsiteY721" fmla="*/ 3005404 h 6858000"/>
              <a:gd name="connsiteX722" fmla="*/ 32049 w 7467600"/>
              <a:gd name="connsiteY722" fmla="*/ 3065814 h 6858000"/>
              <a:gd name="connsiteX723" fmla="*/ 0 w 7467600"/>
              <a:gd name="connsiteY723" fmla="*/ 3108744 h 6858000"/>
              <a:gd name="connsiteX724" fmla="*/ 0 w 7467600"/>
              <a:gd name="connsiteY724" fmla="*/ 3058059 h 6858000"/>
              <a:gd name="connsiteX725" fmla="*/ 7610 w 7467600"/>
              <a:gd name="connsiteY725" fmla="*/ 3047889 h 6858000"/>
              <a:gd name="connsiteX726" fmla="*/ 52419 w 7467600"/>
              <a:gd name="connsiteY726" fmla="*/ 2987479 h 6858000"/>
              <a:gd name="connsiteX727" fmla="*/ 59142 w 7467600"/>
              <a:gd name="connsiteY727" fmla="*/ 2978488 h 6858000"/>
              <a:gd name="connsiteX728" fmla="*/ 0 w 7467600"/>
              <a:gd name="connsiteY728" fmla="*/ 3015334 h 6858000"/>
              <a:gd name="connsiteX729" fmla="*/ 0 w 7467600"/>
              <a:gd name="connsiteY729" fmla="*/ 2914286 h 6858000"/>
              <a:gd name="connsiteX730" fmla="*/ 36383 w 7467600"/>
              <a:gd name="connsiteY730" fmla="*/ 2901128 h 6858000"/>
              <a:gd name="connsiteX731" fmla="*/ 156329 w 7467600"/>
              <a:gd name="connsiteY731" fmla="*/ 2840533 h 6858000"/>
              <a:gd name="connsiteX732" fmla="*/ 358355 w 7467600"/>
              <a:gd name="connsiteY732" fmla="*/ 2620471 h 6858000"/>
              <a:gd name="connsiteX733" fmla="*/ 510577 w 7467600"/>
              <a:gd name="connsiteY733" fmla="*/ 2501244 h 6858000"/>
              <a:gd name="connsiteX734" fmla="*/ 211967 w 7467600"/>
              <a:gd name="connsiteY734" fmla="*/ 2479171 h 6858000"/>
              <a:gd name="connsiteX735" fmla="*/ 0 w 7467600"/>
              <a:gd name="connsiteY735" fmla="*/ 2476398 h 6858000"/>
              <a:gd name="connsiteX736" fmla="*/ 0 w 7467600"/>
              <a:gd name="connsiteY736" fmla="*/ 2389189 h 6858000"/>
              <a:gd name="connsiteX737" fmla="*/ 103062 w 7467600"/>
              <a:gd name="connsiteY737" fmla="*/ 2389518 h 6858000"/>
              <a:gd name="connsiteX738" fmla="*/ 510734 w 7467600"/>
              <a:gd name="connsiteY738" fmla="*/ 2416201 h 6858000"/>
              <a:gd name="connsiteX739" fmla="*/ 279257 w 7467600"/>
              <a:gd name="connsiteY739" fmla="*/ 2092102 h 6858000"/>
              <a:gd name="connsiteX740" fmla="*/ 65265 w 7467600"/>
              <a:gd name="connsiteY740" fmla="*/ 2006049 h 6858000"/>
              <a:gd name="connsiteX741" fmla="*/ 0 w 7467600"/>
              <a:gd name="connsiteY741" fmla="*/ 1982532 h 6858000"/>
              <a:gd name="connsiteX742" fmla="*/ 0 w 7467600"/>
              <a:gd name="connsiteY742" fmla="*/ 1912789 h 6858000"/>
              <a:gd name="connsiteX743" fmla="*/ 97460 w 7467600"/>
              <a:gd name="connsiteY743" fmla="*/ 1953725 h 6858000"/>
              <a:gd name="connsiteX744" fmla="*/ 221272 w 7467600"/>
              <a:gd name="connsiteY744" fmla="*/ 1980766 h 6858000"/>
              <a:gd name="connsiteX745" fmla="*/ 116765 w 7467600"/>
              <a:gd name="connsiteY745" fmla="*/ 1911033 h 6858000"/>
              <a:gd name="connsiteX746" fmla="*/ 16405 w 7467600"/>
              <a:gd name="connsiteY746" fmla="*/ 1803412 h 6858000"/>
              <a:gd name="connsiteX747" fmla="*/ 0 w 7467600"/>
              <a:gd name="connsiteY747" fmla="*/ 1784777 h 6858000"/>
              <a:gd name="connsiteX748" fmla="*/ 0 w 7467600"/>
              <a:gd name="connsiteY748" fmla="*/ 1740082 h 6858000"/>
              <a:gd name="connsiteX749" fmla="*/ 39394 w 7467600"/>
              <a:gd name="connsiteY749" fmla="*/ 1784856 h 6858000"/>
              <a:gd name="connsiteX750" fmla="*/ 135813 w 7467600"/>
              <a:gd name="connsiteY750" fmla="*/ 1888838 h 6858000"/>
              <a:gd name="connsiteX751" fmla="*/ 242575 w 7467600"/>
              <a:gd name="connsiteY751" fmla="*/ 1958841 h 6858000"/>
              <a:gd name="connsiteX752" fmla="*/ 82197 w 7467600"/>
              <a:gd name="connsiteY752" fmla="*/ 1754826 h 6858000"/>
              <a:gd name="connsiteX753" fmla="*/ 0 w 7467600"/>
              <a:gd name="connsiteY753" fmla="*/ 1679650 h 6858000"/>
              <a:gd name="connsiteX754" fmla="*/ 0 w 7467600"/>
              <a:gd name="connsiteY754" fmla="*/ 1602463 h 6858000"/>
              <a:gd name="connsiteX755" fmla="*/ 84689 w 7467600"/>
              <a:gd name="connsiteY755" fmla="*/ 1677442 h 6858000"/>
              <a:gd name="connsiteX756" fmla="*/ 298437 w 7467600"/>
              <a:gd name="connsiteY756" fmla="*/ 1968019 h 6858000"/>
              <a:gd name="connsiteX757" fmla="*/ 227269 w 7467600"/>
              <a:gd name="connsiteY757" fmla="*/ 1114064 h 6858000"/>
              <a:gd name="connsiteX758" fmla="*/ 248003 w 7467600"/>
              <a:gd name="connsiteY758" fmla="*/ 1089613 h 6858000"/>
              <a:gd name="connsiteX759" fmla="*/ 427020 w 7467600"/>
              <a:gd name="connsiteY759" fmla="*/ 1619803 h 6858000"/>
              <a:gd name="connsiteX760" fmla="*/ 340345 w 7467600"/>
              <a:gd name="connsiteY760" fmla="*/ 2027739 h 6858000"/>
              <a:gd name="connsiteX761" fmla="*/ 360865 w 7467600"/>
              <a:gd name="connsiteY761" fmla="*/ 2044827 h 6858000"/>
              <a:gd name="connsiteX762" fmla="*/ 560414 w 7467600"/>
              <a:gd name="connsiteY762" fmla="*/ 2421457 h 6858000"/>
              <a:gd name="connsiteX763" fmla="*/ 1359703 w 7467600"/>
              <a:gd name="connsiteY763" fmla="*/ 2578554 h 6858000"/>
              <a:gd name="connsiteX764" fmla="*/ 1359422 w 7467600"/>
              <a:gd name="connsiteY764" fmla="*/ 2577994 h 6858000"/>
              <a:gd name="connsiteX765" fmla="*/ 828701 w 7467600"/>
              <a:gd name="connsiteY765" fmla="*/ 1839520 h 6858000"/>
              <a:gd name="connsiteX766" fmla="*/ 494427 w 7467600"/>
              <a:gd name="connsiteY766" fmla="*/ 1092333 h 6858000"/>
              <a:gd name="connsiteX767" fmla="*/ 506322 w 7467600"/>
              <a:gd name="connsiteY767" fmla="*/ 1020997 h 6858000"/>
              <a:gd name="connsiteX768" fmla="*/ 4570198 w 7467600"/>
              <a:gd name="connsiteY768" fmla="*/ 978081 h 6858000"/>
              <a:gd name="connsiteX769" fmla="*/ 4523691 w 7467600"/>
              <a:gd name="connsiteY769" fmla="*/ 1127776 h 6858000"/>
              <a:gd name="connsiteX770" fmla="*/ 4509875 w 7467600"/>
              <a:gd name="connsiteY770" fmla="*/ 1167552 h 6858000"/>
              <a:gd name="connsiteX771" fmla="*/ 4478168 w 7467600"/>
              <a:gd name="connsiteY771" fmla="*/ 1260735 h 6858000"/>
              <a:gd name="connsiteX772" fmla="*/ 4409309 w 7467600"/>
              <a:gd name="connsiteY772" fmla="*/ 1666996 h 6858000"/>
              <a:gd name="connsiteX773" fmla="*/ 4370031 w 7467600"/>
              <a:gd name="connsiteY773" fmla="*/ 1955666 h 6858000"/>
              <a:gd name="connsiteX774" fmla="*/ 4570198 w 7467600"/>
              <a:gd name="connsiteY774" fmla="*/ 978081 h 6858000"/>
              <a:gd name="connsiteX775" fmla="*/ 4557898 w 7467600"/>
              <a:gd name="connsiteY775" fmla="*/ 900011 h 6858000"/>
              <a:gd name="connsiteX776" fmla="*/ 4344840 w 7467600"/>
              <a:gd name="connsiteY776" fmla="*/ 1922038 h 6858000"/>
              <a:gd name="connsiteX777" fmla="*/ 4378710 w 7467600"/>
              <a:gd name="connsiteY777" fmla="*/ 1665516 h 6858000"/>
              <a:gd name="connsiteX778" fmla="*/ 4448798 w 7467600"/>
              <a:gd name="connsiteY778" fmla="*/ 1253024 h 6858000"/>
              <a:gd name="connsiteX779" fmla="*/ 4480315 w 7467600"/>
              <a:gd name="connsiteY779" fmla="*/ 1158454 h 6858000"/>
              <a:gd name="connsiteX780" fmla="*/ 4494133 w 7467600"/>
              <a:gd name="connsiteY780" fmla="*/ 1118676 h 6858000"/>
              <a:gd name="connsiteX781" fmla="*/ 4557898 w 7467600"/>
              <a:gd name="connsiteY781" fmla="*/ 900011 h 6858000"/>
              <a:gd name="connsiteX782" fmla="*/ 5870151 w 7467600"/>
              <a:gd name="connsiteY782" fmla="*/ 898890 h 6858000"/>
              <a:gd name="connsiteX783" fmla="*/ 5861335 w 7467600"/>
              <a:gd name="connsiteY783" fmla="*/ 899177 h 6858000"/>
              <a:gd name="connsiteX784" fmla="*/ 5843702 w 7467600"/>
              <a:gd name="connsiteY784" fmla="*/ 899748 h 6858000"/>
              <a:gd name="connsiteX785" fmla="*/ 5651107 w 7467600"/>
              <a:gd name="connsiteY785" fmla="*/ 920306 h 6858000"/>
              <a:gd name="connsiteX786" fmla="*/ 5459407 w 7467600"/>
              <a:gd name="connsiteY786" fmla="*/ 940975 h 6858000"/>
              <a:gd name="connsiteX787" fmla="*/ 5374846 w 7467600"/>
              <a:gd name="connsiteY787" fmla="*/ 941988 h 6858000"/>
              <a:gd name="connsiteX788" fmla="*/ 5256105 w 7467600"/>
              <a:gd name="connsiteY788" fmla="*/ 945632 h 6858000"/>
              <a:gd name="connsiteX789" fmla="*/ 5107071 w 7467600"/>
              <a:gd name="connsiteY789" fmla="*/ 969720 h 6858000"/>
              <a:gd name="connsiteX790" fmla="*/ 4998681 w 7467600"/>
              <a:gd name="connsiteY790" fmla="*/ 988771 h 6858000"/>
              <a:gd name="connsiteX791" fmla="*/ 5870151 w 7467600"/>
              <a:gd name="connsiteY791" fmla="*/ 898890 h 6858000"/>
              <a:gd name="connsiteX792" fmla="*/ 5504425 w 7467600"/>
              <a:gd name="connsiteY792" fmla="*/ 848067 h 6858000"/>
              <a:gd name="connsiteX793" fmla="*/ 4968849 w 7467600"/>
              <a:gd name="connsiteY793" fmla="*/ 962318 h 6858000"/>
              <a:gd name="connsiteX794" fmla="*/ 5104039 w 7467600"/>
              <a:gd name="connsiteY794" fmla="*/ 940634 h 6858000"/>
              <a:gd name="connsiteX795" fmla="*/ 5256311 w 7467600"/>
              <a:gd name="connsiteY795" fmla="*/ 916490 h 6858000"/>
              <a:gd name="connsiteX796" fmla="*/ 5377381 w 7467600"/>
              <a:gd name="connsiteY796" fmla="*/ 912671 h 6858000"/>
              <a:gd name="connsiteX797" fmla="*/ 5460148 w 7467600"/>
              <a:gd name="connsiteY797" fmla="*/ 911442 h 6858000"/>
              <a:gd name="connsiteX798" fmla="*/ 5648971 w 7467600"/>
              <a:gd name="connsiteY798" fmla="*/ 891331 h 6858000"/>
              <a:gd name="connsiteX799" fmla="*/ 5844807 w 7467600"/>
              <a:gd name="connsiteY799" fmla="*/ 870718 h 6858000"/>
              <a:gd name="connsiteX800" fmla="*/ 5862975 w 7467600"/>
              <a:gd name="connsiteY800" fmla="*/ 869756 h 6858000"/>
              <a:gd name="connsiteX801" fmla="*/ 5920887 w 7467600"/>
              <a:gd name="connsiteY801" fmla="*/ 865929 h 6858000"/>
              <a:gd name="connsiteX802" fmla="*/ 5504425 w 7467600"/>
              <a:gd name="connsiteY802" fmla="*/ 848067 h 6858000"/>
              <a:gd name="connsiteX803" fmla="*/ 3607114 w 7467600"/>
              <a:gd name="connsiteY803" fmla="*/ 467441 h 6858000"/>
              <a:gd name="connsiteX804" fmla="*/ 3296242 w 7467600"/>
              <a:gd name="connsiteY804" fmla="*/ 807991 h 6858000"/>
              <a:gd name="connsiteX805" fmla="*/ 3174674 w 7467600"/>
              <a:gd name="connsiteY805" fmla="*/ 919759 h 6858000"/>
              <a:gd name="connsiteX806" fmla="*/ 3042978 w 7467600"/>
              <a:gd name="connsiteY806" fmla="*/ 1054894 h 6858000"/>
              <a:gd name="connsiteX807" fmla="*/ 2968914 w 7467600"/>
              <a:gd name="connsiteY807" fmla="*/ 1133756 h 6858000"/>
              <a:gd name="connsiteX808" fmla="*/ 3103823 w 7467600"/>
              <a:gd name="connsiteY808" fmla="*/ 1026814 h 6858000"/>
              <a:gd name="connsiteX809" fmla="*/ 3607114 w 7467600"/>
              <a:gd name="connsiteY809" fmla="*/ 467441 h 6858000"/>
              <a:gd name="connsiteX810" fmla="*/ 3744487 w 7467600"/>
              <a:gd name="connsiteY810" fmla="*/ 383136 h 6858000"/>
              <a:gd name="connsiteX811" fmla="*/ 3970213 w 7467600"/>
              <a:gd name="connsiteY811" fmla="*/ 995559 h 6858000"/>
              <a:gd name="connsiteX812" fmla="*/ 3744487 w 7467600"/>
              <a:gd name="connsiteY812" fmla="*/ 383136 h 6858000"/>
              <a:gd name="connsiteX813" fmla="*/ 3624562 w 7467600"/>
              <a:gd name="connsiteY813" fmla="*/ 367041 h 6858000"/>
              <a:gd name="connsiteX814" fmla="*/ 3489712 w 7467600"/>
              <a:gd name="connsiteY814" fmla="*/ 485386 h 6858000"/>
              <a:gd name="connsiteX815" fmla="*/ 3182994 w 7467600"/>
              <a:gd name="connsiteY815" fmla="*/ 828265 h 6858000"/>
              <a:gd name="connsiteX816" fmla="*/ 2892114 w 7467600"/>
              <a:gd name="connsiteY816" fmla="*/ 1172635 h 6858000"/>
              <a:gd name="connsiteX817" fmla="*/ 3021459 w 7467600"/>
              <a:gd name="connsiteY817" fmla="*/ 1035385 h 6858000"/>
              <a:gd name="connsiteX818" fmla="*/ 3153873 w 7467600"/>
              <a:gd name="connsiteY818" fmla="*/ 898971 h 6858000"/>
              <a:gd name="connsiteX819" fmla="*/ 3276511 w 7467600"/>
              <a:gd name="connsiteY819" fmla="*/ 786423 h 6858000"/>
              <a:gd name="connsiteX820" fmla="*/ 3584154 w 7467600"/>
              <a:gd name="connsiteY820" fmla="*/ 448218 h 6858000"/>
              <a:gd name="connsiteX821" fmla="*/ 3624562 w 7467600"/>
              <a:gd name="connsiteY821" fmla="*/ 367041 h 6858000"/>
              <a:gd name="connsiteX822" fmla="*/ 3766672 w 7467600"/>
              <a:gd name="connsiteY822" fmla="*/ 359429 h 6858000"/>
              <a:gd name="connsiteX823" fmla="*/ 3996338 w 7467600"/>
              <a:gd name="connsiteY823" fmla="*/ 968237 h 6858000"/>
              <a:gd name="connsiteX824" fmla="*/ 3766672 w 7467600"/>
              <a:gd name="connsiteY824" fmla="*/ 359429 h 6858000"/>
              <a:gd name="connsiteX825" fmla="*/ 5805386 w 7467600"/>
              <a:gd name="connsiteY825" fmla="*/ 239240 h 6858000"/>
              <a:gd name="connsiteX826" fmla="*/ 5736947 w 7467600"/>
              <a:gd name="connsiteY826" fmla="*/ 261367 h 6858000"/>
              <a:gd name="connsiteX827" fmla="*/ 5427012 w 7467600"/>
              <a:gd name="connsiteY827" fmla="*/ 311272 h 6858000"/>
              <a:gd name="connsiteX828" fmla="*/ 5147818 w 7467600"/>
              <a:gd name="connsiteY828" fmla="*/ 322112 h 6858000"/>
              <a:gd name="connsiteX829" fmla="*/ 5060854 w 7467600"/>
              <a:gd name="connsiteY829" fmla="*/ 311882 h 6858000"/>
              <a:gd name="connsiteX830" fmla="*/ 4945989 w 7467600"/>
              <a:gd name="connsiteY830" fmla="*/ 300516 h 6858000"/>
              <a:gd name="connsiteX831" fmla="*/ 5410479 w 7467600"/>
              <a:gd name="connsiteY831" fmla="*/ 348434 h 6858000"/>
              <a:gd name="connsiteX832" fmla="*/ 5805386 w 7467600"/>
              <a:gd name="connsiteY832" fmla="*/ 239240 h 6858000"/>
              <a:gd name="connsiteX833" fmla="*/ 5905192 w 7467600"/>
              <a:gd name="connsiteY833" fmla="*/ 163079 h 6858000"/>
              <a:gd name="connsiteX834" fmla="*/ 5865655 w 7467600"/>
              <a:gd name="connsiteY834" fmla="*/ 171901 h 6858000"/>
              <a:gd name="connsiteX835" fmla="*/ 5259740 w 7467600"/>
              <a:gd name="connsiteY835" fmla="*/ 257013 h 6858000"/>
              <a:gd name="connsiteX836" fmla="*/ 5208466 w 7467600"/>
              <a:gd name="connsiteY836" fmla="*/ 257550 h 6858000"/>
              <a:gd name="connsiteX837" fmla="*/ 4980204 w 7467600"/>
              <a:gd name="connsiteY837" fmla="*/ 271903 h 6858000"/>
              <a:gd name="connsiteX838" fmla="*/ 5068068 w 7467600"/>
              <a:gd name="connsiteY838" fmla="*/ 282244 h 6858000"/>
              <a:gd name="connsiteX839" fmla="*/ 5153231 w 7467600"/>
              <a:gd name="connsiteY839" fmla="*/ 292240 h 6858000"/>
              <a:gd name="connsiteX840" fmla="*/ 5426491 w 7467600"/>
              <a:gd name="connsiteY840" fmla="*/ 281128 h 6858000"/>
              <a:gd name="connsiteX841" fmla="*/ 5731212 w 7467600"/>
              <a:gd name="connsiteY841" fmla="*/ 231951 h 6858000"/>
              <a:gd name="connsiteX842" fmla="*/ 5905192 w 7467600"/>
              <a:gd name="connsiteY842" fmla="*/ 163079 h 6858000"/>
              <a:gd name="connsiteX843" fmla="*/ 5944437 w 7467600"/>
              <a:gd name="connsiteY843" fmla="*/ 113829 h 6858000"/>
              <a:gd name="connsiteX844" fmla="*/ 5825032 w 7467600"/>
              <a:gd name="connsiteY844" fmla="*/ 146405 h 6858000"/>
              <a:gd name="connsiteX845" fmla="*/ 4955599 w 7467600"/>
              <a:gd name="connsiteY845" fmla="*/ 247008 h 6858000"/>
              <a:gd name="connsiteX846" fmla="*/ 5210104 w 7467600"/>
              <a:gd name="connsiteY846" fmla="*/ 228123 h 6858000"/>
              <a:gd name="connsiteX847" fmla="*/ 5261015 w 7467600"/>
              <a:gd name="connsiteY847" fmla="*/ 227087 h 6858000"/>
              <a:gd name="connsiteX848" fmla="*/ 5861181 w 7467600"/>
              <a:gd name="connsiteY848" fmla="*/ 143093 h 6858000"/>
              <a:gd name="connsiteX849" fmla="*/ 5961252 w 7467600"/>
              <a:gd name="connsiteY849" fmla="*/ 114820 h 6858000"/>
              <a:gd name="connsiteX850" fmla="*/ 5944437 w 7467600"/>
              <a:gd name="connsiteY850" fmla="*/ 113829 h 6858000"/>
              <a:gd name="connsiteX851" fmla="*/ 3882765 w 7467600"/>
              <a:gd name="connsiteY851" fmla="*/ 0 h 6858000"/>
              <a:gd name="connsiteX852" fmla="*/ 3995099 w 7467600"/>
              <a:gd name="connsiteY852" fmla="*/ 0 h 6858000"/>
              <a:gd name="connsiteX853" fmla="*/ 4163818 w 7467600"/>
              <a:gd name="connsiteY853" fmla="*/ 234104 h 6858000"/>
              <a:gd name="connsiteX854" fmla="*/ 4172099 w 7467600"/>
              <a:gd name="connsiteY854" fmla="*/ 234207 h 6858000"/>
              <a:gd name="connsiteX855" fmla="*/ 4784282 w 7467600"/>
              <a:gd name="connsiteY855" fmla="*/ 276561 h 6858000"/>
              <a:gd name="connsiteX856" fmla="*/ 4801687 w 7467600"/>
              <a:gd name="connsiteY856" fmla="*/ 267764 h 6858000"/>
              <a:gd name="connsiteX857" fmla="*/ 6082788 w 7467600"/>
              <a:gd name="connsiteY857" fmla="*/ 64119 h 6858000"/>
              <a:gd name="connsiteX858" fmla="*/ 6099442 w 7467600"/>
              <a:gd name="connsiteY858" fmla="*/ 82568 h 6858000"/>
              <a:gd name="connsiteX859" fmla="*/ 4804137 w 7467600"/>
              <a:gd name="connsiteY859" fmla="*/ 320931 h 6858000"/>
              <a:gd name="connsiteX860" fmla="*/ 4227047 w 7467600"/>
              <a:gd name="connsiteY860" fmla="*/ 313415 h 6858000"/>
              <a:gd name="connsiteX861" fmla="*/ 4346041 w 7467600"/>
              <a:gd name="connsiteY861" fmla="*/ 456086 h 6858000"/>
              <a:gd name="connsiteX862" fmla="*/ 4870967 w 7467600"/>
              <a:gd name="connsiteY862" fmla="*/ 963061 h 6858000"/>
              <a:gd name="connsiteX863" fmla="*/ 4889647 w 7467600"/>
              <a:gd name="connsiteY863" fmla="*/ 957147 h 6858000"/>
              <a:gd name="connsiteX864" fmla="*/ 5422504 w 7467600"/>
              <a:gd name="connsiteY864" fmla="*/ 805191 h 6858000"/>
              <a:gd name="connsiteX865" fmla="*/ 6087656 w 7467600"/>
              <a:gd name="connsiteY865" fmla="*/ 826703 h 6858000"/>
              <a:gd name="connsiteX866" fmla="*/ 6058717 w 7467600"/>
              <a:gd name="connsiteY866" fmla="*/ 865992 h 6858000"/>
              <a:gd name="connsiteX867" fmla="*/ 4974153 w 7467600"/>
              <a:gd name="connsiteY867" fmla="*/ 1045456 h 6858000"/>
              <a:gd name="connsiteX868" fmla="*/ 5627835 w 7467600"/>
              <a:gd name="connsiteY868" fmla="*/ 1472077 h 6858000"/>
              <a:gd name="connsiteX869" fmla="*/ 5629817 w 7467600"/>
              <a:gd name="connsiteY869" fmla="*/ 1471412 h 6858000"/>
              <a:gd name="connsiteX870" fmla="*/ 5634124 w 7467600"/>
              <a:gd name="connsiteY870" fmla="*/ 1470572 h 6858000"/>
              <a:gd name="connsiteX871" fmla="*/ 5755832 w 7467600"/>
              <a:gd name="connsiteY871" fmla="*/ 1383886 h 6858000"/>
              <a:gd name="connsiteX872" fmla="*/ 6014186 w 7467600"/>
              <a:gd name="connsiteY872" fmla="*/ 1279799 h 6858000"/>
              <a:gd name="connsiteX873" fmla="*/ 6901619 w 7467600"/>
              <a:gd name="connsiteY873" fmla="*/ 1047874 h 6858000"/>
              <a:gd name="connsiteX874" fmla="*/ 6931566 w 7467600"/>
              <a:gd name="connsiteY874" fmla="*/ 1062034 h 6858000"/>
              <a:gd name="connsiteX875" fmla="*/ 5790982 w 7467600"/>
              <a:gd name="connsiteY875" fmla="*/ 1561380 h 6858000"/>
              <a:gd name="connsiteX876" fmla="*/ 6188971 w 7467600"/>
              <a:gd name="connsiteY876" fmla="*/ 1755168 h 6858000"/>
              <a:gd name="connsiteX877" fmla="*/ 6202446 w 7467600"/>
              <a:gd name="connsiteY877" fmla="*/ 1752268 h 6858000"/>
              <a:gd name="connsiteX878" fmla="*/ 7179560 w 7467600"/>
              <a:gd name="connsiteY878" fmla="*/ 1467551 h 6858000"/>
              <a:gd name="connsiteX879" fmla="*/ 7158730 w 7467600"/>
              <a:gd name="connsiteY879" fmla="*/ 1507835 h 6858000"/>
              <a:gd name="connsiteX880" fmla="*/ 6326959 w 7467600"/>
              <a:gd name="connsiteY880" fmla="*/ 1817686 h 6858000"/>
              <a:gd name="connsiteX881" fmla="*/ 6537433 w 7467600"/>
              <a:gd name="connsiteY881" fmla="*/ 1907790 h 6858000"/>
              <a:gd name="connsiteX882" fmla="*/ 6550221 w 7467600"/>
              <a:gd name="connsiteY882" fmla="*/ 1910729 h 6858000"/>
              <a:gd name="connsiteX883" fmla="*/ 6964438 w 7467600"/>
              <a:gd name="connsiteY883" fmla="*/ 2209505 h 6858000"/>
              <a:gd name="connsiteX884" fmla="*/ 7367862 w 7467600"/>
              <a:gd name="connsiteY884" fmla="*/ 2806833 h 6858000"/>
              <a:gd name="connsiteX885" fmla="*/ 7364329 w 7467600"/>
              <a:gd name="connsiteY885" fmla="*/ 2826907 h 6858000"/>
              <a:gd name="connsiteX886" fmla="*/ 7290545 w 7467600"/>
              <a:gd name="connsiteY886" fmla="*/ 2850663 h 6858000"/>
              <a:gd name="connsiteX887" fmla="*/ 6472036 w 7467600"/>
              <a:gd name="connsiteY887" fmla="*/ 1959003 h 6858000"/>
              <a:gd name="connsiteX888" fmla="*/ 5792897 w 7467600"/>
              <a:gd name="connsiteY888" fmla="*/ 1647747 h 6858000"/>
              <a:gd name="connsiteX889" fmla="*/ 5842751 w 7467600"/>
              <a:gd name="connsiteY889" fmla="*/ 1816112 h 6858000"/>
              <a:gd name="connsiteX890" fmla="*/ 5847424 w 7467600"/>
              <a:gd name="connsiteY890" fmla="*/ 1815776 h 6858000"/>
              <a:gd name="connsiteX891" fmla="*/ 6399821 w 7467600"/>
              <a:gd name="connsiteY891" fmla="*/ 2344799 h 6858000"/>
              <a:gd name="connsiteX892" fmla="*/ 6323232 w 7467600"/>
              <a:gd name="connsiteY892" fmla="*/ 2389634 h 6858000"/>
              <a:gd name="connsiteX893" fmla="*/ 5942958 w 7467600"/>
              <a:gd name="connsiteY893" fmla="*/ 2077708 h 6858000"/>
              <a:gd name="connsiteX894" fmla="*/ 5921559 w 7467600"/>
              <a:gd name="connsiteY894" fmla="*/ 2378596 h 6858000"/>
              <a:gd name="connsiteX895" fmla="*/ 5817651 w 7467600"/>
              <a:gd name="connsiteY895" fmla="*/ 3023919 h 6858000"/>
              <a:gd name="connsiteX896" fmla="*/ 5729634 w 7467600"/>
              <a:gd name="connsiteY896" fmla="*/ 3051849 h 6858000"/>
              <a:gd name="connsiteX897" fmla="*/ 5611018 w 7467600"/>
              <a:gd name="connsiteY897" fmla="*/ 2316769 h 6858000"/>
              <a:gd name="connsiteX898" fmla="*/ 5687608 w 7467600"/>
              <a:gd name="connsiteY898" fmla="*/ 2039972 h 6858000"/>
              <a:gd name="connsiteX899" fmla="*/ 5657554 w 7467600"/>
              <a:gd name="connsiteY899" fmla="*/ 1576445 h 6858000"/>
              <a:gd name="connsiteX900" fmla="*/ 5150475 w 7467600"/>
              <a:gd name="connsiteY900" fmla="*/ 1274012 h 6858000"/>
              <a:gd name="connsiteX901" fmla="*/ 5349142 w 7467600"/>
              <a:gd name="connsiteY901" fmla="*/ 2204405 h 6858000"/>
              <a:gd name="connsiteX902" fmla="*/ 5262214 w 7467600"/>
              <a:gd name="connsiteY902" fmla="*/ 2233836 h 6858000"/>
              <a:gd name="connsiteX903" fmla="*/ 4981539 w 7467600"/>
              <a:gd name="connsiteY903" fmla="*/ 1542201 h 6858000"/>
              <a:gd name="connsiteX904" fmla="*/ 4958461 w 7467600"/>
              <a:gd name="connsiteY904" fmla="*/ 1136957 h 6858000"/>
              <a:gd name="connsiteX905" fmla="*/ 4655015 w 7467600"/>
              <a:gd name="connsiteY905" fmla="*/ 891426 h 6858000"/>
              <a:gd name="connsiteX906" fmla="*/ 4348002 w 7467600"/>
              <a:gd name="connsiteY906" fmla="*/ 2205895 h 6858000"/>
              <a:gd name="connsiteX907" fmla="*/ 4262250 w 7467600"/>
              <a:gd name="connsiteY907" fmla="*/ 2219972 h 6858000"/>
              <a:gd name="connsiteX908" fmla="*/ 4550611 w 7467600"/>
              <a:gd name="connsiteY908" fmla="*/ 817540 h 6858000"/>
              <a:gd name="connsiteX909" fmla="*/ 4564418 w 7467600"/>
              <a:gd name="connsiteY909" fmla="*/ 808293 h 6858000"/>
              <a:gd name="connsiteX910" fmla="*/ 4266388 w 7467600"/>
              <a:gd name="connsiteY910" fmla="*/ 500083 h 6858000"/>
              <a:gd name="connsiteX911" fmla="*/ 4032842 w 7467600"/>
              <a:gd name="connsiteY911" fmla="*/ 211809 h 6858000"/>
              <a:gd name="connsiteX912" fmla="*/ 3882765 w 7467600"/>
              <a:gd name="connsiteY912" fmla="*/ 0 h 6858000"/>
              <a:gd name="connsiteX913" fmla="*/ 3721337 w 7467600"/>
              <a:gd name="connsiteY913" fmla="*/ 0 h 6858000"/>
              <a:gd name="connsiteX914" fmla="*/ 3797544 w 7467600"/>
              <a:gd name="connsiteY914" fmla="*/ 0 h 6858000"/>
              <a:gd name="connsiteX915" fmla="*/ 3775734 w 7467600"/>
              <a:gd name="connsiteY915" fmla="*/ 95131 h 6858000"/>
              <a:gd name="connsiteX916" fmla="*/ 3724807 w 7467600"/>
              <a:gd name="connsiteY916" fmla="*/ 272257 h 6858000"/>
              <a:gd name="connsiteX917" fmla="*/ 3726844 w 7467600"/>
              <a:gd name="connsiteY917" fmla="*/ 282988 h 6858000"/>
              <a:gd name="connsiteX918" fmla="*/ 3742664 w 7467600"/>
              <a:gd name="connsiteY918" fmla="*/ 279918 h 6858000"/>
              <a:gd name="connsiteX919" fmla="*/ 4103910 w 7467600"/>
              <a:gd name="connsiteY919" fmla="*/ 1161917 h 6858000"/>
              <a:gd name="connsiteX920" fmla="*/ 4020269 w 7467600"/>
              <a:gd name="connsiteY920" fmla="*/ 1200406 h 6858000"/>
              <a:gd name="connsiteX921" fmla="*/ 3674882 w 7467600"/>
              <a:gd name="connsiteY921" fmla="*/ 488524 h 6858000"/>
              <a:gd name="connsiteX922" fmla="*/ 3132682 w 7467600"/>
              <a:gd name="connsiteY922" fmla="*/ 1072284 h 6858000"/>
              <a:gd name="connsiteX923" fmla="*/ 2716346 w 7467600"/>
              <a:gd name="connsiteY923" fmla="*/ 1276376 h 6858000"/>
              <a:gd name="connsiteX924" fmla="*/ 2716772 w 7467600"/>
              <a:gd name="connsiteY924" fmla="*/ 1255462 h 6858000"/>
              <a:gd name="connsiteX925" fmla="*/ 3471096 w 7467600"/>
              <a:gd name="connsiteY925" fmla="*/ 437072 h 6858000"/>
              <a:gd name="connsiteX926" fmla="*/ 3639057 w 7467600"/>
              <a:gd name="connsiteY926" fmla="*/ 286334 h 6858000"/>
              <a:gd name="connsiteX927" fmla="*/ 3640309 w 7467600"/>
              <a:gd name="connsiteY927" fmla="*/ 284664 h 6858000"/>
              <a:gd name="connsiteX928" fmla="*/ 3646022 w 7467600"/>
              <a:gd name="connsiteY928" fmla="*/ 276711 h 6858000"/>
              <a:gd name="connsiteX929" fmla="*/ 3707943 w 7467600"/>
              <a:gd name="connsiteY929" fmla="*/ 65958 h 6858000"/>
              <a:gd name="connsiteX930" fmla="*/ 3721337 w 7467600"/>
              <a:gd name="connsiteY930" fmla="*/ 0 h 6858000"/>
              <a:gd name="connsiteX931" fmla="*/ 2867960 w 7467600"/>
              <a:gd name="connsiteY931" fmla="*/ 0 h 6858000"/>
              <a:gd name="connsiteX932" fmla="*/ 2926351 w 7467600"/>
              <a:gd name="connsiteY932" fmla="*/ 0 h 6858000"/>
              <a:gd name="connsiteX933" fmla="*/ 2902823 w 7467600"/>
              <a:gd name="connsiteY933" fmla="*/ 262929 h 6858000"/>
              <a:gd name="connsiteX934" fmla="*/ 2940663 w 7467600"/>
              <a:gd name="connsiteY934" fmla="*/ 140884 h 6858000"/>
              <a:gd name="connsiteX935" fmla="*/ 2947039 w 7467600"/>
              <a:gd name="connsiteY935" fmla="*/ 122524 h 6858000"/>
              <a:gd name="connsiteX936" fmla="*/ 2984316 w 7467600"/>
              <a:gd name="connsiteY936" fmla="*/ 0 h 6858000"/>
              <a:gd name="connsiteX937" fmla="*/ 3016114 w 7467600"/>
              <a:gd name="connsiteY937" fmla="*/ 0 h 6858000"/>
              <a:gd name="connsiteX938" fmla="*/ 2979949 w 7467600"/>
              <a:gd name="connsiteY938" fmla="*/ 119274 h 6858000"/>
              <a:gd name="connsiteX939" fmla="*/ 3023879 w 7467600"/>
              <a:gd name="connsiteY939" fmla="*/ 0 h 6858000"/>
              <a:gd name="connsiteX940" fmla="*/ 3105400 w 7467600"/>
              <a:gd name="connsiteY940" fmla="*/ 0 h 6858000"/>
              <a:gd name="connsiteX941" fmla="*/ 3094669 w 7467600"/>
              <a:gd name="connsiteY941" fmla="*/ 30308 h 6858000"/>
              <a:gd name="connsiteX942" fmla="*/ 2901945 w 7467600"/>
              <a:gd name="connsiteY942" fmla="*/ 466538 h 6858000"/>
              <a:gd name="connsiteX943" fmla="*/ 2815209 w 7467600"/>
              <a:gd name="connsiteY943" fmla="*/ 497361 h 6858000"/>
              <a:gd name="connsiteX944" fmla="*/ 2844845 w 7467600"/>
              <a:gd name="connsiteY944" fmla="*/ 127638 h 6858000"/>
              <a:gd name="connsiteX945" fmla="*/ 2867960 w 7467600"/>
              <a:gd name="connsiteY945" fmla="*/ 0 h 6858000"/>
              <a:gd name="connsiteX946" fmla="*/ 1057230 w 7467600"/>
              <a:gd name="connsiteY946" fmla="*/ 0 h 6858000"/>
              <a:gd name="connsiteX947" fmla="*/ 1111003 w 7467600"/>
              <a:gd name="connsiteY947" fmla="*/ 0 h 6858000"/>
              <a:gd name="connsiteX948" fmla="*/ 1125553 w 7467600"/>
              <a:gd name="connsiteY948" fmla="*/ 52588 h 6858000"/>
              <a:gd name="connsiteX949" fmla="*/ 1304276 w 7467600"/>
              <a:gd name="connsiteY949" fmla="*/ 476275 h 6858000"/>
              <a:gd name="connsiteX950" fmla="*/ 1492066 w 7467600"/>
              <a:gd name="connsiteY950" fmla="*/ 886333 h 6858000"/>
              <a:gd name="connsiteX951" fmla="*/ 1423698 w 7467600"/>
              <a:gd name="connsiteY951" fmla="*/ 710817 h 6858000"/>
              <a:gd name="connsiteX952" fmla="*/ 1357609 w 7467600"/>
              <a:gd name="connsiteY952" fmla="*/ 532892 h 6858000"/>
              <a:gd name="connsiteX953" fmla="*/ 1309550 w 7467600"/>
              <a:gd name="connsiteY953" fmla="*/ 374031 h 6858000"/>
              <a:gd name="connsiteX954" fmla="*/ 1193673 w 7467600"/>
              <a:gd name="connsiteY954" fmla="*/ 49533 h 6858000"/>
              <a:gd name="connsiteX955" fmla="*/ 1164391 w 7467600"/>
              <a:gd name="connsiteY955" fmla="*/ 0 h 6858000"/>
              <a:gd name="connsiteX956" fmla="*/ 1200666 w 7467600"/>
              <a:gd name="connsiteY956" fmla="*/ 0 h 6858000"/>
              <a:gd name="connsiteX957" fmla="*/ 1223408 w 7467600"/>
              <a:gd name="connsiteY957" fmla="*/ 38996 h 6858000"/>
              <a:gd name="connsiteX958" fmla="*/ 1339635 w 7467600"/>
              <a:gd name="connsiteY958" fmla="*/ 365517 h 6858000"/>
              <a:gd name="connsiteX959" fmla="*/ 1387469 w 7467600"/>
              <a:gd name="connsiteY959" fmla="*/ 523079 h 6858000"/>
              <a:gd name="connsiteX960" fmla="*/ 1452685 w 7467600"/>
              <a:gd name="connsiteY960" fmla="*/ 699806 h 6858000"/>
              <a:gd name="connsiteX961" fmla="*/ 1492092 w 7467600"/>
              <a:gd name="connsiteY961" fmla="*/ 800424 h 6858000"/>
              <a:gd name="connsiteX962" fmla="*/ 1455302 w 7467600"/>
              <a:gd name="connsiteY962" fmla="*/ 632913 h 6858000"/>
              <a:gd name="connsiteX963" fmla="*/ 1222336 w 7467600"/>
              <a:gd name="connsiteY963" fmla="*/ 9480 h 6858000"/>
              <a:gd name="connsiteX964" fmla="*/ 1214634 w 7467600"/>
              <a:gd name="connsiteY964" fmla="*/ 0 h 6858000"/>
              <a:gd name="connsiteX965" fmla="*/ 1289827 w 7467600"/>
              <a:gd name="connsiteY965" fmla="*/ 0 h 6858000"/>
              <a:gd name="connsiteX966" fmla="*/ 1321076 w 7467600"/>
              <a:gd name="connsiteY966" fmla="*/ 59722 h 6858000"/>
              <a:gd name="connsiteX967" fmla="*/ 1512579 w 7467600"/>
              <a:gd name="connsiteY967" fmla="*/ 626441 h 6858000"/>
              <a:gd name="connsiteX968" fmla="*/ 1506076 w 7467600"/>
              <a:gd name="connsiteY968" fmla="*/ 1089289 h 6858000"/>
              <a:gd name="connsiteX969" fmla="*/ 1486346 w 7467600"/>
              <a:gd name="connsiteY969" fmla="*/ 1079919 h 6858000"/>
              <a:gd name="connsiteX970" fmla="*/ 1070511 w 7467600"/>
              <a:gd name="connsiteY970" fmla="*/ 48609 h 6858000"/>
              <a:gd name="connsiteX971" fmla="*/ 1057230 w 7467600"/>
              <a:gd name="connsiteY971" fmla="*/ 0 h 6858000"/>
              <a:gd name="connsiteX972" fmla="*/ 43151 w 7467600"/>
              <a:gd name="connsiteY972" fmla="*/ 0 h 6858000"/>
              <a:gd name="connsiteX973" fmla="*/ 95283 w 7467600"/>
              <a:gd name="connsiteY973" fmla="*/ 0 h 6858000"/>
              <a:gd name="connsiteX974" fmla="*/ 300708 w 7467600"/>
              <a:gd name="connsiteY974" fmla="*/ 154571 h 6858000"/>
              <a:gd name="connsiteX975" fmla="*/ 530414 w 7467600"/>
              <a:gd name="connsiteY975" fmla="*/ 354673 h 6858000"/>
              <a:gd name="connsiteX976" fmla="*/ 333785 w 7467600"/>
              <a:gd name="connsiteY976" fmla="*/ 161564 h 6858000"/>
              <a:gd name="connsiteX977" fmla="*/ 147005 w 7467600"/>
              <a:gd name="connsiteY977" fmla="*/ 0 h 6858000"/>
              <a:gd name="connsiteX978" fmla="*/ 272509 w 7467600"/>
              <a:gd name="connsiteY978" fmla="*/ 0 h 6858000"/>
              <a:gd name="connsiteX979" fmla="*/ 326276 w 7467600"/>
              <a:gd name="connsiteY979" fmla="*/ 45847 h 6858000"/>
              <a:gd name="connsiteX980" fmla="*/ 823759 w 7467600"/>
              <a:gd name="connsiteY980" fmla="*/ 574145 h 6858000"/>
              <a:gd name="connsiteX981" fmla="*/ 811254 w 7467600"/>
              <a:gd name="connsiteY981" fmla="*/ 665546 h 6858000"/>
              <a:gd name="connsiteX982" fmla="*/ 154042 w 7467600"/>
              <a:gd name="connsiteY982" fmla="*/ 261522 h 6858000"/>
              <a:gd name="connsiteX983" fmla="*/ 13550 w 7467600"/>
              <a:gd name="connsiteY983" fmla="*/ 158423 h 6858000"/>
              <a:gd name="connsiteX984" fmla="*/ 0 w 7467600"/>
              <a:gd name="connsiteY984" fmla="*/ 146618 h 6858000"/>
              <a:gd name="connsiteX985" fmla="*/ 0 w 7467600"/>
              <a:gd name="connsiteY985" fmla="*/ 59161 h 6858000"/>
              <a:gd name="connsiteX986" fmla="*/ 45427 w 7467600"/>
              <a:gd name="connsiteY986" fmla="*/ 101078 h 6858000"/>
              <a:gd name="connsiteX987" fmla="*/ 630103 w 7467600"/>
              <a:gd name="connsiteY987" fmla="*/ 485885 h 6858000"/>
              <a:gd name="connsiteX988" fmla="*/ 532040 w 7467600"/>
              <a:gd name="connsiteY988" fmla="*/ 399359 h 6858000"/>
              <a:gd name="connsiteX989" fmla="*/ 517618 w 7467600"/>
              <a:gd name="connsiteY989" fmla="*/ 385726 h 6858000"/>
              <a:gd name="connsiteX990" fmla="*/ 285074 w 7467600"/>
              <a:gd name="connsiteY990" fmla="*/ 182755 h 6858000"/>
              <a:gd name="connsiteX991" fmla="*/ 43151 w 7467600"/>
              <a:gd name="connsiteY99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467600 w 7467600"/>
              <a:gd name="connsiteY133" fmla="*/ 5199146 h 6858000"/>
              <a:gd name="connsiteX134" fmla="*/ 7312201 w 7467600"/>
              <a:gd name="connsiteY134" fmla="*/ 5128278 h 6858000"/>
              <a:gd name="connsiteX135" fmla="*/ 1903353 w 7467600"/>
              <a:gd name="connsiteY135" fmla="*/ 5044827 h 6858000"/>
              <a:gd name="connsiteX136" fmla="*/ 1936931 w 7467600"/>
              <a:gd name="connsiteY136" fmla="*/ 5093954 h 6858000"/>
              <a:gd name="connsiteX137" fmla="*/ 2195868 w 7467600"/>
              <a:gd name="connsiteY137" fmla="*/ 5396574 h 6858000"/>
              <a:gd name="connsiteX138" fmla="*/ 2088852 w 7467600"/>
              <a:gd name="connsiteY138" fmla="*/ 5166123 h 6858000"/>
              <a:gd name="connsiteX139" fmla="*/ 1958241 w 7467600"/>
              <a:gd name="connsiteY139" fmla="*/ 5067955 h 6858000"/>
              <a:gd name="connsiteX140" fmla="*/ 1903353 w 7467600"/>
              <a:gd name="connsiteY140" fmla="*/ 5044827 h 6858000"/>
              <a:gd name="connsiteX141" fmla="*/ 1979378 w 7467600"/>
              <a:gd name="connsiteY141" fmla="*/ 4769504 h 6858000"/>
              <a:gd name="connsiteX142" fmla="*/ 2882120 w 7467600"/>
              <a:gd name="connsiteY142" fmla="*/ 5064547 h 6858000"/>
              <a:gd name="connsiteX143" fmla="*/ 2793103 w 7467600"/>
              <a:gd name="connsiteY143" fmla="*/ 5039699 h 6858000"/>
              <a:gd name="connsiteX144" fmla="*/ 2770041 w 7467600"/>
              <a:gd name="connsiteY144" fmla="*/ 5033634 h 6858000"/>
              <a:gd name="connsiteX145" fmla="*/ 1979378 w 7467600"/>
              <a:gd name="connsiteY145" fmla="*/ 4769504 h 6858000"/>
              <a:gd name="connsiteX146" fmla="*/ 1927410 w 7467600"/>
              <a:gd name="connsiteY146" fmla="*/ 4716164 h 6858000"/>
              <a:gd name="connsiteX147" fmla="*/ 1959587 w 7467600"/>
              <a:gd name="connsiteY147" fmla="*/ 4728849 h 6858000"/>
              <a:gd name="connsiteX148" fmla="*/ 2777707 w 7467600"/>
              <a:gd name="connsiteY148" fmla="*/ 5003991 h 6858000"/>
              <a:gd name="connsiteX149" fmla="*/ 2800768 w 7467600"/>
              <a:gd name="connsiteY149" fmla="*/ 5010056 h 6858000"/>
              <a:gd name="connsiteX150" fmla="*/ 2879408 w 7467600"/>
              <a:gd name="connsiteY150" fmla="*/ 5031590 h 6858000"/>
              <a:gd name="connsiteX151" fmla="*/ 2862295 w 7467600"/>
              <a:gd name="connsiteY151" fmla="*/ 5022958 h 6858000"/>
              <a:gd name="connsiteX152" fmla="*/ 2813343 w 7467600"/>
              <a:gd name="connsiteY152" fmla="*/ 4998369 h 6858000"/>
              <a:gd name="connsiteX153" fmla="*/ 2646245 w 7467600"/>
              <a:gd name="connsiteY153" fmla="*/ 4930999 h 6858000"/>
              <a:gd name="connsiteX154" fmla="*/ 1999243 w 7467600"/>
              <a:gd name="connsiteY154" fmla="*/ 4730524 h 6858000"/>
              <a:gd name="connsiteX155" fmla="*/ 1979527 w 7467600"/>
              <a:gd name="connsiteY155" fmla="*/ 4726651 h 6858000"/>
              <a:gd name="connsiteX156" fmla="*/ 1927410 w 7467600"/>
              <a:gd name="connsiteY156" fmla="*/ 4716164 h 6858000"/>
              <a:gd name="connsiteX157" fmla="*/ 1997014 w 7467600"/>
              <a:gd name="connsiteY157" fmla="*/ 4698007 h 6858000"/>
              <a:gd name="connsiteX158" fmla="*/ 2005458 w 7467600"/>
              <a:gd name="connsiteY158" fmla="*/ 4699540 h 6858000"/>
              <a:gd name="connsiteX159" fmla="*/ 2657186 w 7467600"/>
              <a:gd name="connsiteY159" fmla="*/ 4901687 h 6858000"/>
              <a:gd name="connsiteX160" fmla="*/ 2826662 w 7467600"/>
              <a:gd name="connsiteY160" fmla="*/ 4970362 h 6858000"/>
              <a:gd name="connsiteX161" fmla="*/ 2876100 w 7467600"/>
              <a:gd name="connsiteY161" fmla="*/ 4995397 h 6858000"/>
              <a:gd name="connsiteX162" fmla="*/ 3042600 w 7467600"/>
              <a:gd name="connsiteY162" fmla="*/ 5059532 h 6858000"/>
              <a:gd name="connsiteX163" fmla="*/ 1997014 w 7467600"/>
              <a:gd name="connsiteY163" fmla="*/ 4698007 h 6858000"/>
              <a:gd name="connsiteX164" fmla="*/ 2305292 w 7467600"/>
              <a:gd name="connsiteY164" fmla="*/ 4219492 h 6858000"/>
              <a:gd name="connsiteX165" fmla="*/ 3360922 w 7467600"/>
              <a:gd name="connsiteY165" fmla="*/ 4529373 h 6858000"/>
              <a:gd name="connsiteX166" fmla="*/ 3492420 w 7467600"/>
              <a:gd name="connsiteY166" fmla="*/ 4510145 h 6858000"/>
              <a:gd name="connsiteX167" fmla="*/ 3364086 w 7467600"/>
              <a:gd name="connsiteY167" fmla="*/ 4480340 h 6858000"/>
              <a:gd name="connsiteX168" fmla="*/ 3225818 w 7467600"/>
              <a:gd name="connsiteY168" fmla="*/ 4411822 h 6858000"/>
              <a:gd name="connsiteX169" fmla="*/ 3129696 w 7467600"/>
              <a:gd name="connsiteY169" fmla="*/ 4360704 h 6858000"/>
              <a:gd name="connsiteX170" fmla="*/ 2814545 w 7467600"/>
              <a:gd name="connsiteY170" fmla="*/ 4282955 h 6858000"/>
              <a:gd name="connsiteX171" fmla="*/ 2305292 w 7467600"/>
              <a:gd name="connsiteY171" fmla="*/ 4219492 h 6858000"/>
              <a:gd name="connsiteX172" fmla="*/ 2626982 w 7467600"/>
              <a:gd name="connsiteY172" fmla="*/ 4206450 h 6858000"/>
              <a:gd name="connsiteX173" fmla="*/ 2490617 w 7467600"/>
              <a:gd name="connsiteY173" fmla="*/ 4206951 h 6858000"/>
              <a:gd name="connsiteX174" fmla="*/ 2819869 w 7467600"/>
              <a:gd name="connsiteY174" fmla="*/ 4252936 h 6858000"/>
              <a:gd name="connsiteX175" fmla="*/ 3143018 w 7467600"/>
              <a:gd name="connsiteY175" fmla="*/ 4332698 h 6858000"/>
              <a:gd name="connsiteX176" fmla="*/ 3241520 w 7467600"/>
              <a:gd name="connsiteY176" fmla="*/ 4385112 h 6858000"/>
              <a:gd name="connsiteX177" fmla="*/ 3374575 w 7467600"/>
              <a:gd name="connsiteY177" fmla="*/ 4451517 h 6858000"/>
              <a:gd name="connsiteX178" fmla="*/ 3505221 w 7467600"/>
              <a:gd name="connsiteY178" fmla="*/ 4480757 h 6858000"/>
              <a:gd name="connsiteX179" fmla="*/ 2626982 w 7467600"/>
              <a:gd name="connsiteY179" fmla="*/ 4206450 h 6858000"/>
              <a:gd name="connsiteX180" fmla="*/ 1310106 w 7467600"/>
              <a:gd name="connsiteY180" fmla="*/ 3943217 h 6858000"/>
              <a:gd name="connsiteX181" fmla="*/ 854994 w 7467600"/>
              <a:gd name="connsiteY181" fmla="*/ 4399136 h 6858000"/>
              <a:gd name="connsiteX182" fmla="*/ 742462 w 7467600"/>
              <a:gd name="connsiteY182" fmla="*/ 4594648 h 6858000"/>
              <a:gd name="connsiteX183" fmla="*/ 820602 w 7467600"/>
              <a:gd name="connsiteY183" fmla="*/ 4485915 h 6858000"/>
              <a:gd name="connsiteX184" fmla="*/ 878295 w 7467600"/>
              <a:gd name="connsiteY184" fmla="*/ 4403594 h 6858000"/>
              <a:gd name="connsiteX185" fmla="*/ 1240607 w 7467600"/>
              <a:gd name="connsiteY185" fmla="*/ 4010401 h 6858000"/>
              <a:gd name="connsiteX186" fmla="*/ 1310106 w 7467600"/>
              <a:gd name="connsiteY186" fmla="*/ 3943217 h 6858000"/>
              <a:gd name="connsiteX187" fmla="*/ 1423113 w 7467600"/>
              <a:gd name="connsiteY187" fmla="*/ 3874565 h 6858000"/>
              <a:gd name="connsiteX188" fmla="*/ 1260565 w 7467600"/>
              <a:gd name="connsiteY188" fmla="*/ 4031982 h 6858000"/>
              <a:gd name="connsiteX189" fmla="*/ 901900 w 7467600"/>
              <a:gd name="connsiteY189" fmla="*/ 4421236 h 6858000"/>
              <a:gd name="connsiteX190" fmla="*/ 845044 w 7467600"/>
              <a:gd name="connsiteY190" fmla="*/ 4502436 h 6858000"/>
              <a:gd name="connsiteX191" fmla="*/ 685926 w 7467600"/>
              <a:gd name="connsiteY191" fmla="*/ 4703069 h 6858000"/>
              <a:gd name="connsiteX192" fmla="*/ 684248 w 7467600"/>
              <a:gd name="connsiteY192" fmla="*/ 4706721 h 6858000"/>
              <a:gd name="connsiteX193" fmla="*/ 1423113 w 7467600"/>
              <a:gd name="connsiteY193" fmla="*/ 3874565 h 6858000"/>
              <a:gd name="connsiteX194" fmla="*/ 3316479 w 7467600"/>
              <a:gd name="connsiteY194" fmla="*/ 3872136 h 6858000"/>
              <a:gd name="connsiteX195" fmla="*/ 3546806 w 7467600"/>
              <a:gd name="connsiteY195" fmla="*/ 4356139 h 6858000"/>
              <a:gd name="connsiteX196" fmla="*/ 3364433 w 7467600"/>
              <a:gd name="connsiteY196" fmla="*/ 3953121 h 6858000"/>
              <a:gd name="connsiteX197" fmla="*/ 3316479 w 7467600"/>
              <a:gd name="connsiteY197" fmla="*/ 3872136 h 6858000"/>
              <a:gd name="connsiteX198" fmla="*/ 3291335 w 7467600"/>
              <a:gd name="connsiteY198" fmla="*/ 3767420 h 6858000"/>
              <a:gd name="connsiteX199" fmla="*/ 3390805 w 7467600"/>
              <a:gd name="connsiteY199" fmla="*/ 3937163 h 6858000"/>
              <a:gd name="connsiteX200" fmla="*/ 3579062 w 7467600"/>
              <a:gd name="connsiteY200" fmla="*/ 4359040 h 6858000"/>
              <a:gd name="connsiteX201" fmla="*/ 3467355 w 7467600"/>
              <a:gd name="connsiteY201" fmla="*/ 3988130 h 6858000"/>
              <a:gd name="connsiteX202" fmla="*/ 3310753 w 7467600"/>
              <a:gd name="connsiteY202" fmla="*/ 3787140 h 6858000"/>
              <a:gd name="connsiteX203" fmla="*/ 3291335 w 7467600"/>
              <a:gd name="connsiteY203" fmla="*/ 3767420 h 6858000"/>
              <a:gd name="connsiteX204" fmla="*/ 1635889 w 7467600"/>
              <a:gd name="connsiteY204" fmla="*/ 3709494 h 6858000"/>
              <a:gd name="connsiteX205" fmla="*/ 1634800 w 7467600"/>
              <a:gd name="connsiteY205" fmla="*/ 3731111 h 6858000"/>
              <a:gd name="connsiteX206" fmla="*/ 1635889 w 7467600"/>
              <a:gd name="connsiteY206" fmla="*/ 3709494 h 6858000"/>
              <a:gd name="connsiteX207" fmla="*/ 1510397 w 7467600"/>
              <a:gd name="connsiteY207" fmla="*/ 3684705 h 6858000"/>
              <a:gd name="connsiteX208" fmla="*/ 1146550 w 7467600"/>
              <a:gd name="connsiteY208" fmla="*/ 3802012 h 6858000"/>
              <a:gd name="connsiteX209" fmla="*/ 698834 w 7467600"/>
              <a:gd name="connsiteY209" fmla="*/ 3952272 h 6858000"/>
              <a:gd name="connsiteX210" fmla="*/ 34256 w 7467600"/>
              <a:gd name="connsiteY210" fmla="*/ 4347603 h 6858000"/>
              <a:gd name="connsiteX211" fmla="*/ 527241 w 7467600"/>
              <a:gd name="connsiteY211" fmla="*/ 4065078 h 6858000"/>
              <a:gd name="connsiteX212" fmla="*/ 1510397 w 7467600"/>
              <a:gd name="connsiteY212" fmla="*/ 3684705 h 6858000"/>
              <a:gd name="connsiteX213" fmla="*/ 1313114 w 7467600"/>
              <a:gd name="connsiteY213" fmla="*/ 3655216 h 6858000"/>
              <a:gd name="connsiteX214" fmla="*/ 1109304 w 7467600"/>
              <a:gd name="connsiteY214" fmla="*/ 3669030 h 6858000"/>
              <a:gd name="connsiteX215" fmla="*/ 8129 w 7467600"/>
              <a:gd name="connsiteY215" fmla="*/ 4330519 h 6858000"/>
              <a:gd name="connsiteX216" fmla="*/ 687572 w 7467600"/>
              <a:gd name="connsiteY216" fmla="*/ 3925629 h 6858000"/>
              <a:gd name="connsiteX217" fmla="*/ 1138365 w 7467600"/>
              <a:gd name="connsiteY217" fmla="*/ 3774515 h 6858000"/>
              <a:gd name="connsiteX218" fmla="*/ 1505579 w 7467600"/>
              <a:gd name="connsiteY218" fmla="*/ 3655526 h 6858000"/>
              <a:gd name="connsiteX219" fmla="*/ 1313114 w 7467600"/>
              <a:gd name="connsiteY219" fmla="*/ 3655216 h 6858000"/>
              <a:gd name="connsiteX220" fmla="*/ 3655073 w 7467600"/>
              <a:gd name="connsiteY220" fmla="*/ 3650884 h 6858000"/>
              <a:gd name="connsiteX221" fmla="*/ 3989938 w 7467600"/>
              <a:gd name="connsiteY221" fmla="*/ 3991685 h 6858000"/>
              <a:gd name="connsiteX222" fmla="*/ 4393907 w 7467600"/>
              <a:gd name="connsiteY222" fmla="*/ 4261258 h 6858000"/>
              <a:gd name="connsiteX223" fmla="*/ 4648051 w 7467600"/>
              <a:gd name="connsiteY223" fmla="*/ 4374051 h 6858000"/>
              <a:gd name="connsiteX224" fmla="*/ 4383389 w 7467600"/>
              <a:gd name="connsiteY224" fmla="*/ 4184369 h 6858000"/>
              <a:gd name="connsiteX225" fmla="*/ 4165508 w 7467600"/>
              <a:gd name="connsiteY225" fmla="*/ 4035196 h 6858000"/>
              <a:gd name="connsiteX226" fmla="*/ 4068162 w 7467600"/>
              <a:gd name="connsiteY226" fmla="*/ 3953394 h 6858000"/>
              <a:gd name="connsiteX227" fmla="*/ 3981416 w 7467600"/>
              <a:gd name="connsiteY227" fmla="*/ 3880482 h 6858000"/>
              <a:gd name="connsiteX228" fmla="*/ 3800147 w 7467600"/>
              <a:gd name="connsiteY228" fmla="*/ 3749872 h 6858000"/>
              <a:gd name="connsiteX229" fmla="*/ 3655073 w 7467600"/>
              <a:gd name="connsiteY229" fmla="*/ 3650884 h 6858000"/>
              <a:gd name="connsiteX230" fmla="*/ 3670252 w 7467600"/>
              <a:gd name="connsiteY230" fmla="*/ 3622798 h 6858000"/>
              <a:gd name="connsiteX231" fmla="*/ 3817258 w 7467600"/>
              <a:gd name="connsiteY231" fmla="*/ 3723577 h 6858000"/>
              <a:gd name="connsiteX232" fmla="*/ 4000461 w 7467600"/>
              <a:gd name="connsiteY232" fmla="*/ 3855966 h 6858000"/>
              <a:gd name="connsiteX233" fmla="*/ 4088180 w 7467600"/>
              <a:gd name="connsiteY233" fmla="*/ 3929774 h 6858000"/>
              <a:gd name="connsiteX234" fmla="*/ 4184555 w 7467600"/>
              <a:gd name="connsiteY234" fmla="*/ 4010683 h 6858000"/>
              <a:gd name="connsiteX235" fmla="*/ 4399563 w 7467600"/>
              <a:gd name="connsiteY235" fmla="*/ 4158106 h 6858000"/>
              <a:gd name="connsiteX236" fmla="*/ 4684469 w 7467600"/>
              <a:gd name="connsiteY236" fmla="*/ 4364680 h 6858000"/>
              <a:gd name="connsiteX237" fmla="*/ 4690271 w 7467600"/>
              <a:gd name="connsiteY237" fmla="*/ 4370034 h 6858000"/>
              <a:gd name="connsiteX238" fmla="*/ 4136093 w 7467600"/>
              <a:gd name="connsiteY238" fmla="*/ 3858466 h 6858000"/>
              <a:gd name="connsiteX239" fmla="*/ 3670252 w 7467600"/>
              <a:gd name="connsiteY239" fmla="*/ 3622798 h 6858000"/>
              <a:gd name="connsiteX240" fmla="*/ 4440129 w 7467600"/>
              <a:gd name="connsiteY240" fmla="*/ 3448571 h 6858000"/>
              <a:gd name="connsiteX241" fmla="*/ 4856525 w 7467600"/>
              <a:gd name="connsiteY241" fmla="*/ 3915351 h 6858000"/>
              <a:gd name="connsiteX242" fmla="*/ 5059055 w 7467600"/>
              <a:gd name="connsiteY242" fmla="*/ 4108918 h 6858000"/>
              <a:gd name="connsiteX243" fmla="*/ 5290070 w 7467600"/>
              <a:gd name="connsiteY243" fmla="*/ 4263619 h 6858000"/>
              <a:gd name="connsiteX244" fmla="*/ 4834991 w 7467600"/>
              <a:gd name="connsiteY244" fmla="*/ 3830985 h 6858000"/>
              <a:gd name="connsiteX245" fmla="*/ 4440129 w 7467600"/>
              <a:gd name="connsiteY245" fmla="*/ 3448571 h 6858000"/>
              <a:gd name="connsiteX246" fmla="*/ 4441737 w 7467600"/>
              <a:gd name="connsiteY246" fmla="*/ 3399734 h 6858000"/>
              <a:gd name="connsiteX247" fmla="*/ 4431236 w 7467600"/>
              <a:gd name="connsiteY247" fmla="*/ 3400954 h 6858000"/>
              <a:gd name="connsiteX248" fmla="*/ 4557150 w 7467600"/>
              <a:gd name="connsiteY248" fmla="*/ 3510023 h 6858000"/>
              <a:gd name="connsiteX249" fmla="*/ 4856936 w 7467600"/>
              <a:gd name="connsiteY249" fmla="*/ 3809146 h 6858000"/>
              <a:gd name="connsiteX250" fmla="*/ 5111996 w 7467600"/>
              <a:gd name="connsiteY250" fmla="*/ 4065759 h 6858000"/>
              <a:gd name="connsiteX251" fmla="*/ 5388878 w 7467600"/>
              <a:gd name="connsiteY251" fmla="*/ 4300185 h 6858000"/>
              <a:gd name="connsiteX252" fmla="*/ 5425556 w 7467600"/>
              <a:gd name="connsiteY252" fmla="*/ 4308967 h 6858000"/>
              <a:gd name="connsiteX253" fmla="*/ 4943646 w 7467600"/>
              <a:gd name="connsiteY253" fmla="*/ 3822916 h 6858000"/>
              <a:gd name="connsiteX254" fmla="*/ 4594837 w 7467600"/>
              <a:gd name="connsiteY254" fmla="*/ 3532274 h 6858000"/>
              <a:gd name="connsiteX255" fmla="*/ 4441737 w 7467600"/>
              <a:gd name="connsiteY255" fmla="*/ 3399734 h 6858000"/>
              <a:gd name="connsiteX256" fmla="*/ 5425834 w 7467600"/>
              <a:gd name="connsiteY256" fmla="*/ 3162785 h 6858000"/>
              <a:gd name="connsiteX257" fmla="*/ 5401644 w 7467600"/>
              <a:gd name="connsiteY257" fmla="*/ 3617847 h 6858000"/>
              <a:gd name="connsiteX258" fmla="*/ 5467256 w 7467600"/>
              <a:gd name="connsiteY258" fmla="*/ 4175494 h 6858000"/>
              <a:gd name="connsiteX259" fmla="*/ 5448069 w 7467600"/>
              <a:gd name="connsiteY259" fmla="*/ 3567554 h 6858000"/>
              <a:gd name="connsiteX260" fmla="*/ 5425834 w 7467600"/>
              <a:gd name="connsiteY260" fmla="*/ 3162785 h 6858000"/>
              <a:gd name="connsiteX261" fmla="*/ 1318687 w 7467600"/>
              <a:gd name="connsiteY261" fmla="*/ 3113840 h 6858000"/>
              <a:gd name="connsiteX262" fmla="*/ 1066793 w 7467600"/>
              <a:gd name="connsiteY262" fmla="*/ 3212171 h 6858000"/>
              <a:gd name="connsiteX263" fmla="*/ 993319 w 7467600"/>
              <a:gd name="connsiteY263" fmla="*/ 3247648 h 6858000"/>
              <a:gd name="connsiteX264" fmla="*/ 853081 w 7467600"/>
              <a:gd name="connsiteY264" fmla="*/ 3312410 h 6858000"/>
              <a:gd name="connsiteX265" fmla="*/ 805957 w 7467600"/>
              <a:gd name="connsiteY265" fmla="*/ 3330443 h 6858000"/>
              <a:gd name="connsiteX266" fmla="*/ 1318687 w 7467600"/>
              <a:gd name="connsiteY266" fmla="*/ 3113840 h 6858000"/>
              <a:gd name="connsiteX267" fmla="*/ 5453702 w 7467600"/>
              <a:gd name="connsiteY267" fmla="*/ 3090882 h 6858000"/>
              <a:gd name="connsiteX268" fmla="*/ 5480135 w 7467600"/>
              <a:gd name="connsiteY268" fmla="*/ 3565802 h 6858000"/>
              <a:gd name="connsiteX269" fmla="*/ 5499023 w 7467600"/>
              <a:gd name="connsiteY269" fmla="*/ 4166310 h 6858000"/>
              <a:gd name="connsiteX270" fmla="*/ 5547022 w 7467600"/>
              <a:gd name="connsiteY270" fmla="*/ 3607838 h 6858000"/>
              <a:gd name="connsiteX271" fmla="*/ 5515964 w 7467600"/>
              <a:gd name="connsiteY271" fmla="*/ 3378541 h 6858000"/>
              <a:gd name="connsiteX272" fmla="*/ 5453702 w 7467600"/>
              <a:gd name="connsiteY272" fmla="*/ 3090882 h 6858000"/>
              <a:gd name="connsiteX273" fmla="*/ 1238695 w 7467600"/>
              <a:gd name="connsiteY273" fmla="*/ 3076820 h 6858000"/>
              <a:gd name="connsiteX274" fmla="*/ 716371 w 7467600"/>
              <a:gd name="connsiteY274" fmla="*/ 3293249 h 6858000"/>
              <a:gd name="connsiteX275" fmla="*/ 579522 w 7467600"/>
              <a:gd name="connsiteY275" fmla="*/ 3371759 h 6858000"/>
              <a:gd name="connsiteX276" fmla="*/ 600288 w 7467600"/>
              <a:gd name="connsiteY276" fmla="*/ 3365555 h 6858000"/>
              <a:gd name="connsiteX277" fmla="*/ 840692 w 7467600"/>
              <a:gd name="connsiteY277" fmla="*/ 3284921 h 6858000"/>
              <a:gd name="connsiteX278" fmla="*/ 979248 w 7467600"/>
              <a:gd name="connsiteY278" fmla="*/ 3221003 h 6858000"/>
              <a:gd name="connsiteX279" fmla="*/ 1053282 w 7467600"/>
              <a:gd name="connsiteY279" fmla="*/ 3185247 h 6858000"/>
              <a:gd name="connsiteX280" fmla="*/ 1320603 w 7467600"/>
              <a:gd name="connsiteY280" fmla="*/ 3081281 h 6858000"/>
              <a:gd name="connsiteX281" fmla="*/ 1238695 w 7467600"/>
              <a:gd name="connsiteY281" fmla="*/ 3076820 h 6858000"/>
              <a:gd name="connsiteX282" fmla="*/ 5425627 w 7467600"/>
              <a:gd name="connsiteY282" fmla="*/ 2954192 h 6858000"/>
              <a:gd name="connsiteX283" fmla="*/ 5470770 w 7467600"/>
              <a:gd name="connsiteY283" fmla="*/ 3005435 h 6858000"/>
              <a:gd name="connsiteX284" fmla="*/ 5519779 w 7467600"/>
              <a:gd name="connsiteY284" fmla="*/ 4359223 h 6858000"/>
              <a:gd name="connsiteX285" fmla="*/ 5520293 w 7467600"/>
              <a:gd name="connsiteY285" fmla="*/ 4360602 h 6858000"/>
              <a:gd name="connsiteX286" fmla="*/ 5767221 w 7467600"/>
              <a:gd name="connsiteY286" fmla="*/ 4665564 h 6858000"/>
              <a:gd name="connsiteX287" fmla="*/ 6937169 w 7467600"/>
              <a:gd name="connsiteY287" fmla="*/ 4815941 h 6858000"/>
              <a:gd name="connsiteX288" fmla="*/ 6953922 w 7467600"/>
              <a:gd name="connsiteY288" fmla="*/ 4890068 h 6858000"/>
              <a:gd name="connsiteX289" fmla="*/ 6071359 w 7467600"/>
              <a:gd name="connsiteY289" fmla="*/ 4770770 h 6858000"/>
              <a:gd name="connsiteX290" fmla="*/ 6038839 w 7467600"/>
              <a:gd name="connsiteY290" fmla="*/ 4764474 h 6858000"/>
              <a:gd name="connsiteX291" fmla="*/ 6038706 w 7467600"/>
              <a:gd name="connsiteY291" fmla="*/ 4763847 h 6858000"/>
              <a:gd name="connsiteX292" fmla="*/ 6037784 w 7467600"/>
              <a:gd name="connsiteY292" fmla="*/ 4764270 h 6858000"/>
              <a:gd name="connsiteX293" fmla="*/ 6038839 w 7467600"/>
              <a:gd name="connsiteY293" fmla="*/ 4764474 h 6858000"/>
              <a:gd name="connsiteX294" fmla="*/ 6040338 w 7467600"/>
              <a:gd name="connsiteY294" fmla="*/ 4771418 h 6858000"/>
              <a:gd name="connsiteX295" fmla="*/ 6024488 w 7467600"/>
              <a:gd name="connsiteY295" fmla="*/ 4809903 h 6858000"/>
              <a:gd name="connsiteX296" fmla="*/ 5599771 w 7467600"/>
              <a:gd name="connsiteY296" fmla="*/ 5509652 h 6858000"/>
              <a:gd name="connsiteX297" fmla="*/ 5548843 w 7467600"/>
              <a:gd name="connsiteY297" fmla="*/ 5563845 h 6858000"/>
              <a:gd name="connsiteX298" fmla="*/ 5940952 w 7467600"/>
              <a:gd name="connsiteY298" fmla="*/ 6250028 h 6858000"/>
              <a:gd name="connsiteX299" fmla="*/ 6043441 w 7467600"/>
              <a:gd name="connsiteY299" fmla="*/ 6665847 h 6858000"/>
              <a:gd name="connsiteX300" fmla="*/ 6093432 w 7467600"/>
              <a:gd name="connsiteY300" fmla="*/ 6858000 h 6858000"/>
              <a:gd name="connsiteX301" fmla="*/ 6034344 w 7467600"/>
              <a:gd name="connsiteY301" fmla="*/ 6858000 h 6858000"/>
              <a:gd name="connsiteX302" fmla="*/ 6026679 w 7467600"/>
              <a:gd name="connsiteY302" fmla="*/ 6836959 h 6858000"/>
              <a:gd name="connsiteX303" fmla="*/ 5800441 w 7467600"/>
              <a:gd name="connsiteY303" fmla="*/ 6335286 h 6858000"/>
              <a:gd name="connsiteX304" fmla="*/ 5526562 w 7467600"/>
              <a:gd name="connsiteY304" fmla="*/ 5705388 h 6858000"/>
              <a:gd name="connsiteX305" fmla="*/ 5519640 w 7467600"/>
              <a:gd name="connsiteY305" fmla="*/ 5683774 h 6858000"/>
              <a:gd name="connsiteX306" fmla="*/ 5844559 w 7467600"/>
              <a:gd name="connsiteY306" fmla="*/ 6553349 h 6858000"/>
              <a:gd name="connsiteX307" fmla="*/ 5975994 w 7467600"/>
              <a:gd name="connsiteY307" fmla="*/ 6858000 h 6858000"/>
              <a:gd name="connsiteX308" fmla="*/ 5898547 w 7467600"/>
              <a:gd name="connsiteY308" fmla="*/ 6858000 h 6858000"/>
              <a:gd name="connsiteX309" fmla="*/ 5682041 w 7467600"/>
              <a:gd name="connsiteY309" fmla="*/ 6355860 h 6858000"/>
              <a:gd name="connsiteX310" fmla="*/ 5461758 w 7467600"/>
              <a:gd name="connsiteY310" fmla="*/ 5820220 h 6858000"/>
              <a:gd name="connsiteX311" fmla="*/ 5237282 w 7467600"/>
              <a:gd name="connsiteY311" fmla="*/ 6579086 h 6858000"/>
              <a:gd name="connsiteX312" fmla="*/ 5115009 w 7467600"/>
              <a:gd name="connsiteY312" fmla="*/ 6858000 h 6858000"/>
              <a:gd name="connsiteX313" fmla="*/ 5028074 w 7467600"/>
              <a:gd name="connsiteY313" fmla="*/ 6858000 h 6858000"/>
              <a:gd name="connsiteX314" fmla="*/ 5079508 w 7467600"/>
              <a:gd name="connsiteY314" fmla="*/ 6749074 h 6858000"/>
              <a:gd name="connsiteX315" fmla="*/ 5371846 w 7467600"/>
              <a:gd name="connsiteY315" fmla="*/ 5924413 h 6858000"/>
              <a:gd name="connsiteX316" fmla="*/ 5270512 w 7467600"/>
              <a:gd name="connsiteY316" fmla="*/ 6138975 h 6858000"/>
              <a:gd name="connsiteX317" fmla="*/ 5062409 w 7467600"/>
              <a:gd name="connsiteY317" fmla="*/ 6653544 h 6858000"/>
              <a:gd name="connsiteX318" fmla="*/ 5036628 w 7467600"/>
              <a:gd name="connsiteY318" fmla="*/ 6754247 h 6858000"/>
              <a:gd name="connsiteX319" fmla="*/ 5009112 w 7467600"/>
              <a:gd name="connsiteY319" fmla="*/ 6858000 h 6858000"/>
              <a:gd name="connsiteX320" fmla="*/ 4976679 w 7467600"/>
              <a:gd name="connsiteY320" fmla="*/ 6858000 h 6858000"/>
              <a:gd name="connsiteX321" fmla="*/ 5006537 w 7467600"/>
              <a:gd name="connsiteY321" fmla="*/ 6747068 h 6858000"/>
              <a:gd name="connsiteX322" fmla="*/ 5032723 w 7467600"/>
              <a:gd name="connsiteY322" fmla="*/ 6644957 h 6858000"/>
              <a:gd name="connsiteX323" fmla="*/ 5242949 w 7467600"/>
              <a:gd name="connsiteY323" fmla="*/ 6125175 h 6858000"/>
              <a:gd name="connsiteX324" fmla="*/ 5286321 w 7467600"/>
              <a:gd name="connsiteY324" fmla="*/ 6033555 h 6858000"/>
              <a:gd name="connsiteX325" fmla="*/ 5008210 w 7467600"/>
              <a:gd name="connsiteY325" fmla="*/ 6649194 h 6858000"/>
              <a:gd name="connsiteX326" fmla="*/ 4986321 w 7467600"/>
              <a:gd name="connsiteY326" fmla="*/ 6765687 h 6858000"/>
              <a:gd name="connsiteX327" fmla="*/ 4973474 w 7467600"/>
              <a:gd name="connsiteY327" fmla="*/ 6858000 h 6858000"/>
              <a:gd name="connsiteX328" fmla="*/ 4907178 w 7467600"/>
              <a:gd name="connsiteY328" fmla="*/ 6858000 h 6858000"/>
              <a:gd name="connsiteX329" fmla="*/ 4910810 w 7467600"/>
              <a:gd name="connsiteY329" fmla="*/ 6829660 h 6858000"/>
              <a:gd name="connsiteX330" fmla="*/ 4987461 w 7467600"/>
              <a:gd name="connsiteY330" fmla="*/ 6432994 h 6858000"/>
              <a:gd name="connsiteX331" fmla="*/ 5179262 w 7467600"/>
              <a:gd name="connsiteY331" fmla="*/ 6035044 h 6858000"/>
              <a:gd name="connsiteX332" fmla="*/ 4689678 w 7467600"/>
              <a:gd name="connsiteY332" fmla="*/ 6440241 h 6858000"/>
              <a:gd name="connsiteX333" fmla="*/ 4477543 w 7467600"/>
              <a:gd name="connsiteY333" fmla="*/ 6674836 h 6858000"/>
              <a:gd name="connsiteX334" fmla="*/ 4329957 w 7467600"/>
              <a:gd name="connsiteY334" fmla="*/ 6858000 h 6858000"/>
              <a:gd name="connsiteX335" fmla="*/ 4218595 w 7467600"/>
              <a:gd name="connsiteY335" fmla="*/ 6858000 h 6858000"/>
              <a:gd name="connsiteX336" fmla="*/ 4368888 w 7467600"/>
              <a:gd name="connsiteY336" fmla="*/ 6668412 h 6858000"/>
              <a:gd name="connsiteX337" fmla="*/ 4563091 w 7467600"/>
              <a:gd name="connsiteY337" fmla="*/ 6442508 h 6858000"/>
              <a:gd name="connsiteX338" fmla="*/ 5387324 w 7467600"/>
              <a:gd name="connsiteY338" fmla="*/ 5705830 h 6858000"/>
              <a:gd name="connsiteX339" fmla="*/ 5073620 w 7467600"/>
              <a:gd name="connsiteY339" fmla="*/ 5955437 h 6858000"/>
              <a:gd name="connsiteX340" fmla="*/ 4689789 w 7467600"/>
              <a:gd name="connsiteY340" fmla="*/ 6268382 h 6858000"/>
              <a:gd name="connsiteX341" fmla="*/ 4418722 w 7467600"/>
              <a:gd name="connsiteY341" fmla="*/ 6570886 h 6858000"/>
              <a:gd name="connsiteX342" fmla="*/ 4214944 w 7467600"/>
              <a:gd name="connsiteY342" fmla="*/ 6858000 h 6858000"/>
              <a:gd name="connsiteX343" fmla="*/ 4177898 w 7467600"/>
              <a:gd name="connsiteY343" fmla="*/ 6858000 h 6858000"/>
              <a:gd name="connsiteX344" fmla="*/ 4391597 w 7467600"/>
              <a:gd name="connsiteY344" fmla="*/ 6556370 h 6858000"/>
              <a:gd name="connsiteX345" fmla="*/ 4668889 w 7467600"/>
              <a:gd name="connsiteY345" fmla="*/ 6246399 h 6858000"/>
              <a:gd name="connsiteX346" fmla="*/ 5055427 w 7467600"/>
              <a:gd name="connsiteY346" fmla="*/ 5931476 h 6858000"/>
              <a:gd name="connsiteX347" fmla="*/ 5371814 w 7467600"/>
              <a:gd name="connsiteY347" fmla="*/ 5678975 h 6858000"/>
              <a:gd name="connsiteX348" fmla="*/ 4987918 w 7467600"/>
              <a:gd name="connsiteY348" fmla="*/ 5838701 h 6858000"/>
              <a:gd name="connsiteX349" fmla="*/ 4317146 w 7467600"/>
              <a:gd name="connsiteY349" fmla="*/ 6587716 h 6858000"/>
              <a:gd name="connsiteX350" fmla="*/ 4171627 w 7467600"/>
              <a:gd name="connsiteY350" fmla="*/ 6858000 h 6858000"/>
              <a:gd name="connsiteX351" fmla="*/ 4081585 w 7467600"/>
              <a:gd name="connsiteY351" fmla="*/ 6858000 h 6858000"/>
              <a:gd name="connsiteX352" fmla="*/ 4238603 w 7467600"/>
              <a:gd name="connsiteY352" fmla="*/ 6559341 h 6858000"/>
              <a:gd name="connsiteX353" fmla="*/ 4778333 w 7467600"/>
              <a:gd name="connsiteY353" fmla="*/ 5873626 h 6858000"/>
              <a:gd name="connsiteX354" fmla="*/ 5414185 w 7467600"/>
              <a:gd name="connsiteY354" fmla="*/ 5573882 h 6858000"/>
              <a:gd name="connsiteX355" fmla="*/ 5959648 w 7467600"/>
              <a:gd name="connsiteY355" fmla="*/ 4760797 h 6858000"/>
              <a:gd name="connsiteX356" fmla="*/ 5355019 w 7467600"/>
              <a:gd name="connsiteY356" fmla="*/ 4734672 h 6858000"/>
              <a:gd name="connsiteX357" fmla="*/ 5083565 w 7467600"/>
              <a:gd name="connsiteY357" fmla="*/ 5179121 h 6858000"/>
              <a:gd name="connsiteX358" fmla="*/ 4713577 w 7467600"/>
              <a:gd name="connsiteY358" fmla="*/ 5616803 h 6858000"/>
              <a:gd name="connsiteX359" fmla="*/ 3989559 w 7467600"/>
              <a:gd name="connsiteY359" fmla="*/ 6145945 h 6858000"/>
              <a:gd name="connsiteX360" fmla="*/ 3939824 w 7467600"/>
              <a:gd name="connsiteY360" fmla="*/ 6066900 h 6858000"/>
              <a:gd name="connsiteX361" fmla="*/ 4584537 w 7467600"/>
              <a:gd name="connsiteY361" fmla="*/ 5324826 h 6858000"/>
              <a:gd name="connsiteX362" fmla="*/ 5037105 w 7467600"/>
              <a:gd name="connsiteY362" fmla="*/ 5088765 h 6858000"/>
              <a:gd name="connsiteX363" fmla="*/ 5039930 w 7467600"/>
              <a:gd name="connsiteY363" fmla="*/ 5089585 h 6858000"/>
              <a:gd name="connsiteX364" fmla="*/ 5263764 w 7467600"/>
              <a:gd name="connsiteY364" fmla="*/ 4735525 h 6858000"/>
              <a:gd name="connsiteX365" fmla="*/ 4086300 w 7467600"/>
              <a:gd name="connsiteY365" fmla="*/ 4884599 h 6858000"/>
              <a:gd name="connsiteX366" fmla="*/ 4085485 w 7467600"/>
              <a:gd name="connsiteY366" fmla="*/ 4899070 h 6858000"/>
              <a:gd name="connsiteX367" fmla="*/ 3871915 w 7467600"/>
              <a:gd name="connsiteY367" fmla="*/ 5253645 h 6858000"/>
              <a:gd name="connsiteX368" fmla="*/ 3799374 w 7467600"/>
              <a:gd name="connsiteY368" fmla="*/ 5466127 h 6858000"/>
              <a:gd name="connsiteX369" fmla="*/ 3498850 w 7467600"/>
              <a:gd name="connsiteY369" fmla="*/ 6661888 h 6858000"/>
              <a:gd name="connsiteX370" fmla="*/ 3399216 w 7467600"/>
              <a:gd name="connsiteY370" fmla="*/ 6858000 h 6858000"/>
              <a:gd name="connsiteX371" fmla="*/ 3303688 w 7467600"/>
              <a:gd name="connsiteY371" fmla="*/ 6858000 h 6858000"/>
              <a:gd name="connsiteX372" fmla="*/ 3391774 w 7467600"/>
              <a:gd name="connsiteY372" fmla="*/ 6697181 h 6858000"/>
              <a:gd name="connsiteX373" fmla="*/ 3735540 w 7467600"/>
              <a:gd name="connsiteY373" fmla="*/ 5546923 h 6858000"/>
              <a:gd name="connsiteX374" fmla="*/ 3729438 w 7467600"/>
              <a:gd name="connsiteY374" fmla="*/ 5569058 h 6858000"/>
              <a:gd name="connsiteX375" fmla="*/ 3707782 w 7467600"/>
              <a:gd name="connsiteY375" fmla="*/ 5644908 h 6858000"/>
              <a:gd name="connsiteX376" fmla="*/ 3583827 w 7467600"/>
              <a:gd name="connsiteY376" fmla="*/ 6039215 h 6858000"/>
              <a:gd name="connsiteX377" fmla="*/ 3547861 w 7467600"/>
              <a:gd name="connsiteY377" fmla="*/ 6129609 h 6858000"/>
              <a:gd name="connsiteX378" fmla="*/ 3490905 w 7467600"/>
              <a:gd name="connsiteY378" fmla="*/ 6277660 h 6858000"/>
              <a:gd name="connsiteX379" fmla="*/ 3455859 w 7467600"/>
              <a:gd name="connsiteY379" fmla="*/ 6391301 h 6858000"/>
              <a:gd name="connsiteX380" fmla="*/ 3429112 w 7467600"/>
              <a:gd name="connsiteY380" fmla="*/ 6479469 h 6858000"/>
              <a:gd name="connsiteX381" fmla="*/ 3304862 w 7467600"/>
              <a:gd name="connsiteY381" fmla="*/ 6796476 h 6858000"/>
              <a:gd name="connsiteX382" fmla="*/ 3276071 w 7467600"/>
              <a:gd name="connsiteY382" fmla="*/ 6858000 h 6858000"/>
              <a:gd name="connsiteX383" fmla="*/ 3240805 w 7467600"/>
              <a:gd name="connsiteY383" fmla="*/ 6858000 h 6858000"/>
              <a:gd name="connsiteX384" fmla="*/ 3275917 w 7467600"/>
              <a:gd name="connsiteY384" fmla="*/ 6783192 h 6858000"/>
              <a:gd name="connsiteX385" fmla="*/ 3399358 w 7467600"/>
              <a:gd name="connsiteY385" fmla="*/ 6469011 h 6858000"/>
              <a:gd name="connsiteX386" fmla="*/ 3425650 w 7467600"/>
              <a:gd name="connsiteY386" fmla="*/ 6381333 h 6858000"/>
              <a:gd name="connsiteX387" fmla="*/ 3460661 w 7467600"/>
              <a:gd name="connsiteY387" fmla="*/ 6266763 h 6858000"/>
              <a:gd name="connsiteX388" fmla="*/ 3518021 w 7467600"/>
              <a:gd name="connsiteY388" fmla="*/ 6117298 h 6858000"/>
              <a:gd name="connsiteX389" fmla="*/ 3554035 w 7467600"/>
              <a:gd name="connsiteY389" fmla="*/ 6027832 h 6858000"/>
              <a:gd name="connsiteX390" fmla="*/ 3677174 w 7467600"/>
              <a:gd name="connsiteY390" fmla="*/ 5636351 h 6858000"/>
              <a:gd name="connsiteX391" fmla="*/ 3698819 w 7467600"/>
              <a:gd name="connsiteY391" fmla="*/ 5560503 h 6858000"/>
              <a:gd name="connsiteX392" fmla="*/ 3702094 w 7467600"/>
              <a:gd name="connsiteY392" fmla="*/ 5549194 h 6858000"/>
              <a:gd name="connsiteX393" fmla="*/ 3398355 w 7467600"/>
              <a:gd name="connsiteY393" fmla="*/ 6094603 h 6858000"/>
              <a:gd name="connsiteX394" fmla="*/ 3193941 w 7467600"/>
              <a:gd name="connsiteY394" fmla="*/ 6798775 h 6858000"/>
              <a:gd name="connsiteX395" fmla="*/ 3184140 w 7467600"/>
              <a:gd name="connsiteY395" fmla="*/ 6858000 h 6858000"/>
              <a:gd name="connsiteX396" fmla="*/ 3099978 w 7467600"/>
              <a:gd name="connsiteY396" fmla="*/ 6858000 h 6858000"/>
              <a:gd name="connsiteX397" fmla="*/ 3101556 w 7467600"/>
              <a:gd name="connsiteY397" fmla="*/ 6843337 h 6858000"/>
              <a:gd name="connsiteX398" fmla="*/ 3370162 w 7467600"/>
              <a:gd name="connsiteY398" fmla="*/ 5785550 h 6858000"/>
              <a:gd name="connsiteX399" fmla="*/ 3746477 w 7467600"/>
              <a:gd name="connsiteY399" fmla="*/ 5377889 h 6858000"/>
              <a:gd name="connsiteX400" fmla="*/ 3863399 w 7467600"/>
              <a:gd name="connsiteY400" fmla="*/ 5087257 h 6858000"/>
              <a:gd name="connsiteX401" fmla="*/ 3968712 w 7467600"/>
              <a:gd name="connsiteY401" fmla="*/ 4913989 h 6858000"/>
              <a:gd name="connsiteX402" fmla="*/ 2792390 w 7467600"/>
              <a:gd name="connsiteY402" fmla="*/ 5382974 h 6858000"/>
              <a:gd name="connsiteX403" fmla="*/ 2714982 w 7467600"/>
              <a:gd name="connsiteY403" fmla="*/ 5427051 h 6858000"/>
              <a:gd name="connsiteX404" fmla="*/ 2813361 w 7467600"/>
              <a:gd name="connsiteY404" fmla="*/ 6023912 h 6858000"/>
              <a:gd name="connsiteX405" fmla="*/ 2688430 w 7467600"/>
              <a:gd name="connsiteY405" fmla="*/ 6801564 h 6858000"/>
              <a:gd name="connsiteX406" fmla="*/ 2629626 w 7467600"/>
              <a:gd name="connsiteY406" fmla="*/ 6763394 h 6858000"/>
              <a:gd name="connsiteX407" fmla="*/ 2565328 w 7467600"/>
              <a:gd name="connsiteY407" fmla="*/ 5516399 h 6858000"/>
              <a:gd name="connsiteX408" fmla="*/ 1922999 w 7467600"/>
              <a:gd name="connsiteY408" fmla="*/ 5980343 h 6858000"/>
              <a:gd name="connsiteX409" fmla="*/ 1950261 w 7467600"/>
              <a:gd name="connsiteY409" fmla="*/ 6405858 h 6858000"/>
              <a:gd name="connsiteX410" fmla="*/ 2365554 w 7467600"/>
              <a:gd name="connsiteY410" fmla="*/ 6759107 h 6858000"/>
              <a:gd name="connsiteX411" fmla="*/ 2424142 w 7467600"/>
              <a:gd name="connsiteY411" fmla="*/ 6858000 h 6858000"/>
              <a:gd name="connsiteX412" fmla="*/ 2395994 w 7467600"/>
              <a:gd name="connsiteY412" fmla="*/ 6858000 h 6858000"/>
              <a:gd name="connsiteX413" fmla="*/ 2392863 w 7467600"/>
              <a:gd name="connsiteY413" fmla="*/ 6852964 h 6858000"/>
              <a:gd name="connsiteX414" fmla="*/ 2017589 w 7467600"/>
              <a:gd name="connsiteY414" fmla="*/ 6493982 h 6858000"/>
              <a:gd name="connsiteX415" fmla="*/ 2147336 w 7467600"/>
              <a:gd name="connsiteY415" fmla="*/ 6594052 h 6858000"/>
              <a:gd name="connsiteX416" fmla="*/ 2207047 w 7467600"/>
              <a:gd name="connsiteY416" fmla="*/ 6654540 h 6858000"/>
              <a:gd name="connsiteX417" fmla="*/ 2299106 w 7467600"/>
              <a:gd name="connsiteY417" fmla="*/ 6778931 h 6858000"/>
              <a:gd name="connsiteX418" fmla="*/ 2314430 w 7467600"/>
              <a:gd name="connsiteY418" fmla="*/ 6801144 h 6858000"/>
              <a:gd name="connsiteX419" fmla="*/ 2352406 w 7467600"/>
              <a:gd name="connsiteY419" fmla="*/ 6858000 h 6858000"/>
              <a:gd name="connsiteX420" fmla="*/ 2314492 w 7467600"/>
              <a:gd name="connsiteY420" fmla="*/ 6858000 h 6858000"/>
              <a:gd name="connsiteX421" fmla="*/ 2288095 w 7467600"/>
              <a:gd name="connsiteY421" fmla="*/ 6818030 h 6858000"/>
              <a:gd name="connsiteX422" fmla="*/ 2272768 w 7467600"/>
              <a:gd name="connsiteY422" fmla="*/ 6795822 h 6858000"/>
              <a:gd name="connsiteX423" fmla="*/ 2182715 w 7467600"/>
              <a:gd name="connsiteY423" fmla="*/ 6675071 h 6858000"/>
              <a:gd name="connsiteX424" fmla="*/ 2032061 w 7467600"/>
              <a:gd name="connsiteY424" fmla="*/ 6541380 h 6858000"/>
              <a:gd name="connsiteX425" fmla="*/ 2257220 w 7467600"/>
              <a:gd name="connsiteY425" fmla="*/ 6826257 h 6858000"/>
              <a:gd name="connsiteX426" fmla="*/ 2281324 w 7467600"/>
              <a:gd name="connsiteY426" fmla="*/ 6858000 h 6858000"/>
              <a:gd name="connsiteX427" fmla="*/ 2242860 w 7467600"/>
              <a:gd name="connsiteY427" fmla="*/ 6858000 h 6858000"/>
              <a:gd name="connsiteX428" fmla="*/ 2232818 w 7467600"/>
              <a:gd name="connsiteY428" fmla="*/ 6844926 h 6858000"/>
              <a:gd name="connsiteX429" fmla="*/ 1990172 w 7467600"/>
              <a:gd name="connsiteY429" fmla="*/ 6542121 h 6858000"/>
              <a:gd name="connsiteX430" fmla="*/ 2124090 w 7467600"/>
              <a:gd name="connsiteY430" fmla="*/ 6761017 h 6858000"/>
              <a:gd name="connsiteX431" fmla="*/ 2200380 w 7467600"/>
              <a:gd name="connsiteY431" fmla="*/ 6858000 h 6858000"/>
              <a:gd name="connsiteX432" fmla="*/ 2147507 w 7467600"/>
              <a:gd name="connsiteY432" fmla="*/ 6858000 h 6858000"/>
              <a:gd name="connsiteX433" fmla="*/ 2070668 w 7467600"/>
              <a:gd name="connsiteY433" fmla="*/ 6761520 h 6858000"/>
              <a:gd name="connsiteX434" fmla="*/ 1975142 w 7467600"/>
              <a:gd name="connsiteY434" fmla="*/ 6585570 h 6858000"/>
              <a:gd name="connsiteX435" fmla="*/ 2050035 w 7467600"/>
              <a:gd name="connsiteY435" fmla="*/ 6813345 h 6858000"/>
              <a:gd name="connsiteX436" fmla="*/ 2063025 w 7467600"/>
              <a:gd name="connsiteY436" fmla="*/ 6858000 h 6858000"/>
              <a:gd name="connsiteX437" fmla="*/ 2021675 w 7467600"/>
              <a:gd name="connsiteY437" fmla="*/ 6858000 h 6858000"/>
              <a:gd name="connsiteX438" fmla="*/ 2019308 w 7467600"/>
              <a:gd name="connsiteY438" fmla="*/ 6847118 h 6858000"/>
              <a:gd name="connsiteX439" fmla="*/ 1938835 w 7467600"/>
              <a:gd name="connsiteY439" fmla="*/ 6551160 h 6858000"/>
              <a:gd name="connsiteX440" fmla="*/ 1953230 w 7467600"/>
              <a:gd name="connsiteY440" fmla="*/ 6759699 h 6858000"/>
              <a:gd name="connsiteX441" fmla="*/ 1956763 w 7467600"/>
              <a:gd name="connsiteY441" fmla="*/ 6778191 h 6858000"/>
              <a:gd name="connsiteX442" fmla="*/ 1967925 w 7467600"/>
              <a:gd name="connsiteY442" fmla="*/ 6858000 h 6858000"/>
              <a:gd name="connsiteX443" fmla="*/ 1936622 w 7467600"/>
              <a:gd name="connsiteY443" fmla="*/ 6858000 h 6858000"/>
              <a:gd name="connsiteX444" fmla="*/ 1926261 w 7467600"/>
              <a:gd name="connsiteY444" fmla="*/ 6784064 h 6858000"/>
              <a:gd name="connsiteX445" fmla="*/ 1922724 w 7467600"/>
              <a:gd name="connsiteY445" fmla="*/ 6765577 h 6858000"/>
              <a:gd name="connsiteX446" fmla="*/ 1904650 w 7467600"/>
              <a:gd name="connsiteY446" fmla="*/ 6639616 h 6858000"/>
              <a:gd name="connsiteX447" fmla="*/ 1885273 w 7467600"/>
              <a:gd name="connsiteY447" fmla="*/ 6858000 h 6858000"/>
              <a:gd name="connsiteX448" fmla="*/ 1854363 w 7467600"/>
              <a:gd name="connsiteY448" fmla="*/ 6858000 h 6858000"/>
              <a:gd name="connsiteX449" fmla="*/ 1880391 w 7467600"/>
              <a:gd name="connsiteY449" fmla="*/ 6603796 h 6858000"/>
              <a:gd name="connsiteX450" fmla="*/ 1818273 w 7467600"/>
              <a:gd name="connsiteY450" fmla="*/ 6715729 h 6858000"/>
              <a:gd name="connsiteX451" fmla="*/ 1794691 w 7467600"/>
              <a:gd name="connsiteY451" fmla="*/ 6843239 h 6858000"/>
              <a:gd name="connsiteX452" fmla="*/ 1794914 w 7467600"/>
              <a:gd name="connsiteY452" fmla="*/ 6858000 h 6858000"/>
              <a:gd name="connsiteX453" fmla="*/ 1746128 w 7467600"/>
              <a:gd name="connsiteY453" fmla="*/ 6858000 h 6858000"/>
              <a:gd name="connsiteX454" fmla="*/ 1753934 w 7467600"/>
              <a:gd name="connsiteY454" fmla="*/ 6724796 h 6858000"/>
              <a:gd name="connsiteX455" fmla="*/ 1792053 w 7467600"/>
              <a:gd name="connsiteY455" fmla="*/ 6572396 h 6858000"/>
              <a:gd name="connsiteX456" fmla="*/ 1862248 w 7467600"/>
              <a:gd name="connsiteY456" fmla="*/ 6266397 h 6858000"/>
              <a:gd name="connsiteX457" fmla="*/ 1862250 w 7467600"/>
              <a:gd name="connsiteY457" fmla="*/ 6033531 h 6858000"/>
              <a:gd name="connsiteX458" fmla="*/ 1211999 w 7467600"/>
              <a:gd name="connsiteY458" fmla="*/ 6683610 h 6858000"/>
              <a:gd name="connsiteX459" fmla="*/ 1213266 w 7467600"/>
              <a:gd name="connsiteY459" fmla="*/ 6691947 h 6858000"/>
              <a:gd name="connsiteX460" fmla="*/ 1203370 w 7467600"/>
              <a:gd name="connsiteY460" fmla="*/ 6850676 h 6858000"/>
              <a:gd name="connsiteX461" fmla="*/ 1203671 w 7467600"/>
              <a:gd name="connsiteY461" fmla="*/ 6858000 h 6858000"/>
              <a:gd name="connsiteX462" fmla="*/ 1143180 w 7467600"/>
              <a:gd name="connsiteY462" fmla="*/ 6858000 h 6858000"/>
              <a:gd name="connsiteX463" fmla="*/ 1142176 w 7467600"/>
              <a:gd name="connsiteY463" fmla="*/ 6766045 h 6858000"/>
              <a:gd name="connsiteX464" fmla="*/ 1067484 w 7467600"/>
              <a:gd name="connsiteY464" fmla="*/ 6858000 h 6858000"/>
              <a:gd name="connsiteX465" fmla="*/ 953928 w 7467600"/>
              <a:gd name="connsiteY465" fmla="*/ 6858000 h 6858000"/>
              <a:gd name="connsiteX466" fmla="*/ 959715 w 7467600"/>
              <a:gd name="connsiteY466" fmla="*/ 6850185 h 6858000"/>
              <a:gd name="connsiteX467" fmla="*/ 1483788 w 7467600"/>
              <a:gd name="connsiteY467" fmla="*/ 6259174 h 6858000"/>
              <a:gd name="connsiteX468" fmla="*/ 1100671 w 7467600"/>
              <a:gd name="connsiteY468" fmla="*/ 6252137 h 6858000"/>
              <a:gd name="connsiteX469" fmla="*/ 1090144 w 7467600"/>
              <a:gd name="connsiteY469" fmla="*/ 6256748 h 6858000"/>
              <a:gd name="connsiteX470" fmla="*/ 1095872 w 7467600"/>
              <a:gd name="connsiteY470" fmla="*/ 6271892 h 6858000"/>
              <a:gd name="connsiteX471" fmla="*/ 262785 w 7467600"/>
              <a:gd name="connsiteY471" fmla="*/ 6845450 h 6858000"/>
              <a:gd name="connsiteX472" fmla="*/ 209968 w 7467600"/>
              <a:gd name="connsiteY472" fmla="*/ 6770713 h 6858000"/>
              <a:gd name="connsiteX473" fmla="*/ 873460 w 7467600"/>
              <a:gd name="connsiteY473" fmla="*/ 6253768 h 6858000"/>
              <a:gd name="connsiteX474" fmla="*/ 192686 w 7467600"/>
              <a:gd name="connsiteY474" fmla="*/ 5849257 h 6858000"/>
              <a:gd name="connsiteX475" fmla="*/ 4696 w 7467600"/>
              <a:gd name="connsiteY475" fmla="*/ 5697668 h 6858000"/>
              <a:gd name="connsiteX476" fmla="*/ 0 w 7467600"/>
              <a:gd name="connsiteY476" fmla="*/ 5689984 h 6858000"/>
              <a:gd name="connsiteX477" fmla="*/ 0 w 7467600"/>
              <a:gd name="connsiteY477" fmla="*/ 5513472 h 6858000"/>
              <a:gd name="connsiteX478" fmla="*/ 174101 w 7467600"/>
              <a:gd name="connsiteY478" fmla="*/ 5620277 h 6858000"/>
              <a:gd name="connsiteX479" fmla="*/ 891800 w 7467600"/>
              <a:gd name="connsiteY479" fmla="*/ 6036935 h 6858000"/>
              <a:gd name="connsiteX480" fmla="*/ 1072219 w 7467600"/>
              <a:gd name="connsiteY480" fmla="*/ 6169443 h 6858000"/>
              <a:gd name="connsiteX481" fmla="*/ 1074117 w 7467600"/>
              <a:gd name="connsiteY481" fmla="*/ 6170301 h 6858000"/>
              <a:gd name="connsiteX482" fmla="*/ 1083114 w 7467600"/>
              <a:gd name="connsiteY482" fmla="*/ 6174131 h 6858000"/>
              <a:gd name="connsiteX483" fmla="*/ 1543010 w 7467600"/>
              <a:gd name="connsiteY483" fmla="*/ 6191140 h 6858000"/>
              <a:gd name="connsiteX484" fmla="*/ 1551080 w 7467600"/>
              <a:gd name="connsiteY484" fmla="*/ 6195006 h 6858000"/>
              <a:gd name="connsiteX485" fmla="*/ 2345443 w 7467600"/>
              <a:gd name="connsiteY485" fmla="*/ 5549882 h 6858000"/>
              <a:gd name="connsiteX486" fmla="*/ 1721499 w 7467600"/>
              <a:gd name="connsiteY486" fmla="*/ 5599969 h 6858000"/>
              <a:gd name="connsiteX487" fmla="*/ 767716 w 7467600"/>
              <a:gd name="connsiteY487" fmla="*/ 5472768 h 6858000"/>
              <a:gd name="connsiteX488" fmla="*/ 722147 w 7467600"/>
              <a:gd name="connsiteY488" fmla="*/ 5393091 h 6858000"/>
              <a:gd name="connsiteX489" fmla="*/ 1485552 w 7467600"/>
              <a:gd name="connsiteY489" fmla="*/ 5313202 h 6858000"/>
              <a:gd name="connsiteX490" fmla="*/ 2143004 w 7467600"/>
              <a:gd name="connsiteY490" fmla="*/ 5402420 h 6858000"/>
              <a:gd name="connsiteX491" fmla="*/ 1933391 w 7467600"/>
              <a:gd name="connsiteY491" fmla="*/ 5156971 h 6858000"/>
              <a:gd name="connsiteX492" fmla="*/ 1827118 w 7467600"/>
              <a:gd name="connsiteY492" fmla="*/ 4968410 h 6858000"/>
              <a:gd name="connsiteX493" fmla="*/ 1837349 w 7467600"/>
              <a:gd name="connsiteY493" fmla="*/ 4956357 h 6858000"/>
              <a:gd name="connsiteX494" fmla="*/ 2162835 w 7467600"/>
              <a:gd name="connsiteY494" fmla="*/ 5187853 h 6858000"/>
              <a:gd name="connsiteX495" fmla="*/ 2257167 w 7467600"/>
              <a:gd name="connsiteY495" fmla="*/ 5462123 h 6858000"/>
              <a:gd name="connsiteX496" fmla="*/ 2261598 w 7467600"/>
              <a:gd name="connsiteY496" fmla="*/ 5467998 h 6858000"/>
              <a:gd name="connsiteX497" fmla="*/ 2437177 w 7467600"/>
              <a:gd name="connsiteY497" fmla="*/ 5479608 h 6858000"/>
              <a:gd name="connsiteX498" fmla="*/ 2445247 w 7467600"/>
              <a:gd name="connsiteY498" fmla="*/ 5483476 h 6858000"/>
              <a:gd name="connsiteX499" fmla="*/ 2743626 w 7467600"/>
              <a:gd name="connsiteY499" fmla="*/ 5304819 h 6858000"/>
              <a:gd name="connsiteX500" fmla="*/ 3048102 w 7467600"/>
              <a:gd name="connsiteY500" fmla="*/ 5150595 h 6858000"/>
              <a:gd name="connsiteX501" fmla="*/ 1799414 w 7467600"/>
              <a:gd name="connsiteY501" fmla="*/ 4694732 h 6858000"/>
              <a:gd name="connsiteX502" fmla="*/ 1771735 w 7467600"/>
              <a:gd name="connsiteY502" fmla="*/ 4619929 h 6858000"/>
              <a:gd name="connsiteX503" fmla="*/ 3104273 w 7467600"/>
              <a:gd name="connsiteY503" fmla="*/ 5076159 h 6858000"/>
              <a:gd name="connsiteX504" fmla="*/ 3113245 w 7467600"/>
              <a:gd name="connsiteY504" fmla="*/ 5090705 h 6858000"/>
              <a:gd name="connsiteX505" fmla="*/ 3126294 w 7467600"/>
              <a:gd name="connsiteY505" fmla="*/ 5114400 h 6858000"/>
              <a:gd name="connsiteX506" fmla="*/ 3937433 w 7467600"/>
              <a:gd name="connsiteY506" fmla="*/ 4830473 h 6858000"/>
              <a:gd name="connsiteX507" fmla="*/ 3590475 w 7467600"/>
              <a:gd name="connsiteY507" fmla="*/ 4597974 h 6858000"/>
              <a:gd name="connsiteX508" fmla="*/ 3100264 w 7467600"/>
              <a:gd name="connsiteY508" fmla="*/ 4579845 h 6858000"/>
              <a:gd name="connsiteX509" fmla="*/ 2183576 w 7467600"/>
              <a:gd name="connsiteY509" fmla="*/ 4227150 h 6858000"/>
              <a:gd name="connsiteX510" fmla="*/ 2151029 w 7467600"/>
              <a:gd name="connsiteY510" fmla="*/ 4146947 h 6858000"/>
              <a:gd name="connsiteX511" fmla="*/ 3563434 w 7467600"/>
              <a:gd name="connsiteY511" fmla="*/ 4469115 h 6858000"/>
              <a:gd name="connsiteX512" fmla="*/ 3177952 w 7467600"/>
              <a:gd name="connsiteY512" fmla="*/ 3657386 h 6858000"/>
              <a:gd name="connsiteX513" fmla="*/ 3189263 w 7467600"/>
              <a:gd name="connsiteY513" fmla="*/ 3625726 h 6858000"/>
              <a:gd name="connsiteX514" fmla="*/ 3560912 w 7467600"/>
              <a:gd name="connsiteY514" fmla="*/ 4079863 h 6858000"/>
              <a:gd name="connsiteX515" fmla="*/ 3626636 w 7467600"/>
              <a:gd name="connsiteY515" fmla="*/ 4512230 h 6858000"/>
              <a:gd name="connsiteX516" fmla="*/ 3653088 w 7467600"/>
              <a:gd name="connsiteY516" fmla="*/ 4521417 h 6858000"/>
              <a:gd name="connsiteX517" fmla="*/ 3988128 w 7467600"/>
              <a:gd name="connsiteY517" fmla="*/ 4817267 h 6858000"/>
              <a:gd name="connsiteX518" fmla="*/ 4830582 w 7467600"/>
              <a:gd name="connsiteY518" fmla="*/ 4676000 h 6858000"/>
              <a:gd name="connsiteX519" fmla="*/ 4830100 w 7467600"/>
              <a:gd name="connsiteY519" fmla="*/ 4675554 h 6858000"/>
              <a:gd name="connsiteX520" fmla="*/ 4036318 w 7467600"/>
              <a:gd name="connsiteY520" fmla="*/ 4147013 h 6858000"/>
              <a:gd name="connsiteX521" fmla="*/ 3432098 w 7467600"/>
              <a:gd name="connsiteY521" fmla="*/ 3537312 h 6858000"/>
              <a:gd name="connsiteX522" fmla="*/ 3446761 w 7467600"/>
              <a:gd name="connsiteY522" fmla="*/ 3461278 h 6858000"/>
              <a:gd name="connsiteX523" fmla="*/ 4419733 w 7467600"/>
              <a:gd name="connsiteY523" fmla="*/ 3963555 h 6858000"/>
              <a:gd name="connsiteX524" fmla="*/ 4781371 w 7467600"/>
              <a:gd name="connsiteY524" fmla="*/ 4458604 h 6858000"/>
              <a:gd name="connsiteX525" fmla="*/ 4780440 w 7467600"/>
              <a:gd name="connsiteY525" fmla="*/ 4470290 h 6858000"/>
              <a:gd name="connsiteX526" fmla="*/ 4898954 w 7467600"/>
              <a:gd name="connsiteY526" fmla="*/ 4662092 h 6858000"/>
              <a:gd name="connsiteX527" fmla="*/ 4900699 w 7467600"/>
              <a:gd name="connsiteY527" fmla="*/ 4670867 h 6858000"/>
              <a:gd name="connsiteX528" fmla="*/ 5714511 w 7467600"/>
              <a:gd name="connsiteY528" fmla="*/ 4663483 h 6858000"/>
              <a:gd name="connsiteX529" fmla="*/ 5464793 w 7467600"/>
              <a:gd name="connsiteY529" fmla="*/ 4393556 h 6858000"/>
              <a:gd name="connsiteX530" fmla="*/ 5461897 w 7467600"/>
              <a:gd name="connsiteY530" fmla="*/ 4390879 h 6858000"/>
              <a:gd name="connsiteX531" fmla="*/ 4294126 w 7467600"/>
              <a:gd name="connsiteY531" fmla="*/ 3303048 h 6858000"/>
              <a:gd name="connsiteX532" fmla="*/ 4305321 w 7467600"/>
              <a:gd name="connsiteY532" fmla="*/ 3256953 h 6858000"/>
              <a:gd name="connsiteX533" fmla="*/ 4949299 w 7467600"/>
              <a:gd name="connsiteY533" fmla="*/ 3766336 h 6858000"/>
              <a:gd name="connsiteX534" fmla="*/ 5291452 w 7467600"/>
              <a:gd name="connsiteY534" fmla="*/ 4076801 h 6858000"/>
              <a:gd name="connsiteX535" fmla="*/ 5434998 w 7467600"/>
              <a:gd name="connsiteY535" fmla="*/ 4254100 h 6858000"/>
              <a:gd name="connsiteX536" fmla="*/ 5351015 w 7467600"/>
              <a:gd name="connsiteY536" fmla="*/ 3760989 h 6858000"/>
              <a:gd name="connsiteX537" fmla="*/ 5413780 w 7467600"/>
              <a:gd name="connsiteY537" fmla="*/ 2966265 h 6858000"/>
              <a:gd name="connsiteX538" fmla="*/ 5425627 w 7467600"/>
              <a:gd name="connsiteY538" fmla="*/ 2954192 h 6858000"/>
              <a:gd name="connsiteX539" fmla="*/ 6604735 w 7467600"/>
              <a:gd name="connsiteY539" fmla="*/ 2041381 h 6858000"/>
              <a:gd name="connsiteX540" fmla="*/ 7204487 w 7467600"/>
              <a:gd name="connsiteY540" fmla="*/ 2742112 h 6858000"/>
              <a:gd name="connsiteX541" fmla="*/ 7131592 w 7467600"/>
              <a:gd name="connsiteY541" fmla="*/ 2672096 h 6858000"/>
              <a:gd name="connsiteX542" fmla="*/ 6996344 w 7467600"/>
              <a:gd name="connsiteY542" fmla="*/ 2518310 h 6858000"/>
              <a:gd name="connsiteX543" fmla="*/ 6735495 w 7467600"/>
              <a:gd name="connsiteY543" fmla="*/ 2196890 h 6858000"/>
              <a:gd name="connsiteX544" fmla="*/ 6721901 w 7467600"/>
              <a:gd name="connsiteY544" fmla="*/ 2179274 h 6858000"/>
              <a:gd name="connsiteX545" fmla="*/ 6604735 w 7467600"/>
              <a:gd name="connsiteY545" fmla="*/ 2041381 h 6858000"/>
              <a:gd name="connsiteX546" fmla="*/ 6591670 w 7467600"/>
              <a:gd name="connsiteY546" fmla="*/ 1988277 h 6858000"/>
              <a:gd name="connsiteX547" fmla="*/ 6747349 w 7467600"/>
              <a:gd name="connsiteY547" fmla="*/ 2160069 h 6858000"/>
              <a:gd name="connsiteX548" fmla="*/ 6760943 w 7467600"/>
              <a:gd name="connsiteY548" fmla="*/ 2177686 h 6858000"/>
              <a:gd name="connsiteX549" fmla="*/ 7021065 w 7467600"/>
              <a:gd name="connsiteY549" fmla="*/ 2498102 h 6858000"/>
              <a:gd name="connsiteX550" fmla="*/ 7155223 w 7467600"/>
              <a:gd name="connsiteY550" fmla="*/ 2650386 h 6858000"/>
              <a:gd name="connsiteX551" fmla="*/ 7203167 w 7467600"/>
              <a:gd name="connsiteY551" fmla="*/ 2697288 h 6858000"/>
              <a:gd name="connsiteX552" fmla="*/ 6937703 w 7467600"/>
              <a:gd name="connsiteY552" fmla="*/ 2321981 h 6858000"/>
              <a:gd name="connsiteX553" fmla="*/ 6591670 w 7467600"/>
              <a:gd name="connsiteY553" fmla="*/ 1988277 h 6858000"/>
              <a:gd name="connsiteX554" fmla="*/ 5798671 w 7467600"/>
              <a:gd name="connsiteY554" fmla="*/ 1981601 h 6858000"/>
              <a:gd name="connsiteX555" fmla="*/ 5754709 w 7467600"/>
              <a:gd name="connsiteY555" fmla="*/ 2071454 h 6858000"/>
              <a:gd name="connsiteX556" fmla="*/ 5763044 w 7467600"/>
              <a:gd name="connsiteY556" fmla="*/ 2842206 h 6858000"/>
              <a:gd name="connsiteX557" fmla="*/ 5764974 w 7467600"/>
              <a:gd name="connsiteY557" fmla="*/ 2799609 h 6858000"/>
              <a:gd name="connsiteX558" fmla="*/ 5767665 w 7467600"/>
              <a:gd name="connsiteY558" fmla="*/ 2666409 h 6858000"/>
              <a:gd name="connsiteX559" fmla="*/ 5763055 w 7467600"/>
              <a:gd name="connsiteY559" fmla="*/ 2579705 h 6858000"/>
              <a:gd name="connsiteX560" fmla="*/ 5758079 w 7467600"/>
              <a:gd name="connsiteY560" fmla="*/ 2492508 h 6858000"/>
              <a:gd name="connsiteX561" fmla="*/ 5779325 w 7467600"/>
              <a:gd name="connsiteY561" fmla="*/ 2197069 h 6858000"/>
              <a:gd name="connsiteX562" fmla="*/ 5798671 w 7467600"/>
              <a:gd name="connsiteY562" fmla="*/ 1981601 h 6858000"/>
              <a:gd name="connsiteX563" fmla="*/ 5829202 w 7467600"/>
              <a:gd name="connsiteY563" fmla="*/ 1971679 h 6858000"/>
              <a:gd name="connsiteX564" fmla="*/ 5809558 w 7467600"/>
              <a:gd name="connsiteY564" fmla="*/ 2198043 h 6858000"/>
              <a:gd name="connsiteX565" fmla="*/ 5788653 w 7467600"/>
              <a:gd name="connsiteY565" fmla="*/ 2489430 h 6858000"/>
              <a:gd name="connsiteX566" fmla="*/ 5793439 w 7467600"/>
              <a:gd name="connsiteY566" fmla="*/ 2575235 h 6858000"/>
              <a:gd name="connsiteX567" fmla="*/ 5796837 w 7467600"/>
              <a:gd name="connsiteY567" fmla="*/ 2637633 h 6858000"/>
              <a:gd name="connsiteX568" fmla="*/ 5818614 w 7467600"/>
              <a:gd name="connsiteY568" fmla="*/ 2473055 h 6858000"/>
              <a:gd name="connsiteX569" fmla="*/ 5829202 w 7467600"/>
              <a:gd name="connsiteY569" fmla="*/ 1971679 h 6858000"/>
              <a:gd name="connsiteX570" fmla="*/ 5911389 w 7467600"/>
              <a:gd name="connsiteY570" fmla="*/ 1898371 h 6858000"/>
              <a:gd name="connsiteX571" fmla="*/ 6237627 w 7467600"/>
              <a:gd name="connsiteY571" fmla="*/ 2231921 h 6858000"/>
              <a:gd name="connsiteX572" fmla="*/ 5911389 w 7467600"/>
              <a:gd name="connsiteY572" fmla="*/ 1898371 h 6858000"/>
              <a:gd name="connsiteX573" fmla="*/ 6944437 w 7467600"/>
              <a:gd name="connsiteY573" fmla="*/ 1575402 h 6858000"/>
              <a:gd name="connsiteX574" fmla="*/ 6304730 w 7467600"/>
              <a:gd name="connsiteY574" fmla="*/ 1766654 h 6858000"/>
              <a:gd name="connsiteX575" fmla="*/ 6944437 w 7467600"/>
              <a:gd name="connsiteY575" fmla="*/ 1575402 h 6858000"/>
              <a:gd name="connsiteX576" fmla="*/ 7019523 w 7467600"/>
              <a:gd name="connsiteY576" fmla="*/ 1519450 h 6858000"/>
              <a:gd name="connsiteX577" fmla="*/ 6298091 w 7467600"/>
              <a:gd name="connsiteY577" fmla="*/ 1737122 h 6858000"/>
              <a:gd name="connsiteX578" fmla="*/ 7019523 w 7467600"/>
              <a:gd name="connsiteY578" fmla="*/ 1519450 h 6858000"/>
              <a:gd name="connsiteX579" fmla="*/ 2399523 w 7467600"/>
              <a:gd name="connsiteY579" fmla="*/ 1428234 h 6858000"/>
              <a:gd name="connsiteX580" fmla="*/ 2224982 w 7467600"/>
              <a:gd name="connsiteY580" fmla="*/ 1826201 h 6858000"/>
              <a:gd name="connsiteX581" fmla="*/ 2096099 w 7467600"/>
              <a:gd name="connsiteY581" fmla="*/ 2345900 h 6858000"/>
              <a:gd name="connsiteX582" fmla="*/ 2283317 w 7467600"/>
              <a:gd name="connsiteY582" fmla="*/ 1796925 h 6858000"/>
              <a:gd name="connsiteX583" fmla="*/ 2399523 w 7467600"/>
              <a:gd name="connsiteY583" fmla="*/ 1428234 h 6858000"/>
              <a:gd name="connsiteX584" fmla="*/ 2448558 w 7467600"/>
              <a:gd name="connsiteY584" fmla="*/ 1373435 h 6858000"/>
              <a:gd name="connsiteX585" fmla="*/ 2312521 w 7467600"/>
              <a:gd name="connsiteY585" fmla="*/ 1806140 h 6858000"/>
              <a:gd name="connsiteX586" fmla="*/ 2127533 w 7467600"/>
              <a:gd name="connsiteY586" fmla="*/ 2348380 h 6858000"/>
              <a:gd name="connsiteX587" fmla="*/ 2358080 w 7467600"/>
              <a:gd name="connsiteY587" fmla="*/ 1866134 h 6858000"/>
              <a:gd name="connsiteX588" fmla="*/ 2407436 w 7467600"/>
              <a:gd name="connsiteY588" fmla="*/ 1651070 h 6858000"/>
              <a:gd name="connsiteX589" fmla="*/ 2448558 w 7467600"/>
              <a:gd name="connsiteY589" fmla="*/ 1373435 h 6858000"/>
              <a:gd name="connsiteX590" fmla="*/ 278707 w 7467600"/>
              <a:gd name="connsiteY590" fmla="*/ 1352270 h 6858000"/>
              <a:gd name="connsiteX591" fmla="*/ 321570 w 7467600"/>
              <a:gd name="connsiteY591" fmla="*/ 1861610 h 6858000"/>
              <a:gd name="connsiteX592" fmla="*/ 294281 w 7467600"/>
              <a:gd name="connsiteY592" fmla="*/ 1440658 h 6858000"/>
              <a:gd name="connsiteX593" fmla="*/ 278707 w 7467600"/>
              <a:gd name="connsiteY593" fmla="*/ 1352270 h 6858000"/>
              <a:gd name="connsiteX594" fmla="*/ 1423821 w 7467600"/>
              <a:gd name="connsiteY594" fmla="*/ 1351958 h 6858000"/>
              <a:gd name="connsiteX595" fmla="*/ 1638521 w 7467600"/>
              <a:gd name="connsiteY595" fmla="*/ 1908470 h 6858000"/>
              <a:gd name="connsiteX596" fmla="*/ 1754199 w 7467600"/>
              <a:gd name="connsiteY596" fmla="*/ 2149284 h 6858000"/>
              <a:gd name="connsiteX597" fmla="*/ 1908359 w 7467600"/>
              <a:gd name="connsiteY597" fmla="*/ 2364988 h 6858000"/>
              <a:gd name="connsiteX598" fmla="*/ 1647661 w 7467600"/>
              <a:gd name="connsiteY598" fmla="*/ 1825945 h 6858000"/>
              <a:gd name="connsiteX599" fmla="*/ 1423821 w 7467600"/>
              <a:gd name="connsiteY599" fmla="*/ 1351958 h 6858000"/>
              <a:gd name="connsiteX600" fmla="*/ 1431890 w 7467600"/>
              <a:gd name="connsiteY600" fmla="*/ 1306475 h 6858000"/>
              <a:gd name="connsiteX601" fmla="*/ 1507597 w 7467600"/>
              <a:gd name="connsiteY601" fmla="*/ 1446132 h 6858000"/>
              <a:gd name="connsiteX602" fmla="*/ 1674586 w 7467600"/>
              <a:gd name="connsiteY602" fmla="*/ 1813832 h 6858000"/>
              <a:gd name="connsiteX603" fmla="*/ 1815950 w 7467600"/>
              <a:gd name="connsiteY603" fmla="*/ 2128564 h 6858000"/>
              <a:gd name="connsiteX604" fmla="*/ 1984242 w 7467600"/>
              <a:gd name="connsiteY604" fmla="*/ 2430829 h 6858000"/>
              <a:gd name="connsiteX605" fmla="*/ 2014023 w 7467600"/>
              <a:gd name="connsiteY605" fmla="*/ 2450995 h 6858000"/>
              <a:gd name="connsiteX606" fmla="*/ 1747337 w 7467600"/>
              <a:gd name="connsiteY606" fmla="*/ 1855264 h 6858000"/>
              <a:gd name="connsiteX607" fmla="*/ 1533749 w 7467600"/>
              <a:gd name="connsiteY607" fmla="*/ 1478656 h 6858000"/>
              <a:gd name="connsiteX608" fmla="*/ 1431890 w 7467600"/>
              <a:gd name="connsiteY608" fmla="*/ 1306475 h 6858000"/>
              <a:gd name="connsiteX609" fmla="*/ 5052692 w 7467600"/>
              <a:gd name="connsiteY609" fmla="*/ 1292994 h 6858000"/>
              <a:gd name="connsiteX610" fmla="*/ 5200661 w 7467600"/>
              <a:gd name="connsiteY610" fmla="*/ 1635186 h 6858000"/>
              <a:gd name="connsiteX611" fmla="*/ 5297138 w 7467600"/>
              <a:gd name="connsiteY611" fmla="*/ 1906351 h 6858000"/>
              <a:gd name="connsiteX612" fmla="*/ 5052692 w 7467600"/>
              <a:gd name="connsiteY612" fmla="*/ 1292994 h 6858000"/>
              <a:gd name="connsiteX613" fmla="*/ 5009948 w 7467600"/>
              <a:gd name="connsiteY613" fmla="*/ 1273619 h 6858000"/>
              <a:gd name="connsiteX614" fmla="*/ 5121777 w 7467600"/>
              <a:gd name="connsiteY614" fmla="*/ 1654213 h 6858000"/>
              <a:gd name="connsiteX615" fmla="*/ 5293545 w 7467600"/>
              <a:gd name="connsiteY615" fmla="*/ 2072247 h 6858000"/>
              <a:gd name="connsiteX616" fmla="*/ 5294042 w 7467600"/>
              <a:gd name="connsiteY616" fmla="*/ 2065019 h 6858000"/>
              <a:gd name="connsiteX617" fmla="*/ 5171936 w 7467600"/>
              <a:gd name="connsiteY617" fmla="*/ 1647613 h 6858000"/>
              <a:gd name="connsiteX618" fmla="*/ 5009948 w 7467600"/>
              <a:gd name="connsiteY618" fmla="*/ 1273619 h 6858000"/>
              <a:gd name="connsiteX619" fmla="*/ 655236 w 7467600"/>
              <a:gd name="connsiteY619" fmla="*/ 1268632 h 6858000"/>
              <a:gd name="connsiteX620" fmla="*/ 839521 w 7467600"/>
              <a:gd name="connsiteY620" fmla="*/ 1685315 h 6858000"/>
              <a:gd name="connsiteX621" fmla="*/ 1109416 w 7467600"/>
              <a:gd name="connsiteY621" fmla="*/ 2061663 h 6858000"/>
              <a:gd name="connsiteX622" fmla="*/ 1298300 w 7467600"/>
              <a:gd name="connsiteY622" fmla="*/ 2247742 h 6858000"/>
              <a:gd name="connsiteX623" fmla="*/ 1125871 w 7467600"/>
              <a:gd name="connsiteY623" fmla="*/ 1989513 h 6858000"/>
              <a:gd name="connsiteX624" fmla="*/ 981574 w 7467600"/>
              <a:gd name="connsiteY624" fmla="*/ 1783157 h 6858000"/>
              <a:gd name="connsiteX625" fmla="*/ 922198 w 7467600"/>
              <a:gd name="connsiteY625" fmla="*/ 1677437 h 6858000"/>
              <a:gd name="connsiteX626" fmla="*/ 869293 w 7467600"/>
              <a:gd name="connsiteY626" fmla="*/ 1583214 h 6858000"/>
              <a:gd name="connsiteX627" fmla="*/ 751431 w 7467600"/>
              <a:gd name="connsiteY627" fmla="*/ 1405731 h 6858000"/>
              <a:gd name="connsiteX628" fmla="*/ 655236 w 7467600"/>
              <a:gd name="connsiteY628" fmla="*/ 1268632 h 6858000"/>
              <a:gd name="connsiteX629" fmla="*/ 6516292 w 7467600"/>
              <a:gd name="connsiteY629" fmla="*/ 1263064 h 6858000"/>
              <a:gd name="connsiteX630" fmla="*/ 5736320 w 7467600"/>
              <a:gd name="connsiteY630" fmla="*/ 1501803 h 6858000"/>
              <a:gd name="connsiteX631" fmla="*/ 6516292 w 7467600"/>
              <a:gd name="connsiteY631" fmla="*/ 1263064 h 6858000"/>
              <a:gd name="connsiteX632" fmla="*/ 291466 w 7467600"/>
              <a:gd name="connsiteY632" fmla="*/ 1250369 h 6858000"/>
              <a:gd name="connsiteX633" fmla="*/ 323180 w 7467600"/>
              <a:gd name="connsiteY633" fmla="*/ 1435283 h 6858000"/>
              <a:gd name="connsiteX634" fmla="*/ 349381 w 7467600"/>
              <a:gd name="connsiteY634" fmla="*/ 1875041 h 6858000"/>
              <a:gd name="connsiteX635" fmla="*/ 374363 w 7467600"/>
              <a:gd name="connsiteY635" fmla="*/ 1506494 h 6858000"/>
              <a:gd name="connsiteX636" fmla="*/ 302168 w 7467600"/>
              <a:gd name="connsiteY636" fmla="*/ 1274495 h 6858000"/>
              <a:gd name="connsiteX637" fmla="*/ 291466 w 7467600"/>
              <a:gd name="connsiteY637" fmla="*/ 1250369 h 6858000"/>
              <a:gd name="connsiteX638" fmla="*/ 678222 w 7467600"/>
              <a:gd name="connsiteY638" fmla="*/ 1248670 h 6858000"/>
              <a:gd name="connsiteX639" fmla="*/ 775536 w 7467600"/>
              <a:gd name="connsiteY639" fmla="*/ 1388015 h 6858000"/>
              <a:gd name="connsiteX640" fmla="*/ 894529 w 7467600"/>
              <a:gd name="connsiteY640" fmla="*/ 1567739 h 6858000"/>
              <a:gd name="connsiteX641" fmla="*/ 948000 w 7467600"/>
              <a:gd name="connsiteY641" fmla="*/ 1663088 h 6858000"/>
              <a:gd name="connsiteX642" fmla="*/ 1006812 w 7467600"/>
              <a:gd name="connsiteY642" fmla="*/ 1767683 h 6858000"/>
              <a:gd name="connsiteX643" fmla="*/ 1149133 w 7467600"/>
              <a:gd name="connsiteY643" fmla="*/ 1971513 h 6858000"/>
              <a:gd name="connsiteX644" fmla="*/ 1333952 w 7467600"/>
              <a:gd name="connsiteY644" fmla="*/ 2251620 h 6858000"/>
              <a:gd name="connsiteX645" fmla="*/ 1337329 w 7467600"/>
              <a:gd name="connsiteY645" fmla="*/ 2258350 h 6858000"/>
              <a:gd name="connsiteX646" fmla="*/ 1014726 w 7467600"/>
              <a:gd name="connsiteY646" fmla="*/ 1615556 h 6858000"/>
              <a:gd name="connsiteX647" fmla="*/ 678222 w 7467600"/>
              <a:gd name="connsiteY647" fmla="*/ 1248670 h 6858000"/>
              <a:gd name="connsiteX648" fmla="*/ 6691602 w 7467600"/>
              <a:gd name="connsiteY648" fmla="*/ 1140573 h 6858000"/>
              <a:gd name="connsiteX649" fmla="*/ 6571100 w 7467600"/>
              <a:gd name="connsiteY649" fmla="*/ 1183662 h 6858000"/>
              <a:gd name="connsiteX650" fmla="*/ 6241687 w 7467600"/>
              <a:gd name="connsiteY650" fmla="*/ 1257600 h 6858000"/>
              <a:gd name="connsiteX651" fmla="*/ 5693009 w 7467600"/>
              <a:gd name="connsiteY651" fmla="*/ 1478256 h 6858000"/>
              <a:gd name="connsiteX652" fmla="*/ 6548420 w 7467600"/>
              <a:gd name="connsiteY652" fmla="*/ 1214599 h 6858000"/>
              <a:gd name="connsiteX653" fmla="*/ 6605473 w 7467600"/>
              <a:gd name="connsiteY653" fmla="*/ 1184686 h 6858000"/>
              <a:gd name="connsiteX654" fmla="*/ 6691602 w 7467600"/>
              <a:gd name="connsiteY654" fmla="*/ 1140573 h 6858000"/>
              <a:gd name="connsiteX655" fmla="*/ 4002475 w 7467600"/>
              <a:gd name="connsiteY655" fmla="*/ 1037802 h 6858000"/>
              <a:gd name="connsiteX656" fmla="*/ 4000324 w 7467600"/>
              <a:gd name="connsiteY656" fmla="*/ 1039362 h 6858000"/>
              <a:gd name="connsiteX657" fmla="*/ 4002862 w 7467600"/>
              <a:gd name="connsiteY657" fmla="*/ 1042866 h 6858000"/>
              <a:gd name="connsiteX658" fmla="*/ 4002475 w 7467600"/>
              <a:gd name="connsiteY658" fmla="*/ 1037802 h 6858000"/>
              <a:gd name="connsiteX659" fmla="*/ 506322 w 7467600"/>
              <a:gd name="connsiteY659" fmla="*/ 1020997 h 6858000"/>
              <a:gd name="connsiteX660" fmla="*/ 533068 w 7467600"/>
              <a:gd name="connsiteY660" fmla="*/ 1029409 h 6858000"/>
              <a:gd name="connsiteX661" fmla="*/ 1232525 w 7467600"/>
              <a:gd name="connsiteY661" fmla="*/ 1804675 h 6858000"/>
              <a:gd name="connsiteX662" fmla="*/ 1388858 w 7467600"/>
              <a:gd name="connsiteY662" fmla="*/ 2368011 h 6858000"/>
              <a:gd name="connsiteX663" fmla="*/ 1384098 w 7467600"/>
              <a:gd name="connsiteY663" fmla="*/ 2378125 h 6858000"/>
              <a:gd name="connsiteX664" fmla="*/ 1425393 w 7467600"/>
              <a:gd name="connsiteY664" fmla="*/ 2589124 h 6858000"/>
              <a:gd name="connsiteX665" fmla="*/ 1424001 w 7467600"/>
              <a:gd name="connsiteY665" fmla="*/ 2597541 h 6858000"/>
              <a:gd name="connsiteX666" fmla="*/ 2152729 w 7467600"/>
              <a:gd name="connsiteY666" fmla="*/ 2864487 h 6858000"/>
              <a:gd name="connsiteX667" fmla="*/ 2020609 w 7467600"/>
              <a:gd name="connsiteY667" fmla="*/ 2539671 h 6858000"/>
              <a:gd name="connsiteX668" fmla="*/ 2018920 w 7467600"/>
              <a:gd name="connsiteY668" fmla="*/ 2536309 h 6858000"/>
              <a:gd name="connsiteX669" fmla="*/ 1342441 w 7467600"/>
              <a:gd name="connsiteY669" fmla="*/ 1173017 h 6858000"/>
              <a:gd name="connsiteX670" fmla="*/ 1367925 w 7467600"/>
              <a:gd name="connsiteY670" fmla="*/ 1135648 h 6858000"/>
              <a:gd name="connsiteX671" fmla="*/ 1771401 w 7467600"/>
              <a:gd name="connsiteY671" fmla="*/ 1806673 h 6858000"/>
              <a:gd name="connsiteX672" fmla="*/ 1972385 w 7467600"/>
              <a:gd name="connsiteY672" fmla="*/ 2198735 h 6858000"/>
              <a:gd name="connsiteX673" fmla="*/ 2040892 w 7467600"/>
              <a:gd name="connsiteY673" fmla="*/ 2405205 h 6858000"/>
              <a:gd name="connsiteX674" fmla="*/ 2131689 w 7467600"/>
              <a:gd name="connsiteY674" fmla="*/ 1936926 h 6858000"/>
              <a:gd name="connsiteX675" fmla="*/ 2454820 w 7467600"/>
              <a:gd name="connsiteY675" fmla="*/ 1248808 h 6858000"/>
              <a:gd name="connsiteX676" fmla="*/ 2492512 w 7467600"/>
              <a:gd name="connsiteY676" fmla="*/ 1302920 h 6858000"/>
              <a:gd name="connsiteX677" fmla="*/ 2081216 w 7467600"/>
              <a:gd name="connsiteY677" fmla="*/ 2527513 h 6858000"/>
              <a:gd name="connsiteX678" fmla="*/ 2081211 w 7467600"/>
              <a:gd name="connsiteY678" fmla="*/ 2528916 h 6858000"/>
              <a:gd name="connsiteX679" fmla="*/ 2199067 w 7467600"/>
              <a:gd name="connsiteY679" fmla="*/ 2884061 h 6858000"/>
              <a:gd name="connsiteX680" fmla="*/ 3192586 w 7467600"/>
              <a:gd name="connsiteY680" fmla="*/ 3411496 h 6858000"/>
              <a:gd name="connsiteX681" fmla="*/ 3182620 w 7467600"/>
              <a:gd name="connsiteY681" fmla="*/ 3483279 h 6858000"/>
              <a:gd name="connsiteX682" fmla="*/ 2435119 w 7467600"/>
              <a:gd name="connsiteY682" fmla="*/ 3080173 h 6858000"/>
              <a:gd name="connsiteX683" fmla="*/ 2410152 w 7467600"/>
              <a:gd name="connsiteY683" fmla="*/ 3063751 h 6858000"/>
              <a:gd name="connsiteX684" fmla="*/ 2408099 w 7467600"/>
              <a:gd name="connsiteY684" fmla="*/ 3064403 h 6858000"/>
              <a:gd name="connsiteX685" fmla="*/ 2407218 w 7467600"/>
              <a:gd name="connsiteY685" fmla="*/ 3070324 h 6858000"/>
              <a:gd name="connsiteX686" fmla="*/ 2380138 w 7467600"/>
              <a:gd name="connsiteY686" fmla="*/ 3099341 h 6858000"/>
              <a:gd name="connsiteX687" fmla="*/ 1765923 w 7467600"/>
              <a:gd name="connsiteY687" fmla="*/ 3581043 h 6858000"/>
              <a:gd name="connsiteX688" fmla="*/ 1702258 w 7467600"/>
              <a:gd name="connsiteY688" fmla="*/ 3612286 h 6858000"/>
              <a:gd name="connsiteX689" fmla="*/ 1538370 w 7467600"/>
              <a:gd name="connsiteY689" fmla="*/ 3811804 h 6858000"/>
              <a:gd name="connsiteX690" fmla="*/ 542867 w 7467600"/>
              <a:gd name="connsiteY690" fmla="*/ 4944092 h 6858000"/>
              <a:gd name="connsiteX691" fmla="*/ 515800 w 7467600"/>
              <a:gd name="connsiteY691" fmla="*/ 4862180 h 6858000"/>
              <a:gd name="connsiteX692" fmla="*/ 909145 w 7467600"/>
              <a:gd name="connsiteY692" fmla="*/ 4199225 h 6858000"/>
              <a:gd name="connsiteX693" fmla="*/ 1214067 w 7467600"/>
              <a:gd name="connsiteY693" fmla="*/ 3908561 h 6858000"/>
              <a:gd name="connsiteX694" fmla="*/ 640967 w 7467600"/>
              <a:gd name="connsiteY694" fmla="*/ 4105601 h 6858000"/>
              <a:gd name="connsiteX695" fmla="*/ 112563 w 7467600"/>
              <a:gd name="connsiteY695" fmla="*/ 4396952 h 6858000"/>
              <a:gd name="connsiteX696" fmla="*/ 0 w 7467600"/>
              <a:gd name="connsiteY696" fmla="*/ 4466006 h 6858000"/>
              <a:gd name="connsiteX697" fmla="*/ 0 w 7467600"/>
              <a:gd name="connsiteY697" fmla="*/ 4233763 h 6858000"/>
              <a:gd name="connsiteX698" fmla="*/ 36881 w 7467600"/>
              <a:gd name="connsiteY698" fmla="*/ 4200118 h 6858000"/>
              <a:gd name="connsiteX699" fmla="*/ 910534 w 7467600"/>
              <a:gd name="connsiteY699" fmla="*/ 3629753 h 6858000"/>
              <a:gd name="connsiteX700" fmla="*/ 1578717 w 7467600"/>
              <a:gd name="connsiteY700" fmla="*/ 3575982 h 6858000"/>
              <a:gd name="connsiteX701" fmla="*/ 2338780 w 7467600"/>
              <a:gd name="connsiteY701" fmla="*/ 3033725 h 6858000"/>
              <a:gd name="connsiteX702" fmla="*/ 1807991 w 7467600"/>
              <a:gd name="connsiteY702" fmla="*/ 2807184 h 6858000"/>
              <a:gd name="connsiteX703" fmla="*/ 1416358 w 7467600"/>
              <a:gd name="connsiteY703" fmla="*/ 3112571 h 6858000"/>
              <a:gd name="connsiteX704" fmla="*/ 939066 w 7467600"/>
              <a:gd name="connsiteY704" fmla="*/ 3378798 h 6858000"/>
              <a:gd name="connsiteX705" fmla="*/ 115099 w 7467600"/>
              <a:gd name="connsiteY705" fmla="*/ 3607650 h 6858000"/>
              <a:gd name="connsiteX706" fmla="*/ 97284 w 7467600"/>
              <a:gd name="connsiteY706" fmla="*/ 3520393 h 6858000"/>
              <a:gd name="connsiteX707" fmla="*/ 922050 w 7467600"/>
              <a:gd name="connsiteY707" fmla="*/ 3074867 h 6858000"/>
              <a:gd name="connsiteX708" fmla="*/ 1405265 w 7467600"/>
              <a:gd name="connsiteY708" fmla="*/ 3016319 h 6858000"/>
              <a:gd name="connsiteX709" fmla="*/ 1407512 w 7467600"/>
              <a:gd name="connsiteY709" fmla="*/ 3018001 h 6858000"/>
              <a:gd name="connsiteX710" fmla="*/ 1726266 w 7467600"/>
              <a:gd name="connsiteY710" fmla="*/ 2777274 h 6858000"/>
              <a:gd name="connsiteX711" fmla="*/ 625390 w 7467600"/>
              <a:gd name="connsiteY711" fmla="*/ 2514541 h 6858000"/>
              <a:gd name="connsiteX712" fmla="*/ 619799 w 7467600"/>
              <a:gd name="connsiteY712" fmla="*/ 2527180 h 6858000"/>
              <a:gd name="connsiteX713" fmla="*/ 310030 w 7467600"/>
              <a:gd name="connsiteY713" fmla="*/ 2771818 h 6858000"/>
              <a:gd name="connsiteX714" fmla="*/ 173877 w 7467600"/>
              <a:gd name="connsiteY714" fmla="*/ 2937056 h 6858000"/>
              <a:gd name="connsiteX715" fmla="*/ 77889 w 7467600"/>
              <a:gd name="connsiteY715" fmla="*/ 3138440 h 6858000"/>
              <a:gd name="connsiteX716" fmla="*/ 0 w 7467600"/>
              <a:gd name="connsiteY716" fmla="*/ 3271395 h 6858000"/>
              <a:gd name="connsiteX717" fmla="*/ 0 w 7467600"/>
              <a:gd name="connsiteY717" fmla="*/ 3153002 h 6858000"/>
              <a:gd name="connsiteX718" fmla="*/ 2386 w 7467600"/>
              <a:gd name="connsiteY718" fmla="*/ 3149203 h 6858000"/>
              <a:gd name="connsiteX719" fmla="*/ 89753 w 7467600"/>
              <a:gd name="connsiteY719" fmla="*/ 2987702 h 6858000"/>
              <a:gd name="connsiteX720" fmla="*/ 76869 w 7467600"/>
              <a:gd name="connsiteY720" fmla="*/ 3005404 h 6858000"/>
              <a:gd name="connsiteX721" fmla="*/ 32049 w 7467600"/>
              <a:gd name="connsiteY721" fmla="*/ 3065814 h 6858000"/>
              <a:gd name="connsiteX722" fmla="*/ 0 w 7467600"/>
              <a:gd name="connsiteY722" fmla="*/ 3108744 h 6858000"/>
              <a:gd name="connsiteX723" fmla="*/ 0 w 7467600"/>
              <a:gd name="connsiteY723" fmla="*/ 3058059 h 6858000"/>
              <a:gd name="connsiteX724" fmla="*/ 7610 w 7467600"/>
              <a:gd name="connsiteY724" fmla="*/ 3047889 h 6858000"/>
              <a:gd name="connsiteX725" fmla="*/ 52419 w 7467600"/>
              <a:gd name="connsiteY725" fmla="*/ 2987479 h 6858000"/>
              <a:gd name="connsiteX726" fmla="*/ 59142 w 7467600"/>
              <a:gd name="connsiteY726" fmla="*/ 2978488 h 6858000"/>
              <a:gd name="connsiteX727" fmla="*/ 0 w 7467600"/>
              <a:gd name="connsiteY727" fmla="*/ 3015334 h 6858000"/>
              <a:gd name="connsiteX728" fmla="*/ 0 w 7467600"/>
              <a:gd name="connsiteY728" fmla="*/ 2914286 h 6858000"/>
              <a:gd name="connsiteX729" fmla="*/ 36383 w 7467600"/>
              <a:gd name="connsiteY729" fmla="*/ 2901128 h 6858000"/>
              <a:gd name="connsiteX730" fmla="*/ 156329 w 7467600"/>
              <a:gd name="connsiteY730" fmla="*/ 2840533 h 6858000"/>
              <a:gd name="connsiteX731" fmla="*/ 358355 w 7467600"/>
              <a:gd name="connsiteY731" fmla="*/ 2620471 h 6858000"/>
              <a:gd name="connsiteX732" fmla="*/ 510577 w 7467600"/>
              <a:gd name="connsiteY732" fmla="*/ 2501244 h 6858000"/>
              <a:gd name="connsiteX733" fmla="*/ 211967 w 7467600"/>
              <a:gd name="connsiteY733" fmla="*/ 2479171 h 6858000"/>
              <a:gd name="connsiteX734" fmla="*/ 0 w 7467600"/>
              <a:gd name="connsiteY734" fmla="*/ 2476398 h 6858000"/>
              <a:gd name="connsiteX735" fmla="*/ 0 w 7467600"/>
              <a:gd name="connsiteY735" fmla="*/ 2389189 h 6858000"/>
              <a:gd name="connsiteX736" fmla="*/ 103062 w 7467600"/>
              <a:gd name="connsiteY736" fmla="*/ 2389518 h 6858000"/>
              <a:gd name="connsiteX737" fmla="*/ 510734 w 7467600"/>
              <a:gd name="connsiteY737" fmla="*/ 2416201 h 6858000"/>
              <a:gd name="connsiteX738" fmla="*/ 279257 w 7467600"/>
              <a:gd name="connsiteY738" fmla="*/ 2092102 h 6858000"/>
              <a:gd name="connsiteX739" fmla="*/ 65265 w 7467600"/>
              <a:gd name="connsiteY739" fmla="*/ 2006049 h 6858000"/>
              <a:gd name="connsiteX740" fmla="*/ 0 w 7467600"/>
              <a:gd name="connsiteY740" fmla="*/ 1982532 h 6858000"/>
              <a:gd name="connsiteX741" fmla="*/ 0 w 7467600"/>
              <a:gd name="connsiteY741" fmla="*/ 1912789 h 6858000"/>
              <a:gd name="connsiteX742" fmla="*/ 97460 w 7467600"/>
              <a:gd name="connsiteY742" fmla="*/ 1953725 h 6858000"/>
              <a:gd name="connsiteX743" fmla="*/ 221272 w 7467600"/>
              <a:gd name="connsiteY743" fmla="*/ 1980766 h 6858000"/>
              <a:gd name="connsiteX744" fmla="*/ 116765 w 7467600"/>
              <a:gd name="connsiteY744" fmla="*/ 1911033 h 6858000"/>
              <a:gd name="connsiteX745" fmla="*/ 16405 w 7467600"/>
              <a:gd name="connsiteY745" fmla="*/ 1803412 h 6858000"/>
              <a:gd name="connsiteX746" fmla="*/ 0 w 7467600"/>
              <a:gd name="connsiteY746" fmla="*/ 1784777 h 6858000"/>
              <a:gd name="connsiteX747" fmla="*/ 0 w 7467600"/>
              <a:gd name="connsiteY747" fmla="*/ 1740082 h 6858000"/>
              <a:gd name="connsiteX748" fmla="*/ 39394 w 7467600"/>
              <a:gd name="connsiteY748" fmla="*/ 1784856 h 6858000"/>
              <a:gd name="connsiteX749" fmla="*/ 135813 w 7467600"/>
              <a:gd name="connsiteY749" fmla="*/ 1888838 h 6858000"/>
              <a:gd name="connsiteX750" fmla="*/ 242575 w 7467600"/>
              <a:gd name="connsiteY750" fmla="*/ 1958841 h 6858000"/>
              <a:gd name="connsiteX751" fmla="*/ 82197 w 7467600"/>
              <a:gd name="connsiteY751" fmla="*/ 1754826 h 6858000"/>
              <a:gd name="connsiteX752" fmla="*/ 0 w 7467600"/>
              <a:gd name="connsiteY752" fmla="*/ 1679650 h 6858000"/>
              <a:gd name="connsiteX753" fmla="*/ 0 w 7467600"/>
              <a:gd name="connsiteY753" fmla="*/ 1602463 h 6858000"/>
              <a:gd name="connsiteX754" fmla="*/ 84689 w 7467600"/>
              <a:gd name="connsiteY754" fmla="*/ 1677442 h 6858000"/>
              <a:gd name="connsiteX755" fmla="*/ 298437 w 7467600"/>
              <a:gd name="connsiteY755" fmla="*/ 1968019 h 6858000"/>
              <a:gd name="connsiteX756" fmla="*/ 227269 w 7467600"/>
              <a:gd name="connsiteY756" fmla="*/ 1114064 h 6858000"/>
              <a:gd name="connsiteX757" fmla="*/ 248003 w 7467600"/>
              <a:gd name="connsiteY757" fmla="*/ 1089613 h 6858000"/>
              <a:gd name="connsiteX758" fmla="*/ 427020 w 7467600"/>
              <a:gd name="connsiteY758" fmla="*/ 1619803 h 6858000"/>
              <a:gd name="connsiteX759" fmla="*/ 340345 w 7467600"/>
              <a:gd name="connsiteY759" fmla="*/ 2027739 h 6858000"/>
              <a:gd name="connsiteX760" fmla="*/ 360865 w 7467600"/>
              <a:gd name="connsiteY760" fmla="*/ 2044827 h 6858000"/>
              <a:gd name="connsiteX761" fmla="*/ 560414 w 7467600"/>
              <a:gd name="connsiteY761" fmla="*/ 2421457 h 6858000"/>
              <a:gd name="connsiteX762" fmla="*/ 1359703 w 7467600"/>
              <a:gd name="connsiteY762" fmla="*/ 2578554 h 6858000"/>
              <a:gd name="connsiteX763" fmla="*/ 1359422 w 7467600"/>
              <a:gd name="connsiteY763" fmla="*/ 2577994 h 6858000"/>
              <a:gd name="connsiteX764" fmla="*/ 828701 w 7467600"/>
              <a:gd name="connsiteY764" fmla="*/ 1839520 h 6858000"/>
              <a:gd name="connsiteX765" fmla="*/ 494427 w 7467600"/>
              <a:gd name="connsiteY765" fmla="*/ 1092333 h 6858000"/>
              <a:gd name="connsiteX766" fmla="*/ 506322 w 7467600"/>
              <a:gd name="connsiteY766" fmla="*/ 1020997 h 6858000"/>
              <a:gd name="connsiteX767" fmla="*/ 4570198 w 7467600"/>
              <a:gd name="connsiteY767" fmla="*/ 978081 h 6858000"/>
              <a:gd name="connsiteX768" fmla="*/ 4523691 w 7467600"/>
              <a:gd name="connsiteY768" fmla="*/ 1127776 h 6858000"/>
              <a:gd name="connsiteX769" fmla="*/ 4509875 w 7467600"/>
              <a:gd name="connsiteY769" fmla="*/ 1167552 h 6858000"/>
              <a:gd name="connsiteX770" fmla="*/ 4478168 w 7467600"/>
              <a:gd name="connsiteY770" fmla="*/ 1260735 h 6858000"/>
              <a:gd name="connsiteX771" fmla="*/ 4409309 w 7467600"/>
              <a:gd name="connsiteY771" fmla="*/ 1666996 h 6858000"/>
              <a:gd name="connsiteX772" fmla="*/ 4370031 w 7467600"/>
              <a:gd name="connsiteY772" fmla="*/ 1955666 h 6858000"/>
              <a:gd name="connsiteX773" fmla="*/ 4570198 w 7467600"/>
              <a:gd name="connsiteY773" fmla="*/ 978081 h 6858000"/>
              <a:gd name="connsiteX774" fmla="*/ 4557898 w 7467600"/>
              <a:gd name="connsiteY774" fmla="*/ 900011 h 6858000"/>
              <a:gd name="connsiteX775" fmla="*/ 4344840 w 7467600"/>
              <a:gd name="connsiteY775" fmla="*/ 1922038 h 6858000"/>
              <a:gd name="connsiteX776" fmla="*/ 4378710 w 7467600"/>
              <a:gd name="connsiteY776" fmla="*/ 1665516 h 6858000"/>
              <a:gd name="connsiteX777" fmla="*/ 4448798 w 7467600"/>
              <a:gd name="connsiteY777" fmla="*/ 1253024 h 6858000"/>
              <a:gd name="connsiteX778" fmla="*/ 4480315 w 7467600"/>
              <a:gd name="connsiteY778" fmla="*/ 1158454 h 6858000"/>
              <a:gd name="connsiteX779" fmla="*/ 4494133 w 7467600"/>
              <a:gd name="connsiteY779" fmla="*/ 1118676 h 6858000"/>
              <a:gd name="connsiteX780" fmla="*/ 4557898 w 7467600"/>
              <a:gd name="connsiteY780" fmla="*/ 900011 h 6858000"/>
              <a:gd name="connsiteX781" fmla="*/ 5870151 w 7467600"/>
              <a:gd name="connsiteY781" fmla="*/ 898890 h 6858000"/>
              <a:gd name="connsiteX782" fmla="*/ 5861335 w 7467600"/>
              <a:gd name="connsiteY782" fmla="*/ 899177 h 6858000"/>
              <a:gd name="connsiteX783" fmla="*/ 5843702 w 7467600"/>
              <a:gd name="connsiteY783" fmla="*/ 899748 h 6858000"/>
              <a:gd name="connsiteX784" fmla="*/ 5651107 w 7467600"/>
              <a:gd name="connsiteY784" fmla="*/ 920306 h 6858000"/>
              <a:gd name="connsiteX785" fmla="*/ 5459407 w 7467600"/>
              <a:gd name="connsiteY785" fmla="*/ 940975 h 6858000"/>
              <a:gd name="connsiteX786" fmla="*/ 5374846 w 7467600"/>
              <a:gd name="connsiteY786" fmla="*/ 941988 h 6858000"/>
              <a:gd name="connsiteX787" fmla="*/ 5256105 w 7467600"/>
              <a:gd name="connsiteY787" fmla="*/ 945632 h 6858000"/>
              <a:gd name="connsiteX788" fmla="*/ 5107071 w 7467600"/>
              <a:gd name="connsiteY788" fmla="*/ 969720 h 6858000"/>
              <a:gd name="connsiteX789" fmla="*/ 4998681 w 7467600"/>
              <a:gd name="connsiteY789" fmla="*/ 988771 h 6858000"/>
              <a:gd name="connsiteX790" fmla="*/ 5870151 w 7467600"/>
              <a:gd name="connsiteY790" fmla="*/ 898890 h 6858000"/>
              <a:gd name="connsiteX791" fmla="*/ 5504425 w 7467600"/>
              <a:gd name="connsiteY791" fmla="*/ 848067 h 6858000"/>
              <a:gd name="connsiteX792" fmla="*/ 4968849 w 7467600"/>
              <a:gd name="connsiteY792" fmla="*/ 962318 h 6858000"/>
              <a:gd name="connsiteX793" fmla="*/ 5104039 w 7467600"/>
              <a:gd name="connsiteY793" fmla="*/ 940634 h 6858000"/>
              <a:gd name="connsiteX794" fmla="*/ 5256311 w 7467600"/>
              <a:gd name="connsiteY794" fmla="*/ 916490 h 6858000"/>
              <a:gd name="connsiteX795" fmla="*/ 5377381 w 7467600"/>
              <a:gd name="connsiteY795" fmla="*/ 912671 h 6858000"/>
              <a:gd name="connsiteX796" fmla="*/ 5460148 w 7467600"/>
              <a:gd name="connsiteY796" fmla="*/ 911442 h 6858000"/>
              <a:gd name="connsiteX797" fmla="*/ 5648971 w 7467600"/>
              <a:gd name="connsiteY797" fmla="*/ 891331 h 6858000"/>
              <a:gd name="connsiteX798" fmla="*/ 5844807 w 7467600"/>
              <a:gd name="connsiteY798" fmla="*/ 870718 h 6858000"/>
              <a:gd name="connsiteX799" fmla="*/ 5862975 w 7467600"/>
              <a:gd name="connsiteY799" fmla="*/ 869756 h 6858000"/>
              <a:gd name="connsiteX800" fmla="*/ 5920887 w 7467600"/>
              <a:gd name="connsiteY800" fmla="*/ 865929 h 6858000"/>
              <a:gd name="connsiteX801" fmla="*/ 5504425 w 7467600"/>
              <a:gd name="connsiteY801" fmla="*/ 848067 h 6858000"/>
              <a:gd name="connsiteX802" fmla="*/ 3607114 w 7467600"/>
              <a:gd name="connsiteY802" fmla="*/ 467441 h 6858000"/>
              <a:gd name="connsiteX803" fmla="*/ 3296242 w 7467600"/>
              <a:gd name="connsiteY803" fmla="*/ 807991 h 6858000"/>
              <a:gd name="connsiteX804" fmla="*/ 3174674 w 7467600"/>
              <a:gd name="connsiteY804" fmla="*/ 919759 h 6858000"/>
              <a:gd name="connsiteX805" fmla="*/ 3042978 w 7467600"/>
              <a:gd name="connsiteY805" fmla="*/ 1054894 h 6858000"/>
              <a:gd name="connsiteX806" fmla="*/ 2968914 w 7467600"/>
              <a:gd name="connsiteY806" fmla="*/ 1133756 h 6858000"/>
              <a:gd name="connsiteX807" fmla="*/ 3103823 w 7467600"/>
              <a:gd name="connsiteY807" fmla="*/ 1026814 h 6858000"/>
              <a:gd name="connsiteX808" fmla="*/ 3607114 w 7467600"/>
              <a:gd name="connsiteY808" fmla="*/ 467441 h 6858000"/>
              <a:gd name="connsiteX809" fmla="*/ 3744487 w 7467600"/>
              <a:gd name="connsiteY809" fmla="*/ 383136 h 6858000"/>
              <a:gd name="connsiteX810" fmla="*/ 3970213 w 7467600"/>
              <a:gd name="connsiteY810" fmla="*/ 995559 h 6858000"/>
              <a:gd name="connsiteX811" fmla="*/ 3744487 w 7467600"/>
              <a:gd name="connsiteY811" fmla="*/ 383136 h 6858000"/>
              <a:gd name="connsiteX812" fmla="*/ 3624562 w 7467600"/>
              <a:gd name="connsiteY812" fmla="*/ 367041 h 6858000"/>
              <a:gd name="connsiteX813" fmla="*/ 3489712 w 7467600"/>
              <a:gd name="connsiteY813" fmla="*/ 485386 h 6858000"/>
              <a:gd name="connsiteX814" fmla="*/ 3182994 w 7467600"/>
              <a:gd name="connsiteY814" fmla="*/ 828265 h 6858000"/>
              <a:gd name="connsiteX815" fmla="*/ 2892114 w 7467600"/>
              <a:gd name="connsiteY815" fmla="*/ 1172635 h 6858000"/>
              <a:gd name="connsiteX816" fmla="*/ 3021459 w 7467600"/>
              <a:gd name="connsiteY816" fmla="*/ 1035385 h 6858000"/>
              <a:gd name="connsiteX817" fmla="*/ 3153873 w 7467600"/>
              <a:gd name="connsiteY817" fmla="*/ 898971 h 6858000"/>
              <a:gd name="connsiteX818" fmla="*/ 3276511 w 7467600"/>
              <a:gd name="connsiteY818" fmla="*/ 786423 h 6858000"/>
              <a:gd name="connsiteX819" fmla="*/ 3584154 w 7467600"/>
              <a:gd name="connsiteY819" fmla="*/ 448218 h 6858000"/>
              <a:gd name="connsiteX820" fmla="*/ 3624562 w 7467600"/>
              <a:gd name="connsiteY820" fmla="*/ 367041 h 6858000"/>
              <a:gd name="connsiteX821" fmla="*/ 3766672 w 7467600"/>
              <a:gd name="connsiteY821" fmla="*/ 359429 h 6858000"/>
              <a:gd name="connsiteX822" fmla="*/ 3996338 w 7467600"/>
              <a:gd name="connsiteY822" fmla="*/ 968237 h 6858000"/>
              <a:gd name="connsiteX823" fmla="*/ 3766672 w 7467600"/>
              <a:gd name="connsiteY823" fmla="*/ 359429 h 6858000"/>
              <a:gd name="connsiteX824" fmla="*/ 5805386 w 7467600"/>
              <a:gd name="connsiteY824" fmla="*/ 239240 h 6858000"/>
              <a:gd name="connsiteX825" fmla="*/ 5736947 w 7467600"/>
              <a:gd name="connsiteY825" fmla="*/ 261367 h 6858000"/>
              <a:gd name="connsiteX826" fmla="*/ 5427012 w 7467600"/>
              <a:gd name="connsiteY826" fmla="*/ 311272 h 6858000"/>
              <a:gd name="connsiteX827" fmla="*/ 5147818 w 7467600"/>
              <a:gd name="connsiteY827" fmla="*/ 322112 h 6858000"/>
              <a:gd name="connsiteX828" fmla="*/ 5060854 w 7467600"/>
              <a:gd name="connsiteY828" fmla="*/ 311882 h 6858000"/>
              <a:gd name="connsiteX829" fmla="*/ 4945989 w 7467600"/>
              <a:gd name="connsiteY829" fmla="*/ 300516 h 6858000"/>
              <a:gd name="connsiteX830" fmla="*/ 5410479 w 7467600"/>
              <a:gd name="connsiteY830" fmla="*/ 348434 h 6858000"/>
              <a:gd name="connsiteX831" fmla="*/ 5805386 w 7467600"/>
              <a:gd name="connsiteY831" fmla="*/ 239240 h 6858000"/>
              <a:gd name="connsiteX832" fmla="*/ 5905192 w 7467600"/>
              <a:gd name="connsiteY832" fmla="*/ 163079 h 6858000"/>
              <a:gd name="connsiteX833" fmla="*/ 5865655 w 7467600"/>
              <a:gd name="connsiteY833" fmla="*/ 171901 h 6858000"/>
              <a:gd name="connsiteX834" fmla="*/ 5259740 w 7467600"/>
              <a:gd name="connsiteY834" fmla="*/ 257013 h 6858000"/>
              <a:gd name="connsiteX835" fmla="*/ 5208466 w 7467600"/>
              <a:gd name="connsiteY835" fmla="*/ 257550 h 6858000"/>
              <a:gd name="connsiteX836" fmla="*/ 4980204 w 7467600"/>
              <a:gd name="connsiteY836" fmla="*/ 271903 h 6858000"/>
              <a:gd name="connsiteX837" fmla="*/ 5068068 w 7467600"/>
              <a:gd name="connsiteY837" fmla="*/ 282244 h 6858000"/>
              <a:gd name="connsiteX838" fmla="*/ 5153231 w 7467600"/>
              <a:gd name="connsiteY838" fmla="*/ 292240 h 6858000"/>
              <a:gd name="connsiteX839" fmla="*/ 5426491 w 7467600"/>
              <a:gd name="connsiteY839" fmla="*/ 281128 h 6858000"/>
              <a:gd name="connsiteX840" fmla="*/ 5731212 w 7467600"/>
              <a:gd name="connsiteY840" fmla="*/ 231951 h 6858000"/>
              <a:gd name="connsiteX841" fmla="*/ 5905192 w 7467600"/>
              <a:gd name="connsiteY841" fmla="*/ 163079 h 6858000"/>
              <a:gd name="connsiteX842" fmla="*/ 5944437 w 7467600"/>
              <a:gd name="connsiteY842" fmla="*/ 113829 h 6858000"/>
              <a:gd name="connsiteX843" fmla="*/ 5825032 w 7467600"/>
              <a:gd name="connsiteY843" fmla="*/ 146405 h 6858000"/>
              <a:gd name="connsiteX844" fmla="*/ 4955599 w 7467600"/>
              <a:gd name="connsiteY844" fmla="*/ 247008 h 6858000"/>
              <a:gd name="connsiteX845" fmla="*/ 5210104 w 7467600"/>
              <a:gd name="connsiteY845" fmla="*/ 228123 h 6858000"/>
              <a:gd name="connsiteX846" fmla="*/ 5261015 w 7467600"/>
              <a:gd name="connsiteY846" fmla="*/ 227087 h 6858000"/>
              <a:gd name="connsiteX847" fmla="*/ 5861181 w 7467600"/>
              <a:gd name="connsiteY847" fmla="*/ 143093 h 6858000"/>
              <a:gd name="connsiteX848" fmla="*/ 5961252 w 7467600"/>
              <a:gd name="connsiteY848" fmla="*/ 114820 h 6858000"/>
              <a:gd name="connsiteX849" fmla="*/ 5944437 w 7467600"/>
              <a:gd name="connsiteY849" fmla="*/ 113829 h 6858000"/>
              <a:gd name="connsiteX850" fmla="*/ 3882765 w 7467600"/>
              <a:gd name="connsiteY850" fmla="*/ 0 h 6858000"/>
              <a:gd name="connsiteX851" fmla="*/ 3995099 w 7467600"/>
              <a:gd name="connsiteY851" fmla="*/ 0 h 6858000"/>
              <a:gd name="connsiteX852" fmla="*/ 4163818 w 7467600"/>
              <a:gd name="connsiteY852" fmla="*/ 234104 h 6858000"/>
              <a:gd name="connsiteX853" fmla="*/ 4172099 w 7467600"/>
              <a:gd name="connsiteY853" fmla="*/ 234207 h 6858000"/>
              <a:gd name="connsiteX854" fmla="*/ 4784282 w 7467600"/>
              <a:gd name="connsiteY854" fmla="*/ 276561 h 6858000"/>
              <a:gd name="connsiteX855" fmla="*/ 4801687 w 7467600"/>
              <a:gd name="connsiteY855" fmla="*/ 267764 h 6858000"/>
              <a:gd name="connsiteX856" fmla="*/ 6082788 w 7467600"/>
              <a:gd name="connsiteY856" fmla="*/ 64119 h 6858000"/>
              <a:gd name="connsiteX857" fmla="*/ 6099442 w 7467600"/>
              <a:gd name="connsiteY857" fmla="*/ 82568 h 6858000"/>
              <a:gd name="connsiteX858" fmla="*/ 4804137 w 7467600"/>
              <a:gd name="connsiteY858" fmla="*/ 320931 h 6858000"/>
              <a:gd name="connsiteX859" fmla="*/ 4227047 w 7467600"/>
              <a:gd name="connsiteY859" fmla="*/ 313415 h 6858000"/>
              <a:gd name="connsiteX860" fmla="*/ 4346041 w 7467600"/>
              <a:gd name="connsiteY860" fmla="*/ 456086 h 6858000"/>
              <a:gd name="connsiteX861" fmla="*/ 4870967 w 7467600"/>
              <a:gd name="connsiteY861" fmla="*/ 963061 h 6858000"/>
              <a:gd name="connsiteX862" fmla="*/ 4889647 w 7467600"/>
              <a:gd name="connsiteY862" fmla="*/ 957147 h 6858000"/>
              <a:gd name="connsiteX863" fmla="*/ 5422504 w 7467600"/>
              <a:gd name="connsiteY863" fmla="*/ 805191 h 6858000"/>
              <a:gd name="connsiteX864" fmla="*/ 6087656 w 7467600"/>
              <a:gd name="connsiteY864" fmla="*/ 826703 h 6858000"/>
              <a:gd name="connsiteX865" fmla="*/ 6058717 w 7467600"/>
              <a:gd name="connsiteY865" fmla="*/ 865992 h 6858000"/>
              <a:gd name="connsiteX866" fmla="*/ 4974153 w 7467600"/>
              <a:gd name="connsiteY866" fmla="*/ 1045456 h 6858000"/>
              <a:gd name="connsiteX867" fmla="*/ 5627835 w 7467600"/>
              <a:gd name="connsiteY867" fmla="*/ 1472077 h 6858000"/>
              <a:gd name="connsiteX868" fmla="*/ 5629817 w 7467600"/>
              <a:gd name="connsiteY868" fmla="*/ 1471412 h 6858000"/>
              <a:gd name="connsiteX869" fmla="*/ 5634124 w 7467600"/>
              <a:gd name="connsiteY869" fmla="*/ 1470572 h 6858000"/>
              <a:gd name="connsiteX870" fmla="*/ 5755832 w 7467600"/>
              <a:gd name="connsiteY870" fmla="*/ 1383886 h 6858000"/>
              <a:gd name="connsiteX871" fmla="*/ 6014186 w 7467600"/>
              <a:gd name="connsiteY871" fmla="*/ 1279799 h 6858000"/>
              <a:gd name="connsiteX872" fmla="*/ 6901619 w 7467600"/>
              <a:gd name="connsiteY872" fmla="*/ 1047874 h 6858000"/>
              <a:gd name="connsiteX873" fmla="*/ 6931566 w 7467600"/>
              <a:gd name="connsiteY873" fmla="*/ 1062034 h 6858000"/>
              <a:gd name="connsiteX874" fmla="*/ 5790982 w 7467600"/>
              <a:gd name="connsiteY874" fmla="*/ 1561380 h 6858000"/>
              <a:gd name="connsiteX875" fmla="*/ 6188971 w 7467600"/>
              <a:gd name="connsiteY875" fmla="*/ 1755168 h 6858000"/>
              <a:gd name="connsiteX876" fmla="*/ 6202446 w 7467600"/>
              <a:gd name="connsiteY876" fmla="*/ 1752268 h 6858000"/>
              <a:gd name="connsiteX877" fmla="*/ 7179560 w 7467600"/>
              <a:gd name="connsiteY877" fmla="*/ 1467551 h 6858000"/>
              <a:gd name="connsiteX878" fmla="*/ 7158730 w 7467600"/>
              <a:gd name="connsiteY878" fmla="*/ 1507835 h 6858000"/>
              <a:gd name="connsiteX879" fmla="*/ 6326959 w 7467600"/>
              <a:gd name="connsiteY879" fmla="*/ 1817686 h 6858000"/>
              <a:gd name="connsiteX880" fmla="*/ 6537433 w 7467600"/>
              <a:gd name="connsiteY880" fmla="*/ 1907790 h 6858000"/>
              <a:gd name="connsiteX881" fmla="*/ 6550221 w 7467600"/>
              <a:gd name="connsiteY881" fmla="*/ 1910729 h 6858000"/>
              <a:gd name="connsiteX882" fmla="*/ 6964438 w 7467600"/>
              <a:gd name="connsiteY882" fmla="*/ 2209505 h 6858000"/>
              <a:gd name="connsiteX883" fmla="*/ 7367862 w 7467600"/>
              <a:gd name="connsiteY883" fmla="*/ 2806833 h 6858000"/>
              <a:gd name="connsiteX884" fmla="*/ 7364329 w 7467600"/>
              <a:gd name="connsiteY884" fmla="*/ 2826907 h 6858000"/>
              <a:gd name="connsiteX885" fmla="*/ 7290545 w 7467600"/>
              <a:gd name="connsiteY885" fmla="*/ 2850663 h 6858000"/>
              <a:gd name="connsiteX886" fmla="*/ 6472036 w 7467600"/>
              <a:gd name="connsiteY886" fmla="*/ 1959003 h 6858000"/>
              <a:gd name="connsiteX887" fmla="*/ 5792897 w 7467600"/>
              <a:gd name="connsiteY887" fmla="*/ 1647747 h 6858000"/>
              <a:gd name="connsiteX888" fmla="*/ 5842751 w 7467600"/>
              <a:gd name="connsiteY888" fmla="*/ 1816112 h 6858000"/>
              <a:gd name="connsiteX889" fmla="*/ 5847424 w 7467600"/>
              <a:gd name="connsiteY889" fmla="*/ 1815776 h 6858000"/>
              <a:gd name="connsiteX890" fmla="*/ 6399821 w 7467600"/>
              <a:gd name="connsiteY890" fmla="*/ 2344799 h 6858000"/>
              <a:gd name="connsiteX891" fmla="*/ 6323232 w 7467600"/>
              <a:gd name="connsiteY891" fmla="*/ 2389634 h 6858000"/>
              <a:gd name="connsiteX892" fmla="*/ 5942958 w 7467600"/>
              <a:gd name="connsiteY892" fmla="*/ 2077708 h 6858000"/>
              <a:gd name="connsiteX893" fmla="*/ 5921559 w 7467600"/>
              <a:gd name="connsiteY893" fmla="*/ 2378596 h 6858000"/>
              <a:gd name="connsiteX894" fmla="*/ 5817651 w 7467600"/>
              <a:gd name="connsiteY894" fmla="*/ 3023919 h 6858000"/>
              <a:gd name="connsiteX895" fmla="*/ 5729634 w 7467600"/>
              <a:gd name="connsiteY895" fmla="*/ 3051849 h 6858000"/>
              <a:gd name="connsiteX896" fmla="*/ 5611018 w 7467600"/>
              <a:gd name="connsiteY896" fmla="*/ 2316769 h 6858000"/>
              <a:gd name="connsiteX897" fmla="*/ 5687608 w 7467600"/>
              <a:gd name="connsiteY897" fmla="*/ 2039972 h 6858000"/>
              <a:gd name="connsiteX898" fmla="*/ 5657554 w 7467600"/>
              <a:gd name="connsiteY898" fmla="*/ 1576445 h 6858000"/>
              <a:gd name="connsiteX899" fmla="*/ 5150475 w 7467600"/>
              <a:gd name="connsiteY899" fmla="*/ 1274012 h 6858000"/>
              <a:gd name="connsiteX900" fmla="*/ 5349142 w 7467600"/>
              <a:gd name="connsiteY900" fmla="*/ 2204405 h 6858000"/>
              <a:gd name="connsiteX901" fmla="*/ 5262214 w 7467600"/>
              <a:gd name="connsiteY901" fmla="*/ 2233836 h 6858000"/>
              <a:gd name="connsiteX902" fmla="*/ 4981539 w 7467600"/>
              <a:gd name="connsiteY902" fmla="*/ 1542201 h 6858000"/>
              <a:gd name="connsiteX903" fmla="*/ 4958461 w 7467600"/>
              <a:gd name="connsiteY903" fmla="*/ 1136957 h 6858000"/>
              <a:gd name="connsiteX904" fmla="*/ 4655015 w 7467600"/>
              <a:gd name="connsiteY904" fmla="*/ 891426 h 6858000"/>
              <a:gd name="connsiteX905" fmla="*/ 4348002 w 7467600"/>
              <a:gd name="connsiteY905" fmla="*/ 2205895 h 6858000"/>
              <a:gd name="connsiteX906" fmla="*/ 4262250 w 7467600"/>
              <a:gd name="connsiteY906" fmla="*/ 2219972 h 6858000"/>
              <a:gd name="connsiteX907" fmla="*/ 4550611 w 7467600"/>
              <a:gd name="connsiteY907" fmla="*/ 817540 h 6858000"/>
              <a:gd name="connsiteX908" fmla="*/ 4564418 w 7467600"/>
              <a:gd name="connsiteY908" fmla="*/ 808293 h 6858000"/>
              <a:gd name="connsiteX909" fmla="*/ 4266388 w 7467600"/>
              <a:gd name="connsiteY909" fmla="*/ 500083 h 6858000"/>
              <a:gd name="connsiteX910" fmla="*/ 4032842 w 7467600"/>
              <a:gd name="connsiteY910" fmla="*/ 211809 h 6858000"/>
              <a:gd name="connsiteX911" fmla="*/ 3882765 w 7467600"/>
              <a:gd name="connsiteY911" fmla="*/ 0 h 6858000"/>
              <a:gd name="connsiteX912" fmla="*/ 3721337 w 7467600"/>
              <a:gd name="connsiteY912" fmla="*/ 0 h 6858000"/>
              <a:gd name="connsiteX913" fmla="*/ 3797544 w 7467600"/>
              <a:gd name="connsiteY913" fmla="*/ 0 h 6858000"/>
              <a:gd name="connsiteX914" fmla="*/ 3775734 w 7467600"/>
              <a:gd name="connsiteY914" fmla="*/ 95131 h 6858000"/>
              <a:gd name="connsiteX915" fmla="*/ 3724807 w 7467600"/>
              <a:gd name="connsiteY915" fmla="*/ 272257 h 6858000"/>
              <a:gd name="connsiteX916" fmla="*/ 3726844 w 7467600"/>
              <a:gd name="connsiteY916" fmla="*/ 282988 h 6858000"/>
              <a:gd name="connsiteX917" fmla="*/ 3742664 w 7467600"/>
              <a:gd name="connsiteY917" fmla="*/ 279918 h 6858000"/>
              <a:gd name="connsiteX918" fmla="*/ 4103910 w 7467600"/>
              <a:gd name="connsiteY918" fmla="*/ 1161917 h 6858000"/>
              <a:gd name="connsiteX919" fmla="*/ 4020269 w 7467600"/>
              <a:gd name="connsiteY919" fmla="*/ 1200406 h 6858000"/>
              <a:gd name="connsiteX920" fmla="*/ 3674882 w 7467600"/>
              <a:gd name="connsiteY920" fmla="*/ 488524 h 6858000"/>
              <a:gd name="connsiteX921" fmla="*/ 3132682 w 7467600"/>
              <a:gd name="connsiteY921" fmla="*/ 1072284 h 6858000"/>
              <a:gd name="connsiteX922" fmla="*/ 2716346 w 7467600"/>
              <a:gd name="connsiteY922" fmla="*/ 1276376 h 6858000"/>
              <a:gd name="connsiteX923" fmla="*/ 2716772 w 7467600"/>
              <a:gd name="connsiteY923" fmla="*/ 1255462 h 6858000"/>
              <a:gd name="connsiteX924" fmla="*/ 3471096 w 7467600"/>
              <a:gd name="connsiteY924" fmla="*/ 437072 h 6858000"/>
              <a:gd name="connsiteX925" fmla="*/ 3639057 w 7467600"/>
              <a:gd name="connsiteY925" fmla="*/ 286334 h 6858000"/>
              <a:gd name="connsiteX926" fmla="*/ 3640309 w 7467600"/>
              <a:gd name="connsiteY926" fmla="*/ 284664 h 6858000"/>
              <a:gd name="connsiteX927" fmla="*/ 3646022 w 7467600"/>
              <a:gd name="connsiteY927" fmla="*/ 276711 h 6858000"/>
              <a:gd name="connsiteX928" fmla="*/ 3707943 w 7467600"/>
              <a:gd name="connsiteY928" fmla="*/ 65958 h 6858000"/>
              <a:gd name="connsiteX929" fmla="*/ 3721337 w 7467600"/>
              <a:gd name="connsiteY929" fmla="*/ 0 h 6858000"/>
              <a:gd name="connsiteX930" fmla="*/ 2867960 w 7467600"/>
              <a:gd name="connsiteY930" fmla="*/ 0 h 6858000"/>
              <a:gd name="connsiteX931" fmla="*/ 2926351 w 7467600"/>
              <a:gd name="connsiteY931" fmla="*/ 0 h 6858000"/>
              <a:gd name="connsiteX932" fmla="*/ 2902823 w 7467600"/>
              <a:gd name="connsiteY932" fmla="*/ 262929 h 6858000"/>
              <a:gd name="connsiteX933" fmla="*/ 2940663 w 7467600"/>
              <a:gd name="connsiteY933" fmla="*/ 140884 h 6858000"/>
              <a:gd name="connsiteX934" fmla="*/ 2947039 w 7467600"/>
              <a:gd name="connsiteY934" fmla="*/ 122524 h 6858000"/>
              <a:gd name="connsiteX935" fmla="*/ 2984316 w 7467600"/>
              <a:gd name="connsiteY935" fmla="*/ 0 h 6858000"/>
              <a:gd name="connsiteX936" fmla="*/ 3016114 w 7467600"/>
              <a:gd name="connsiteY936" fmla="*/ 0 h 6858000"/>
              <a:gd name="connsiteX937" fmla="*/ 2979949 w 7467600"/>
              <a:gd name="connsiteY937" fmla="*/ 119274 h 6858000"/>
              <a:gd name="connsiteX938" fmla="*/ 3023879 w 7467600"/>
              <a:gd name="connsiteY938" fmla="*/ 0 h 6858000"/>
              <a:gd name="connsiteX939" fmla="*/ 3105400 w 7467600"/>
              <a:gd name="connsiteY939" fmla="*/ 0 h 6858000"/>
              <a:gd name="connsiteX940" fmla="*/ 3094669 w 7467600"/>
              <a:gd name="connsiteY940" fmla="*/ 30308 h 6858000"/>
              <a:gd name="connsiteX941" fmla="*/ 2901945 w 7467600"/>
              <a:gd name="connsiteY941" fmla="*/ 466538 h 6858000"/>
              <a:gd name="connsiteX942" fmla="*/ 2815209 w 7467600"/>
              <a:gd name="connsiteY942" fmla="*/ 497361 h 6858000"/>
              <a:gd name="connsiteX943" fmla="*/ 2844845 w 7467600"/>
              <a:gd name="connsiteY943" fmla="*/ 127638 h 6858000"/>
              <a:gd name="connsiteX944" fmla="*/ 2867960 w 7467600"/>
              <a:gd name="connsiteY944" fmla="*/ 0 h 6858000"/>
              <a:gd name="connsiteX945" fmla="*/ 1057230 w 7467600"/>
              <a:gd name="connsiteY945" fmla="*/ 0 h 6858000"/>
              <a:gd name="connsiteX946" fmla="*/ 1111003 w 7467600"/>
              <a:gd name="connsiteY946" fmla="*/ 0 h 6858000"/>
              <a:gd name="connsiteX947" fmla="*/ 1125553 w 7467600"/>
              <a:gd name="connsiteY947" fmla="*/ 52588 h 6858000"/>
              <a:gd name="connsiteX948" fmla="*/ 1304276 w 7467600"/>
              <a:gd name="connsiteY948" fmla="*/ 476275 h 6858000"/>
              <a:gd name="connsiteX949" fmla="*/ 1492066 w 7467600"/>
              <a:gd name="connsiteY949" fmla="*/ 886333 h 6858000"/>
              <a:gd name="connsiteX950" fmla="*/ 1423698 w 7467600"/>
              <a:gd name="connsiteY950" fmla="*/ 710817 h 6858000"/>
              <a:gd name="connsiteX951" fmla="*/ 1357609 w 7467600"/>
              <a:gd name="connsiteY951" fmla="*/ 532892 h 6858000"/>
              <a:gd name="connsiteX952" fmla="*/ 1309550 w 7467600"/>
              <a:gd name="connsiteY952" fmla="*/ 374031 h 6858000"/>
              <a:gd name="connsiteX953" fmla="*/ 1193673 w 7467600"/>
              <a:gd name="connsiteY953" fmla="*/ 49533 h 6858000"/>
              <a:gd name="connsiteX954" fmla="*/ 1164391 w 7467600"/>
              <a:gd name="connsiteY954" fmla="*/ 0 h 6858000"/>
              <a:gd name="connsiteX955" fmla="*/ 1200666 w 7467600"/>
              <a:gd name="connsiteY955" fmla="*/ 0 h 6858000"/>
              <a:gd name="connsiteX956" fmla="*/ 1223408 w 7467600"/>
              <a:gd name="connsiteY956" fmla="*/ 38996 h 6858000"/>
              <a:gd name="connsiteX957" fmla="*/ 1339635 w 7467600"/>
              <a:gd name="connsiteY957" fmla="*/ 365517 h 6858000"/>
              <a:gd name="connsiteX958" fmla="*/ 1387469 w 7467600"/>
              <a:gd name="connsiteY958" fmla="*/ 523079 h 6858000"/>
              <a:gd name="connsiteX959" fmla="*/ 1452685 w 7467600"/>
              <a:gd name="connsiteY959" fmla="*/ 699806 h 6858000"/>
              <a:gd name="connsiteX960" fmla="*/ 1492092 w 7467600"/>
              <a:gd name="connsiteY960" fmla="*/ 800424 h 6858000"/>
              <a:gd name="connsiteX961" fmla="*/ 1455302 w 7467600"/>
              <a:gd name="connsiteY961" fmla="*/ 632913 h 6858000"/>
              <a:gd name="connsiteX962" fmla="*/ 1222336 w 7467600"/>
              <a:gd name="connsiteY962" fmla="*/ 9480 h 6858000"/>
              <a:gd name="connsiteX963" fmla="*/ 1214634 w 7467600"/>
              <a:gd name="connsiteY963" fmla="*/ 0 h 6858000"/>
              <a:gd name="connsiteX964" fmla="*/ 1289827 w 7467600"/>
              <a:gd name="connsiteY964" fmla="*/ 0 h 6858000"/>
              <a:gd name="connsiteX965" fmla="*/ 1321076 w 7467600"/>
              <a:gd name="connsiteY965" fmla="*/ 59722 h 6858000"/>
              <a:gd name="connsiteX966" fmla="*/ 1512579 w 7467600"/>
              <a:gd name="connsiteY966" fmla="*/ 626441 h 6858000"/>
              <a:gd name="connsiteX967" fmla="*/ 1506076 w 7467600"/>
              <a:gd name="connsiteY967" fmla="*/ 1089289 h 6858000"/>
              <a:gd name="connsiteX968" fmla="*/ 1486346 w 7467600"/>
              <a:gd name="connsiteY968" fmla="*/ 1079919 h 6858000"/>
              <a:gd name="connsiteX969" fmla="*/ 1070511 w 7467600"/>
              <a:gd name="connsiteY969" fmla="*/ 48609 h 6858000"/>
              <a:gd name="connsiteX970" fmla="*/ 1057230 w 7467600"/>
              <a:gd name="connsiteY970" fmla="*/ 0 h 6858000"/>
              <a:gd name="connsiteX971" fmla="*/ 43151 w 7467600"/>
              <a:gd name="connsiteY971" fmla="*/ 0 h 6858000"/>
              <a:gd name="connsiteX972" fmla="*/ 95283 w 7467600"/>
              <a:gd name="connsiteY972" fmla="*/ 0 h 6858000"/>
              <a:gd name="connsiteX973" fmla="*/ 300708 w 7467600"/>
              <a:gd name="connsiteY973" fmla="*/ 154571 h 6858000"/>
              <a:gd name="connsiteX974" fmla="*/ 530414 w 7467600"/>
              <a:gd name="connsiteY974" fmla="*/ 354673 h 6858000"/>
              <a:gd name="connsiteX975" fmla="*/ 333785 w 7467600"/>
              <a:gd name="connsiteY975" fmla="*/ 161564 h 6858000"/>
              <a:gd name="connsiteX976" fmla="*/ 147005 w 7467600"/>
              <a:gd name="connsiteY976" fmla="*/ 0 h 6858000"/>
              <a:gd name="connsiteX977" fmla="*/ 272509 w 7467600"/>
              <a:gd name="connsiteY977" fmla="*/ 0 h 6858000"/>
              <a:gd name="connsiteX978" fmla="*/ 326276 w 7467600"/>
              <a:gd name="connsiteY978" fmla="*/ 45847 h 6858000"/>
              <a:gd name="connsiteX979" fmla="*/ 823759 w 7467600"/>
              <a:gd name="connsiteY979" fmla="*/ 574145 h 6858000"/>
              <a:gd name="connsiteX980" fmla="*/ 811254 w 7467600"/>
              <a:gd name="connsiteY980" fmla="*/ 665546 h 6858000"/>
              <a:gd name="connsiteX981" fmla="*/ 154042 w 7467600"/>
              <a:gd name="connsiteY981" fmla="*/ 261522 h 6858000"/>
              <a:gd name="connsiteX982" fmla="*/ 13550 w 7467600"/>
              <a:gd name="connsiteY982" fmla="*/ 158423 h 6858000"/>
              <a:gd name="connsiteX983" fmla="*/ 0 w 7467600"/>
              <a:gd name="connsiteY983" fmla="*/ 146618 h 6858000"/>
              <a:gd name="connsiteX984" fmla="*/ 0 w 7467600"/>
              <a:gd name="connsiteY984" fmla="*/ 59161 h 6858000"/>
              <a:gd name="connsiteX985" fmla="*/ 45427 w 7467600"/>
              <a:gd name="connsiteY985" fmla="*/ 101078 h 6858000"/>
              <a:gd name="connsiteX986" fmla="*/ 630103 w 7467600"/>
              <a:gd name="connsiteY986" fmla="*/ 485885 h 6858000"/>
              <a:gd name="connsiteX987" fmla="*/ 532040 w 7467600"/>
              <a:gd name="connsiteY987" fmla="*/ 399359 h 6858000"/>
              <a:gd name="connsiteX988" fmla="*/ 517618 w 7467600"/>
              <a:gd name="connsiteY988" fmla="*/ 385726 h 6858000"/>
              <a:gd name="connsiteX989" fmla="*/ 285074 w 7467600"/>
              <a:gd name="connsiteY989" fmla="*/ 182755 h 6858000"/>
              <a:gd name="connsiteX990" fmla="*/ 43151 w 7467600"/>
              <a:gd name="connsiteY99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467600 w 7467600"/>
              <a:gd name="connsiteY132" fmla="*/ 5164774 h 6858000"/>
              <a:gd name="connsiteX133" fmla="*/ 7312201 w 7467600"/>
              <a:gd name="connsiteY133" fmla="*/ 5128278 h 6858000"/>
              <a:gd name="connsiteX134" fmla="*/ 1903353 w 7467600"/>
              <a:gd name="connsiteY134" fmla="*/ 5044827 h 6858000"/>
              <a:gd name="connsiteX135" fmla="*/ 1936931 w 7467600"/>
              <a:gd name="connsiteY135" fmla="*/ 5093954 h 6858000"/>
              <a:gd name="connsiteX136" fmla="*/ 2195868 w 7467600"/>
              <a:gd name="connsiteY136" fmla="*/ 5396574 h 6858000"/>
              <a:gd name="connsiteX137" fmla="*/ 2088852 w 7467600"/>
              <a:gd name="connsiteY137" fmla="*/ 5166123 h 6858000"/>
              <a:gd name="connsiteX138" fmla="*/ 1958241 w 7467600"/>
              <a:gd name="connsiteY138" fmla="*/ 5067955 h 6858000"/>
              <a:gd name="connsiteX139" fmla="*/ 1903353 w 7467600"/>
              <a:gd name="connsiteY139" fmla="*/ 5044827 h 6858000"/>
              <a:gd name="connsiteX140" fmla="*/ 1979378 w 7467600"/>
              <a:gd name="connsiteY140" fmla="*/ 4769504 h 6858000"/>
              <a:gd name="connsiteX141" fmla="*/ 2882120 w 7467600"/>
              <a:gd name="connsiteY141" fmla="*/ 5064547 h 6858000"/>
              <a:gd name="connsiteX142" fmla="*/ 2793103 w 7467600"/>
              <a:gd name="connsiteY142" fmla="*/ 5039699 h 6858000"/>
              <a:gd name="connsiteX143" fmla="*/ 2770041 w 7467600"/>
              <a:gd name="connsiteY143" fmla="*/ 5033634 h 6858000"/>
              <a:gd name="connsiteX144" fmla="*/ 1979378 w 7467600"/>
              <a:gd name="connsiteY144" fmla="*/ 4769504 h 6858000"/>
              <a:gd name="connsiteX145" fmla="*/ 1927410 w 7467600"/>
              <a:gd name="connsiteY145" fmla="*/ 4716164 h 6858000"/>
              <a:gd name="connsiteX146" fmla="*/ 1959587 w 7467600"/>
              <a:gd name="connsiteY146" fmla="*/ 4728849 h 6858000"/>
              <a:gd name="connsiteX147" fmla="*/ 2777707 w 7467600"/>
              <a:gd name="connsiteY147" fmla="*/ 5003991 h 6858000"/>
              <a:gd name="connsiteX148" fmla="*/ 2800768 w 7467600"/>
              <a:gd name="connsiteY148" fmla="*/ 5010056 h 6858000"/>
              <a:gd name="connsiteX149" fmla="*/ 2879408 w 7467600"/>
              <a:gd name="connsiteY149" fmla="*/ 5031590 h 6858000"/>
              <a:gd name="connsiteX150" fmla="*/ 2862295 w 7467600"/>
              <a:gd name="connsiteY150" fmla="*/ 5022958 h 6858000"/>
              <a:gd name="connsiteX151" fmla="*/ 2813343 w 7467600"/>
              <a:gd name="connsiteY151" fmla="*/ 4998369 h 6858000"/>
              <a:gd name="connsiteX152" fmla="*/ 2646245 w 7467600"/>
              <a:gd name="connsiteY152" fmla="*/ 4930999 h 6858000"/>
              <a:gd name="connsiteX153" fmla="*/ 1999243 w 7467600"/>
              <a:gd name="connsiteY153" fmla="*/ 4730524 h 6858000"/>
              <a:gd name="connsiteX154" fmla="*/ 1979527 w 7467600"/>
              <a:gd name="connsiteY154" fmla="*/ 4726651 h 6858000"/>
              <a:gd name="connsiteX155" fmla="*/ 1927410 w 7467600"/>
              <a:gd name="connsiteY155" fmla="*/ 4716164 h 6858000"/>
              <a:gd name="connsiteX156" fmla="*/ 1997014 w 7467600"/>
              <a:gd name="connsiteY156" fmla="*/ 4698007 h 6858000"/>
              <a:gd name="connsiteX157" fmla="*/ 2005458 w 7467600"/>
              <a:gd name="connsiteY157" fmla="*/ 4699540 h 6858000"/>
              <a:gd name="connsiteX158" fmla="*/ 2657186 w 7467600"/>
              <a:gd name="connsiteY158" fmla="*/ 4901687 h 6858000"/>
              <a:gd name="connsiteX159" fmla="*/ 2826662 w 7467600"/>
              <a:gd name="connsiteY159" fmla="*/ 4970362 h 6858000"/>
              <a:gd name="connsiteX160" fmla="*/ 2876100 w 7467600"/>
              <a:gd name="connsiteY160" fmla="*/ 4995397 h 6858000"/>
              <a:gd name="connsiteX161" fmla="*/ 3042600 w 7467600"/>
              <a:gd name="connsiteY161" fmla="*/ 5059532 h 6858000"/>
              <a:gd name="connsiteX162" fmla="*/ 1997014 w 7467600"/>
              <a:gd name="connsiteY162" fmla="*/ 4698007 h 6858000"/>
              <a:gd name="connsiteX163" fmla="*/ 2305292 w 7467600"/>
              <a:gd name="connsiteY163" fmla="*/ 4219492 h 6858000"/>
              <a:gd name="connsiteX164" fmla="*/ 3360922 w 7467600"/>
              <a:gd name="connsiteY164" fmla="*/ 4529373 h 6858000"/>
              <a:gd name="connsiteX165" fmla="*/ 3492420 w 7467600"/>
              <a:gd name="connsiteY165" fmla="*/ 4510145 h 6858000"/>
              <a:gd name="connsiteX166" fmla="*/ 3364086 w 7467600"/>
              <a:gd name="connsiteY166" fmla="*/ 4480340 h 6858000"/>
              <a:gd name="connsiteX167" fmla="*/ 3225818 w 7467600"/>
              <a:gd name="connsiteY167" fmla="*/ 4411822 h 6858000"/>
              <a:gd name="connsiteX168" fmla="*/ 3129696 w 7467600"/>
              <a:gd name="connsiteY168" fmla="*/ 4360704 h 6858000"/>
              <a:gd name="connsiteX169" fmla="*/ 2814545 w 7467600"/>
              <a:gd name="connsiteY169" fmla="*/ 4282955 h 6858000"/>
              <a:gd name="connsiteX170" fmla="*/ 2305292 w 7467600"/>
              <a:gd name="connsiteY170" fmla="*/ 4219492 h 6858000"/>
              <a:gd name="connsiteX171" fmla="*/ 2626982 w 7467600"/>
              <a:gd name="connsiteY171" fmla="*/ 4206450 h 6858000"/>
              <a:gd name="connsiteX172" fmla="*/ 2490617 w 7467600"/>
              <a:gd name="connsiteY172" fmla="*/ 4206951 h 6858000"/>
              <a:gd name="connsiteX173" fmla="*/ 2819869 w 7467600"/>
              <a:gd name="connsiteY173" fmla="*/ 4252936 h 6858000"/>
              <a:gd name="connsiteX174" fmla="*/ 3143018 w 7467600"/>
              <a:gd name="connsiteY174" fmla="*/ 4332698 h 6858000"/>
              <a:gd name="connsiteX175" fmla="*/ 3241520 w 7467600"/>
              <a:gd name="connsiteY175" fmla="*/ 4385112 h 6858000"/>
              <a:gd name="connsiteX176" fmla="*/ 3374575 w 7467600"/>
              <a:gd name="connsiteY176" fmla="*/ 4451517 h 6858000"/>
              <a:gd name="connsiteX177" fmla="*/ 3505221 w 7467600"/>
              <a:gd name="connsiteY177" fmla="*/ 4480757 h 6858000"/>
              <a:gd name="connsiteX178" fmla="*/ 2626982 w 7467600"/>
              <a:gd name="connsiteY178" fmla="*/ 4206450 h 6858000"/>
              <a:gd name="connsiteX179" fmla="*/ 1310106 w 7467600"/>
              <a:gd name="connsiteY179" fmla="*/ 3943217 h 6858000"/>
              <a:gd name="connsiteX180" fmla="*/ 854994 w 7467600"/>
              <a:gd name="connsiteY180" fmla="*/ 4399136 h 6858000"/>
              <a:gd name="connsiteX181" fmla="*/ 742462 w 7467600"/>
              <a:gd name="connsiteY181" fmla="*/ 4594648 h 6858000"/>
              <a:gd name="connsiteX182" fmla="*/ 820602 w 7467600"/>
              <a:gd name="connsiteY182" fmla="*/ 4485915 h 6858000"/>
              <a:gd name="connsiteX183" fmla="*/ 878295 w 7467600"/>
              <a:gd name="connsiteY183" fmla="*/ 4403594 h 6858000"/>
              <a:gd name="connsiteX184" fmla="*/ 1240607 w 7467600"/>
              <a:gd name="connsiteY184" fmla="*/ 4010401 h 6858000"/>
              <a:gd name="connsiteX185" fmla="*/ 1310106 w 7467600"/>
              <a:gd name="connsiteY185" fmla="*/ 3943217 h 6858000"/>
              <a:gd name="connsiteX186" fmla="*/ 1423113 w 7467600"/>
              <a:gd name="connsiteY186" fmla="*/ 3874565 h 6858000"/>
              <a:gd name="connsiteX187" fmla="*/ 1260565 w 7467600"/>
              <a:gd name="connsiteY187" fmla="*/ 4031982 h 6858000"/>
              <a:gd name="connsiteX188" fmla="*/ 901900 w 7467600"/>
              <a:gd name="connsiteY188" fmla="*/ 4421236 h 6858000"/>
              <a:gd name="connsiteX189" fmla="*/ 845044 w 7467600"/>
              <a:gd name="connsiteY189" fmla="*/ 4502436 h 6858000"/>
              <a:gd name="connsiteX190" fmla="*/ 685926 w 7467600"/>
              <a:gd name="connsiteY190" fmla="*/ 4703069 h 6858000"/>
              <a:gd name="connsiteX191" fmla="*/ 684248 w 7467600"/>
              <a:gd name="connsiteY191" fmla="*/ 4706721 h 6858000"/>
              <a:gd name="connsiteX192" fmla="*/ 1423113 w 7467600"/>
              <a:gd name="connsiteY192" fmla="*/ 3874565 h 6858000"/>
              <a:gd name="connsiteX193" fmla="*/ 3316479 w 7467600"/>
              <a:gd name="connsiteY193" fmla="*/ 3872136 h 6858000"/>
              <a:gd name="connsiteX194" fmla="*/ 3546806 w 7467600"/>
              <a:gd name="connsiteY194" fmla="*/ 4356139 h 6858000"/>
              <a:gd name="connsiteX195" fmla="*/ 3364433 w 7467600"/>
              <a:gd name="connsiteY195" fmla="*/ 3953121 h 6858000"/>
              <a:gd name="connsiteX196" fmla="*/ 3316479 w 7467600"/>
              <a:gd name="connsiteY196" fmla="*/ 3872136 h 6858000"/>
              <a:gd name="connsiteX197" fmla="*/ 3291335 w 7467600"/>
              <a:gd name="connsiteY197" fmla="*/ 3767420 h 6858000"/>
              <a:gd name="connsiteX198" fmla="*/ 3390805 w 7467600"/>
              <a:gd name="connsiteY198" fmla="*/ 3937163 h 6858000"/>
              <a:gd name="connsiteX199" fmla="*/ 3579062 w 7467600"/>
              <a:gd name="connsiteY199" fmla="*/ 4359040 h 6858000"/>
              <a:gd name="connsiteX200" fmla="*/ 3467355 w 7467600"/>
              <a:gd name="connsiteY200" fmla="*/ 3988130 h 6858000"/>
              <a:gd name="connsiteX201" fmla="*/ 3310753 w 7467600"/>
              <a:gd name="connsiteY201" fmla="*/ 3787140 h 6858000"/>
              <a:gd name="connsiteX202" fmla="*/ 3291335 w 7467600"/>
              <a:gd name="connsiteY202" fmla="*/ 3767420 h 6858000"/>
              <a:gd name="connsiteX203" fmla="*/ 1635889 w 7467600"/>
              <a:gd name="connsiteY203" fmla="*/ 3709494 h 6858000"/>
              <a:gd name="connsiteX204" fmla="*/ 1634800 w 7467600"/>
              <a:gd name="connsiteY204" fmla="*/ 3731111 h 6858000"/>
              <a:gd name="connsiteX205" fmla="*/ 1635889 w 7467600"/>
              <a:gd name="connsiteY205" fmla="*/ 3709494 h 6858000"/>
              <a:gd name="connsiteX206" fmla="*/ 1510397 w 7467600"/>
              <a:gd name="connsiteY206" fmla="*/ 3684705 h 6858000"/>
              <a:gd name="connsiteX207" fmla="*/ 1146550 w 7467600"/>
              <a:gd name="connsiteY207" fmla="*/ 3802012 h 6858000"/>
              <a:gd name="connsiteX208" fmla="*/ 698834 w 7467600"/>
              <a:gd name="connsiteY208" fmla="*/ 3952272 h 6858000"/>
              <a:gd name="connsiteX209" fmla="*/ 34256 w 7467600"/>
              <a:gd name="connsiteY209" fmla="*/ 4347603 h 6858000"/>
              <a:gd name="connsiteX210" fmla="*/ 527241 w 7467600"/>
              <a:gd name="connsiteY210" fmla="*/ 4065078 h 6858000"/>
              <a:gd name="connsiteX211" fmla="*/ 1510397 w 7467600"/>
              <a:gd name="connsiteY211" fmla="*/ 3684705 h 6858000"/>
              <a:gd name="connsiteX212" fmla="*/ 1313114 w 7467600"/>
              <a:gd name="connsiteY212" fmla="*/ 3655216 h 6858000"/>
              <a:gd name="connsiteX213" fmla="*/ 1109304 w 7467600"/>
              <a:gd name="connsiteY213" fmla="*/ 3669030 h 6858000"/>
              <a:gd name="connsiteX214" fmla="*/ 8129 w 7467600"/>
              <a:gd name="connsiteY214" fmla="*/ 4330519 h 6858000"/>
              <a:gd name="connsiteX215" fmla="*/ 687572 w 7467600"/>
              <a:gd name="connsiteY215" fmla="*/ 3925629 h 6858000"/>
              <a:gd name="connsiteX216" fmla="*/ 1138365 w 7467600"/>
              <a:gd name="connsiteY216" fmla="*/ 3774515 h 6858000"/>
              <a:gd name="connsiteX217" fmla="*/ 1505579 w 7467600"/>
              <a:gd name="connsiteY217" fmla="*/ 3655526 h 6858000"/>
              <a:gd name="connsiteX218" fmla="*/ 1313114 w 7467600"/>
              <a:gd name="connsiteY218" fmla="*/ 3655216 h 6858000"/>
              <a:gd name="connsiteX219" fmla="*/ 3655073 w 7467600"/>
              <a:gd name="connsiteY219" fmla="*/ 3650884 h 6858000"/>
              <a:gd name="connsiteX220" fmla="*/ 3989938 w 7467600"/>
              <a:gd name="connsiteY220" fmla="*/ 3991685 h 6858000"/>
              <a:gd name="connsiteX221" fmla="*/ 4393907 w 7467600"/>
              <a:gd name="connsiteY221" fmla="*/ 4261258 h 6858000"/>
              <a:gd name="connsiteX222" fmla="*/ 4648051 w 7467600"/>
              <a:gd name="connsiteY222" fmla="*/ 4374051 h 6858000"/>
              <a:gd name="connsiteX223" fmla="*/ 4383389 w 7467600"/>
              <a:gd name="connsiteY223" fmla="*/ 4184369 h 6858000"/>
              <a:gd name="connsiteX224" fmla="*/ 4165508 w 7467600"/>
              <a:gd name="connsiteY224" fmla="*/ 4035196 h 6858000"/>
              <a:gd name="connsiteX225" fmla="*/ 4068162 w 7467600"/>
              <a:gd name="connsiteY225" fmla="*/ 3953394 h 6858000"/>
              <a:gd name="connsiteX226" fmla="*/ 3981416 w 7467600"/>
              <a:gd name="connsiteY226" fmla="*/ 3880482 h 6858000"/>
              <a:gd name="connsiteX227" fmla="*/ 3800147 w 7467600"/>
              <a:gd name="connsiteY227" fmla="*/ 3749872 h 6858000"/>
              <a:gd name="connsiteX228" fmla="*/ 3655073 w 7467600"/>
              <a:gd name="connsiteY228" fmla="*/ 3650884 h 6858000"/>
              <a:gd name="connsiteX229" fmla="*/ 3670252 w 7467600"/>
              <a:gd name="connsiteY229" fmla="*/ 3622798 h 6858000"/>
              <a:gd name="connsiteX230" fmla="*/ 3817258 w 7467600"/>
              <a:gd name="connsiteY230" fmla="*/ 3723577 h 6858000"/>
              <a:gd name="connsiteX231" fmla="*/ 4000461 w 7467600"/>
              <a:gd name="connsiteY231" fmla="*/ 3855966 h 6858000"/>
              <a:gd name="connsiteX232" fmla="*/ 4088180 w 7467600"/>
              <a:gd name="connsiteY232" fmla="*/ 3929774 h 6858000"/>
              <a:gd name="connsiteX233" fmla="*/ 4184555 w 7467600"/>
              <a:gd name="connsiteY233" fmla="*/ 4010683 h 6858000"/>
              <a:gd name="connsiteX234" fmla="*/ 4399563 w 7467600"/>
              <a:gd name="connsiteY234" fmla="*/ 4158106 h 6858000"/>
              <a:gd name="connsiteX235" fmla="*/ 4684469 w 7467600"/>
              <a:gd name="connsiteY235" fmla="*/ 4364680 h 6858000"/>
              <a:gd name="connsiteX236" fmla="*/ 4690271 w 7467600"/>
              <a:gd name="connsiteY236" fmla="*/ 4370034 h 6858000"/>
              <a:gd name="connsiteX237" fmla="*/ 4136093 w 7467600"/>
              <a:gd name="connsiteY237" fmla="*/ 3858466 h 6858000"/>
              <a:gd name="connsiteX238" fmla="*/ 3670252 w 7467600"/>
              <a:gd name="connsiteY238" fmla="*/ 3622798 h 6858000"/>
              <a:gd name="connsiteX239" fmla="*/ 4440129 w 7467600"/>
              <a:gd name="connsiteY239" fmla="*/ 3448571 h 6858000"/>
              <a:gd name="connsiteX240" fmla="*/ 4856525 w 7467600"/>
              <a:gd name="connsiteY240" fmla="*/ 3915351 h 6858000"/>
              <a:gd name="connsiteX241" fmla="*/ 5059055 w 7467600"/>
              <a:gd name="connsiteY241" fmla="*/ 4108918 h 6858000"/>
              <a:gd name="connsiteX242" fmla="*/ 5290070 w 7467600"/>
              <a:gd name="connsiteY242" fmla="*/ 4263619 h 6858000"/>
              <a:gd name="connsiteX243" fmla="*/ 4834991 w 7467600"/>
              <a:gd name="connsiteY243" fmla="*/ 3830985 h 6858000"/>
              <a:gd name="connsiteX244" fmla="*/ 4440129 w 7467600"/>
              <a:gd name="connsiteY244" fmla="*/ 3448571 h 6858000"/>
              <a:gd name="connsiteX245" fmla="*/ 4441737 w 7467600"/>
              <a:gd name="connsiteY245" fmla="*/ 3399734 h 6858000"/>
              <a:gd name="connsiteX246" fmla="*/ 4431236 w 7467600"/>
              <a:gd name="connsiteY246" fmla="*/ 3400954 h 6858000"/>
              <a:gd name="connsiteX247" fmla="*/ 4557150 w 7467600"/>
              <a:gd name="connsiteY247" fmla="*/ 3510023 h 6858000"/>
              <a:gd name="connsiteX248" fmla="*/ 4856936 w 7467600"/>
              <a:gd name="connsiteY248" fmla="*/ 3809146 h 6858000"/>
              <a:gd name="connsiteX249" fmla="*/ 5111996 w 7467600"/>
              <a:gd name="connsiteY249" fmla="*/ 4065759 h 6858000"/>
              <a:gd name="connsiteX250" fmla="*/ 5388878 w 7467600"/>
              <a:gd name="connsiteY250" fmla="*/ 4300185 h 6858000"/>
              <a:gd name="connsiteX251" fmla="*/ 5425556 w 7467600"/>
              <a:gd name="connsiteY251" fmla="*/ 4308967 h 6858000"/>
              <a:gd name="connsiteX252" fmla="*/ 4943646 w 7467600"/>
              <a:gd name="connsiteY252" fmla="*/ 3822916 h 6858000"/>
              <a:gd name="connsiteX253" fmla="*/ 4594837 w 7467600"/>
              <a:gd name="connsiteY253" fmla="*/ 3532274 h 6858000"/>
              <a:gd name="connsiteX254" fmla="*/ 4441737 w 7467600"/>
              <a:gd name="connsiteY254" fmla="*/ 3399734 h 6858000"/>
              <a:gd name="connsiteX255" fmla="*/ 5425834 w 7467600"/>
              <a:gd name="connsiteY255" fmla="*/ 3162785 h 6858000"/>
              <a:gd name="connsiteX256" fmla="*/ 5401644 w 7467600"/>
              <a:gd name="connsiteY256" fmla="*/ 3617847 h 6858000"/>
              <a:gd name="connsiteX257" fmla="*/ 5467256 w 7467600"/>
              <a:gd name="connsiteY257" fmla="*/ 4175494 h 6858000"/>
              <a:gd name="connsiteX258" fmla="*/ 5448069 w 7467600"/>
              <a:gd name="connsiteY258" fmla="*/ 3567554 h 6858000"/>
              <a:gd name="connsiteX259" fmla="*/ 5425834 w 7467600"/>
              <a:gd name="connsiteY259" fmla="*/ 3162785 h 6858000"/>
              <a:gd name="connsiteX260" fmla="*/ 1318687 w 7467600"/>
              <a:gd name="connsiteY260" fmla="*/ 3113840 h 6858000"/>
              <a:gd name="connsiteX261" fmla="*/ 1066793 w 7467600"/>
              <a:gd name="connsiteY261" fmla="*/ 3212171 h 6858000"/>
              <a:gd name="connsiteX262" fmla="*/ 993319 w 7467600"/>
              <a:gd name="connsiteY262" fmla="*/ 3247648 h 6858000"/>
              <a:gd name="connsiteX263" fmla="*/ 853081 w 7467600"/>
              <a:gd name="connsiteY263" fmla="*/ 3312410 h 6858000"/>
              <a:gd name="connsiteX264" fmla="*/ 805957 w 7467600"/>
              <a:gd name="connsiteY264" fmla="*/ 3330443 h 6858000"/>
              <a:gd name="connsiteX265" fmla="*/ 1318687 w 7467600"/>
              <a:gd name="connsiteY265" fmla="*/ 3113840 h 6858000"/>
              <a:gd name="connsiteX266" fmla="*/ 5453702 w 7467600"/>
              <a:gd name="connsiteY266" fmla="*/ 3090882 h 6858000"/>
              <a:gd name="connsiteX267" fmla="*/ 5480135 w 7467600"/>
              <a:gd name="connsiteY267" fmla="*/ 3565802 h 6858000"/>
              <a:gd name="connsiteX268" fmla="*/ 5499023 w 7467600"/>
              <a:gd name="connsiteY268" fmla="*/ 4166310 h 6858000"/>
              <a:gd name="connsiteX269" fmla="*/ 5547022 w 7467600"/>
              <a:gd name="connsiteY269" fmla="*/ 3607838 h 6858000"/>
              <a:gd name="connsiteX270" fmla="*/ 5515964 w 7467600"/>
              <a:gd name="connsiteY270" fmla="*/ 3378541 h 6858000"/>
              <a:gd name="connsiteX271" fmla="*/ 5453702 w 7467600"/>
              <a:gd name="connsiteY271" fmla="*/ 3090882 h 6858000"/>
              <a:gd name="connsiteX272" fmla="*/ 1238695 w 7467600"/>
              <a:gd name="connsiteY272" fmla="*/ 3076820 h 6858000"/>
              <a:gd name="connsiteX273" fmla="*/ 716371 w 7467600"/>
              <a:gd name="connsiteY273" fmla="*/ 3293249 h 6858000"/>
              <a:gd name="connsiteX274" fmla="*/ 579522 w 7467600"/>
              <a:gd name="connsiteY274" fmla="*/ 3371759 h 6858000"/>
              <a:gd name="connsiteX275" fmla="*/ 600288 w 7467600"/>
              <a:gd name="connsiteY275" fmla="*/ 3365555 h 6858000"/>
              <a:gd name="connsiteX276" fmla="*/ 840692 w 7467600"/>
              <a:gd name="connsiteY276" fmla="*/ 3284921 h 6858000"/>
              <a:gd name="connsiteX277" fmla="*/ 979248 w 7467600"/>
              <a:gd name="connsiteY277" fmla="*/ 3221003 h 6858000"/>
              <a:gd name="connsiteX278" fmla="*/ 1053282 w 7467600"/>
              <a:gd name="connsiteY278" fmla="*/ 3185247 h 6858000"/>
              <a:gd name="connsiteX279" fmla="*/ 1320603 w 7467600"/>
              <a:gd name="connsiteY279" fmla="*/ 3081281 h 6858000"/>
              <a:gd name="connsiteX280" fmla="*/ 1238695 w 7467600"/>
              <a:gd name="connsiteY280" fmla="*/ 3076820 h 6858000"/>
              <a:gd name="connsiteX281" fmla="*/ 5425627 w 7467600"/>
              <a:gd name="connsiteY281" fmla="*/ 2954192 h 6858000"/>
              <a:gd name="connsiteX282" fmla="*/ 5470770 w 7467600"/>
              <a:gd name="connsiteY282" fmla="*/ 3005435 h 6858000"/>
              <a:gd name="connsiteX283" fmla="*/ 5519779 w 7467600"/>
              <a:gd name="connsiteY283" fmla="*/ 4359223 h 6858000"/>
              <a:gd name="connsiteX284" fmla="*/ 5520293 w 7467600"/>
              <a:gd name="connsiteY284" fmla="*/ 4360602 h 6858000"/>
              <a:gd name="connsiteX285" fmla="*/ 5767221 w 7467600"/>
              <a:gd name="connsiteY285" fmla="*/ 4665564 h 6858000"/>
              <a:gd name="connsiteX286" fmla="*/ 6937169 w 7467600"/>
              <a:gd name="connsiteY286" fmla="*/ 4815941 h 6858000"/>
              <a:gd name="connsiteX287" fmla="*/ 6953922 w 7467600"/>
              <a:gd name="connsiteY287" fmla="*/ 4890068 h 6858000"/>
              <a:gd name="connsiteX288" fmla="*/ 6071359 w 7467600"/>
              <a:gd name="connsiteY288" fmla="*/ 4770770 h 6858000"/>
              <a:gd name="connsiteX289" fmla="*/ 6038839 w 7467600"/>
              <a:gd name="connsiteY289" fmla="*/ 4764474 h 6858000"/>
              <a:gd name="connsiteX290" fmla="*/ 6038706 w 7467600"/>
              <a:gd name="connsiteY290" fmla="*/ 4763847 h 6858000"/>
              <a:gd name="connsiteX291" fmla="*/ 6037784 w 7467600"/>
              <a:gd name="connsiteY291" fmla="*/ 4764270 h 6858000"/>
              <a:gd name="connsiteX292" fmla="*/ 6038839 w 7467600"/>
              <a:gd name="connsiteY292" fmla="*/ 4764474 h 6858000"/>
              <a:gd name="connsiteX293" fmla="*/ 6040338 w 7467600"/>
              <a:gd name="connsiteY293" fmla="*/ 4771418 h 6858000"/>
              <a:gd name="connsiteX294" fmla="*/ 6024488 w 7467600"/>
              <a:gd name="connsiteY294" fmla="*/ 4809903 h 6858000"/>
              <a:gd name="connsiteX295" fmla="*/ 5599771 w 7467600"/>
              <a:gd name="connsiteY295" fmla="*/ 5509652 h 6858000"/>
              <a:gd name="connsiteX296" fmla="*/ 5548843 w 7467600"/>
              <a:gd name="connsiteY296" fmla="*/ 5563845 h 6858000"/>
              <a:gd name="connsiteX297" fmla="*/ 5940952 w 7467600"/>
              <a:gd name="connsiteY297" fmla="*/ 6250028 h 6858000"/>
              <a:gd name="connsiteX298" fmla="*/ 6043441 w 7467600"/>
              <a:gd name="connsiteY298" fmla="*/ 6665847 h 6858000"/>
              <a:gd name="connsiteX299" fmla="*/ 6093432 w 7467600"/>
              <a:gd name="connsiteY299" fmla="*/ 6858000 h 6858000"/>
              <a:gd name="connsiteX300" fmla="*/ 6034344 w 7467600"/>
              <a:gd name="connsiteY300" fmla="*/ 6858000 h 6858000"/>
              <a:gd name="connsiteX301" fmla="*/ 6026679 w 7467600"/>
              <a:gd name="connsiteY301" fmla="*/ 6836959 h 6858000"/>
              <a:gd name="connsiteX302" fmla="*/ 5800441 w 7467600"/>
              <a:gd name="connsiteY302" fmla="*/ 6335286 h 6858000"/>
              <a:gd name="connsiteX303" fmla="*/ 5526562 w 7467600"/>
              <a:gd name="connsiteY303" fmla="*/ 5705388 h 6858000"/>
              <a:gd name="connsiteX304" fmla="*/ 5519640 w 7467600"/>
              <a:gd name="connsiteY304" fmla="*/ 5683774 h 6858000"/>
              <a:gd name="connsiteX305" fmla="*/ 5844559 w 7467600"/>
              <a:gd name="connsiteY305" fmla="*/ 6553349 h 6858000"/>
              <a:gd name="connsiteX306" fmla="*/ 5975994 w 7467600"/>
              <a:gd name="connsiteY306" fmla="*/ 6858000 h 6858000"/>
              <a:gd name="connsiteX307" fmla="*/ 5898547 w 7467600"/>
              <a:gd name="connsiteY307" fmla="*/ 6858000 h 6858000"/>
              <a:gd name="connsiteX308" fmla="*/ 5682041 w 7467600"/>
              <a:gd name="connsiteY308" fmla="*/ 6355860 h 6858000"/>
              <a:gd name="connsiteX309" fmla="*/ 5461758 w 7467600"/>
              <a:gd name="connsiteY309" fmla="*/ 5820220 h 6858000"/>
              <a:gd name="connsiteX310" fmla="*/ 5237282 w 7467600"/>
              <a:gd name="connsiteY310" fmla="*/ 6579086 h 6858000"/>
              <a:gd name="connsiteX311" fmla="*/ 5115009 w 7467600"/>
              <a:gd name="connsiteY311" fmla="*/ 6858000 h 6858000"/>
              <a:gd name="connsiteX312" fmla="*/ 5028074 w 7467600"/>
              <a:gd name="connsiteY312" fmla="*/ 6858000 h 6858000"/>
              <a:gd name="connsiteX313" fmla="*/ 5079508 w 7467600"/>
              <a:gd name="connsiteY313" fmla="*/ 6749074 h 6858000"/>
              <a:gd name="connsiteX314" fmla="*/ 5371846 w 7467600"/>
              <a:gd name="connsiteY314" fmla="*/ 5924413 h 6858000"/>
              <a:gd name="connsiteX315" fmla="*/ 5270512 w 7467600"/>
              <a:gd name="connsiteY315" fmla="*/ 6138975 h 6858000"/>
              <a:gd name="connsiteX316" fmla="*/ 5062409 w 7467600"/>
              <a:gd name="connsiteY316" fmla="*/ 6653544 h 6858000"/>
              <a:gd name="connsiteX317" fmla="*/ 5036628 w 7467600"/>
              <a:gd name="connsiteY317" fmla="*/ 6754247 h 6858000"/>
              <a:gd name="connsiteX318" fmla="*/ 5009112 w 7467600"/>
              <a:gd name="connsiteY318" fmla="*/ 6858000 h 6858000"/>
              <a:gd name="connsiteX319" fmla="*/ 4976679 w 7467600"/>
              <a:gd name="connsiteY319" fmla="*/ 6858000 h 6858000"/>
              <a:gd name="connsiteX320" fmla="*/ 5006537 w 7467600"/>
              <a:gd name="connsiteY320" fmla="*/ 6747068 h 6858000"/>
              <a:gd name="connsiteX321" fmla="*/ 5032723 w 7467600"/>
              <a:gd name="connsiteY321" fmla="*/ 6644957 h 6858000"/>
              <a:gd name="connsiteX322" fmla="*/ 5242949 w 7467600"/>
              <a:gd name="connsiteY322" fmla="*/ 6125175 h 6858000"/>
              <a:gd name="connsiteX323" fmla="*/ 5286321 w 7467600"/>
              <a:gd name="connsiteY323" fmla="*/ 6033555 h 6858000"/>
              <a:gd name="connsiteX324" fmla="*/ 5008210 w 7467600"/>
              <a:gd name="connsiteY324" fmla="*/ 6649194 h 6858000"/>
              <a:gd name="connsiteX325" fmla="*/ 4986321 w 7467600"/>
              <a:gd name="connsiteY325" fmla="*/ 6765687 h 6858000"/>
              <a:gd name="connsiteX326" fmla="*/ 4973474 w 7467600"/>
              <a:gd name="connsiteY326" fmla="*/ 6858000 h 6858000"/>
              <a:gd name="connsiteX327" fmla="*/ 4907178 w 7467600"/>
              <a:gd name="connsiteY327" fmla="*/ 6858000 h 6858000"/>
              <a:gd name="connsiteX328" fmla="*/ 4910810 w 7467600"/>
              <a:gd name="connsiteY328" fmla="*/ 6829660 h 6858000"/>
              <a:gd name="connsiteX329" fmla="*/ 4987461 w 7467600"/>
              <a:gd name="connsiteY329" fmla="*/ 6432994 h 6858000"/>
              <a:gd name="connsiteX330" fmla="*/ 5179262 w 7467600"/>
              <a:gd name="connsiteY330" fmla="*/ 6035044 h 6858000"/>
              <a:gd name="connsiteX331" fmla="*/ 4689678 w 7467600"/>
              <a:gd name="connsiteY331" fmla="*/ 6440241 h 6858000"/>
              <a:gd name="connsiteX332" fmla="*/ 4477543 w 7467600"/>
              <a:gd name="connsiteY332" fmla="*/ 6674836 h 6858000"/>
              <a:gd name="connsiteX333" fmla="*/ 4329957 w 7467600"/>
              <a:gd name="connsiteY333" fmla="*/ 6858000 h 6858000"/>
              <a:gd name="connsiteX334" fmla="*/ 4218595 w 7467600"/>
              <a:gd name="connsiteY334" fmla="*/ 6858000 h 6858000"/>
              <a:gd name="connsiteX335" fmla="*/ 4368888 w 7467600"/>
              <a:gd name="connsiteY335" fmla="*/ 6668412 h 6858000"/>
              <a:gd name="connsiteX336" fmla="*/ 4563091 w 7467600"/>
              <a:gd name="connsiteY336" fmla="*/ 6442508 h 6858000"/>
              <a:gd name="connsiteX337" fmla="*/ 5387324 w 7467600"/>
              <a:gd name="connsiteY337" fmla="*/ 5705830 h 6858000"/>
              <a:gd name="connsiteX338" fmla="*/ 5073620 w 7467600"/>
              <a:gd name="connsiteY338" fmla="*/ 5955437 h 6858000"/>
              <a:gd name="connsiteX339" fmla="*/ 4689789 w 7467600"/>
              <a:gd name="connsiteY339" fmla="*/ 6268382 h 6858000"/>
              <a:gd name="connsiteX340" fmla="*/ 4418722 w 7467600"/>
              <a:gd name="connsiteY340" fmla="*/ 6570886 h 6858000"/>
              <a:gd name="connsiteX341" fmla="*/ 4214944 w 7467600"/>
              <a:gd name="connsiteY341" fmla="*/ 6858000 h 6858000"/>
              <a:gd name="connsiteX342" fmla="*/ 4177898 w 7467600"/>
              <a:gd name="connsiteY342" fmla="*/ 6858000 h 6858000"/>
              <a:gd name="connsiteX343" fmla="*/ 4391597 w 7467600"/>
              <a:gd name="connsiteY343" fmla="*/ 6556370 h 6858000"/>
              <a:gd name="connsiteX344" fmla="*/ 4668889 w 7467600"/>
              <a:gd name="connsiteY344" fmla="*/ 6246399 h 6858000"/>
              <a:gd name="connsiteX345" fmla="*/ 5055427 w 7467600"/>
              <a:gd name="connsiteY345" fmla="*/ 5931476 h 6858000"/>
              <a:gd name="connsiteX346" fmla="*/ 5371814 w 7467600"/>
              <a:gd name="connsiteY346" fmla="*/ 5678975 h 6858000"/>
              <a:gd name="connsiteX347" fmla="*/ 4987918 w 7467600"/>
              <a:gd name="connsiteY347" fmla="*/ 5838701 h 6858000"/>
              <a:gd name="connsiteX348" fmla="*/ 4317146 w 7467600"/>
              <a:gd name="connsiteY348" fmla="*/ 6587716 h 6858000"/>
              <a:gd name="connsiteX349" fmla="*/ 4171627 w 7467600"/>
              <a:gd name="connsiteY349" fmla="*/ 6858000 h 6858000"/>
              <a:gd name="connsiteX350" fmla="*/ 4081585 w 7467600"/>
              <a:gd name="connsiteY350" fmla="*/ 6858000 h 6858000"/>
              <a:gd name="connsiteX351" fmla="*/ 4238603 w 7467600"/>
              <a:gd name="connsiteY351" fmla="*/ 6559341 h 6858000"/>
              <a:gd name="connsiteX352" fmla="*/ 4778333 w 7467600"/>
              <a:gd name="connsiteY352" fmla="*/ 5873626 h 6858000"/>
              <a:gd name="connsiteX353" fmla="*/ 5414185 w 7467600"/>
              <a:gd name="connsiteY353" fmla="*/ 5573882 h 6858000"/>
              <a:gd name="connsiteX354" fmla="*/ 5959648 w 7467600"/>
              <a:gd name="connsiteY354" fmla="*/ 4760797 h 6858000"/>
              <a:gd name="connsiteX355" fmla="*/ 5355019 w 7467600"/>
              <a:gd name="connsiteY355" fmla="*/ 4734672 h 6858000"/>
              <a:gd name="connsiteX356" fmla="*/ 5083565 w 7467600"/>
              <a:gd name="connsiteY356" fmla="*/ 5179121 h 6858000"/>
              <a:gd name="connsiteX357" fmla="*/ 4713577 w 7467600"/>
              <a:gd name="connsiteY357" fmla="*/ 5616803 h 6858000"/>
              <a:gd name="connsiteX358" fmla="*/ 3989559 w 7467600"/>
              <a:gd name="connsiteY358" fmla="*/ 6145945 h 6858000"/>
              <a:gd name="connsiteX359" fmla="*/ 3939824 w 7467600"/>
              <a:gd name="connsiteY359" fmla="*/ 6066900 h 6858000"/>
              <a:gd name="connsiteX360" fmla="*/ 4584537 w 7467600"/>
              <a:gd name="connsiteY360" fmla="*/ 5324826 h 6858000"/>
              <a:gd name="connsiteX361" fmla="*/ 5037105 w 7467600"/>
              <a:gd name="connsiteY361" fmla="*/ 5088765 h 6858000"/>
              <a:gd name="connsiteX362" fmla="*/ 5039930 w 7467600"/>
              <a:gd name="connsiteY362" fmla="*/ 5089585 h 6858000"/>
              <a:gd name="connsiteX363" fmla="*/ 5263764 w 7467600"/>
              <a:gd name="connsiteY363" fmla="*/ 4735525 h 6858000"/>
              <a:gd name="connsiteX364" fmla="*/ 4086300 w 7467600"/>
              <a:gd name="connsiteY364" fmla="*/ 4884599 h 6858000"/>
              <a:gd name="connsiteX365" fmla="*/ 4085485 w 7467600"/>
              <a:gd name="connsiteY365" fmla="*/ 4899070 h 6858000"/>
              <a:gd name="connsiteX366" fmla="*/ 3871915 w 7467600"/>
              <a:gd name="connsiteY366" fmla="*/ 5253645 h 6858000"/>
              <a:gd name="connsiteX367" fmla="*/ 3799374 w 7467600"/>
              <a:gd name="connsiteY367" fmla="*/ 5466127 h 6858000"/>
              <a:gd name="connsiteX368" fmla="*/ 3498850 w 7467600"/>
              <a:gd name="connsiteY368" fmla="*/ 6661888 h 6858000"/>
              <a:gd name="connsiteX369" fmla="*/ 3399216 w 7467600"/>
              <a:gd name="connsiteY369" fmla="*/ 6858000 h 6858000"/>
              <a:gd name="connsiteX370" fmla="*/ 3303688 w 7467600"/>
              <a:gd name="connsiteY370" fmla="*/ 6858000 h 6858000"/>
              <a:gd name="connsiteX371" fmla="*/ 3391774 w 7467600"/>
              <a:gd name="connsiteY371" fmla="*/ 6697181 h 6858000"/>
              <a:gd name="connsiteX372" fmla="*/ 3735540 w 7467600"/>
              <a:gd name="connsiteY372" fmla="*/ 5546923 h 6858000"/>
              <a:gd name="connsiteX373" fmla="*/ 3729438 w 7467600"/>
              <a:gd name="connsiteY373" fmla="*/ 5569058 h 6858000"/>
              <a:gd name="connsiteX374" fmla="*/ 3707782 w 7467600"/>
              <a:gd name="connsiteY374" fmla="*/ 5644908 h 6858000"/>
              <a:gd name="connsiteX375" fmla="*/ 3583827 w 7467600"/>
              <a:gd name="connsiteY375" fmla="*/ 6039215 h 6858000"/>
              <a:gd name="connsiteX376" fmla="*/ 3547861 w 7467600"/>
              <a:gd name="connsiteY376" fmla="*/ 6129609 h 6858000"/>
              <a:gd name="connsiteX377" fmla="*/ 3490905 w 7467600"/>
              <a:gd name="connsiteY377" fmla="*/ 6277660 h 6858000"/>
              <a:gd name="connsiteX378" fmla="*/ 3455859 w 7467600"/>
              <a:gd name="connsiteY378" fmla="*/ 6391301 h 6858000"/>
              <a:gd name="connsiteX379" fmla="*/ 3429112 w 7467600"/>
              <a:gd name="connsiteY379" fmla="*/ 6479469 h 6858000"/>
              <a:gd name="connsiteX380" fmla="*/ 3304862 w 7467600"/>
              <a:gd name="connsiteY380" fmla="*/ 6796476 h 6858000"/>
              <a:gd name="connsiteX381" fmla="*/ 3276071 w 7467600"/>
              <a:gd name="connsiteY381" fmla="*/ 6858000 h 6858000"/>
              <a:gd name="connsiteX382" fmla="*/ 3240805 w 7467600"/>
              <a:gd name="connsiteY382" fmla="*/ 6858000 h 6858000"/>
              <a:gd name="connsiteX383" fmla="*/ 3275917 w 7467600"/>
              <a:gd name="connsiteY383" fmla="*/ 6783192 h 6858000"/>
              <a:gd name="connsiteX384" fmla="*/ 3399358 w 7467600"/>
              <a:gd name="connsiteY384" fmla="*/ 6469011 h 6858000"/>
              <a:gd name="connsiteX385" fmla="*/ 3425650 w 7467600"/>
              <a:gd name="connsiteY385" fmla="*/ 6381333 h 6858000"/>
              <a:gd name="connsiteX386" fmla="*/ 3460661 w 7467600"/>
              <a:gd name="connsiteY386" fmla="*/ 6266763 h 6858000"/>
              <a:gd name="connsiteX387" fmla="*/ 3518021 w 7467600"/>
              <a:gd name="connsiteY387" fmla="*/ 6117298 h 6858000"/>
              <a:gd name="connsiteX388" fmla="*/ 3554035 w 7467600"/>
              <a:gd name="connsiteY388" fmla="*/ 6027832 h 6858000"/>
              <a:gd name="connsiteX389" fmla="*/ 3677174 w 7467600"/>
              <a:gd name="connsiteY389" fmla="*/ 5636351 h 6858000"/>
              <a:gd name="connsiteX390" fmla="*/ 3698819 w 7467600"/>
              <a:gd name="connsiteY390" fmla="*/ 5560503 h 6858000"/>
              <a:gd name="connsiteX391" fmla="*/ 3702094 w 7467600"/>
              <a:gd name="connsiteY391" fmla="*/ 5549194 h 6858000"/>
              <a:gd name="connsiteX392" fmla="*/ 3398355 w 7467600"/>
              <a:gd name="connsiteY392" fmla="*/ 6094603 h 6858000"/>
              <a:gd name="connsiteX393" fmla="*/ 3193941 w 7467600"/>
              <a:gd name="connsiteY393" fmla="*/ 6798775 h 6858000"/>
              <a:gd name="connsiteX394" fmla="*/ 3184140 w 7467600"/>
              <a:gd name="connsiteY394" fmla="*/ 6858000 h 6858000"/>
              <a:gd name="connsiteX395" fmla="*/ 3099978 w 7467600"/>
              <a:gd name="connsiteY395" fmla="*/ 6858000 h 6858000"/>
              <a:gd name="connsiteX396" fmla="*/ 3101556 w 7467600"/>
              <a:gd name="connsiteY396" fmla="*/ 6843337 h 6858000"/>
              <a:gd name="connsiteX397" fmla="*/ 3370162 w 7467600"/>
              <a:gd name="connsiteY397" fmla="*/ 5785550 h 6858000"/>
              <a:gd name="connsiteX398" fmla="*/ 3746477 w 7467600"/>
              <a:gd name="connsiteY398" fmla="*/ 5377889 h 6858000"/>
              <a:gd name="connsiteX399" fmla="*/ 3863399 w 7467600"/>
              <a:gd name="connsiteY399" fmla="*/ 5087257 h 6858000"/>
              <a:gd name="connsiteX400" fmla="*/ 3968712 w 7467600"/>
              <a:gd name="connsiteY400" fmla="*/ 4913989 h 6858000"/>
              <a:gd name="connsiteX401" fmla="*/ 2792390 w 7467600"/>
              <a:gd name="connsiteY401" fmla="*/ 5382974 h 6858000"/>
              <a:gd name="connsiteX402" fmla="*/ 2714982 w 7467600"/>
              <a:gd name="connsiteY402" fmla="*/ 5427051 h 6858000"/>
              <a:gd name="connsiteX403" fmla="*/ 2813361 w 7467600"/>
              <a:gd name="connsiteY403" fmla="*/ 6023912 h 6858000"/>
              <a:gd name="connsiteX404" fmla="*/ 2688430 w 7467600"/>
              <a:gd name="connsiteY404" fmla="*/ 6801564 h 6858000"/>
              <a:gd name="connsiteX405" fmla="*/ 2629626 w 7467600"/>
              <a:gd name="connsiteY405" fmla="*/ 6763394 h 6858000"/>
              <a:gd name="connsiteX406" fmla="*/ 2565328 w 7467600"/>
              <a:gd name="connsiteY406" fmla="*/ 5516399 h 6858000"/>
              <a:gd name="connsiteX407" fmla="*/ 1922999 w 7467600"/>
              <a:gd name="connsiteY407" fmla="*/ 5980343 h 6858000"/>
              <a:gd name="connsiteX408" fmla="*/ 1950261 w 7467600"/>
              <a:gd name="connsiteY408" fmla="*/ 6405858 h 6858000"/>
              <a:gd name="connsiteX409" fmla="*/ 2365554 w 7467600"/>
              <a:gd name="connsiteY409" fmla="*/ 6759107 h 6858000"/>
              <a:gd name="connsiteX410" fmla="*/ 2424142 w 7467600"/>
              <a:gd name="connsiteY410" fmla="*/ 6858000 h 6858000"/>
              <a:gd name="connsiteX411" fmla="*/ 2395994 w 7467600"/>
              <a:gd name="connsiteY411" fmla="*/ 6858000 h 6858000"/>
              <a:gd name="connsiteX412" fmla="*/ 2392863 w 7467600"/>
              <a:gd name="connsiteY412" fmla="*/ 6852964 h 6858000"/>
              <a:gd name="connsiteX413" fmla="*/ 2017589 w 7467600"/>
              <a:gd name="connsiteY413" fmla="*/ 6493982 h 6858000"/>
              <a:gd name="connsiteX414" fmla="*/ 2147336 w 7467600"/>
              <a:gd name="connsiteY414" fmla="*/ 6594052 h 6858000"/>
              <a:gd name="connsiteX415" fmla="*/ 2207047 w 7467600"/>
              <a:gd name="connsiteY415" fmla="*/ 6654540 h 6858000"/>
              <a:gd name="connsiteX416" fmla="*/ 2299106 w 7467600"/>
              <a:gd name="connsiteY416" fmla="*/ 6778931 h 6858000"/>
              <a:gd name="connsiteX417" fmla="*/ 2314430 w 7467600"/>
              <a:gd name="connsiteY417" fmla="*/ 6801144 h 6858000"/>
              <a:gd name="connsiteX418" fmla="*/ 2352406 w 7467600"/>
              <a:gd name="connsiteY418" fmla="*/ 6858000 h 6858000"/>
              <a:gd name="connsiteX419" fmla="*/ 2314492 w 7467600"/>
              <a:gd name="connsiteY419" fmla="*/ 6858000 h 6858000"/>
              <a:gd name="connsiteX420" fmla="*/ 2288095 w 7467600"/>
              <a:gd name="connsiteY420" fmla="*/ 6818030 h 6858000"/>
              <a:gd name="connsiteX421" fmla="*/ 2272768 w 7467600"/>
              <a:gd name="connsiteY421" fmla="*/ 6795822 h 6858000"/>
              <a:gd name="connsiteX422" fmla="*/ 2182715 w 7467600"/>
              <a:gd name="connsiteY422" fmla="*/ 6675071 h 6858000"/>
              <a:gd name="connsiteX423" fmla="*/ 2032061 w 7467600"/>
              <a:gd name="connsiteY423" fmla="*/ 6541380 h 6858000"/>
              <a:gd name="connsiteX424" fmla="*/ 2257220 w 7467600"/>
              <a:gd name="connsiteY424" fmla="*/ 6826257 h 6858000"/>
              <a:gd name="connsiteX425" fmla="*/ 2281324 w 7467600"/>
              <a:gd name="connsiteY425" fmla="*/ 6858000 h 6858000"/>
              <a:gd name="connsiteX426" fmla="*/ 2242860 w 7467600"/>
              <a:gd name="connsiteY426" fmla="*/ 6858000 h 6858000"/>
              <a:gd name="connsiteX427" fmla="*/ 2232818 w 7467600"/>
              <a:gd name="connsiteY427" fmla="*/ 6844926 h 6858000"/>
              <a:gd name="connsiteX428" fmla="*/ 1990172 w 7467600"/>
              <a:gd name="connsiteY428" fmla="*/ 6542121 h 6858000"/>
              <a:gd name="connsiteX429" fmla="*/ 2124090 w 7467600"/>
              <a:gd name="connsiteY429" fmla="*/ 6761017 h 6858000"/>
              <a:gd name="connsiteX430" fmla="*/ 2200380 w 7467600"/>
              <a:gd name="connsiteY430" fmla="*/ 6858000 h 6858000"/>
              <a:gd name="connsiteX431" fmla="*/ 2147507 w 7467600"/>
              <a:gd name="connsiteY431" fmla="*/ 6858000 h 6858000"/>
              <a:gd name="connsiteX432" fmla="*/ 2070668 w 7467600"/>
              <a:gd name="connsiteY432" fmla="*/ 6761520 h 6858000"/>
              <a:gd name="connsiteX433" fmla="*/ 1975142 w 7467600"/>
              <a:gd name="connsiteY433" fmla="*/ 6585570 h 6858000"/>
              <a:gd name="connsiteX434" fmla="*/ 2050035 w 7467600"/>
              <a:gd name="connsiteY434" fmla="*/ 6813345 h 6858000"/>
              <a:gd name="connsiteX435" fmla="*/ 2063025 w 7467600"/>
              <a:gd name="connsiteY435" fmla="*/ 6858000 h 6858000"/>
              <a:gd name="connsiteX436" fmla="*/ 2021675 w 7467600"/>
              <a:gd name="connsiteY436" fmla="*/ 6858000 h 6858000"/>
              <a:gd name="connsiteX437" fmla="*/ 2019308 w 7467600"/>
              <a:gd name="connsiteY437" fmla="*/ 6847118 h 6858000"/>
              <a:gd name="connsiteX438" fmla="*/ 1938835 w 7467600"/>
              <a:gd name="connsiteY438" fmla="*/ 6551160 h 6858000"/>
              <a:gd name="connsiteX439" fmla="*/ 1953230 w 7467600"/>
              <a:gd name="connsiteY439" fmla="*/ 6759699 h 6858000"/>
              <a:gd name="connsiteX440" fmla="*/ 1956763 w 7467600"/>
              <a:gd name="connsiteY440" fmla="*/ 6778191 h 6858000"/>
              <a:gd name="connsiteX441" fmla="*/ 1967925 w 7467600"/>
              <a:gd name="connsiteY441" fmla="*/ 6858000 h 6858000"/>
              <a:gd name="connsiteX442" fmla="*/ 1936622 w 7467600"/>
              <a:gd name="connsiteY442" fmla="*/ 6858000 h 6858000"/>
              <a:gd name="connsiteX443" fmla="*/ 1926261 w 7467600"/>
              <a:gd name="connsiteY443" fmla="*/ 6784064 h 6858000"/>
              <a:gd name="connsiteX444" fmla="*/ 1922724 w 7467600"/>
              <a:gd name="connsiteY444" fmla="*/ 6765577 h 6858000"/>
              <a:gd name="connsiteX445" fmla="*/ 1904650 w 7467600"/>
              <a:gd name="connsiteY445" fmla="*/ 6639616 h 6858000"/>
              <a:gd name="connsiteX446" fmla="*/ 1885273 w 7467600"/>
              <a:gd name="connsiteY446" fmla="*/ 6858000 h 6858000"/>
              <a:gd name="connsiteX447" fmla="*/ 1854363 w 7467600"/>
              <a:gd name="connsiteY447" fmla="*/ 6858000 h 6858000"/>
              <a:gd name="connsiteX448" fmla="*/ 1880391 w 7467600"/>
              <a:gd name="connsiteY448" fmla="*/ 6603796 h 6858000"/>
              <a:gd name="connsiteX449" fmla="*/ 1818273 w 7467600"/>
              <a:gd name="connsiteY449" fmla="*/ 6715729 h 6858000"/>
              <a:gd name="connsiteX450" fmla="*/ 1794691 w 7467600"/>
              <a:gd name="connsiteY450" fmla="*/ 6843239 h 6858000"/>
              <a:gd name="connsiteX451" fmla="*/ 1794914 w 7467600"/>
              <a:gd name="connsiteY451" fmla="*/ 6858000 h 6858000"/>
              <a:gd name="connsiteX452" fmla="*/ 1746128 w 7467600"/>
              <a:gd name="connsiteY452" fmla="*/ 6858000 h 6858000"/>
              <a:gd name="connsiteX453" fmla="*/ 1753934 w 7467600"/>
              <a:gd name="connsiteY453" fmla="*/ 6724796 h 6858000"/>
              <a:gd name="connsiteX454" fmla="*/ 1792053 w 7467600"/>
              <a:gd name="connsiteY454" fmla="*/ 6572396 h 6858000"/>
              <a:gd name="connsiteX455" fmla="*/ 1862248 w 7467600"/>
              <a:gd name="connsiteY455" fmla="*/ 6266397 h 6858000"/>
              <a:gd name="connsiteX456" fmla="*/ 1862250 w 7467600"/>
              <a:gd name="connsiteY456" fmla="*/ 6033531 h 6858000"/>
              <a:gd name="connsiteX457" fmla="*/ 1211999 w 7467600"/>
              <a:gd name="connsiteY457" fmla="*/ 6683610 h 6858000"/>
              <a:gd name="connsiteX458" fmla="*/ 1213266 w 7467600"/>
              <a:gd name="connsiteY458" fmla="*/ 6691947 h 6858000"/>
              <a:gd name="connsiteX459" fmla="*/ 1203370 w 7467600"/>
              <a:gd name="connsiteY459" fmla="*/ 6850676 h 6858000"/>
              <a:gd name="connsiteX460" fmla="*/ 1203671 w 7467600"/>
              <a:gd name="connsiteY460" fmla="*/ 6858000 h 6858000"/>
              <a:gd name="connsiteX461" fmla="*/ 1143180 w 7467600"/>
              <a:gd name="connsiteY461" fmla="*/ 6858000 h 6858000"/>
              <a:gd name="connsiteX462" fmla="*/ 1142176 w 7467600"/>
              <a:gd name="connsiteY462" fmla="*/ 6766045 h 6858000"/>
              <a:gd name="connsiteX463" fmla="*/ 1067484 w 7467600"/>
              <a:gd name="connsiteY463" fmla="*/ 6858000 h 6858000"/>
              <a:gd name="connsiteX464" fmla="*/ 953928 w 7467600"/>
              <a:gd name="connsiteY464" fmla="*/ 6858000 h 6858000"/>
              <a:gd name="connsiteX465" fmla="*/ 959715 w 7467600"/>
              <a:gd name="connsiteY465" fmla="*/ 6850185 h 6858000"/>
              <a:gd name="connsiteX466" fmla="*/ 1483788 w 7467600"/>
              <a:gd name="connsiteY466" fmla="*/ 6259174 h 6858000"/>
              <a:gd name="connsiteX467" fmla="*/ 1100671 w 7467600"/>
              <a:gd name="connsiteY467" fmla="*/ 6252137 h 6858000"/>
              <a:gd name="connsiteX468" fmla="*/ 1090144 w 7467600"/>
              <a:gd name="connsiteY468" fmla="*/ 6256748 h 6858000"/>
              <a:gd name="connsiteX469" fmla="*/ 1095872 w 7467600"/>
              <a:gd name="connsiteY469" fmla="*/ 6271892 h 6858000"/>
              <a:gd name="connsiteX470" fmla="*/ 262785 w 7467600"/>
              <a:gd name="connsiteY470" fmla="*/ 6845450 h 6858000"/>
              <a:gd name="connsiteX471" fmla="*/ 209968 w 7467600"/>
              <a:gd name="connsiteY471" fmla="*/ 6770713 h 6858000"/>
              <a:gd name="connsiteX472" fmla="*/ 873460 w 7467600"/>
              <a:gd name="connsiteY472" fmla="*/ 6253768 h 6858000"/>
              <a:gd name="connsiteX473" fmla="*/ 192686 w 7467600"/>
              <a:gd name="connsiteY473" fmla="*/ 5849257 h 6858000"/>
              <a:gd name="connsiteX474" fmla="*/ 4696 w 7467600"/>
              <a:gd name="connsiteY474" fmla="*/ 5697668 h 6858000"/>
              <a:gd name="connsiteX475" fmla="*/ 0 w 7467600"/>
              <a:gd name="connsiteY475" fmla="*/ 5689984 h 6858000"/>
              <a:gd name="connsiteX476" fmla="*/ 0 w 7467600"/>
              <a:gd name="connsiteY476" fmla="*/ 5513472 h 6858000"/>
              <a:gd name="connsiteX477" fmla="*/ 174101 w 7467600"/>
              <a:gd name="connsiteY477" fmla="*/ 5620277 h 6858000"/>
              <a:gd name="connsiteX478" fmla="*/ 891800 w 7467600"/>
              <a:gd name="connsiteY478" fmla="*/ 6036935 h 6858000"/>
              <a:gd name="connsiteX479" fmla="*/ 1072219 w 7467600"/>
              <a:gd name="connsiteY479" fmla="*/ 6169443 h 6858000"/>
              <a:gd name="connsiteX480" fmla="*/ 1074117 w 7467600"/>
              <a:gd name="connsiteY480" fmla="*/ 6170301 h 6858000"/>
              <a:gd name="connsiteX481" fmla="*/ 1083114 w 7467600"/>
              <a:gd name="connsiteY481" fmla="*/ 6174131 h 6858000"/>
              <a:gd name="connsiteX482" fmla="*/ 1543010 w 7467600"/>
              <a:gd name="connsiteY482" fmla="*/ 6191140 h 6858000"/>
              <a:gd name="connsiteX483" fmla="*/ 1551080 w 7467600"/>
              <a:gd name="connsiteY483" fmla="*/ 6195006 h 6858000"/>
              <a:gd name="connsiteX484" fmla="*/ 2345443 w 7467600"/>
              <a:gd name="connsiteY484" fmla="*/ 5549882 h 6858000"/>
              <a:gd name="connsiteX485" fmla="*/ 1721499 w 7467600"/>
              <a:gd name="connsiteY485" fmla="*/ 5599969 h 6858000"/>
              <a:gd name="connsiteX486" fmla="*/ 767716 w 7467600"/>
              <a:gd name="connsiteY486" fmla="*/ 5472768 h 6858000"/>
              <a:gd name="connsiteX487" fmla="*/ 722147 w 7467600"/>
              <a:gd name="connsiteY487" fmla="*/ 5393091 h 6858000"/>
              <a:gd name="connsiteX488" fmla="*/ 1485552 w 7467600"/>
              <a:gd name="connsiteY488" fmla="*/ 5313202 h 6858000"/>
              <a:gd name="connsiteX489" fmla="*/ 2143004 w 7467600"/>
              <a:gd name="connsiteY489" fmla="*/ 5402420 h 6858000"/>
              <a:gd name="connsiteX490" fmla="*/ 1933391 w 7467600"/>
              <a:gd name="connsiteY490" fmla="*/ 5156971 h 6858000"/>
              <a:gd name="connsiteX491" fmla="*/ 1827118 w 7467600"/>
              <a:gd name="connsiteY491" fmla="*/ 4968410 h 6858000"/>
              <a:gd name="connsiteX492" fmla="*/ 1837349 w 7467600"/>
              <a:gd name="connsiteY492" fmla="*/ 4956357 h 6858000"/>
              <a:gd name="connsiteX493" fmla="*/ 2162835 w 7467600"/>
              <a:gd name="connsiteY493" fmla="*/ 5187853 h 6858000"/>
              <a:gd name="connsiteX494" fmla="*/ 2257167 w 7467600"/>
              <a:gd name="connsiteY494" fmla="*/ 5462123 h 6858000"/>
              <a:gd name="connsiteX495" fmla="*/ 2261598 w 7467600"/>
              <a:gd name="connsiteY495" fmla="*/ 5467998 h 6858000"/>
              <a:gd name="connsiteX496" fmla="*/ 2437177 w 7467600"/>
              <a:gd name="connsiteY496" fmla="*/ 5479608 h 6858000"/>
              <a:gd name="connsiteX497" fmla="*/ 2445247 w 7467600"/>
              <a:gd name="connsiteY497" fmla="*/ 5483476 h 6858000"/>
              <a:gd name="connsiteX498" fmla="*/ 2743626 w 7467600"/>
              <a:gd name="connsiteY498" fmla="*/ 5304819 h 6858000"/>
              <a:gd name="connsiteX499" fmla="*/ 3048102 w 7467600"/>
              <a:gd name="connsiteY499" fmla="*/ 5150595 h 6858000"/>
              <a:gd name="connsiteX500" fmla="*/ 1799414 w 7467600"/>
              <a:gd name="connsiteY500" fmla="*/ 4694732 h 6858000"/>
              <a:gd name="connsiteX501" fmla="*/ 1771735 w 7467600"/>
              <a:gd name="connsiteY501" fmla="*/ 4619929 h 6858000"/>
              <a:gd name="connsiteX502" fmla="*/ 3104273 w 7467600"/>
              <a:gd name="connsiteY502" fmla="*/ 5076159 h 6858000"/>
              <a:gd name="connsiteX503" fmla="*/ 3113245 w 7467600"/>
              <a:gd name="connsiteY503" fmla="*/ 5090705 h 6858000"/>
              <a:gd name="connsiteX504" fmla="*/ 3126294 w 7467600"/>
              <a:gd name="connsiteY504" fmla="*/ 5114400 h 6858000"/>
              <a:gd name="connsiteX505" fmla="*/ 3937433 w 7467600"/>
              <a:gd name="connsiteY505" fmla="*/ 4830473 h 6858000"/>
              <a:gd name="connsiteX506" fmla="*/ 3590475 w 7467600"/>
              <a:gd name="connsiteY506" fmla="*/ 4597974 h 6858000"/>
              <a:gd name="connsiteX507" fmla="*/ 3100264 w 7467600"/>
              <a:gd name="connsiteY507" fmla="*/ 4579845 h 6858000"/>
              <a:gd name="connsiteX508" fmla="*/ 2183576 w 7467600"/>
              <a:gd name="connsiteY508" fmla="*/ 4227150 h 6858000"/>
              <a:gd name="connsiteX509" fmla="*/ 2151029 w 7467600"/>
              <a:gd name="connsiteY509" fmla="*/ 4146947 h 6858000"/>
              <a:gd name="connsiteX510" fmla="*/ 3563434 w 7467600"/>
              <a:gd name="connsiteY510" fmla="*/ 4469115 h 6858000"/>
              <a:gd name="connsiteX511" fmla="*/ 3177952 w 7467600"/>
              <a:gd name="connsiteY511" fmla="*/ 3657386 h 6858000"/>
              <a:gd name="connsiteX512" fmla="*/ 3189263 w 7467600"/>
              <a:gd name="connsiteY512" fmla="*/ 3625726 h 6858000"/>
              <a:gd name="connsiteX513" fmla="*/ 3560912 w 7467600"/>
              <a:gd name="connsiteY513" fmla="*/ 4079863 h 6858000"/>
              <a:gd name="connsiteX514" fmla="*/ 3626636 w 7467600"/>
              <a:gd name="connsiteY514" fmla="*/ 4512230 h 6858000"/>
              <a:gd name="connsiteX515" fmla="*/ 3653088 w 7467600"/>
              <a:gd name="connsiteY515" fmla="*/ 4521417 h 6858000"/>
              <a:gd name="connsiteX516" fmla="*/ 3988128 w 7467600"/>
              <a:gd name="connsiteY516" fmla="*/ 4817267 h 6858000"/>
              <a:gd name="connsiteX517" fmla="*/ 4830582 w 7467600"/>
              <a:gd name="connsiteY517" fmla="*/ 4676000 h 6858000"/>
              <a:gd name="connsiteX518" fmla="*/ 4830100 w 7467600"/>
              <a:gd name="connsiteY518" fmla="*/ 4675554 h 6858000"/>
              <a:gd name="connsiteX519" fmla="*/ 4036318 w 7467600"/>
              <a:gd name="connsiteY519" fmla="*/ 4147013 h 6858000"/>
              <a:gd name="connsiteX520" fmla="*/ 3432098 w 7467600"/>
              <a:gd name="connsiteY520" fmla="*/ 3537312 h 6858000"/>
              <a:gd name="connsiteX521" fmla="*/ 3446761 w 7467600"/>
              <a:gd name="connsiteY521" fmla="*/ 3461278 h 6858000"/>
              <a:gd name="connsiteX522" fmla="*/ 4419733 w 7467600"/>
              <a:gd name="connsiteY522" fmla="*/ 3963555 h 6858000"/>
              <a:gd name="connsiteX523" fmla="*/ 4781371 w 7467600"/>
              <a:gd name="connsiteY523" fmla="*/ 4458604 h 6858000"/>
              <a:gd name="connsiteX524" fmla="*/ 4780440 w 7467600"/>
              <a:gd name="connsiteY524" fmla="*/ 4470290 h 6858000"/>
              <a:gd name="connsiteX525" fmla="*/ 4898954 w 7467600"/>
              <a:gd name="connsiteY525" fmla="*/ 4662092 h 6858000"/>
              <a:gd name="connsiteX526" fmla="*/ 4900699 w 7467600"/>
              <a:gd name="connsiteY526" fmla="*/ 4670867 h 6858000"/>
              <a:gd name="connsiteX527" fmla="*/ 5714511 w 7467600"/>
              <a:gd name="connsiteY527" fmla="*/ 4663483 h 6858000"/>
              <a:gd name="connsiteX528" fmla="*/ 5464793 w 7467600"/>
              <a:gd name="connsiteY528" fmla="*/ 4393556 h 6858000"/>
              <a:gd name="connsiteX529" fmla="*/ 5461897 w 7467600"/>
              <a:gd name="connsiteY529" fmla="*/ 4390879 h 6858000"/>
              <a:gd name="connsiteX530" fmla="*/ 4294126 w 7467600"/>
              <a:gd name="connsiteY530" fmla="*/ 3303048 h 6858000"/>
              <a:gd name="connsiteX531" fmla="*/ 4305321 w 7467600"/>
              <a:gd name="connsiteY531" fmla="*/ 3256953 h 6858000"/>
              <a:gd name="connsiteX532" fmla="*/ 4949299 w 7467600"/>
              <a:gd name="connsiteY532" fmla="*/ 3766336 h 6858000"/>
              <a:gd name="connsiteX533" fmla="*/ 5291452 w 7467600"/>
              <a:gd name="connsiteY533" fmla="*/ 4076801 h 6858000"/>
              <a:gd name="connsiteX534" fmla="*/ 5434998 w 7467600"/>
              <a:gd name="connsiteY534" fmla="*/ 4254100 h 6858000"/>
              <a:gd name="connsiteX535" fmla="*/ 5351015 w 7467600"/>
              <a:gd name="connsiteY535" fmla="*/ 3760989 h 6858000"/>
              <a:gd name="connsiteX536" fmla="*/ 5413780 w 7467600"/>
              <a:gd name="connsiteY536" fmla="*/ 2966265 h 6858000"/>
              <a:gd name="connsiteX537" fmla="*/ 5425627 w 7467600"/>
              <a:gd name="connsiteY537" fmla="*/ 2954192 h 6858000"/>
              <a:gd name="connsiteX538" fmla="*/ 6604735 w 7467600"/>
              <a:gd name="connsiteY538" fmla="*/ 2041381 h 6858000"/>
              <a:gd name="connsiteX539" fmla="*/ 7204487 w 7467600"/>
              <a:gd name="connsiteY539" fmla="*/ 2742112 h 6858000"/>
              <a:gd name="connsiteX540" fmla="*/ 7131592 w 7467600"/>
              <a:gd name="connsiteY540" fmla="*/ 2672096 h 6858000"/>
              <a:gd name="connsiteX541" fmla="*/ 6996344 w 7467600"/>
              <a:gd name="connsiteY541" fmla="*/ 2518310 h 6858000"/>
              <a:gd name="connsiteX542" fmla="*/ 6735495 w 7467600"/>
              <a:gd name="connsiteY542" fmla="*/ 2196890 h 6858000"/>
              <a:gd name="connsiteX543" fmla="*/ 6721901 w 7467600"/>
              <a:gd name="connsiteY543" fmla="*/ 2179274 h 6858000"/>
              <a:gd name="connsiteX544" fmla="*/ 6604735 w 7467600"/>
              <a:gd name="connsiteY544" fmla="*/ 2041381 h 6858000"/>
              <a:gd name="connsiteX545" fmla="*/ 6591670 w 7467600"/>
              <a:gd name="connsiteY545" fmla="*/ 1988277 h 6858000"/>
              <a:gd name="connsiteX546" fmla="*/ 6747349 w 7467600"/>
              <a:gd name="connsiteY546" fmla="*/ 2160069 h 6858000"/>
              <a:gd name="connsiteX547" fmla="*/ 6760943 w 7467600"/>
              <a:gd name="connsiteY547" fmla="*/ 2177686 h 6858000"/>
              <a:gd name="connsiteX548" fmla="*/ 7021065 w 7467600"/>
              <a:gd name="connsiteY548" fmla="*/ 2498102 h 6858000"/>
              <a:gd name="connsiteX549" fmla="*/ 7155223 w 7467600"/>
              <a:gd name="connsiteY549" fmla="*/ 2650386 h 6858000"/>
              <a:gd name="connsiteX550" fmla="*/ 7203167 w 7467600"/>
              <a:gd name="connsiteY550" fmla="*/ 2697288 h 6858000"/>
              <a:gd name="connsiteX551" fmla="*/ 6937703 w 7467600"/>
              <a:gd name="connsiteY551" fmla="*/ 2321981 h 6858000"/>
              <a:gd name="connsiteX552" fmla="*/ 6591670 w 7467600"/>
              <a:gd name="connsiteY552" fmla="*/ 1988277 h 6858000"/>
              <a:gd name="connsiteX553" fmla="*/ 5798671 w 7467600"/>
              <a:gd name="connsiteY553" fmla="*/ 1981601 h 6858000"/>
              <a:gd name="connsiteX554" fmla="*/ 5754709 w 7467600"/>
              <a:gd name="connsiteY554" fmla="*/ 2071454 h 6858000"/>
              <a:gd name="connsiteX555" fmla="*/ 5763044 w 7467600"/>
              <a:gd name="connsiteY555" fmla="*/ 2842206 h 6858000"/>
              <a:gd name="connsiteX556" fmla="*/ 5764974 w 7467600"/>
              <a:gd name="connsiteY556" fmla="*/ 2799609 h 6858000"/>
              <a:gd name="connsiteX557" fmla="*/ 5767665 w 7467600"/>
              <a:gd name="connsiteY557" fmla="*/ 2666409 h 6858000"/>
              <a:gd name="connsiteX558" fmla="*/ 5763055 w 7467600"/>
              <a:gd name="connsiteY558" fmla="*/ 2579705 h 6858000"/>
              <a:gd name="connsiteX559" fmla="*/ 5758079 w 7467600"/>
              <a:gd name="connsiteY559" fmla="*/ 2492508 h 6858000"/>
              <a:gd name="connsiteX560" fmla="*/ 5779325 w 7467600"/>
              <a:gd name="connsiteY560" fmla="*/ 2197069 h 6858000"/>
              <a:gd name="connsiteX561" fmla="*/ 5798671 w 7467600"/>
              <a:gd name="connsiteY561" fmla="*/ 1981601 h 6858000"/>
              <a:gd name="connsiteX562" fmla="*/ 5829202 w 7467600"/>
              <a:gd name="connsiteY562" fmla="*/ 1971679 h 6858000"/>
              <a:gd name="connsiteX563" fmla="*/ 5809558 w 7467600"/>
              <a:gd name="connsiteY563" fmla="*/ 2198043 h 6858000"/>
              <a:gd name="connsiteX564" fmla="*/ 5788653 w 7467600"/>
              <a:gd name="connsiteY564" fmla="*/ 2489430 h 6858000"/>
              <a:gd name="connsiteX565" fmla="*/ 5793439 w 7467600"/>
              <a:gd name="connsiteY565" fmla="*/ 2575235 h 6858000"/>
              <a:gd name="connsiteX566" fmla="*/ 5796837 w 7467600"/>
              <a:gd name="connsiteY566" fmla="*/ 2637633 h 6858000"/>
              <a:gd name="connsiteX567" fmla="*/ 5818614 w 7467600"/>
              <a:gd name="connsiteY567" fmla="*/ 2473055 h 6858000"/>
              <a:gd name="connsiteX568" fmla="*/ 5829202 w 7467600"/>
              <a:gd name="connsiteY568" fmla="*/ 1971679 h 6858000"/>
              <a:gd name="connsiteX569" fmla="*/ 5911389 w 7467600"/>
              <a:gd name="connsiteY569" fmla="*/ 1898371 h 6858000"/>
              <a:gd name="connsiteX570" fmla="*/ 6237627 w 7467600"/>
              <a:gd name="connsiteY570" fmla="*/ 2231921 h 6858000"/>
              <a:gd name="connsiteX571" fmla="*/ 5911389 w 7467600"/>
              <a:gd name="connsiteY571" fmla="*/ 1898371 h 6858000"/>
              <a:gd name="connsiteX572" fmla="*/ 6944437 w 7467600"/>
              <a:gd name="connsiteY572" fmla="*/ 1575402 h 6858000"/>
              <a:gd name="connsiteX573" fmla="*/ 6304730 w 7467600"/>
              <a:gd name="connsiteY573" fmla="*/ 1766654 h 6858000"/>
              <a:gd name="connsiteX574" fmla="*/ 6944437 w 7467600"/>
              <a:gd name="connsiteY574" fmla="*/ 1575402 h 6858000"/>
              <a:gd name="connsiteX575" fmla="*/ 7019523 w 7467600"/>
              <a:gd name="connsiteY575" fmla="*/ 1519450 h 6858000"/>
              <a:gd name="connsiteX576" fmla="*/ 6298091 w 7467600"/>
              <a:gd name="connsiteY576" fmla="*/ 1737122 h 6858000"/>
              <a:gd name="connsiteX577" fmla="*/ 7019523 w 7467600"/>
              <a:gd name="connsiteY577" fmla="*/ 1519450 h 6858000"/>
              <a:gd name="connsiteX578" fmla="*/ 2399523 w 7467600"/>
              <a:gd name="connsiteY578" fmla="*/ 1428234 h 6858000"/>
              <a:gd name="connsiteX579" fmla="*/ 2224982 w 7467600"/>
              <a:gd name="connsiteY579" fmla="*/ 1826201 h 6858000"/>
              <a:gd name="connsiteX580" fmla="*/ 2096099 w 7467600"/>
              <a:gd name="connsiteY580" fmla="*/ 2345900 h 6858000"/>
              <a:gd name="connsiteX581" fmla="*/ 2283317 w 7467600"/>
              <a:gd name="connsiteY581" fmla="*/ 1796925 h 6858000"/>
              <a:gd name="connsiteX582" fmla="*/ 2399523 w 7467600"/>
              <a:gd name="connsiteY582" fmla="*/ 1428234 h 6858000"/>
              <a:gd name="connsiteX583" fmla="*/ 2448558 w 7467600"/>
              <a:gd name="connsiteY583" fmla="*/ 1373435 h 6858000"/>
              <a:gd name="connsiteX584" fmla="*/ 2312521 w 7467600"/>
              <a:gd name="connsiteY584" fmla="*/ 1806140 h 6858000"/>
              <a:gd name="connsiteX585" fmla="*/ 2127533 w 7467600"/>
              <a:gd name="connsiteY585" fmla="*/ 2348380 h 6858000"/>
              <a:gd name="connsiteX586" fmla="*/ 2358080 w 7467600"/>
              <a:gd name="connsiteY586" fmla="*/ 1866134 h 6858000"/>
              <a:gd name="connsiteX587" fmla="*/ 2407436 w 7467600"/>
              <a:gd name="connsiteY587" fmla="*/ 1651070 h 6858000"/>
              <a:gd name="connsiteX588" fmla="*/ 2448558 w 7467600"/>
              <a:gd name="connsiteY588" fmla="*/ 1373435 h 6858000"/>
              <a:gd name="connsiteX589" fmla="*/ 278707 w 7467600"/>
              <a:gd name="connsiteY589" fmla="*/ 1352270 h 6858000"/>
              <a:gd name="connsiteX590" fmla="*/ 321570 w 7467600"/>
              <a:gd name="connsiteY590" fmla="*/ 1861610 h 6858000"/>
              <a:gd name="connsiteX591" fmla="*/ 294281 w 7467600"/>
              <a:gd name="connsiteY591" fmla="*/ 1440658 h 6858000"/>
              <a:gd name="connsiteX592" fmla="*/ 278707 w 7467600"/>
              <a:gd name="connsiteY592" fmla="*/ 1352270 h 6858000"/>
              <a:gd name="connsiteX593" fmla="*/ 1423821 w 7467600"/>
              <a:gd name="connsiteY593" fmla="*/ 1351958 h 6858000"/>
              <a:gd name="connsiteX594" fmla="*/ 1638521 w 7467600"/>
              <a:gd name="connsiteY594" fmla="*/ 1908470 h 6858000"/>
              <a:gd name="connsiteX595" fmla="*/ 1754199 w 7467600"/>
              <a:gd name="connsiteY595" fmla="*/ 2149284 h 6858000"/>
              <a:gd name="connsiteX596" fmla="*/ 1908359 w 7467600"/>
              <a:gd name="connsiteY596" fmla="*/ 2364988 h 6858000"/>
              <a:gd name="connsiteX597" fmla="*/ 1647661 w 7467600"/>
              <a:gd name="connsiteY597" fmla="*/ 1825945 h 6858000"/>
              <a:gd name="connsiteX598" fmla="*/ 1423821 w 7467600"/>
              <a:gd name="connsiteY598" fmla="*/ 1351958 h 6858000"/>
              <a:gd name="connsiteX599" fmla="*/ 1431890 w 7467600"/>
              <a:gd name="connsiteY599" fmla="*/ 1306475 h 6858000"/>
              <a:gd name="connsiteX600" fmla="*/ 1507597 w 7467600"/>
              <a:gd name="connsiteY600" fmla="*/ 1446132 h 6858000"/>
              <a:gd name="connsiteX601" fmla="*/ 1674586 w 7467600"/>
              <a:gd name="connsiteY601" fmla="*/ 1813832 h 6858000"/>
              <a:gd name="connsiteX602" fmla="*/ 1815950 w 7467600"/>
              <a:gd name="connsiteY602" fmla="*/ 2128564 h 6858000"/>
              <a:gd name="connsiteX603" fmla="*/ 1984242 w 7467600"/>
              <a:gd name="connsiteY603" fmla="*/ 2430829 h 6858000"/>
              <a:gd name="connsiteX604" fmla="*/ 2014023 w 7467600"/>
              <a:gd name="connsiteY604" fmla="*/ 2450995 h 6858000"/>
              <a:gd name="connsiteX605" fmla="*/ 1747337 w 7467600"/>
              <a:gd name="connsiteY605" fmla="*/ 1855264 h 6858000"/>
              <a:gd name="connsiteX606" fmla="*/ 1533749 w 7467600"/>
              <a:gd name="connsiteY606" fmla="*/ 1478656 h 6858000"/>
              <a:gd name="connsiteX607" fmla="*/ 1431890 w 7467600"/>
              <a:gd name="connsiteY607" fmla="*/ 1306475 h 6858000"/>
              <a:gd name="connsiteX608" fmla="*/ 5052692 w 7467600"/>
              <a:gd name="connsiteY608" fmla="*/ 1292994 h 6858000"/>
              <a:gd name="connsiteX609" fmla="*/ 5200661 w 7467600"/>
              <a:gd name="connsiteY609" fmla="*/ 1635186 h 6858000"/>
              <a:gd name="connsiteX610" fmla="*/ 5297138 w 7467600"/>
              <a:gd name="connsiteY610" fmla="*/ 1906351 h 6858000"/>
              <a:gd name="connsiteX611" fmla="*/ 5052692 w 7467600"/>
              <a:gd name="connsiteY611" fmla="*/ 1292994 h 6858000"/>
              <a:gd name="connsiteX612" fmla="*/ 5009948 w 7467600"/>
              <a:gd name="connsiteY612" fmla="*/ 1273619 h 6858000"/>
              <a:gd name="connsiteX613" fmla="*/ 5121777 w 7467600"/>
              <a:gd name="connsiteY613" fmla="*/ 1654213 h 6858000"/>
              <a:gd name="connsiteX614" fmla="*/ 5293545 w 7467600"/>
              <a:gd name="connsiteY614" fmla="*/ 2072247 h 6858000"/>
              <a:gd name="connsiteX615" fmla="*/ 5294042 w 7467600"/>
              <a:gd name="connsiteY615" fmla="*/ 2065019 h 6858000"/>
              <a:gd name="connsiteX616" fmla="*/ 5171936 w 7467600"/>
              <a:gd name="connsiteY616" fmla="*/ 1647613 h 6858000"/>
              <a:gd name="connsiteX617" fmla="*/ 5009948 w 7467600"/>
              <a:gd name="connsiteY617" fmla="*/ 1273619 h 6858000"/>
              <a:gd name="connsiteX618" fmla="*/ 655236 w 7467600"/>
              <a:gd name="connsiteY618" fmla="*/ 1268632 h 6858000"/>
              <a:gd name="connsiteX619" fmla="*/ 839521 w 7467600"/>
              <a:gd name="connsiteY619" fmla="*/ 1685315 h 6858000"/>
              <a:gd name="connsiteX620" fmla="*/ 1109416 w 7467600"/>
              <a:gd name="connsiteY620" fmla="*/ 2061663 h 6858000"/>
              <a:gd name="connsiteX621" fmla="*/ 1298300 w 7467600"/>
              <a:gd name="connsiteY621" fmla="*/ 2247742 h 6858000"/>
              <a:gd name="connsiteX622" fmla="*/ 1125871 w 7467600"/>
              <a:gd name="connsiteY622" fmla="*/ 1989513 h 6858000"/>
              <a:gd name="connsiteX623" fmla="*/ 981574 w 7467600"/>
              <a:gd name="connsiteY623" fmla="*/ 1783157 h 6858000"/>
              <a:gd name="connsiteX624" fmla="*/ 922198 w 7467600"/>
              <a:gd name="connsiteY624" fmla="*/ 1677437 h 6858000"/>
              <a:gd name="connsiteX625" fmla="*/ 869293 w 7467600"/>
              <a:gd name="connsiteY625" fmla="*/ 1583214 h 6858000"/>
              <a:gd name="connsiteX626" fmla="*/ 751431 w 7467600"/>
              <a:gd name="connsiteY626" fmla="*/ 1405731 h 6858000"/>
              <a:gd name="connsiteX627" fmla="*/ 655236 w 7467600"/>
              <a:gd name="connsiteY627" fmla="*/ 1268632 h 6858000"/>
              <a:gd name="connsiteX628" fmla="*/ 6516292 w 7467600"/>
              <a:gd name="connsiteY628" fmla="*/ 1263064 h 6858000"/>
              <a:gd name="connsiteX629" fmla="*/ 5736320 w 7467600"/>
              <a:gd name="connsiteY629" fmla="*/ 1501803 h 6858000"/>
              <a:gd name="connsiteX630" fmla="*/ 6516292 w 7467600"/>
              <a:gd name="connsiteY630" fmla="*/ 1263064 h 6858000"/>
              <a:gd name="connsiteX631" fmla="*/ 291466 w 7467600"/>
              <a:gd name="connsiteY631" fmla="*/ 1250369 h 6858000"/>
              <a:gd name="connsiteX632" fmla="*/ 323180 w 7467600"/>
              <a:gd name="connsiteY632" fmla="*/ 1435283 h 6858000"/>
              <a:gd name="connsiteX633" fmla="*/ 349381 w 7467600"/>
              <a:gd name="connsiteY633" fmla="*/ 1875041 h 6858000"/>
              <a:gd name="connsiteX634" fmla="*/ 374363 w 7467600"/>
              <a:gd name="connsiteY634" fmla="*/ 1506494 h 6858000"/>
              <a:gd name="connsiteX635" fmla="*/ 302168 w 7467600"/>
              <a:gd name="connsiteY635" fmla="*/ 1274495 h 6858000"/>
              <a:gd name="connsiteX636" fmla="*/ 291466 w 7467600"/>
              <a:gd name="connsiteY636" fmla="*/ 1250369 h 6858000"/>
              <a:gd name="connsiteX637" fmla="*/ 678222 w 7467600"/>
              <a:gd name="connsiteY637" fmla="*/ 1248670 h 6858000"/>
              <a:gd name="connsiteX638" fmla="*/ 775536 w 7467600"/>
              <a:gd name="connsiteY638" fmla="*/ 1388015 h 6858000"/>
              <a:gd name="connsiteX639" fmla="*/ 894529 w 7467600"/>
              <a:gd name="connsiteY639" fmla="*/ 1567739 h 6858000"/>
              <a:gd name="connsiteX640" fmla="*/ 948000 w 7467600"/>
              <a:gd name="connsiteY640" fmla="*/ 1663088 h 6858000"/>
              <a:gd name="connsiteX641" fmla="*/ 1006812 w 7467600"/>
              <a:gd name="connsiteY641" fmla="*/ 1767683 h 6858000"/>
              <a:gd name="connsiteX642" fmla="*/ 1149133 w 7467600"/>
              <a:gd name="connsiteY642" fmla="*/ 1971513 h 6858000"/>
              <a:gd name="connsiteX643" fmla="*/ 1333952 w 7467600"/>
              <a:gd name="connsiteY643" fmla="*/ 2251620 h 6858000"/>
              <a:gd name="connsiteX644" fmla="*/ 1337329 w 7467600"/>
              <a:gd name="connsiteY644" fmla="*/ 2258350 h 6858000"/>
              <a:gd name="connsiteX645" fmla="*/ 1014726 w 7467600"/>
              <a:gd name="connsiteY645" fmla="*/ 1615556 h 6858000"/>
              <a:gd name="connsiteX646" fmla="*/ 678222 w 7467600"/>
              <a:gd name="connsiteY646" fmla="*/ 1248670 h 6858000"/>
              <a:gd name="connsiteX647" fmla="*/ 6691602 w 7467600"/>
              <a:gd name="connsiteY647" fmla="*/ 1140573 h 6858000"/>
              <a:gd name="connsiteX648" fmla="*/ 6571100 w 7467600"/>
              <a:gd name="connsiteY648" fmla="*/ 1183662 h 6858000"/>
              <a:gd name="connsiteX649" fmla="*/ 6241687 w 7467600"/>
              <a:gd name="connsiteY649" fmla="*/ 1257600 h 6858000"/>
              <a:gd name="connsiteX650" fmla="*/ 5693009 w 7467600"/>
              <a:gd name="connsiteY650" fmla="*/ 1478256 h 6858000"/>
              <a:gd name="connsiteX651" fmla="*/ 6548420 w 7467600"/>
              <a:gd name="connsiteY651" fmla="*/ 1214599 h 6858000"/>
              <a:gd name="connsiteX652" fmla="*/ 6605473 w 7467600"/>
              <a:gd name="connsiteY652" fmla="*/ 1184686 h 6858000"/>
              <a:gd name="connsiteX653" fmla="*/ 6691602 w 7467600"/>
              <a:gd name="connsiteY653" fmla="*/ 1140573 h 6858000"/>
              <a:gd name="connsiteX654" fmla="*/ 4002475 w 7467600"/>
              <a:gd name="connsiteY654" fmla="*/ 1037802 h 6858000"/>
              <a:gd name="connsiteX655" fmla="*/ 4000324 w 7467600"/>
              <a:gd name="connsiteY655" fmla="*/ 1039362 h 6858000"/>
              <a:gd name="connsiteX656" fmla="*/ 4002862 w 7467600"/>
              <a:gd name="connsiteY656" fmla="*/ 1042866 h 6858000"/>
              <a:gd name="connsiteX657" fmla="*/ 4002475 w 7467600"/>
              <a:gd name="connsiteY657" fmla="*/ 1037802 h 6858000"/>
              <a:gd name="connsiteX658" fmla="*/ 506322 w 7467600"/>
              <a:gd name="connsiteY658" fmla="*/ 1020997 h 6858000"/>
              <a:gd name="connsiteX659" fmla="*/ 533068 w 7467600"/>
              <a:gd name="connsiteY659" fmla="*/ 1029409 h 6858000"/>
              <a:gd name="connsiteX660" fmla="*/ 1232525 w 7467600"/>
              <a:gd name="connsiteY660" fmla="*/ 1804675 h 6858000"/>
              <a:gd name="connsiteX661" fmla="*/ 1388858 w 7467600"/>
              <a:gd name="connsiteY661" fmla="*/ 2368011 h 6858000"/>
              <a:gd name="connsiteX662" fmla="*/ 1384098 w 7467600"/>
              <a:gd name="connsiteY662" fmla="*/ 2378125 h 6858000"/>
              <a:gd name="connsiteX663" fmla="*/ 1425393 w 7467600"/>
              <a:gd name="connsiteY663" fmla="*/ 2589124 h 6858000"/>
              <a:gd name="connsiteX664" fmla="*/ 1424001 w 7467600"/>
              <a:gd name="connsiteY664" fmla="*/ 2597541 h 6858000"/>
              <a:gd name="connsiteX665" fmla="*/ 2152729 w 7467600"/>
              <a:gd name="connsiteY665" fmla="*/ 2864487 h 6858000"/>
              <a:gd name="connsiteX666" fmla="*/ 2020609 w 7467600"/>
              <a:gd name="connsiteY666" fmla="*/ 2539671 h 6858000"/>
              <a:gd name="connsiteX667" fmla="*/ 2018920 w 7467600"/>
              <a:gd name="connsiteY667" fmla="*/ 2536309 h 6858000"/>
              <a:gd name="connsiteX668" fmla="*/ 1342441 w 7467600"/>
              <a:gd name="connsiteY668" fmla="*/ 1173017 h 6858000"/>
              <a:gd name="connsiteX669" fmla="*/ 1367925 w 7467600"/>
              <a:gd name="connsiteY669" fmla="*/ 1135648 h 6858000"/>
              <a:gd name="connsiteX670" fmla="*/ 1771401 w 7467600"/>
              <a:gd name="connsiteY670" fmla="*/ 1806673 h 6858000"/>
              <a:gd name="connsiteX671" fmla="*/ 1972385 w 7467600"/>
              <a:gd name="connsiteY671" fmla="*/ 2198735 h 6858000"/>
              <a:gd name="connsiteX672" fmla="*/ 2040892 w 7467600"/>
              <a:gd name="connsiteY672" fmla="*/ 2405205 h 6858000"/>
              <a:gd name="connsiteX673" fmla="*/ 2131689 w 7467600"/>
              <a:gd name="connsiteY673" fmla="*/ 1936926 h 6858000"/>
              <a:gd name="connsiteX674" fmla="*/ 2454820 w 7467600"/>
              <a:gd name="connsiteY674" fmla="*/ 1248808 h 6858000"/>
              <a:gd name="connsiteX675" fmla="*/ 2492512 w 7467600"/>
              <a:gd name="connsiteY675" fmla="*/ 1302920 h 6858000"/>
              <a:gd name="connsiteX676" fmla="*/ 2081216 w 7467600"/>
              <a:gd name="connsiteY676" fmla="*/ 2527513 h 6858000"/>
              <a:gd name="connsiteX677" fmla="*/ 2081211 w 7467600"/>
              <a:gd name="connsiteY677" fmla="*/ 2528916 h 6858000"/>
              <a:gd name="connsiteX678" fmla="*/ 2199067 w 7467600"/>
              <a:gd name="connsiteY678" fmla="*/ 2884061 h 6858000"/>
              <a:gd name="connsiteX679" fmla="*/ 3192586 w 7467600"/>
              <a:gd name="connsiteY679" fmla="*/ 3411496 h 6858000"/>
              <a:gd name="connsiteX680" fmla="*/ 3182620 w 7467600"/>
              <a:gd name="connsiteY680" fmla="*/ 3483279 h 6858000"/>
              <a:gd name="connsiteX681" fmla="*/ 2435119 w 7467600"/>
              <a:gd name="connsiteY681" fmla="*/ 3080173 h 6858000"/>
              <a:gd name="connsiteX682" fmla="*/ 2410152 w 7467600"/>
              <a:gd name="connsiteY682" fmla="*/ 3063751 h 6858000"/>
              <a:gd name="connsiteX683" fmla="*/ 2408099 w 7467600"/>
              <a:gd name="connsiteY683" fmla="*/ 3064403 h 6858000"/>
              <a:gd name="connsiteX684" fmla="*/ 2407218 w 7467600"/>
              <a:gd name="connsiteY684" fmla="*/ 3070324 h 6858000"/>
              <a:gd name="connsiteX685" fmla="*/ 2380138 w 7467600"/>
              <a:gd name="connsiteY685" fmla="*/ 3099341 h 6858000"/>
              <a:gd name="connsiteX686" fmla="*/ 1765923 w 7467600"/>
              <a:gd name="connsiteY686" fmla="*/ 3581043 h 6858000"/>
              <a:gd name="connsiteX687" fmla="*/ 1702258 w 7467600"/>
              <a:gd name="connsiteY687" fmla="*/ 3612286 h 6858000"/>
              <a:gd name="connsiteX688" fmla="*/ 1538370 w 7467600"/>
              <a:gd name="connsiteY688" fmla="*/ 3811804 h 6858000"/>
              <a:gd name="connsiteX689" fmla="*/ 542867 w 7467600"/>
              <a:gd name="connsiteY689" fmla="*/ 4944092 h 6858000"/>
              <a:gd name="connsiteX690" fmla="*/ 515800 w 7467600"/>
              <a:gd name="connsiteY690" fmla="*/ 4862180 h 6858000"/>
              <a:gd name="connsiteX691" fmla="*/ 909145 w 7467600"/>
              <a:gd name="connsiteY691" fmla="*/ 4199225 h 6858000"/>
              <a:gd name="connsiteX692" fmla="*/ 1214067 w 7467600"/>
              <a:gd name="connsiteY692" fmla="*/ 3908561 h 6858000"/>
              <a:gd name="connsiteX693" fmla="*/ 640967 w 7467600"/>
              <a:gd name="connsiteY693" fmla="*/ 4105601 h 6858000"/>
              <a:gd name="connsiteX694" fmla="*/ 112563 w 7467600"/>
              <a:gd name="connsiteY694" fmla="*/ 4396952 h 6858000"/>
              <a:gd name="connsiteX695" fmla="*/ 0 w 7467600"/>
              <a:gd name="connsiteY695" fmla="*/ 4466006 h 6858000"/>
              <a:gd name="connsiteX696" fmla="*/ 0 w 7467600"/>
              <a:gd name="connsiteY696" fmla="*/ 4233763 h 6858000"/>
              <a:gd name="connsiteX697" fmla="*/ 36881 w 7467600"/>
              <a:gd name="connsiteY697" fmla="*/ 4200118 h 6858000"/>
              <a:gd name="connsiteX698" fmla="*/ 910534 w 7467600"/>
              <a:gd name="connsiteY698" fmla="*/ 3629753 h 6858000"/>
              <a:gd name="connsiteX699" fmla="*/ 1578717 w 7467600"/>
              <a:gd name="connsiteY699" fmla="*/ 3575982 h 6858000"/>
              <a:gd name="connsiteX700" fmla="*/ 2338780 w 7467600"/>
              <a:gd name="connsiteY700" fmla="*/ 3033725 h 6858000"/>
              <a:gd name="connsiteX701" fmla="*/ 1807991 w 7467600"/>
              <a:gd name="connsiteY701" fmla="*/ 2807184 h 6858000"/>
              <a:gd name="connsiteX702" fmla="*/ 1416358 w 7467600"/>
              <a:gd name="connsiteY702" fmla="*/ 3112571 h 6858000"/>
              <a:gd name="connsiteX703" fmla="*/ 939066 w 7467600"/>
              <a:gd name="connsiteY703" fmla="*/ 3378798 h 6858000"/>
              <a:gd name="connsiteX704" fmla="*/ 115099 w 7467600"/>
              <a:gd name="connsiteY704" fmla="*/ 3607650 h 6858000"/>
              <a:gd name="connsiteX705" fmla="*/ 97284 w 7467600"/>
              <a:gd name="connsiteY705" fmla="*/ 3520393 h 6858000"/>
              <a:gd name="connsiteX706" fmla="*/ 922050 w 7467600"/>
              <a:gd name="connsiteY706" fmla="*/ 3074867 h 6858000"/>
              <a:gd name="connsiteX707" fmla="*/ 1405265 w 7467600"/>
              <a:gd name="connsiteY707" fmla="*/ 3016319 h 6858000"/>
              <a:gd name="connsiteX708" fmla="*/ 1407512 w 7467600"/>
              <a:gd name="connsiteY708" fmla="*/ 3018001 h 6858000"/>
              <a:gd name="connsiteX709" fmla="*/ 1726266 w 7467600"/>
              <a:gd name="connsiteY709" fmla="*/ 2777274 h 6858000"/>
              <a:gd name="connsiteX710" fmla="*/ 625390 w 7467600"/>
              <a:gd name="connsiteY710" fmla="*/ 2514541 h 6858000"/>
              <a:gd name="connsiteX711" fmla="*/ 619799 w 7467600"/>
              <a:gd name="connsiteY711" fmla="*/ 2527180 h 6858000"/>
              <a:gd name="connsiteX712" fmla="*/ 310030 w 7467600"/>
              <a:gd name="connsiteY712" fmla="*/ 2771818 h 6858000"/>
              <a:gd name="connsiteX713" fmla="*/ 173877 w 7467600"/>
              <a:gd name="connsiteY713" fmla="*/ 2937056 h 6858000"/>
              <a:gd name="connsiteX714" fmla="*/ 77889 w 7467600"/>
              <a:gd name="connsiteY714" fmla="*/ 3138440 h 6858000"/>
              <a:gd name="connsiteX715" fmla="*/ 0 w 7467600"/>
              <a:gd name="connsiteY715" fmla="*/ 3271395 h 6858000"/>
              <a:gd name="connsiteX716" fmla="*/ 0 w 7467600"/>
              <a:gd name="connsiteY716" fmla="*/ 3153002 h 6858000"/>
              <a:gd name="connsiteX717" fmla="*/ 2386 w 7467600"/>
              <a:gd name="connsiteY717" fmla="*/ 3149203 h 6858000"/>
              <a:gd name="connsiteX718" fmla="*/ 89753 w 7467600"/>
              <a:gd name="connsiteY718" fmla="*/ 2987702 h 6858000"/>
              <a:gd name="connsiteX719" fmla="*/ 76869 w 7467600"/>
              <a:gd name="connsiteY719" fmla="*/ 3005404 h 6858000"/>
              <a:gd name="connsiteX720" fmla="*/ 32049 w 7467600"/>
              <a:gd name="connsiteY720" fmla="*/ 3065814 h 6858000"/>
              <a:gd name="connsiteX721" fmla="*/ 0 w 7467600"/>
              <a:gd name="connsiteY721" fmla="*/ 3108744 h 6858000"/>
              <a:gd name="connsiteX722" fmla="*/ 0 w 7467600"/>
              <a:gd name="connsiteY722" fmla="*/ 3058059 h 6858000"/>
              <a:gd name="connsiteX723" fmla="*/ 7610 w 7467600"/>
              <a:gd name="connsiteY723" fmla="*/ 3047889 h 6858000"/>
              <a:gd name="connsiteX724" fmla="*/ 52419 w 7467600"/>
              <a:gd name="connsiteY724" fmla="*/ 2987479 h 6858000"/>
              <a:gd name="connsiteX725" fmla="*/ 59142 w 7467600"/>
              <a:gd name="connsiteY725" fmla="*/ 2978488 h 6858000"/>
              <a:gd name="connsiteX726" fmla="*/ 0 w 7467600"/>
              <a:gd name="connsiteY726" fmla="*/ 3015334 h 6858000"/>
              <a:gd name="connsiteX727" fmla="*/ 0 w 7467600"/>
              <a:gd name="connsiteY727" fmla="*/ 2914286 h 6858000"/>
              <a:gd name="connsiteX728" fmla="*/ 36383 w 7467600"/>
              <a:gd name="connsiteY728" fmla="*/ 2901128 h 6858000"/>
              <a:gd name="connsiteX729" fmla="*/ 156329 w 7467600"/>
              <a:gd name="connsiteY729" fmla="*/ 2840533 h 6858000"/>
              <a:gd name="connsiteX730" fmla="*/ 358355 w 7467600"/>
              <a:gd name="connsiteY730" fmla="*/ 2620471 h 6858000"/>
              <a:gd name="connsiteX731" fmla="*/ 510577 w 7467600"/>
              <a:gd name="connsiteY731" fmla="*/ 2501244 h 6858000"/>
              <a:gd name="connsiteX732" fmla="*/ 211967 w 7467600"/>
              <a:gd name="connsiteY732" fmla="*/ 2479171 h 6858000"/>
              <a:gd name="connsiteX733" fmla="*/ 0 w 7467600"/>
              <a:gd name="connsiteY733" fmla="*/ 2476398 h 6858000"/>
              <a:gd name="connsiteX734" fmla="*/ 0 w 7467600"/>
              <a:gd name="connsiteY734" fmla="*/ 2389189 h 6858000"/>
              <a:gd name="connsiteX735" fmla="*/ 103062 w 7467600"/>
              <a:gd name="connsiteY735" fmla="*/ 2389518 h 6858000"/>
              <a:gd name="connsiteX736" fmla="*/ 510734 w 7467600"/>
              <a:gd name="connsiteY736" fmla="*/ 2416201 h 6858000"/>
              <a:gd name="connsiteX737" fmla="*/ 279257 w 7467600"/>
              <a:gd name="connsiteY737" fmla="*/ 2092102 h 6858000"/>
              <a:gd name="connsiteX738" fmla="*/ 65265 w 7467600"/>
              <a:gd name="connsiteY738" fmla="*/ 2006049 h 6858000"/>
              <a:gd name="connsiteX739" fmla="*/ 0 w 7467600"/>
              <a:gd name="connsiteY739" fmla="*/ 1982532 h 6858000"/>
              <a:gd name="connsiteX740" fmla="*/ 0 w 7467600"/>
              <a:gd name="connsiteY740" fmla="*/ 1912789 h 6858000"/>
              <a:gd name="connsiteX741" fmla="*/ 97460 w 7467600"/>
              <a:gd name="connsiteY741" fmla="*/ 1953725 h 6858000"/>
              <a:gd name="connsiteX742" fmla="*/ 221272 w 7467600"/>
              <a:gd name="connsiteY742" fmla="*/ 1980766 h 6858000"/>
              <a:gd name="connsiteX743" fmla="*/ 116765 w 7467600"/>
              <a:gd name="connsiteY743" fmla="*/ 1911033 h 6858000"/>
              <a:gd name="connsiteX744" fmla="*/ 16405 w 7467600"/>
              <a:gd name="connsiteY744" fmla="*/ 1803412 h 6858000"/>
              <a:gd name="connsiteX745" fmla="*/ 0 w 7467600"/>
              <a:gd name="connsiteY745" fmla="*/ 1784777 h 6858000"/>
              <a:gd name="connsiteX746" fmla="*/ 0 w 7467600"/>
              <a:gd name="connsiteY746" fmla="*/ 1740082 h 6858000"/>
              <a:gd name="connsiteX747" fmla="*/ 39394 w 7467600"/>
              <a:gd name="connsiteY747" fmla="*/ 1784856 h 6858000"/>
              <a:gd name="connsiteX748" fmla="*/ 135813 w 7467600"/>
              <a:gd name="connsiteY748" fmla="*/ 1888838 h 6858000"/>
              <a:gd name="connsiteX749" fmla="*/ 242575 w 7467600"/>
              <a:gd name="connsiteY749" fmla="*/ 1958841 h 6858000"/>
              <a:gd name="connsiteX750" fmla="*/ 82197 w 7467600"/>
              <a:gd name="connsiteY750" fmla="*/ 1754826 h 6858000"/>
              <a:gd name="connsiteX751" fmla="*/ 0 w 7467600"/>
              <a:gd name="connsiteY751" fmla="*/ 1679650 h 6858000"/>
              <a:gd name="connsiteX752" fmla="*/ 0 w 7467600"/>
              <a:gd name="connsiteY752" fmla="*/ 1602463 h 6858000"/>
              <a:gd name="connsiteX753" fmla="*/ 84689 w 7467600"/>
              <a:gd name="connsiteY753" fmla="*/ 1677442 h 6858000"/>
              <a:gd name="connsiteX754" fmla="*/ 298437 w 7467600"/>
              <a:gd name="connsiteY754" fmla="*/ 1968019 h 6858000"/>
              <a:gd name="connsiteX755" fmla="*/ 227269 w 7467600"/>
              <a:gd name="connsiteY755" fmla="*/ 1114064 h 6858000"/>
              <a:gd name="connsiteX756" fmla="*/ 248003 w 7467600"/>
              <a:gd name="connsiteY756" fmla="*/ 1089613 h 6858000"/>
              <a:gd name="connsiteX757" fmla="*/ 427020 w 7467600"/>
              <a:gd name="connsiteY757" fmla="*/ 1619803 h 6858000"/>
              <a:gd name="connsiteX758" fmla="*/ 340345 w 7467600"/>
              <a:gd name="connsiteY758" fmla="*/ 2027739 h 6858000"/>
              <a:gd name="connsiteX759" fmla="*/ 360865 w 7467600"/>
              <a:gd name="connsiteY759" fmla="*/ 2044827 h 6858000"/>
              <a:gd name="connsiteX760" fmla="*/ 560414 w 7467600"/>
              <a:gd name="connsiteY760" fmla="*/ 2421457 h 6858000"/>
              <a:gd name="connsiteX761" fmla="*/ 1359703 w 7467600"/>
              <a:gd name="connsiteY761" fmla="*/ 2578554 h 6858000"/>
              <a:gd name="connsiteX762" fmla="*/ 1359422 w 7467600"/>
              <a:gd name="connsiteY762" fmla="*/ 2577994 h 6858000"/>
              <a:gd name="connsiteX763" fmla="*/ 828701 w 7467600"/>
              <a:gd name="connsiteY763" fmla="*/ 1839520 h 6858000"/>
              <a:gd name="connsiteX764" fmla="*/ 494427 w 7467600"/>
              <a:gd name="connsiteY764" fmla="*/ 1092333 h 6858000"/>
              <a:gd name="connsiteX765" fmla="*/ 506322 w 7467600"/>
              <a:gd name="connsiteY765" fmla="*/ 1020997 h 6858000"/>
              <a:gd name="connsiteX766" fmla="*/ 4570198 w 7467600"/>
              <a:gd name="connsiteY766" fmla="*/ 978081 h 6858000"/>
              <a:gd name="connsiteX767" fmla="*/ 4523691 w 7467600"/>
              <a:gd name="connsiteY767" fmla="*/ 1127776 h 6858000"/>
              <a:gd name="connsiteX768" fmla="*/ 4509875 w 7467600"/>
              <a:gd name="connsiteY768" fmla="*/ 1167552 h 6858000"/>
              <a:gd name="connsiteX769" fmla="*/ 4478168 w 7467600"/>
              <a:gd name="connsiteY769" fmla="*/ 1260735 h 6858000"/>
              <a:gd name="connsiteX770" fmla="*/ 4409309 w 7467600"/>
              <a:gd name="connsiteY770" fmla="*/ 1666996 h 6858000"/>
              <a:gd name="connsiteX771" fmla="*/ 4370031 w 7467600"/>
              <a:gd name="connsiteY771" fmla="*/ 1955666 h 6858000"/>
              <a:gd name="connsiteX772" fmla="*/ 4570198 w 7467600"/>
              <a:gd name="connsiteY772" fmla="*/ 978081 h 6858000"/>
              <a:gd name="connsiteX773" fmla="*/ 4557898 w 7467600"/>
              <a:gd name="connsiteY773" fmla="*/ 900011 h 6858000"/>
              <a:gd name="connsiteX774" fmla="*/ 4344840 w 7467600"/>
              <a:gd name="connsiteY774" fmla="*/ 1922038 h 6858000"/>
              <a:gd name="connsiteX775" fmla="*/ 4378710 w 7467600"/>
              <a:gd name="connsiteY775" fmla="*/ 1665516 h 6858000"/>
              <a:gd name="connsiteX776" fmla="*/ 4448798 w 7467600"/>
              <a:gd name="connsiteY776" fmla="*/ 1253024 h 6858000"/>
              <a:gd name="connsiteX777" fmla="*/ 4480315 w 7467600"/>
              <a:gd name="connsiteY777" fmla="*/ 1158454 h 6858000"/>
              <a:gd name="connsiteX778" fmla="*/ 4494133 w 7467600"/>
              <a:gd name="connsiteY778" fmla="*/ 1118676 h 6858000"/>
              <a:gd name="connsiteX779" fmla="*/ 4557898 w 7467600"/>
              <a:gd name="connsiteY779" fmla="*/ 900011 h 6858000"/>
              <a:gd name="connsiteX780" fmla="*/ 5870151 w 7467600"/>
              <a:gd name="connsiteY780" fmla="*/ 898890 h 6858000"/>
              <a:gd name="connsiteX781" fmla="*/ 5861335 w 7467600"/>
              <a:gd name="connsiteY781" fmla="*/ 899177 h 6858000"/>
              <a:gd name="connsiteX782" fmla="*/ 5843702 w 7467600"/>
              <a:gd name="connsiteY782" fmla="*/ 899748 h 6858000"/>
              <a:gd name="connsiteX783" fmla="*/ 5651107 w 7467600"/>
              <a:gd name="connsiteY783" fmla="*/ 920306 h 6858000"/>
              <a:gd name="connsiteX784" fmla="*/ 5459407 w 7467600"/>
              <a:gd name="connsiteY784" fmla="*/ 940975 h 6858000"/>
              <a:gd name="connsiteX785" fmla="*/ 5374846 w 7467600"/>
              <a:gd name="connsiteY785" fmla="*/ 941988 h 6858000"/>
              <a:gd name="connsiteX786" fmla="*/ 5256105 w 7467600"/>
              <a:gd name="connsiteY786" fmla="*/ 945632 h 6858000"/>
              <a:gd name="connsiteX787" fmla="*/ 5107071 w 7467600"/>
              <a:gd name="connsiteY787" fmla="*/ 969720 h 6858000"/>
              <a:gd name="connsiteX788" fmla="*/ 4998681 w 7467600"/>
              <a:gd name="connsiteY788" fmla="*/ 988771 h 6858000"/>
              <a:gd name="connsiteX789" fmla="*/ 5870151 w 7467600"/>
              <a:gd name="connsiteY789" fmla="*/ 898890 h 6858000"/>
              <a:gd name="connsiteX790" fmla="*/ 5504425 w 7467600"/>
              <a:gd name="connsiteY790" fmla="*/ 848067 h 6858000"/>
              <a:gd name="connsiteX791" fmla="*/ 4968849 w 7467600"/>
              <a:gd name="connsiteY791" fmla="*/ 962318 h 6858000"/>
              <a:gd name="connsiteX792" fmla="*/ 5104039 w 7467600"/>
              <a:gd name="connsiteY792" fmla="*/ 940634 h 6858000"/>
              <a:gd name="connsiteX793" fmla="*/ 5256311 w 7467600"/>
              <a:gd name="connsiteY793" fmla="*/ 916490 h 6858000"/>
              <a:gd name="connsiteX794" fmla="*/ 5377381 w 7467600"/>
              <a:gd name="connsiteY794" fmla="*/ 912671 h 6858000"/>
              <a:gd name="connsiteX795" fmla="*/ 5460148 w 7467600"/>
              <a:gd name="connsiteY795" fmla="*/ 911442 h 6858000"/>
              <a:gd name="connsiteX796" fmla="*/ 5648971 w 7467600"/>
              <a:gd name="connsiteY796" fmla="*/ 891331 h 6858000"/>
              <a:gd name="connsiteX797" fmla="*/ 5844807 w 7467600"/>
              <a:gd name="connsiteY797" fmla="*/ 870718 h 6858000"/>
              <a:gd name="connsiteX798" fmla="*/ 5862975 w 7467600"/>
              <a:gd name="connsiteY798" fmla="*/ 869756 h 6858000"/>
              <a:gd name="connsiteX799" fmla="*/ 5920887 w 7467600"/>
              <a:gd name="connsiteY799" fmla="*/ 865929 h 6858000"/>
              <a:gd name="connsiteX800" fmla="*/ 5504425 w 7467600"/>
              <a:gd name="connsiteY800" fmla="*/ 848067 h 6858000"/>
              <a:gd name="connsiteX801" fmla="*/ 3607114 w 7467600"/>
              <a:gd name="connsiteY801" fmla="*/ 467441 h 6858000"/>
              <a:gd name="connsiteX802" fmla="*/ 3296242 w 7467600"/>
              <a:gd name="connsiteY802" fmla="*/ 807991 h 6858000"/>
              <a:gd name="connsiteX803" fmla="*/ 3174674 w 7467600"/>
              <a:gd name="connsiteY803" fmla="*/ 919759 h 6858000"/>
              <a:gd name="connsiteX804" fmla="*/ 3042978 w 7467600"/>
              <a:gd name="connsiteY804" fmla="*/ 1054894 h 6858000"/>
              <a:gd name="connsiteX805" fmla="*/ 2968914 w 7467600"/>
              <a:gd name="connsiteY805" fmla="*/ 1133756 h 6858000"/>
              <a:gd name="connsiteX806" fmla="*/ 3103823 w 7467600"/>
              <a:gd name="connsiteY806" fmla="*/ 1026814 h 6858000"/>
              <a:gd name="connsiteX807" fmla="*/ 3607114 w 7467600"/>
              <a:gd name="connsiteY807" fmla="*/ 467441 h 6858000"/>
              <a:gd name="connsiteX808" fmla="*/ 3744487 w 7467600"/>
              <a:gd name="connsiteY808" fmla="*/ 383136 h 6858000"/>
              <a:gd name="connsiteX809" fmla="*/ 3970213 w 7467600"/>
              <a:gd name="connsiteY809" fmla="*/ 995559 h 6858000"/>
              <a:gd name="connsiteX810" fmla="*/ 3744487 w 7467600"/>
              <a:gd name="connsiteY810" fmla="*/ 383136 h 6858000"/>
              <a:gd name="connsiteX811" fmla="*/ 3624562 w 7467600"/>
              <a:gd name="connsiteY811" fmla="*/ 367041 h 6858000"/>
              <a:gd name="connsiteX812" fmla="*/ 3489712 w 7467600"/>
              <a:gd name="connsiteY812" fmla="*/ 485386 h 6858000"/>
              <a:gd name="connsiteX813" fmla="*/ 3182994 w 7467600"/>
              <a:gd name="connsiteY813" fmla="*/ 828265 h 6858000"/>
              <a:gd name="connsiteX814" fmla="*/ 2892114 w 7467600"/>
              <a:gd name="connsiteY814" fmla="*/ 1172635 h 6858000"/>
              <a:gd name="connsiteX815" fmla="*/ 3021459 w 7467600"/>
              <a:gd name="connsiteY815" fmla="*/ 1035385 h 6858000"/>
              <a:gd name="connsiteX816" fmla="*/ 3153873 w 7467600"/>
              <a:gd name="connsiteY816" fmla="*/ 898971 h 6858000"/>
              <a:gd name="connsiteX817" fmla="*/ 3276511 w 7467600"/>
              <a:gd name="connsiteY817" fmla="*/ 786423 h 6858000"/>
              <a:gd name="connsiteX818" fmla="*/ 3584154 w 7467600"/>
              <a:gd name="connsiteY818" fmla="*/ 448218 h 6858000"/>
              <a:gd name="connsiteX819" fmla="*/ 3624562 w 7467600"/>
              <a:gd name="connsiteY819" fmla="*/ 367041 h 6858000"/>
              <a:gd name="connsiteX820" fmla="*/ 3766672 w 7467600"/>
              <a:gd name="connsiteY820" fmla="*/ 359429 h 6858000"/>
              <a:gd name="connsiteX821" fmla="*/ 3996338 w 7467600"/>
              <a:gd name="connsiteY821" fmla="*/ 968237 h 6858000"/>
              <a:gd name="connsiteX822" fmla="*/ 3766672 w 7467600"/>
              <a:gd name="connsiteY822" fmla="*/ 359429 h 6858000"/>
              <a:gd name="connsiteX823" fmla="*/ 5805386 w 7467600"/>
              <a:gd name="connsiteY823" fmla="*/ 239240 h 6858000"/>
              <a:gd name="connsiteX824" fmla="*/ 5736947 w 7467600"/>
              <a:gd name="connsiteY824" fmla="*/ 261367 h 6858000"/>
              <a:gd name="connsiteX825" fmla="*/ 5427012 w 7467600"/>
              <a:gd name="connsiteY825" fmla="*/ 311272 h 6858000"/>
              <a:gd name="connsiteX826" fmla="*/ 5147818 w 7467600"/>
              <a:gd name="connsiteY826" fmla="*/ 322112 h 6858000"/>
              <a:gd name="connsiteX827" fmla="*/ 5060854 w 7467600"/>
              <a:gd name="connsiteY827" fmla="*/ 311882 h 6858000"/>
              <a:gd name="connsiteX828" fmla="*/ 4945989 w 7467600"/>
              <a:gd name="connsiteY828" fmla="*/ 300516 h 6858000"/>
              <a:gd name="connsiteX829" fmla="*/ 5410479 w 7467600"/>
              <a:gd name="connsiteY829" fmla="*/ 348434 h 6858000"/>
              <a:gd name="connsiteX830" fmla="*/ 5805386 w 7467600"/>
              <a:gd name="connsiteY830" fmla="*/ 239240 h 6858000"/>
              <a:gd name="connsiteX831" fmla="*/ 5905192 w 7467600"/>
              <a:gd name="connsiteY831" fmla="*/ 163079 h 6858000"/>
              <a:gd name="connsiteX832" fmla="*/ 5865655 w 7467600"/>
              <a:gd name="connsiteY832" fmla="*/ 171901 h 6858000"/>
              <a:gd name="connsiteX833" fmla="*/ 5259740 w 7467600"/>
              <a:gd name="connsiteY833" fmla="*/ 257013 h 6858000"/>
              <a:gd name="connsiteX834" fmla="*/ 5208466 w 7467600"/>
              <a:gd name="connsiteY834" fmla="*/ 257550 h 6858000"/>
              <a:gd name="connsiteX835" fmla="*/ 4980204 w 7467600"/>
              <a:gd name="connsiteY835" fmla="*/ 271903 h 6858000"/>
              <a:gd name="connsiteX836" fmla="*/ 5068068 w 7467600"/>
              <a:gd name="connsiteY836" fmla="*/ 282244 h 6858000"/>
              <a:gd name="connsiteX837" fmla="*/ 5153231 w 7467600"/>
              <a:gd name="connsiteY837" fmla="*/ 292240 h 6858000"/>
              <a:gd name="connsiteX838" fmla="*/ 5426491 w 7467600"/>
              <a:gd name="connsiteY838" fmla="*/ 281128 h 6858000"/>
              <a:gd name="connsiteX839" fmla="*/ 5731212 w 7467600"/>
              <a:gd name="connsiteY839" fmla="*/ 231951 h 6858000"/>
              <a:gd name="connsiteX840" fmla="*/ 5905192 w 7467600"/>
              <a:gd name="connsiteY840" fmla="*/ 163079 h 6858000"/>
              <a:gd name="connsiteX841" fmla="*/ 5944437 w 7467600"/>
              <a:gd name="connsiteY841" fmla="*/ 113829 h 6858000"/>
              <a:gd name="connsiteX842" fmla="*/ 5825032 w 7467600"/>
              <a:gd name="connsiteY842" fmla="*/ 146405 h 6858000"/>
              <a:gd name="connsiteX843" fmla="*/ 4955599 w 7467600"/>
              <a:gd name="connsiteY843" fmla="*/ 247008 h 6858000"/>
              <a:gd name="connsiteX844" fmla="*/ 5210104 w 7467600"/>
              <a:gd name="connsiteY844" fmla="*/ 228123 h 6858000"/>
              <a:gd name="connsiteX845" fmla="*/ 5261015 w 7467600"/>
              <a:gd name="connsiteY845" fmla="*/ 227087 h 6858000"/>
              <a:gd name="connsiteX846" fmla="*/ 5861181 w 7467600"/>
              <a:gd name="connsiteY846" fmla="*/ 143093 h 6858000"/>
              <a:gd name="connsiteX847" fmla="*/ 5961252 w 7467600"/>
              <a:gd name="connsiteY847" fmla="*/ 114820 h 6858000"/>
              <a:gd name="connsiteX848" fmla="*/ 5944437 w 7467600"/>
              <a:gd name="connsiteY848" fmla="*/ 113829 h 6858000"/>
              <a:gd name="connsiteX849" fmla="*/ 3882765 w 7467600"/>
              <a:gd name="connsiteY849" fmla="*/ 0 h 6858000"/>
              <a:gd name="connsiteX850" fmla="*/ 3995099 w 7467600"/>
              <a:gd name="connsiteY850" fmla="*/ 0 h 6858000"/>
              <a:gd name="connsiteX851" fmla="*/ 4163818 w 7467600"/>
              <a:gd name="connsiteY851" fmla="*/ 234104 h 6858000"/>
              <a:gd name="connsiteX852" fmla="*/ 4172099 w 7467600"/>
              <a:gd name="connsiteY852" fmla="*/ 234207 h 6858000"/>
              <a:gd name="connsiteX853" fmla="*/ 4784282 w 7467600"/>
              <a:gd name="connsiteY853" fmla="*/ 276561 h 6858000"/>
              <a:gd name="connsiteX854" fmla="*/ 4801687 w 7467600"/>
              <a:gd name="connsiteY854" fmla="*/ 267764 h 6858000"/>
              <a:gd name="connsiteX855" fmla="*/ 6082788 w 7467600"/>
              <a:gd name="connsiteY855" fmla="*/ 64119 h 6858000"/>
              <a:gd name="connsiteX856" fmla="*/ 6099442 w 7467600"/>
              <a:gd name="connsiteY856" fmla="*/ 82568 h 6858000"/>
              <a:gd name="connsiteX857" fmla="*/ 4804137 w 7467600"/>
              <a:gd name="connsiteY857" fmla="*/ 320931 h 6858000"/>
              <a:gd name="connsiteX858" fmla="*/ 4227047 w 7467600"/>
              <a:gd name="connsiteY858" fmla="*/ 313415 h 6858000"/>
              <a:gd name="connsiteX859" fmla="*/ 4346041 w 7467600"/>
              <a:gd name="connsiteY859" fmla="*/ 456086 h 6858000"/>
              <a:gd name="connsiteX860" fmla="*/ 4870967 w 7467600"/>
              <a:gd name="connsiteY860" fmla="*/ 963061 h 6858000"/>
              <a:gd name="connsiteX861" fmla="*/ 4889647 w 7467600"/>
              <a:gd name="connsiteY861" fmla="*/ 957147 h 6858000"/>
              <a:gd name="connsiteX862" fmla="*/ 5422504 w 7467600"/>
              <a:gd name="connsiteY862" fmla="*/ 805191 h 6858000"/>
              <a:gd name="connsiteX863" fmla="*/ 6087656 w 7467600"/>
              <a:gd name="connsiteY863" fmla="*/ 826703 h 6858000"/>
              <a:gd name="connsiteX864" fmla="*/ 6058717 w 7467600"/>
              <a:gd name="connsiteY864" fmla="*/ 865992 h 6858000"/>
              <a:gd name="connsiteX865" fmla="*/ 4974153 w 7467600"/>
              <a:gd name="connsiteY865" fmla="*/ 1045456 h 6858000"/>
              <a:gd name="connsiteX866" fmla="*/ 5627835 w 7467600"/>
              <a:gd name="connsiteY866" fmla="*/ 1472077 h 6858000"/>
              <a:gd name="connsiteX867" fmla="*/ 5629817 w 7467600"/>
              <a:gd name="connsiteY867" fmla="*/ 1471412 h 6858000"/>
              <a:gd name="connsiteX868" fmla="*/ 5634124 w 7467600"/>
              <a:gd name="connsiteY868" fmla="*/ 1470572 h 6858000"/>
              <a:gd name="connsiteX869" fmla="*/ 5755832 w 7467600"/>
              <a:gd name="connsiteY869" fmla="*/ 1383886 h 6858000"/>
              <a:gd name="connsiteX870" fmla="*/ 6014186 w 7467600"/>
              <a:gd name="connsiteY870" fmla="*/ 1279799 h 6858000"/>
              <a:gd name="connsiteX871" fmla="*/ 6901619 w 7467600"/>
              <a:gd name="connsiteY871" fmla="*/ 1047874 h 6858000"/>
              <a:gd name="connsiteX872" fmla="*/ 6931566 w 7467600"/>
              <a:gd name="connsiteY872" fmla="*/ 1062034 h 6858000"/>
              <a:gd name="connsiteX873" fmla="*/ 5790982 w 7467600"/>
              <a:gd name="connsiteY873" fmla="*/ 1561380 h 6858000"/>
              <a:gd name="connsiteX874" fmla="*/ 6188971 w 7467600"/>
              <a:gd name="connsiteY874" fmla="*/ 1755168 h 6858000"/>
              <a:gd name="connsiteX875" fmla="*/ 6202446 w 7467600"/>
              <a:gd name="connsiteY875" fmla="*/ 1752268 h 6858000"/>
              <a:gd name="connsiteX876" fmla="*/ 7179560 w 7467600"/>
              <a:gd name="connsiteY876" fmla="*/ 1467551 h 6858000"/>
              <a:gd name="connsiteX877" fmla="*/ 7158730 w 7467600"/>
              <a:gd name="connsiteY877" fmla="*/ 1507835 h 6858000"/>
              <a:gd name="connsiteX878" fmla="*/ 6326959 w 7467600"/>
              <a:gd name="connsiteY878" fmla="*/ 1817686 h 6858000"/>
              <a:gd name="connsiteX879" fmla="*/ 6537433 w 7467600"/>
              <a:gd name="connsiteY879" fmla="*/ 1907790 h 6858000"/>
              <a:gd name="connsiteX880" fmla="*/ 6550221 w 7467600"/>
              <a:gd name="connsiteY880" fmla="*/ 1910729 h 6858000"/>
              <a:gd name="connsiteX881" fmla="*/ 6964438 w 7467600"/>
              <a:gd name="connsiteY881" fmla="*/ 2209505 h 6858000"/>
              <a:gd name="connsiteX882" fmla="*/ 7367862 w 7467600"/>
              <a:gd name="connsiteY882" fmla="*/ 2806833 h 6858000"/>
              <a:gd name="connsiteX883" fmla="*/ 7364329 w 7467600"/>
              <a:gd name="connsiteY883" fmla="*/ 2826907 h 6858000"/>
              <a:gd name="connsiteX884" fmla="*/ 7290545 w 7467600"/>
              <a:gd name="connsiteY884" fmla="*/ 2850663 h 6858000"/>
              <a:gd name="connsiteX885" fmla="*/ 6472036 w 7467600"/>
              <a:gd name="connsiteY885" fmla="*/ 1959003 h 6858000"/>
              <a:gd name="connsiteX886" fmla="*/ 5792897 w 7467600"/>
              <a:gd name="connsiteY886" fmla="*/ 1647747 h 6858000"/>
              <a:gd name="connsiteX887" fmla="*/ 5842751 w 7467600"/>
              <a:gd name="connsiteY887" fmla="*/ 1816112 h 6858000"/>
              <a:gd name="connsiteX888" fmla="*/ 5847424 w 7467600"/>
              <a:gd name="connsiteY888" fmla="*/ 1815776 h 6858000"/>
              <a:gd name="connsiteX889" fmla="*/ 6399821 w 7467600"/>
              <a:gd name="connsiteY889" fmla="*/ 2344799 h 6858000"/>
              <a:gd name="connsiteX890" fmla="*/ 6323232 w 7467600"/>
              <a:gd name="connsiteY890" fmla="*/ 2389634 h 6858000"/>
              <a:gd name="connsiteX891" fmla="*/ 5942958 w 7467600"/>
              <a:gd name="connsiteY891" fmla="*/ 2077708 h 6858000"/>
              <a:gd name="connsiteX892" fmla="*/ 5921559 w 7467600"/>
              <a:gd name="connsiteY892" fmla="*/ 2378596 h 6858000"/>
              <a:gd name="connsiteX893" fmla="*/ 5817651 w 7467600"/>
              <a:gd name="connsiteY893" fmla="*/ 3023919 h 6858000"/>
              <a:gd name="connsiteX894" fmla="*/ 5729634 w 7467600"/>
              <a:gd name="connsiteY894" fmla="*/ 3051849 h 6858000"/>
              <a:gd name="connsiteX895" fmla="*/ 5611018 w 7467600"/>
              <a:gd name="connsiteY895" fmla="*/ 2316769 h 6858000"/>
              <a:gd name="connsiteX896" fmla="*/ 5687608 w 7467600"/>
              <a:gd name="connsiteY896" fmla="*/ 2039972 h 6858000"/>
              <a:gd name="connsiteX897" fmla="*/ 5657554 w 7467600"/>
              <a:gd name="connsiteY897" fmla="*/ 1576445 h 6858000"/>
              <a:gd name="connsiteX898" fmla="*/ 5150475 w 7467600"/>
              <a:gd name="connsiteY898" fmla="*/ 1274012 h 6858000"/>
              <a:gd name="connsiteX899" fmla="*/ 5349142 w 7467600"/>
              <a:gd name="connsiteY899" fmla="*/ 2204405 h 6858000"/>
              <a:gd name="connsiteX900" fmla="*/ 5262214 w 7467600"/>
              <a:gd name="connsiteY900" fmla="*/ 2233836 h 6858000"/>
              <a:gd name="connsiteX901" fmla="*/ 4981539 w 7467600"/>
              <a:gd name="connsiteY901" fmla="*/ 1542201 h 6858000"/>
              <a:gd name="connsiteX902" fmla="*/ 4958461 w 7467600"/>
              <a:gd name="connsiteY902" fmla="*/ 1136957 h 6858000"/>
              <a:gd name="connsiteX903" fmla="*/ 4655015 w 7467600"/>
              <a:gd name="connsiteY903" fmla="*/ 891426 h 6858000"/>
              <a:gd name="connsiteX904" fmla="*/ 4348002 w 7467600"/>
              <a:gd name="connsiteY904" fmla="*/ 2205895 h 6858000"/>
              <a:gd name="connsiteX905" fmla="*/ 4262250 w 7467600"/>
              <a:gd name="connsiteY905" fmla="*/ 2219972 h 6858000"/>
              <a:gd name="connsiteX906" fmla="*/ 4550611 w 7467600"/>
              <a:gd name="connsiteY906" fmla="*/ 817540 h 6858000"/>
              <a:gd name="connsiteX907" fmla="*/ 4564418 w 7467600"/>
              <a:gd name="connsiteY907" fmla="*/ 808293 h 6858000"/>
              <a:gd name="connsiteX908" fmla="*/ 4266388 w 7467600"/>
              <a:gd name="connsiteY908" fmla="*/ 500083 h 6858000"/>
              <a:gd name="connsiteX909" fmla="*/ 4032842 w 7467600"/>
              <a:gd name="connsiteY909" fmla="*/ 211809 h 6858000"/>
              <a:gd name="connsiteX910" fmla="*/ 3882765 w 7467600"/>
              <a:gd name="connsiteY910" fmla="*/ 0 h 6858000"/>
              <a:gd name="connsiteX911" fmla="*/ 3721337 w 7467600"/>
              <a:gd name="connsiteY911" fmla="*/ 0 h 6858000"/>
              <a:gd name="connsiteX912" fmla="*/ 3797544 w 7467600"/>
              <a:gd name="connsiteY912" fmla="*/ 0 h 6858000"/>
              <a:gd name="connsiteX913" fmla="*/ 3775734 w 7467600"/>
              <a:gd name="connsiteY913" fmla="*/ 95131 h 6858000"/>
              <a:gd name="connsiteX914" fmla="*/ 3724807 w 7467600"/>
              <a:gd name="connsiteY914" fmla="*/ 272257 h 6858000"/>
              <a:gd name="connsiteX915" fmla="*/ 3726844 w 7467600"/>
              <a:gd name="connsiteY915" fmla="*/ 282988 h 6858000"/>
              <a:gd name="connsiteX916" fmla="*/ 3742664 w 7467600"/>
              <a:gd name="connsiteY916" fmla="*/ 279918 h 6858000"/>
              <a:gd name="connsiteX917" fmla="*/ 4103910 w 7467600"/>
              <a:gd name="connsiteY917" fmla="*/ 1161917 h 6858000"/>
              <a:gd name="connsiteX918" fmla="*/ 4020269 w 7467600"/>
              <a:gd name="connsiteY918" fmla="*/ 1200406 h 6858000"/>
              <a:gd name="connsiteX919" fmla="*/ 3674882 w 7467600"/>
              <a:gd name="connsiteY919" fmla="*/ 488524 h 6858000"/>
              <a:gd name="connsiteX920" fmla="*/ 3132682 w 7467600"/>
              <a:gd name="connsiteY920" fmla="*/ 1072284 h 6858000"/>
              <a:gd name="connsiteX921" fmla="*/ 2716346 w 7467600"/>
              <a:gd name="connsiteY921" fmla="*/ 1276376 h 6858000"/>
              <a:gd name="connsiteX922" fmla="*/ 2716772 w 7467600"/>
              <a:gd name="connsiteY922" fmla="*/ 1255462 h 6858000"/>
              <a:gd name="connsiteX923" fmla="*/ 3471096 w 7467600"/>
              <a:gd name="connsiteY923" fmla="*/ 437072 h 6858000"/>
              <a:gd name="connsiteX924" fmla="*/ 3639057 w 7467600"/>
              <a:gd name="connsiteY924" fmla="*/ 286334 h 6858000"/>
              <a:gd name="connsiteX925" fmla="*/ 3640309 w 7467600"/>
              <a:gd name="connsiteY925" fmla="*/ 284664 h 6858000"/>
              <a:gd name="connsiteX926" fmla="*/ 3646022 w 7467600"/>
              <a:gd name="connsiteY926" fmla="*/ 276711 h 6858000"/>
              <a:gd name="connsiteX927" fmla="*/ 3707943 w 7467600"/>
              <a:gd name="connsiteY927" fmla="*/ 65958 h 6858000"/>
              <a:gd name="connsiteX928" fmla="*/ 3721337 w 7467600"/>
              <a:gd name="connsiteY928" fmla="*/ 0 h 6858000"/>
              <a:gd name="connsiteX929" fmla="*/ 2867960 w 7467600"/>
              <a:gd name="connsiteY929" fmla="*/ 0 h 6858000"/>
              <a:gd name="connsiteX930" fmla="*/ 2926351 w 7467600"/>
              <a:gd name="connsiteY930" fmla="*/ 0 h 6858000"/>
              <a:gd name="connsiteX931" fmla="*/ 2902823 w 7467600"/>
              <a:gd name="connsiteY931" fmla="*/ 262929 h 6858000"/>
              <a:gd name="connsiteX932" fmla="*/ 2940663 w 7467600"/>
              <a:gd name="connsiteY932" fmla="*/ 140884 h 6858000"/>
              <a:gd name="connsiteX933" fmla="*/ 2947039 w 7467600"/>
              <a:gd name="connsiteY933" fmla="*/ 122524 h 6858000"/>
              <a:gd name="connsiteX934" fmla="*/ 2984316 w 7467600"/>
              <a:gd name="connsiteY934" fmla="*/ 0 h 6858000"/>
              <a:gd name="connsiteX935" fmla="*/ 3016114 w 7467600"/>
              <a:gd name="connsiteY935" fmla="*/ 0 h 6858000"/>
              <a:gd name="connsiteX936" fmla="*/ 2979949 w 7467600"/>
              <a:gd name="connsiteY936" fmla="*/ 119274 h 6858000"/>
              <a:gd name="connsiteX937" fmla="*/ 3023879 w 7467600"/>
              <a:gd name="connsiteY937" fmla="*/ 0 h 6858000"/>
              <a:gd name="connsiteX938" fmla="*/ 3105400 w 7467600"/>
              <a:gd name="connsiteY938" fmla="*/ 0 h 6858000"/>
              <a:gd name="connsiteX939" fmla="*/ 3094669 w 7467600"/>
              <a:gd name="connsiteY939" fmla="*/ 30308 h 6858000"/>
              <a:gd name="connsiteX940" fmla="*/ 2901945 w 7467600"/>
              <a:gd name="connsiteY940" fmla="*/ 466538 h 6858000"/>
              <a:gd name="connsiteX941" fmla="*/ 2815209 w 7467600"/>
              <a:gd name="connsiteY941" fmla="*/ 497361 h 6858000"/>
              <a:gd name="connsiteX942" fmla="*/ 2844845 w 7467600"/>
              <a:gd name="connsiteY942" fmla="*/ 127638 h 6858000"/>
              <a:gd name="connsiteX943" fmla="*/ 2867960 w 7467600"/>
              <a:gd name="connsiteY943" fmla="*/ 0 h 6858000"/>
              <a:gd name="connsiteX944" fmla="*/ 1057230 w 7467600"/>
              <a:gd name="connsiteY944" fmla="*/ 0 h 6858000"/>
              <a:gd name="connsiteX945" fmla="*/ 1111003 w 7467600"/>
              <a:gd name="connsiteY945" fmla="*/ 0 h 6858000"/>
              <a:gd name="connsiteX946" fmla="*/ 1125553 w 7467600"/>
              <a:gd name="connsiteY946" fmla="*/ 52588 h 6858000"/>
              <a:gd name="connsiteX947" fmla="*/ 1304276 w 7467600"/>
              <a:gd name="connsiteY947" fmla="*/ 476275 h 6858000"/>
              <a:gd name="connsiteX948" fmla="*/ 1492066 w 7467600"/>
              <a:gd name="connsiteY948" fmla="*/ 886333 h 6858000"/>
              <a:gd name="connsiteX949" fmla="*/ 1423698 w 7467600"/>
              <a:gd name="connsiteY949" fmla="*/ 710817 h 6858000"/>
              <a:gd name="connsiteX950" fmla="*/ 1357609 w 7467600"/>
              <a:gd name="connsiteY950" fmla="*/ 532892 h 6858000"/>
              <a:gd name="connsiteX951" fmla="*/ 1309550 w 7467600"/>
              <a:gd name="connsiteY951" fmla="*/ 374031 h 6858000"/>
              <a:gd name="connsiteX952" fmla="*/ 1193673 w 7467600"/>
              <a:gd name="connsiteY952" fmla="*/ 49533 h 6858000"/>
              <a:gd name="connsiteX953" fmla="*/ 1164391 w 7467600"/>
              <a:gd name="connsiteY953" fmla="*/ 0 h 6858000"/>
              <a:gd name="connsiteX954" fmla="*/ 1200666 w 7467600"/>
              <a:gd name="connsiteY954" fmla="*/ 0 h 6858000"/>
              <a:gd name="connsiteX955" fmla="*/ 1223408 w 7467600"/>
              <a:gd name="connsiteY955" fmla="*/ 38996 h 6858000"/>
              <a:gd name="connsiteX956" fmla="*/ 1339635 w 7467600"/>
              <a:gd name="connsiteY956" fmla="*/ 365517 h 6858000"/>
              <a:gd name="connsiteX957" fmla="*/ 1387469 w 7467600"/>
              <a:gd name="connsiteY957" fmla="*/ 523079 h 6858000"/>
              <a:gd name="connsiteX958" fmla="*/ 1452685 w 7467600"/>
              <a:gd name="connsiteY958" fmla="*/ 699806 h 6858000"/>
              <a:gd name="connsiteX959" fmla="*/ 1492092 w 7467600"/>
              <a:gd name="connsiteY959" fmla="*/ 800424 h 6858000"/>
              <a:gd name="connsiteX960" fmla="*/ 1455302 w 7467600"/>
              <a:gd name="connsiteY960" fmla="*/ 632913 h 6858000"/>
              <a:gd name="connsiteX961" fmla="*/ 1222336 w 7467600"/>
              <a:gd name="connsiteY961" fmla="*/ 9480 h 6858000"/>
              <a:gd name="connsiteX962" fmla="*/ 1214634 w 7467600"/>
              <a:gd name="connsiteY962" fmla="*/ 0 h 6858000"/>
              <a:gd name="connsiteX963" fmla="*/ 1289827 w 7467600"/>
              <a:gd name="connsiteY963" fmla="*/ 0 h 6858000"/>
              <a:gd name="connsiteX964" fmla="*/ 1321076 w 7467600"/>
              <a:gd name="connsiteY964" fmla="*/ 59722 h 6858000"/>
              <a:gd name="connsiteX965" fmla="*/ 1512579 w 7467600"/>
              <a:gd name="connsiteY965" fmla="*/ 626441 h 6858000"/>
              <a:gd name="connsiteX966" fmla="*/ 1506076 w 7467600"/>
              <a:gd name="connsiteY966" fmla="*/ 1089289 h 6858000"/>
              <a:gd name="connsiteX967" fmla="*/ 1486346 w 7467600"/>
              <a:gd name="connsiteY967" fmla="*/ 1079919 h 6858000"/>
              <a:gd name="connsiteX968" fmla="*/ 1070511 w 7467600"/>
              <a:gd name="connsiteY968" fmla="*/ 48609 h 6858000"/>
              <a:gd name="connsiteX969" fmla="*/ 1057230 w 7467600"/>
              <a:gd name="connsiteY969" fmla="*/ 0 h 6858000"/>
              <a:gd name="connsiteX970" fmla="*/ 43151 w 7467600"/>
              <a:gd name="connsiteY970" fmla="*/ 0 h 6858000"/>
              <a:gd name="connsiteX971" fmla="*/ 95283 w 7467600"/>
              <a:gd name="connsiteY971" fmla="*/ 0 h 6858000"/>
              <a:gd name="connsiteX972" fmla="*/ 300708 w 7467600"/>
              <a:gd name="connsiteY972" fmla="*/ 154571 h 6858000"/>
              <a:gd name="connsiteX973" fmla="*/ 530414 w 7467600"/>
              <a:gd name="connsiteY973" fmla="*/ 354673 h 6858000"/>
              <a:gd name="connsiteX974" fmla="*/ 333785 w 7467600"/>
              <a:gd name="connsiteY974" fmla="*/ 161564 h 6858000"/>
              <a:gd name="connsiteX975" fmla="*/ 147005 w 7467600"/>
              <a:gd name="connsiteY975" fmla="*/ 0 h 6858000"/>
              <a:gd name="connsiteX976" fmla="*/ 272509 w 7467600"/>
              <a:gd name="connsiteY976" fmla="*/ 0 h 6858000"/>
              <a:gd name="connsiteX977" fmla="*/ 326276 w 7467600"/>
              <a:gd name="connsiteY977" fmla="*/ 45847 h 6858000"/>
              <a:gd name="connsiteX978" fmla="*/ 823759 w 7467600"/>
              <a:gd name="connsiteY978" fmla="*/ 574145 h 6858000"/>
              <a:gd name="connsiteX979" fmla="*/ 811254 w 7467600"/>
              <a:gd name="connsiteY979" fmla="*/ 665546 h 6858000"/>
              <a:gd name="connsiteX980" fmla="*/ 154042 w 7467600"/>
              <a:gd name="connsiteY980" fmla="*/ 261522 h 6858000"/>
              <a:gd name="connsiteX981" fmla="*/ 13550 w 7467600"/>
              <a:gd name="connsiteY981" fmla="*/ 158423 h 6858000"/>
              <a:gd name="connsiteX982" fmla="*/ 0 w 7467600"/>
              <a:gd name="connsiteY982" fmla="*/ 146618 h 6858000"/>
              <a:gd name="connsiteX983" fmla="*/ 0 w 7467600"/>
              <a:gd name="connsiteY983" fmla="*/ 59161 h 6858000"/>
              <a:gd name="connsiteX984" fmla="*/ 45427 w 7467600"/>
              <a:gd name="connsiteY984" fmla="*/ 101078 h 6858000"/>
              <a:gd name="connsiteX985" fmla="*/ 630103 w 7467600"/>
              <a:gd name="connsiteY985" fmla="*/ 485885 h 6858000"/>
              <a:gd name="connsiteX986" fmla="*/ 532040 w 7467600"/>
              <a:gd name="connsiteY986" fmla="*/ 399359 h 6858000"/>
              <a:gd name="connsiteX987" fmla="*/ 517618 w 7467600"/>
              <a:gd name="connsiteY987" fmla="*/ 385726 h 6858000"/>
              <a:gd name="connsiteX988" fmla="*/ 285074 w 7467600"/>
              <a:gd name="connsiteY988" fmla="*/ 182755 h 6858000"/>
              <a:gd name="connsiteX989" fmla="*/ 43151 w 7467600"/>
              <a:gd name="connsiteY98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427076 w 7467600"/>
              <a:gd name="connsiteY131" fmla="*/ 5142684 h 6858000"/>
              <a:gd name="connsiteX132" fmla="*/ 7312201 w 7467600"/>
              <a:gd name="connsiteY132" fmla="*/ 5128278 h 6858000"/>
              <a:gd name="connsiteX133" fmla="*/ 1903353 w 7467600"/>
              <a:gd name="connsiteY133" fmla="*/ 5044827 h 6858000"/>
              <a:gd name="connsiteX134" fmla="*/ 1936931 w 7467600"/>
              <a:gd name="connsiteY134" fmla="*/ 5093954 h 6858000"/>
              <a:gd name="connsiteX135" fmla="*/ 2195868 w 7467600"/>
              <a:gd name="connsiteY135" fmla="*/ 5396574 h 6858000"/>
              <a:gd name="connsiteX136" fmla="*/ 2088852 w 7467600"/>
              <a:gd name="connsiteY136" fmla="*/ 5166123 h 6858000"/>
              <a:gd name="connsiteX137" fmla="*/ 1958241 w 7467600"/>
              <a:gd name="connsiteY137" fmla="*/ 5067955 h 6858000"/>
              <a:gd name="connsiteX138" fmla="*/ 1903353 w 7467600"/>
              <a:gd name="connsiteY138" fmla="*/ 5044827 h 6858000"/>
              <a:gd name="connsiteX139" fmla="*/ 1979378 w 7467600"/>
              <a:gd name="connsiteY139" fmla="*/ 4769504 h 6858000"/>
              <a:gd name="connsiteX140" fmla="*/ 2882120 w 7467600"/>
              <a:gd name="connsiteY140" fmla="*/ 5064547 h 6858000"/>
              <a:gd name="connsiteX141" fmla="*/ 2793103 w 7467600"/>
              <a:gd name="connsiteY141" fmla="*/ 5039699 h 6858000"/>
              <a:gd name="connsiteX142" fmla="*/ 2770041 w 7467600"/>
              <a:gd name="connsiteY142" fmla="*/ 5033634 h 6858000"/>
              <a:gd name="connsiteX143" fmla="*/ 1979378 w 7467600"/>
              <a:gd name="connsiteY143" fmla="*/ 4769504 h 6858000"/>
              <a:gd name="connsiteX144" fmla="*/ 1927410 w 7467600"/>
              <a:gd name="connsiteY144" fmla="*/ 4716164 h 6858000"/>
              <a:gd name="connsiteX145" fmla="*/ 1959587 w 7467600"/>
              <a:gd name="connsiteY145" fmla="*/ 4728849 h 6858000"/>
              <a:gd name="connsiteX146" fmla="*/ 2777707 w 7467600"/>
              <a:gd name="connsiteY146" fmla="*/ 5003991 h 6858000"/>
              <a:gd name="connsiteX147" fmla="*/ 2800768 w 7467600"/>
              <a:gd name="connsiteY147" fmla="*/ 5010056 h 6858000"/>
              <a:gd name="connsiteX148" fmla="*/ 2879408 w 7467600"/>
              <a:gd name="connsiteY148" fmla="*/ 5031590 h 6858000"/>
              <a:gd name="connsiteX149" fmla="*/ 2862295 w 7467600"/>
              <a:gd name="connsiteY149" fmla="*/ 5022958 h 6858000"/>
              <a:gd name="connsiteX150" fmla="*/ 2813343 w 7467600"/>
              <a:gd name="connsiteY150" fmla="*/ 4998369 h 6858000"/>
              <a:gd name="connsiteX151" fmla="*/ 2646245 w 7467600"/>
              <a:gd name="connsiteY151" fmla="*/ 4930999 h 6858000"/>
              <a:gd name="connsiteX152" fmla="*/ 1999243 w 7467600"/>
              <a:gd name="connsiteY152" fmla="*/ 4730524 h 6858000"/>
              <a:gd name="connsiteX153" fmla="*/ 1979527 w 7467600"/>
              <a:gd name="connsiteY153" fmla="*/ 4726651 h 6858000"/>
              <a:gd name="connsiteX154" fmla="*/ 1927410 w 7467600"/>
              <a:gd name="connsiteY154" fmla="*/ 4716164 h 6858000"/>
              <a:gd name="connsiteX155" fmla="*/ 1997014 w 7467600"/>
              <a:gd name="connsiteY155" fmla="*/ 4698007 h 6858000"/>
              <a:gd name="connsiteX156" fmla="*/ 2005458 w 7467600"/>
              <a:gd name="connsiteY156" fmla="*/ 4699540 h 6858000"/>
              <a:gd name="connsiteX157" fmla="*/ 2657186 w 7467600"/>
              <a:gd name="connsiteY157" fmla="*/ 4901687 h 6858000"/>
              <a:gd name="connsiteX158" fmla="*/ 2826662 w 7467600"/>
              <a:gd name="connsiteY158" fmla="*/ 4970362 h 6858000"/>
              <a:gd name="connsiteX159" fmla="*/ 2876100 w 7467600"/>
              <a:gd name="connsiteY159" fmla="*/ 4995397 h 6858000"/>
              <a:gd name="connsiteX160" fmla="*/ 3042600 w 7467600"/>
              <a:gd name="connsiteY160" fmla="*/ 5059532 h 6858000"/>
              <a:gd name="connsiteX161" fmla="*/ 1997014 w 7467600"/>
              <a:gd name="connsiteY161" fmla="*/ 4698007 h 6858000"/>
              <a:gd name="connsiteX162" fmla="*/ 2305292 w 7467600"/>
              <a:gd name="connsiteY162" fmla="*/ 4219492 h 6858000"/>
              <a:gd name="connsiteX163" fmla="*/ 3360922 w 7467600"/>
              <a:gd name="connsiteY163" fmla="*/ 4529373 h 6858000"/>
              <a:gd name="connsiteX164" fmla="*/ 3492420 w 7467600"/>
              <a:gd name="connsiteY164" fmla="*/ 4510145 h 6858000"/>
              <a:gd name="connsiteX165" fmla="*/ 3364086 w 7467600"/>
              <a:gd name="connsiteY165" fmla="*/ 4480340 h 6858000"/>
              <a:gd name="connsiteX166" fmla="*/ 3225818 w 7467600"/>
              <a:gd name="connsiteY166" fmla="*/ 4411822 h 6858000"/>
              <a:gd name="connsiteX167" fmla="*/ 3129696 w 7467600"/>
              <a:gd name="connsiteY167" fmla="*/ 4360704 h 6858000"/>
              <a:gd name="connsiteX168" fmla="*/ 2814545 w 7467600"/>
              <a:gd name="connsiteY168" fmla="*/ 4282955 h 6858000"/>
              <a:gd name="connsiteX169" fmla="*/ 2305292 w 7467600"/>
              <a:gd name="connsiteY169" fmla="*/ 4219492 h 6858000"/>
              <a:gd name="connsiteX170" fmla="*/ 2626982 w 7467600"/>
              <a:gd name="connsiteY170" fmla="*/ 4206450 h 6858000"/>
              <a:gd name="connsiteX171" fmla="*/ 2490617 w 7467600"/>
              <a:gd name="connsiteY171" fmla="*/ 4206951 h 6858000"/>
              <a:gd name="connsiteX172" fmla="*/ 2819869 w 7467600"/>
              <a:gd name="connsiteY172" fmla="*/ 4252936 h 6858000"/>
              <a:gd name="connsiteX173" fmla="*/ 3143018 w 7467600"/>
              <a:gd name="connsiteY173" fmla="*/ 4332698 h 6858000"/>
              <a:gd name="connsiteX174" fmla="*/ 3241520 w 7467600"/>
              <a:gd name="connsiteY174" fmla="*/ 4385112 h 6858000"/>
              <a:gd name="connsiteX175" fmla="*/ 3374575 w 7467600"/>
              <a:gd name="connsiteY175" fmla="*/ 4451517 h 6858000"/>
              <a:gd name="connsiteX176" fmla="*/ 3505221 w 7467600"/>
              <a:gd name="connsiteY176" fmla="*/ 4480757 h 6858000"/>
              <a:gd name="connsiteX177" fmla="*/ 2626982 w 7467600"/>
              <a:gd name="connsiteY177" fmla="*/ 4206450 h 6858000"/>
              <a:gd name="connsiteX178" fmla="*/ 1310106 w 7467600"/>
              <a:gd name="connsiteY178" fmla="*/ 3943217 h 6858000"/>
              <a:gd name="connsiteX179" fmla="*/ 854994 w 7467600"/>
              <a:gd name="connsiteY179" fmla="*/ 4399136 h 6858000"/>
              <a:gd name="connsiteX180" fmla="*/ 742462 w 7467600"/>
              <a:gd name="connsiteY180" fmla="*/ 4594648 h 6858000"/>
              <a:gd name="connsiteX181" fmla="*/ 820602 w 7467600"/>
              <a:gd name="connsiteY181" fmla="*/ 4485915 h 6858000"/>
              <a:gd name="connsiteX182" fmla="*/ 878295 w 7467600"/>
              <a:gd name="connsiteY182" fmla="*/ 4403594 h 6858000"/>
              <a:gd name="connsiteX183" fmla="*/ 1240607 w 7467600"/>
              <a:gd name="connsiteY183" fmla="*/ 4010401 h 6858000"/>
              <a:gd name="connsiteX184" fmla="*/ 1310106 w 7467600"/>
              <a:gd name="connsiteY184" fmla="*/ 3943217 h 6858000"/>
              <a:gd name="connsiteX185" fmla="*/ 1423113 w 7467600"/>
              <a:gd name="connsiteY185" fmla="*/ 3874565 h 6858000"/>
              <a:gd name="connsiteX186" fmla="*/ 1260565 w 7467600"/>
              <a:gd name="connsiteY186" fmla="*/ 4031982 h 6858000"/>
              <a:gd name="connsiteX187" fmla="*/ 901900 w 7467600"/>
              <a:gd name="connsiteY187" fmla="*/ 4421236 h 6858000"/>
              <a:gd name="connsiteX188" fmla="*/ 845044 w 7467600"/>
              <a:gd name="connsiteY188" fmla="*/ 4502436 h 6858000"/>
              <a:gd name="connsiteX189" fmla="*/ 685926 w 7467600"/>
              <a:gd name="connsiteY189" fmla="*/ 4703069 h 6858000"/>
              <a:gd name="connsiteX190" fmla="*/ 684248 w 7467600"/>
              <a:gd name="connsiteY190" fmla="*/ 4706721 h 6858000"/>
              <a:gd name="connsiteX191" fmla="*/ 1423113 w 7467600"/>
              <a:gd name="connsiteY191" fmla="*/ 3874565 h 6858000"/>
              <a:gd name="connsiteX192" fmla="*/ 3316479 w 7467600"/>
              <a:gd name="connsiteY192" fmla="*/ 3872136 h 6858000"/>
              <a:gd name="connsiteX193" fmla="*/ 3546806 w 7467600"/>
              <a:gd name="connsiteY193" fmla="*/ 4356139 h 6858000"/>
              <a:gd name="connsiteX194" fmla="*/ 3364433 w 7467600"/>
              <a:gd name="connsiteY194" fmla="*/ 3953121 h 6858000"/>
              <a:gd name="connsiteX195" fmla="*/ 3316479 w 7467600"/>
              <a:gd name="connsiteY195" fmla="*/ 3872136 h 6858000"/>
              <a:gd name="connsiteX196" fmla="*/ 3291335 w 7467600"/>
              <a:gd name="connsiteY196" fmla="*/ 3767420 h 6858000"/>
              <a:gd name="connsiteX197" fmla="*/ 3390805 w 7467600"/>
              <a:gd name="connsiteY197" fmla="*/ 3937163 h 6858000"/>
              <a:gd name="connsiteX198" fmla="*/ 3579062 w 7467600"/>
              <a:gd name="connsiteY198" fmla="*/ 4359040 h 6858000"/>
              <a:gd name="connsiteX199" fmla="*/ 3467355 w 7467600"/>
              <a:gd name="connsiteY199" fmla="*/ 3988130 h 6858000"/>
              <a:gd name="connsiteX200" fmla="*/ 3310753 w 7467600"/>
              <a:gd name="connsiteY200" fmla="*/ 3787140 h 6858000"/>
              <a:gd name="connsiteX201" fmla="*/ 3291335 w 7467600"/>
              <a:gd name="connsiteY201" fmla="*/ 3767420 h 6858000"/>
              <a:gd name="connsiteX202" fmla="*/ 1635889 w 7467600"/>
              <a:gd name="connsiteY202" fmla="*/ 3709494 h 6858000"/>
              <a:gd name="connsiteX203" fmla="*/ 1634800 w 7467600"/>
              <a:gd name="connsiteY203" fmla="*/ 3731111 h 6858000"/>
              <a:gd name="connsiteX204" fmla="*/ 1635889 w 7467600"/>
              <a:gd name="connsiteY204" fmla="*/ 3709494 h 6858000"/>
              <a:gd name="connsiteX205" fmla="*/ 1510397 w 7467600"/>
              <a:gd name="connsiteY205" fmla="*/ 3684705 h 6858000"/>
              <a:gd name="connsiteX206" fmla="*/ 1146550 w 7467600"/>
              <a:gd name="connsiteY206" fmla="*/ 3802012 h 6858000"/>
              <a:gd name="connsiteX207" fmla="*/ 698834 w 7467600"/>
              <a:gd name="connsiteY207" fmla="*/ 3952272 h 6858000"/>
              <a:gd name="connsiteX208" fmla="*/ 34256 w 7467600"/>
              <a:gd name="connsiteY208" fmla="*/ 4347603 h 6858000"/>
              <a:gd name="connsiteX209" fmla="*/ 527241 w 7467600"/>
              <a:gd name="connsiteY209" fmla="*/ 4065078 h 6858000"/>
              <a:gd name="connsiteX210" fmla="*/ 1510397 w 7467600"/>
              <a:gd name="connsiteY210" fmla="*/ 3684705 h 6858000"/>
              <a:gd name="connsiteX211" fmla="*/ 1313114 w 7467600"/>
              <a:gd name="connsiteY211" fmla="*/ 3655216 h 6858000"/>
              <a:gd name="connsiteX212" fmla="*/ 1109304 w 7467600"/>
              <a:gd name="connsiteY212" fmla="*/ 3669030 h 6858000"/>
              <a:gd name="connsiteX213" fmla="*/ 8129 w 7467600"/>
              <a:gd name="connsiteY213" fmla="*/ 4330519 h 6858000"/>
              <a:gd name="connsiteX214" fmla="*/ 687572 w 7467600"/>
              <a:gd name="connsiteY214" fmla="*/ 3925629 h 6858000"/>
              <a:gd name="connsiteX215" fmla="*/ 1138365 w 7467600"/>
              <a:gd name="connsiteY215" fmla="*/ 3774515 h 6858000"/>
              <a:gd name="connsiteX216" fmla="*/ 1505579 w 7467600"/>
              <a:gd name="connsiteY216" fmla="*/ 3655526 h 6858000"/>
              <a:gd name="connsiteX217" fmla="*/ 1313114 w 7467600"/>
              <a:gd name="connsiteY217" fmla="*/ 3655216 h 6858000"/>
              <a:gd name="connsiteX218" fmla="*/ 3655073 w 7467600"/>
              <a:gd name="connsiteY218" fmla="*/ 3650884 h 6858000"/>
              <a:gd name="connsiteX219" fmla="*/ 3989938 w 7467600"/>
              <a:gd name="connsiteY219" fmla="*/ 3991685 h 6858000"/>
              <a:gd name="connsiteX220" fmla="*/ 4393907 w 7467600"/>
              <a:gd name="connsiteY220" fmla="*/ 4261258 h 6858000"/>
              <a:gd name="connsiteX221" fmla="*/ 4648051 w 7467600"/>
              <a:gd name="connsiteY221" fmla="*/ 4374051 h 6858000"/>
              <a:gd name="connsiteX222" fmla="*/ 4383389 w 7467600"/>
              <a:gd name="connsiteY222" fmla="*/ 4184369 h 6858000"/>
              <a:gd name="connsiteX223" fmla="*/ 4165508 w 7467600"/>
              <a:gd name="connsiteY223" fmla="*/ 4035196 h 6858000"/>
              <a:gd name="connsiteX224" fmla="*/ 4068162 w 7467600"/>
              <a:gd name="connsiteY224" fmla="*/ 3953394 h 6858000"/>
              <a:gd name="connsiteX225" fmla="*/ 3981416 w 7467600"/>
              <a:gd name="connsiteY225" fmla="*/ 3880482 h 6858000"/>
              <a:gd name="connsiteX226" fmla="*/ 3800147 w 7467600"/>
              <a:gd name="connsiteY226" fmla="*/ 3749872 h 6858000"/>
              <a:gd name="connsiteX227" fmla="*/ 3655073 w 7467600"/>
              <a:gd name="connsiteY227" fmla="*/ 3650884 h 6858000"/>
              <a:gd name="connsiteX228" fmla="*/ 3670252 w 7467600"/>
              <a:gd name="connsiteY228" fmla="*/ 3622798 h 6858000"/>
              <a:gd name="connsiteX229" fmla="*/ 3817258 w 7467600"/>
              <a:gd name="connsiteY229" fmla="*/ 3723577 h 6858000"/>
              <a:gd name="connsiteX230" fmla="*/ 4000461 w 7467600"/>
              <a:gd name="connsiteY230" fmla="*/ 3855966 h 6858000"/>
              <a:gd name="connsiteX231" fmla="*/ 4088180 w 7467600"/>
              <a:gd name="connsiteY231" fmla="*/ 3929774 h 6858000"/>
              <a:gd name="connsiteX232" fmla="*/ 4184555 w 7467600"/>
              <a:gd name="connsiteY232" fmla="*/ 4010683 h 6858000"/>
              <a:gd name="connsiteX233" fmla="*/ 4399563 w 7467600"/>
              <a:gd name="connsiteY233" fmla="*/ 4158106 h 6858000"/>
              <a:gd name="connsiteX234" fmla="*/ 4684469 w 7467600"/>
              <a:gd name="connsiteY234" fmla="*/ 4364680 h 6858000"/>
              <a:gd name="connsiteX235" fmla="*/ 4690271 w 7467600"/>
              <a:gd name="connsiteY235" fmla="*/ 4370034 h 6858000"/>
              <a:gd name="connsiteX236" fmla="*/ 4136093 w 7467600"/>
              <a:gd name="connsiteY236" fmla="*/ 3858466 h 6858000"/>
              <a:gd name="connsiteX237" fmla="*/ 3670252 w 7467600"/>
              <a:gd name="connsiteY237" fmla="*/ 3622798 h 6858000"/>
              <a:gd name="connsiteX238" fmla="*/ 4440129 w 7467600"/>
              <a:gd name="connsiteY238" fmla="*/ 3448571 h 6858000"/>
              <a:gd name="connsiteX239" fmla="*/ 4856525 w 7467600"/>
              <a:gd name="connsiteY239" fmla="*/ 3915351 h 6858000"/>
              <a:gd name="connsiteX240" fmla="*/ 5059055 w 7467600"/>
              <a:gd name="connsiteY240" fmla="*/ 4108918 h 6858000"/>
              <a:gd name="connsiteX241" fmla="*/ 5290070 w 7467600"/>
              <a:gd name="connsiteY241" fmla="*/ 4263619 h 6858000"/>
              <a:gd name="connsiteX242" fmla="*/ 4834991 w 7467600"/>
              <a:gd name="connsiteY242" fmla="*/ 3830985 h 6858000"/>
              <a:gd name="connsiteX243" fmla="*/ 4440129 w 7467600"/>
              <a:gd name="connsiteY243" fmla="*/ 3448571 h 6858000"/>
              <a:gd name="connsiteX244" fmla="*/ 4441737 w 7467600"/>
              <a:gd name="connsiteY244" fmla="*/ 3399734 h 6858000"/>
              <a:gd name="connsiteX245" fmla="*/ 4431236 w 7467600"/>
              <a:gd name="connsiteY245" fmla="*/ 3400954 h 6858000"/>
              <a:gd name="connsiteX246" fmla="*/ 4557150 w 7467600"/>
              <a:gd name="connsiteY246" fmla="*/ 3510023 h 6858000"/>
              <a:gd name="connsiteX247" fmla="*/ 4856936 w 7467600"/>
              <a:gd name="connsiteY247" fmla="*/ 3809146 h 6858000"/>
              <a:gd name="connsiteX248" fmla="*/ 5111996 w 7467600"/>
              <a:gd name="connsiteY248" fmla="*/ 4065759 h 6858000"/>
              <a:gd name="connsiteX249" fmla="*/ 5388878 w 7467600"/>
              <a:gd name="connsiteY249" fmla="*/ 4300185 h 6858000"/>
              <a:gd name="connsiteX250" fmla="*/ 5425556 w 7467600"/>
              <a:gd name="connsiteY250" fmla="*/ 4308967 h 6858000"/>
              <a:gd name="connsiteX251" fmla="*/ 4943646 w 7467600"/>
              <a:gd name="connsiteY251" fmla="*/ 3822916 h 6858000"/>
              <a:gd name="connsiteX252" fmla="*/ 4594837 w 7467600"/>
              <a:gd name="connsiteY252" fmla="*/ 3532274 h 6858000"/>
              <a:gd name="connsiteX253" fmla="*/ 4441737 w 7467600"/>
              <a:gd name="connsiteY253" fmla="*/ 3399734 h 6858000"/>
              <a:gd name="connsiteX254" fmla="*/ 5425834 w 7467600"/>
              <a:gd name="connsiteY254" fmla="*/ 3162785 h 6858000"/>
              <a:gd name="connsiteX255" fmla="*/ 5401644 w 7467600"/>
              <a:gd name="connsiteY255" fmla="*/ 3617847 h 6858000"/>
              <a:gd name="connsiteX256" fmla="*/ 5467256 w 7467600"/>
              <a:gd name="connsiteY256" fmla="*/ 4175494 h 6858000"/>
              <a:gd name="connsiteX257" fmla="*/ 5448069 w 7467600"/>
              <a:gd name="connsiteY257" fmla="*/ 3567554 h 6858000"/>
              <a:gd name="connsiteX258" fmla="*/ 5425834 w 7467600"/>
              <a:gd name="connsiteY258" fmla="*/ 3162785 h 6858000"/>
              <a:gd name="connsiteX259" fmla="*/ 1318687 w 7467600"/>
              <a:gd name="connsiteY259" fmla="*/ 3113840 h 6858000"/>
              <a:gd name="connsiteX260" fmla="*/ 1066793 w 7467600"/>
              <a:gd name="connsiteY260" fmla="*/ 3212171 h 6858000"/>
              <a:gd name="connsiteX261" fmla="*/ 993319 w 7467600"/>
              <a:gd name="connsiteY261" fmla="*/ 3247648 h 6858000"/>
              <a:gd name="connsiteX262" fmla="*/ 853081 w 7467600"/>
              <a:gd name="connsiteY262" fmla="*/ 3312410 h 6858000"/>
              <a:gd name="connsiteX263" fmla="*/ 805957 w 7467600"/>
              <a:gd name="connsiteY263" fmla="*/ 3330443 h 6858000"/>
              <a:gd name="connsiteX264" fmla="*/ 1318687 w 7467600"/>
              <a:gd name="connsiteY264" fmla="*/ 3113840 h 6858000"/>
              <a:gd name="connsiteX265" fmla="*/ 5453702 w 7467600"/>
              <a:gd name="connsiteY265" fmla="*/ 3090882 h 6858000"/>
              <a:gd name="connsiteX266" fmla="*/ 5480135 w 7467600"/>
              <a:gd name="connsiteY266" fmla="*/ 3565802 h 6858000"/>
              <a:gd name="connsiteX267" fmla="*/ 5499023 w 7467600"/>
              <a:gd name="connsiteY267" fmla="*/ 4166310 h 6858000"/>
              <a:gd name="connsiteX268" fmla="*/ 5547022 w 7467600"/>
              <a:gd name="connsiteY268" fmla="*/ 3607838 h 6858000"/>
              <a:gd name="connsiteX269" fmla="*/ 5515964 w 7467600"/>
              <a:gd name="connsiteY269" fmla="*/ 3378541 h 6858000"/>
              <a:gd name="connsiteX270" fmla="*/ 5453702 w 7467600"/>
              <a:gd name="connsiteY270" fmla="*/ 3090882 h 6858000"/>
              <a:gd name="connsiteX271" fmla="*/ 1238695 w 7467600"/>
              <a:gd name="connsiteY271" fmla="*/ 3076820 h 6858000"/>
              <a:gd name="connsiteX272" fmla="*/ 716371 w 7467600"/>
              <a:gd name="connsiteY272" fmla="*/ 3293249 h 6858000"/>
              <a:gd name="connsiteX273" fmla="*/ 579522 w 7467600"/>
              <a:gd name="connsiteY273" fmla="*/ 3371759 h 6858000"/>
              <a:gd name="connsiteX274" fmla="*/ 600288 w 7467600"/>
              <a:gd name="connsiteY274" fmla="*/ 3365555 h 6858000"/>
              <a:gd name="connsiteX275" fmla="*/ 840692 w 7467600"/>
              <a:gd name="connsiteY275" fmla="*/ 3284921 h 6858000"/>
              <a:gd name="connsiteX276" fmla="*/ 979248 w 7467600"/>
              <a:gd name="connsiteY276" fmla="*/ 3221003 h 6858000"/>
              <a:gd name="connsiteX277" fmla="*/ 1053282 w 7467600"/>
              <a:gd name="connsiteY277" fmla="*/ 3185247 h 6858000"/>
              <a:gd name="connsiteX278" fmla="*/ 1320603 w 7467600"/>
              <a:gd name="connsiteY278" fmla="*/ 3081281 h 6858000"/>
              <a:gd name="connsiteX279" fmla="*/ 1238695 w 7467600"/>
              <a:gd name="connsiteY279" fmla="*/ 3076820 h 6858000"/>
              <a:gd name="connsiteX280" fmla="*/ 5425627 w 7467600"/>
              <a:gd name="connsiteY280" fmla="*/ 2954192 h 6858000"/>
              <a:gd name="connsiteX281" fmla="*/ 5470770 w 7467600"/>
              <a:gd name="connsiteY281" fmla="*/ 3005435 h 6858000"/>
              <a:gd name="connsiteX282" fmla="*/ 5519779 w 7467600"/>
              <a:gd name="connsiteY282" fmla="*/ 4359223 h 6858000"/>
              <a:gd name="connsiteX283" fmla="*/ 5520293 w 7467600"/>
              <a:gd name="connsiteY283" fmla="*/ 4360602 h 6858000"/>
              <a:gd name="connsiteX284" fmla="*/ 5767221 w 7467600"/>
              <a:gd name="connsiteY284" fmla="*/ 4665564 h 6858000"/>
              <a:gd name="connsiteX285" fmla="*/ 6937169 w 7467600"/>
              <a:gd name="connsiteY285" fmla="*/ 4815941 h 6858000"/>
              <a:gd name="connsiteX286" fmla="*/ 6953922 w 7467600"/>
              <a:gd name="connsiteY286" fmla="*/ 4890068 h 6858000"/>
              <a:gd name="connsiteX287" fmla="*/ 6071359 w 7467600"/>
              <a:gd name="connsiteY287" fmla="*/ 4770770 h 6858000"/>
              <a:gd name="connsiteX288" fmla="*/ 6038839 w 7467600"/>
              <a:gd name="connsiteY288" fmla="*/ 4764474 h 6858000"/>
              <a:gd name="connsiteX289" fmla="*/ 6038706 w 7467600"/>
              <a:gd name="connsiteY289" fmla="*/ 4763847 h 6858000"/>
              <a:gd name="connsiteX290" fmla="*/ 6037784 w 7467600"/>
              <a:gd name="connsiteY290" fmla="*/ 4764270 h 6858000"/>
              <a:gd name="connsiteX291" fmla="*/ 6038839 w 7467600"/>
              <a:gd name="connsiteY291" fmla="*/ 4764474 h 6858000"/>
              <a:gd name="connsiteX292" fmla="*/ 6040338 w 7467600"/>
              <a:gd name="connsiteY292" fmla="*/ 4771418 h 6858000"/>
              <a:gd name="connsiteX293" fmla="*/ 6024488 w 7467600"/>
              <a:gd name="connsiteY293" fmla="*/ 4809903 h 6858000"/>
              <a:gd name="connsiteX294" fmla="*/ 5599771 w 7467600"/>
              <a:gd name="connsiteY294" fmla="*/ 5509652 h 6858000"/>
              <a:gd name="connsiteX295" fmla="*/ 5548843 w 7467600"/>
              <a:gd name="connsiteY295" fmla="*/ 5563845 h 6858000"/>
              <a:gd name="connsiteX296" fmla="*/ 5940952 w 7467600"/>
              <a:gd name="connsiteY296" fmla="*/ 6250028 h 6858000"/>
              <a:gd name="connsiteX297" fmla="*/ 6043441 w 7467600"/>
              <a:gd name="connsiteY297" fmla="*/ 6665847 h 6858000"/>
              <a:gd name="connsiteX298" fmla="*/ 6093432 w 7467600"/>
              <a:gd name="connsiteY298" fmla="*/ 6858000 h 6858000"/>
              <a:gd name="connsiteX299" fmla="*/ 6034344 w 7467600"/>
              <a:gd name="connsiteY299" fmla="*/ 6858000 h 6858000"/>
              <a:gd name="connsiteX300" fmla="*/ 6026679 w 7467600"/>
              <a:gd name="connsiteY300" fmla="*/ 6836959 h 6858000"/>
              <a:gd name="connsiteX301" fmla="*/ 5800441 w 7467600"/>
              <a:gd name="connsiteY301" fmla="*/ 6335286 h 6858000"/>
              <a:gd name="connsiteX302" fmla="*/ 5526562 w 7467600"/>
              <a:gd name="connsiteY302" fmla="*/ 5705388 h 6858000"/>
              <a:gd name="connsiteX303" fmla="*/ 5519640 w 7467600"/>
              <a:gd name="connsiteY303" fmla="*/ 5683774 h 6858000"/>
              <a:gd name="connsiteX304" fmla="*/ 5844559 w 7467600"/>
              <a:gd name="connsiteY304" fmla="*/ 6553349 h 6858000"/>
              <a:gd name="connsiteX305" fmla="*/ 5975994 w 7467600"/>
              <a:gd name="connsiteY305" fmla="*/ 6858000 h 6858000"/>
              <a:gd name="connsiteX306" fmla="*/ 5898547 w 7467600"/>
              <a:gd name="connsiteY306" fmla="*/ 6858000 h 6858000"/>
              <a:gd name="connsiteX307" fmla="*/ 5682041 w 7467600"/>
              <a:gd name="connsiteY307" fmla="*/ 6355860 h 6858000"/>
              <a:gd name="connsiteX308" fmla="*/ 5461758 w 7467600"/>
              <a:gd name="connsiteY308" fmla="*/ 5820220 h 6858000"/>
              <a:gd name="connsiteX309" fmla="*/ 5237282 w 7467600"/>
              <a:gd name="connsiteY309" fmla="*/ 6579086 h 6858000"/>
              <a:gd name="connsiteX310" fmla="*/ 5115009 w 7467600"/>
              <a:gd name="connsiteY310" fmla="*/ 6858000 h 6858000"/>
              <a:gd name="connsiteX311" fmla="*/ 5028074 w 7467600"/>
              <a:gd name="connsiteY311" fmla="*/ 6858000 h 6858000"/>
              <a:gd name="connsiteX312" fmla="*/ 5079508 w 7467600"/>
              <a:gd name="connsiteY312" fmla="*/ 6749074 h 6858000"/>
              <a:gd name="connsiteX313" fmla="*/ 5371846 w 7467600"/>
              <a:gd name="connsiteY313" fmla="*/ 5924413 h 6858000"/>
              <a:gd name="connsiteX314" fmla="*/ 5270512 w 7467600"/>
              <a:gd name="connsiteY314" fmla="*/ 6138975 h 6858000"/>
              <a:gd name="connsiteX315" fmla="*/ 5062409 w 7467600"/>
              <a:gd name="connsiteY315" fmla="*/ 6653544 h 6858000"/>
              <a:gd name="connsiteX316" fmla="*/ 5036628 w 7467600"/>
              <a:gd name="connsiteY316" fmla="*/ 6754247 h 6858000"/>
              <a:gd name="connsiteX317" fmla="*/ 5009112 w 7467600"/>
              <a:gd name="connsiteY317" fmla="*/ 6858000 h 6858000"/>
              <a:gd name="connsiteX318" fmla="*/ 4976679 w 7467600"/>
              <a:gd name="connsiteY318" fmla="*/ 6858000 h 6858000"/>
              <a:gd name="connsiteX319" fmla="*/ 5006537 w 7467600"/>
              <a:gd name="connsiteY319" fmla="*/ 6747068 h 6858000"/>
              <a:gd name="connsiteX320" fmla="*/ 5032723 w 7467600"/>
              <a:gd name="connsiteY320" fmla="*/ 6644957 h 6858000"/>
              <a:gd name="connsiteX321" fmla="*/ 5242949 w 7467600"/>
              <a:gd name="connsiteY321" fmla="*/ 6125175 h 6858000"/>
              <a:gd name="connsiteX322" fmla="*/ 5286321 w 7467600"/>
              <a:gd name="connsiteY322" fmla="*/ 6033555 h 6858000"/>
              <a:gd name="connsiteX323" fmla="*/ 5008210 w 7467600"/>
              <a:gd name="connsiteY323" fmla="*/ 6649194 h 6858000"/>
              <a:gd name="connsiteX324" fmla="*/ 4986321 w 7467600"/>
              <a:gd name="connsiteY324" fmla="*/ 6765687 h 6858000"/>
              <a:gd name="connsiteX325" fmla="*/ 4973474 w 7467600"/>
              <a:gd name="connsiteY325" fmla="*/ 6858000 h 6858000"/>
              <a:gd name="connsiteX326" fmla="*/ 4907178 w 7467600"/>
              <a:gd name="connsiteY326" fmla="*/ 6858000 h 6858000"/>
              <a:gd name="connsiteX327" fmla="*/ 4910810 w 7467600"/>
              <a:gd name="connsiteY327" fmla="*/ 6829660 h 6858000"/>
              <a:gd name="connsiteX328" fmla="*/ 4987461 w 7467600"/>
              <a:gd name="connsiteY328" fmla="*/ 6432994 h 6858000"/>
              <a:gd name="connsiteX329" fmla="*/ 5179262 w 7467600"/>
              <a:gd name="connsiteY329" fmla="*/ 6035044 h 6858000"/>
              <a:gd name="connsiteX330" fmla="*/ 4689678 w 7467600"/>
              <a:gd name="connsiteY330" fmla="*/ 6440241 h 6858000"/>
              <a:gd name="connsiteX331" fmla="*/ 4477543 w 7467600"/>
              <a:gd name="connsiteY331" fmla="*/ 6674836 h 6858000"/>
              <a:gd name="connsiteX332" fmla="*/ 4329957 w 7467600"/>
              <a:gd name="connsiteY332" fmla="*/ 6858000 h 6858000"/>
              <a:gd name="connsiteX333" fmla="*/ 4218595 w 7467600"/>
              <a:gd name="connsiteY333" fmla="*/ 6858000 h 6858000"/>
              <a:gd name="connsiteX334" fmla="*/ 4368888 w 7467600"/>
              <a:gd name="connsiteY334" fmla="*/ 6668412 h 6858000"/>
              <a:gd name="connsiteX335" fmla="*/ 4563091 w 7467600"/>
              <a:gd name="connsiteY335" fmla="*/ 6442508 h 6858000"/>
              <a:gd name="connsiteX336" fmla="*/ 5387324 w 7467600"/>
              <a:gd name="connsiteY336" fmla="*/ 5705830 h 6858000"/>
              <a:gd name="connsiteX337" fmla="*/ 5073620 w 7467600"/>
              <a:gd name="connsiteY337" fmla="*/ 5955437 h 6858000"/>
              <a:gd name="connsiteX338" fmla="*/ 4689789 w 7467600"/>
              <a:gd name="connsiteY338" fmla="*/ 6268382 h 6858000"/>
              <a:gd name="connsiteX339" fmla="*/ 4418722 w 7467600"/>
              <a:gd name="connsiteY339" fmla="*/ 6570886 h 6858000"/>
              <a:gd name="connsiteX340" fmla="*/ 4214944 w 7467600"/>
              <a:gd name="connsiteY340" fmla="*/ 6858000 h 6858000"/>
              <a:gd name="connsiteX341" fmla="*/ 4177898 w 7467600"/>
              <a:gd name="connsiteY341" fmla="*/ 6858000 h 6858000"/>
              <a:gd name="connsiteX342" fmla="*/ 4391597 w 7467600"/>
              <a:gd name="connsiteY342" fmla="*/ 6556370 h 6858000"/>
              <a:gd name="connsiteX343" fmla="*/ 4668889 w 7467600"/>
              <a:gd name="connsiteY343" fmla="*/ 6246399 h 6858000"/>
              <a:gd name="connsiteX344" fmla="*/ 5055427 w 7467600"/>
              <a:gd name="connsiteY344" fmla="*/ 5931476 h 6858000"/>
              <a:gd name="connsiteX345" fmla="*/ 5371814 w 7467600"/>
              <a:gd name="connsiteY345" fmla="*/ 5678975 h 6858000"/>
              <a:gd name="connsiteX346" fmla="*/ 4987918 w 7467600"/>
              <a:gd name="connsiteY346" fmla="*/ 5838701 h 6858000"/>
              <a:gd name="connsiteX347" fmla="*/ 4317146 w 7467600"/>
              <a:gd name="connsiteY347" fmla="*/ 6587716 h 6858000"/>
              <a:gd name="connsiteX348" fmla="*/ 4171627 w 7467600"/>
              <a:gd name="connsiteY348" fmla="*/ 6858000 h 6858000"/>
              <a:gd name="connsiteX349" fmla="*/ 4081585 w 7467600"/>
              <a:gd name="connsiteY349" fmla="*/ 6858000 h 6858000"/>
              <a:gd name="connsiteX350" fmla="*/ 4238603 w 7467600"/>
              <a:gd name="connsiteY350" fmla="*/ 6559341 h 6858000"/>
              <a:gd name="connsiteX351" fmla="*/ 4778333 w 7467600"/>
              <a:gd name="connsiteY351" fmla="*/ 5873626 h 6858000"/>
              <a:gd name="connsiteX352" fmla="*/ 5414185 w 7467600"/>
              <a:gd name="connsiteY352" fmla="*/ 5573882 h 6858000"/>
              <a:gd name="connsiteX353" fmla="*/ 5959648 w 7467600"/>
              <a:gd name="connsiteY353" fmla="*/ 4760797 h 6858000"/>
              <a:gd name="connsiteX354" fmla="*/ 5355019 w 7467600"/>
              <a:gd name="connsiteY354" fmla="*/ 4734672 h 6858000"/>
              <a:gd name="connsiteX355" fmla="*/ 5083565 w 7467600"/>
              <a:gd name="connsiteY355" fmla="*/ 5179121 h 6858000"/>
              <a:gd name="connsiteX356" fmla="*/ 4713577 w 7467600"/>
              <a:gd name="connsiteY356" fmla="*/ 5616803 h 6858000"/>
              <a:gd name="connsiteX357" fmla="*/ 3989559 w 7467600"/>
              <a:gd name="connsiteY357" fmla="*/ 6145945 h 6858000"/>
              <a:gd name="connsiteX358" fmla="*/ 3939824 w 7467600"/>
              <a:gd name="connsiteY358" fmla="*/ 6066900 h 6858000"/>
              <a:gd name="connsiteX359" fmla="*/ 4584537 w 7467600"/>
              <a:gd name="connsiteY359" fmla="*/ 5324826 h 6858000"/>
              <a:gd name="connsiteX360" fmla="*/ 5037105 w 7467600"/>
              <a:gd name="connsiteY360" fmla="*/ 5088765 h 6858000"/>
              <a:gd name="connsiteX361" fmla="*/ 5039930 w 7467600"/>
              <a:gd name="connsiteY361" fmla="*/ 5089585 h 6858000"/>
              <a:gd name="connsiteX362" fmla="*/ 5263764 w 7467600"/>
              <a:gd name="connsiteY362" fmla="*/ 4735525 h 6858000"/>
              <a:gd name="connsiteX363" fmla="*/ 4086300 w 7467600"/>
              <a:gd name="connsiteY363" fmla="*/ 4884599 h 6858000"/>
              <a:gd name="connsiteX364" fmla="*/ 4085485 w 7467600"/>
              <a:gd name="connsiteY364" fmla="*/ 4899070 h 6858000"/>
              <a:gd name="connsiteX365" fmla="*/ 3871915 w 7467600"/>
              <a:gd name="connsiteY365" fmla="*/ 5253645 h 6858000"/>
              <a:gd name="connsiteX366" fmla="*/ 3799374 w 7467600"/>
              <a:gd name="connsiteY366" fmla="*/ 5466127 h 6858000"/>
              <a:gd name="connsiteX367" fmla="*/ 3498850 w 7467600"/>
              <a:gd name="connsiteY367" fmla="*/ 6661888 h 6858000"/>
              <a:gd name="connsiteX368" fmla="*/ 3399216 w 7467600"/>
              <a:gd name="connsiteY368" fmla="*/ 6858000 h 6858000"/>
              <a:gd name="connsiteX369" fmla="*/ 3303688 w 7467600"/>
              <a:gd name="connsiteY369" fmla="*/ 6858000 h 6858000"/>
              <a:gd name="connsiteX370" fmla="*/ 3391774 w 7467600"/>
              <a:gd name="connsiteY370" fmla="*/ 6697181 h 6858000"/>
              <a:gd name="connsiteX371" fmla="*/ 3735540 w 7467600"/>
              <a:gd name="connsiteY371" fmla="*/ 5546923 h 6858000"/>
              <a:gd name="connsiteX372" fmla="*/ 3729438 w 7467600"/>
              <a:gd name="connsiteY372" fmla="*/ 5569058 h 6858000"/>
              <a:gd name="connsiteX373" fmla="*/ 3707782 w 7467600"/>
              <a:gd name="connsiteY373" fmla="*/ 5644908 h 6858000"/>
              <a:gd name="connsiteX374" fmla="*/ 3583827 w 7467600"/>
              <a:gd name="connsiteY374" fmla="*/ 6039215 h 6858000"/>
              <a:gd name="connsiteX375" fmla="*/ 3547861 w 7467600"/>
              <a:gd name="connsiteY375" fmla="*/ 6129609 h 6858000"/>
              <a:gd name="connsiteX376" fmla="*/ 3490905 w 7467600"/>
              <a:gd name="connsiteY376" fmla="*/ 6277660 h 6858000"/>
              <a:gd name="connsiteX377" fmla="*/ 3455859 w 7467600"/>
              <a:gd name="connsiteY377" fmla="*/ 6391301 h 6858000"/>
              <a:gd name="connsiteX378" fmla="*/ 3429112 w 7467600"/>
              <a:gd name="connsiteY378" fmla="*/ 6479469 h 6858000"/>
              <a:gd name="connsiteX379" fmla="*/ 3304862 w 7467600"/>
              <a:gd name="connsiteY379" fmla="*/ 6796476 h 6858000"/>
              <a:gd name="connsiteX380" fmla="*/ 3276071 w 7467600"/>
              <a:gd name="connsiteY380" fmla="*/ 6858000 h 6858000"/>
              <a:gd name="connsiteX381" fmla="*/ 3240805 w 7467600"/>
              <a:gd name="connsiteY381" fmla="*/ 6858000 h 6858000"/>
              <a:gd name="connsiteX382" fmla="*/ 3275917 w 7467600"/>
              <a:gd name="connsiteY382" fmla="*/ 6783192 h 6858000"/>
              <a:gd name="connsiteX383" fmla="*/ 3399358 w 7467600"/>
              <a:gd name="connsiteY383" fmla="*/ 6469011 h 6858000"/>
              <a:gd name="connsiteX384" fmla="*/ 3425650 w 7467600"/>
              <a:gd name="connsiteY384" fmla="*/ 6381333 h 6858000"/>
              <a:gd name="connsiteX385" fmla="*/ 3460661 w 7467600"/>
              <a:gd name="connsiteY385" fmla="*/ 6266763 h 6858000"/>
              <a:gd name="connsiteX386" fmla="*/ 3518021 w 7467600"/>
              <a:gd name="connsiteY386" fmla="*/ 6117298 h 6858000"/>
              <a:gd name="connsiteX387" fmla="*/ 3554035 w 7467600"/>
              <a:gd name="connsiteY387" fmla="*/ 6027832 h 6858000"/>
              <a:gd name="connsiteX388" fmla="*/ 3677174 w 7467600"/>
              <a:gd name="connsiteY388" fmla="*/ 5636351 h 6858000"/>
              <a:gd name="connsiteX389" fmla="*/ 3698819 w 7467600"/>
              <a:gd name="connsiteY389" fmla="*/ 5560503 h 6858000"/>
              <a:gd name="connsiteX390" fmla="*/ 3702094 w 7467600"/>
              <a:gd name="connsiteY390" fmla="*/ 5549194 h 6858000"/>
              <a:gd name="connsiteX391" fmla="*/ 3398355 w 7467600"/>
              <a:gd name="connsiteY391" fmla="*/ 6094603 h 6858000"/>
              <a:gd name="connsiteX392" fmla="*/ 3193941 w 7467600"/>
              <a:gd name="connsiteY392" fmla="*/ 6798775 h 6858000"/>
              <a:gd name="connsiteX393" fmla="*/ 3184140 w 7467600"/>
              <a:gd name="connsiteY393" fmla="*/ 6858000 h 6858000"/>
              <a:gd name="connsiteX394" fmla="*/ 3099978 w 7467600"/>
              <a:gd name="connsiteY394" fmla="*/ 6858000 h 6858000"/>
              <a:gd name="connsiteX395" fmla="*/ 3101556 w 7467600"/>
              <a:gd name="connsiteY395" fmla="*/ 6843337 h 6858000"/>
              <a:gd name="connsiteX396" fmla="*/ 3370162 w 7467600"/>
              <a:gd name="connsiteY396" fmla="*/ 5785550 h 6858000"/>
              <a:gd name="connsiteX397" fmla="*/ 3746477 w 7467600"/>
              <a:gd name="connsiteY397" fmla="*/ 5377889 h 6858000"/>
              <a:gd name="connsiteX398" fmla="*/ 3863399 w 7467600"/>
              <a:gd name="connsiteY398" fmla="*/ 5087257 h 6858000"/>
              <a:gd name="connsiteX399" fmla="*/ 3968712 w 7467600"/>
              <a:gd name="connsiteY399" fmla="*/ 4913989 h 6858000"/>
              <a:gd name="connsiteX400" fmla="*/ 2792390 w 7467600"/>
              <a:gd name="connsiteY400" fmla="*/ 5382974 h 6858000"/>
              <a:gd name="connsiteX401" fmla="*/ 2714982 w 7467600"/>
              <a:gd name="connsiteY401" fmla="*/ 5427051 h 6858000"/>
              <a:gd name="connsiteX402" fmla="*/ 2813361 w 7467600"/>
              <a:gd name="connsiteY402" fmla="*/ 6023912 h 6858000"/>
              <a:gd name="connsiteX403" fmla="*/ 2688430 w 7467600"/>
              <a:gd name="connsiteY403" fmla="*/ 6801564 h 6858000"/>
              <a:gd name="connsiteX404" fmla="*/ 2629626 w 7467600"/>
              <a:gd name="connsiteY404" fmla="*/ 6763394 h 6858000"/>
              <a:gd name="connsiteX405" fmla="*/ 2565328 w 7467600"/>
              <a:gd name="connsiteY405" fmla="*/ 5516399 h 6858000"/>
              <a:gd name="connsiteX406" fmla="*/ 1922999 w 7467600"/>
              <a:gd name="connsiteY406" fmla="*/ 5980343 h 6858000"/>
              <a:gd name="connsiteX407" fmla="*/ 1950261 w 7467600"/>
              <a:gd name="connsiteY407" fmla="*/ 6405858 h 6858000"/>
              <a:gd name="connsiteX408" fmla="*/ 2365554 w 7467600"/>
              <a:gd name="connsiteY408" fmla="*/ 6759107 h 6858000"/>
              <a:gd name="connsiteX409" fmla="*/ 2424142 w 7467600"/>
              <a:gd name="connsiteY409" fmla="*/ 6858000 h 6858000"/>
              <a:gd name="connsiteX410" fmla="*/ 2395994 w 7467600"/>
              <a:gd name="connsiteY410" fmla="*/ 6858000 h 6858000"/>
              <a:gd name="connsiteX411" fmla="*/ 2392863 w 7467600"/>
              <a:gd name="connsiteY411" fmla="*/ 6852964 h 6858000"/>
              <a:gd name="connsiteX412" fmla="*/ 2017589 w 7467600"/>
              <a:gd name="connsiteY412" fmla="*/ 6493982 h 6858000"/>
              <a:gd name="connsiteX413" fmla="*/ 2147336 w 7467600"/>
              <a:gd name="connsiteY413" fmla="*/ 6594052 h 6858000"/>
              <a:gd name="connsiteX414" fmla="*/ 2207047 w 7467600"/>
              <a:gd name="connsiteY414" fmla="*/ 6654540 h 6858000"/>
              <a:gd name="connsiteX415" fmla="*/ 2299106 w 7467600"/>
              <a:gd name="connsiteY415" fmla="*/ 6778931 h 6858000"/>
              <a:gd name="connsiteX416" fmla="*/ 2314430 w 7467600"/>
              <a:gd name="connsiteY416" fmla="*/ 6801144 h 6858000"/>
              <a:gd name="connsiteX417" fmla="*/ 2352406 w 7467600"/>
              <a:gd name="connsiteY417" fmla="*/ 6858000 h 6858000"/>
              <a:gd name="connsiteX418" fmla="*/ 2314492 w 7467600"/>
              <a:gd name="connsiteY418" fmla="*/ 6858000 h 6858000"/>
              <a:gd name="connsiteX419" fmla="*/ 2288095 w 7467600"/>
              <a:gd name="connsiteY419" fmla="*/ 6818030 h 6858000"/>
              <a:gd name="connsiteX420" fmla="*/ 2272768 w 7467600"/>
              <a:gd name="connsiteY420" fmla="*/ 6795822 h 6858000"/>
              <a:gd name="connsiteX421" fmla="*/ 2182715 w 7467600"/>
              <a:gd name="connsiteY421" fmla="*/ 6675071 h 6858000"/>
              <a:gd name="connsiteX422" fmla="*/ 2032061 w 7467600"/>
              <a:gd name="connsiteY422" fmla="*/ 6541380 h 6858000"/>
              <a:gd name="connsiteX423" fmla="*/ 2257220 w 7467600"/>
              <a:gd name="connsiteY423" fmla="*/ 6826257 h 6858000"/>
              <a:gd name="connsiteX424" fmla="*/ 2281324 w 7467600"/>
              <a:gd name="connsiteY424" fmla="*/ 6858000 h 6858000"/>
              <a:gd name="connsiteX425" fmla="*/ 2242860 w 7467600"/>
              <a:gd name="connsiteY425" fmla="*/ 6858000 h 6858000"/>
              <a:gd name="connsiteX426" fmla="*/ 2232818 w 7467600"/>
              <a:gd name="connsiteY426" fmla="*/ 6844926 h 6858000"/>
              <a:gd name="connsiteX427" fmla="*/ 1990172 w 7467600"/>
              <a:gd name="connsiteY427" fmla="*/ 6542121 h 6858000"/>
              <a:gd name="connsiteX428" fmla="*/ 2124090 w 7467600"/>
              <a:gd name="connsiteY428" fmla="*/ 6761017 h 6858000"/>
              <a:gd name="connsiteX429" fmla="*/ 2200380 w 7467600"/>
              <a:gd name="connsiteY429" fmla="*/ 6858000 h 6858000"/>
              <a:gd name="connsiteX430" fmla="*/ 2147507 w 7467600"/>
              <a:gd name="connsiteY430" fmla="*/ 6858000 h 6858000"/>
              <a:gd name="connsiteX431" fmla="*/ 2070668 w 7467600"/>
              <a:gd name="connsiteY431" fmla="*/ 6761520 h 6858000"/>
              <a:gd name="connsiteX432" fmla="*/ 1975142 w 7467600"/>
              <a:gd name="connsiteY432" fmla="*/ 6585570 h 6858000"/>
              <a:gd name="connsiteX433" fmla="*/ 2050035 w 7467600"/>
              <a:gd name="connsiteY433" fmla="*/ 6813345 h 6858000"/>
              <a:gd name="connsiteX434" fmla="*/ 2063025 w 7467600"/>
              <a:gd name="connsiteY434" fmla="*/ 6858000 h 6858000"/>
              <a:gd name="connsiteX435" fmla="*/ 2021675 w 7467600"/>
              <a:gd name="connsiteY435" fmla="*/ 6858000 h 6858000"/>
              <a:gd name="connsiteX436" fmla="*/ 2019308 w 7467600"/>
              <a:gd name="connsiteY436" fmla="*/ 6847118 h 6858000"/>
              <a:gd name="connsiteX437" fmla="*/ 1938835 w 7467600"/>
              <a:gd name="connsiteY437" fmla="*/ 6551160 h 6858000"/>
              <a:gd name="connsiteX438" fmla="*/ 1953230 w 7467600"/>
              <a:gd name="connsiteY438" fmla="*/ 6759699 h 6858000"/>
              <a:gd name="connsiteX439" fmla="*/ 1956763 w 7467600"/>
              <a:gd name="connsiteY439" fmla="*/ 6778191 h 6858000"/>
              <a:gd name="connsiteX440" fmla="*/ 1967925 w 7467600"/>
              <a:gd name="connsiteY440" fmla="*/ 6858000 h 6858000"/>
              <a:gd name="connsiteX441" fmla="*/ 1936622 w 7467600"/>
              <a:gd name="connsiteY441" fmla="*/ 6858000 h 6858000"/>
              <a:gd name="connsiteX442" fmla="*/ 1926261 w 7467600"/>
              <a:gd name="connsiteY442" fmla="*/ 6784064 h 6858000"/>
              <a:gd name="connsiteX443" fmla="*/ 1922724 w 7467600"/>
              <a:gd name="connsiteY443" fmla="*/ 6765577 h 6858000"/>
              <a:gd name="connsiteX444" fmla="*/ 1904650 w 7467600"/>
              <a:gd name="connsiteY444" fmla="*/ 6639616 h 6858000"/>
              <a:gd name="connsiteX445" fmla="*/ 1885273 w 7467600"/>
              <a:gd name="connsiteY445" fmla="*/ 6858000 h 6858000"/>
              <a:gd name="connsiteX446" fmla="*/ 1854363 w 7467600"/>
              <a:gd name="connsiteY446" fmla="*/ 6858000 h 6858000"/>
              <a:gd name="connsiteX447" fmla="*/ 1880391 w 7467600"/>
              <a:gd name="connsiteY447" fmla="*/ 6603796 h 6858000"/>
              <a:gd name="connsiteX448" fmla="*/ 1818273 w 7467600"/>
              <a:gd name="connsiteY448" fmla="*/ 6715729 h 6858000"/>
              <a:gd name="connsiteX449" fmla="*/ 1794691 w 7467600"/>
              <a:gd name="connsiteY449" fmla="*/ 6843239 h 6858000"/>
              <a:gd name="connsiteX450" fmla="*/ 1794914 w 7467600"/>
              <a:gd name="connsiteY450" fmla="*/ 6858000 h 6858000"/>
              <a:gd name="connsiteX451" fmla="*/ 1746128 w 7467600"/>
              <a:gd name="connsiteY451" fmla="*/ 6858000 h 6858000"/>
              <a:gd name="connsiteX452" fmla="*/ 1753934 w 7467600"/>
              <a:gd name="connsiteY452" fmla="*/ 6724796 h 6858000"/>
              <a:gd name="connsiteX453" fmla="*/ 1792053 w 7467600"/>
              <a:gd name="connsiteY453" fmla="*/ 6572396 h 6858000"/>
              <a:gd name="connsiteX454" fmla="*/ 1862248 w 7467600"/>
              <a:gd name="connsiteY454" fmla="*/ 6266397 h 6858000"/>
              <a:gd name="connsiteX455" fmla="*/ 1862250 w 7467600"/>
              <a:gd name="connsiteY455" fmla="*/ 6033531 h 6858000"/>
              <a:gd name="connsiteX456" fmla="*/ 1211999 w 7467600"/>
              <a:gd name="connsiteY456" fmla="*/ 6683610 h 6858000"/>
              <a:gd name="connsiteX457" fmla="*/ 1213266 w 7467600"/>
              <a:gd name="connsiteY457" fmla="*/ 6691947 h 6858000"/>
              <a:gd name="connsiteX458" fmla="*/ 1203370 w 7467600"/>
              <a:gd name="connsiteY458" fmla="*/ 6850676 h 6858000"/>
              <a:gd name="connsiteX459" fmla="*/ 1203671 w 7467600"/>
              <a:gd name="connsiteY459" fmla="*/ 6858000 h 6858000"/>
              <a:gd name="connsiteX460" fmla="*/ 1143180 w 7467600"/>
              <a:gd name="connsiteY460" fmla="*/ 6858000 h 6858000"/>
              <a:gd name="connsiteX461" fmla="*/ 1142176 w 7467600"/>
              <a:gd name="connsiteY461" fmla="*/ 6766045 h 6858000"/>
              <a:gd name="connsiteX462" fmla="*/ 1067484 w 7467600"/>
              <a:gd name="connsiteY462" fmla="*/ 6858000 h 6858000"/>
              <a:gd name="connsiteX463" fmla="*/ 953928 w 7467600"/>
              <a:gd name="connsiteY463" fmla="*/ 6858000 h 6858000"/>
              <a:gd name="connsiteX464" fmla="*/ 959715 w 7467600"/>
              <a:gd name="connsiteY464" fmla="*/ 6850185 h 6858000"/>
              <a:gd name="connsiteX465" fmla="*/ 1483788 w 7467600"/>
              <a:gd name="connsiteY465" fmla="*/ 6259174 h 6858000"/>
              <a:gd name="connsiteX466" fmla="*/ 1100671 w 7467600"/>
              <a:gd name="connsiteY466" fmla="*/ 6252137 h 6858000"/>
              <a:gd name="connsiteX467" fmla="*/ 1090144 w 7467600"/>
              <a:gd name="connsiteY467" fmla="*/ 6256748 h 6858000"/>
              <a:gd name="connsiteX468" fmla="*/ 1095872 w 7467600"/>
              <a:gd name="connsiteY468" fmla="*/ 6271892 h 6858000"/>
              <a:gd name="connsiteX469" fmla="*/ 262785 w 7467600"/>
              <a:gd name="connsiteY469" fmla="*/ 6845450 h 6858000"/>
              <a:gd name="connsiteX470" fmla="*/ 209968 w 7467600"/>
              <a:gd name="connsiteY470" fmla="*/ 6770713 h 6858000"/>
              <a:gd name="connsiteX471" fmla="*/ 873460 w 7467600"/>
              <a:gd name="connsiteY471" fmla="*/ 6253768 h 6858000"/>
              <a:gd name="connsiteX472" fmla="*/ 192686 w 7467600"/>
              <a:gd name="connsiteY472" fmla="*/ 5849257 h 6858000"/>
              <a:gd name="connsiteX473" fmla="*/ 4696 w 7467600"/>
              <a:gd name="connsiteY473" fmla="*/ 5697668 h 6858000"/>
              <a:gd name="connsiteX474" fmla="*/ 0 w 7467600"/>
              <a:gd name="connsiteY474" fmla="*/ 5689984 h 6858000"/>
              <a:gd name="connsiteX475" fmla="*/ 0 w 7467600"/>
              <a:gd name="connsiteY475" fmla="*/ 5513472 h 6858000"/>
              <a:gd name="connsiteX476" fmla="*/ 174101 w 7467600"/>
              <a:gd name="connsiteY476" fmla="*/ 5620277 h 6858000"/>
              <a:gd name="connsiteX477" fmla="*/ 891800 w 7467600"/>
              <a:gd name="connsiteY477" fmla="*/ 6036935 h 6858000"/>
              <a:gd name="connsiteX478" fmla="*/ 1072219 w 7467600"/>
              <a:gd name="connsiteY478" fmla="*/ 6169443 h 6858000"/>
              <a:gd name="connsiteX479" fmla="*/ 1074117 w 7467600"/>
              <a:gd name="connsiteY479" fmla="*/ 6170301 h 6858000"/>
              <a:gd name="connsiteX480" fmla="*/ 1083114 w 7467600"/>
              <a:gd name="connsiteY480" fmla="*/ 6174131 h 6858000"/>
              <a:gd name="connsiteX481" fmla="*/ 1543010 w 7467600"/>
              <a:gd name="connsiteY481" fmla="*/ 6191140 h 6858000"/>
              <a:gd name="connsiteX482" fmla="*/ 1551080 w 7467600"/>
              <a:gd name="connsiteY482" fmla="*/ 6195006 h 6858000"/>
              <a:gd name="connsiteX483" fmla="*/ 2345443 w 7467600"/>
              <a:gd name="connsiteY483" fmla="*/ 5549882 h 6858000"/>
              <a:gd name="connsiteX484" fmla="*/ 1721499 w 7467600"/>
              <a:gd name="connsiteY484" fmla="*/ 5599969 h 6858000"/>
              <a:gd name="connsiteX485" fmla="*/ 767716 w 7467600"/>
              <a:gd name="connsiteY485" fmla="*/ 5472768 h 6858000"/>
              <a:gd name="connsiteX486" fmla="*/ 722147 w 7467600"/>
              <a:gd name="connsiteY486" fmla="*/ 5393091 h 6858000"/>
              <a:gd name="connsiteX487" fmla="*/ 1485552 w 7467600"/>
              <a:gd name="connsiteY487" fmla="*/ 5313202 h 6858000"/>
              <a:gd name="connsiteX488" fmla="*/ 2143004 w 7467600"/>
              <a:gd name="connsiteY488" fmla="*/ 5402420 h 6858000"/>
              <a:gd name="connsiteX489" fmla="*/ 1933391 w 7467600"/>
              <a:gd name="connsiteY489" fmla="*/ 5156971 h 6858000"/>
              <a:gd name="connsiteX490" fmla="*/ 1827118 w 7467600"/>
              <a:gd name="connsiteY490" fmla="*/ 4968410 h 6858000"/>
              <a:gd name="connsiteX491" fmla="*/ 1837349 w 7467600"/>
              <a:gd name="connsiteY491" fmla="*/ 4956357 h 6858000"/>
              <a:gd name="connsiteX492" fmla="*/ 2162835 w 7467600"/>
              <a:gd name="connsiteY492" fmla="*/ 5187853 h 6858000"/>
              <a:gd name="connsiteX493" fmla="*/ 2257167 w 7467600"/>
              <a:gd name="connsiteY493" fmla="*/ 5462123 h 6858000"/>
              <a:gd name="connsiteX494" fmla="*/ 2261598 w 7467600"/>
              <a:gd name="connsiteY494" fmla="*/ 5467998 h 6858000"/>
              <a:gd name="connsiteX495" fmla="*/ 2437177 w 7467600"/>
              <a:gd name="connsiteY495" fmla="*/ 5479608 h 6858000"/>
              <a:gd name="connsiteX496" fmla="*/ 2445247 w 7467600"/>
              <a:gd name="connsiteY496" fmla="*/ 5483476 h 6858000"/>
              <a:gd name="connsiteX497" fmla="*/ 2743626 w 7467600"/>
              <a:gd name="connsiteY497" fmla="*/ 5304819 h 6858000"/>
              <a:gd name="connsiteX498" fmla="*/ 3048102 w 7467600"/>
              <a:gd name="connsiteY498" fmla="*/ 5150595 h 6858000"/>
              <a:gd name="connsiteX499" fmla="*/ 1799414 w 7467600"/>
              <a:gd name="connsiteY499" fmla="*/ 4694732 h 6858000"/>
              <a:gd name="connsiteX500" fmla="*/ 1771735 w 7467600"/>
              <a:gd name="connsiteY500" fmla="*/ 4619929 h 6858000"/>
              <a:gd name="connsiteX501" fmla="*/ 3104273 w 7467600"/>
              <a:gd name="connsiteY501" fmla="*/ 5076159 h 6858000"/>
              <a:gd name="connsiteX502" fmla="*/ 3113245 w 7467600"/>
              <a:gd name="connsiteY502" fmla="*/ 5090705 h 6858000"/>
              <a:gd name="connsiteX503" fmla="*/ 3126294 w 7467600"/>
              <a:gd name="connsiteY503" fmla="*/ 5114400 h 6858000"/>
              <a:gd name="connsiteX504" fmla="*/ 3937433 w 7467600"/>
              <a:gd name="connsiteY504" fmla="*/ 4830473 h 6858000"/>
              <a:gd name="connsiteX505" fmla="*/ 3590475 w 7467600"/>
              <a:gd name="connsiteY505" fmla="*/ 4597974 h 6858000"/>
              <a:gd name="connsiteX506" fmla="*/ 3100264 w 7467600"/>
              <a:gd name="connsiteY506" fmla="*/ 4579845 h 6858000"/>
              <a:gd name="connsiteX507" fmla="*/ 2183576 w 7467600"/>
              <a:gd name="connsiteY507" fmla="*/ 4227150 h 6858000"/>
              <a:gd name="connsiteX508" fmla="*/ 2151029 w 7467600"/>
              <a:gd name="connsiteY508" fmla="*/ 4146947 h 6858000"/>
              <a:gd name="connsiteX509" fmla="*/ 3563434 w 7467600"/>
              <a:gd name="connsiteY509" fmla="*/ 4469115 h 6858000"/>
              <a:gd name="connsiteX510" fmla="*/ 3177952 w 7467600"/>
              <a:gd name="connsiteY510" fmla="*/ 3657386 h 6858000"/>
              <a:gd name="connsiteX511" fmla="*/ 3189263 w 7467600"/>
              <a:gd name="connsiteY511" fmla="*/ 3625726 h 6858000"/>
              <a:gd name="connsiteX512" fmla="*/ 3560912 w 7467600"/>
              <a:gd name="connsiteY512" fmla="*/ 4079863 h 6858000"/>
              <a:gd name="connsiteX513" fmla="*/ 3626636 w 7467600"/>
              <a:gd name="connsiteY513" fmla="*/ 4512230 h 6858000"/>
              <a:gd name="connsiteX514" fmla="*/ 3653088 w 7467600"/>
              <a:gd name="connsiteY514" fmla="*/ 4521417 h 6858000"/>
              <a:gd name="connsiteX515" fmla="*/ 3988128 w 7467600"/>
              <a:gd name="connsiteY515" fmla="*/ 4817267 h 6858000"/>
              <a:gd name="connsiteX516" fmla="*/ 4830582 w 7467600"/>
              <a:gd name="connsiteY516" fmla="*/ 4676000 h 6858000"/>
              <a:gd name="connsiteX517" fmla="*/ 4830100 w 7467600"/>
              <a:gd name="connsiteY517" fmla="*/ 4675554 h 6858000"/>
              <a:gd name="connsiteX518" fmla="*/ 4036318 w 7467600"/>
              <a:gd name="connsiteY518" fmla="*/ 4147013 h 6858000"/>
              <a:gd name="connsiteX519" fmla="*/ 3432098 w 7467600"/>
              <a:gd name="connsiteY519" fmla="*/ 3537312 h 6858000"/>
              <a:gd name="connsiteX520" fmla="*/ 3446761 w 7467600"/>
              <a:gd name="connsiteY520" fmla="*/ 3461278 h 6858000"/>
              <a:gd name="connsiteX521" fmla="*/ 4419733 w 7467600"/>
              <a:gd name="connsiteY521" fmla="*/ 3963555 h 6858000"/>
              <a:gd name="connsiteX522" fmla="*/ 4781371 w 7467600"/>
              <a:gd name="connsiteY522" fmla="*/ 4458604 h 6858000"/>
              <a:gd name="connsiteX523" fmla="*/ 4780440 w 7467600"/>
              <a:gd name="connsiteY523" fmla="*/ 4470290 h 6858000"/>
              <a:gd name="connsiteX524" fmla="*/ 4898954 w 7467600"/>
              <a:gd name="connsiteY524" fmla="*/ 4662092 h 6858000"/>
              <a:gd name="connsiteX525" fmla="*/ 4900699 w 7467600"/>
              <a:gd name="connsiteY525" fmla="*/ 4670867 h 6858000"/>
              <a:gd name="connsiteX526" fmla="*/ 5714511 w 7467600"/>
              <a:gd name="connsiteY526" fmla="*/ 4663483 h 6858000"/>
              <a:gd name="connsiteX527" fmla="*/ 5464793 w 7467600"/>
              <a:gd name="connsiteY527" fmla="*/ 4393556 h 6858000"/>
              <a:gd name="connsiteX528" fmla="*/ 5461897 w 7467600"/>
              <a:gd name="connsiteY528" fmla="*/ 4390879 h 6858000"/>
              <a:gd name="connsiteX529" fmla="*/ 4294126 w 7467600"/>
              <a:gd name="connsiteY529" fmla="*/ 3303048 h 6858000"/>
              <a:gd name="connsiteX530" fmla="*/ 4305321 w 7467600"/>
              <a:gd name="connsiteY530" fmla="*/ 3256953 h 6858000"/>
              <a:gd name="connsiteX531" fmla="*/ 4949299 w 7467600"/>
              <a:gd name="connsiteY531" fmla="*/ 3766336 h 6858000"/>
              <a:gd name="connsiteX532" fmla="*/ 5291452 w 7467600"/>
              <a:gd name="connsiteY532" fmla="*/ 4076801 h 6858000"/>
              <a:gd name="connsiteX533" fmla="*/ 5434998 w 7467600"/>
              <a:gd name="connsiteY533" fmla="*/ 4254100 h 6858000"/>
              <a:gd name="connsiteX534" fmla="*/ 5351015 w 7467600"/>
              <a:gd name="connsiteY534" fmla="*/ 3760989 h 6858000"/>
              <a:gd name="connsiteX535" fmla="*/ 5413780 w 7467600"/>
              <a:gd name="connsiteY535" fmla="*/ 2966265 h 6858000"/>
              <a:gd name="connsiteX536" fmla="*/ 5425627 w 7467600"/>
              <a:gd name="connsiteY536" fmla="*/ 2954192 h 6858000"/>
              <a:gd name="connsiteX537" fmla="*/ 6604735 w 7467600"/>
              <a:gd name="connsiteY537" fmla="*/ 2041381 h 6858000"/>
              <a:gd name="connsiteX538" fmla="*/ 7204487 w 7467600"/>
              <a:gd name="connsiteY538" fmla="*/ 2742112 h 6858000"/>
              <a:gd name="connsiteX539" fmla="*/ 7131592 w 7467600"/>
              <a:gd name="connsiteY539" fmla="*/ 2672096 h 6858000"/>
              <a:gd name="connsiteX540" fmla="*/ 6996344 w 7467600"/>
              <a:gd name="connsiteY540" fmla="*/ 2518310 h 6858000"/>
              <a:gd name="connsiteX541" fmla="*/ 6735495 w 7467600"/>
              <a:gd name="connsiteY541" fmla="*/ 2196890 h 6858000"/>
              <a:gd name="connsiteX542" fmla="*/ 6721901 w 7467600"/>
              <a:gd name="connsiteY542" fmla="*/ 2179274 h 6858000"/>
              <a:gd name="connsiteX543" fmla="*/ 6604735 w 7467600"/>
              <a:gd name="connsiteY543" fmla="*/ 2041381 h 6858000"/>
              <a:gd name="connsiteX544" fmla="*/ 6591670 w 7467600"/>
              <a:gd name="connsiteY544" fmla="*/ 1988277 h 6858000"/>
              <a:gd name="connsiteX545" fmla="*/ 6747349 w 7467600"/>
              <a:gd name="connsiteY545" fmla="*/ 2160069 h 6858000"/>
              <a:gd name="connsiteX546" fmla="*/ 6760943 w 7467600"/>
              <a:gd name="connsiteY546" fmla="*/ 2177686 h 6858000"/>
              <a:gd name="connsiteX547" fmla="*/ 7021065 w 7467600"/>
              <a:gd name="connsiteY547" fmla="*/ 2498102 h 6858000"/>
              <a:gd name="connsiteX548" fmla="*/ 7155223 w 7467600"/>
              <a:gd name="connsiteY548" fmla="*/ 2650386 h 6858000"/>
              <a:gd name="connsiteX549" fmla="*/ 7203167 w 7467600"/>
              <a:gd name="connsiteY549" fmla="*/ 2697288 h 6858000"/>
              <a:gd name="connsiteX550" fmla="*/ 6937703 w 7467600"/>
              <a:gd name="connsiteY550" fmla="*/ 2321981 h 6858000"/>
              <a:gd name="connsiteX551" fmla="*/ 6591670 w 7467600"/>
              <a:gd name="connsiteY551" fmla="*/ 1988277 h 6858000"/>
              <a:gd name="connsiteX552" fmla="*/ 5798671 w 7467600"/>
              <a:gd name="connsiteY552" fmla="*/ 1981601 h 6858000"/>
              <a:gd name="connsiteX553" fmla="*/ 5754709 w 7467600"/>
              <a:gd name="connsiteY553" fmla="*/ 2071454 h 6858000"/>
              <a:gd name="connsiteX554" fmla="*/ 5763044 w 7467600"/>
              <a:gd name="connsiteY554" fmla="*/ 2842206 h 6858000"/>
              <a:gd name="connsiteX555" fmla="*/ 5764974 w 7467600"/>
              <a:gd name="connsiteY555" fmla="*/ 2799609 h 6858000"/>
              <a:gd name="connsiteX556" fmla="*/ 5767665 w 7467600"/>
              <a:gd name="connsiteY556" fmla="*/ 2666409 h 6858000"/>
              <a:gd name="connsiteX557" fmla="*/ 5763055 w 7467600"/>
              <a:gd name="connsiteY557" fmla="*/ 2579705 h 6858000"/>
              <a:gd name="connsiteX558" fmla="*/ 5758079 w 7467600"/>
              <a:gd name="connsiteY558" fmla="*/ 2492508 h 6858000"/>
              <a:gd name="connsiteX559" fmla="*/ 5779325 w 7467600"/>
              <a:gd name="connsiteY559" fmla="*/ 2197069 h 6858000"/>
              <a:gd name="connsiteX560" fmla="*/ 5798671 w 7467600"/>
              <a:gd name="connsiteY560" fmla="*/ 1981601 h 6858000"/>
              <a:gd name="connsiteX561" fmla="*/ 5829202 w 7467600"/>
              <a:gd name="connsiteY561" fmla="*/ 1971679 h 6858000"/>
              <a:gd name="connsiteX562" fmla="*/ 5809558 w 7467600"/>
              <a:gd name="connsiteY562" fmla="*/ 2198043 h 6858000"/>
              <a:gd name="connsiteX563" fmla="*/ 5788653 w 7467600"/>
              <a:gd name="connsiteY563" fmla="*/ 2489430 h 6858000"/>
              <a:gd name="connsiteX564" fmla="*/ 5793439 w 7467600"/>
              <a:gd name="connsiteY564" fmla="*/ 2575235 h 6858000"/>
              <a:gd name="connsiteX565" fmla="*/ 5796837 w 7467600"/>
              <a:gd name="connsiteY565" fmla="*/ 2637633 h 6858000"/>
              <a:gd name="connsiteX566" fmla="*/ 5818614 w 7467600"/>
              <a:gd name="connsiteY566" fmla="*/ 2473055 h 6858000"/>
              <a:gd name="connsiteX567" fmla="*/ 5829202 w 7467600"/>
              <a:gd name="connsiteY567" fmla="*/ 1971679 h 6858000"/>
              <a:gd name="connsiteX568" fmla="*/ 5911389 w 7467600"/>
              <a:gd name="connsiteY568" fmla="*/ 1898371 h 6858000"/>
              <a:gd name="connsiteX569" fmla="*/ 6237627 w 7467600"/>
              <a:gd name="connsiteY569" fmla="*/ 2231921 h 6858000"/>
              <a:gd name="connsiteX570" fmla="*/ 5911389 w 7467600"/>
              <a:gd name="connsiteY570" fmla="*/ 1898371 h 6858000"/>
              <a:gd name="connsiteX571" fmla="*/ 6944437 w 7467600"/>
              <a:gd name="connsiteY571" fmla="*/ 1575402 h 6858000"/>
              <a:gd name="connsiteX572" fmla="*/ 6304730 w 7467600"/>
              <a:gd name="connsiteY572" fmla="*/ 1766654 h 6858000"/>
              <a:gd name="connsiteX573" fmla="*/ 6944437 w 7467600"/>
              <a:gd name="connsiteY573" fmla="*/ 1575402 h 6858000"/>
              <a:gd name="connsiteX574" fmla="*/ 7019523 w 7467600"/>
              <a:gd name="connsiteY574" fmla="*/ 1519450 h 6858000"/>
              <a:gd name="connsiteX575" fmla="*/ 6298091 w 7467600"/>
              <a:gd name="connsiteY575" fmla="*/ 1737122 h 6858000"/>
              <a:gd name="connsiteX576" fmla="*/ 7019523 w 7467600"/>
              <a:gd name="connsiteY576" fmla="*/ 1519450 h 6858000"/>
              <a:gd name="connsiteX577" fmla="*/ 2399523 w 7467600"/>
              <a:gd name="connsiteY577" fmla="*/ 1428234 h 6858000"/>
              <a:gd name="connsiteX578" fmla="*/ 2224982 w 7467600"/>
              <a:gd name="connsiteY578" fmla="*/ 1826201 h 6858000"/>
              <a:gd name="connsiteX579" fmla="*/ 2096099 w 7467600"/>
              <a:gd name="connsiteY579" fmla="*/ 2345900 h 6858000"/>
              <a:gd name="connsiteX580" fmla="*/ 2283317 w 7467600"/>
              <a:gd name="connsiteY580" fmla="*/ 1796925 h 6858000"/>
              <a:gd name="connsiteX581" fmla="*/ 2399523 w 7467600"/>
              <a:gd name="connsiteY581" fmla="*/ 1428234 h 6858000"/>
              <a:gd name="connsiteX582" fmla="*/ 2448558 w 7467600"/>
              <a:gd name="connsiteY582" fmla="*/ 1373435 h 6858000"/>
              <a:gd name="connsiteX583" fmla="*/ 2312521 w 7467600"/>
              <a:gd name="connsiteY583" fmla="*/ 1806140 h 6858000"/>
              <a:gd name="connsiteX584" fmla="*/ 2127533 w 7467600"/>
              <a:gd name="connsiteY584" fmla="*/ 2348380 h 6858000"/>
              <a:gd name="connsiteX585" fmla="*/ 2358080 w 7467600"/>
              <a:gd name="connsiteY585" fmla="*/ 1866134 h 6858000"/>
              <a:gd name="connsiteX586" fmla="*/ 2407436 w 7467600"/>
              <a:gd name="connsiteY586" fmla="*/ 1651070 h 6858000"/>
              <a:gd name="connsiteX587" fmla="*/ 2448558 w 7467600"/>
              <a:gd name="connsiteY587" fmla="*/ 1373435 h 6858000"/>
              <a:gd name="connsiteX588" fmla="*/ 278707 w 7467600"/>
              <a:gd name="connsiteY588" fmla="*/ 1352270 h 6858000"/>
              <a:gd name="connsiteX589" fmla="*/ 321570 w 7467600"/>
              <a:gd name="connsiteY589" fmla="*/ 1861610 h 6858000"/>
              <a:gd name="connsiteX590" fmla="*/ 294281 w 7467600"/>
              <a:gd name="connsiteY590" fmla="*/ 1440658 h 6858000"/>
              <a:gd name="connsiteX591" fmla="*/ 278707 w 7467600"/>
              <a:gd name="connsiteY591" fmla="*/ 1352270 h 6858000"/>
              <a:gd name="connsiteX592" fmla="*/ 1423821 w 7467600"/>
              <a:gd name="connsiteY592" fmla="*/ 1351958 h 6858000"/>
              <a:gd name="connsiteX593" fmla="*/ 1638521 w 7467600"/>
              <a:gd name="connsiteY593" fmla="*/ 1908470 h 6858000"/>
              <a:gd name="connsiteX594" fmla="*/ 1754199 w 7467600"/>
              <a:gd name="connsiteY594" fmla="*/ 2149284 h 6858000"/>
              <a:gd name="connsiteX595" fmla="*/ 1908359 w 7467600"/>
              <a:gd name="connsiteY595" fmla="*/ 2364988 h 6858000"/>
              <a:gd name="connsiteX596" fmla="*/ 1647661 w 7467600"/>
              <a:gd name="connsiteY596" fmla="*/ 1825945 h 6858000"/>
              <a:gd name="connsiteX597" fmla="*/ 1423821 w 7467600"/>
              <a:gd name="connsiteY597" fmla="*/ 1351958 h 6858000"/>
              <a:gd name="connsiteX598" fmla="*/ 1431890 w 7467600"/>
              <a:gd name="connsiteY598" fmla="*/ 1306475 h 6858000"/>
              <a:gd name="connsiteX599" fmla="*/ 1507597 w 7467600"/>
              <a:gd name="connsiteY599" fmla="*/ 1446132 h 6858000"/>
              <a:gd name="connsiteX600" fmla="*/ 1674586 w 7467600"/>
              <a:gd name="connsiteY600" fmla="*/ 1813832 h 6858000"/>
              <a:gd name="connsiteX601" fmla="*/ 1815950 w 7467600"/>
              <a:gd name="connsiteY601" fmla="*/ 2128564 h 6858000"/>
              <a:gd name="connsiteX602" fmla="*/ 1984242 w 7467600"/>
              <a:gd name="connsiteY602" fmla="*/ 2430829 h 6858000"/>
              <a:gd name="connsiteX603" fmla="*/ 2014023 w 7467600"/>
              <a:gd name="connsiteY603" fmla="*/ 2450995 h 6858000"/>
              <a:gd name="connsiteX604" fmla="*/ 1747337 w 7467600"/>
              <a:gd name="connsiteY604" fmla="*/ 1855264 h 6858000"/>
              <a:gd name="connsiteX605" fmla="*/ 1533749 w 7467600"/>
              <a:gd name="connsiteY605" fmla="*/ 1478656 h 6858000"/>
              <a:gd name="connsiteX606" fmla="*/ 1431890 w 7467600"/>
              <a:gd name="connsiteY606" fmla="*/ 1306475 h 6858000"/>
              <a:gd name="connsiteX607" fmla="*/ 5052692 w 7467600"/>
              <a:gd name="connsiteY607" fmla="*/ 1292994 h 6858000"/>
              <a:gd name="connsiteX608" fmla="*/ 5200661 w 7467600"/>
              <a:gd name="connsiteY608" fmla="*/ 1635186 h 6858000"/>
              <a:gd name="connsiteX609" fmla="*/ 5297138 w 7467600"/>
              <a:gd name="connsiteY609" fmla="*/ 1906351 h 6858000"/>
              <a:gd name="connsiteX610" fmla="*/ 5052692 w 7467600"/>
              <a:gd name="connsiteY610" fmla="*/ 1292994 h 6858000"/>
              <a:gd name="connsiteX611" fmla="*/ 5009948 w 7467600"/>
              <a:gd name="connsiteY611" fmla="*/ 1273619 h 6858000"/>
              <a:gd name="connsiteX612" fmla="*/ 5121777 w 7467600"/>
              <a:gd name="connsiteY612" fmla="*/ 1654213 h 6858000"/>
              <a:gd name="connsiteX613" fmla="*/ 5293545 w 7467600"/>
              <a:gd name="connsiteY613" fmla="*/ 2072247 h 6858000"/>
              <a:gd name="connsiteX614" fmla="*/ 5294042 w 7467600"/>
              <a:gd name="connsiteY614" fmla="*/ 2065019 h 6858000"/>
              <a:gd name="connsiteX615" fmla="*/ 5171936 w 7467600"/>
              <a:gd name="connsiteY615" fmla="*/ 1647613 h 6858000"/>
              <a:gd name="connsiteX616" fmla="*/ 5009948 w 7467600"/>
              <a:gd name="connsiteY616" fmla="*/ 1273619 h 6858000"/>
              <a:gd name="connsiteX617" fmla="*/ 655236 w 7467600"/>
              <a:gd name="connsiteY617" fmla="*/ 1268632 h 6858000"/>
              <a:gd name="connsiteX618" fmla="*/ 839521 w 7467600"/>
              <a:gd name="connsiteY618" fmla="*/ 1685315 h 6858000"/>
              <a:gd name="connsiteX619" fmla="*/ 1109416 w 7467600"/>
              <a:gd name="connsiteY619" fmla="*/ 2061663 h 6858000"/>
              <a:gd name="connsiteX620" fmla="*/ 1298300 w 7467600"/>
              <a:gd name="connsiteY620" fmla="*/ 2247742 h 6858000"/>
              <a:gd name="connsiteX621" fmla="*/ 1125871 w 7467600"/>
              <a:gd name="connsiteY621" fmla="*/ 1989513 h 6858000"/>
              <a:gd name="connsiteX622" fmla="*/ 981574 w 7467600"/>
              <a:gd name="connsiteY622" fmla="*/ 1783157 h 6858000"/>
              <a:gd name="connsiteX623" fmla="*/ 922198 w 7467600"/>
              <a:gd name="connsiteY623" fmla="*/ 1677437 h 6858000"/>
              <a:gd name="connsiteX624" fmla="*/ 869293 w 7467600"/>
              <a:gd name="connsiteY624" fmla="*/ 1583214 h 6858000"/>
              <a:gd name="connsiteX625" fmla="*/ 751431 w 7467600"/>
              <a:gd name="connsiteY625" fmla="*/ 1405731 h 6858000"/>
              <a:gd name="connsiteX626" fmla="*/ 655236 w 7467600"/>
              <a:gd name="connsiteY626" fmla="*/ 1268632 h 6858000"/>
              <a:gd name="connsiteX627" fmla="*/ 6516292 w 7467600"/>
              <a:gd name="connsiteY627" fmla="*/ 1263064 h 6858000"/>
              <a:gd name="connsiteX628" fmla="*/ 5736320 w 7467600"/>
              <a:gd name="connsiteY628" fmla="*/ 1501803 h 6858000"/>
              <a:gd name="connsiteX629" fmla="*/ 6516292 w 7467600"/>
              <a:gd name="connsiteY629" fmla="*/ 1263064 h 6858000"/>
              <a:gd name="connsiteX630" fmla="*/ 291466 w 7467600"/>
              <a:gd name="connsiteY630" fmla="*/ 1250369 h 6858000"/>
              <a:gd name="connsiteX631" fmla="*/ 323180 w 7467600"/>
              <a:gd name="connsiteY631" fmla="*/ 1435283 h 6858000"/>
              <a:gd name="connsiteX632" fmla="*/ 349381 w 7467600"/>
              <a:gd name="connsiteY632" fmla="*/ 1875041 h 6858000"/>
              <a:gd name="connsiteX633" fmla="*/ 374363 w 7467600"/>
              <a:gd name="connsiteY633" fmla="*/ 1506494 h 6858000"/>
              <a:gd name="connsiteX634" fmla="*/ 302168 w 7467600"/>
              <a:gd name="connsiteY634" fmla="*/ 1274495 h 6858000"/>
              <a:gd name="connsiteX635" fmla="*/ 291466 w 7467600"/>
              <a:gd name="connsiteY635" fmla="*/ 1250369 h 6858000"/>
              <a:gd name="connsiteX636" fmla="*/ 678222 w 7467600"/>
              <a:gd name="connsiteY636" fmla="*/ 1248670 h 6858000"/>
              <a:gd name="connsiteX637" fmla="*/ 775536 w 7467600"/>
              <a:gd name="connsiteY637" fmla="*/ 1388015 h 6858000"/>
              <a:gd name="connsiteX638" fmla="*/ 894529 w 7467600"/>
              <a:gd name="connsiteY638" fmla="*/ 1567739 h 6858000"/>
              <a:gd name="connsiteX639" fmla="*/ 948000 w 7467600"/>
              <a:gd name="connsiteY639" fmla="*/ 1663088 h 6858000"/>
              <a:gd name="connsiteX640" fmla="*/ 1006812 w 7467600"/>
              <a:gd name="connsiteY640" fmla="*/ 1767683 h 6858000"/>
              <a:gd name="connsiteX641" fmla="*/ 1149133 w 7467600"/>
              <a:gd name="connsiteY641" fmla="*/ 1971513 h 6858000"/>
              <a:gd name="connsiteX642" fmla="*/ 1333952 w 7467600"/>
              <a:gd name="connsiteY642" fmla="*/ 2251620 h 6858000"/>
              <a:gd name="connsiteX643" fmla="*/ 1337329 w 7467600"/>
              <a:gd name="connsiteY643" fmla="*/ 2258350 h 6858000"/>
              <a:gd name="connsiteX644" fmla="*/ 1014726 w 7467600"/>
              <a:gd name="connsiteY644" fmla="*/ 1615556 h 6858000"/>
              <a:gd name="connsiteX645" fmla="*/ 678222 w 7467600"/>
              <a:gd name="connsiteY645" fmla="*/ 1248670 h 6858000"/>
              <a:gd name="connsiteX646" fmla="*/ 6691602 w 7467600"/>
              <a:gd name="connsiteY646" fmla="*/ 1140573 h 6858000"/>
              <a:gd name="connsiteX647" fmla="*/ 6571100 w 7467600"/>
              <a:gd name="connsiteY647" fmla="*/ 1183662 h 6858000"/>
              <a:gd name="connsiteX648" fmla="*/ 6241687 w 7467600"/>
              <a:gd name="connsiteY648" fmla="*/ 1257600 h 6858000"/>
              <a:gd name="connsiteX649" fmla="*/ 5693009 w 7467600"/>
              <a:gd name="connsiteY649" fmla="*/ 1478256 h 6858000"/>
              <a:gd name="connsiteX650" fmla="*/ 6548420 w 7467600"/>
              <a:gd name="connsiteY650" fmla="*/ 1214599 h 6858000"/>
              <a:gd name="connsiteX651" fmla="*/ 6605473 w 7467600"/>
              <a:gd name="connsiteY651" fmla="*/ 1184686 h 6858000"/>
              <a:gd name="connsiteX652" fmla="*/ 6691602 w 7467600"/>
              <a:gd name="connsiteY652" fmla="*/ 1140573 h 6858000"/>
              <a:gd name="connsiteX653" fmla="*/ 4002475 w 7467600"/>
              <a:gd name="connsiteY653" fmla="*/ 1037802 h 6858000"/>
              <a:gd name="connsiteX654" fmla="*/ 4000324 w 7467600"/>
              <a:gd name="connsiteY654" fmla="*/ 1039362 h 6858000"/>
              <a:gd name="connsiteX655" fmla="*/ 4002862 w 7467600"/>
              <a:gd name="connsiteY655" fmla="*/ 1042866 h 6858000"/>
              <a:gd name="connsiteX656" fmla="*/ 4002475 w 7467600"/>
              <a:gd name="connsiteY656" fmla="*/ 1037802 h 6858000"/>
              <a:gd name="connsiteX657" fmla="*/ 506322 w 7467600"/>
              <a:gd name="connsiteY657" fmla="*/ 1020997 h 6858000"/>
              <a:gd name="connsiteX658" fmla="*/ 533068 w 7467600"/>
              <a:gd name="connsiteY658" fmla="*/ 1029409 h 6858000"/>
              <a:gd name="connsiteX659" fmla="*/ 1232525 w 7467600"/>
              <a:gd name="connsiteY659" fmla="*/ 1804675 h 6858000"/>
              <a:gd name="connsiteX660" fmla="*/ 1388858 w 7467600"/>
              <a:gd name="connsiteY660" fmla="*/ 2368011 h 6858000"/>
              <a:gd name="connsiteX661" fmla="*/ 1384098 w 7467600"/>
              <a:gd name="connsiteY661" fmla="*/ 2378125 h 6858000"/>
              <a:gd name="connsiteX662" fmla="*/ 1425393 w 7467600"/>
              <a:gd name="connsiteY662" fmla="*/ 2589124 h 6858000"/>
              <a:gd name="connsiteX663" fmla="*/ 1424001 w 7467600"/>
              <a:gd name="connsiteY663" fmla="*/ 2597541 h 6858000"/>
              <a:gd name="connsiteX664" fmla="*/ 2152729 w 7467600"/>
              <a:gd name="connsiteY664" fmla="*/ 2864487 h 6858000"/>
              <a:gd name="connsiteX665" fmla="*/ 2020609 w 7467600"/>
              <a:gd name="connsiteY665" fmla="*/ 2539671 h 6858000"/>
              <a:gd name="connsiteX666" fmla="*/ 2018920 w 7467600"/>
              <a:gd name="connsiteY666" fmla="*/ 2536309 h 6858000"/>
              <a:gd name="connsiteX667" fmla="*/ 1342441 w 7467600"/>
              <a:gd name="connsiteY667" fmla="*/ 1173017 h 6858000"/>
              <a:gd name="connsiteX668" fmla="*/ 1367925 w 7467600"/>
              <a:gd name="connsiteY668" fmla="*/ 1135648 h 6858000"/>
              <a:gd name="connsiteX669" fmla="*/ 1771401 w 7467600"/>
              <a:gd name="connsiteY669" fmla="*/ 1806673 h 6858000"/>
              <a:gd name="connsiteX670" fmla="*/ 1972385 w 7467600"/>
              <a:gd name="connsiteY670" fmla="*/ 2198735 h 6858000"/>
              <a:gd name="connsiteX671" fmla="*/ 2040892 w 7467600"/>
              <a:gd name="connsiteY671" fmla="*/ 2405205 h 6858000"/>
              <a:gd name="connsiteX672" fmla="*/ 2131689 w 7467600"/>
              <a:gd name="connsiteY672" fmla="*/ 1936926 h 6858000"/>
              <a:gd name="connsiteX673" fmla="*/ 2454820 w 7467600"/>
              <a:gd name="connsiteY673" fmla="*/ 1248808 h 6858000"/>
              <a:gd name="connsiteX674" fmla="*/ 2492512 w 7467600"/>
              <a:gd name="connsiteY674" fmla="*/ 1302920 h 6858000"/>
              <a:gd name="connsiteX675" fmla="*/ 2081216 w 7467600"/>
              <a:gd name="connsiteY675" fmla="*/ 2527513 h 6858000"/>
              <a:gd name="connsiteX676" fmla="*/ 2081211 w 7467600"/>
              <a:gd name="connsiteY676" fmla="*/ 2528916 h 6858000"/>
              <a:gd name="connsiteX677" fmla="*/ 2199067 w 7467600"/>
              <a:gd name="connsiteY677" fmla="*/ 2884061 h 6858000"/>
              <a:gd name="connsiteX678" fmla="*/ 3192586 w 7467600"/>
              <a:gd name="connsiteY678" fmla="*/ 3411496 h 6858000"/>
              <a:gd name="connsiteX679" fmla="*/ 3182620 w 7467600"/>
              <a:gd name="connsiteY679" fmla="*/ 3483279 h 6858000"/>
              <a:gd name="connsiteX680" fmla="*/ 2435119 w 7467600"/>
              <a:gd name="connsiteY680" fmla="*/ 3080173 h 6858000"/>
              <a:gd name="connsiteX681" fmla="*/ 2410152 w 7467600"/>
              <a:gd name="connsiteY681" fmla="*/ 3063751 h 6858000"/>
              <a:gd name="connsiteX682" fmla="*/ 2408099 w 7467600"/>
              <a:gd name="connsiteY682" fmla="*/ 3064403 h 6858000"/>
              <a:gd name="connsiteX683" fmla="*/ 2407218 w 7467600"/>
              <a:gd name="connsiteY683" fmla="*/ 3070324 h 6858000"/>
              <a:gd name="connsiteX684" fmla="*/ 2380138 w 7467600"/>
              <a:gd name="connsiteY684" fmla="*/ 3099341 h 6858000"/>
              <a:gd name="connsiteX685" fmla="*/ 1765923 w 7467600"/>
              <a:gd name="connsiteY685" fmla="*/ 3581043 h 6858000"/>
              <a:gd name="connsiteX686" fmla="*/ 1702258 w 7467600"/>
              <a:gd name="connsiteY686" fmla="*/ 3612286 h 6858000"/>
              <a:gd name="connsiteX687" fmla="*/ 1538370 w 7467600"/>
              <a:gd name="connsiteY687" fmla="*/ 3811804 h 6858000"/>
              <a:gd name="connsiteX688" fmla="*/ 542867 w 7467600"/>
              <a:gd name="connsiteY688" fmla="*/ 4944092 h 6858000"/>
              <a:gd name="connsiteX689" fmla="*/ 515800 w 7467600"/>
              <a:gd name="connsiteY689" fmla="*/ 4862180 h 6858000"/>
              <a:gd name="connsiteX690" fmla="*/ 909145 w 7467600"/>
              <a:gd name="connsiteY690" fmla="*/ 4199225 h 6858000"/>
              <a:gd name="connsiteX691" fmla="*/ 1214067 w 7467600"/>
              <a:gd name="connsiteY691" fmla="*/ 3908561 h 6858000"/>
              <a:gd name="connsiteX692" fmla="*/ 640967 w 7467600"/>
              <a:gd name="connsiteY692" fmla="*/ 4105601 h 6858000"/>
              <a:gd name="connsiteX693" fmla="*/ 112563 w 7467600"/>
              <a:gd name="connsiteY693" fmla="*/ 4396952 h 6858000"/>
              <a:gd name="connsiteX694" fmla="*/ 0 w 7467600"/>
              <a:gd name="connsiteY694" fmla="*/ 4466006 h 6858000"/>
              <a:gd name="connsiteX695" fmla="*/ 0 w 7467600"/>
              <a:gd name="connsiteY695" fmla="*/ 4233763 h 6858000"/>
              <a:gd name="connsiteX696" fmla="*/ 36881 w 7467600"/>
              <a:gd name="connsiteY696" fmla="*/ 4200118 h 6858000"/>
              <a:gd name="connsiteX697" fmla="*/ 910534 w 7467600"/>
              <a:gd name="connsiteY697" fmla="*/ 3629753 h 6858000"/>
              <a:gd name="connsiteX698" fmla="*/ 1578717 w 7467600"/>
              <a:gd name="connsiteY698" fmla="*/ 3575982 h 6858000"/>
              <a:gd name="connsiteX699" fmla="*/ 2338780 w 7467600"/>
              <a:gd name="connsiteY699" fmla="*/ 3033725 h 6858000"/>
              <a:gd name="connsiteX700" fmla="*/ 1807991 w 7467600"/>
              <a:gd name="connsiteY700" fmla="*/ 2807184 h 6858000"/>
              <a:gd name="connsiteX701" fmla="*/ 1416358 w 7467600"/>
              <a:gd name="connsiteY701" fmla="*/ 3112571 h 6858000"/>
              <a:gd name="connsiteX702" fmla="*/ 939066 w 7467600"/>
              <a:gd name="connsiteY702" fmla="*/ 3378798 h 6858000"/>
              <a:gd name="connsiteX703" fmla="*/ 115099 w 7467600"/>
              <a:gd name="connsiteY703" fmla="*/ 3607650 h 6858000"/>
              <a:gd name="connsiteX704" fmla="*/ 97284 w 7467600"/>
              <a:gd name="connsiteY704" fmla="*/ 3520393 h 6858000"/>
              <a:gd name="connsiteX705" fmla="*/ 922050 w 7467600"/>
              <a:gd name="connsiteY705" fmla="*/ 3074867 h 6858000"/>
              <a:gd name="connsiteX706" fmla="*/ 1405265 w 7467600"/>
              <a:gd name="connsiteY706" fmla="*/ 3016319 h 6858000"/>
              <a:gd name="connsiteX707" fmla="*/ 1407512 w 7467600"/>
              <a:gd name="connsiteY707" fmla="*/ 3018001 h 6858000"/>
              <a:gd name="connsiteX708" fmla="*/ 1726266 w 7467600"/>
              <a:gd name="connsiteY708" fmla="*/ 2777274 h 6858000"/>
              <a:gd name="connsiteX709" fmla="*/ 625390 w 7467600"/>
              <a:gd name="connsiteY709" fmla="*/ 2514541 h 6858000"/>
              <a:gd name="connsiteX710" fmla="*/ 619799 w 7467600"/>
              <a:gd name="connsiteY710" fmla="*/ 2527180 h 6858000"/>
              <a:gd name="connsiteX711" fmla="*/ 310030 w 7467600"/>
              <a:gd name="connsiteY711" fmla="*/ 2771818 h 6858000"/>
              <a:gd name="connsiteX712" fmla="*/ 173877 w 7467600"/>
              <a:gd name="connsiteY712" fmla="*/ 2937056 h 6858000"/>
              <a:gd name="connsiteX713" fmla="*/ 77889 w 7467600"/>
              <a:gd name="connsiteY713" fmla="*/ 3138440 h 6858000"/>
              <a:gd name="connsiteX714" fmla="*/ 0 w 7467600"/>
              <a:gd name="connsiteY714" fmla="*/ 3271395 h 6858000"/>
              <a:gd name="connsiteX715" fmla="*/ 0 w 7467600"/>
              <a:gd name="connsiteY715" fmla="*/ 3153002 h 6858000"/>
              <a:gd name="connsiteX716" fmla="*/ 2386 w 7467600"/>
              <a:gd name="connsiteY716" fmla="*/ 3149203 h 6858000"/>
              <a:gd name="connsiteX717" fmla="*/ 89753 w 7467600"/>
              <a:gd name="connsiteY717" fmla="*/ 2987702 h 6858000"/>
              <a:gd name="connsiteX718" fmla="*/ 76869 w 7467600"/>
              <a:gd name="connsiteY718" fmla="*/ 3005404 h 6858000"/>
              <a:gd name="connsiteX719" fmla="*/ 32049 w 7467600"/>
              <a:gd name="connsiteY719" fmla="*/ 3065814 h 6858000"/>
              <a:gd name="connsiteX720" fmla="*/ 0 w 7467600"/>
              <a:gd name="connsiteY720" fmla="*/ 3108744 h 6858000"/>
              <a:gd name="connsiteX721" fmla="*/ 0 w 7467600"/>
              <a:gd name="connsiteY721" fmla="*/ 3058059 h 6858000"/>
              <a:gd name="connsiteX722" fmla="*/ 7610 w 7467600"/>
              <a:gd name="connsiteY722" fmla="*/ 3047889 h 6858000"/>
              <a:gd name="connsiteX723" fmla="*/ 52419 w 7467600"/>
              <a:gd name="connsiteY723" fmla="*/ 2987479 h 6858000"/>
              <a:gd name="connsiteX724" fmla="*/ 59142 w 7467600"/>
              <a:gd name="connsiteY724" fmla="*/ 2978488 h 6858000"/>
              <a:gd name="connsiteX725" fmla="*/ 0 w 7467600"/>
              <a:gd name="connsiteY725" fmla="*/ 3015334 h 6858000"/>
              <a:gd name="connsiteX726" fmla="*/ 0 w 7467600"/>
              <a:gd name="connsiteY726" fmla="*/ 2914286 h 6858000"/>
              <a:gd name="connsiteX727" fmla="*/ 36383 w 7467600"/>
              <a:gd name="connsiteY727" fmla="*/ 2901128 h 6858000"/>
              <a:gd name="connsiteX728" fmla="*/ 156329 w 7467600"/>
              <a:gd name="connsiteY728" fmla="*/ 2840533 h 6858000"/>
              <a:gd name="connsiteX729" fmla="*/ 358355 w 7467600"/>
              <a:gd name="connsiteY729" fmla="*/ 2620471 h 6858000"/>
              <a:gd name="connsiteX730" fmla="*/ 510577 w 7467600"/>
              <a:gd name="connsiteY730" fmla="*/ 2501244 h 6858000"/>
              <a:gd name="connsiteX731" fmla="*/ 211967 w 7467600"/>
              <a:gd name="connsiteY731" fmla="*/ 2479171 h 6858000"/>
              <a:gd name="connsiteX732" fmla="*/ 0 w 7467600"/>
              <a:gd name="connsiteY732" fmla="*/ 2476398 h 6858000"/>
              <a:gd name="connsiteX733" fmla="*/ 0 w 7467600"/>
              <a:gd name="connsiteY733" fmla="*/ 2389189 h 6858000"/>
              <a:gd name="connsiteX734" fmla="*/ 103062 w 7467600"/>
              <a:gd name="connsiteY734" fmla="*/ 2389518 h 6858000"/>
              <a:gd name="connsiteX735" fmla="*/ 510734 w 7467600"/>
              <a:gd name="connsiteY735" fmla="*/ 2416201 h 6858000"/>
              <a:gd name="connsiteX736" fmla="*/ 279257 w 7467600"/>
              <a:gd name="connsiteY736" fmla="*/ 2092102 h 6858000"/>
              <a:gd name="connsiteX737" fmla="*/ 65265 w 7467600"/>
              <a:gd name="connsiteY737" fmla="*/ 2006049 h 6858000"/>
              <a:gd name="connsiteX738" fmla="*/ 0 w 7467600"/>
              <a:gd name="connsiteY738" fmla="*/ 1982532 h 6858000"/>
              <a:gd name="connsiteX739" fmla="*/ 0 w 7467600"/>
              <a:gd name="connsiteY739" fmla="*/ 1912789 h 6858000"/>
              <a:gd name="connsiteX740" fmla="*/ 97460 w 7467600"/>
              <a:gd name="connsiteY740" fmla="*/ 1953725 h 6858000"/>
              <a:gd name="connsiteX741" fmla="*/ 221272 w 7467600"/>
              <a:gd name="connsiteY741" fmla="*/ 1980766 h 6858000"/>
              <a:gd name="connsiteX742" fmla="*/ 116765 w 7467600"/>
              <a:gd name="connsiteY742" fmla="*/ 1911033 h 6858000"/>
              <a:gd name="connsiteX743" fmla="*/ 16405 w 7467600"/>
              <a:gd name="connsiteY743" fmla="*/ 1803412 h 6858000"/>
              <a:gd name="connsiteX744" fmla="*/ 0 w 7467600"/>
              <a:gd name="connsiteY744" fmla="*/ 1784777 h 6858000"/>
              <a:gd name="connsiteX745" fmla="*/ 0 w 7467600"/>
              <a:gd name="connsiteY745" fmla="*/ 1740082 h 6858000"/>
              <a:gd name="connsiteX746" fmla="*/ 39394 w 7467600"/>
              <a:gd name="connsiteY746" fmla="*/ 1784856 h 6858000"/>
              <a:gd name="connsiteX747" fmla="*/ 135813 w 7467600"/>
              <a:gd name="connsiteY747" fmla="*/ 1888838 h 6858000"/>
              <a:gd name="connsiteX748" fmla="*/ 242575 w 7467600"/>
              <a:gd name="connsiteY748" fmla="*/ 1958841 h 6858000"/>
              <a:gd name="connsiteX749" fmla="*/ 82197 w 7467600"/>
              <a:gd name="connsiteY749" fmla="*/ 1754826 h 6858000"/>
              <a:gd name="connsiteX750" fmla="*/ 0 w 7467600"/>
              <a:gd name="connsiteY750" fmla="*/ 1679650 h 6858000"/>
              <a:gd name="connsiteX751" fmla="*/ 0 w 7467600"/>
              <a:gd name="connsiteY751" fmla="*/ 1602463 h 6858000"/>
              <a:gd name="connsiteX752" fmla="*/ 84689 w 7467600"/>
              <a:gd name="connsiteY752" fmla="*/ 1677442 h 6858000"/>
              <a:gd name="connsiteX753" fmla="*/ 298437 w 7467600"/>
              <a:gd name="connsiteY753" fmla="*/ 1968019 h 6858000"/>
              <a:gd name="connsiteX754" fmla="*/ 227269 w 7467600"/>
              <a:gd name="connsiteY754" fmla="*/ 1114064 h 6858000"/>
              <a:gd name="connsiteX755" fmla="*/ 248003 w 7467600"/>
              <a:gd name="connsiteY755" fmla="*/ 1089613 h 6858000"/>
              <a:gd name="connsiteX756" fmla="*/ 427020 w 7467600"/>
              <a:gd name="connsiteY756" fmla="*/ 1619803 h 6858000"/>
              <a:gd name="connsiteX757" fmla="*/ 340345 w 7467600"/>
              <a:gd name="connsiteY757" fmla="*/ 2027739 h 6858000"/>
              <a:gd name="connsiteX758" fmla="*/ 360865 w 7467600"/>
              <a:gd name="connsiteY758" fmla="*/ 2044827 h 6858000"/>
              <a:gd name="connsiteX759" fmla="*/ 560414 w 7467600"/>
              <a:gd name="connsiteY759" fmla="*/ 2421457 h 6858000"/>
              <a:gd name="connsiteX760" fmla="*/ 1359703 w 7467600"/>
              <a:gd name="connsiteY760" fmla="*/ 2578554 h 6858000"/>
              <a:gd name="connsiteX761" fmla="*/ 1359422 w 7467600"/>
              <a:gd name="connsiteY761" fmla="*/ 2577994 h 6858000"/>
              <a:gd name="connsiteX762" fmla="*/ 828701 w 7467600"/>
              <a:gd name="connsiteY762" fmla="*/ 1839520 h 6858000"/>
              <a:gd name="connsiteX763" fmla="*/ 494427 w 7467600"/>
              <a:gd name="connsiteY763" fmla="*/ 1092333 h 6858000"/>
              <a:gd name="connsiteX764" fmla="*/ 506322 w 7467600"/>
              <a:gd name="connsiteY764" fmla="*/ 1020997 h 6858000"/>
              <a:gd name="connsiteX765" fmla="*/ 4570198 w 7467600"/>
              <a:gd name="connsiteY765" fmla="*/ 978081 h 6858000"/>
              <a:gd name="connsiteX766" fmla="*/ 4523691 w 7467600"/>
              <a:gd name="connsiteY766" fmla="*/ 1127776 h 6858000"/>
              <a:gd name="connsiteX767" fmla="*/ 4509875 w 7467600"/>
              <a:gd name="connsiteY767" fmla="*/ 1167552 h 6858000"/>
              <a:gd name="connsiteX768" fmla="*/ 4478168 w 7467600"/>
              <a:gd name="connsiteY768" fmla="*/ 1260735 h 6858000"/>
              <a:gd name="connsiteX769" fmla="*/ 4409309 w 7467600"/>
              <a:gd name="connsiteY769" fmla="*/ 1666996 h 6858000"/>
              <a:gd name="connsiteX770" fmla="*/ 4370031 w 7467600"/>
              <a:gd name="connsiteY770" fmla="*/ 1955666 h 6858000"/>
              <a:gd name="connsiteX771" fmla="*/ 4570198 w 7467600"/>
              <a:gd name="connsiteY771" fmla="*/ 978081 h 6858000"/>
              <a:gd name="connsiteX772" fmla="*/ 4557898 w 7467600"/>
              <a:gd name="connsiteY772" fmla="*/ 900011 h 6858000"/>
              <a:gd name="connsiteX773" fmla="*/ 4344840 w 7467600"/>
              <a:gd name="connsiteY773" fmla="*/ 1922038 h 6858000"/>
              <a:gd name="connsiteX774" fmla="*/ 4378710 w 7467600"/>
              <a:gd name="connsiteY774" fmla="*/ 1665516 h 6858000"/>
              <a:gd name="connsiteX775" fmla="*/ 4448798 w 7467600"/>
              <a:gd name="connsiteY775" fmla="*/ 1253024 h 6858000"/>
              <a:gd name="connsiteX776" fmla="*/ 4480315 w 7467600"/>
              <a:gd name="connsiteY776" fmla="*/ 1158454 h 6858000"/>
              <a:gd name="connsiteX777" fmla="*/ 4494133 w 7467600"/>
              <a:gd name="connsiteY777" fmla="*/ 1118676 h 6858000"/>
              <a:gd name="connsiteX778" fmla="*/ 4557898 w 7467600"/>
              <a:gd name="connsiteY778" fmla="*/ 900011 h 6858000"/>
              <a:gd name="connsiteX779" fmla="*/ 5870151 w 7467600"/>
              <a:gd name="connsiteY779" fmla="*/ 898890 h 6858000"/>
              <a:gd name="connsiteX780" fmla="*/ 5861335 w 7467600"/>
              <a:gd name="connsiteY780" fmla="*/ 899177 h 6858000"/>
              <a:gd name="connsiteX781" fmla="*/ 5843702 w 7467600"/>
              <a:gd name="connsiteY781" fmla="*/ 899748 h 6858000"/>
              <a:gd name="connsiteX782" fmla="*/ 5651107 w 7467600"/>
              <a:gd name="connsiteY782" fmla="*/ 920306 h 6858000"/>
              <a:gd name="connsiteX783" fmla="*/ 5459407 w 7467600"/>
              <a:gd name="connsiteY783" fmla="*/ 940975 h 6858000"/>
              <a:gd name="connsiteX784" fmla="*/ 5374846 w 7467600"/>
              <a:gd name="connsiteY784" fmla="*/ 941988 h 6858000"/>
              <a:gd name="connsiteX785" fmla="*/ 5256105 w 7467600"/>
              <a:gd name="connsiteY785" fmla="*/ 945632 h 6858000"/>
              <a:gd name="connsiteX786" fmla="*/ 5107071 w 7467600"/>
              <a:gd name="connsiteY786" fmla="*/ 969720 h 6858000"/>
              <a:gd name="connsiteX787" fmla="*/ 4998681 w 7467600"/>
              <a:gd name="connsiteY787" fmla="*/ 988771 h 6858000"/>
              <a:gd name="connsiteX788" fmla="*/ 5870151 w 7467600"/>
              <a:gd name="connsiteY788" fmla="*/ 898890 h 6858000"/>
              <a:gd name="connsiteX789" fmla="*/ 5504425 w 7467600"/>
              <a:gd name="connsiteY789" fmla="*/ 848067 h 6858000"/>
              <a:gd name="connsiteX790" fmla="*/ 4968849 w 7467600"/>
              <a:gd name="connsiteY790" fmla="*/ 962318 h 6858000"/>
              <a:gd name="connsiteX791" fmla="*/ 5104039 w 7467600"/>
              <a:gd name="connsiteY791" fmla="*/ 940634 h 6858000"/>
              <a:gd name="connsiteX792" fmla="*/ 5256311 w 7467600"/>
              <a:gd name="connsiteY792" fmla="*/ 916490 h 6858000"/>
              <a:gd name="connsiteX793" fmla="*/ 5377381 w 7467600"/>
              <a:gd name="connsiteY793" fmla="*/ 912671 h 6858000"/>
              <a:gd name="connsiteX794" fmla="*/ 5460148 w 7467600"/>
              <a:gd name="connsiteY794" fmla="*/ 911442 h 6858000"/>
              <a:gd name="connsiteX795" fmla="*/ 5648971 w 7467600"/>
              <a:gd name="connsiteY795" fmla="*/ 891331 h 6858000"/>
              <a:gd name="connsiteX796" fmla="*/ 5844807 w 7467600"/>
              <a:gd name="connsiteY796" fmla="*/ 870718 h 6858000"/>
              <a:gd name="connsiteX797" fmla="*/ 5862975 w 7467600"/>
              <a:gd name="connsiteY797" fmla="*/ 869756 h 6858000"/>
              <a:gd name="connsiteX798" fmla="*/ 5920887 w 7467600"/>
              <a:gd name="connsiteY798" fmla="*/ 865929 h 6858000"/>
              <a:gd name="connsiteX799" fmla="*/ 5504425 w 7467600"/>
              <a:gd name="connsiteY799" fmla="*/ 848067 h 6858000"/>
              <a:gd name="connsiteX800" fmla="*/ 3607114 w 7467600"/>
              <a:gd name="connsiteY800" fmla="*/ 467441 h 6858000"/>
              <a:gd name="connsiteX801" fmla="*/ 3296242 w 7467600"/>
              <a:gd name="connsiteY801" fmla="*/ 807991 h 6858000"/>
              <a:gd name="connsiteX802" fmla="*/ 3174674 w 7467600"/>
              <a:gd name="connsiteY802" fmla="*/ 919759 h 6858000"/>
              <a:gd name="connsiteX803" fmla="*/ 3042978 w 7467600"/>
              <a:gd name="connsiteY803" fmla="*/ 1054894 h 6858000"/>
              <a:gd name="connsiteX804" fmla="*/ 2968914 w 7467600"/>
              <a:gd name="connsiteY804" fmla="*/ 1133756 h 6858000"/>
              <a:gd name="connsiteX805" fmla="*/ 3103823 w 7467600"/>
              <a:gd name="connsiteY805" fmla="*/ 1026814 h 6858000"/>
              <a:gd name="connsiteX806" fmla="*/ 3607114 w 7467600"/>
              <a:gd name="connsiteY806" fmla="*/ 467441 h 6858000"/>
              <a:gd name="connsiteX807" fmla="*/ 3744487 w 7467600"/>
              <a:gd name="connsiteY807" fmla="*/ 383136 h 6858000"/>
              <a:gd name="connsiteX808" fmla="*/ 3970213 w 7467600"/>
              <a:gd name="connsiteY808" fmla="*/ 995559 h 6858000"/>
              <a:gd name="connsiteX809" fmla="*/ 3744487 w 7467600"/>
              <a:gd name="connsiteY809" fmla="*/ 383136 h 6858000"/>
              <a:gd name="connsiteX810" fmla="*/ 3624562 w 7467600"/>
              <a:gd name="connsiteY810" fmla="*/ 367041 h 6858000"/>
              <a:gd name="connsiteX811" fmla="*/ 3489712 w 7467600"/>
              <a:gd name="connsiteY811" fmla="*/ 485386 h 6858000"/>
              <a:gd name="connsiteX812" fmla="*/ 3182994 w 7467600"/>
              <a:gd name="connsiteY812" fmla="*/ 828265 h 6858000"/>
              <a:gd name="connsiteX813" fmla="*/ 2892114 w 7467600"/>
              <a:gd name="connsiteY813" fmla="*/ 1172635 h 6858000"/>
              <a:gd name="connsiteX814" fmla="*/ 3021459 w 7467600"/>
              <a:gd name="connsiteY814" fmla="*/ 1035385 h 6858000"/>
              <a:gd name="connsiteX815" fmla="*/ 3153873 w 7467600"/>
              <a:gd name="connsiteY815" fmla="*/ 898971 h 6858000"/>
              <a:gd name="connsiteX816" fmla="*/ 3276511 w 7467600"/>
              <a:gd name="connsiteY816" fmla="*/ 786423 h 6858000"/>
              <a:gd name="connsiteX817" fmla="*/ 3584154 w 7467600"/>
              <a:gd name="connsiteY817" fmla="*/ 448218 h 6858000"/>
              <a:gd name="connsiteX818" fmla="*/ 3624562 w 7467600"/>
              <a:gd name="connsiteY818" fmla="*/ 367041 h 6858000"/>
              <a:gd name="connsiteX819" fmla="*/ 3766672 w 7467600"/>
              <a:gd name="connsiteY819" fmla="*/ 359429 h 6858000"/>
              <a:gd name="connsiteX820" fmla="*/ 3996338 w 7467600"/>
              <a:gd name="connsiteY820" fmla="*/ 968237 h 6858000"/>
              <a:gd name="connsiteX821" fmla="*/ 3766672 w 7467600"/>
              <a:gd name="connsiteY821" fmla="*/ 359429 h 6858000"/>
              <a:gd name="connsiteX822" fmla="*/ 5805386 w 7467600"/>
              <a:gd name="connsiteY822" fmla="*/ 239240 h 6858000"/>
              <a:gd name="connsiteX823" fmla="*/ 5736947 w 7467600"/>
              <a:gd name="connsiteY823" fmla="*/ 261367 h 6858000"/>
              <a:gd name="connsiteX824" fmla="*/ 5427012 w 7467600"/>
              <a:gd name="connsiteY824" fmla="*/ 311272 h 6858000"/>
              <a:gd name="connsiteX825" fmla="*/ 5147818 w 7467600"/>
              <a:gd name="connsiteY825" fmla="*/ 322112 h 6858000"/>
              <a:gd name="connsiteX826" fmla="*/ 5060854 w 7467600"/>
              <a:gd name="connsiteY826" fmla="*/ 311882 h 6858000"/>
              <a:gd name="connsiteX827" fmla="*/ 4945989 w 7467600"/>
              <a:gd name="connsiteY827" fmla="*/ 300516 h 6858000"/>
              <a:gd name="connsiteX828" fmla="*/ 5410479 w 7467600"/>
              <a:gd name="connsiteY828" fmla="*/ 348434 h 6858000"/>
              <a:gd name="connsiteX829" fmla="*/ 5805386 w 7467600"/>
              <a:gd name="connsiteY829" fmla="*/ 239240 h 6858000"/>
              <a:gd name="connsiteX830" fmla="*/ 5905192 w 7467600"/>
              <a:gd name="connsiteY830" fmla="*/ 163079 h 6858000"/>
              <a:gd name="connsiteX831" fmla="*/ 5865655 w 7467600"/>
              <a:gd name="connsiteY831" fmla="*/ 171901 h 6858000"/>
              <a:gd name="connsiteX832" fmla="*/ 5259740 w 7467600"/>
              <a:gd name="connsiteY832" fmla="*/ 257013 h 6858000"/>
              <a:gd name="connsiteX833" fmla="*/ 5208466 w 7467600"/>
              <a:gd name="connsiteY833" fmla="*/ 257550 h 6858000"/>
              <a:gd name="connsiteX834" fmla="*/ 4980204 w 7467600"/>
              <a:gd name="connsiteY834" fmla="*/ 271903 h 6858000"/>
              <a:gd name="connsiteX835" fmla="*/ 5068068 w 7467600"/>
              <a:gd name="connsiteY835" fmla="*/ 282244 h 6858000"/>
              <a:gd name="connsiteX836" fmla="*/ 5153231 w 7467600"/>
              <a:gd name="connsiteY836" fmla="*/ 292240 h 6858000"/>
              <a:gd name="connsiteX837" fmla="*/ 5426491 w 7467600"/>
              <a:gd name="connsiteY837" fmla="*/ 281128 h 6858000"/>
              <a:gd name="connsiteX838" fmla="*/ 5731212 w 7467600"/>
              <a:gd name="connsiteY838" fmla="*/ 231951 h 6858000"/>
              <a:gd name="connsiteX839" fmla="*/ 5905192 w 7467600"/>
              <a:gd name="connsiteY839" fmla="*/ 163079 h 6858000"/>
              <a:gd name="connsiteX840" fmla="*/ 5944437 w 7467600"/>
              <a:gd name="connsiteY840" fmla="*/ 113829 h 6858000"/>
              <a:gd name="connsiteX841" fmla="*/ 5825032 w 7467600"/>
              <a:gd name="connsiteY841" fmla="*/ 146405 h 6858000"/>
              <a:gd name="connsiteX842" fmla="*/ 4955599 w 7467600"/>
              <a:gd name="connsiteY842" fmla="*/ 247008 h 6858000"/>
              <a:gd name="connsiteX843" fmla="*/ 5210104 w 7467600"/>
              <a:gd name="connsiteY843" fmla="*/ 228123 h 6858000"/>
              <a:gd name="connsiteX844" fmla="*/ 5261015 w 7467600"/>
              <a:gd name="connsiteY844" fmla="*/ 227087 h 6858000"/>
              <a:gd name="connsiteX845" fmla="*/ 5861181 w 7467600"/>
              <a:gd name="connsiteY845" fmla="*/ 143093 h 6858000"/>
              <a:gd name="connsiteX846" fmla="*/ 5961252 w 7467600"/>
              <a:gd name="connsiteY846" fmla="*/ 114820 h 6858000"/>
              <a:gd name="connsiteX847" fmla="*/ 5944437 w 7467600"/>
              <a:gd name="connsiteY847" fmla="*/ 113829 h 6858000"/>
              <a:gd name="connsiteX848" fmla="*/ 3882765 w 7467600"/>
              <a:gd name="connsiteY848" fmla="*/ 0 h 6858000"/>
              <a:gd name="connsiteX849" fmla="*/ 3995099 w 7467600"/>
              <a:gd name="connsiteY849" fmla="*/ 0 h 6858000"/>
              <a:gd name="connsiteX850" fmla="*/ 4163818 w 7467600"/>
              <a:gd name="connsiteY850" fmla="*/ 234104 h 6858000"/>
              <a:gd name="connsiteX851" fmla="*/ 4172099 w 7467600"/>
              <a:gd name="connsiteY851" fmla="*/ 234207 h 6858000"/>
              <a:gd name="connsiteX852" fmla="*/ 4784282 w 7467600"/>
              <a:gd name="connsiteY852" fmla="*/ 276561 h 6858000"/>
              <a:gd name="connsiteX853" fmla="*/ 4801687 w 7467600"/>
              <a:gd name="connsiteY853" fmla="*/ 267764 h 6858000"/>
              <a:gd name="connsiteX854" fmla="*/ 6082788 w 7467600"/>
              <a:gd name="connsiteY854" fmla="*/ 64119 h 6858000"/>
              <a:gd name="connsiteX855" fmla="*/ 6099442 w 7467600"/>
              <a:gd name="connsiteY855" fmla="*/ 82568 h 6858000"/>
              <a:gd name="connsiteX856" fmla="*/ 4804137 w 7467600"/>
              <a:gd name="connsiteY856" fmla="*/ 320931 h 6858000"/>
              <a:gd name="connsiteX857" fmla="*/ 4227047 w 7467600"/>
              <a:gd name="connsiteY857" fmla="*/ 313415 h 6858000"/>
              <a:gd name="connsiteX858" fmla="*/ 4346041 w 7467600"/>
              <a:gd name="connsiteY858" fmla="*/ 456086 h 6858000"/>
              <a:gd name="connsiteX859" fmla="*/ 4870967 w 7467600"/>
              <a:gd name="connsiteY859" fmla="*/ 963061 h 6858000"/>
              <a:gd name="connsiteX860" fmla="*/ 4889647 w 7467600"/>
              <a:gd name="connsiteY860" fmla="*/ 957147 h 6858000"/>
              <a:gd name="connsiteX861" fmla="*/ 5422504 w 7467600"/>
              <a:gd name="connsiteY861" fmla="*/ 805191 h 6858000"/>
              <a:gd name="connsiteX862" fmla="*/ 6087656 w 7467600"/>
              <a:gd name="connsiteY862" fmla="*/ 826703 h 6858000"/>
              <a:gd name="connsiteX863" fmla="*/ 6058717 w 7467600"/>
              <a:gd name="connsiteY863" fmla="*/ 865992 h 6858000"/>
              <a:gd name="connsiteX864" fmla="*/ 4974153 w 7467600"/>
              <a:gd name="connsiteY864" fmla="*/ 1045456 h 6858000"/>
              <a:gd name="connsiteX865" fmla="*/ 5627835 w 7467600"/>
              <a:gd name="connsiteY865" fmla="*/ 1472077 h 6858000"/>
              <a:gd name="connsiteX866" fmla="*/ 5629817 w 7467600"/>
              <a:gd name="connsiteY866" fmla="*/ 1471412 h 6858000"/>
              <a:gd name="connsiteX867" fmla="*/ 5634124 w 7467600"/>
              <a:gd name="connsiteY867" fmla="*/ 1470572 h 6858000"/>
              <a:gd name="connsiteX868" fmla="*/ 5755832 w 7467600"/>
              <a:gd name="connsiteY868" fmla="*/ 1383886 h 6858000"/>
              <a:gd name="connsiteX869" fmla="*/ 6014186 w 7467600"/>
              <a:gd name="connsiteY869" fmla="*/ 1279799 h 6858000"/>
              <a:gd name="connsiteX870" fmla="*/ 6901619 w 7467600"/>
              <a:gd name="connsiteY870" fmla="*/ 1047874 h 6858000"/>
              <a:gd name="connsiteX871" fmla="*/ 6931566 w 7467600"/>
              <a:gd name="connsiteY871" fmla="*/ 1062034 h 6858000"/>
              <a:gd name="connsiteX872" fmla="*/ 5790982 w 7467600"/>
              <a:gd name="connsiteY872" fmla="*/ 1561380 h 6858000"/>
              <a:gd name="connsiteX873" fmla="*/ 6188971 w 7467600"/>
              <a:gd name="connsiteY873" fmla="*/ 1755168 h 6858000"/>
              <a:gd name="connsiteX874" fmla="*/ 6202446 w 7467600"/>
              <a:gd name="connsiteY874" fmla="*/ 1752268 h 6858000"/>
              <a:gd name="connsiteX875" fmla="*/ 7179560 w 7467600"/>
              <a:gd name="connsiteY875" fmla="*/ 1467551 h 6858000"/>
              <a:gd name="connsiteX876" fmla="*/ 7158730 w 7467600"/>
              <a:gd name="connsiteY876" fmla="*/ 1507835 h 6858000"/>
              <a:gd name="connsiteX877" fmla="*/ 6326959 w 7467600"/>
              <a:gd name="connsiteY877" fmla="*/ 1817686 h 6858000"/>
              <a:gd name="connsiteX878" fmla="*/ 6537433 w 7467600"/>
              <a:gd name="connsiteY878" fmla="*/ 1907790 h 6858000"/>
              <a:gd name="connsiteX879" fmla="*/ 6550221 w 7467600"/>
              <a:gd name="connsiteY879" fmla="*/ 1910729 h 6858000"/>
              <a:gd name="connsiteX880" fmla="*/ 6964438 w 7467600"/>
              <a:gd name="connsiteY880" fmla="*/ 2209505 h 6858000"/>
              <a:gd name="connsiteX881" fmla="*/ 7367862 w 7467600"/>
              <a:gd name="connsiteY881" fmla="*/ 2806833 h 6858000"/>
              <a:gd name="connsiteX882" fmla="*/ 7364329 w 7467600"/>
              <a:gd name="connsiteY882" fmla="*/ 2826907 h 6858000"/>
              <a:gd name="connsiteX883" fmla="*/ 7290545 w 7467600"/>
              <a:gd name="connsiteY883" fmla="*/ 2850663 h 6858000"/>
              <a:gd name="connsiteX884" fmla="*/ 6472036 w 7467600"/>
              <a:gd name="connsiteY884" fmla="*/ 1959003 h 6858000"/>
              <a:gd name="connsiteX885" fmla="*/ 5792897 w 7467600"/>
              <a:gd name="connsiteY885" fmla="*/ 1647747 h 6858000"/>
              <a:gd name="connsiteX886" fmla="*/ 5842751 w 7467600"/>
              <a:gd name="connsiteY886" fmla="*/ 1816112 h 6858000"/>
              <a:gd name="connsiteX887" fmla="*/ 5847424 w 7467600"/>
              <a:gd name="connsiteY887" fmla="*/ 1815776 h 6858000"/>
              <a:gd name="connsiteX888" fmla="*/ 6399821 w 7467600"/>
              <a:gd name="connsiteY888" fmla="*/ 2344799 h 6858000"/>
              <a:gd name="connsiteX889" fmla="*/ 6323232 w 7467600"/>
              <a:gd name="connsiteY889" fmla="*/ 2389634 h 6858000"/>
              <a:gd name="connsiteX890" fmla="*/ 5942958 w 7467600"/>
              <a:gd name="connsiteY890" fmla="*/ 2077708 h 6858000"/>
              <a:gd name="connsiteX891" fmla="*/ 5921559 w 7467600"/>
              <a:gd name="connsiteY891" fmla="*/ 2378596 h 6858000"/>
              <a:gd name="connsiteX892" fmla="*/ 5817651 w 7467600"/>
              <a:gd name="connsiteY892" fmla="*/ 3023919 h 6858000"/>
              <a:gd name="connsiteX893" fmla="*/ 5729634 w 7467600"/>
              <a:gd name="connsiteY893" fmla="*/ 3051849 h 6858000"/>
              <a:gd name="connsiteX894" fmla="*/ 5611018 w 7467600"/>
              <a:gd name="connsiteY894" fmla="*/ 2316769 h 6858000"/>
              <a:gd name="connsiteX895" fmla="*/ 5687608 w 7467600"/>
              <a:gd name="connsiteY895" fmla="*/ 2039972 h 6858000"/>
              <a:gd name="connsiteX896" fmla="*/ 5657554 w 7467600"/>
              <a:gd name="connsiteY896" fmla="*/ 1576445 h 6858000"/>
              <a:gd name="connsiteX897" fmla="*/ 5150475 w 7467600"/>
              <a:gd name="connsiteY897" fmla="*/ 1274012 h 6858000"/>
              <a:gd name="connsiteX898" fmla="*/ 5349142 w 7467600"/>
              <a:gd name="connsiteY898" fmla="*/ 2204405 h 6858000"/>
              <a:gd name="connsiteX899" fmla="*/ 5262214 w 7467600"/>
              <a:gd name="connsiteY899" fmla="*/ 2233836 h 6858000"/>
              <a:gd name="connsiteX900" fmla="*/ 4981539 w 7467600"/>
              <a:gd name="connsiteY900" fmla="*/ 1542201 h 6858000"/>
              <a:gd name="connsiteX901" fmla="*/ 4958461 w 7467600"/>
              <a:gd name="connsiteY901" fmla="*/ 1136957 h 6858000"/>
              <a:gd name="connsiteX902" fmla="*/ 4655015 w 7467600"/>
              <a:gd name="connsiteY902" fmla="*/ 891426 h 6858000"/>
              <a:gd name="connsiteX903" fmla="*/ 4348002 w 7467600"/>
              <a:gd name="connsiteY903" fmla="*/ 2205895 h 6858000"/>
              <a:gd name="connsiteX904" fmla="*/ 4262250 w 7467600"/>
              <a:gd name="connsiteY904" fmla="*/ 2219972 h 6858000"/>
              <a:gd name="connsiteX905" fmla="*/ 4550611 w 7467600"/>
              <a:gd name="connsiteY905" fmla="*/ 817540 h 6858000"/>
              <a:gd name="connsiteX906" fmla="*/ 4564418 w 7467600"/>
              <a:gd name="connsiteY906" fmla="*/ 808293 h 6858000"/>
              <a:gd name="connsiteX907" fmla="*/ 4266388 w 7467600"/>
              <a:gd name="connsiteY907" fmla="*/ 500083 h 6858000"/>
              <a:gd name="connsiteX908" fmla="*/ 4032842 w 7467600"/>
              <a:gd name="connsiteY908" fmla="*/ 211809 h 6858000"/>
              <a:gd name="connsiteX909" fmla="*/ 3882765 w 7467600"/>
              <a:gd name="connsiteY909" fmla="*/ 0 h 6858000"/>
              <a:gd name="connsiteX910" fmla="*/ 3721337 w 7467600"/>
              <a:gd name="connsiteY910" fmla="*/ 0 h 6858000"/>
              <a:gd name="connsiteX911" fmla="*/ 3797544 w 7467600"/>
              <a:gd name="connsiteY911" fmla="*/ 0 h 6858000"/>
              <a:gd name="connsiteX912" fmla="*/ 3775734 w 7467600"/>
              <a:gd name="connsiteY912" fmla="*/ 95131 h 6858000"/>
              <a:gd name="connsiteX913" fmla="*/ 3724807 w 7467600"/>
              <a:gd name="connsiteY913" fmla="*/ 272257 h 6858000"/>
              <a:gd name="connsiteX914" fmla="*/ 3726844 w 7467600"/>
              <a:gd name="connsiteY914" fmla="*/ 282988 h 6858000"/>
              <a:gd name="connsiteX915" fmla="*/ 3742664 w 7467600"/>
              <a:gd name="connsiteY915" fmla="*/ 279918 h 6858000"/>
              <a:gd name="connsiteX916" fmla="*/ 4103910 w 7467600"/>
              <a:gd name="connsiteY916" fmla="*/ 1161917 h 6858000"/>
              <a:gd name="connsiteX917" fmla="*/ 4020269 w 7467600"/>
              <a:gd name="connsiteY917" fmla="*/ 1200406 h 6858000"/>
              <a:gd name="connsiteX918" fmla="*/ 3674882 w 7467600"/>
              <a:gd name="connsiteY918" fmla="*/ 488524 h 6858000"/>
              <a:gd name="connsiteX919" fmla="*/ 3132682 w 7467600"/>
              <a:gd name="connsiteY919" fmla="*/ 1072284 h 6858000"/>
              <a:gd name="connsiteX920" fmla="*/ 2716346 w 7467600"/>
              <a:gd name="connsiteY920" fmla="*/ 1276376 h 6858000"/>
              <a:gd name="connsiteX921" fmla="*/ 2716772 w 7467600"/>
              <a:gd name="connsiteY921" fmla="*/ 1255462 h 6858000"/>
              <a:gd name="connsiteX922" fmla="*/ 3471096 w 7467600"/>
              <a:gd name="connsiteY922" fmla="*/ 437072 h 6858000"/>
              <a:gd name="connsiteX923" fmla="*/ 3639057 w 7467600"/>
              <a:gd name="connsiteY923" fmla="*/ 286334 h 6858000"/>
              <a:gd name="connsiteX924" fmla="*/ 3640309 w 7467600"/>
              <a:gd name="connsiteY924" fmla="*/ 284664 h 6858000"/>
              <a:gd name="connsiteX925" fmla="*/ 3646022 w 7467600"/>
              <a:gd name="connsiteY925" fmla="*/ 276711 h 6858000"/>
              <a:gd name="connsiteX926" fmla="*/ 3707943 w 7467600"/>
              <a:gd name="connsiteY926" fmla="*/ 65958 h 6858000"/>
              <a:gd name="connsiteX927" fmla="*/ 3721337 w 7467600"/>
              <a:gd name="connsiteY927" fmla="*/ 0 h 6858000"/>
              <a:gd name="connsiteX928" fmla="*/ 2867960 w 7467600"/>
              <a:gd name="connsiteY928" fmla="*/ 0 h 6858000"/>
              <a:gd name="connsiteX929" fmla="*/ 2926351 w 7467600"/>
              <a:gd name="connsiteY929" fmla="*/ 0 h 6858000"/>
              <a:gd name="connsiteX930" fmla="*/ 2902823 w 7467600"/>
              <a:gd name="connsiteY930" fmla="*/ 262929 h 6858000"/>
              <a:gd name="connsiteX931" fmla="*/ 2940663 w 7467600"/>
              <a:gd name="connsiteY931" fmla="*/ 140884 h 6858000"/>
              <a:gd name="connsiteX932" fmla="*/ 2947039 w 7467600"/>
              <a:gd name="connsiteY932" fmla="*/ 122524 h 6858000"/>
              <a:gd name="connsiteX933" fmla="*/ 2984316 w 7467600"/>
              <a:gd name="connsiteY933" fmla="*/ 0 h 6858000"/>
              <a:gd name="connsiteX934" fmla="*/ 3016114 w 7467600"/>
              <a:gd name="connsiteY934" fmla="*/ 0 h 6858000"/>
              <a:gd name="connsiteX935" fmla="*/ 2979949 w 7467600"/>
              <a:gd name="connsiteY935" fmla="*/ 119274 h 6858000"/>
              <a:gd name="connsiteX936" fmla="*/ 3023879 w 7467600"/>
              <a:gd name="connsiteY936" fmla="*/ 0 h 6858000"/>
              <a:gd name="connsiteX937" fmla="*/ 3105400 w 7467600"/>
              <a:gd name="connsiteY937" fmla="*/ 0 h 6858000"/>
              <a:gd name="connsiteX938" fmla="*/ 3094669 w 7467600"/>
              <a:gd name="connsiteY938" fmla="*/ 30308 h 6858000"/>
              <a:gd name="connsiteX939" fmla="*/ 2901945 w 7467600"/>
              <a:gd name="connsiteY939" fmla="*/ 466538 h 6858000"/>
              <a:gd name="connsiteX940" fmla="*/ 2815209 w 7467600"/>
              <a:gd name="connsiteY940" fmla="*/ 497361 h 6858000"/>
              <a:gd name="connsiteX941" fmla="*/ 2844845 w 7467600"/>
              <a:gd name="connsiteY941" fmla="*/ 127638 h 6858000"/>
              <a:gd name="connsiteX942" fmla="*/ 2867960 w 7467600"/>
              <a:gd name="connsiteY942" fmla="*/ 0 h 6858000"/>
              <a:gd name="connsiteX943" fmla="*/ 1057230 w 7467600"/>
              <a:gd name="connsiteY943" fmla="*/ 0 h 6858000"/>
              <a:gd name="connsiteX944" fmla="*/ 1111003 w 7467600"/>
              <a:gd name="connsiteY944" fmla="*/ 0 h 6858000"/>
              <a:gd name="connsiteX945" fmla="*/ 1125553 w 7467600"/>
              <a:gd name="connsiteY945" fmla="*/ 52588 h 6858000"/>
              <a:gd name="connsiteX946" fmla="*/ 1304276 w 7467600"/>
              <a:gd name="connsiteY946" fmla="*/ 476275 h 6858000"/>
              <a:gd name="connsiteX947" fmla="*/ 1492066 w 7467600"/>
              <a:gd name="connsiteY947" fmla="*/ 886333 h 6858000"/>
              <a:gd name="connsiteX948" fmla="*/ 1423698 w 7467600"/>
              <a:gd name="connsiteY948" fmla="*/ 710817 h 6858000"/>
              <a:gd name="connsiteX949" fmla="*/ 1357609 w 7467600"/>
              <a:gd name="connsiteY949" fmla="*/ 532892 h 6858000"/>
              <a:gd name="connsiteX950" fmla="*/ 1309550 w 7467600"/>
              <a:gd name="connsiteY950" fmla="*/ 374031 h 6858000"/>
              <a:gd name="connsiteX951" fmla="*/ 1193673 w 7467600"/>
              <a:gd name="connsiteY951" fmla="*/ 49533 h 6858000"/>
              <a:gd name="connsiteX952" fmla="*/ 1164391 w 7467600"/>
              <a:gd name="connsiteY952" fmla="*/ 0 h 6858000"/>
              <a:gd name="connsiteX953" fmla="*/ 1200666 w 7467600"/>
              <a:gd name="connsiteY953" fmla="*/ 0 h 6858000"/>
              <a:gd name="connsiteX954" fmla="*/ 1223408 w 7467600"/>
              <a:gd name="connsiteY954" fmla="*/ 38996 h 6858000"/>
              <a:gd name="connsiteX955" fmla="*/ 1339635 w 7467600"/>
              <a:gd name="connsiteY955" fmla="*/ 365517 h 6858000"/>
              <a:gd name="connsiteX956" fmla="*/ 1387469 w 7467600"/>
              <a:gd name="connsiteY956" fmla="*/ 523079 h 6858000"/>
              <a:gd name="connsiteX957" fmla="*/ 1452685 w 7467600"/>
              <a:gd name="connsiteY957" fmla="*/ 699806 h 6858000"/>
              <a:gd name="connsiteX958" fmla="*/ 1492092 w 7467600"/>
              <a:gd name="connsiteY958" fmla="*/ 800424 h 6858000"/>
              <a:gd name="connsiteX959" fmla="*/ 1455302 w 7467600"/>
              <a:gd name="connsiteY959" fmla="*/ 632913 h 6858000"/>
              <a:gd name="connsiteX960" fmla="*/ 1222336 w 7467600"/>
              <a:gd name="connsiteY960" fmla="*/ 9480 h 6858000"/>
              <a:gd name="connsiteX961" fmla="*/ 1214634 w 7467600"/>
              <a:gd name="connsiteY961" fmla="*/ 0 h 6858000"/>
              <a:gd name="connsiteX962" fmla="*/ 1289827 w 7467600"/>
              <a:gd name="connsiteY962" fmla="*/ 0 h 6858000"/>
              <a:gd name="connsiteX963" fmla="*/ 1321076 w 7467600"/>
              <a:gd name="connsiteY963" fmla="*/ 59722 h 6858000"/>
              <a:gd name="connsiteX964" fmla="*/ 1512579 w 7467600"/>
              <a:gd name="connsiteY964" fmla="*/ 626441 h 6858000"/>
              <a:gd name="connsiteX965" fmla="*/ 1506076 w 7467600"/>
              <a:gd name="connsiteY965" fmla="*/ 1089289 h 6858000"/>
              <a:gd name="connsiteX966" fmla="*/ 1486346 w 7467600"/>
              <a:gd name="connsiteY966" fmla="*/ 1079919 h 6858000"/>
              <a:gd name="connsiteX967" fmla="*/ 1070511 w 7467600"/>
              <a:gd name="connsiteY967" fmla="*/ 48609 h 6858000"/>
              <a:gd name="connsiteX968" fmla="*/ 1057230 w 7467600"/>
              <a:gd name="connsiteY968" fmla="*/ 0 h 6858000"/>
              <a:gd name="connsiteX969" fmla="*/ 43151 w 7467600"/>
              <a:gd name="connsiteY969" fmla="*/ 0 h 6858000"/>
              <a:gd name="connsiteX970" fmla="*/ 95283 w 7467600"/>
              <a:gd name="connsiteY970" fmla="*/ 0 h 6858000"/>
              <a:gd name="connsiteX971" fmla="*/ 300708 w 7467600"/>
              <a:gd name="connsiteY971" fmla="*/ 154571 h 6858000"/>
              <a:gd name="connsiteX972" fmla="*/ 530414 w 7467600"/>
              <a:gd name="connsiteY972" fmla="*/ 354673 h 6858000"/>
              <a:gd name="connsiteX973" fmla="*/ 333785 w 7467600"/>
              <a:gd name="connsiteY973" fmla="*/ 161564 h 6858000"/>
              <a:gd name="connsiteX974" fmla="*/ 147005 w 7467600"/>
              <a:gd name="connsiteY974" fmla="*/ 0 h 6858000"/>
              <a:gd name="connsiteX975" fmla="*/ 272509 w 7467600"/>
              <a:gd name="connsiteY975" fmla="*/ 0 h 6858000"/>
              <a:gd name="connsiteX976" fmla="*/ 326276 w 7467600"/>
              <a:gd name="connsiteY976" fmla="*/ 45847 h 6858000"/>
              <a:gd name="connsiteX977" fmla="*/ 823759 w 7467600"/>
              <a:gd name="connsiteY977" fmla="*/ 574145 h 6858000"/>
              <a:gd name="connsiteX978" fmla="*/ 811254 w 7467600"/>
              <a:gd name="connsiteY978" fmla="*/ 665546 h 6858000"/>
              <a:gd name="connsiteX979" fmla="*/ 154042 w 7467600"/>
              <a:gd name="connsiteY979" fmla="*/ 261522 h 6858000"/>
              <a:gd name="connsiteX980" fmla="*/ 13550 w 7467600"/>
              <a:gd name="connsiteY980" fmla="*/ 158423 h 6858000"/>
              <a:gd name="connsiteX981" fmla="*/ 0 w 7467600"/>
              <a:gd name="connsiteY981" fmla="*/ 146618 h 6858000"/>
              <a:gd name="connsiteX982" fmla="*/ 0 w 7467600"/>
              <a:gd name="connsiteY982" fmla="*/ 59161 h 6858000"/>
              <a:gd name="connsiteX983" fmla="*/ 45427 w 7467600"/>
              <a:gd name="connsiteY983" fmla="*/ 101078 h 6858000"/>
              <a:gd name="connsiteX984" fmla="*/ 630103 w 7467600"/>
              <a:gd name="connsiteY984" fmla="*/ 485885 h 6858000"/>
              <a:gd name="connsiteX985" fmla="*/ 532040 w 7467600"/>
              <a:gd name="connsiteY985" fmla="*/ 399359 h 6858000"/>
              <a:gd name="connsiteX986" fmla="*/ 517618 w 7467600"/>
              <a:gd name="connsiteY986" fmla="*/ 385726 h 6858000"/>
              <a:gd name="connsiteX987" fmla="*/ 285074 w 7467600"/>
              <a:gd name="connsiteY987" fmla="*/ 182755 h 6858000"/>
              <a:gd name="connsiteX988" fmla="*/ 43151 w 7467600"/>
              <a:gd name="connsiteY98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467600 w 7467600"/>
              <a:gd name="connsiteY130" fmla="*/ 5158623 h 6858000"/>
              <a:gd name="connsiteX131" fmla="*/ 7312201 w 7467600"/>
              <a:gd name="connsiteY131" fmla="*/ 5128278 h 6858000"/>
              <a:gd name="connsiteX132" fmla="*/ 1903353 w 7467600"/>
              <a:gd name="connsiteY132" fmla="*/ 5044827 h 6858000"/>
              <a:gd name="connsiteX133" fmla="*/ 1936931 w 7467600"/>
              <a:gd name="connsiteY133" fmla="*/ 5093954 h 6858000"/>
              <a:gd name="connsiteX134" fmla="*/ 2195868 w 7467600"/>
              <a:gd name="connsiteY134" fmla="*/ 5396574 h 6858000"/>
              <a:gd name="connsiteX135" fmla="*/ 2088852 w 7467600"/>
              <a:gd name="connsiteY135" fmla="*/ 5166123 h 6858000"/>
              <a:gd name="connsiteX136" fmla="*/ 1958241 w 7467600"/>
              <a:gd name="connsiteY136" fmla="*/ 5067955 h 6858000"/>
              <a:gd name="connsiteX137" fmla="*/ 1903353 w 7467600"/>
              <a:gd name="connsiteY137" fmla="*/ 5044827 h 6858000"/>
              <a:gd name="connsiteX138" fmla="*/ 1979378 w 7467600"/>
              <a:gd name="connsiteY138" fmla="*/ 4769504 h 6858000"/>
              <a:gd name="connsiteX139" fmla="*/ 2882120 w 7467600"/>
              <a:gd name="connsiteY139" fmla="*/ 5064547 h 6858000"/>
              <a:gd name="connsiteX140" fmla="*/ 2793103 w 7467600"/>
              <a:gd name="connsiteY140" fmla="*/ 5039699 h 6858000"/>
              <a:gd name="connsiteX141" fmla="*/ 2770041 w 7467600"/>
              <a:gd name="connsiteY141" fmla="*/ 5033634 h 6858000"/>
              <a:gd name="connsiteX142" fmla="*/ 1979378 w 7467600"/>
              <a:gd name="connsiteY142" fmla="*/ 4769504 h 6858000"/>
              <a:gd name="connsiteX143" fmla="*/ 1927410 w 7467600"/>
              <a:gd name="connsiteY143" fmla="*/ 4716164 h 6858000"/>
              <a:gd name="connsiteX144" fmla="*/ 1959587 w 7467600"/>
              <a:gd name="connsiteY144" fmla="*/ 4728849 h 6858000"/>
              <a:gd name="connsiteX145" fmla="*/ 2777707 w 7467600"/>
              <a:gd name="connsiteY145" fmla="*/ 5003991 h 6858000"/>
              <a:gd name="connsiteX146" fmla="*/ 2800768 w 7467600"/>
              <a:gd name="connsiteY146" fmla="*/ 5010056 h 6858000"/>
              <a:gd name="connsiteX147" fmla="*/ 2879408 w 7467600"/>
              <a:gd name="connsiteY147" fmla="*/ 5031590 h 6858000"/>
              <a:gd name="connsiteX148" fmla="*/ 2862295 w 7467600"/>
              <a:gd name="connsiteY148" fmla="*/ 5022958 h 6858000"/>
              <a:gd name="connsiteX149" fmla="*/ 2813343 w 7467600"/>
              <a:gd name="connsiteY149" fmla="*/ 4998369 h 6858000"/>
              <a:gd name="connsiteX150" fmla="*/ 2646245 w 7467600"/>
              <a:gd name="connsiteY150" fmla="*/ 4930999 h 6858000"/>
              <a:gd name="connsiteX151" fmla="*/ 1999243 w 7467600"/>
              <a:gd name="connsiteY151" fmla="*/ 4730524 h 6858000"/>
              <a:gd name="connsiteX152" fmla="*/ 1979527 w 7467600"/>
              <a:gd name="connsiteY152" fmla="*/ 4726651 h 6858000"/>
              <a:gd name="connsiteX153" fmla="*/ 1927410 w 7467600"/>
              <a:gd name="connsiteY153" fmla="*/ 4716164 h 6858000"/>
              <a:gd name="connsiteX154" fmla="*/ 1997014 w 7467600"/>
              <a:gd name="connsiteY154" fmla="*/ 4698007 h 6858000"/>
              <a:gd name="connsiteX155" fmla="*/ 2005458 w 7467600"/>
              <a:gd name="connsiteY155" fmla="*/ 4699540 h 6858000"/>
              <a:gd name="connsiteX156" fmla="*/ 2657186 w 7467600"/>
              <a:gd name="connsiteY156" fmla="*/ 4901687 h 6858000"/>
              <a:gd name="connsiteX157" fmla="*/ 2826662 w 7467600"/>
              <a:gd name="connsiteY157" fmla="*/ 4970362 h 6858000"/>
              <a:gd name="connsiteX158" fmla="*/ 2876100 w 7467600"/>
              <a:gd name="connsiteY158" fmla="*/ 4995397 h 6858000"/>
              <a:gd name="connsiteX159" fmla="*/ 3042600 w 7467600"/>
              <a:gd name="connsiteY159" fmla="*/ 5059532 h 6858000"/>
              <a:gd name="connsiteX160" fmla="*/ 1997014 w 7467600"/>
              <a:gd name="connsiteY160" fmla="*/ 4698007 h 6858000"/>
              <a:gd name="connsiteX161" fmla="*/ 2305292 w 7467600"/>
              <a:gd name="connsiteY161" fmla="*/ 4219492 h 6858000"/>
              <a:gd name="connsiteX162" fmla="*/ 3360922 w 7467600"/>
              <a:gd name="connsiteY162" fmla="*/ 4529373 h 6858000"/>
              <a:gd name="connsiteX163" fmla="*/ 3492420 w 7467600"/>
              <a:gd name="connsiteY163" fmla="*/ 4510145 h 6858000"/>
              <a:gd name="connsiteX164" fmla="*/ 3364086 w 7467600"/>
              <a:gd name="connsiteY164" fmla="*/ 4480340 h 6858000"/>
              <a:gd name="connsiteX165" fmla="*/ 3225818 w 7467600"/>
              <a:gd name="connsiteY165" fmla="*/ 4411822 h 6858000"/>
              <a:gd name="connsiteX166" fmla="*/ 3129696 w 7467600"/>
              <a:gd name="connsiteY166" fmla="*/ 4360704 h 6858000"/>
              <a:gd name="connsiteX167" fmla="*/ 2814545 w 7467600"/>
              <a:gd name="connsiteY167" fmla="*/ 4282955 h 6858000"/>
              <a:gd name="connsiteX168" fmla="*/ 2305292 w 7467600"/>
              <a:gd name="connsiteY168" fmla="*/ 4219492 h 6858000"/>
              <a:gd name="connsiteX169" fmla="*/ 2626982 w 7467600"/>
              <a:gd name="connsiteY169" fmla="*/ 4206450 h 6858000"/>
              <a:gd name="connsiteX170" fmla="*/ 2490617 w 7467600"/>
              <a:gd name="connsiteY170" fmla="*/ 4206951 h 6858000"/>
              <a:gd name="connsiteX171" fmla="*/ 2819869 w 7467600"/>
              <a:gd name="connsiteY171" fmla="*/ 4252936 h 6858000"/>
              <a:gd name="connsiteX172" fmla="*/ 3143018 w 7467600"/>
              <a:gd name="connsiteY172" fmla="*/ 4332698 h 6858000"/>
              <a:gd name="connsiteX173" fmla="*/ 3241520 w 7467600"/>
              <a:gd name="connsiteY173" fmla="*/ 4385112 h 6858000"/>
              <a:gd name="connsiteX174" fmla="*/ 3374575 w 7467600"/>
              <a:gd name="connsiteY174" fmla="*/ 4451517 h 6858000"/>
              <a:gd name="connsiteX175" fmla="*/ 3505221 w 7467600"/>
              <a:gd name="connsiteY175" fmla="*/ 4480757 h 6858000"/>
              <a:gd name="connsiteX176" fmla="*/ 2626982 w 7467600"/>
              <a:gd name="connsiteY176" fmla="*/ 4206450 h 6858000"/>
              <a:gd name="connsiteX177" fmla="*/ 1310106 w 7467600"/>
              <a:gd name="connsiteY177" fmla="*/ 3943217 h 6858000"/>
              <a:gd name="connsiteX178" fmla="*/ 854994 w 7467600"/>
              <a:gd name="connsiteY178" fmla="*/ 4399136 h 6858000"/>
              <a:gd name="connsiteX179" fmla="*/ 742462 w 7467600"/>
              <a:gd name="connsiteY179" fmla="*/ 4594648 h 6858000"/>
              <a:gd name="connsiteX180" fmla="*/ 820602 w 7467600"/>
              <a:gd name="connsiteY180" fmla="*/ 4485915 h 6858000"/>
              <a:gd name="connsiteX181" fmla="*/ 878295 w 7467600"/>
              <a:gd name="connsiteY181" fmla="*/ 4403594 h 6858000"/>
              <a:gd name="connsiteX182" fmla="*/ 1240607 w 7467600"/>
              <a:gd name="connsiteY182" fmla="*/ 4010401 h 6858000"/>
              <a:gd name="connsiteX183" fmla="*/ 1310106 w 7467600"/>
              <a:gd name="connsiteY183" fmla="*/ 3943217 h 6858000"/>
              <a:gd name="connsiteX184" fmla="*/ 1423113 w 7467600"/>
              <a:gd name="connsiteY184" fmla="*/ 3874565 h 6858000"/>
              <a:gd name="connsiteX185" fmla="*/ 1260565 w 7467600"/>
              <a:gd name="connsiteY185" fmla="*/ 4031982 h 6858000"/>
              <a:gd name="connsiteX186" fmla="*/ 901900 w 7467600"/>
              <a:gd name="connsiteY186" fmla="*/ 4421236 h 6858000"/>
              <a:gd name="connsiteX187" fmla="*/ 845044 w 7467600"/>
              <a:gd name="connsiteY187" fmla="*/ 4502436 h 6858000"/>
              <a:gd name="connsiteX188" fmla="*/ 685926 w 7467600"/>
              <a:gd name="connsiteY188" fmla="*/ 4703069 h 6858000"/>
              <a:gd name="connsiteX189" fmla="*/ 684248 w 7467600"/>
              <a:gd name="connsiteY189" fmla="*/ 4706721 h 6858000"/>
              <a:gd name="connsiteX190" fmla="*/ 1423113 w 7467600"/>
              <a:gd name="connsiteY190" fmla="*/ 3874565 h 6858000"/>
              <a:gd name="connsiteX191" fmla="*/ 3316479 w 7467600"/>
              <a:gd name="connsiteY191" fmla="*/ 3872136 h 6858000"/>
              <a:gd name="connsiteX192" fmla="*/ 3546806 w 7467600"/>
              <a:gd name="connsiteY192" fmla="*/ 4356139 h 6858000"/>
              <a:gd name="connsiteX193" fmla="*/ 3364433 w 7467600"/>
              <a:gd name="connsiteY193" fmla="*/ 3953121 h 6858000"/>
              <a:gd name="connsiteX194" fmla="*/ 3316479 w 7467600"/>
              <a:gd name="connsiteY194" fmla="*/ 3872136 h 6858000"/>
              <a:gd name="connsiteX195" fmla="*/ 3291335 w 7467600"/>
              <a:gd name="connsiteY195" fmla="*/ 3767420 h 6858000"/>
              <a:gd name="connsiteX196" fmla="*/ 3390805 w 7467600"/>
              <a:gd name="connsiteY196" fmla="*/ 3937163 h 6858000"/>
              <a:gd name="connsiteX197" fmla="*/ 3579062 w 7467600"/>
              <a:gd name="connsiteY197" fmla="*/ 4359040 h 6858000"/>
              <a:gd name="connsiteX198" fmla="*/ 3467355 w 7467600"/>
              <a:gd name="connsiteY198" fmla="*/ 3988130 h 6858000"/>
              <a:gd name="connsiteX199" fmla="*/ 3310753 w 7467600"/>
              <a:gd name="connsiteY199" fmla="*/ 3787140 h 6858000"/>
              <a:gd name="connsiteX200" fmla="*/ 3291335 w 7467600"/>
              <a:gd name="connsiteY200" fmla="*/ 3767420 h 6858000"/>
              <a:gd name="connsiteX201" fmla="*/ 1635889 w 7467600"/>
              <a:gd name="connsiteY201" fmla="*/ 3709494 h 6858000"/>
              <a:gd name="connsiteX202" fmla="*/ 1634800 w 7467600"/>
              <a:gd name="connsiteY202" fmla="*/ 3731111 h 6858000"/>
              <a:gd name="connsiteX203" fmla="*/ 1635889 w 7467600"/>
              <a:gd name="connsiteY203" fmla="*/ 3709494 h 6858000"/>
              <a:gd name="connsiteX204" fmla="*/ 1510397 w 7467600"/>
              <a:gd name="connsiteY204" fmla="*/ 3684705 h 6858000"/>
              <a:gd name="connsiteX205" fmla="*/ 1146550 w 7467600"/>
              <a:gd name="connsiteY205" fmla="*/ 3802012 h 6858000"/>
              <a:gd name="connsiteX206" fmla="*/ 698834 w 7467600"/>
              <a:gd name="connsiteY206" fmla="*/ 3952272 h 6858000"/>
              <a:gd name="connsiteX207" fmla="*/ 34256 w 7467600"/>
              <a:gd name="connsiteY207" fmla="*/ 4347603 h 6858000"/>
              <a:gd name="connsiteX208" fmla="*/ 527241 w 7467600"/>
              <a:gd name="connsiteY208" fmla="*/ 4065078 h 6858000"/>
              <a:gd name="connsiteX209" fmla="*/ 1510397 w 7467600"/>
              <a:gd name="connsiteY209" fmla="*/ 3684705 h 6858000"/>
              <a:gd name="connsiteX210" fmla="*/ 1313114 w 7467600"/>
              <a:gd name="connsiteY210" fmla="*/ 3655216 h 6858000"/>
              <a:gd name="connsiteX211" fmla="*/ 1109304 w 7467600"/>
              <a:gd name="connsiteY211" fmla="*/ 3669030 h 6858000"/>
              <a:gd name="connsiteX212" fmla="*/ 8129 w 7467600"/>
              <a:gd name="connsiteY212" fmla="*/ 4330519 h 6858000"/>
              <a:gd name="connsiteX213" fmla="*/ 687572 w 7467600"/>
              <a:gd name="connsiteY213" fmla="*/ 3925629 h 6858000"/>
              <a:gd name="connsiteX214" fmla="*/ 1138365 w 7467600"/>
              <a:gd name="connsiteY214" fmla="*/ 3774515 h 6858000"/>
              <a:gd name="connsiteX215" fmla="*/ 1505579 w 7467600"/>
              <a:gd name="connsiteY215" fmla="*/ 3655526 h 6858000"/>
              <a:gd name="connsiteX216" fmla="*/ 1313114 w 7467600"/>
              <a:gd name="connsiteY216" fmla="*/ 3655216 h 6858000"/>
              <a:gd name="connsiteX217" fmla="*/ 3655073 w 7467600"/>
              <a:gd name="connsiteY217" fmla="*/ 3650884 h 6858000"/>
              <a:gd name="connsiteX218" fmla="*/ 3989938 w 7467600"/>
              <a:gd name="connsiteY218" fmla="*/ 3991685 h 6858000"/>
              <a:gd name="connsiteX219" fmla="*/ 4393907 w 7467600"/>
              <a:gd name="connsiteY219" fmla="*/ 4261258 h 6858000"/>
              <a:gd name="connsiteX220" fmla="*/ 4648051 w 7467600"/>
              <a:gd name="connsiteY220" fmla="*/ 4374051 h 6858000"/>
              <a:gd name="connsiteX221" fmla="*/ 4383389 w 7467600"/>
              <a:gd name="connsiteY221" fmla="*/ 4184369 h 6858000"/>
              <a:gd name="connsiteX222" fmla="*/ 4165508 w 7467600"/>
              <a:gd name="connsiteY222" fmla="*/ 4035196 h 6858000"/>
              <a:gd name="connsiteX223" fmla="*/ 4068162 w 7467600"/>
              <a:gd name="connsiteY223" fmla="*/ 3953394 h 6858000"/>
              <a:gd name="connsiteX224" fmla="*/ 3981416 w 7467600"/>
              <a:gd name="connsiteY224" fmla="*/ 3880482 h 6858000"/>
              <a:gd name="connsiteX225" fmla="*/ 3800147 w 7467600"/>
              <a:gd name="connsiteY225" fmla="*/ 3749872 h 6858000"/>
              <a:gd name="connsiteX226" fmla="*/ 3655073 w 7467600"/>
              <a:gd name="connsiteY226" fmla="*/ 3650884 h 6858000"/>
              <a:gd name="connsiteX227" fmla="*/ 3670252 w 7467600"/>
              <a:gd name="connsiteY227" fmla="*/ 3622798 h 6858000"/>
              <a:gd name="connsiteX228" fmla="*/ 3817258 w 7467600"/>
              <a:gd name="connsiteY228" fmla="*/ 3723577 h 6858000"/>
              <a:gd name="connsiteX229" fmla="*/ 4000461 w 7467600"/>
              <a:gd name="connsiteY229" fmla="*/ 3855966 h 6858000"/>
              <a:gd name="connsiteX230" fmla="*/ 4088180 w 7467600"/>
              <a:gd name="connsiteY230" fmla="*/ 3929774 h 6858000"/>
              <a:gd name="connsiteX231" fmla="*/ 4184555 w 7467600"/>
              <a:gd name="connsiteY231" fmla="*/ 4010683 h 6858000"/>
              <a:gd name="connsiteX232" fmla="*/ 4399563 w 7467600"/>
              <a:gd name="connsiteY232" fmla="*/ 4158106 h 6858000"/>
              <a:gd name="connsiteX233" fmla="*/ 4684469 w 7467600"/>
              <a:gd name="connsiteY233" fmla="*/ 4364680 h 6858000"/>
              <a:gd name="connsiteX234" fmla="*/ 4690271 w 7467600"/>
              <a:gd name="connsiteY234" fmla="*/ 4370034 h 6858000"/>
              <a:gd name="connsiteX235" fmla="*/ 4136093 w 7467600"/>
              <a:gd name="connsiteY235" fmla="*/ 3858466 h 6858000"/>
              <a:gd name="connsiteX236" fmla="*/ 3670252 w 7467600"/>
              <a:gd name="connsiteY236" fmla="*/ 3622798 h 6858000"/>
              <a:gd name="connsiteX237" fmla="*/ 4440129 w 7467600"/>
              <a:gd name="connsiteY237" fmla="*/ 3448571 h 6858000"/>
              <a:gd name="connsiteX238" fmla="*/ 4856525 w 7467600"/>
              <a:gd name="connsiteY238" fmla="*/ 3915351 h 6858000"/>
              <a:gd name="connsiteX239" fmla="*/ 5059055 w 7467600"/>
              <a:gd name="connsiteY239" fmla="*/ 4108918 h 6858000"/>
              <a:gd name="connsiteX240" fmla="*/ 5290070 w 7467600"/>
              <a:gd name="connsiteY240" fmla="*/ 4263619 h 6858000"/>
              <a:gd name="connsiteX241" fmla="*/ 4834991 w 7467600"/>
              <a:gd name="connsiteY241" fmla="*/ 3830985 h 6858000"/>
              <a:gd name="connsiteX242" fmla="*/ 4440129 w 7467600"/>
              <a:gd name="connsiteY242" fmla="*/ 3448571 h 6858000"/>
              <a:gd name="connsiteX243" fmla="*/ 4441737 w 7467600"/>
              <a:gd name="connsiteY243" fmla="*/ 3399734 h 6858000"/>
              <a:gd name="connsiteX244" fmla="*/ 4431236 w 7467600"/>
              <a:gd name="connsiteY244" fmla="*/ 3400954 h 6858000"/>
              <a:gd name="connsiteX245" fmla="*/ 4557150 w 7467600"/>
              <a:gd name="connsiteY245" fmla="*/ 3510023 h 6858000"/>
              <a:gd name="connsiteX246" fmla="*/ 4856936 w 7467600"/>
              <a:gd name="connsiteY246" fmla="*/ 3809146 h 6858000"/>
              <a:gd name="connsiteX247" fmla="*/ 5111996 w 7467600"/>
              <a:gd name="connsiteY247" fmla="*/ 4065759 h 6858000"/>
              <a:gd name="connsiteX248" fmla="*/ 5388878 w 7467600"/>
              <a:gd name="connsiteY248" fmla="*/ 4300185 h 6858000"/>
              <a:gd name="connsiteX249" fmla="*/ 5425556 w 7467600"/>
              <a:gd name="connsiteY249" fmla="*/ 4308967 h 6858000"/>
              <a:gd name="connsiteX250" fmla="*/ 4943646 w 7467600"/>
              <a:gd name="connsiteY250" fmla="*/ 3822916 h 6858000"/>
              <a:gd name="connsiteX251" fmla="*/ 4594837 w 7467600"/>
              <a:gd name="connsiteY251" fmla="*/ 3532274 h 6858000"/>
              <a:gd name="connsiteX252" fmla="*/ 4441737 w 7467600"/>
              <a:gd name="connsiteY252" fmla="*/ 3399734 h 6858000"/>
              <a:gd name="connsiteX253" fmla="*/ 5425834 w 7467600"/>
              <a:gd name="connsiteY253" fmla="*/ 3162785 h 6858000"/>
              <a:gd name="connsiteX254" fmla="*/ 5401644 w 7467600"/>
              <a:gd name="connsiteY254" fmla="*/ 3617847 h 6858000"/>
              <a:gd name="connsiteX255" fmla="*/ 5467256 w 7467600"/>
              <a:gd name="connsiteY255" fmla="*/ 4175494 h 6858000"/>
              <a:gd name="connsiteX256" fmla="*/ 5448069 w 7467600"/>
              <a:gd name="connsiteY256" fmla="*/ 3567554 h 6858000"/>
              <a:gd name="connsiteX257" fmla="*/ 5425834 w 7467600"/>
              <a:gd name="connsiteY257" fmla="*/ 3162785 h 6858000"/>
              <a:gd name="connsiteX258" fmla="*/ 1318687 w 7467600"/>
              <a:gd name="connsiteY258" fmla="*/ 3113840 h 6858000"/>
              <a:gd name="connsiteX259" fmla="*/ 1066793 w 7467600"/>
              <a:gd name="connsiteY259" fmla="*/ 3212171 h 6858000"/>
              <a:gd name="connsiteX260" fmla="*/ 993319 w 7467600"/>
              <a:gd name="connsiteY260" fmla="*/ 3247648 h 6858000"/>
              <a:gd name="connsiteX261" fmla="*/ 853081 w 7467600"/>
              <a:gd name="connsiteY261" fmla="*/ 3312410 h 6858000"/>
              <a:gd name="connsiteX262" fmla="*/ 805957 w 7467600"/>
              <a:gd name="connsiteY262" fmla="*/ 3330443 h 6858000"/>
              <a:gd name="connsiteX263" fmla="*/ 1318687 w 7467600"/>
              <a:gd name="connsiteY263" fmla="*/ 3113840 h 6858000"/>
              <a:gd name="connsiteX264" fmla="*/ 5453702 w 7467600"/>
              <a:gd name="connsiteY264" fmla="*/ 3090882 h 6858000"/>
              <a:gd name="connsiteX265" fmla="*/ 5480135 w 7467600"/>
              <a:gd name="connsiteY265" fmla="*/ 3565802 h 6858000"/>
              <a:gd name="connsiteX266" fmla="*/ 5499023 w 7467600"/>
              <a:gd name="connsiteY266" fmla="*/ 4166310 h 6858000"/>
              <a:gd name="connsiteX267" fmla="*/ 5547022 w 7467600"/>
              <a:gd name="connsiteY267" fmla="*/ 3607838 h 6858000"/>
              <a:gd name="connsiteX268" fmla="*/ 5515964 w 7467600"/>
              <a:gd name="connsiteY268" fmla="*/ 3378541 h 6858000"/>
              <a:gd name="connsiteX269" fmla="*/ 5453702 w 7467600"/>
              <a:gd name="connsiteY269" fmla="*/ 3090882 h 6858000"/>
              <a:gd name="connsiteX270" fmla="*/ 1238695 w 7467600"/>
              <a:gd name="connsiteY270" fmla="*/ 3076820 h 6858000"/>
              <a:gd name="connsiteX271" fmla="*/ 716371 w 7467600"/>
              <a:gd name="connsiteY271" fmla="*/ 3293249 h 6858000"/>
              <a:gd name="connsiteX272" fmla="*/ 579522 w 7467600"/>
              <a:gd name="connsiteY272" fmla="*/ 3371759 h 6858000"/>
              <a:gd name="connsiteX273" fmla="*/ 600288 w 7467600"/>
              <a:gd name="connsiteY273" fmla="*/ 3365555 h 6858000"/>
              <a:gd name="connsiteX274" fmla="*/ 840692 w 7467600"/>
              <a:gd name="connsiteY274" fmla="*/ 3284921 h 6858000"/>
              <a:gd name="connsiteX275" fmla="*/ 979248 w 7467600"/>
              <a:gd name="connsiteY275" fmla="*/ 3221003 h 6858000"/>
              <a:gd name="connsiteX276" fmla="*/ 1053282 w 7467600"/>
              <a:gd name="connsiteY276" fmla="*/ 3185247 h 6858000"/>
              <a:gd name="connsiteX277" fmla="*/ 1320603 w 7467600"/>
              <a:gd name="connsiteY277" fmla="*/ 3081281 h 6858000"/>
              <a:gd name="connsiteX278" fmla="*/ 1238695 w 7467600"/>
              <a:gd name="connsiteY278" fmla="*/ 3076820 h 6858000"/>
              <a:gd name="connsiteX279" fmla="*/ 5425627 w 7467600"/>
              <a:gd name="connsiteY279" fmla="*/ 2954192 h 6858000"/>
              <a:gd name="connsiteX280" fmla="*/ 5470770 w 7467600"/>
              <a:gd name="connsiteY280" fmla="*/ 3005435 h 6858000"/>
              <a:gd name="connsiteX281" fmla="*/ 5519779 w 7467600"/>
              <a:gd name="connsiteY281" fmla="*/ 4359223 h 6858000"/>
              <a:gd name="connsiteX282" fmla="*/ 5520293 w 7467600"/>
              <a:gd name="connsiteY282" fmla="*/ 4360602 h 6858000"/>
              <a:gd name="connsiteX283" fmla="*/ 5767221 w 7467600"/>
              <a:gd name="connsiteY283" fmla="*/ 4665564 h 6858000"/>
              <a:gd name="connsiteX284" fmla="*/ 6937169 w 7467600"/>
              <a:gd name="connsiteY284" fmla="*/ 4815941 h 6858000"/>
              <a:gd name="connsiteX285" fmla="*/ 6953922 w 7467600"/>
              <a:gd name="connsiteY285" fmla="*/ 4890068 h 6858000"/>
              <a:gd name="connsiteX286" fmla="*/ 6071359 w 7467600"/>
              <a:gd name="connsiteY286" fmla="*/ 4770770 h 6858000"/>
              <a:gd name="connsiteX287" fmla="*/ 6038839 w 7467600"/>
              <a:gd name="connsiteY287" fmla="*/ 4764474 h 6858000"/>
              <a:gd name="connsiteX288" fmla="*/ 6038706 w 7467600"/>
              <a:gd name="connsiteY288" fmla="*/ 4763847 h 6858000"/>
              <a:gd name="connsiteX289" fmla="*/ 6037784 w 7467600"/>
              <a:gd name="connsiteY289" fmla="*/ 4764270 h 6858000"/>
              <a:gd name="connsiteX290" fmla="*/ 6038839 w 7467600"/>
              <a:gd name="connsiteY290" fmla="*/ 4764474 h 6858000"/>
              <a:gd name="connsiteX291" fmla="*/ 6040338 w 7467600"/>
              <a:gd name="connsiteY291" fmla="*/ 4771418 h 6858000"/>
              <a:gd name="connsiteX292" fmla="*/ 6024488 w 7467600"/>
              <a:gd name="connsiteY292" fmla="*/ 4809903 h 6858000"/>
              <a:gd name="connsiteX293" fmla="*/ 5599771 w 7467600"/>
              <a:gd name="connsiteY293" fmla="*/ 5509652 h 6858000"/>
              <a:gd name="connsiteX294" fmla="*/ 5548843 w 7467600"/>
              <a:gd name="connsiteY294" fmla="*/ 5563845 h 6858000"/>
              <a:gd name="connsiteX295" fmla="*/ 5940952 w 7467600"/>
              <a:gd name="connsiteY295" fmla="*/ 6250028 h 6858000"/>
              <a:gd name="connsiteX296" fmla="*/ 6043441 w 7467600"/>
              <a:gd name="connsiteY296" fmla="*/ 6665847 h 6858000"/>
              <a:gd name="connsiteX297" fmla="*/ 6093432 w 7467600"/>
              <a:gd name="connsiteY297" fmla="*/ 6858000 h 6858000"/>
              <a:gd name="connsiteX298" fmla="*/ 6034344 w 7467600"/>
              <a:gd name="connsiteY298" fmla="*/ 6858000 h 6858000"/>
              <a:gd name="connsiteX299" fmla="*/ 6026679 w 7467600"/>
              <a:gd name="connsiteY299" fmla="*/ 6836959 h 6858000"/>
              <a:gd name="connsiteX300" fmla="*/ 5800441 w 7467600"/>
              <a:gd name="connsiteY300" fmla="*/ 6335286 h 6858000"/>
              <a:gd name="connsiteX301" fmla="*/ 5526562 w 7467600"/>
              <a:gd name="connsiteY301" fmla="*/ 5705388 h 6858000"/>
              <a:gd name="connsiteX302" fmla="*/ 5519640 w 7467600"/>
              <a:gd name="connsiteY302" fmla="*/ 5683774 h 6858000"/>
              <a:gd name="connsiteX303" fmla="*/ 5844559 w 7467600"/>
              <a:gd name="connsiteY303" fmla="*/ 6553349 h 6858000"/>
              <a:gd name="connsiteX304" fmla="*/ 5975994 w 7467600"/>
              <a:gd name="connsiteY304" fmla="*/ 6858000 h 6858000"/>
              <a:gd name="connsiteX305" fmla="*/ 5898547 w 7467600"/>
              <a:gd name="connsiteY305" fmla="*/ 6858000 h 6858000"/>
              <a:gd name="connsiteX306" fmla="*/ 5682041 w 7467600"/>
              <a:gd name="connsiteY306" fmla="*/ 6355860 h 6858000"/>
              <a:gd name="connsiteX307" fmla="*/ 5461758 w 7467600"/>
              <a:gd name="connsiteY307" fmla="*/ 5820220 h 6858000"/>
              <a:gd name="connsiteX308" fmla="*/ 5237282 w 7467600"/>
              <a:gd name="connsiteY308" fmla="*/ 6579086 h 6858000"/>
              <a:gd name="connsiteX309" fmla="*/ 5115009 w 7467600"/>
              <a:gd name="connsiteY309" fmla="*/ 6858000 h 6858000"/>
              <a:gd name="connsiteX310" fmla="*/ 5028074 w 7467600"/>
              <a:gd name="connsiteY310" fmla="*/ 6858000 h 6858000"/>
              <a:gd name="connsiteX311" fmla="*/ 5079508 w 7467600"/>
              <a:gd name="connsiteY311" fmla="*/ 6749074 h 6858000"/>
              <a:gd name="connsiteX312" fmla="*/ 5371846 w 7467600"/>
              <a:gd name="connsiteY312" fmla="*/ 5924413 h 6858000"/>
              <a:gd name="connsiteX313" fmla="*/ 5270512 w 7467600"/>
              <a:gd name="connsiteY313" fmla="*/ 6138975 h 6858000"/>
              <a:gd name="connsiteX314" fmla="*/ 5062409 w 7467600"/>
              <a:gd name="connsiteY314" fmla="*/ 6653544 h 6858000"/>
              <a:gd name="connsiteX315" fmla="*/ 5036628 w 7467600"/>
              <a:gd name="connsiteY315" fmla="*/ 6754247 h 6858000"/>
              <a:gd name="connsiteX316" fmla="*/ 5009112 w 7467600"/>
              <a:gd name="connsiteY316" fmla="*/ 6858000 h 6858000"/>
              <a:gd name="connsiteX317" fmla="*/ 4976679 w 7467600"/>
              <a:gd name="connsiteY317" fmla="*/ 6858000 h 6858000"/>
              <a:gd name="connsiteX318" fmla="*/ 5006537 w 7467600"/>
              <a:gd name="connsiteY318" fmla="*/ 6747068 h 6858000"/>
              <a:gd name="connsiteX319" fmla="*/ 5032723 w 7467600"/>
              <a:gd name="connsiteY319" fmla="*/ 6644957 h 6858000"/>
              <a:gd name="connsiteX320" fmla="*/ 5242949 w 7467600"/>
              <a:gd name="connsiteY320" fmla="*/ 6125175 h 6858000"/>
              <a:gd name="connsiteX321" fmla="*/ 5286321 w 7467600"/>
              <a:gd name="connsiteY321" fmla="*/ 6033555 h 6858000"/>
              <a:gd name="connsiteX322" fmla="*/ 5008210 w 7467600"/>
              <a:gd name="connsiteY322" fmla="*/ 6649194 h 6858000"/>
              <a:gd name="connsiteX323" fmla="*/ 4986321 w 7467600"/>
              <a:gd name="connsiteY323" fmla="*/ 6765687 h 6858000"/>
              <a:gd name="connsiteX324" fmla="*/ 4973474 w 7467600"/>
              <a:gd name="connsiteY324" fmla="*/ 6858000 h 6858000"/>
              <a:gd name="connsiteX325" fmla="*/ 4907178 w 7467600"/>
              <a:gd name="connsiteY325" fmla="*/ 6858000 h 6858000"/>
              <a:gd name="connsiteX326" fmla="*/ 4910810 w 7467600"/>
              <a:gd name="connsiteY326" fmla="*/ 6829660 h 6858000"/>
              <a:gd name="connsiteX327" fmla="*/ 4987461 w 7467600"/>
              <a:gd name="connsiteY327" fmla="*/ 6432994 h 6858000"/>
              <a:gd name="connsiteX328" fmla="*/ 5179262 w 7467600"/>
              <a:gd name="connsiteY328" fmla="*/ 6035044 h 6858000"/>
              <a:gd name="connsiteX329" fmla="*/ 4689678 w 7467600"/>
              <a:gd name="connsiteY329" fmla="*/ 6440241 h 6858000"/>
              <a:gd name="connsiteX330" fmla="*/ 4477543 w 7467600"/>
              <a:gd name="connsiteY330" fmla="*/ 6674836 h 6858000"/>
              <a:gd name="connsiteX331" fmla="*/ 4329957 w 7467600"/>
              <a:gd name="connsiteY331" fmla="*/ 6858000 h 6858000"/>
              <a:gd name="connsiteX332" fmla="*/ 4218595 w 7467600"/>
              <a:gd name="connsiteY332" fmla="*/ 6858000 h 6858000"/>
              <a:gd name="connsiteX333" fmla="*/ 4368888 w 7467600"/>
              <a:gd name="connsiteY333" fmla="*/ 6668412 h 6858000"/>
              <a:gd name="connsiteX334" fmla="*/ 4563091 w 7467600"/>
              <a:gd name="connsiteY334" fmla="*/ 6442508 h 6858000"/>
              <a:gd name="connsiteX335" fmla="*/ 5387324 w 7467600"/>
              <a:gd name="connsiteY335" fmla="*/ 5705830 h 6858000"/>
              <a:gd name="connsiteX336" fmla="*/ 5073620 w 7467600"/>
              <a:gd name="connsiteY336" fmla="*/ 5955437 h 6858000"/>
              <a:gd name="connsiteX337" fmla="*/ 4689789 w 7467600"/>
              <a:gd name="connsiteY337" fmla="*/ 6268382 h 6858000"/>
              <a:gd name="connsiteX338" fmla="*/ 4418722 w 7467600"/>
              <a:gd name="connsiteY338" fmla="*/ 6570886 h 6858000"/>
              <a:gd name="connsiteX339" fmla="*/ 4214944 w 7467600"/>
              <a:gd name="connsiteY339" fmla="*/ 6858000 h 6858000"/>
              <a:gd name="connsiteX340" fmla="*/ 4177898 w 7467600"/>
              <a:gd name="connsiteY340" fmla="*/ 6858000 h 6858000"/>
              <a:gd name="connsiteX341" fmla="*/ 4391597 w 7467600"/>
              <a:gd name="connsiteY341" fmla="*/ 6556370 h 6858000"/>
              <a:gd name="connsiteX342" fmla="*/ 4668889 w 7467600"/>
              <a:gd name="connsiteY342" fmla="*/ 6246399 h 6858000"/>
              <a:gd name="connsiteX343" fmla="*/ 5055427 w 7467600"/>
              <a:gd name="connsiteY343" fmla="*/ 5931476 h 6858000"/>
              <a:gd name="connsiteX344" fmla="*/ 5371814 w 7467600"/>
              <a:gd name="connsiteY344" fmla="*/ 5678975 h 6858000"/>
              <a:gd name="connsiteX345" fmla="*/ 4987918 w 7467600"/>
              <a:gd name="connsiteY345" fmla="*/ 5838701 h 6858000"/>
              <a:gd name="connsiteX346" fmla="*/ 4317146 w 7467600"/>
              <a:gd name="connsiteY346" fmla="*/ 6587716 h 6858000"/>
              <a:gd name="connsiteX347" fmla="*/ 4171627 w 7467600"/>
              <a:gd name="connsiteY347" fmla="*/ 6858000 h 6858000"/>
              <a:gd name="connsiteX348" fmla="*/ 4081585 w 7467600"/>
              <a:gd name="connsiteY348" fmla="*/ 6858000 h 6858000"/>
              <a:gd name="connsiteX349" fmla="*/ 4238603 w 7467600"/>
              <a:gd name="connsiteY349" fmla="*/ 6559341 h 6858000"/>
              <a:gd name="connsiteX350" fmla="*/ 4778333 w 7467600"/>
              <a:gd name="connsiteY350" fmla="*/ 5873626 h 6858000"/>
              <a:gd name="connsiteX351" fmla="*/ 5414185 w 7467600"/>
              <a:gd name="connsiteY351" fmla="*/ 5573882 h 6858000"/>
              <a:gd name="connsiteX352" fmla="*/ 5959648 w 7467600"/>
              <a:gd name="connsiteY352" fmla="*/ 4760797 h 6858000"/>
              <a:gd name="connsiteX353" fmla="*/ 5355019 w 7467600"/>
              <a:gd name="connsiteY353" fmla="*/ 4734672 h 6858000"/>
              <a:gd name="connsiteX354" fmla="*/ 5083565 w 7467600"/>
              <a:gd name="connsiteY354" fmla="*/ 5179121 h 6858000"/>
              <a:gd name="connsiteX355" fmla="*/ 4713577 w 7467600"/>
              <a:gd name="connsiteY355" fmla="*/ 5616803 h 6858000"/>
              <a:gd name="connsiteX356" fmla="*/ 3989559 w 7467600"/>
              <a:gd name="connsiteY356" fmla="*/ 6145945 h 6858000"/>
              <a:gd name="connsiteX357" fmla="*/ 3939824 w 7467600"/>
              <a:gd name="connsiteY357" fmla="*/ 6066900 h 6858000"/>
              <a:gd name="connsiteX358" fmla="*/ 4584537 w 7467600"/>
              <a:gd name="connsiteY358" fmla="*/ 5324826 h 6858000"/>
              <a:gd name="connsiteX359" fmla="*/ 5037105 w 7467600"/>
              <a:gd name="connsiteY359" fmla="*/ 5088765 h 6858000"/>
              <a:gd name="connsiteX360" fmla="*/ 5039930 w 7467600"/>
              <a:gd name="connsiteY360" fmla="*/ 5089585 h 6858000"/>
              <a:gd name="connsiteX361" fmla="*/ 5263764 w 7467600"/>
              <a:gd name="connsiteY361" fmla="*/ 4735525 h 6858000"/>
              <a:gd name="connsiteX362" fmla="*/ 4086300 w 7467600"/>
              <a:gd name="connsiteY362" fmla="*/ 4884599 h 6858000"/>
              <a:gd name="connsiteX363" fmla="*/ 4085485 w 7467600"/>
              <a:gd name="connsiteY363" fmla="*/ 4899070 h 6858000"/>
              <a:gd name="connsiteX364" fmla="*/ 3871915 w 7467600"/>
              <a:gd name="connsiteY364" fmla="*/ 5253645 h 6858000"/>
              <a:gd name="connsiteX365" fmla="*/ 3799374 w 7467600"/>
              <a:gd name="connsiteY365" fmla="*/ 5466127 h 6858000"/>
              <a:gd name="connsiteX366" fmla="*/ 3498850 w 7467600"/>
              <a:gd name="connsiteY366" fmla="*/ 6661888 h 6858000"/>
              <a:gd name="connsiteX367" fmla="*/ 3399216 w 7467600"/>
              <a:gd name="connsiteY367" fmla="*/ 6858000 h 6858000"/>
              <a:gd name="connsiteX368" fmla="*/ 3303688 w 7467600"/>
              <a:gd name="connsiteY368" fmla="*/ 6858000 h 6858000"/>
              <a:gd name="connsiteX369" fmla="*/ 3391774 w 7467600"/>
              <a:gd name="connsiteY369" fmla="*/ 6697181 h 6858000"/>
              <a:gd name="connsiteX370" fmla="*/ 3735540 w 7467600"/>
              <a:gd name="connsiteY370" fmla="*/ 5546923 h 6858000"/>
              <a:gd name="connsiteX371" fmla="*/ 3729438 w 7467600"/>
              <a:gd name="connsiteY371" fmla="*/ 5569058 h 6858000"/>
              <a:gd name="connsiteX372" fmla="*/ 3707782 w 7467600"/>
              <a:gd name="connsiteY372" fmla="*/ 5644908 h 6858000"/>
              <a:gd name="connsiteX373" fmla="*/ 3583827 w 7467600"/>
              <a:gd name="connsiteY373" fmla="*/ 6039215 h 6858000"/>
              <a:gd name="connsiteX374" fmla="*/ 3547861 w 7467600"/>
              <a:gd name="connsiteY374" fmla="*/ 6129609 h 6858000"/>
              <a:gd name="connsiteX375" fmla="*/ 3490905 w 7467600"/>
              <a:gd name="connsiteY375" fmla="*/ 6277660 h 6858000"/>
              <a:gd name="connsiteX376" fmla="*/ 3455859 w 7467600"/>
              <a:gd name="connsiteY376" fmla="*/ 6391301 h 6858000"/>
              <a:gd name="connsiteX377" fmla="*/ 3429112 w 7467600"/>
              <a:gd name="connsiteY377" fmla="*/ 6479469 h 6858000"/>
              <a:gd name="connsiteX378" fmla="*/ 3304862 w 7467600"/>
              <a:gd name="connsiteY378" fmla="*/ 6796476 h 6858000"/>
              <a:gd name="connsiteX379" fmla="*/ 3276071 w 7467600"/>
              <a:gd name="connsiteY379" fmla="*/ 6858000 h 6858000"/>
              <a:gd name="connsiteX380" fmla="*/ 3240805 w 7467600"/>
              <a:gd name="connsiteY380" fmla="*/ 6858000 h 6858000"/>
              <a:gd name="connsiteX381" fmla="*/ 3275917 w 7467600"/>
              <a:gd name="connsiteY381" fmla="*/ 6783192 h 6858000"/>
              <a:gd name="connsiteX382" fmla="*/ 3399358 w 7467600"/>
              <a:gd name="connsiteY382" fmla="*/ 6469011 h 6858000"/>
              <a:gd name="connsiteX383" fmla="*/ 3425650 w 7467600"/>
              <a:gd name="connsiteY383" fmla="*/ 6381333 h 6858000"/>
              <a:gd name="connsiteX384" fmla="*/ 3460661 w 7467600"/>
              <a:gd name="connsiteY384" fmla="*/ 6266763 h 6858000"/>
              <a:gd name="connsiteX385" fmla="*/ 3518021 w 7467600"/>
              <a:gd name="connsiteY385" fmla="*/ 6117298 h 6858000"/>
              <a:gd name="connsiteX386" fmla="*/ 3554035 w 7467600"/>
              <a:gd name="connsiteY386" fmla="*/ 6027832 h 6858000"/>
              <a:gd name="connsiteX387" fmla="*/ 3677174 w 7467600"/>
              <a:gd name="connsiteY387" fmla="*/ 5636351 h 6858000"/>
              <a:gd name="connsiteX388" fmla="*/ 3698819 w 7467600"/>
              <a:gd name="connsiteY388" fmla="*/ 5560503 h 6858000"/>
              <a:gd name="connsiteX389" fmla="*/ 3702094 w 7467600"/>
              <a:gd name="connsiteY389" fmla="*/ 5549194 h 6858000"/>
              <a:gd name="connsiteX390" fmla="*/ 3398355 w 7467600"/>
              <a:gd name="connsiteY390" fmla="*/ 6094603 h 6858000"/>
              <a:gd name="connsiteX391" fmla="*/ 3193941 w 7467600"/>
              <a:gd name="connsiteY391" fmla="*/ 6798775 h 6858000"/>
              <a:gd name="connsiteX392" fmla="*/ 3184140 w 7467600"/>
              <a:gd name="connsiteY392" fmla="*/ 6858000 h 6858000"/>
              <a:gd name="connsiteX393" fmla="*/ 3099978 w 7467600"/>
              <a:gd name="connsiteY393" fmla="*/ 6858000 h 6858000"/>
              <a:gd name="connsiteX394" fmla="*/ 3101556 w 7467600"/>
              <a:gd name="connsiteY394" fmla="*/ 6843337 h 6858000"/>
              <a:gd name="connsiteX395" fmla="*/ 3370162 w 7467600"/>
              <a:gd name="connsiteY395" fmla="*/ 5785550 h 6858000"/>
              <a:gd name="connsiteX396" fmla="*/ 3746477 w 7467600"/>
              <a:gd name="connsiteY396" fmla="*/ 5377889 h 6858000"/>
              <a:gd name="connsiteX397" fmla="*/ 3863399 w 7467600"/>
              <a:gd name="connsiteY397" fmla="*/ 5087257 h 6858000"/>
              <a:gd name="connsiteX398" fmla="*/ 3968712 w 7467600"/>
              <a:gd name="connsiteY398" fmla="*/ 4913989 h 6858000"/>
              <a:gd name="connsiteX399" fmla="*/ 2792390 w 7467600"/>
              <a:gd name="connsiteY399" fmla="*/ 5382974 h 6858000"/>
              <a:gd name="connsiteX400" fmla="*/ 2714982 w 7467600"/>
              <a:gd name="connsiteY400" fmla="*/ 5427051 h 6858000"/>
              <a:gd name="connsiteX401" fmla="*/ 2813361 w 7467600"/>
              <a:gd name="connsiteY401" fmla="*/ 6023912 h 6858000"/>
              <a:gd name="connsiteX402" fmla="*/ 2688430 w 7467600"/>
              <a:gd name="connsiteY402" fmla="*/ 6801564 h 6858000"/>
              <a:gd name="connsiteX403" fmla="*/ 2629626 w 7467600"/>
              <a:gd name="connsiteY403" fmla="*/ 6763394 h 6858000"/>
              <a:gd name="connsiteX404" fmla="*/ 2565328 w 7467600"/>
              <a:gd name="connsiteY404" fmla="*/ 5516399 h 6858000"/>
              <a:gd name="connsiteX405" fmla="*/ 1922999 w 7467600"/>
              <a:gd name="connsiteY405" fmla="*/ 5980343 h 6858000"/>
              <a:gd name="connsiteX406" fmla="*/ 1950261 w 7467600"/>
              <a:gd name="connsiteY406" fmla="*/ 6405858 h 6858000"/>
              <a:gd name="connsiteX407" fmla="*/ 2365554 w 7467600"/>
              <a:gd name="connsiteY407" fmla="*/ 6759107 h 6858000"/>
              <a:gd name="connsiteX408" fmla="*/ 2424142 w 7467600"/>
              <a:gd name="connsiteY408" fmla="*/ 6858000 h 6858000"/>
              <a:gd name="connsiteX409" fmla="*/ 2395994 w 7467600"/>
              <a:gd name="connsiteY409" fmla="*/ 6858000 h 6858000"/>
              <a:gd name="connsiteX410" fmla="*/ 2392863 w 7467600"/>
              <a:gd name="connsiteY410" fmla="*/ 6852964 h 6858000"/>
              <a:gd name="connsiteX411" fmla="*/ 2017589 w 7467600"/>
              <a:gd name="connsiteY411" fmla="*/ 6493982 h 6858000"/>
              <a:gd name="connsiteX412" fmla="*/ 2147336 w 7467600"/>
              <a:gd name="connsiteY412" fmla="*/ 6594052 h 6858000"/>
              <a:gd name="connsiteX413" fmla="*/ 2207047 w 7467600"/>
              <a:gd name="connsiteY413" fmla="*/ 6654540 h 6858000"/>
              <a:gd name="connsiteX414" fmla="*/ 2299106 w 7467600"/>
              <a:gd name="connsiteY414" fmla="*/ 6778931 h 6858000"/>
              <a:gd name="connsiteX415" fmla="*/ 2314430 w 7467600"/>
              <a:gd name="connsiteY415" fmla="*/ 6801144 h 6858000"/>
              <a:gd name="connsiteX416" fmla="*/ 2352406 w 7467600"/>
              <a:gd name="connsiteY416" fmla="*/ 6858000 h 6858000"/>
              <a:gd name="connsiteX417" fmla="*/ 2314492 w 7467600"/>
              <a:gd name="connsiteY417" fmla="*/ 6858000 h 6858000"/>
              <a:gd name="connsiteX418" fmla="*/ 2288095 w 7467600"/>
              <a:gd name="connsiteY418" fmla="*/ 6818030 h 6858000"/>
              <a:gd name="connsiteX419" fmla="*/ 2272768 w 7467600"/>
              <a:gd name="connsiteY419" fmla="*/ 6795822 h 6858000"/>
              <a:gd name="connsiteX420" fmla="*/ 2182715 w 7467600"/>
              <a:gd name="connsiteY420" fmla="*/ 6675071 h 6858000"/>
              <a:gd name="connsiteX421" fmla="*/ 2032061 w 7467600"/>
              <a:gd name="connsiteY421" fmla="*/ 6541380 h 6858000"/>
              <a:gd name="connsiteX422" fmla="*/ 2257220 w 7467600"/>
              <a:gd name="connsiteY422" fmla="*/ 6826257 h 6858000"/>
              <a:gd name="connsiteX423" fmla="*/ 2281324 w 7467600"/>
              <a:gd name="connsiteY423" fmla="*/ 6858000 h 6858000"/>
              <a:gd name="connsiteX424" fmla="*/ 2242860 w 7467600"/>
              <a:gd name="connsiteY424" fmla="*/ 6858000 h 6858000"/>
              <a:gd name="connsiteX425" fmla="*/ 2232818 w 7467600"/>
              <a:gd name="connsiteY425" fmla="*/ 6844926 h 6858000"/>
              <a:gd name="connsiteX426" fmla="*/ 1990172 w 7467600"/>
              <a:gd name="connsiteY426" fmla="*/ 6542121 h 6858000"/>
              <a:gd name="connsiteX427" fmla="*/ 2124090 w 7467600"/>
              <a:gd name="connsiteY427" fmla="*/ 6761017 h 6858000"/>
              <a:gd name="connsiteX428" fmla="*/ 2200380 w 7467600"/>
              <a:gd name="connsiteY428" fmla="*/ 6858000 h 6858000"/>
              <a:gd name="connsiteX429" fmla="*/ 2147507 w 7467600"/>
              <a:gd name="connsiteY429" fmla="*/ 6858000 h 6858000"/>
              <a:gd name="connsiteX430" fmla="*/ 2070668 w 7467600"/>
              <a:gd name="connsiteY430" fmla="*/ 6761520 h 6858000"/>
              <a:gd name="connsiteX431" fmla="*/ 1975142 w 7467600"/>
              <a:gd name="connsiteY431" fmla="*/ 6585570 h 6858000"/>
              <a:gd name="connsiteX432" fmla="*/ 2050035 w 7467600"/>
              <a:gd name="connsiteY432" fmla="*/ 6813345 h 6858000"/>
              <a:gd name="connsiteX433" fmla="*/ 2063025 w 7467600"/>
              <a:gd name="connsiteY433" fmla="*/ 6858000 h 6858000"/>
              <a:gd name="connsiteX434" fmla="*/ 2021675 w 7467600"/>
              <a:gd name="connsiteY434" fmla="*/ 6858000 h 6858000"/>
              <a:gd name="connsiteX435" fmla="*/ 2019308 w 7467600"/>
              <a:gd name="connsiteY435" fmla="*/ 6847118 h 6858000"/>
              <a:gd name="connsiteX436" fmla="*/ 1938835 w 7467600"/>
              <a:gd name="connsiteY436" fmla="*/ 6551160 h 6858000"/>
              <a:gd name="connsiteX437" fmla="*/ 1953230 w 7467600"/>
              <a:gd name="connsiteY437" fmla="*/ 6759699 h 6858000"/>
              <a:gd name="connsiteX438" fmla="*/ 1956763 w 7467600"/>
              <a:gd name="connsiteY438" fmla="*/ 6778191 h 6858000"/>
              <a:gd name="connsiteX439" fmla="*/ 1967925 w 7467600"/>
              <a:gd name="connsiteY439" fmla="*/ 6858000 h 6858000"/>
              <a:gd name="connsiteX440" fmla="*/ 1936622 w 7467600"/>
              <a:gd name="connsiteY440" fmla="*/ 6858000 h 6858000"/>
              <a:gd name="connsiteX441" fmla="*/ 1926261 w 7467600"/>
              <a:gd name="connsiteY441" fmla="*/ 6784064 h 6858000"/>
              <a:gd name="connsiteX442" fmla="*/ 1922724 w 7467600"/>
              <a:gd name="connsiteY442" fmla="*/ 6765577 h 6858000"/>
              <a:gd name="connsiteX443" fmla="*/ 1904650 w 7467600"/>
              <a:gd name="connsiteY443" fmla="*/ 6639616 h 6858000"/>
              <a:gd name="connsiteX444" fmla="*/ 1885273 w 7467600"/>
              <a:gd name="connsiteY444" fmla="*/ 6858000 h 6858000"/>
              <a:gd name="connsiteX445" fmla="*/ 1854363 w 7467600"/>
              <a:gd name="connsiteY445" fmla="*/ 6858000 h 6858000"/>
              <a:gd name="connsiteX446" fmla="*/ 1880391 w 7467600"/>
              <a:gd name="connsiteY446" fmla="*/ 6603796 h 6858000"/>
              <a:gd name="connsiteX447" fmla="*/ 1818273 w 7467600"/>
              <a:gd name="connsiteY447" fmla="*/ 6715729 h 6858000"/>
              <a:gd name="connsiteX448" fmla="*/ 1794691 w 7467600"/>
              <a:gd name="connsiteY448" fmla="*/ 6843239 h 6858000"/>
              <a:gd name="connsiteX449" fmla="*/ 1794914 w 7467600"/>
              <a:gd name="connsiteY449" fmla="*/ 6858000 h 6858000"/>
              <a:gd name="connsiteX450" fmla="*/ 1746128 w 7467600"/>
              <a:gd name="connsiteY450" fmla="*/ 6858000 h 6858000"/>
              <a:gd name="connsiteX451" fmla="*/ 1753934 w 7467600"/>
              <a:gd name="connsiteY451" fmla="*/ 6724796 h 6858000"/>
              <a:gd name="connsiteX452" fmla="*/ 1792053 w 7467600"/>
              <a:gd name="connsiteY452" fmla="*/ 6572396 h 6858000"/>
              <a:gd name="connsiteX453" fmla="*/ 1862248 w 7467600"/>
              <a:gd name="connsiteY453" fmla="*/ 6266397 h 6858000"/>
              <a:gd name="connsiteX454" fmla="*/ 1862250 w 7467600"/>
              <a:gd name="connsiteY454" fmla="*/ 6033531 h 6858000"/>
              <a:gd name="connsiteX455" fmla="*/ 1211999 w 7467600"/>
              <a:gd name="connsiteY455" fmla="*/ 6683610 h 6858000"/>
              <a:gd name="connsiteX456" fmla="*/ 1213266 w 7467600"/>
              <a:gd name="connsiteY456" fmla="*/ 6691947 h 6858000"/>
              <a:gd name="connsiteX457" fmla="*/ 1203370 w 7467600"/>
              <a:gd name="connsiteY457" fmla="*/ 6850676 h 6858000"/>
              <a:gd name="connsiteX458" fmla="*/ 1203671 w 7467600"/>
              <a:gd name="connsiteY458" fmla="*/ 6858000 h 6858000"/>
              <a:gd name="connsiteX459" fmla="*/ 1143180 w 7467600"/>
              <a:gd name="connsiteY459" fmla="*/ 6858000 h 6858000"/>
              <a:gd name="connsiteX460" fmla="*/ 1142176 w 7467600"/>
              <a:gd name="connsiteY460" fmla="*/ 6766045 h 6858000"/>
              <a:gd name="connsiteX461" fmla="*/ 1067484 w 7467600"/>
              <a:gd name="connsiteY461" fmla="*/ 6858000 h 6858000"/>
              <a:gd name="connsiteX462" fmla="*/ 953928 w 7467600"/>
              <a:gd name="connsiteY462" fmla="*/ 6858000 h 6858000"/>
              <a:gd name="connsiteX463" fmla="*/ 959715 w 7467600"/>
              <a:gd name="connsiteY463" fmla="*/ 6850185 h 6858000"/>
              <a:gd name="connsiteX464" fmla="*/ 1483788 w 7467600"/>
              <a:gd name="connsiteY464" fmla="*/ 6259174 h 6858000"/>
              <a:gd name="connsiteX465" fmla="*/ 1100671 w 7467600"/>
              <a:gd name="connsiteY465" fmla="*/ 6252137 h 6858000"/>
              <a:gd name="connsiteX466" fmla="*/ 1090144 w 7467600"/>
              <a:gd name="connsiteY466" fmla="*/ 6256748 h 6858000"/>
              <a:gd name="connsiteX467" fmla="*/ 1095872 w 7467600"/>
              <a:gd name="connsiteY467" fmla="*/ 6271892 h 6858000"/>
              <a:gd name="connsiteX468" fmla="*/ 262785 w 7467600"/>
              <a:gd name="connsiteY468" fmla="*/ 6845450 h 6858000"/>
              <a:gd name="connsiteX469" fmla="*/ 209968 w 7467600"/>
              <a:gd name="connsiteY469" fmla="*/ 6770713 h 6858000"/>
              <a:gd name="connsiteX470" fmla="*/ 873460 w 7467600"/>
              <a:gd name="connsiteY470" fmla="*/ 6253768 h 6858000"/>
              <a:gd name="connsiteX471" fmla="*/ 192686 w 7467600"/>
              <a:gd name="connsiteY471" fmla="*/ 5849257 h 6858000"/>
              <a:gd name="connsiteX472" fmla="*/ 4696 w 7467600"/>
              <a:gd name="connsiteY472" fmla="*/ 5697668 h 6858000"/>
              <a:gd name="connsiteX473" fmla="*/ 0 w 7467600"/>
              <a:gd name="connsiteY473" fmla="*/ 5689984 h 6858000"/>
              <a:gd name="connsiteX474" fmla="*/ 0 w 7467600"/>
              <a:gd name="connsiteY474" fmla="*/ 5513472 h 6858000"/>
              <a:gd name="connsiteX475" fmla="*/ 174101 w 7467600"/>
              <a:gd name="connsiteY475" fmla="*/ 5620277 h 6858000"/>
              <a:gd name="connsiteX476" fmla="*/ 891800 w 7467600"/>
              <a:gd name="connsiteY476" fmla="*/ 6036935 h 6858000"/>
              <a:gd name="connsiteX477" fmla="*/ 1072219 w 7467600"/>
              <a:gd name="connsiteY477" fmla="*/ 6169443 h 6858000"/>
              <a:gd name="connsiteX478" fmla="*/ 1074117 w 7467600"/>
              <a:gd name="connsiteY478" fmla="*/ 6170301 h 6858000"/>
              <a:gd name="connsiteX479" fmla="*/ 1083114 w 7467600"/>
              <a:gd name="connsiteY479" fmla="*/ 6174131 h 6858000"/>
              <a:gd name="connsiteX480" fmla="*/ 1543010 w 7467600"/>
              <a:gd name="connsiteY480" fmla="*/ 6191140 h 6858000"/>
              <a:gd name="connsiteX481" fmla="*/ 1551080 w 7467600"/>
              <a:gd name="connsiteY481" fmla="*/ 6195006 h 6858000"/>
              <a:gd name="connsiteX482" fmla="*/ 2345443 w 7467600"/>
              <a:gd name="connsiteY482" fmla="*/ 5549882 h 6858000"/>
              <a:gd name="connsiteX483" fmla="*/ 1721499 w 7467600"/>
              <a:gd name="connsiteY483" fmla="*/ 5599969 h 6858000"/>
              <a:gd name="connsiteX484" fmla="*/ 767716 w 7467600"/>
              <a:gd name="connsiteY484" fmla="*/ 5472768 h 6858000"/>
              <a:gd name="connsiteX485" fmla="*/ 722147 w 7467600"/>
              <a:gd name="connsiteY485" fmla="*/ 5393091 h 6858000"/>
              <a:gd name="connsiteX486" fmla="*/ 1485552 w 7467600"/>
              <a:gd name="connsiteY486" fmla="*/ 5313202 h 6858000"/>
              <a:gd name="connsiteX487" fmla="*/ 2143004 w 7467600"/>
              <a:gd name="connsiteY487" fmla="*/ 5402420 h 6858000"/>
              <a:gd name="connsiteX488" fmla="*/ 1933391 w 7467600"/>
              <a:gd name="connsiteY488" fmla="*/ 5156971 h 6858000"/>
              <a:gd name="connsiteX489" fmla="*/ 1827118 w 7467600"/>
              <a:gd name="connsiteY489" fmla="*/ 4968410 h 6858000"/>
              <a:gd name="connsiteX490" fmla="*/ 1837349 w 7467600"/>
              <a:gd name="connsiteY490" fmla="*/ 4956357 h 6858000"/>
              <a:gd name="connsiteX491" fmla="*/ 2162835 w 7467600"/>
              <a:gd name="connsiteY491" fmla="*/ 5187853 h 6858000"/>
              <a:gd name="connsiteX492" fmla="*/ 2257167 w 7467600"/>
              <a:gd name="connsiteY492" fmla="*/ 5462123 h 6858000"/>
              <a:gd name="connsiteX493" fmla="*/ 2261598 w 7467600"/>
              <a:gd name="connsiteY493" fmla="*/ 5467998 h 6858000"/>
              <a:gd name="connsiteX494" fmla="*/ 2437177 w 7467600"/>
              <a:gd name="connsiteY494" fmla="*/ 5479608 h 6858000"/>
              <a:gd name="connsiteX495" fmla="*/ 2445247 w 7467600"/>
              <a:gd name="connsiteY495" fmla="*/ 5483476 h 6858000"/>
              <a:gd name="connsiteX496" fmla="*/ 2743626 w 7467600"/>
              <a:gd name="connsiteY496" fmla="*/ 5304819 h 6858000"/>
              <a:gd name="connsiteX497" fmla="*/ 3048102 w 7467600"/>
              <a:gd name="connsiteY497" fmla="*/ 5150595 h 6858000"/>
              <a:gd name="connsiteX498" fmla="*/ 1799414 w 7467600"/>
              <a:gd name="connsiteY498" fmla="*/ 4694732 h 6858000"/>
              <a:gd name="connsiteX499" fmla="*/ 1771735 w 7467600"/>
              <a:gd name="connsiteY499" fmla="*/ 4619929 h 6858000"/>
              <a:gd name="connsiteX500" fmla="*/ 3104273 w 7467600"/>
              <a:gd name="connsiteY500" fmla="*/ 5076159 h 6858000"/>
              <a:gd name="connsiteX501" fmla="*/ 3113245 w 7467600"/>
              <a:gd name="connsiteY501" fmla="*/ 5090705 h 6858000"/>
              <a:gd name="connsiteX502" fmla="*/ 3126294 w 7467600"/>
              <a:gd name="connsiteY502" fmla="*/ 5114400 h 6858000"/>
              <a:gd name="connsiteX503" fmla="*/ 3937433 w 7467600"/>
              <a:gd name="connsiteY503" fmla="*/ 4830473 h 6858000"/>
              <a:gd name="connsiteX504" fmla="*/ 3590475 w 7467600"/>
              <a:gd name="connsiteY504" fmla="*/ 4597974 h 6858000"/>
              <a:gd name="connsiteX505" fmla="*/ 3100264 w 7467600"/>
              <a:gd name="connsiteY505" fmla="*/ 4579845 h 6858000"/>
              <a:gd name="connsiteX506" fmla="*/ 2183576 w 7467600"/>
              <a:gd name="connsiteY506" fmla="*/ 4227150 h 6858000"/>
              <a:gd name="connsiteX507" fmla="*/ 2151029 w 7467600"/>
              <a:gd name="connsiteY507" fmla="*/ 4146947 h 6858000"/>
              <a:gd name="connsiteX508" fmla="*/ 3563434 w 7467600"/>
              <a:gd name="connsiteY508" fmla="*/ 4469115 h 6858000"/>
              <a:gd name="connsiteX509" fmla="*/ 3177952 w 7467600"/>
              <a:gd name="connsiteY509" fmla="*/ 3657386 h 6858000"/>
              <a:gd name="connsiteX510" fmla="*/ 3189263 w 7467600"/>
              <a:gd name="connsiteY510" fmla="*/ 3625726 h 6858000"/>
              <a:gd name="connsiteX511" fmla="*/ 3560912 w 7467600"/>
              <a:gd name="connsiteY511" fmla="*/ 4079863 h 6858000"/>
              <a:gd name="connsiteX512" fmla="*/ 3626636 w 7467600"/>
              <a:gd name="connsiteY512" fmla="*/ 4512230 h 6858000"/>
              <a:gd name="connsiteX513" fmla="*/ 3653088 w 7467600"/>
              <a:gd name="connsiteY513" fmla="*/ 4521417 h 6858000"/>
              <a:gd name="connsiteX514" fmla="*/ 3988128 w 7467600"/>
              <a:gd name="connsiteY514" fmla="*/ 4817267 h 6858000"/>
              <a:gd name="connsiteX515" fmla="*/ 4830582 w 7467600"/>
              <a:gd name="connsiteY515" fmla="*/ 4676000 h 6858000"/>
              <a:gd name="connsiteX516" fmla="*/ 4830100 w 7467600"/>
              <a:gd name="connsiteY516" fmla="*/ 4675554 h 6858000"/>
              <a:gd name="connsiteX517" fmla="*/ 4036318 w 7467600"/>
              <a:gd name="connsiteY517" fmla="*/ 4147013 h 6858000"/>
              <a:gd name="connsiteX518" fmla="*/ 3432098 w 7467600"/>
              <a:gd name="connsiteY518" fmla="*/ 3537312 h 6858000"/>
              <a:gd name="connsiteX519" fmla="*/ 3446761 w 7467600"/>
              <a:gd name="connsiteY519" fmla="*/ 3461278 h 6858000"/>
              <a:gd name="connsiteX520" fmla="*/ 4419733 w 7467600"/>
              <a:gd name="connsiteY520" fmla="*/ 3963555 h 6858000"/>
              <a:gd name="connsiteX521" fmla="*/ 4781371 w 7467600"/>
              <a:gd name="connsiteY521" fmla="*/ 4458604 h 6858000"/>
              <a:gd name="connsiteX522" fmla="*/ 4780440 w 7467600"/>
              <a:gd name="connsiteY522" fmla="*/ 4470290 h 6858000"/>
              <a:gd name="connsiteX523" fmla="*/ 4898954 w 7467600"/>
              <a:gd name="connsiteY523" fmla="*/ 4662092 h 6858000"/>
              <a:gd name="connsiteX524" fmla="*/ 4900699 w 7467600"/>
              <a:gd name="connsiteY524" fmla="*/ 4670867 h 6858000"/>
              <a:gd name="connsiteX525" fmla="*/ 5714511 w 7467600"/>
              <a:gd name="connsiteY525" fmla="*/ 4663483 h 6858000"/>
              <a:gd name="connsiteX526" fmla="*/ 5464793 w 7467600"/>
              <a:gd name="connsiteY526" fmla="*/ 4393556 h 6858000"/>
              <a:gd name="connsiteX527" fmla="*/ 5461897 w 7467600"/>
              <a:gd name="connsiteY527" fmla="*/ 4390879 h 6858000"/>
              <a:gd name="connsiteX528" fmla="*/ 4294126 w 7467600"/>
              <a:gd name="connsiteY528" fmla="*/ 3303048 h 6858000"/>
              <a:gd name="connsiteX529" fmla="*/ 4305321 w 7467600"/>
              <a:gd name="connsiteY529" fmla="*/ 3256953 h 6858000"/>
              <a:gd name="connsiteX530" fmla="*/ 4949299 w 7467600"/>
              <a:gd name="connsiteY530" fmla="*/ 3766336 h 6858000"/>
              <a:gd name="connsiteX531" fmla="*/ 5291452 w 7467600"/>
              <a:gd name="connsiteY531" fmla="*/ 4076801 h 6858000"/>
              <a:gd name="connsiteX532" fmla="*/ 5434998 w 7467600"/>
              <a:gd name="connsiteY532" fmla="*/ 4254100 h 6858000"/>
              <a:gd name="connsiteX533" fmla="*/ 5351015 w 7467600"/>
              <a:gd name="connsiteY533" fmla="*/ 3760989 h 6858000"/>
              <a:gd name="connsiteX534" fmla="*/ 5413780 w 7467600"/>
              <a:gd name="connsiteY534" fmla="*/ 2966265 h 6858000"/>
              <a:gd name="connsiteX535" fmla="*/ 5425627 w 7467600"/>
              <a:gd name="connsiteY535" fmla="*/ 2954192 h 6858000"/>
              <a:gd name="connsiteX536" fmla="*/ 6604735 w 7467600"/>
              <a:gd name="connsiteY536" fmla="*/ 2041381 h 6858000"/>
              <a:gd name="connsiteX537" fmla="*/ 7204487 w 7467600"/>
              <a:gd name="connsiteY537" fmla="*/ 2742112 h 6858000"/>
              <a:gd name="connsiteX538" fmla="*/ 7131592 w 7467600"/>
              <a:gd name="connsiteY538" fmla="*/ 2672096 h 6858000"/>
              <a:gd name="connsiteX539" fmla="*/ 6996344 w 7467600"/>
              <a:gd name="connsiteY539" fmla="*/ 2518310 h 6858000"/>
              <a:gd name="connsiteX540" fmla="*/ 6735495 w 7467600"/>
              <a:gd name="connsiteY540" fmla="*/ 2196890 h 6858000"/>
              <a:gd name="connsiteX541" fmla="*/ 6721901 w 7467600"/>
              <a:gd name="connsiteY541" fmla="*/ 2179274 h 6858000"/>
              <a:gd name="connsiteX542" fmla="*/ 6604735 w 7467600"/>
              <a:gd name="connsiteY542" fmla="*/ 2041381 h 6858000"/>
              <a:gd name="connsiteX543" fmla="*/ 6591670 w 7467600"/>
              <a:gd name="connsiteY543" fmla="*/ 1988277 h 6858000"/>
              <a:gd name="connsiteX544" fmla="*/ 6747349 w 7467600"/>
              <a:gd name="connsiteY544" fmla="*/ 2160069 h 6858000"/>
              <a:gd name="connsiteX545" fmla="*/ 6760943 w 7467600"/>
              <a:gd name="connsiteY545" fmla="*/ 2177686 h 6858000"/>
              <a:gd name="connsiteX546" fmla="*/ 7021065 w 7467600"/>
              <a:gd name="connsiteY546" fmla="*/ 2498102 h 6858000"/>
              <a:gd name="connsiteX547" fmla="*/ 7155223 w 7467600"/>
              <a:gd name="connsiteY547" fmla="*/ 2650386 h 6858000"/>
              <a:gd name="connsiteX548" fmla="*/ 7203167 w 7467600"/>
              <a:gd name="connsiteY548" fmla="*/ 2697288 h 6858000"/>
              <a:gd name="connsiteX549" fmla="*/ 6937703 w 7467600"/>
              <a:gd name="connsiteY549" fmla="*/ 2321981 h 6858000"/>
              <a:gd name="connsiteX550" fmla="*/ 6591670 w 7467600"/>
              <a:gd name="connsiteY550" fmla="*/ 1988277 h 6858000"/>
              <a:gd name="connsiteX551" fmla="*/ 5798671 w 7467600"/>
              <a:gd name="connsiteY551" fmla="*/ 1981601 h 6858000"/>
              <a:gd name="connsiteX552" fmla="*/ 5754709 w 7467600"/>
              <a:gd name="connsiteY552" fmla="*/ 2071454 h 6858000"/>
              <a:gd name="connsiteX553" fmla="*/ 5763044 w 7467600"/>
              <a:gd name="connsiteY553" fmla="*/ 2842206 h 6858000"/>
              <a:gd name="connsiteX554" fmla="*/ 5764974 w 7467600"/>
              <a:gd name="connsiteY554" fmla="*/ 2799609 h 6858000"/>
              <a:gd name="connsiteX555" fmla="*/ 5767665 w 7467600"/>
              <a:gd name="connsiteY555" fmla="*/ 2666409 h 6858000"/>
              <a:gd name="connsiteX556" fmla="*/ 5763055 w 7467600"/>
              <a:gd name="connsiteY556" fmla="*/ 2579705 h 6858000"/>
              <a:gd name="connsiteX557" fmla="*/ 5758079 w 7467600"/>
              <a:gd name="connsiteY557" fmla="*/ 2492508 h 6858000"/>
              <a:gd name="connsiteX558" fmla="*/ 5779325 w 7467600"/>
              <a:gd name="connsiteY558" fmla="*/ 2197069 h 6858000"/>
              <a:gd name="connsiteX559" fmla="*/ 5798671 w 7467600"/>
              <a:gd name="connsiteY559" fmla="*/ 1981601 h 6858000"/>
              <a:gd name="connsiteX560" fmla="*/ 5829202 w 7467600"/>
              <a:gd name="connsiteY560" fmla="*/ 1971679 h 6858000"/>
              <a:gd name="connsiteX561" fmla="*/ 5809558 w 7467600"/>
              <a:gd name="connsiteY561" fmla="*/ 2198043 h 6858000"/>
              <a:gd name="connsiteX562" fmla="*/ 5788653 w 7467600"/>
              <a:gd name="connsiteY562" fmla="*/ 2489430 h 6858000"/>
              <a:gd name="connsiteX563" fmla="*/ 5793439 w 7467600"/>
              <a:gd name="connsiteY563" fmla="*/ 2575235 h 6858000"/>
              <a:gd name="connsiteX564" fmla="*/ 5796837 w 7467600"/>
              <a:gd name="connsiteY564" fmla="*/ 2637633 h 6858000"/>
              <a:gd name="connsiteX565" fmla="*/ 5818614 w 7467600"/>
              <a:gd name="connsiteY565" fmla="*/ 2473055 h 6858000"/>
              <a:gd name="connsiteX566" fmla="*/ 5829202 w 7467600"/>
              <a:gd name="connsiteY566" fmla="*/ 1971679 h 6858000"/>
              <a:gd name="connsiteX567" fmla="*/ 5911389 w 7467600"/>
              <a:gd name="connsiteY567" fmla="*/ 1898371 h 6858000"/>
              <a:gd name="connsiteX568" fmla="*/ 6237627 w 7467600"/>
              <a:gd name="connsiteY568" fmla="*/ 2231921 h 6858000"/>
              <a:gd name="connsiteX569" fmla="*/ 5911389 w 7467600"/>
              <a:gd name="connsiteY569" fmla="*/ 1898371 h 6858000"/>
              <a:gd name="connsiteX570" fmla="*/ 6944437 w 7467600"/>
              <a:gd name="connsiteY570" fmla="*/ 1575402 h 6858000"/>
              <a:gd name="connsiteX571" fmla="*/ 6304730 w 7467600"/>
              <a:gd name="connsiteY571" fmla="*/ 1766654 h 6858000"/>
              <a:gd name="connsiteX572" fmla="*/ 6944437 w 7467600"/>
              <a:gd name="connsiteY572" fmla="*/ 1575402 h 6858000"/>
              <a:gd name="connsiteX573" fmla="*/ 7019523 w 7467600"/>
              <a:gd name="connsiteY573" fmla="*/ 1519450 h 6858000"/>
              <a:gd name="connsiteX574" fmla="*/ 6298091 w 7467600"/>
              <a:gd name="connsiteY574" fmla="*/ 1737122 h 6858000"/>
              <a:gd name="connsiteX575" fmla="*/ 7019523 w 7467600"/>
              <a:gd name="connsiteY575" fmla="*/ 1519450 h 6858000"/>
              <a:gd name="connsiteX576" fmla="*/ 2399523 w 7467600"/>
              <a:gd name="connsiteY576" fmla="*/ 1428234 h 6858000"/>
              <a:gd name="connsiteX577" fmla="*/ 2224982 w 7467600"/>
              <a:gd name="connsiteY577" fmla="*/ 1826201 h 6858000"/>
              <a:gd name="connsiteX578" fmla="*/ 2096099 w 7467600"/>
              <a:gd name="connsiteY578" fmla="*/ 2345900 h 6858000"/>
              <a:gd name="connsiteX579" fmla="*/ 2283317 w 7467600"/>
              <a:gd name="connsiteY579" fmla="*/ 1796925 h 6858000"/>
              <a:gd name="connsiteX580" fmla="*/ 2399523 w 7467600"/>
              <a:gd name="connsiteY580" fmla="*/ 1428234 h 6858000"/>
              <a:gd name="connsiteX581" fmla="*/ 2448558 w 7467600"/>
              <a:gd name="connsiteY581" fmla="*/ 1373435 h 6858000"/>
              <a:gd name="connsiteX582" fmla="*/ 2312521 w 7467600"/>
              <a:gd name="connsiteY582" fmla="*/ 1806140 h 6858000"/>
              <a:gd name="connsiteX583" fmla="*/ 2127533 w 7467600"/>
              <a:gd name="connsiteY583" fmla="*/ 2348380 h 6858000"/>
              <a:gd name="connsiteX584" fmla="*/ 2358080 w 7467600"/>
              <a:gd name="connsiteY584" fmla="*/ 1866134 h 6858000"/>
              <a:gd name="connsiteX585" fmla="*/ 2407436 w 7467600"/>
              <a:gd name="connsiteY585" fmla="*/ 1651070 h 6858000"/>
              <a:gd name="connsiteX586" fmla="*/ 2448558 w 7467600"/>
              <a:gd name="connsiteY586" fmla="*/ 1373435 h 6858000"/>
              <a:gd name="connsiteX587" fmla="*/ 278707 w 7467600"/>
              <a:gd name="connsiteY587" fmla="*/ 1352270 h 6858000"/>
              <a:gd name="connsiteX588" fmla="*/ 321570 w 7467600"/>
              <a:gd name="connsiteY588" fmla="*/ 1861610 h 6858000"/>
              <a:gd name="connsiteX589" fmla="*/ 294281 w 7467600"/>
              <a:gd name="connsiteY589" fmla="*/ 1440658 h 6858000"/>
              <a:gd name="connsiteX590" fmla="*/ 278707 w 7467600"/>
              <a:gd name="connsiteY590" fmla="*/ 1352270 h 6858000"/>
              <a:gd name="connsiteX591" fmla="*/ 1423821 w 7467600"/>
              <a:gd name="connsiteY591" fmla="*/ 1351958 h 6858000"/>
              <a:gd name="connsiteX592" fmla="*/ 1638521 w 7467600"/>
              <a:gd name="connsiteY592" fmla="*/ 1908470 h 6858000"/>
              <a:gd name="connsiteX593" fmla="*/ 1754199 w 7467600"/>
              <a:gd name="connsiteY593" fmla="*/ 2149284 h 6858000"/>
              <a:gd name="connsiteX594" fmla="*/ 1908359 w 7467600"/>
              <a:gd name="connsiteY594" fmla="*/ 2364988 h 6858000"/>
              <a:gd name="connsiteX595" fmla="*/ 1647661 w 7467600"/>
              <a:gd name="connsiteY595" fmla="*/ 1825945 h 6858000"/>
              <a:gd name="connsiteX596" fmla="*/ 1423821 w 7467600"/>
              <a:gd name="connsiteY596" fmla="*/ 1351958 h 6858000"/>
              <a:gd name="connsiteX597" fmla="*/ 1431890 w 7467600"/>
              <a:gd name="connsiteY597" fmla="*/ 1306475 h 6858000"/>
              <a:gd name="connsiteX598" fmla="*/ 1507597 w 7467600"/>
              <a:gd name="connsiteY598" fmla="*/ 1446132 h 6858000"/>
              <a:gd name="connsiteX599" fmla="*/ 1674586 w 7467600"/>
              <a:gd name="connsiteY599" fmla="*/ 1813832 h 6858000"/>
              <a:gd name="connsiteX600" fmla="*/ 1815950 w 7467600"/>
              <a:gd name="connsiteY600" fmla="*/ 2128564 h 6858000"/>
              <a:gd name="connsiteX601" fmla="*/ 1984242 w 7467600"/>
              <a:gd name="connsiteY601" fmla="*/ 2430829 h 6858000"/>
              <a:gd name="connsiteX602" fmla="*/ 2014023 w 7467600"/>
              <a:gd name="connsiteY602" fmla="*/ 2450995 h 6858000"/>
              <a:gd name="connsiteX603" fmla="*/ 1747337 w 7467600"/>
              <a:gd name="connsiteY603" fmla="*/ 1855264 h 6858000"/>
              <a:gd name="connsiteX604" fmla="*/ 1533749 w 7467600"/>
              <a:gd name="connsiteY604" fmla="*/ 1478656 h 6858000"/>
              <a:gd name="connsiteX605" fmla="*/ 1431890 w 7467600"/>
              <a:gd name="connsiteY605" fmla="*/ 1306475 h 6858000"/>
              <a:gd name="connsiteX606" fmla="*/ 5052692 w 7467600"/>
              <a:gd name="connsiteY606" fmla="*/ 1292994 h 6858000"/>
              <a:gd name="connsiteX607" fmla="*/ 5200661 w 7467600"/>
              <a:gd name="connsiteY607" fmla="*/ 1635186 h 6858000"/>
              <a:gd name="connsiteX608" fmla="*/ 5297138 w 7467600"/>
              <a:gd name="connsiteY608" fmla="*/ 1906351 h 6858000"/>
              <a:gd name="connsiteX609" fmla="*/ 5052692 w 7467600"/>
              <a:gd name="connsiteY609" fmla="*/ 1292994 h 6858000"/>
              <a:gd name="connsiteX610" fmla="*/ 5009948 w 7467600"/>
              <a:gd name="connsiteY610" fmla="*/ 1273619 h 6858000"/>
              <a:gd name="connsiteX611" fmla="*/ 5121777 w 7467600"/>
              <a:gd name="connsiteY611" fmla="*/ 1654213 h 6858000"/>
              <a:gd name="connsiteX612" fmla="*/ 5293545 w 7467600"/>
              <a:gd name="connsiteY612" fmla="*/ 2072247 h 6858000"/>
              <a:gd name="connsiteX613" fmla="*/ 5294042 w 7467600"/>
              <a:gd name="connsiteY613" fmla="*/ 2065019 h 6858000"/>
              <a:gd name="connsiteX614" fmla="*/ 5171936 w 7467600"/>
              <a:gd name="connsiteY614" fmla="*/ 1647613 h 6858000"/>
              <a:gd name="connsiteX615" fmla="*/ 5009948 w 7467600"/>
              <a:gd name="connsiteY615" fmla="*/ 1273619 h 6858000"/>
              <a:gd name="connsiteX616" fmla="*/ 655236 w 7467600"/>
              <a:gd name="connsiteY616" fmla="*/ 1268632 h 6858000"/>
              <a:gd name="connsiteX617" fmla="*/ 839521 w 7467600"/>
              <a:gd name="connsiteY617" fmla="*/ 1685315 h 6858000"/>
              <a:gd name="connsiteX618" fmla="*/ 1109416 w 7467600"/>
              <a:gd name="connsiteY618" fmla="*/ 2061663 h 6858000"/>
              <a:gd name="connsiteX619" fmla="*/ 1298300 w 7467600"/>
              <a:gd name="connsiteY619" fmla="*/ 2247742 h 6858000"/>
              <a:gd name="connsiteX620" fmla="*/ 1125871 w 7467600"/>
              <a:gd name="connsiteY620" fmla="*/ 1989513 h 6858000"/>
              <a:gd name="connsiteX621" fmla="*/ 981574 w 7467600"/>
              <a:gd name="connsiteY621" fmla="*/ 1783157 h 6858000"/>
              <a:gd name="connsiteX622" fmla="*/ 922198 w 7467600"/>
              <a:gd name="connsiteY622" fmla="*/ 1677437 h 6858000"/>
              <a:gd name="connsiteX623" fmla="*/ 869293 w 7467600"/>
              <a:gd name="connsiteY623" fmla="*/ 1583214 h 6858000"/>
              <a:gd name="connsiteX624" fmla="*/ 751431 w 7467600"/>
              <a:gd name="connsiteY624" fmla="*/ 1405731 h 6858000"/>
              <a:gd name="connsiteX625" fmla="*/ 655236 w 7467600"/>
              <a:gd name="connsiteY625" fmla="*/ 1268632 h 6858000"/>
              <a:gd name="connsiteX626" fmla="*/ 6516292 w 7467600"/>
              <a:gd name="connsiteY626" fmla="*/ 1263064 h 6858000"/>
              <a:gd name="connsiteX627" fmla="*/ 5736320 w 7467600"/>
              <a:gd name="connsiteY627" fmla="*/ 1501803 h 6858000"/>
              <a:gd name="connsiteX628" fmla="*/ 6516292 w 7467600"/>
              <a:gd name="connsiteY628" fmla="*/ 1263064 h 6858000"/>
              <a:gd name="connsiteX629" fmla="*/ 291466 w 7467600"/>
              <a:gd name="connsiteY629" fmla="*/ 1250369 h 6858000"/>
              <a:gd name="connsiteX630" fmla="*/ 323180 w 7467600"/>
              <a:gd name="connsiteY630" fmla="*/ 1435283 h 6858000"/>
              <a:gd name="connsiteX631" fmla="*/ 349381 w 7467600"/>
              <a:gd name="connsiteY631" fmla="*/ 1875041 h 6858000"/>
              <a:gd name="connsiteX632" fmla="*/ 374363 w 7467600"/>
              <a:gd name="connsiteY632" fmla="*/ 1506494 h 6858000"/>
              <a:gd name="connsiteX633" fmla="*/ 302168 w 7467600"/>
              <a:gd name="connsiteY633" fmla="*/ 1274495 h 6858000"/>
              <a:gd name="connsiteX634" fmla="*/ 291466 w 7467600"/>
              <a:gd name="connsiteY634" fmla="*/ 1250369 h 6858000"/>
              <a:gd name="connsiteX635" fmla="*/ 678222 w 7467600"/>
              <a:gd name="connsiteY635" fmla="*/ 1248670 h 6858000"/>
              <a:gd name="connsiteX636" fmla="*/ 775536 w 7467600"/>
              <a:gd name="connsiteY636" fmla="*/ 1388015 h 6858000"/>
              <a:gd name="connsiteX637" fmla="*/ 894529 w 7467600"/>
              <a:gd name="connsiteY637" fmla="*/ 1567739 h 6858000"/>
              <a:gd name="connsiteX638" fmla="*/ 948000 w 7467600"/>
              <a:gd name="connsiteY638" fmla="*/ 1663088 h 6858000"/>
              <a:gd name="connsiteX639" fmla="*/ 1006812 w 7467600"/>
              <a:gd name="connsiteY639" fmla="*/ 1767683 h 6858000"/>
              <a:gd name="connsiteX640" fmla="*/ 1149133 w 7467600"/>
              <a:gd name="connsiteY640" fmla="*/ 1971513 h 6858000"/>
              <a:gd name="connsiteX641" fmla="*/ 1333952 w 7467600"/>
              <a:gd name="connsiteY641" fmla="*/ 2251620 h 6858000"/>
              <a:gd name="connsiteX642" fmla="*/ 1337329 w 7467600"/>
              <a:gd name="connsiteY642" fmla="*/ 2258350 h 6858000"/>
              <a:gd name="connsiteX643" fmla="*/ 1014726 w 7467600"/>
              <a:gd name="connsiteY643" fmla="*/ 1615556 h 6858000"/>
              <a:gd name="connsiteX644" fmla="*/ 678222 w 7467600"/>
              <a:gd name="connsiteY644" fmla="*/ 1248670 h 6858000"/>
              <a:gd name="connsiteX645" fmla="*/ 6691602 w 7467600"/>
              <a:gd name="connsiteY645" fmla="*/ 1140573 h 6858000"/>
              <a:gd name="connsiteX646" fmla="*/ 6571100 w 7467600"/>
              <a:gd name="connsiteY646" fmla="*/ 1183662 h 6858000"/>
              <a:gd name="connsiteX647" fmla="*/ 6241687 w 7467600"/>
              <a:gd name="connsiteY647" fmla="*/ 1257600 h 6858000"/>
              <a:gd name="connsiteX648" fmla="*/ 5693009 w 7467600"/>
              <a:gd name="connsiteY648" fmla="*/ 1478256 h 6858000"/>
              <a:gd name="connsiteX649" fmla="*/ 6548420 w 7467600"/>
              <a:gd name="connsiteY649" fmla="*/ 1214599 h 6858000"/>
              <a:gd name="connsiteX650" fmla="*/ 6605473 w 7467600"/>
              <a:gd name="connsiteY650" fmla="*/ 1184686 h 6858000"/>
              <a:gd name="connsiteX651" fmla="*/ 6691602 w 7467600"/>
              <a:gd name="connsiteY651" fmla="*/ 1140573 h 6858000"/>
              <a:gd name="connsiteX652" fmla="*/ 4002475 w 7467600"/>
              <a:gd name="connsiteY652" fmla="*/ 1037802 h 6858000"/>
              <a:gd name="connsiteX653" fmla="*/ 4000324 w 7467600"/>
              <a:gd name="connsiteY653" fmla="*/ 1039362 h 6858000"/>
              <a:gd name="connsiteX654" fmla="*/ 4002862 w 7467600"/>
              <a:gd name="connsiteY654" fmla="*/ 1042866 h 6858000"/>
              <a:gd name="connsiteX655" fmla="*/ 4002475 w 7467600"/>
              <a:gd name="connsiteY655" fmla="*/ 1037802 h 6858000"/>
              <a:gd name="connsiteX656" fmla="*/ 506322 w 7467600"/>
              <a:gd name="connsiteY656" fmla="*/ 1020997 h 6858000"/>
              <a:gd name="connsiteX657" fmla="*/ 533068 w 7467600"/>
              <a:gd name="connsiteY657" fmla="*/ 1029409 h 6858000"/>
              <a:gd name="connsiteX658" fmla="*/ 1232525 w 7467600"/>
              <a:gd name="connsiteY658" fmla="*/ 1804675 h 6858000"/>
              <a:gd name="connsiteX659" fmla="*/ 1388858 w 7467600"/>
              <a:gd name="connsiteY659" fmla="*/ 2368011 h 6858000"/>
              <a:gd name="connsiteX660" fmla="*/ 1384098 w 7467600"/>
              <a:gd name="connsiteY660" fmla="*/ 2378125 h 6858000"/>
              <a:gd name="connsiteX661" fmla="*/ 1425393 w 7467600"/>
              <a:gd name="connsiteY661" fmla="*/ 2589124 h 6858000"/>
              <a:gd name="connsiteX662" fmla="*/ 1424001 w 7467600"/>
              <a:gd name="connsiteY662" fmla="*/ 2597541 h 6858000"/>
              <a:gd name="connsiteX663" fmla="*/ 2152729 w 7467600"/>
              <a:gd name="connsiteY663" fmla="*/ 2864487 h 6858000"/>
              <a:gd name="connsiteX664" fmla="*/ 2020609 w 7467600"/>
              <a:gd name="connsiteY664" fmla="*/ 2539671 h 6858000"/>
              <a:gd name="connsiteX665" fmla="*/ 2018920 w 7467600"/>
              <a:gd name="connsiteY665" fmla="*/ 2536309 h 6858000"/>
              <a:gd name="connsiteX666" fmla="*/ 1342441 w 7467600"/>
              <a:gd name="connsiteY666" fmla="*/ 1173017 h 6858000"/>
              <a:gd name="connsiteX667" fmla="*/ 1367925 w 7467600"/>
              <a:gd name="connsiteY667" fmla="*/ 1135648 h 6858000"/>
              <a:gd name="connsiteX668" fmla="*/ 1771401 w 7467600"/>
              <a:gd name="connsiteY668" fmla="*/ 1806673 h 6858000"/>
              <a:gd name="connsiteX669" fmla="*/ 1972385 w 7467600"/>
              <a:gd name="connsiteY669" fmla="*/ 2198735 h 6858000"/>
              <a:gd name="connsiteX670" fmla="*/ 2040892 w 7467600"/>
              <a:gd name="connsiteY670" fmla="*/ 2405205 h 6858000"/>
              <a:gd name="connsiteX671" fmla="*/ 2131689 w 7467600"/>
              <a:gd name="connsiteY671" fmla="*/ 1936926 h 6858000"/>
              <a:gd name="connsiteX672" fmla="*/ 2454820 w 7467600"/>
              <a:gd name="connsiteY672" fmla="*/ 1248808 h 6858000"/>
              <a:gd name="connsiteX673" fmla="*/ 2492512 w 7467600"/>
              <a:gd name="connsiteY673" fmla="*/ 1302920 h 6858000"/>
              <a:gd name="connsiteX674" fmla="*/ 2081216 w 7467600"/>
              <a:gd name="connsiteY674" fmla="*/ 2527513 h 6858000"/>
              <a:gd name="connsiteX675" fmla="*/ 2081211 w 7467600"/>
              <a:gd name="connsiteY675" fmla="*/ 2528916 h 6858000"/>
              <a:gd name="connsiteX676" fmla="*/ 2199067 w 7467600"/>
              <a:gd name="connsiteY676" fmla="*/ 2884061 h 6858000"/>
              <a:gd name="connsiteX677" fmla="*/ 3192586 w 7467600"/>
              <a:gd name="connsiteY677" fmla="*/ 3411496 h 6858000"/>
              <a:gd name="connsiteX678" fmla="*/ 3182620 w 7467600"/>
              <a:gd name="connsiteY678" fmla="*/ 3483279 h 6858000"/>
              <a:gd name="connsiteX679" fmla="*/ 2435119 w 7467600"/>
              <a:gd name="connsiteY679" fmla="*/ 3080173 h 6858000"/>
              <a:gd name="connsiteX680" fmla="*/ 2410152 w 7467600"/>
              <a:gd name="connsiteY680" fmla="*/ 3063751 h 6858000"/>
              <a:gd name="connsiteX681" fmla="*/ 2408099 w 7467600"/>
              <a:gd name="connsiteY681" fmla="*/ 3064403 h 6858000"/>
              <a:gd name="connsiteX682" fmla="*/ 2407218 w 7467600"/>
              <a:gd name="connsiteY682" fmla="*/ 3070324 h 6858000"/>
              <a:gd name="connsiteX683" fmla="*/ 2380138 w 7467600"/>
              <a:gd name="connsiteY683" fmla="*/ 3099341 h 6858000"/>
              <a:gd name="connsiteX684" fmla="*/ 1765923 w 7467600"/>
              <a:gd name="connsiteY684" fmla="*/ 3581043 h 6858000"/>
              <a:gd name="connsiteX685" fmla="*/ 1702258 w 7467600"/>
              <a:gd name="connsiteY685" fmla="*/ 3612286 h 6858000"/>
              <a:gd name="connsiteX686" fmla="*/ 1538370 w 7467600"/>
              <a:gd name="connsiteY686" fmla="*/ 3811804 h 6858000"/>
              <a:gd name="connsiteX687" fmla="*/ 542867 w 7467600"/>
              <a:gd name="connsiteY687" fmla="*/ 4944092 h 6858000"/>
              <a:gd name="connsiteX688" fmla="*/ 515800 w 7467600"/>
              <a:gd name="connsiteY688" fmla="*/ 4862180 h 6858000"/>
              <a:gd name="connsiteX689" fmla="*/ 909145 w 7467600"/>
              <a:gd name="connsiteY689" fmla="*/ 4199225 h 6858000"/>
              <a:gd name="connsiteX690" fmla="*/ 1214067 w 7467600"/>
              <a:gd name="connsiteY690" fmla="*/ 3908561 h 6858000"/>
              <a:gd name="connsiteX691" fmla="*/ 640967 w 7467600"/>
              <a:gd name="connsiteY691" fmla="*/ 4105601 h 6858000"/>
              <a:gd name="connsiteX692" fmla="*/ 112563 w 7467600"/>
              <a:gd name="connsiteY692" fmla="*/ 4396952 h 6858000"/>
              <a:gd name="connsiteX693" fmla="*/ 0 w 7467600"/>
              <a:gd name="connsiteY693" fmla="*/ 4466006 h 6858000"/>
              <a:gd name="connsiteX694" fmla="*/ 0 w 7467600"/>
              <a:gd name="connsiteY694" fmla="*/ 4233763 h 6858000"/>
              <a:gd name="connsiteX695" fmla="*/ 36881 w 7467600"/>
              <a:gd name="connsiteY695" fmla="*/ 4200118 h 6858000"/>
              <a:gd name="connsiteX696" fmla="*/ 910534 w 7467600"/>
              <a:gd name="connsiteY696" fmla="*/ 3629753 h 6858000"/>
              <a:gd name="connsiteX697" fmla="*/ 1578717 w 7467600"/>
              <a:gd name="connsiteY697" fmla="*/ 3575982 h 6858000"/>
              <a:gd name="connsiteX698" fmla="*/ 2338780 w 7467600"/>
              <a:gd name="connsiteY698" fmla="*/ 3033725 h 6858000"/>
              <a:gd name="connsiteX699" fmla="*/ 1807991 w 7467600"/>
              <a:gd name="connsiteY699" fmla="*/ 2807184 h 6858000"/>
              <a:gd name="connsiteX700" fmla="*/ 1416358 w 7467600"/>
              <a:gd name="connsiteY700" fmla="*/ 3112571 h 6858000"/>
              <a:gd name="connsiteX701" fmla="*/ 939066 w 7467600"/>
              <a:gd name="connsiteY701" fmla="*/ 3378798 h 6858000"/>
              <a:gd name="connsiteX702" fmla="*/ 115099 w 7467600"/>
              <a:gd name="connsiteY702" fmla="*/ 3607650 h 6858000"/>
              <a:gd name="connsiteX703" fmla="*/ 97284 w 7467600"/>
              <a:gd name="connsiteY703" fmla="*/ 3520393 h 6858000"/>
              <a:gd name="connsiteX704" fmla="*/ 922050 w 7467600"/>
              <a:gd name="connsiteY704" fmla="*/ 3074867 h 6858000"/>
              <a:gd name="connsiteX705" fmla="*/ 1405265 w 7467600"/>
              <a:gd name="connsiteY705" fmla="*/ 3016319 h 6858000"/>
              <a:gd name="connsiteX706" fmla="*/ 1407512 w 7467600"/>
              <a:gd name="connsiteY706" fmla="*/ 3018001 h 6858000"/>
              <a:gd name="connsiteX707" fmla="*/ 1726266 w 7467600"/>
              <a:gd name="connsiteY707" fmla="*/ 2777274 h 6858000"/>
              <a:gd name="connsiteX708" fmla="*/ 625390 w 7467600"/>
              <a:gd name="connsiteY708" fmla="*/ 2514541 h 6858000"/>
              <a:gd name="connsiteX709" fmla="*/ 619799 w 7467600"/>
              <a:gd name="connsiteY709" fmla="*/ 2527180 h 6858000"/>
              <a:gd name="connsiteX710" fmla="*/ 310030 w 7467600"/>
              <a:gd name="connsiteY710" fmla="*/ 2771818 h 6858000"/>
              <a:gd name="connsiteX711" fmla="*/ 173877 w 7467600"/>
              <a:gd name="connsiteY711" fmla="*/ 2937056 h 6858000"/>
              <a:gd name="connsiteX712" fmla="*/ 77889 w 7467600"/>
              <a:gd name="connsiteY712" fmla="*/ 3138440 h 6858000"/>
              <a:gd name="connsiteX713" fmla="*/ 0 w 7467600"/>
              <a:gd name="connsiteY713" fmla="*/ 3271395 h 6858000"/>
              <a:gd name="connsiteX714" fmla="*/ 0 w 7467600"/>
              <a:gd name="connsiteY714" fmla="*/ 3153002 h 6858000"/>
              <a:gd name="connsiteX715" fmla="*/ 2386 w 7467600"/>
              <a:gd name="connsiteY715" fmla="*/ 3149203 h 6858000"/>
              <a:gd name="connsiteX716" fmla="*/ 89753 w 7467600"/>
              <a:gd name="connsiteY716" fmla="*/ 2987702 h 6858000"/>
              <a:gd name="connsiteX717" fmla="*/ 76869 w 7467600"/>
              <a:gd name="connsiteY717" fmla="*/ 3005404 h 6858000"/>
              <a:gd name="connsiteX718" fmla="*/ 32049 w 7467600"/>
              <a:gd name="connsiteY718" fmla="*/ 3065814 h 6858000"/>
              <a:gd name="connsiteX719" fmla="*/ 0 w 7467600"/>
              <a:gd name="connsiteY719" fmla="*/ 3108744 h 6858000"/>
              <a:gd name="connsiteX720" fmla="*/ 0 w 7467600"/>
              <a:gd name="connsiteY720" fmla="*/ 3058059 h 6858000"/>
              <a:gd name="connsiteX721" fmla="*/ 7610 w 7467600"/>
              <a:gd name="connsiteY721" fmla="*/ 3047889 h 6858000"/>
              <a:gd name="connsiteX722" fmla="*/ 52419 w 7467600"/>
              <a:gd name="connsiteY722" fmla="*/ 2987479 h 6858000"/>
              <a:gd name="connsiteX723" fmla="*/ 59142 w 7467600"/>
              <a:gd name="connsiteY723" fmla="*/ 2978488 h 6858000"/>
              <a:gd name="connsiteX724" fmla="*/ 0 w 7467600"/>
              <a:gd name="connsiteY724" fmla="*/ 3015334 h 6858000"/>
              <a:gd name="connsiteX725" fmla="*/ 0 w 7467600"/>
              <a:gd name="connsiteY725" fmla="*/ 2914286 h 6858000"/>
              <a:gd name="connsiteX726" fmla="*/ 36383 w 7467600"/>
              <a:gd name="connsiteY726" fmla="*/ 2901128 h 6858000"/>
              <a:gd name="connsiteX727" fmla="*/ 156329 w 7467600"/>
              <a:gd name="connsiteY727" fmla="*/ 2840533 h 6858000"/>
              <a:gd name="connsiteX728" fmla="*/ 358355 w 7467600"/>
              <a:gd name="connsiteY728" fmla="*/ 2620471 h 6858000"/>
              <a:gd name="connsiteX729" fmla="*/ 510577 w 7467600"/>
              <a:gd name="connsiteY729" fmla="*/ 2501244 h 6858000"/>
              <a:gd name="connsiteX730" fmla="*/ 211967 w 7467600"/>
              <a:gd name="connsiteY730" fmla="*/ 2479171 h 6858000"/>
              <a:gd name="connsiteX731" fmla="*/ 0 w 7467600"/>
              <a:gd name="connsiteY731" fmla="*/ 2476398 h 6858000"/>
              <a:gd name="connsiteX732" fmla="*/ 0 w 7467600"/>
              <a:gd name="connsiteY732" fmla="*/ 2389189 h 6858000"/>
              <a:gd name="connsiteX733" fmla="*/ 103062 w 7467600"/>
              <a:gd name="connsiteY733" fmla="*/ 2389518 h 6858000"/>
              <a:gd name="connsiteX734" fmla="*/ 510734 w 7467600"/>
              <a:gd name="connsiteY734" fmla="*/ 2416201 h 6858000"/>
              <a:gd name="connsiteX735" fmla="*/ 279257 w 7467600"/>
              <a:gd name="connsiteY735" fmla="*/ 2092102 h 6858000"/>
              <a:gd name="connsiteX736" fmla="*/ 65265 w 7467600"/>
              <a:gd name="connsiteY736" fmla="*/ 2006049 h 6858000"/>
              <a:gd name="connsiteX737" fmla="*/ 0 w 7467600"/>
              <a:gd name="connsiteY737" fmla="*/ 1982532 h 6858000"/>
              <a:gd name="connsiteX738" fmla="*/ 0 w 7467600"/>
              <a:gd name="connsiteY738" fmla="*/ 1912789 h 6858000"/>
              <a:gd name="connsiteX739" fmla="*/ 97460 w 7467600"/>
              <a:gd name="connsiteY739" fmla="*/ 1953725 h 6858000"/>
              <a:gd name="connsiteX740" fmla="*/ 221272 w 7467600"/>
              <a:gd name="connsiteY740" fmla="*/ 1980766 h 6858000"/>
              <a:gd name="connsiteX741" fmla="*/ 116765 w 7467600"/>
              <a:gd name="connsiteY741" fmla="*/ 1911033 h 6858000"/>
              <a:gd name="connsiteX742" fmla="*/ 16405 w 7467600"/>
              <a:gd name="connsiteY742" fmla="*/ 1803412 h 6858000"/>
              <a:gd name="connsiteX743" fmla="*/ 0 w 7467600"/>
              <a:gd name="connsiteY743" fmla="*/ 1784777 h 6858000"/>
              <a:gd name="connsiteX744" fmla="*/ 0 w 7467600"/>
              <a:gd name="connsiteY744" fmla="*/ 1740082 h 6858000"/>
              <a:gd name="connsiteX745" fmla="*/ 39394 w 7467600"/>
              <a:gd name="connsiteY745" fmla="*/ 1784856 h 6858000"/>
              <a:gd name="connsiteX746" fmla="*/ 135813 w 7467600"/>
              <a:gd name="connsiteY746" fmla="*/ 1888838 h 6858000"/>
              <a:gd name="connsiteX747" fmla="*/ 242575 w 7467600"/>
              <a:gd name="connsiteY747" fmla="*/ 1958841 h 6858000"/>
              <a:gd name="connsiteX748" fmla="*/ 82197 w 7467600"/>
              <a:gd name="connsiteY748" fmla="*/ 1754826 h 6858000"/>
              <a:gd name="connsiteX749" fmla="*/ 0 w 7467600"/>
              <a:gd name="connsiteY749" fmla="*/ 1679650 h 6858000"/>
              <a:gd name="connsiteX750" fmla="*/ 0 w 7467600"/>
              <a:gd name="connsiteY750" fmla="*/ 1602463 h 6858000"/>
              <a:gd name="connsiteX751" fmla="*/ 84689 w 7467600"/>
              <a:gd name="connsiteY751" fmla="*/ 1677442 h 6858000"/>
              <a:gd name="connsiteX752" fmla="*/ 298437 w 7467600"/>
              <a:gd name="connsiteY752" fmla="*/ 1968019 h 6858000"/>
              <a:gd name="connsiteX753" fmla="*/ 227269 w 7467600"/>
              <a:gd name="connsiteY753" fmla="*/ 1114064 h 6858000"/>
              <a:gd name="connsiteX754" fmla="*/ 248003 w 7467600"/>
              <a:gd name="connsiteY754" fmla="*/ 1089613 h 6858000"/>
              <a:gd name="connsiteX755" fmla="*/ 427020 w 7467600"/>
              <a:gd name="connsiteY755" fmla="*/ 1619803 h 6858000"/>
              <a:gd name="connsiteX756" fmla="*/ 340345 w 7467600"/>
              <a:gd name="connsiteY756" fmla="*/ 2027739 h 6858000"/>
              <a:gd name="connsiteX757" fmla="*/ 360865 w 7467600"/>
              <a:gd name="connsiteY757" fmla="*/ 2044827 h 6858000"/>
              <a:gd name="connsiteX758" fmla="*/ 560414 w 7467600"/>
              <a:gd name="connsiteY758" fmla="*/ 2421457 h 6858000"/>
              <a:gd name="connsiteX759" fmla="*/ 1359703 w 7467600"/>
              <a:gd name="connsiteY759" fmla="*/ 2578554 h 6858000"/>
              <a:gd name="connsiteX760" fmla="*/ 1359422 w 7467600"/>
              <a:gd name="connsiteY760" fmla="*/ 2577994 h 6858000"/>
              <a:gd name="connsiteX761" fmla="*/ 828701 w 7467600"/>
              <a:gd name="connsiteY761" fmla="*/ 1839520 h 6858000"/>
              <a:gd name="connsiteX762" fmla="*/ 494427 w 7467600"/>
              <a:gd name="connsiteY762" fmla="*/ 1092333 h 6858000"/>
              <a:gd name="connsiteX763" fmla="*/ 506322 w 7467600"/>
              <a:gd name="connsiteY763" fmla="*/ 1020997 h 6858000"/>
              <a:gd name="connsiteX764" fmla="*/ 4570198 w 7467600"/>
              <a:gd name="connsiteY764" fmla="*/ 978081 h 6858000"/>
              <a:gd name="connsiteX765" fmla="*/ 4523691 w 7467600"/>
              <a:gd name="connsiteY765" fmla="*/ 1127776 h 6858000"/>
              <a:gd name="connsiteX766" fmla="*/ 4509875 w 7467600"/>
              <a:gd name="connsiteY766" fmla="*/ 1167552 h 6858000"/>
              <a:gd name="connsiteX767" fmla="*/ 4478168 w 7467600"/>
              <a:gd name="connsiteY767" fmla="*/ 1260735 h 6858000"/>
              <a:gd name="connsiteX768" fmla="*/ 4409309 w 7467600"/>
              <a:gd name="connsiteY768" fmla="*/ 1666996 h 6858000"/>
              <a:gd name="connsiteX769" fmla="*/ 4370031 w 7467600"/>
              <a:gd name="connsiteY769" fmla="*/ 1955666 h 6858000"/>
              <a:gd name="connsiteX770" fmla="*/ 4570198 w 7467600"/>
              <a:gd name="connsiteY770" fmla="*/ 978081 h 6858000"/>
              <a:gd name="connsiteX771" fmla="*/ 4557898 w 7467600"/>
              <a:gd name="connsiteY771" fmla="*/ 900011 h 6858000"/>
              <a:gd name="connsiteX772" fmla="*/ 4344840 w 7467600"/>
              <a:gd name="connsiteY772" fmla="*/ 1922038 h 6858000"/>
              <a:gd name="connsiteX773" fmla="*/ 4378710 w 7467600"/>
              <a:gd name="connsiteY773" fmla="*/ 1665516 h 6858000"/>
              <a:gd name="connsiteX774" fmla="*/ 4448798 w 7467600"/>
              <a:gd name="connsiteY774" fmla="*/ 1253024 h 6858000"/>
              <a:gd name="connsiteX775" fmla="*/ 4480315 w 7467600"/>
              <a:gd name="connsiteY775" fmla="*/ 1158454 h 6858000"/>
              <a:gd name="connsiteX776" fmla="*/ 4494133 w 7467600"/>
              <a:gd name="connsiteY776" fmla="*/ 1118676 h 6858000"/>
              <a:gd name="connsiteX777" fmla="*/ 4557898 w 7467600"/>
              <a:gd name="connsiteY777" fmla="*/ 900011 h 6858000"/>
              <a:gd name="connsiteX778" fmla="*/ 5870151 w 7467600"/>
              <a:gd name="connsiteY778" fmla="*/ 898890 h 6858000"/>
              <a:gd name="connsiteX779" fmla="*/ 5861335 w 7467600"/>
              <a:gd name="connsiteY779" fmla="*/ 899177 h 6858000"/>
              <a:gd name="connsiteX780" fmla="*/ 5843702 w 7467600"/>
              <a:gd name="connsiteY780" fmla="*/ 899748 h 6858000"/>
              <a:gd name="connsiteX781" fmla="*/ 5651107 w 7467600"/>
              <a:gd name="connsiteY781" fmla="*/ 920306 h 6858000"/>
              <a:gd name="connsiteX782" fmla="*/ 5459407 w 7467600"/>
              <a:gd name="connsiteY782" fmla="*/ 940975 h 6858000"/>
              <a:gd name="connsiteX783" fmla="*/ 5374846 w 7467600"/>
              <a:gd name="connsiteY783" fmla="*/ 941988 h 6858000"/>
              <a:gd name="connsiteX784" fmla="*/ 5256105 w 7467600"/>
              <a:gd name="connsiteY784" fmla="*/ 945632 h 6858000"/>
              <a:gd name="connsiteX785" fmla="*/ 5107071 w 7467600"/>
              <a:gd name="connsiteY785" fmla="*/ 969720 h 6858000"/>
              <a:gd name="connsiteX786" fmla="*/ 4998681 w 7467600"/>
              <a:gd name="connsiteY786" fmla="*/ 988771 h 6858000"/>
              <a:gd name="connsiteX787" fmla="*/ 5870151 w 7467600"/>
              <a:gd name="connsiteY787" fmla="*/ 898890 h 6858000"/>
              <a:gd name="connsiteX788" fmla="*/ 5504425 w 7467600"/>
              <a:gd name="connsiteY788" fmla="*/ 848067 h 6858000"/>
              <a:gd name="connsiteX789" fmla="*/ 4968849 w 7467600"/>
              <a:gd name="connsiteY789" fmla="*/ 962318 h 6858000"/>
              <a:gd name="connsiteX790" fmla="*/ 5104039 w 7467600"/>
              <a:gd name="connsiteY790" fmla="*/ 940634 h 6858000"/>
              <a:gd name="connsiteX791" fmla="*/ 5256311 w 7467600"/>
              <a:gd name="connsiteY791" fmla="*/ 916490 h 6858000"/>
              <a:gd name="connsiteX792" fmla="*/ 5377381 w 7467600"/>
              <a:gd name="connsiteY792" fmla="*/ 912671 h 6858000"/>
              <a:gd name="connsiteX793" fmla="*/ 5460148 w 7467600"/>
              <a:gd name="connsiteY793" fmla="*/ 911442 h 6858000"/>
              <a:gd name="connsiteX794" fmla="*/ 5648971 w 7467600"/>
              <a:gd name="connsiteY794" fmla="*/ 891331 h 6858000"/>
              <a:gd name="connsiteX795" fmla="*/ 5844807 w 7467600"/>
              <a:gd name="connsiteY795" fmla="*/ 870718 h 6858000"/>
              <a:gd name="connsiteX796" fmla="*/ 5862975 w 7467600"/>
              <a:gd name="connsiteY796" fmla="*/ 869756 h 6858000"/>
              <a:gd name="connsiteX797" fmla="*/ 5920887 w 7467600"/>
              <a:gd name="connsiteY797" fmla="*/ 865929 h 6858000"/>
              <a:gd name="connsiteX798" fmla="*/ 5504425 w 7467600"/>
              <a:gd name="connsiteY798" fmla="*/ 848067 h 6858000"/>
              <a:gd name="connsiteX799" fmla="*/ 3607114 w 7467600"/>
              <a:gd name="connsiteY799" fmla="*/ 467441 h 6858000"/>
              <a:gd name="connsiteX800" fmla="*/ 3296242 w 7467600"/>
              <a:gd name="connsiteY800" fmla="*/ 807991 h 6858000"/>
              <a:gd name="connsiteX801" fmla="*/ 3174674 w 7467600"/>
              <a:gd name="connsiteY801" fmla="*/ 919759 h 6858000"/>
              <a:gd name="connsiteX802" fmla="*/ 3042978 w 7467600"/>
              <a:gd name="connsiteY802" fmla="*/ 1054894 h 6858000"/>
              <a:gd name="connsiteX803" fmla="*/ 2968914 w 7467600"/>
              <a:gd name="connsiteY803" fmla="*/ 1133756 h 6858000"/>
              <a:gd name="connsiteX804" fmla="*/ 3103823 w 7467600"/>
              <a:gd name="connsiteY804" fmla="*/ 1026814 h 6858000"/>
              <a:gd name="connsiteX805" fmla="*/ 3607114 w 7467600"/>
              <a:gd name="connsiteY805" fmla="*/ 467441 h 6858000"/>
              <a:gd name="connsiteX806" fmla="*/ 3744487 w 7467600"/>
              <a:gd name="connsiteY806" fmla="*/ 383136 h 6858000"/>
              <a:gd name="connsiteX807" fmla="*/ 3970213 w 7467600"/>
              <a:gd name="connsiteY807" fmla="*/ 995559 h 6858000"/>
              <a:gd name="connsiteX808" fmla="*/ 3744487 w 7467600"/>
              <a:gd name="connsiteY808" fmla="*/ 383136 h 6858000"/>
              <a:gd name="connsiteX809" fmla="*/ 3624562 w 7467600"/>
              <a:gd name="connsiteY809" fmla="*/ 367041 h 6858000"/>
              <a:gd name="connsiteX810" fmla="*/ 3489712 w 7467600"/>
              <a:gd name="connsiteY810" fmla="*/ 485386 h 6858000"/>
              <a:gd name="connsiteX811" fmla="*/ 3182994 w 7467600"/>
              <a:gd name="connsiteY811" fmla="*/ 828265 h 6858000"/>
              <a:gd name="connsiteX812" fmla="*/ 2892114 w 7467600"/>
              <a:gd name="connsiteY812" fmla="*/ 1172635 h 6858000"/>
              <a:gd name="connsiteX813" fmla="*/ 3021459 w 7467600"/>
              <a:gd name="connsiteY813" fmla="*/ 1035385 h 6858000"/>
              <a:gd name="connsiteX814" fmla="*/ 3153873 w 7467600"/>
              <a:gd name="connsiteY814" fmla="*/ 898971 h 6858000"/>
              <a:gd name="connsiteX815" fmla="*/ 3276511 w 7467600"/>
              <a:gd name="connsiteY815" fmla="*/ 786423 h 6858000"/>
              <a:gd name="connsiteX816" fmla="*/ 3584154 w 7467600"/>
              <a:gd name="connsiteY816" fmla="*/ 448218 h 6858000"/>
              <a:gd name="connsiteX817" fmla="*/ 3624562 w 7467600"/>
              <a:gd name="connsiteY817" fmla="*/ 367041 h 6858000"/>
              <a:gd name="connsiteX818" fmla="*/ 3766672 w 7467600"/>
              <a:gd name="connsiteY818" fmla="*/ 359429 h 6858000"/>
              <a:gd name="connsiteX819" fmla="*/ 3996338 w 7467600"/>
              <a:gd name="connsiteY819" fmla="*/ 968237 h 6858000"/>
              <a:gd name="connsiteX820" fmla="*/ 3766672 w 7467600"/>
              <a:gd name="connsiteY820" fmla="*/ 359429 h 6858000"/>
              <a:gd name="connsiteX821" fmla="*/ 5805386 w 7467600"/>
              <a:gd name="connsiteY821" fmla="*/ 239240 h 6858000"/>
              <a:gd name="connsiteX822" fmla="*/ 5736947 w 7467600"/>
              <a:gd name="connsiteY822" fmla="*/ 261367 h 6858000"/>
              <a:gd name="connsiteX823" fmla="*/ 5427012 w 7467600"/>
              <a:gd name="connsiteY823" fmla="*/ 311272 h 6858000"/>
              <a:gd name="connsiteX824" fmla="*/ 5147818 w 7467600"/>
              <a:gd name="connsiteY824" fmla="*/ 322112 h 6858000"/>
              <a:gd name="connsiteX825" fmla="*/ 5060854 w 7467600"/>
              <a:gd name="connsiteY825" fmla="*/ 311882 h 6858000"/>
              <a:gd name="connsiteX826" fmla="*/ 4945989 w 7467600"/>
              <a:gd name="connsiteY826" fmla="*/ 300516 h 6858000"/>
              <a:gd name="connsiteX827" fmla="*/ 5410479 w 7467600"/>
              <a:gd name="connsiteY827" fmla="*/ 348434 h 6858000"/>
              <a:gd name="connsiteX828" fmla="*/ 5805386 w 7467600"/>
              <a:gd name="connsiteY828" fmla="*/ 239240 h 6858000"/>
              <a:gd name="connsiteX829" fmla="*/ 5905192 w 7467600"/>
              <a:gd name="connsiteY829" fmla="*/ 163079 h 6858000"/>
              <a:gd name="connsiteX830" fmla="*/ 5865655 w 7467600"/>
              <a:gd name="connsiteY830" fmla="*/ 171901 h 6858000"/>
              <a:gd name="connsiteX831" fmla="*/ 5259740 w 7467600"/>
              <a:gd name="connsiteY831" fmla="*/ 257013 h 6858000"/>
              <a:gd name="connsiteX832" fmla="*/ 5208466 w 7467600"/>
              <a:gd name="connsiteY832" fmla="*/ 257550 h 6858000"/>
              <a:gd name="connsiteX833" fmla="*/ 4980204 w 7467600"/>
              <a:gd name="connsiteY833" fmla="*/ 271903 h 6858000"/>
              <a:gd name="connsiteX834" fmla="*/ 5068068 w 7467600"/>
              <a:gd name="connsiteY834" fmla="*/ 282244 h 6858000"/>
              <a:gd name="connsiteX835" fmla="*/ 5153231 w 7467600"/>
              <a:gd name="connsiteY835" fmla="*/ 292240 h 6858000"/>
              <a:gd name="connsiteX836" fmla="*/ 5426491 w 7467600"/>
              <a:gd name="connsiteY836" fmla="*/ 281128 h 6858000"/>
              <a:gd name="connsiteX837" fmla="*/ 5731212 w 7467600"/>
              <a:gd name="connsiteY837" fmla="*/ 231951 h 6858000"/>
              <a:gd name="connsiteX838" fmla="*/ 5905192 w 7467600"/>
              <a:gd name="connsiteY838" fmla="*/ 163079 h 6858000"/>
              <a:gd name="connsiteX839" fmla="*/ 5944437 w 7467600"/>
              <a:gd name="connsiteY839" fmla="*/ 113829 h 6858000"/>
              <a:gd name="connsiteX840" fmla="*/ 5825032 w 7467600"/>
              <a:gd name="connsiteY840" fmla="*/ 146405 h 6858000"/>
              <a:gd name="connsiteX841" fmla="*/ 4955599 w 7467600"/>
              <a:gd name="connsiteY841" fmla="*/ 247008 h 6858000"/>
              <a:gd name="connsiteX842" fmla="*/ 5210104 w 7467600"/>
              <a:gd name="connsiteY842" fmla="*/ 228123 h 6858000"/>
              <a:gd name="connsiteX843" fmla="*/ 5261015 w 7467600"/>
              <a:gd name="connsiteY843" fmla="*/ 227087 h 6858000"/>
              <a:gd name="connsiteX844" fmla="*/ 5861181 w 7467600"/>
              <a:gd name="connsiteY844" fmla="*/ 143093 h 6858000"/>
              <a:gd name="connsiteX845" fmla="*/ 5961252 w 7467600"/>
              <a:gd name="connsiteY845" fmla="*/ 114820 h 6858000"/>
              <a:gd name="connsiteX846" fmla="*/ 5944437 w 7467600"/>
              <a:gd name="connsiteY846" fmla="*/ 113829 h 6858000"/>
              <a:gd name="connsiteX847" fmla="*/ 3882765 w 7467600"/>
              <a:gd name="connsiteY847" fmla="*/ 0 h 6858000"/>
              <a:gd name="connsiteX848" fmla="*/ 3995099 w 7467600"/>
              <a:gd name="connsiteY848" fmla="*/ 0 h 6858000"/>
              <a:gd name="connsiteX849" fmla="*/ 4163818 w 7467600"/>
              <a:gd name="connsiteY849" fmla="*/ 234104 h 6858000"/>
              <a:gd name="connsiteX850" fmla="*/ 4172099 w 7467600"/>
              <a:gd name="connsiteY850" fmla="*/ 234207 h 6858000"/>
              <a:gd name="connsiteX851" fmla="*/ 4784282 w 7467600"/>
              <a:gd name="connsiteY851" fmla="*/ 276561 h 6858000"/>
              <a:gd name="connsiteX852" fmla="*/ 4801687 w 7467600"/>
              <a:gd name="connsiteY852" fmla="*/ 267764 h 6858000"/>
              <a:gd name="connsiteX853" fmla="*/ 6082788 w 7467600"/>
              <a:gd name="connsiteY853" fmla="*/ 64119 h 6858000"/>
              <a:gd name="connsiteX854" fmla="*/ 6099442 w 7467600"/>
              <a:gd name="connsiteY854" fmla="*/ 82568 h 6858000"/>
              <a:gd name="connsiteX855" fmla="*/ 4804137 w 7467600"/>
              <a:gd name="connsiteY855" fmla="*/ 320931 h 6858000"/>
              <a:gd name="connsiteX856" fmla="*/ 4227047 w 7467600"/>
              <a:gd name="connsiteY856" fmla="*/ 313415 h 6858000"/>
              <a:gd name="connsiteX857" fmla="*/ 4346041 w 7467600"/>
              <a:gd name="connsiteY857" fmla="*/ 456086 h 6858000"/>
              <a:gd name="connsiteX858" fmla="*/ 4870967 w 7467600"/>
              <a:gd name="connsiteY858" fmla="*/ 963061 h 6858000"/>
              <a:gd name="connsiteX859" fmla="*/ 4889647 w 7467600"/>
              <a:gd name="connsiteY859" fmla="*/ 957147 h 6858000"/>
              <a:gd name="connsiteX860" fmla="*/ 5422504 w 7467600"/>
              <a:gd name="connsiteY860" fmla="*/ 805191 h 6858000"/>
              <a:gd name="connsiteX861" fmla="*/ 6087656 w 7467600"/>
              <a:gd name="connsiteY861" fmla="*/ 826703 h 6858000"/>
              <a:gd name="connsiteX862" fmla="*/ 6058717 w 7467600"/>
              <a:gd name="connsiteY862" fmla="*/ 865992 h 6858000"/>
              <a:gd name="connsiteX863" fmla="*/ 4974153 w 7467600"/>
              <a:gd name="connsiteY863" fmla="*/ 1045456 h 6858000"/>
              <a:gd name="connsiteX864" fmla="*/ 5627835 w 7467600"/>
              <a:gd name="connsiteY864" fmla="*/ 1472077 h 6858000"/>
              <a:gd name="connsiteX865" fmla="*/ 5629817 w 7467600"/>
              <a:gd name="connsiteY865" fmla="*/ 1471412 h 6858000"/>
              <a:gd name="connsiteX866" fmla="*/ 5634124 w 7467600"/>
              <a:gd name="connsiteY866" fmla="*/ 1470572 h 6858000"/>
              <a:gd name="connsiteX867" fmla="*/ 5755832 w 7467600"/>
              <a:gd name="connsiteY867" fmla="*/ 1383886 h 6858000"/>
              <a:gd name="connsiteX868" fmla="*/ 6014186 w 7467600"/>
              <a:gd name="connsiteY868" fmla="*/ 1279799 h 6858000"/>
              <a:gd name="connsiteX869" fmla="*/ 6901619 w 7467600"/>
              <a:gd name="connsiteY869" fmla="*/ 1047874 h 6858000"/>
              <a:gd name="connsiteX870" fmla="*/ 6931566 w 7467600"/>
              <a:gd name="connsiteY870" fmla="*/ 1062034 h 6858000"/>
              <a:gd name="connsiteX871" fmla="*/ 5790982 w 7467600"/>
              <a:gd name="connsiteY871" fmla="*/ 1561380 h 6858000"/>
              <a:gd name="connsiteX872" fmla="*/ 6188971 w 7467600"/>
              <a:gd name="connsiteY872" fmla="*/ 1755168 h 6858000"/>
              <a:gd name="connsiteX873" fmla="*/ 6202446 w 7467600"/>
              <a:gd name="connsiteY873" fmla="*/ 1752268 h 6858000"/>
              <a:gd name="connsiteX874" fmla="*/ 7179560 w 7467600"/>
              <a:gd name="connsiteY874" fmla="*/ 1467551 h 6858000"/>
              <a:gd name="connsiteX875" fmla="*/ 7158730 w 7467600"/>
              <a:gd name="connsiteY875" fmla="*/ 1507835 h 6858000"/>
              <a:gd name="connsiteX876" fmla="*/ 6326959 w 7467600"/>
              <a:gd name="connsiteY876" fmla="*/ 1817686 h 6858000"/>
              <a:gd name="connsiteX877" fmla="*/ 6537433 w 7467600"/>
              <a:gd name="connsiteY877" fmla="*/ 1907790 h 6858000"/>
              <a:gd name="connsiteX878" fmla="*/ 6550221 w 7467600"/>
              <a:gd name="connsiteY878" fmla="*/ 1910729 h 6858000"/>
              <a:gd name="connsiteX879" fmla="*/ 6964438 w 7467600"/>
              <a:gd name="connsiteY879" fmla="*/ 2209505 h 6858000"/>
              <a:gd name="connsiteX880" fmla="*/ 7367862 w 7467600"/>
              <a:gd name="connsiteY880" fmla="*/ 2806833 h 6858000"/>
              <a:gd name="connsiteX881" fmla="*/ 7364329 w 7467600"/>
              <a:gd name="connsiteY881" fmla="*/ 2826907 h 6858000"/>
              <a:gd name="connsiteX882" fmla="*/ 7290545 w 7467600"/>
              <a:gd name="connsiteY882" fmla="*/ 2850663 h 6858000"/>
              <a:gd name="connsiteX883" fmla="*/ 6472036 w 7467600"/>
              <a:gd name="connsiteY883" fmla="*/ 1959003 h 6858000"/>
              <a:gd name="connsiteX884" fmla="*/ 5792897 w 7467600"/>
              <a:gd name="connsiteY884" fmla="*/ 1647747 h 6858000"/>
              <a:gd name="connsiteX885" fmla="*/ 5842751 w 7467600"/>
              <a:gd name="connsiteY885" fmla="*/ 1816112 h 6858000"/>
              <a:gd name="connsiteX886" fmla="*/ 5847424 w 7467600"/>
              <a:gd name="connsiteY886" fmla="*/ 1815776 h 6858000"/>
              <a:gd name="connsiteX887" fmla="*/ 6399821 w 7467600"/>
              <a:gd name="connsiteY887" fmla="*/ 2344799 h 6858000"/>
              <a:gd name="connsiteX888" fmla="*/ 6323232 w 7467600"/>
              <a:gd name="connsiteY888" fmla="*/ 2389634 h 6858000"/>
              <a:gd name="connsiteX889" fmla="*/ 5942958 w 7467600"/>
              <a:gd name="connsiteY889" fmla="*/ 2077708 h 6858000"/>
              <a:gd name="connsiteX890" fmla="*/ 5921559 w 7467600"/>
              <a:gd name="connsiteY890" fmla="*/ 2378596 h 6858000"/>
              <a:gd name="connsiteX891" fmla="*/ 5817651 w 7467600"/>
              <a:gd name="connsiteY891" fmla="*/ 3023919 h 6858000"/>
              <a:gd name="connsiteX892" fmla="*/ 5729634 w 7467600"/>
              <a:gd name="connsiteY892" fmla="*/ 3051849 h 6858000"/>
              <a:gd name="connsiteX893" fmla="*/ 5611018 w 7467600"/>
              <a:gd name="connsiteY893" fmla="*/ 2316769 h 6858000"/>
              <a:gd name="connsiteX894" fmla="*/ 5687608 w 7467600"/>
              <a:gd name="connsiteY894" fmla="*/ 2039972 h 6858000"/>
              <a:gd name="connsiteX895" fmla="*/ 5657554 w 7467600"/>
              <a:gd name="connsiteY895" fmla="*/ 1576445 h 6858000"/>
              <a:gd name="connsiteX896" fmla="*/ 5150475 w 7467600"/>
              <a:gd name="connsiteY896" fmla="*/ 1274012 h 6858000"/>
              <a:gd name="connsiteX897" fmla="*/ 5349142 w 7467600"/>
              <a:gd name="connsiteY897" fmla="*/ 2204405 h 6858000"/>
              <a:gd name="connsiteX898" fmla="*/ 5262214 w 7467600"/>
              <a:gd name="connsiteY898" fmla="*/ 2233836 h 6858000"/>
              <a:gd name="connsiteX899" fmla="*/ 4981539 w 7467600"/>
              <a:gd name="connsiteY899" fmla="*/ 1542201 h 6858000"/>
              <a:gd name="connsiteX900" fmla="*/ 4958461 w 7467600"/>
              <a:gd name="connsiteY900" fmla="*/ 1136957 h 6858000"/>
              <a:gd name="connsiteX901" fmla="*/ 4655015 w 7467600"/>
              <a:gd name="connsiteY901" fmla="*/ 891426 h 6858000"/>
              <a:gd name="connsiteX902" fmla="*/ 4348002 w 7467600"/>
              <a:gd name="connsiteY902" fmla="*/ 2205895 h 6858000"/>
              <a:gd name="connsiteX903" fmla="*/ 4262250 w 7467600"/>
              <a:gd name="connsiteY903" fmla="*/ 2219972 h 6858000"/>
              <a:gd name="connsiteX904" fmla="*/ 4550611 w 7467600"/>
              <a:gd name="connsiteY904" fmla="*/ 817540 h 6858000"/>
              <a:gd name="connsiteX905" fmla="*/ 4564418 w 7467600"/>
              <a:gd name="connsiteY905" fmla="*/ 808293 h 6858000"/>
              <a:gd name="connsiteX906" fmla="*/ 4266388 w 7467600"/>
              <a:gd name="connsiteY906" fmla="*/ 500083 h 6858000"/>
              <a:gd name="connsiteX907" fmla="*/ 4032842 w 7467600"/>
              <a:gd name="connsiteY907" fmla="*/ 211809 h 6858000"/>
              <a:gd name="connsiteX908" fmla="*/ 3882765 w 7467600"/>
              <a:gd name="connsiteY908" fmla="*/ 0 h 6858000"/>
              <a:gd name="connsiteX909" fmla="*/ 3721337 w 7467600"/>
              <a:gd name="connsiteY909" fmla="*/ 0 h 6858000"/>
              <a:gd name="connsiteX910" fmla="*/ 3797544 w 7467600"/>
              <a:gd name="connsiteY910" fmla="*/ 0 h 6858000"/>
              <a:gd name="connsiteX911" fmla="*/ 3775734 w 7467600"/>
              <a:gd name="connsiteY911" fmla="*/ 95131 h 6858000"/>
              <a:gd name="connsiteX912" fmla="*/ 3724807 w 7467600"/>
              <a:gd name="connsiteY912" fmla="*/ 272257 h 6858000"/>
              <a:gd name="connsiteX913" fmla="*/ 3726844 w 7467600"/>
              <a:gd name="connsiteY913" fmla="*/ 282988 h 6858000"/>
              <a:gd name="connsiteX914" fmla="*/ 3742664 w 7467600"/>
              <a:gd name="connsiteY914" fmla="*/ 279918 h 6858000"/>
              <a:gd name="connsiteX915" fmla="*/ 4103910 w 7467600"/>
              <a:gd name="connsiteY915" fmla="*/ 1161917 h 6858000"/>
              <a:gd name="connsiteX916" fmla="*/ 4020269 w 7467600"/>
              <a:gd name="connsiteY916" fmla="*/ 1200406 h 6858000"/>
              <a:gd name="connsiteX917" fmla="*/ 3674882 w 7467600"/>
              <a:gd name="connsiteY917" fmla="*/ 488524 h 6858000"/>
              <a:gd name="connsiteX918" fmla="*/ 3132682 w 7467600"/>
              <a:gd name="connsiteY918" fmla="*/ 1072284 h 6858000"/>
              <a:gd name="connsiteX919" fmla="*/ 2716346 w 7467600"/>
              <a:gd name="connsiteY919" fmla="*/ 1276376 h 6858000"/>
              <a:gd name="connsiteX920" fmla="*/ 2716772 w 7467600"/>
              <a:gd name="connsiteY920" fmla="*/ 1255462 h 6858000"/>
              <a:gd name="connsiteX921" fmla="*/ 3471096 w 7467600"/>
              <a:gd name="connsiteY921" fmla="*/ 437072 h 6858000"/>
              <a:gd name="connsiteX922" fmla="*/ 3639057 w 7467600"/>
              <a:gd name="connsiteY922" fmla="*/ 286334 h 6858000"/>
              <a:gd name="connsiteX923" fmla="*/ 3640309 w 7467600"/>
              <a:gd name="connsiteY923" fmla="*/ 284664 h 6858000"/>
              <a:gd name="connsiteX924" fmla="*/ 3646022 w 7467600"/>
              <a:gd name="connsiteY924" fmla="*/ 276711 h 6858000"/>
              <a:gd name="connsiteX925" fmla="*/ 3707943 w 7467600"/>
              <a:gd name="connsiteY925" fmla="*/ 65958 h 6858000"/>
              <a:gd name="connsiteX926" fmla="*/ 3721337 w 7467600"/>
              <a:gd name="connsiteY926" fmla="*/ 0 h 6858000"/>
              <a:gd name="connsiteX927" fmla="*/ 2867960 w 7467600"/>
              <a:gd name="connsiteY927" fmla="*/ 0 h 6858000"/>
              <a:gd name="connsiteX928" fmla="*/ 2926351 w 7467600"/>
              <a:gd name="connsiteY928" fmla="*/ 0 h 6858000"/>
              <a:gd name="connsiteX929" fmla="*/ 2902823 w 7467600"/>
              <a:gd name="connsiteY929" fmla="*/ 262929 h 6858000"/>
              <a:gd name="connsiteX930" fmla="*/ 2940663 w 7467600"/>
              <a:gd name="connsiteY930" fmla="*/ 140884 h 6858000"/>
              <a:gd name="connsiteX931" fmla="*/ 2947039 w 7467600"/>
              <a:gd name="connsiteY931" fmla="*/ 122524 h 6858000"/>
              <a:gd name="connsiteX932" fmla="*/ 2984316 w 7467600"/>
              <a:gd name="connsiteY932" fmla="*/ 0 h 6858000"/>
              <a:gd name="connsiteX933" fmla="*/ 3016114 w 7467600"/>
              <a:gd name="connsiteY933" fmla="*/ 0 h 6858000"/>
              <a:gd name="connsiteX934" fmla="*/ 2979949 w 7467600"/>
              <a:gd name="connsiteY934" fmla="*/ 119274 h 6858000"/>
              <a:gd name="connsiteX935" fmla="*/ 3023879 w 7467600"/>
              <a:gd name="connsiteY935" fmla="*/ 0 h 6858000"/>
              <a:gd name="connsiteX936" fmla="*/ 3105400 w 7467600"/>
              <a:gd name="connsiteY936" fmla="*/ 0 h 6858000"/>
              <a:gd name="connsiteX937" fmla="*/ 3094669 w 7467600"/>
              <a:gd name="connsiteY937" fmla="*/ 30308 h 6858000"/>
              <a:gd name="connsiteX938" fmla="*/ 2901945 w 7467600"/>
              <a:gd name="connsiteY938" fmla="*/ 466538 h 6858000"/>
              <a:gd name="connsiteX939" fmla="*/ 2815209 w 7467600"/>
              <a:gd name="connsiteY939" fmla="*/ 497361 h 6858000"/>
              <a:gd name="connsiteX940" fmla="*/ 2844845 w 7467600"/>
              <a:gd name="connsiteY940" fmla="*/ 127638 h 6858000"/>
              <a:gd name="connsiteX941" fmla="*/ 2867960 w 7467600"/>
              <a:gd name="connsiteY941" fmla="*/ 0 h 6858000"/>
              <a:gd name="connsiteX942" fmla="*/ 1057230 w 7467600"/>
              <a:gd name="connsiteY942" fmla="*/ 0 h 6858000"/>
              <a:gd name="connsiteX943" fmla="*/ 1111003 w 7467600"/>
              <a:gd name="connsiteY943" fmla="*/ 0 h 6858000"/>
              <a:gd name="connsiteX944" fmla="*/ 1125553 w 7467600"/>
              <a:gd name="connsiteY944" fmla="*/ 52588 h 6858000"/>
              <a:gd name="connsiteX945" fmla="*/ 1304276 w 7467600"/>
              <a:gd name="connsiteY945" fmla="*/ 476275 h 6858000"/>
              <a:gd name="connsiteX946" fmla="*/ 1492066 w 7467600"/>
              <a:gd name="connsiteY946" fmla="*/ 886333 h 6858000"/>
              <a:gd name="connsiteX947" fmla="*/ 1423698 w 7467600"/>
              <a:gd name="connsiteY947" fmla="*/ 710817 h 6858000"/>
              <a:gd name="connsiteX948" fmla="*/ 1357609 w 7467600"/>
              <a:gd name="connsiteY948" fmla="*/ 532892 h 6858000"/>
              <a:gd name="connsiteX949" fmla="*/ 1309550 w 7467600"/>
              <a:gd name="connsiteY949" fmla="*/ 374031 h 6858000"/>
              <a:gd name="connsiteX950" fmla="*/ 1193673 w 7467600"/>
              <a:gd name="connsiteY950" fmla="*/ 49533 h 6858000"/>
              <a:gd name="connsiteX951" fmla="*/ 1164391 w 7467600"/>
              <a:gd name="connsiteY951" fmla="*/ 0 h 6858000"/>
              <a:gd name="connsiteX952" fmla="*/ 1200666 w 7467600"/>
              <a:gd name="connsiteY952" fmla="*/ 0 h 6858000"/>
              <a:gd name="connsiteX953" fmla="*/ 1223408 w 7467600"/>
              <a:gd name="connsiteY953" fmla="*/ 38996 h 6858000"/>
              <a:gd name="connsiteX954" fmla="*/ 1339635 w 7467600"/>
              <a:gd name="connsiteY954" fmla="*/ 365517 h 6858000"/>
              <a:gd name="connsiteX955" fmla="*/ 1387469 w 7467600"/>
              <a:gd name="connsiteY955" fmla="*/ 523079 h 6858000"/>
              <a:gd name="connsiteX956" fmla="*/ 1452685 w 7467600"/>
              <a:gd name="connsiteY956" fmla="*/ 699806 h 6858000"/>
              <a:gd name="connsiteX957" fmla="*/ 1492092 w 7467600"/>
              <a:gd name="connsiteY957" fmla="*/ 800424 h 6858000"/>
              <a:gd name="connsiteX958" fmla="*/ 1455302 w 7467600"/>
              <a:gd name="connsiteY958" fmla="*/ 632913 h 6858000"/>
              <a:gd name="connsiteX959" fmla="*/ 1222336 w 7467600"/>
              <a:gd name="connsiteY959" fmla="*/ 9480 h 6858000"/>
              <a:gd name="connsiteX960" fmla="*/ 1214634 w 7467600"/>
              <a:gd name="connsiteY960" fmla="*/ 0 h 6858000"/>
              <a:gd name="connsiteX961" fmla="*/ 1289827 w 7467600"/>
              <a:gd name="connsiteY961" fmla="*/ 0 h 6858000"/>
              <a:gd name="connsiteX962" fmla="*/ 1321076 w 7467600"/>
              <a:gd name="connsiteY962" fmla="*/ 59722 h 6858000"/>
              <a:gd name="connsiteX963" fmla="*/ 1512579 w 7467600"/>
              <a:gd name="connsiteY963" fmla="*/ 626441 h 6858000"/>
              <a:gd name="connsiteX964" fmla="*/ 1506076 w 7467600"/>
              <a:gd name="connsiteY964" fmla="*/ 1089289 h 6858000"/>
              <a:gd name="connsiteX965" fmla="*/ 1486346 w 7467600"/>
              <a:gd name="connsiteY965" fmla="*/ 1079919 h 6858000"/>
              <a:gd name="connsiteX966" fmla="*/ 1070511 w 7467600"/>
              <a:gd name="connsiteY966" fmla="*/ 48609 h 6858000"/>
              <a:gd name="connsiteX967" fmla="*/ 1057230 w 7467600"/>
              <a:gd name="connsiteY967" fmla="*/ 0 h 6858000"/>
              <a:gd name="connsiteX968" fmla="*/ 43151 w 7467600"/>
              <a:gd name="connsiteY968" fmla="*/ 0 h 6858000"/>
              <a:gd name="connsiteX969" fmla="*/ 95283 w 7467600"/>
              <a:gd name="connsiteY969" fmla="*/ 0 h 6858000"/>
              <a:gd name="connsiteX970" fmla="*/ 300708 w 7467600"/>
              <a:gd name="connsiteY970" fmla="*/ 154571 h 6858000"/>
              <a:gd name="connsiteX971" fmla="*/ 530414 w 7467600"/>
              <a:gd name="connsiteY971" fmla="*/ 354673 h 6858000"/>
              <a:gd name="connsiteX972" fmla="*/ 333785 w 7467600"/>
              <a:gd name="connsiteY972" fmla="*/ 161564 h 6858000"/>
              <a:gd name="connsiteX973" fmla="*/ 147005 w 7467600"/>
              <a:gd name="connsiteY973" fmla="*/ 0 h 6858000"/>
              <a:gd name="connsiteX974" fmla="*/ 272509 w 7467600"/>
              <a:gd name="connsiteY974" fmla="*/ 0 h 6858000"/>
              <a:gd name="connsiteX975" fmla="*/ 326276 w 7467600"/>
              <a:gd name="connsiteY975" fmla="*/ 45847 h 6858000"/>
              <a:gd name="connsiteX976" fmla="*/ 823759 w 7467600"/>
              <a:gd name="connsiteY976" fmla="*/ 574145 h 6858000"/>
              <a:gd name="connsiteX977" fmla="*/ 811254 w 7467600"/>
              <a:gd name="connsiteY977" fmla="*/ 665546 h 6858000"/>
              <a:gd name="connsiteX978" fmla="*/ 154042 w 7467600"/>
              <a:gd name="connsiteY978" fmla="*/ 261522 h 6858000"/>
              <a:gd name="connsiteX979" fmla="*/ 13550 w 7467600"/>
              <a:gd name="connsiteY979" fmla="*/ 158423 h 6858000"/>
              <a:gd name="connsiteX980" fmla="*/ 0 w 7467600"/>
              <a:gd name="connsiteY980" fmla="*/ 146618 h 6858000"/>
              <a:gd name="connsiteX981" fmla="*/ 0 w 7467600"/>
              <a:gd name="connsiteY981" fmla="*/ 59161 h 6858000"/>
              <a:gd name="connsiteX982" fmla="*/ 45427 w 7467600"/>
              <a:gd name="connsiteY982" fmla="*/ 101078 h 6858000"/>
              <a:gd name="connsiteX983" fmla="*/ 630103 w 7467600"/>
              <a:gd name="connsiteY983" fmla="*/ 485885 h 6858000"/>
              <a:gd name="connsiteX984" fmla="*/ 532040 w 7467600"/>
              <a:gd name="connsiteY984" fmla="*/ 399359 h 6858000"/>
              <a:gd name="connsiteX985" fmla="*/ 517618 w 7467600"/>
              <a:gd name="connsiteY985" fmla="*/ 385726 h 6858000"/>
              <a:gd name="connsiteX986" fmla="*/ 285074 w 7467600"/>
              <a:gd name="connsiteY986" fmla="*/ 182755 h 6858000"/>
              <a:gd name="connsiteX987" fmla="*/ 43151 w 7467600"/>
              <a:gd name="connsiteY98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467600 w 7467600"/>
              <a:gd name="connsiteY129" fmla="*/ 5142496 h 6858000"/>
              <a:gd name="connsiteX130" fmla="*/ 7312201 w 7467600"/>
              <a:gd name="connsiteY130" fmla="*/ 5128278 h 6858000"/>
              <a:gd name="connsiteX131" fmla="*/ 1903353 w 7467600"/>
              <a:gd name="connsiteY131" fmla="*/ 5044827 h 6858000"/>
              <a:gd name="connsiteX132" fmla="*/ 1936931 w 7467600"/>
              <a:gd name="connsiteY132" fmla="*/ 5093954 h 6858000"/>
              <a:gd name="connsiteX133" fmla="*/ 2195868 w 7467600"/>
              <a:gd name="connsiteY133" fmla="*/ 5396574 h 6858000"/>
              <a:gd name="connsiteX134" fmla="*/ 2088852 w 7467600"/>
              <a:gd name="connsiteY134" fmla="*/ 5166123 h 6858000"/>
              <a:gd name="connsiteX135" fmla="*/ 1958241 w 7467600"/>
              <a:gd name="connsiteY135" fmla="*/ 5067955 h 6858000"/>
              <a:gd name="connsiteX136" fmla="*/ 1903353 w 7467600"/>
              <a:gd name="connsiteY136" fmla="*/ 5044827 h 6858000"/>
              <a:gd name="connsiteX137" fmla="*/ 1979378 w 7467600"/>
              <a:gd name="connsiteY137" fmla="*/ 4769504 h 6858000"/>
              <a:gd name="connsiteX138" fmla="*/ 2882120 w 7467600"/>
              <a:gd name="connsiteY138" fmla="*/ 5064547 h 6858000"/>
              <a:gd name="connsiteX139" fmla="*/ 2793103 w 7467600"/>
              <a:gd name="connsiteY139" fmla="*/ 5039699 h 6858000"/>
              <a:gd name="connsiteX140" fmla="*/ 2770041 w 7467600"/>
              <a:gd name="connsiteY140" fmla="*/ 5033634 h 6858000"/>
              <a:gd name="connsiteX141" fmla="*/ 1979378 w 7467600"/>
              <a:gd name="connsiteY141" fmla="*/ 4769504 h 6858000"/>
              <a:gd name="connsiteX142" fmla="*/ 1927410 w 7467600"/>
              <a:gd name="connsiteY142" fmla="*/ 4716164 h 6858000"/>
              <a:gd name="connsiteX143" fmla="*/ 1959587 w 7467600"/>
              <a:gd name="connsiteY143" fmla="*/ 4728849 h 6858000"/>
              <a:gd name="connsiteX144" fmla="*/ 2777707 w 7467600"/>
              <a:gd name="connsiteY144" fmla="*/ 5003991 h 6858000"/>
              <a:gd name="connsiteX145" fmla="*/ 2800768 w 7467600"/>
              <a:gd name="connsiteY145" fmla="*/ 5010056 h 6858000"/>
              <a:gd name="connsiteX146" fmla="*/ 2879408 w 7467600"/>
              <a:gd name="connsiteY146" fmla="*/ 5031590 h 6858000"/>
              <a:gd name="connsiteX147" fmla="*/ 2862295 w 7467600"/>
              <a:gd name="connsiteY147" fmla="*/ 5022958 h 6858000"/>
              <a:gd name="connsiteX148" fmla="*/ 2813343 w 7467600"/>
              <a:gd name="connsiteY148" fmla="*/ 4998369 h 6858000"/>
              <a:gd name="connsiteX149" fmla="*/ 2646245 w 7467600"/>
              <a:gd name="connsiteY149" fmla="*/ 4930999 h 6858000"/>
              <a:gd name="connsiteX150" fmla="*/ 1999243 w 7467600"/>
              <a:gd name="connsiteY150" fmla="*/ 4730524 h 6858000"/>
              <a:gd name="connsiteX151" fmla="*/ 1979527 w 7467600"/>
              <a:gd name="connsiteY151" fmla="*/ 4726651 h 6858000"/>
              <a:gd name="connsiteX152" fmla="*/ 1927410 w 7467600"/>
              <a:gd name="connsiteY152" fmla="*/ 4716164 h 6858000"/>
              <a:gd name="connsiteX153" fmla="*/ 1997014 w 7467600"/>
              <a:gd name="connsiteY153" fmla="*/ 4698007 h 6858000"/>
              <a:gd name="connsiteX154" fmla="*/ 2005458 w 7467600"/>
              <a:gd name="connsiteY154" fmla="*/ 4699540 h 6858000"/>
              <a:gd name="connsiteX155" fmla="*/ 2657186 w 7467600"/>
              <a:gd name="connsiteY155" fmla="*/ 4901687 h 6858000"/>
              <a:gd name="connsiteX156" fmla="*/ 2826662 w 7467600"/>
              <a:gd name="connsiteY156" fmla="*/ 4970362 h 6858000"/>
              <a:gd name="connsiteX157" fmla="*/ 2876100 w 7467600"/>
              <a:gd name="connsiteY157" fmla="*/ 4995397 h 6858000"/>
              <a:gd name="connsiteX158" fmla="*/ 3042600 w 7467600"/>
              <a:gd name="connsiteY158" fmla="*/ 5059532 h 6858000"/>
              <a:gd name="connsiteX159" fmla="*/ 1997014 w 7467600"/>
              <a:gd name="connsiteY159" fmla="*/ 4698007 h 6858000"/>
              <a:gd name="connsiteX160" fmla="*/ 2305292 w 7467600"/>
              <a:gd name="connsiteY160" fmla="*/ 4219492 h 6858000"/>
              <a:gd name="connsiteX161" fmla="*/ 3360922 w 7467600"/>
              <a:gd name="connsiteY161" fmla="*/ 4529373 h 6858000"/>
              <a:gd name="connsiteX162" fmla="*/ 3492420 w 7467600"/>
              <a:gd name="connsiteY162" fmla="*/ 4510145 h 6858000"/>
              <a:gd name="connsiteX163" fmla="*/ 3364086 w 7467600"/>
              <a:gd name="connsiteY163" fmla="*/ 4480340 h 6858000"/>
              <a:gd name="connsiteX164" fmla="*/ 3225818 w 7467600"/>
              <a:gd name="connsiteY164" fmla="*/ 4411822 h 6858000"/>
              <a:gd name="connsiteX165" fmla="*/ 3129696 w 7467600"/>
              <a:gd name="connsiteY165" fmla="*/ 4360704 h 6858000"/>
              <a:gd name="connsiteX166" fmla="*/ 2814545 w 7467600"/>
              <a:gd name="connsiteY166" fmla="*/ 4282955 h 6858000"/>
              <a:gd name="connsiteX167" fmla="*/ 2305292 w 7467600"/>
              <a:gd name="connsiteY167" fmla="*/ 4219492 h 6858000"/>
              <a:gd name="connsiteX168" fmla="*/ 2626982 w 7467600"/>
              <a:gd name="connsiteY168" fmla="*/ 4206450 h 6858000"/>
              <a:gd name="connsiteX169" fmla="*/ 2490617 w 7467600"/>
              <a:gd name="connsiteY169" fmla="*/ 4206951 h 6858000"/>
              <a:gd name="connsiteX170" fmla="*/ 2819869 w 7467600"/>
              <a:gd name="connsiteY170" fmla="*/ 4252936 h 6858000"/>
              <a:gd name="connsiteX171" fmla="*/ 3143018 w 7467600"/>
              <a:gd name="connsiteY171" fmla="*/ 4332698 h 6858000"/>
              <a:gd name="connsiteX172" fmla="*/ 3241520 w 7467600"/>
              <a:gd name="connsiteY172" fmla="*/ 4385112 h 6858000"/>
              <a:gd name="connsiteX173" fmla="*/ 3374575 w 7467600"/>
              <a:gd name="connsiteY173" fmla="*/ 4451517 h 6858000"/>
              <a:gd name="connsiteX174" fmla="*/ 3505221 w 7467600"/>
              <a:gd name="connsiteY174" fmla="*/ 4480757 h 6858000"/>
              <a:gd name="connsiteX175" fmla="*/ 2626982 w 7467600"/>
              <a:gd name="connsiteY175" fmla="*/ 4206450 h 6858000"/>
              <a:gd name="connsiteX176" fmla="*/ 1310106 w 7467600"/>
              <a:gd name="connsiteY176" fmla="*/ 3943217 h 6858000"/>
              <a:gd name="connsiteX177" fmla="*/ 854994 w 7467600"/>
              <a:gd name="connsiteY177" fmla="*/ 4399136 h 6858000"/>
              <a:gd name="connsiteX178" fmla="*/ 742462 w 7467600"/>
              <a:gd name="connsiteY178" fmla="*/ 4594648 h 6858000"/>
              <a:gd name="connsiteX179" fmla="*/ 820602 w 7467600"/>
              <a:gd name="connsiteY179" fmla="*/ 4485915 h 6858000"/>
              <a:gd name="connsiteX180" fmla="*/ 878295 w 7467600"/>
              <a:gd name="connsiteY180" fmla="*/ 4403594 h 6858000"/>
              <a:gd name="connsiteX181" fmla="*/ 1240607 w 7467600"/>
              <a:gd name="connsiteY181" fmla="*/ 4010401 h 6858000"/>
              <a:gd name="connsiteX182" fmla="*/ 1310106 w 7467600"/>
              <a:gd name="connsiteY182" fmla="*/ 3943217 h 6858000"/>
              <a:gd name="connsiteX183" fmla="*/ 1423113 w 7467600"/>
              <a:gd name="connsiteY183" fmla="*/ 3874565 h 6858000"/>
              <a:gd name="connsiteX184" fmla="*/ 1260565 w 7467600"/>
              <a:gd name="connsiteY184" fmla="*/ 4031982 h 6858000"/>
              <a:gd name="connsiteX185" fmla="*/ 901900 w 7467600"/>
              <a:gd name="connsiteY185" fmla="*/ 4421236 h 6858000"/>
              <a:gd name="connsiteX186" fmla="*/ 845044 w 7467600"/>
              <a:gd name="connsiteY186" fmla="*/ 4502436 h 6858000"/>
              <a:gd name="connsiteX187" fmla="*/ 685926 w 7467600"/>
              <a:gd name="connsiteY187" fmla="*/ 4703069 h 6858000"/>
              <a:gd name="connsiteX188" fmla="*/ 684248 w 7467600"/>
              <a:gd name="connsiteY188" fmla="*/ 4706721 h 6858000"/>
              <a:gd name="connsiteX189" fmla="*/ 1423113 w 7467600"/>
              <a:gd name="connsiteY189" fmla="*/ 3874565 h 6858000"/>
              <a:gd name="connsiteX190" fmla="*/ 3316479 w 7467600"/>
              <a:gd name="connsiteY190" fmla="*/ 3872136 h 6858000"/>
              <a:gd name="connsiteX191" fmla="*/ 3546806 w 7467600"/>
              <a:gd name="connsiteY191" fmla="*/ 4356139 h 6858000"/>
              <a:gd name="connsiteX192" fmla="*/ 3364433 w 7467600"/>
              <a:gd name="connsiteY192" fmla="*/ 3953121 h 6858000"/>
              <a:gd name="connsiteX193" fmla="*/ 3316479 w 7467600"/>
              <a:gd name="connsiteY193" fmla="*/ 3872136 h 6858000"/>
              <a:gd name="connsiteX194" fmla="*/ 3291335 w 7467600"/>
              <a:gd name="connsiteY194" fmla="*/ 3767420 h 6858000"/>
              <a:gd name="connsiteX195" fmla="*/ 3390805 w 7467600"/>
              <a:gd name="connsiteY195" fmla="*/ 3937163 h 6858000"/>
              <a:gd name="connsiteX196" fmla="*/ 3579062 w 7467600"/>
              <a:gd name="connsiteY196" fmla="*/ 4359040 h 6858000"/>
              <a:gd name="connsiteX197" fmla="*/ 3467355 w 7467600"/>
              <a:gd name="connsiteY197" fmla="*/ 3988130 h 6858000"/>
              <a:gd name="connsiteX198" fmla="*/ 3310753 w 7467600"/>
              <a:gd name="connsiteY198" fmla="*/ 3787140 h 6858000"/>
              <a:gd name="connsiteX199" fmla="*/ 3291335 w 7467600"/>
              <a:gd name="connsiteY199" fmla="*/ 3767420 h 6858000"/>
              <a:gd name="connsiteX200" fmla="*/ 1635889 w 7467600"/>
              <a:gd name="connsiteY200" fmla="*/ 3709494 h 6858000"/>
              <a:gd name="connsiteX201" fmla="*/ 1634800 w 7467600"/>
              <a:gd name="connsiteY201" fmla="*/ 3731111 h 6858000"/>
              <a:gd name="connsiteX202" fmla="*/ 1635889 w 7467600"/>
              <a:gd name="connsiteY202" fmla="*/ 3709494 h 6858000"/>
              <a:gd name="connsiteX203" fmla="*/ 1510397 w 7467600"/>
              <a:gd name="connsiteY203" fmla="*/ 3684705 h 6858000"/>
              <a:gd name="connsiteX204" fmla="*/ 1146550 w 7467600"/>
              <a:gd name="connsiteY204" fmla="*/ 3802012 h 6858000"/>
              <a:gd name="connsiteX205" fmla="*/ 698834 w 7467600"/>
              <a:gd name="connsiteY205" fmla="*/ 3952272 h 6858000"/>
              <a:gd name="connsiteX206" fmla="*/ 34256 w 7467600"/>
              <a:gd name="connsiteY206" fmla="*/ 4347603 h 6858000"/>
              <a:gd name="connsiteX207" fmla="*/ 527241 w 7467600"/>
              <a:gd name="connsiteY207" fmla="*/ 4065078 h 6858000"/>
              <a:gd name="connsiteX208" fmla="*/ 1510397 w 7467600"/>
              <a:gd name="connsiteY208" fmla="*/ 3684705 h 6858000"/>
              <a:gd name="connsiteX209" fmla="*/ 1313114 w 7467600"/>
              <a:gd name="connsiteY209" fmla="*/ 3655216 h 6858000"/>
              <a:gd name="connsiteX210" fmla="*/ 1109304 w 7467600"/>
              <a:gd name="connsiteY210" fmla="*/ 3669030 h 6858000"/>
              <a:gd name="connsiteX211" fmla="*/ 8129 w 7467600"/>
              <a:gd name="connsiteY211" fmla="*/ 4330519 h 6858000"/>
              <a:gd name="connsiteX212" fmla="*/ 687572 w 7467600"/>
              <a:gd name="connsiteY212" fmla="*/ 3925629 h 6858000"/>
              <a:gd name="connsiteX213" fmla="*/ 1138365 w 7467600"/>
              <a:gd name="connsiteY213" fmla="*/ 3774515 h 6858000"/>
              <a:gd name="connsiteX214" fmla="*/ 1505579 w 7467600"/>
              <a:gd name="connsiteY214" fmla="*/ 3655526 h 6858000"/>
              <a:gd name="connsiteX215" fmla="*/ 1313114 w 7467600"/>
              <a:gd name="connsiteY215" fmla="*/ 3655216 h 6858000"/>
              <a:gd name="connsiteX216" fmla="*/ 3655073 w 7467600"/>
              <a:gd name="connsiteY216" fmla="*/ 3650884 h 6858000"/>
              <a:gd name="connsiteX217" fmla="*/ 3989938 w 7467600"/>
              <a:gd name="connsiteY217" fmla="*/ 3991685 h 6858000"/>
              <a:gd name="connsiteX218" fmla="*/ 4393907 w 7467600"/>
              <a:gd name="connsiteY218" fmla="*/ 4261258 h 6858000"/>
              <a:gd name="connsiteX219" fmla="*/ 4648051 w 7467600"/>
              <a:gd name="connsiteY219" fmla="*/ 4374051 h 6858000"/>
              <a:gd name="connsiteX220" fmla="*/ 4383389 w 7467600"/>
              <a:gd name="connsiteY220" fmla="*/ 4184369 h 6858000"/>
              <a:gd name="connsiteX221" fmla="*/ 4165508 w 7467600"/>
              <a:gd name="connsiteY221" fmla="*/ 4035196 h 6858000"/>
              <a:gd name="connsiteX222" fmla="*/ 4068162 w 7467600"/>
              <a:gd name="connsiteY222" fmla="*/ 3953394 h 6858000"/>
              <a:gd name="connsiteX223" fmla="*/ 3981416 w 7467600"/>
              <a:gd name="connsiteY223" fmla="*/ 3880482 h 6858000"/>
              <a:gd name="connsiteX224" fmla="*/ 3800147 w 7467600"/>
              <a:gd name="connsiteY224" fmla="*/ 3749872 h 6858000"/>
              <a:gd name="connsiteX225" fmla="*/ 3655073 w 7467600"/>
              <a:gd name="connsiteY225" fmla="*/ 3650884 h 6858000"/>
              <a:gd name="connsiteX226" fmla="*/ 3670252 w 7467600"/>
              <a:gd name="connsiteY226" fmla="*/ 3622798 h 6858000"/>
              <a:gd name="connsiteX227" fmla="*/ 3817258 w 7467600"/>
              <a:gd name="connsiteY227" fmla="*/ 3723577 h 6858000"/>
              <a:gd name="connsiteX228" fmla="*/ 4000461 w 7467600"/>
              <a:gd name="connsiteY228" fmla="*/ 3855966 h 6858000"/>
              <a:gd name="connsiteX229" fmla="*/ 4088180 w 7467600"/>
              <a:gd name="connsiteY229" fmla="*/ 3929774 h 6858000"/>
              <a:gd name="connsiteX230" fmla="*/ 4184555 w 7467600"/>
              <a:gd name="connsiteY230" fmla="*/ 4010683 h 6858000"/>
              <a:gd name="connsiteX231" fmla="*/ 4399563 w 7467600"/>
              <a:gd name="connsiteY231" fmla="*/ 4158106 h 6858000"/>
              <a:gd name="connsiteX232" fmla="*/ 4684469 w 7467600"/>
              <a:gd name="connsiteY232" fmla="*/ 4364680 h 6858000"/>
              <a:gd name="connsiteX233" fmla="*/ 4690271 w 7467600"/>
              <a:gd name="connsiteY233" fmla="*/ 4370034 h 6858000"/>
              <a:gd name="connsiteX234" fmla="*/ 4136093 w 7467600"/>
              <a:gd name="connsiteY234" fmla="*/ 3858466 h 6858000"/>
              <a:gd name="connsiteX235" fmla="*/ 3670252 w 7467600"/>
              <a:gd name="connsiteY235" fmla="*/ 3622798 h 6858000"/>
              <a:gd name="connsiteX236" fmla="*/ 4440129 w 7467600"/>
              <a:gd name="connsiteY236" fmla="*/ 3448571 h 6858000"/>
              <a:gd name="connsiteX237" fmla="*/ 4856525 w 7467600"/>
              <a:gd name="connsiteY237" fmla="*/ 3915351 h 6858000"/>
              <a:gd name="connsiteX238" fmla="*/ 5059055 w 7467600"/>
              <a:gd name="connsiteY238" fmla="*/ 4108918 h 6858000"/>
              <a:gd name="connsiteX239" fmla="*/ 5290070 w 7467600"/>
              <a:gd name="connsiteY239" fmla="*/ 4263619 h 6858000"/>
              <a:gd name="connsiteX240" fmla="*/ 4834991 w 7467600"/>
              <a:gd name="connsiteY240" fmla="*/ 3830985 h 6858000"/>
              <a:gd name="connsiteX241" fmla="*/ 4440129 w 7467600"/>
              <a:gd name="connsiteY241" fmla="*/ 3448571 h 6858000"/>
              <a:gd name="connsiteX242" fmla="*/ 4441737 w 7467600"/>
              <a:gd name="connsiteY242" fmla="*/ 3399734 h 6858000"/>
              <a:gd name="connsiteX243" fmla="*/ 4431236 w 7467600"/>
              <a:gd name="connsiteY243" fmla="*/ 3400954 h 6858000"/>
              <a:gd name="connsiteX244" fmla="*/ 4557150 w 7467600"/>
              <a:gd name="connsiteY244" fmla="*/ 3510023 h 6858000"/>
              <a:gd name="connsiteX245" fmla="*/ 4856936 w 7467600"/>
              <a:gd name="connsiteY245" fmla="*/ 3809146 h 6858000"/>
              <a:gd name="connsiteX246" fmla="*/ 5111996 w 7467600"/>
              <a:gd name="connsiteY246" fmla="*/ 4065759 h 6858000"/>
              <a:gd name="connsiteX247" fmla="*/ 5388878 w 7467600"/>
              <a:gd name="connsiteY247" fmla="*/ 4300185 h 6858000"/>
              <a:gd name="connsiteX248" fmla="*/ 5425556 w 7467600"/>
              <a:gd name="connsiteY248" fmla="*/ 4308967 h 6858000"/>
              <a:gd name="connsiteX249" fmla="*/ 4943646 w 7467600"/>
              <a:gd name="connsiteY249" fmla="*/ 3822916 h 6858000"/>
              <a:gd name="connsiteX250" fmla="*/ 4594837 w 7467600"/>
              <a:gd name="connsiteY250" fmla="*/ 3532274 h 6858000"/>
              <a:gd name="connsiteX251" fmla="*/ 4441737 w 7467600"/>
              <a:gd name="connsiteY251" fmla="*/ 3399734 h 6858000"/>
              <a:gd name="connsiteX252" fmla="*/ 5425834 w 7467600"/>
              <a:gd name="connsiteY252" fmla="*/ 3162785 h 6858000"/>
              <a:gd name="connsiteX253" fmla="*/ 5401644 w 7467600"/>
              <a:gd name="connsiteY253" fmla="*/ 3617847 h 6858000"/>
              <a:gd name="connsiteX254" fmla="*/ 5467256 w 7467600"/>
              <a:gd name="connsiteY254" fmla="*/ 4175494 h 6858000"/>
              <a:gd name="connsiteX255" fmla="*/ 5448069 w 7467600"/>
              <a:gd name="connsiteY255" fmla="*/ 3567554 h 6858000"/>
              <a:gd name="connsiteX256" fmla="*/ 5425834 w 7467600"/>
              <a:gd name="connsiteY256" fmla="*/ 3162785 h 6858000"/>
              <a:gd name="connsiteX257" fmla="*/ 1318687 w 7467600"/>
              <a:gd name="connsiteY257" fmla="*/ 3113840 h 6858000"/>
              <a:gd name="connsiteX258" fmla="*/ 1066793 w 7467600"/>
              <a:gd name="connsiteY258" fmla="*/ 3212171 h 6858000"/>
              <a:gd name="connsiteX259" fmla="*/ 993319 w 7467600"/>
              <a:gd name="connsiteY259" fmla="*/ 3247648 h 6858000"/>
              <a:gd name="connsiteX260" fmla="*/ 853081 w 7467600"/>
              <a:gd name="connsiteY260" fmla="*/ 3312410 h 6858000"/>
              <a:gd name="connsiteX261" fmla="*/ 805957 w 7467600"/>
              <a:gd name="connsiteY261" fmla="*/ 3330443 h 6858000"/>
              <a:gd name="connsiteX262" fmla="*/ 1318687 w 7467600"/>
              <a:gd name="connsiteY262" fmla="*/ 3113840 h 6858000"/>
              <a:gd name="connsiteX263" fmla="*/ 5453702 w 7467600"/>
              <a:gd name="connsiteY263" fmla="*/ 3090882 h 6858000"/>
              <a:gd name="connsiteX264" fmla="*/ 5480135 w 7467600"/>
              <a:gd name="connsiteY264" fmla="*/ 3565802 h 6858000"/>
              <a:gd name="connsiteX265" fmla="*/ 5499023 w 7467600"/>
              <a:gd name="connsiteY265" fmla="*/ 4166310 h 6858000"/>
              <a:gd name="connsiteX266" fmla="*/ 5547022 w 7467600"/>
              <a:gd name="connsiteY266" fmla="*/ 3607838 h 6858000"/>
              <a:gd name="connsiteX267" fmla="*/ 5515964 w 7467600"/>
              <a:gd name="connsiteY267" fmla="*/ 3378541 h 6858000"/>
              <a:gd name="connsiteX268" fmla="*/ 5453702 w 7467600"/>
              <a:gd name="connsiteY268" fmla="*/ 3090882 h 6858000"/>
              <a:gd name="connsiteX269" fmla="*/ 1238695 w 7467600"/>
              <a:gd name="connsiteY269" fmla="*/ 3076820 h 6858000"/>
              <a:gd name="connsiteX270" fmla="*/ 716371 w 7467600"/>
              <a:gd name="connsiteY270" fmla="*/ 3293249 h 6858000"/>
              <a:gd name="connsiteX271" fmla="*/ 579522 w 7467600"/>
              <a:gd name="connsiteY271" fmla="*/ 3371759 h 6858000"/>
              <a:gd name="connsiteX272" fmla="*/ 600288 w 7467600"/>
              <a:gd name="connsiteY272" fmla="*/ 3365555 h 6858000"/>
              <a:gd name="connsiteX273" fmla="*/ 840692 w 7467600"/>
              <a:gd name="connsiteY273" fmla="*/ 3284921 h 6858000"/>
              <a:gd name="connsiteX274" fmla="*/ 979248 w 7467600"/>
              <a:gd name="connsiteY274" fmla="*/ 3221003 h 6858000"/>
              <a:gd name="connsiteX275" fmla="*/ 1053282 w 7467600"/>
              <a:gd name="connsiteY275" fmla="*/ 3185247 h 6858000"/>
              <a:gd name="connsiteX276" fmla="*/ 1320603 w 7467600"/>
              <a:gd name="connsiteY276" fmla="*/ 3081281 h 6858000"/>
              <a:gd name="connsiteX277" fmla="*/ 1238695 w 7467600"/>
              <a:gd name="connsiteY277" fmla="*/ 3076820 h 6858000"/>
              <a:gd name="connsiteX278" fmla="*/ 5425627 w 7467600"/>
              <a:gd name="connsiteY278" fmla="*/ 2954192 h 6858000"/>
              <a:gd name="connsiteX279" fmla="*/ 5470770 w 7467600"/>
              <a:gd name="connsiteY279" fmla="*/ 3005435 h 6858000"/>
              <a:gd name="connsiteX280" fmla="*/ 5519779 w 7467600"/>
              <a:gd name="connsiteY280" fmla="*/ 4359223 h 6858000"/>
              <a:gd name="connsiteX281" fmla="*/ 5520293 w 7467600"/>
              <a:gd name="connsiteY281" fmla="*/ 4360602 h 6858000"/>
              <a:gd name="connsiteX282" fmla="*/ 5767221 w 7467600"/>
              <a:gd name="connsiteY282" fmla="*/ 4665564 h 6858000"/>
              <a:gd name="connsiteX283" fmla="*/ 6937169 w 7467600"/>
              <a:gd name="connsiteY283" fmla="*/ 4815941 h 6858000"/>
              <a:gd name="connsiteX284" fmla="*/ 6953922 w 7467600"/>
              <a:gd name="connsiteY284" fmla="*/ 4890068 h 6858000"/>
              <a:gd name="connsiteX285" fmla="*/ 6071359 w 7467600"/>
              <a:gd name="connsiteY285" fmla="*/ 4770770 h 6858000"/>
              <a:gd name="connsiteX286" fmla="*/ 6038839 w 7467600"/>
              <a:gd name="connsiteY286" fmla="*/ 4764474 h 6858000"/>
              <a:gd name="connsiteX287" fmla="*/ 6038706 w 7467600"/>
              <a:gd name="connsiteY287" fmla="*/ 4763847 h 6858000"/>
              <a:gd name="connsiteX288" fmla="*/ 6037784 w 7467600"/>
              <a:gd name="connsiteY288" fmla="*/ 4764270 h 6858000"/>
              <a:gd name="connsiteX289" fmla="*/ 6038839 w 7467600"/>
              <a:gd name="connsiteY289" fmla="*/ 4764474 h 6858000"/>
              <a:gd name="connsiteX290" fmla="*/ 6040338 w 7467600"/>
              <a:gd name="connsiteY290" fmla="*/ 4771418 h 6858000"/>
              <a:gd name="connsiteX291" fmla="*/ 6024488 w 7467600"/>
              <a:gd name="connsiteY291" fmla="*/ 4809903 h 6858000"/>
              <a:gd name="connsiteX292" fmla="*/ 5599771 w 7467600"/>
              <a:gd name="connsiteY292" fmla="*/ 5509652 h 6858000"/>
              <a:gd name="connsiteX293" fmla="*/ 5548843 w 7467600"/>
              <a:gd name="connsiteY293" fmla="*/ 5563845 h 6858000"/>
              <a:gd name="connsiteX294" fmla="*/ 5940952 w 7467600"/>
              <a:gd name="connsiteY294" fmla="*/ 6250028 h 6858000"/>
              <a:gd name="connsiteX295" fmla="*/ 6043441 w 7467600"/>
              <a:gd name="connsiteY295" fmla="*/ 6665847 h 6858000"/>
              <a:gd name="connsiteX296" fmla="*/ 6093432 w 7467600"/>
              <a:gd name="connsiteY296" fmla="*/ 6858000 h 6858000"/>
              <a:gd name="connsiteX297" fmla="*/ 6034344 w 7467600"/>
              <a:gd name="connsiteY297" fmla="*/ 6858000 h 6858000"/>
              <a:gd name="connsiteX298" fmla="*/ 6026679 w 7467600"/>
              <a:gd name="connsiteY298" fmla="*/ 6836959 h 6858000"/>
              <a:gd name="connsiteX299" fmla="*/ 5800441 w 7467600"/>
              <a:gd name="connsiteY299" fmla="*/ 6335286 h 6858000"/>
              <a:gd name="connsiteX300" fmla="*/ 5526562 w 7467600"/>
              <a:gd name="connsiteY300" fmla="*/ 5705388 h 6858000"/>
              <a:gd name="connsiteX301" fmla="*/ 5519640 w 7467600"/>
              <a:gd name="connsiteY301" fmla="*/ 5683774 h 6858000"/>
              <a:gd name="connsiteX302" fmla="*/ 5844559 w 7467600"/>
              <a:gd name="connsiteY302" fmla="*/ 6553349 h 6858000"/>
              <a:gd name="connsiteX303" fmla="*/ 5975994 w 7467600"/>
              <a:gd name="connsiteY303" fmla="*/ 6858000 h 6858000"/>
              <a:gd name="connsiteX304" fmla="*/ 5898547 w 7467600"/>
              <a:gd name="connsiteY304" fmla="*/ 6858000 h 6858000"/>
              <a:gd name="connsiteX305" fmla="*/ 5682041 w 7467600"/>
              <a:gd name="connsiteY305" fmla="*/ 6355860 h 6858000"/>
              <a:gd name="connsiteX306" fmla="*/ 5461758 w 7467600"/>
              <a:gd name="connsiteY306" fmla="*/ 5820220 h 6858000"/>
              <a:gd name="connsiteX307" fmla="*/ 5237282 w 7467600"/>
              <a:gd name="connsiteY307" fmla="*/ 6579086 h 6858000"/>
              <a:gd name="connsiteX308" fmla="*/ 5115009 w 7467600"/>
              <a:gd name="connsiteY308" fmla="*/ 6858000 h 6858000"/>
              <a:gd name="connsiteX309" fmla="*/ 5028074 w 7467600"/>
              <a:gd name="connsiteY309" fmla="*/ 6858000 h 6858000"/>
              <a:gd name="connsiteX310" fmla="*/ 5079508 w 7467600"/>
              <a:gd name="connsiteY310" fmla="*/ 6749074 h 6858000"/>
              <a:gd name="connsiteX311" fmla="*/ 5371846 w 7467600"/>
              <a:gd name="connsiteY311" fmla="*/ 5924413 h 6858000"/>
              <a:gd name="connsiteX312" fmla="*/ 5270512 w 7467600"/>
              <a:gd name="connsiteY312" fmla="*/ 6138975 h 6858000"/>
              <a:gd name="connsiteX313" fmla="*/ 5062409 w 7467600"/>
              <a:gd name="connsiteY313" fmla="*/ 6653544 h 6858000"/>
              <a:gd name="connsiteX314" fmla="*/ 5036628 w 7467600"/>
              <a:gd name="connsiteY314" fmla="*/ 6754247 h 6858000"/>
              <a:gd name="connsiteX315" fmla="*/ 5009112 w 7467600"/>
              <a:gd name="connsiteY315" fmla="*/ 6858000 h 6858000"/>
              <a:gd name="connsiteX316" fmla="*/ 4976679 w 7467600"/>
              <a:gd name="connsiteY316" fmla="*/ 6858000 h 6858000"/>
              <a:gd name="connsiteX317" fmla="*/ 5006537 w 7467600"/>
              <a:gd name="connsiteY317" fmla="*/ 6747068 h 6858000"/>
              <a:gd name="connsiteX318" fmla="*/ 5032723 w 7467600"/>
              <a:gd name="connsiteY318" fmla="*/ 6644957 h 6858000"/>
              <a:gd name="connsiteX319" fmla="*/ 5242949 w 7467600"/>
              <a:gd name="connsiteY319" fmla="*/ 6125175 h 6858000"/>
              <a:gd name="connsiteX320" fmla="*/ 5286321 w 7467600"/>
              <a:gd name="connsiteY320" fmla="*/ 6033555 h 6858000"/>
              <a:gd name="connsiteX321" fmla="*/ 5008210 w 7467600"/>
              <a:gd name="connsiteY321" fmla="*/ 6649194 h 6858000"/>
              <a:gd name="connsiteX322" fmla="*/ 4986321 w 7467600"/>
              <a:gd name="connsiteY322" fmla="*/ 6765687 h 6858000"/>
              <a:gd name="connsiteX323" fmla="*/ 4973474 w 7467600"/>
              <a:gd name="connsiteY323" fmla="*/ 6858000 h 6858000"/>
              <a:gd name="connsiteX324" fmla="*/ 4907178 w 7467600"/>
              <a:gd name="connsiteY324" fmla="*/ 6858000 h 6858000"/>
              <a:gd name="connsiteX325" fmla="*/ 4910810 w 7467600"/>
              <a:gd name="connsiteY325" fmla="*/ 6829660 h 6858000"/>
              <a:gd name="connsiteX326" fmla="*/ 4987461 w 7467600"/>
              <a:gd name="connsiteY326" fmla="*/ 6432994 h 6858000"/>
              <a:gd name="connsiteX327" fmla="*/ 5179262 w 7467600"/>
              <a:gd name="connsiteY327" fmla="*/ 6035044 h 6858000"/>
              <a:gd name="connsiteX328" fmla="*/ 4689678 w 7467600"/>
              <a:gd name="connsiteY328" fmla="*/ 6440241 h 6858000"/>
              <a:gd name="connsiteX329" fmla="*/ 4477543 w 7467600"/>
              <a:gd name="connsiteY329" fmla="*/ 6674836 h 6858000"/>
              <a:gd name="connsiteX330" fmla="*/ 4329957 w 7467600"/>
              <a:gd name="connsiteY330" fmla="*/ 6858000 h 6858000"/>
              <a:gd name="connsiteX331" fmla="*/ 4218595 w 7467600"/>
              <a:gd name="connsiteY331" fmla="*/ 6858000 h 6858000"/>
              <a:gd name="connsiteX332" fmla="*/ 4368888 w 7467600"/>
              <a:gd name="connsiteY332" fmla="*/ 6668412 h 6858000"/>
              <a:gd name="connsiteX333" fmla="*/ 4563091 w 7467600"/>
              <a:gd name="connsiteY333" fmla="*/ 6442508 h 6858000"/>
              <a:gd name="connsiteX334" fmla="*/ 5387324 w 7467600"/>
              <a:gd name="connsiteY334" fmla="*/ 5705830 h 6858000"/>
              <a:gd name="connsiteX335" fmla="*/ 5073620 w 7467600"/>
              <a:gd name="connsiteY335" fmla="*/ 5955437 h 6858000"/>
              <a:gd name="connsiteX336" fmla="*/ 4689789 w 7467600"/>
              <a:gd name="connsiteY336" fmla="*/ 6268382 h 6858000"/>
              <a:gd name="connsiteX337" fmla="*/ 4418722 w 7467600"/>
              <a:gd name="connsiteY337" fmla="*/ 6570886 h 6858000"/>
              <a:gd name="connsiteX338" fmla="*/ 4214944 w 7467600"/>
              <a:gd name="connsiteY338" fmla="*/ 6858000 h 6858000"/>
              <a:gd name="connsiteX339" fmla="*/ 4177898 w 7467600"/>
              <a:gd name="connsiteY339" fmla="*/ 6858000 h 6858000"/>
              <a:gd name="connsiteX340" fmla="*/ 4391597 w 7467600"/>
              <a:gd name="connsiteY340" fmla="*/ 6556370 h 6858000"/>
              <a:gd name="connsiteX341" fmla="*/ 4668889 w 7467600"/>
              <a:gd name="connsiteY341" fmla="*/ 6246399 h 6858000"/>
              <a:gd name="connsiteX342" fmla="*/ 5055427 w 7467600"/>
              <a:gd name="connsiteY342" fmla="*/ 5931476 h 6858000"/>
              <a:gd name="connsiteX343" fmla="*/ 5371814 w 7467600"/>
              <a:gd name="connsiteY343" fmla="*/ 5678975 h 6858000"/>
              <a:gd name="connsiteX344" fmla="*/ 4987918 w 7467600"/>
              <a:gd name="connsiteY344" fmla="*/ 5838701 h 6858000"/>
              <a:gd name="connsiteX345" fmla="*/ 4317146 w 7467600"/>
              <a:gd name="connsiteY345" fmla="*/ 6587716 h 6858000"/>
              <a:gd name="connsiteX346" fmla="*/ 4171627 w 7467600"/>
              <a:gd name="connsiteY346" fmla="*/ 6858000 h 6858000"/>
              <a:gd name="connsiteX347" fmla="*/ 4081585 w 7467600"/>
              <a:gd name="connsiteY347" fmla="*/ 6858000 h 6858000"/>
              <a:gd name="connsiteX348" fmla="*/ 4238603 w 7467600"/>
              <a:gd name="connsiteY348" fmla="*/ 6559341 h 6858000"/>
              <a:gd name="connsiteX349" fmla="*/ 4778333 w 7467600"/>
              <a:gd name="connsiteY349" fmla="*/ 5873626 h 6858000"/>
              <a:gd name="connsiteX350" fmla="*/ 5414185 w 7467600"/>
              <a:gd name="connsiteY350" fmla="*/ 5573882 h 6858000"/>
              <a:gd name="connsiteX351" fmla="*/ 5959648 w 7467600"/>
              <a:gd name="connsiteY351" fmla="*/ 4760797 h 6858000"/>
              <a:gd name="connsiteX352" fmla="*/ 5355019 w 7467600"/>
              <a:gd name="connsiteY352" fmla="*/ 4734672 h 6858000"/>
              <a:gd name="connsiteX353" fmla="*/ 5083565 w 7467600"/>
              <a:gd name="connsiteY353" fmla="*/ 5179121 h 6858000"/>
              <a:gd name="connsiteX354" fmla="*/ 4713577 w 7467600"/>
              <a:gd name="connsiteY354" fmla="*/ 5616803 h 6858000"/>
              <a:gd name="connsiteX355" fmla="*/ 3989559 w 7467600"/>
              <a:gd name="connsiteY355" fmla="*/ 6145945 h 6858000"/>
              <a:gd name="connsiteX356" fmla="*/ 3939824 w 7467600"/>
              <a:gd name="connsiteY356" fmla="*/ 6066900 h 6858000"/>
              <a:gd name="connsiteX357" fmla="*/ 4584537 w 7467600"/>
              <a:gd name="connsiteY357" fmla="*/ 5324826 h 6858000"/>
              <a:gd name="connsiteX358" fmla="*/ 5037105 w 7467600"/>
              <a:gd name="connsiteY358" fmla="*/ 5088765 h 6858000"/>
              <a:gd name="connsiteX359" fmla="*/ 5039930 w 7467600"/>
              <a:gd name="connsiteY359" fmla="*/ 5089585 h 6858000"/>
              <a:gd name="connsiteX360" fmla="*/ 5263764 w 7467600"/>
              <a:gd name="connsiteY360" fmla="*/ 4735525 h 6858000"/>
              <a:gd name="connsiteX361" fmla="*/ 4086300 w 7467600"/>
              <a:gd name="connsiteY361" fmla="*/ 4884599 h 6858000"/>
              <a:gd name="connsiteX362" fmla="*/ 4085485 w 7467600"/>
              <a:gd name="connsiteY362" fmla="*/ 4899070 h 6858000"/>
              <a:gd name="connsiteX363" fmla="*/ 3871915 w 7467600"/>
              <a:gd name="connsiteY363" fmla="*/ 5253645 h 6858000"/>
              <a:gd name="connsiteX364" fmla="*/ 3799374 w 7467600"/>
              <a:gd name="connsiteY364" fmla="*/ 5466127 h 6858000"/>
              <a:gd name="connsiteX365" fmla="*/ 3498850 w 7467600"/>
              <a:gd name="connsiteY365" fmla="*/ 6661888 h 6858000"/>
              <a:gd name="connsiteX366" fmla="*/ 3399216 w 7467600"/>
              <a:gd name="connsiteY366" fmla="*/ 6858000 h 6858000"/>
              <a:gd name="connsiteX367" fmla="*/ 3303688 w 7467600"/>
              <a:gd name="connsiteY367" fmla="*/ 6858000 h 6858000"/>
              <a:gd name="connsiteX368" fmla="*/ 3391774 w 7467600"/>
              <a:gd name="connsiteY368" fmla="*/ 6697181 h 6858000"/>
              <a:gd name="connsiteX369" fmla="*/ 3735540 w 7467600"/>
              <a:gd name="connsiteY369" fmla="*/ 5546923 h 6858000"/>
              <a:gd name="connsiteX370" fmla="*/ 3729438 w 7467600"/>
              <a:gd name="connsiteY370" fmla="*/ 5569058 h 6858000"/>
              <a:gd name="connsiteX371" fmla="*/ 3707782 w 7467600"/>
              <a:gd name="connsiteY371" fmla="*/ 5644908 h 6858000"/>
              <a:gd name="connsiteX372" fmla="*/ 3583827 w 7467600"/>
              <a:gd name="connsiteY372" fmla="*/ 6039215 h 6858000"/>
              <a:gd name="connsiteX373" fmla="*/ 3547861 w 7467600"/>
              <a:gd name="connsiteY373" fmla="*/ 6129609 h 6858000"/>
              <a:gd name="connsiteX374" fmla="*/ 3490905 w 7467600"/>
              <a:gd name="connsiteY374" fmla="*/ 6277660 h 6858000"/>
              <a:gd name="connsiteX375" fmla="*/ 3455859 w 7467600"/>
              <a:gd name="connsiteY375" fmla="*/ 6391301 h 6858000"/>
              <a:gd name="connsiteX376" fmla="*/ 3429112 w 7467600"/>
              <a:gd name="connsiteY376" fmla="*/ 6479469 h 6858000"/>
              <a:gd name="connsiteX377" fmla="*/ 3304862 w 7467600"/>
              <a:gd name="connsiteY377" fmla="*/ 6796476 h 6858000"/>
              <a:gd name="connsiteX378" fmla="*/ 3276071 w 7467600"/>
              <a:gd name="connsiteY378" fmla="*/ 6858000 h 6858000"/>
              <a:gd name="connsiteX379" fmla="*/ 3240805 w 7467600"/>
              <a:gd name="connsiteY379" fmla="*/ 6858000 h 6858000"/>
              <a:gd name="connsiteX380" fmla="*/ 3275917 w 7467600"/>
              <a:gd name="connsiteY380" fmla="*/ 6783192 h 6858000"/>
              <a:gd name="connsiteX381" fmla="*/ 3399358 w 7467600"/>
              <a:gd name="connsiteY381" fmla="*/ 6469011 h 6858000"/>
              <a:gd name="connsiteX382" fmla="*/ 3425650 w 7467600"/>
              <a:gd name="connsiteY382" fmla="*/ 6381333 h 6858000"/>
              <a:gd name="connsiteX383" fmla="*/ 3460661 w 7467600"/>
              <a:gd name="connsiteY383" fmla="*/ 6266763 h 6858000"/>
              <a:gd name="connsiteX384" fmla="*/ 3518021 w 7467600"/>
              <a:gd name="connsiteY384" fmla="*/ 6117298 h 6858000"/>
              <a:gd name="connsiteX385" fmla="*/ 3554035 w 7467600"/>
              <a:gd name="connsiteY385" fmla="*/ 6027832 h 6858000"/>
              <a:gd name="connsiteX386" fmla="*/ 3677174 w 7467600"/>
              <a:gd name="connsiteY386" fmla="*/ 5636351 h 6858000"/>
              <a:gd name="connsiteX387" fmla="*/ 3698819 w 7467600"/>
              <a:gd name="connsiteY387" fmla="*/ 5560503 h 6858000"/>
              <a:gd name="connsiteX388" fmla="*/ 3702094 w 7467600"/>
              <a:gd name="connsiteY388" fmla="*/ 5549194 h 6858000"/>
              <a:gd name="connsiteX389" fmla="*/ 3398355 w 7467600"/>
              <a:gd name="connsiteY389" fmla="*/ 6094603 h 6858000"/>
              <a:gd name="connsiteX390" fmla="*/ 3193941 w 7467600"/>
              <a:gd name="connsiteY390" fmla="*/ 6798775 h 6858000"/>
              <a:gd name="connsiteX391" fmla="*/ 3184140 w 7467600"/>
              <a:gd name="connsiteY391" fmla="*/ 6858000 h 6858000"/>
              <a:gd name="connsiteX392" fmla="*/ 3099978 w 7467600"/>
              <a:gd name="connsiteY392" fmla="*/ 6858000 h 6858000"/>
              <a:gd name="connsiteX393" fmla="*/ 3101556 w 7467600"/>
              <a:gd name="connsiteY393" fmla="*/ 6843337 h 6858000"/>
              <a:gd name="connsiteX394" fmla="*/ 3370162 w 7467600"/>
              <a:gd name="connsiteY394" fmla="*/ 5785550 h 6858000"/>
              <a:gd name="connsiteX395" fmla="*/ 3746477 w 7467600"/>
              <a:gd name="connsiteY395" fmla="*/ 5377889 h 6858000"/>
              <a:gd name="connsiteX396" fmla="*/ 3863399 w 7467600"/>
              <a:gd name="connsiteY396" fmla="*/ 5087257 h 6858000"/>
              <a:gd name="connsiteX397" fmla="*/ 3968712 w 7467600"/>
              <a:gd name="connsiteY397" fmla="*/ 4913989 h 6858000"/>
              <a:gd name="connsiteX398" fmla="*/ 2792390 w 7467600"/>
              <a:gd name="connsiteY398" fmla="*/ 5382974 h 6858000"/>
              <a:gd name="connsiteX399" fmla="*/ 2714982 w 7467600"/>
              <a:gd name="connsiteY399" fmla="*/ 5427051 h 6858000"/>
              <a:gd name="connsiteX400" fmla="*/ 2813361 w 7467600"/>
              <a:gd name="connsiteY400" fmla="*/ 6023912 h 6858000"/>
              <a:gd name="connsiteX401" fmla="*/ 2688430 w 7467600"/>
              <a:gd name="connsiteY401" fmla="*/ 6801564 h 6858000"/>
              <a:gd name="connsiteX402" fmla="*/ 2629626 w 7467600"/>
              <a:gd name="connsiteY402" fmla="*/ 6763394 h 6858000"/>
              <a:gd name="connsiteX403" fmla="*/ 2565328 w 7467600"/>
              <a:gd name="connsiteY403" fmla="*/ 5516399 h 6858000"/>
              <a:gd name="connsiteX404" fmla="*/ 1922999 w 7467600"/>
              <a:gd name="connsiteY404" fmla="*/ 5980343 h 6858000"/>
              <a:gd name="connsiteX405" fmla="*/ 1950261 w 7467600"/>
              <a:gd name="connsiteY405" fmla="*/ 6405858 h 6858000"/>
              <a:gd name="connsiteX406" fmla="*/ 2365554 w 7467600"/>
              <a:gd name="connsiteY406" fmla="*/ 6759107 h 6858000"/>
              <a:gd name="connsiteX407" fmla="*/ 2424142 w 7467600"/>
              <a:gd name="connsiteY407" fmla="*/ 6858000 h 6858000"/>
              <a:gd name="connsiteX408" fmla="*/ 2395994 w 7467600"/>
              <a:gd name="connsiteY408" fmla="*/ 6858000 h 6858000"/>
              <a:gd name="connsiteX409" fmla="*/ 2392863 w 7467600"/>
              <a:gd name="connsiteY409" fmla="*/ 6852964 h 6858000"/>
              <a:gd name="connsiteX410" fmla="*/ 2017589 w 7467600"/>
              <a:gd name="connsiteY410" fmla="*/ 6493982 h 6858000"/>
              <a:gd name="connsiteX411" fmla="*/ 2147336 w 7467600"/>
              <a:gd name="connsiteY411" fmla="*/ 6594052 h 6858000"/>
              <a:gd name="connsiteX412" fmla="*/ 2207047 w 7467600"/>
              <a:gd name="connsiteY412" fmla="*/ 6654540 h 6858000"/>
              <a:gd name="connsiteX413" fmla="*/ 2299106 w 7467600"/>
              <a:gd name="connsiteY413" fmla="*/ 6778931 h 6858000"/>
              <a:gd name="connsiteX414" fmla="*/ 2314430 w 7467600"/>
              <a:gd name="connsiteY414" fmla="*/ 6801144 h 6858000"/>
              <a:gd name="connsiteX415" fmla="*/ 2352406 w 7467600"/>
              <a:gd name="connsiteY415" fmla="*/ 6858000 h 6858000"/>
              <a:gd name="connsiteX416" fmla="*/ 2314492 w 7467600"/>
              <a:gd name="connsiteY416" fmla="*/ 6858000 h 6858000"/>
              <a:gd name="connsiteX417" fmla="*/ 2288095 w 7467600"/>
              <a:gd name="connsiteY417" fmla="*/ 6818030 h 6858000"/>
              <a:gd name="connsiteX418" fmla="*/ 2272768 w 7467600"/>
              <a:gd name="connsiteY418" fmla="*/ 6795822 h 6858000"/>
              <a:gd name="connsiteX419" fmla="*/ 2182715 w 7467600"/>
              <a:gd name="connsiteY419" fmla="*/ 6675071 h 6858000"/>
              <a:gd name="connsiteX420" fmla="*/ 2032061 w 7467600"/>
              <a:gd name="connsiteY420" fmla="*/ 6541380 h 6858000"/>
              <a:gd name="connsiteX421" fmla="*/ 2257220 w 7467600"/>
              <a:gd name="connsiteY421" fmla="*/ 6826257 h 6858000"/>
              <a:gd name="connsiteX422" fmla="*/ 2281324 w 7467600"/>
              <a:gd name="connsiteY422" fmla="*/ 6858000 h 6858000"/>
              <a:gd name="connsiteX423" fmla="*/ 2242860 w 7467600"/>
              <a:gd name="connsiteY423" fmla="*/ 6858000 h 6858000"/>
              <a:gd name="connsiteX424" fmla="*/ 2232818 w 7467600"/>
              <a:gd name="connsiteY424" fmla="*/ 6844926 h 6858000"/>
              <a:gd name="connsiteX425" fmla="*/ 1990172 w 7467600"/>
              <a:gd name="connsiteY425" fmla="*/ 6542121 h 6858000"/>
              <a:gd name="connsiteX426" fmla="*/ 2124090 w 7467600"/>
              <a:gd name="connsiteY426" fmla="*/ 6761017 h 6858000"/>
              <a:gd name="connsiteX427" fmla="*/ 2200380 w 7467600"/>
              <a:gd name="connsiteY427" fmla="*/ 6858000 h 6858000"/>
              <a:gd name="connsiteX428" fmla="*/ 2147507 w 7467600"/>
              <a:gd name="connsiteY428" fmla="*/ 6858000 h 6858000"/>
              <a:gd name="connsiteX429" fmla="*/ 2070668 w 7467600"/>
              <a:gd name="connsiteY429" fmla="*/ 6761520 h 6858000"/>
              <a:gd name="connsiteX430" fmla="*/ 1975142 w 7467600"/>
              <a:gd name="connsiteY430" fmla="*/ 6585570 h 6858000"/>
              <a:gd name="connsiteX431" fmla="*/ 2050035 w 7467600"/>
              <a:gd name="connsiteY431" fmla="*/ 6813345 h 6858000"/>
              <a:gd name="connsiteX432" fmla="*/ 2063025 w 7467600"/>
              <a:gd name="connsiteY432" fmla="*/ 6858000 h 6858000"/>
              <a:gd name="connsiteX433" fmla="*/ 2021675 w 7467600"/>
              <a:gd name="connsiteY433" fmla="*/ 6858000 h 6858000"/>
              <a:gd name="connsiteX434" fmla="*/ 2019308 w 7467600"/>
              <a:gd name="connsiteY434" fmla="*/ 6847118 h 6858000"/>
              <a:gd name="connsiteX435" fmla="*/ 1938835 w 7467600"/>
              <a:gd name="connsiteY435" fmla="*/ 6551160 h 6858000"/>
              <a:gd name="connsiteX436" fmla="*/ 1953230 w 7467600"/>
              <a:gd name="connsiteY436" fmla="*/ 6759699 h 6858000"/>
              <a:gd name="connsiteX437" fmla="*/ 1956763 w 7467600"/>
              <a:gd name="connsiteY437" fmla="*/ 6778191 h 6858000"/>
              <a:gd name="connsiteX438" fmla="*/ 1967925 w 7467600"/>
              <a:gd name="connsiteY438" fmla="*/ 6858000 h 6858000"/>
              <a:gd name="connsiteX439" fmla="*/ 1936622 w 7467600"/>
              <a:gd name="connsiteY439" fmla="*/ 6858000 h 6858000"/>
              <a:gd name="connsiteX440" fmla="*/ 1926261 w 7467600"/>
              <a:gd name="connsiteY440" fmla="*/ 6784064 h 6858000"/>
              <a:gd name="connsiteX441" fmla="*/ 1922724 w 7467600"/>
              <a:gd name="connsiteY441" fmla="*/ 6765577 h 6858000"/>
              <a:gd name="connsiteX442" fmla="*/ 1904650 w 7467600"/>
              <a:gd name="connsiteY442" fmla="*/ 6639616 h 6858000"/>
              <a:gd name="connsiteX443" fmla="*/ 1885273 w 7467600"/>
              <a:gd name="connsiteY443" fmla="*/ 6858000 h 6858000"/>
              <a:gd name="connsiteX444" fmla="*/ 1854363 w 7467600"/>
              <a:gd name="connsiteY444" fmla="*/ 6858000 h 6858000"/>
              <a:gd name="connsiteX445" fmla="*/ 1880391 w 7467600"/>
              <a:gd name="connsiteY445" fmla="*/ 6603796 h 6858000"/>
              <a:gd name="connsiteX446" fmla="*/ 1818273 w 7467600"/>
              <a:gd name="connsiteY446" fmla="*/ 6715729 h 6858000"/>
              <a:gd name="connsiteX447" fmla="*/ 1794691 w 7467600"/>
              <a:gd name="connsiteY447" fmla="*/ 6843239 h 6858000"/>
              <a:gd name="connsiteX448" fmla="*/ 1794914 w 7467600"/>
              <a:gd name="connsiteY448" fmla="*/ 6858000 h 6858000"/>
              <a:gd name="connsiteX449" fmla="*/ 1746128 w 7467600"/>
              <a:gd name="connsiteY449" fmla="*/ 6858000 h 6858000"/>
              <a:gd name="connsiteX450" fmla="*/ 1753934 w 7467600"/>
              <a:gd name="connsiteY450" fmla="*/ 6724796 h 6858000"/>
              <a:gd name="connsiteX451" fmla="*/ 1792053 w 7467600"/>
              <a:gd name="connsiteY451" fmla="*/ 6572396 h 6858000"/>
              <a:gd name="connsiteX452" fmla="*/ 1862248 w 7467600"/>
              <a:gd name="connsiteY452" fmla="*/ 6266397 h 6858000"/>
              <a:gd name="connsiteX453" fmla="*/ 1862250 w 7467600"/>
              <a:gd name="connsiteY453" fmla="*/ 6033531 h 6858000"/>
              <a:gd name="connsiteX454" fmla="*/ 1211999 w 7467600"/>
              <a:gd name="connsiteY454" fmla="*/ 6683610 h 6858000"/>
              <a:gd name="connsiteX455" fmla="*/ 1213266 w 7467600"/>
              <a:gd name="connsiteY455" fmla="*/ 6691947 h 6858000"/>
              <a:gd name="connsiteX456" fmla="*/ 1203370 w 7467600"/>
              <a:gd name="connsiteY456" fmla="*/ 6850676 h 6858000"/>
              <a:gd name="connsiteX457" fmla="*/ 1203671 w 7467600"/>
              <a:gd name="connsiteY457" fmla="*/ 6858000 h 6858000"/>
              <a:gd name="connsiteX458" fmla="*/ 1143180 w 7467600"/>
              <a:gd name="connsiteY458" fmla="*/ 6858000 h 6858000"/>
              <a:gd name="connsiteX459" fmla="*/ 1142176 w 7467600"/>
              <a:gd name="connsiteY459" fmla="*/ 6766045 h 6858000"/>
              <a:gd name="connsiteX460" fmla="*/ 1067484 w 7467600"/>
              <a:gd name="connsiteY460" fmla="*/ 6858000 h 6858000"/>
              <a:gd name="connsiteX461" fmla="*/ 953928 w 7467600"/>
              <a:gd name="connsiteY461" fmla="*/ 6858000 h 6858000"/>
              <a:gd name="connsiteX462" fmla="*/ 959715 w 7467600"/>
              <a:gd name="connsiteY462" fmla="*/ 6850185 h 6858000"/>
              <a:gd name="connsiteX463" fmla="*/ 1483788 w 7467600"/>
              <a:gd name="connsiteY463" fmla="*/ 6259174 h 6858000"/>
              <a:gd name="connsiteX464" fmla="*/ 1100671 w 7467600"/>
              <a:gd name="connsiteY464" fmla="*/ 6252137 h 6858000"/>
              <a:gd name="connsiteX465" fmla="*/ 1090144 w 7467600"/>
              <a:gd name="connsiteY465" fmla="*/ 6256748 h 6858000"/>
              <a:gd name="connsiteX466" fmla="*/ 1095872 w 7467600"/>
              <a:gd name="connsiteY466" fmla="*/ 6271892 h 6858000"/>
              <a:gd name="connsiteX467" fmla="*/ 262785 w 7467600"/>
              <a:gd name="connsiteY467" fmla="*/ 6845450 h 6858000"/>
              <a:gd name="connsiteX468" fmla="*/ 209968 w 7467600"/>
              <a:gd name="connsiteY468" fmla="*/ 6770713 h 6858000"/>
              <a:gd name="connsiteX469" fmla="*/ 873460 w 7467600"/>
              <a:gd name="connsiteY469" fmla="*/ 6253768 h 6858000"/>
              <a:gd name="connsiteX470" fmla="*/ 192686 w 7467600"/>
              <a:gd name="connsiteY470" fmla="*/ 5849257 h 6858000"/>
              <a:gd name="connsiteX471" fmla="*/ 4696 w 7467600"/>
              <a:gd name="connsiteY471" fmla="*/ 5697668 h 6858000"/>
              <a:gd name="connsiteX472" fmla="*/ 0 w 7467600"/>
              <a:gd name="connsiteY472" fmla="*/ 5689984 h 6858000"/>
              <a:gd name="connsiteX473" fmla="*/ 0 w 7467600"/>
              <a:gd name="connsiteY473" fmla="*/ 5513472 h 6858000"/>
              <a:gd name="connsiteX474" fmla="*/ 174101 w 7467600"/>
              <a:gd name="connsiteY474" fmla="*/ 5620277 h 6858000"/>
              <a:gd name="connsiteX475" fmla="*/ 891800 w 7467600"/>
              <a:gd name="connsiteY475" fmla="*/ 6036935 h 6858000"/>
              <a:gd name="connsiteX476" fmla="*/ 1072219 w 7467600"/>
              <a:gd name="connsiteY476" fmla="*/ 6169443 h 6858000"/>
              <a:gd name="connsiteX477" fmla="*/ 1074117 w 7467600"/>
              <a:gd name="connsiteY477" fmla="*/ 6170301 h 6858000"/>
              <a:gd name="connsiteX478" fmla="*/ 1083114 w 7467600"/>
              <a:gd name="connsiteY478" fmla="*/ 6174131 h 6858000"/>
              <a:gd name="connsiteX479" fmla="*/ 1543010 w 7467600"/>
              <a:gd name="connsiteY479" fmla="*/ 6191140 h 6858000"/>
              <a:gd name="connsiteX480" fmla="*/ 1551080 w 7467600"/>
              <a:gd name="connsiteY480" fmla="*/ 6195006 h 6858000"/>
              <a:gd name="connsiteX481" fmla="*/ 2345443 w 7467600"/>
              <a:gd name="connsiteY481" fmla="*/ 5549882 h 6858000"/>
              <a:gd name="connsiteX482" fmla="*/ 1721499 w 7467600"/>
              <a:gd name="connsiteY482" fmla="*/ 5599969 h 6858000"/>
              <a:gd name="connsiteX483" fmla="*/ 767716 w 7467600"/>
              <a:gd name="connsiteY483" fmla="*/ 5472768 h 6858000"/>
              <a:gd name="connsiteX484" fmla="*/ 722147 w 7467600"/>
              <a:gd name="connsiteY484" fmla="*/ 5393091 h 6858000"/>
              <a:gd name="connsiteX485" fmla="*/ 1485552 w 7467600"/>
              <a:gd name="connsiteY485" fmla="*/ 5313202 h 6858000"/>
              <a:gd name="connsiteX486" fmla="*/ 2143004 w 7467600"/>
              <a:gd name="connsiteY486" fmla="*/ 5402420 h 6858000"/>
              <a:gd name="connsiteX487" fmla="*/ 1933391 w 7467600"/>
              <a:gd name="connsiteY487" fmla="*/ 5156971 h 6858000"/>
              <a:gd name="connsiteX488" fmla="*/ 1827118 w 7467600"/>
              <a:gd name="connsiteY488" fmla="*/ 4968410 h 6858000"/>
              <a:gd name="connsiteX489" fmla="*/ 1837349 w 7467600"/>
              <a:gd name="connsiteY489" fmla="*/ 4956357 h 6858000"/>
              <a:gd name="connsiteX490" fmla="*/ 2162835 w 7467600"/>
              <a:gd name="connsiteY490" fmla="*/ 5187853 h 6858000"/>
              <a:gd name="connsiteX491" fmla="*/ 2257167 w 7467600"/>
              <a:gd name="connsiteY491" fmla="*/ 5462123 h 6858000"/>
              <a:gd name="connsiteX492" fmla="*/ 2261598 w 7467600"/>
              <a:gd name="connsiteY492" fmla="*/ 5467998 h 6858000"/>
              <a:gd name="connsiteX493" fmla="*/ 2437177 w 7467600"/>
              <a:gd name="connsiteY493" fmla="*/ 5479608 h 6858000"/>
              <a:gd name="connsiteX494" fmla="*/ 2445247 w 7467600"/>
              <a:gd name="connsiteY494" fmla="*/ 5483476 h 6858000"/>
              <a:gd name="connsiteX495" fmla="*/ 2743626 w 7467600"/>
              <a:gd name="connsiteY495" fmla="*/ 5304819 h 6858000"/>
              <a:gd name="connsiteX496" fmla="*/ 3048102 w 7467600"/>
              <a:gd name="connsiteY496" fmla="*/ 5150595 h 6858000"/>
              <a:gd name="connsiteX497" fmla="*/ 1799414 w 7467600"/>
              <a:gd name="connsiteY497" fmla="*/ 4694732 h 6858000"/>
              <a:gd name="connsiteX498" fmla="*/ 1771735 w 7467600"/>
              <a:gd name="connsiteY498" fmla="*/ 4619929 h 6858000"/>
              <a:gd name="connsiteX499" fmla="*/ 3104273 w 7467600"/>
              <a:gd name="connsiteY499" fmla="*/ 5076159 h 6858000"/>
              <a:gd name="connsiteX500" fmla="*/ 3113245 w 7467600"/>
              <a:gd name="connsiteY500" fmla="*/ 5090705 h 6858000"/>
              <a:gd name="connsiteX501" fmla="*/ 3126294 w 7467600"/>
              <a:gd name="connsiteY501" fmla="*/ 5114400 h 6858000"/>
              <a:gd name="connsiteX502" fmla="*/ 3937433 w 7467600"/>
              <a:gd name="connsiteY502" fmla="*/ 4830473 h 6858000"/>
              <a:gd name="connsiteX503" fmla="*/ 3590475 w 7467600"/>
              <a:gd name="connsiteY503" fmla="*/ 4597974 h 6858000"/>
              <a:gd name="connsiteX504" fmla="*/ 3100264 w 7467600"/>
              <a:gd name="connsiteY504" fmla="*/ 4579845 h 6858000"/>
              <a:gd name="connsiteX505" fmla="*/ 2183576 w 7467600"/>
              <a:gd name="connsiteY505" fmla="*/ 4227150 h 6858000"/>
              <a:gd name="connsiteX506" fmla="*/ 2151029 w 7467600"/>
              <a:gd name="connsiteY506" fmla="*/ 4146947 h 6858000"/>
              <a:gd name="connsiteX507" fmla="*/ 3563434 w 7467600"/>
              <a:gd name="connsiteY507" fmla="*/ 4469115 h 6858000"/>
              <a:gd name="connsiteX508" fmla="*/ 3177952 w 7467600"/>
              <a:gd name="connsiteY508" fmla="*/ 3657386 h 6858000"/>
              <a:gd name="connsiteX509" fmla="*/ 3189263 w 7467600"/>
              <a:gd name="connsiteY509" fmla="*/ 3625726 h 6858000"/>
              <a:gd name="connsiteX510" fmla="*/ 3560912 w 7467600"/>
              <a:gd name="connsiteY510" fmla="*/ 4079863 h 6858000"/>
              <a:gd name="connsiteX511" fmla="*/ 3626636 w 7467600"/>
              <a:gd name="connsiteY511" fmla="*/ 4512230 h 6858000"/>
              <a:gd name="connsiteX512" fmla="*/ 3653088 w 7467600"/>
              <a:gd name="connsiteY512" fmla="*/ 4521417 h 6858000"/>
              <a:gd name="connsiteX513" fmla="*/ 3988128 w 7467600"/>
              <a:gd name="connsiteY513" fmla="*/ 4817267 h 6858000"/>
              <a:gd name="connsiteX514" fmla="*/ 4830582 w 7467600"/>
              <a:gd name="connsiteY514" fmla="*/ 4676000 h 6858000"/>
              <a:gd name="connsiteX515" fmla="*/ 4830100 w 7467600"/>
              <a:gd name="connsiteY515" fmla="*/ 4675554 h 6858000"/>
              <a:gd name="connsiteX516" fmla="*/ 4036318 w 7467600"/>
              <a:gd name="connsiteY516" fmla="*/ 4147013 h 6858000"/>
              <a:gd name="connsiteX517" fmla="*/ 3432098 w 7467600"/>
              <a:gd name="connsiteY517" fmla="*/ 3537312 h 6858000"/>
              <a:gd name="connsiteX518" fmla="*/ 3446761 w 7467600"/>
              <a:gd name="connsiteY518" fmla="*/ 3461278 h 6858000"/>
              <a:gd name="connsiteX519" fmla="*/ 4419733 w 7467600"/>
              <a:gd name="connsiteY519" fmla="*/ 3963555 h 6858000"/>
              <a:gd name="connsiteX520" fmla="*/ 4781371 w 7467600"/>
              <a:gd name="connsiteY520" fmla="*/ 4458604 h 6858000"/>
              <a:gd name="connsiteX521" fmla="*/ 4780440 w 7467600"/>
              <a:gd name="connsiteY521" fmla="*/ 4470290 h 6858000"/>
              <a:gd name="connsiteX522" fmla="*/ 4898954 w 7467600"/>
              <a:gd name="connsiteY522" fmla="*/ 4662092 h 6858000"/>
              <a:gd name="connsiteX523" fmla="*/ 4900699 w 7467600"/>
              <a:gd name="connsiteY523" fmla="*/ 4670867 h 6858000"/>
              <a:gd name="connsiteX524" fmla="*/ 5714511 w 7467600"/>
              <a:gd name="connsiteY524" fmla="*/ 4663483 h 6858000"/>
              <a:gd name="connsiteX525" fmla="*/ 5464793 w 7467600"/>
              <a:gd name="connsiteY525" fmla="*/ 4393556 h 6858000"/>
              <a:gd name="connsiteX526" fmla="*/ 5461897 w 7467600"/>
              <a:gd name="connsiteY526" fmla="*/ 4390879 h 6858000"/>
              <a:gd name="connsiteX527" fmla="*/ 4294126 w 7467600"/>
              <a:gd name="connsiteY527" fmla="*/ 3303048 h 6858000"/>
              <a:gd name="connsiteX528" fmla="*/ 4305321 w 7467600"/>
              <a:gd name="connsiteY528" fmla="*/ 3256953 h 6858000"/>
              <a:gd name="connsiteX529" fmla="*/ 4949299 w 7467600"/>
              <a:gd name="connsiteY529" fmla="*/ 3766336 h 6858000"/>
              <a:gd name="connsiteX530" fmla="*/ 5291452 w 7467600"/>
              <a:gd name="connsiteY530" fmla="*/ 4076801 h 6858000"/>
              <a:gd name="connsiteX531" fmla="*/ 5434998 w 7467600"/>
              <a:gd name="connsiteY531" fmla="*/ 4254100 h 6858000"/>
              <a:gd name="connsiteX532" fmla="*/ 5351015 w 7467600"/>
              <a:gd name="connsiteY532" fmla="*/ 3760989 h 6858000"/>
              <a:gd name="connsiteX533" fmla="*/ 5413780 w 7467600"/>
              <a:gd name="connsiteY533" fmla="*/ 2966265 h 6858000"/>
              <a:gd name="connsiteX534" fmla="*/ 5425627 w 7467600"/>
              <a:gd name="connsiteY534" fmla="*/ 2954192 h 6858000"/>
              <a:gd name="connsiteX535" fmla="*/ 6604735 w 7467600"/>
              <a:gd name="connsiteY535" fmla="*/ 2041381 h 6858000"/>
              <a:gd name="connsiteX536" fmla="*/ 7204487 w 7467600"/>
              <a:gd name="connsiteY536" fmla="*/ 2742112 h 6858000"/>
              <a:gd name="connsiteX537" fmla="*/ 7131592 w 7467600"/>
              <a:gd name="connsiteY537" fmla="*/ 2672096 h 6858000"/>
              <a:gd name="connsiteX538" fmla="*/ 6996344 w 7467600"/>
              <a:gd name="connsiteY538" fmla="*/ 2518310 h 6858000"/>
              <a:gd name="connsiteX539" fmla="*/ 6735495 w 7467600"/>
              <a:gd name="connsiteY539" fmla="*/ 2196890 h 6858000"/>
              <a:gd name="connsiteX540" fmla="*/ 6721901 w 7467600"/>
              <a:gd name="connsiteY540" fmla="*/ 2179274 h 6858000"/>
              <a:gd name="connsiteX541" fmla="*/ 6604735 w 7467600"/>
              <a:gd name="connsiteY541" fmla="*/ 2041381 h 6858000"/>
              <a:gd name="connsiteX542" fmla="*/ 6591670 w 7467600"/>
              <a:gd name="connsiteY542" fmla="*/ 1988277 h 6858000"/>
              <a:gd name="connsiteX543" fmla="*/ 6747349 w 7467600"/>
              <a:gd name="connsiteY543" fmla="*/ 2160069 h 6858000"/>
              <a:gd name="connsiteX544" fmla="*/ 6760943 w 7467600"/>
              <a:gd name="connsiteY544" fmla="*/ 2177686 h 6858000"/>
              <a:gd name="connsiteX545" fmla="*/ 7021065 w 7467600"/>
              <a:gd name="connsiteY545" fmla="*/ 2498102 h 6858000"/>
              <a:gd name="connsiteX546" fmla="*/ 7155223 w 7467600"/>
              <a:gd name="connsiteY546" fmla="*/ 2650386 h 6858000"/>
              <a:gd name="connsiteX547" fmla="*/ 7203167 w 7467600"/>
              <a:gd name="connsiteY547" fmla="*/ 2697288 h 6858000"/>
              <a:gd name="connsiteX548" fmla="*/ 6937703 w 7467600"/>
              <a:gd name="connsiteY548" fmla="*/ 2321981 h 6858000"/>
              <a:gd name="connsiteX549" fmla="*/ 6591670 w 7467600"/>
              <a:gd name="connsiteY549" fmla="*/ 1988277 h 6858000"/>
              <a:gd name="connsiteX550" fmla="*/ 5798671 w 7467600"/>
              <a:gd name="connsiteY550" fmla="*/ 1981601 h 6858000"/>
              <a:gd name="connsiteX551" fmla="*/ 5754709 w 7467600"/>
              <a:gd name="connsiteY551" fmla="*/ 2071454 h 6858000"/>
              <a:gd name="connsiteX552" fmla="*/ 5763044 w 7467600"/>
              <a:gd name="connsiteY552" fmla="*/ 2842206 h 6858000"/>
              <a:gd name="connsiteX553" fmla="*/ 5764974 w 7467600"/>
              <a:gd name="connsiteY553" fmla="*/ 2799609 h 6858000"/>
              <a:gd name="connsiteX554" fmla="*/ 5767665 w 7467600"/>
              <a:gd name="connsiteY554" fmla="*/ 2666409 h 6858000"/>
              <a:gd name="connsiteX555" fmla="*/ 5763055 w 7467600"/>
              <a:gd name="connsiteY555" fmla="*/ 2579705 h 6858000"/>
              <a:gd name="connsiteX556" fmla="*/ 5758079 w 7467600"/>
              <a:gd name="connsiteY556" fmla="*/ 2492508 h 6858000"/>
              <a:gd name="connsiteX557" fmla="*/ 5779325 w 7467600"/>
              <a:gd name="connsiteY557" fmla="*/ 2197069 h 6858000"/>
              <a:gd name="connsiteX558" fmla="*/ 5798671 w 7467600"/>
              <a:gd name="connsiteY558" fmla="*/ 1981601 h 6858000"/>
              <a:gd name="connsiteX559" fmla="*/ 5829202 w 7467600"/>
              <a:gd name="connsiteY559" fmla="*/ 1971679 h 6858000"/>
              <a:gd name="connsiteX560" fmla="*/ 5809558 w 7467600"/>
              <a:gd name="connsiteY560" fmla="*/ 2198043 h 6858000"/>
              <a:gd name="connsiteX561" fmla="*/ 5788653 w 7467600"/>
              <a:gd name="connsiteY561" fmla="*/ 2489430 h 6858000"/>
              <a:gd name="connsiteX562" fmla="*/ 5793439 w 7467600"/>
              <a:gd name="connsiteY562" fmla="*/ 2575235 h 6858000"/>
              <a:gd name="connsiteX563" fmla="*/ 5796837 w 7467600"/>
              <a:gd name="connsiteY563" fmla="*/ 2637633 h 6858000"/>
              <a:gd name="connsiteX564" fmla="*/ 5818614 w 7467600"/>
              <a:gd name="connsiteY564" fmla="*/ 2473055 h 6858000"/>
              <a:gd name="connsiteX565" fmla="*/ 5829202 w 7467600"/>
              <a:gd name="connsiteY565" fmla="*/ 1971679 h 6858000"/>
              <a:gd name="connsiteX566" fmla="*/ 5911389 w 7467600"/>
              <a:gd name="connsiteY566" fmla="*/ 1898371 h 6858000"/>
              <a:gd name="connsiteX567" fmla="*/ 6237627 w 7467600"/>
              <a:gd name="connsiteY567" fmla="*/ 2231921 h 6858000"/>
              <a:gd name="connsiteX568" fmla="*/ 5911389 w 7467600"/>
              <a:gd name="connsiteY568" fmla="*/ 1898371 h 6858000"/>
              <a:gd name="connsiteX569" fmla="*/ 6944437 w 7467600"/>
              <a:gd name="connsiteY569" fmla="*/ 1575402 h 6858000"/>
              <a:gd name="connsiteX570" fmla="*/ 6304730 w 7467600"/>
              <a:gd name="connsiteY570" fmla="*/ 1766654 h 6858000"/>
              <a:gd name="connsiteX571" fmla="*/ 6944437 w 7467600"/>
              <a:gd name="connsiteY571" fmla="*/ 1575402 h 6858000"/>
              <a:gd name="connsiteX572" fmla="*/ 7019523 w 7467600"/>
              <a:gd name="connsiteY572" fmla="*/ 1519450 h 6858000"/>
              <a:gd name="connsiteX573" fmla="*/ 6298091 w 7467600"/>
              <a:gd name="connsiteY573" fmla="*/ 1737122 h 6858000"/>
              <a:gd name="connsiteX574" fmla="*/ 7019523 w 7467600"/>
              <a:gd name="connsiteY574" fmla="*/ 1519450 h 6858000"/>
              <a:gd name="connsiteX575" fmla="*/ 2399523 w 7467600"/>
              <a:gd name="connsiteY575" fmla="*/ 1428234 h 6858000"/>
              <a:gd name="connsiteX576" fmla="*/ 2224982 w 7467600"/>
              <a:gd name="connsiteY576" fmla="*/ 1826201 h 6858000"/>
              <a:gd name="connsiteX577" fmla="*/ 2096099 w 7467600"/>
              <a:gd name="connsiteY577" fmla="*/ 2345900 h 6858000"/>
              <a:gd name="connsiteX578" fmla="*/ 2283317 w 7467600"/>
              <a:gd name="connsiteY578" fmla="*/ 1796925 h 6858000"/>
              <a:gd name="connsiteX579" fmla="*/ 2399523 w 7467600"/>
              <a:gd name="connsiteY579" fmla="*/ 1428234 h 6858000"/>
              <a:gd name="connsiteX580" fmla="*/ 2448558 w 7467600"/>
              <a:gd name="connsiteY580" fmla="*/ 1373435 h 6858000"/>
              <a:gd name="connsiteX581" fmla="*/ 2312521 w 7467600"/>
              <a:gd name="connsiteY581" fmla="*/ 1806140 h 6858000"/>
              <a:gd name="connsiteX582" fmla="*/ 2127533 w 7467600"/>
              <a:gd name="connsiteY582" fmla="*/ 2348380 h 6858000"/>
              <a:gd name="connsiteX583" fmla="*/ 2358080 w 7467600"/>
              <a:gd name="connsiteY583" fmla="*/ 1866134 h 6858000"/>
              <a:gd name="connsiteX584" fmla="*/ 2407436 w 7467600"/>
              <a:gd name="connsiteY584" fmla="*/ 1651070 h 6858000"/>
              <a:gd name="connsiteX585" fmla="*/ 2448558 w 7467600"/>
              <a:gd name="connsiteY585" fmla="*/ 1373435 h 6858000"/>
              <a:gd name="connsiteX586" fmla="*/ 278707 w 7467600"/>
              <a:gd name="connsiteY586" fmla="*/ 1352270 h 6858000"/>
              <a:gd name="connsiteX587" fmla="*/ 321570 w 7467600"/>
              <a:gd name="connsiteY587" fmla="*/ 1861610 h 6858000"/>
              <a:gd name="connsiteX588" fmla="*/ 294281 w 7467600"/>
              <a:gd name="connsiteY588" fmla="*/ 1440658 h 6858000"/>
              <a:gd name="connsiteX589" fmla="*/ 278707 w 7467600"/>
              <a:gd name="connsiteY589" fmla="*/ 1352270 h 6858000"/>
              <a:gd name="connsiteX590" fmla="*/ 1423821 w 7467600"/>
              <a:gd name="connsiteY590" fmla="*/ 1351958 h 6858000"/>
              <a:gd name="connsiteX591" fmla="*/ 1638521 w 7467600"/>
              <a:gd name="connsiteY591" fmla="*/ 1908470 h 6858000"/>
              <a:gd name="connsiteX592" fmla="*/ 1754199 w 7467600"/>
              <a:gd name="connsiteY592" fmla="*/ 2149284 h 6858000"/>
              <a:gd name="connsiteX593" fmla="*/ 1908359 w 7467600"/>
              <a:gd name="connsiteY593" fmla="*/ 2364988 h 6858000"/>
              <a:gd name="connsiteX594" fmla="*/ 1647661 w 7467600"/>
              <a:gd name="connsiteY594" fmla="*/ 1825945 h 6858000"/>
              <a:gd name="connsiteX595" fmla="*/ 1423821 w 7467600"/>
              <a:gd name="connsiteY595" fmla="*/ 1351958 h 6858000"/>
              <a:gd name="connsiteX596" fmla="*/ 1431890 w 7467600"/>
              <a:gd name="connsiteY596" fmla="*/ 1306475 h 6858000"/>
              <a:gd name="connsiteX597" fmla="*/ 1507597 w 7467600"/>
              <a:gd name="connsiteY597" fmla="*/ 1446132 h 6858000"/>
              <a:gd name="connsiteX598" fmla="*/ 1674586 w 7467600"/>
              <a:gd name="connsiteY598" fmla="*/ 1813832 h 6858000"/>
              <a:gd name="connsiteX599" fmla="*/ 1815950 w 7467600"/>
              <a:gd name="connsiteY599" fmla="*/ 2128564 h 6858000"/>
              <a:gd name="connsiteX600" fmla="*/ 1984242 w 7467600"/>
              <a:gd name="connsiteY600" fmla="*/ 2430829 h 6858000"/>
              <a:gd name="connsiteX601" fmla="*/ 2014023 w 7467600"/>
              <a:gd name="connsiteY601" fmla="*/ 2450995 h 6858000"/>
              <a:gd name="connsiteX602" fmla="*/ 1747337 w 7467600"/>
              <a:gd name="connsiteY602" fmla="*/ 1855264 h 6858000"/>
              <a:gd name="connsiteX603" fmla="*/ 1533749 w 7467600"/>
              <a:gd name="connsiteY603" fmla="*/ 1478656 h 6858000"/>
              <a:gd name="connsiteX604" fmla="*/ 1431890 w 7467600"/>
              <a:gd name="connsiteY604" fmla="*/ 1306475 h 6858000"/>
              <a:gd name="connsiteX605" fmla="*/ 5052692 w 7467600"/>
              <a:gd name="connsiteY605" fmla="*/ 1292994 h 6858000"/>
              <a:gd name="connsiteX606" fmla="*/ 5200661 w 7467600"/>
              <a:gd name="connsiteY606" fmla="*/ 1635186 h 6858000"/>
              <a:gd name="connsiteX607" fmla="*/ 5297138 w 7467600"/>
              <a:gd name="connsiteY607" fmla="*/ 1906351 h 6858000"/>
              <a:gd name="connsiteX608" fmla="*/ 5052692 w 7467600"/>
              <a:gd name="connsiteY608" fmla="*/ 1292994 h 6858000"/>
              <a:gd name="connsiteX609" fmla="*/ 5009948 w 7467600"/>
              <a:gd name="connsiteY609" fmla="*/ 1273619 h 6858000"/>
              <a:gd name="connsiteX610" fmla="*/ 5121777 w 7467600"/>
              <a:gd name="connsiteY610" fmla="*/ 1654213 h 6858000"/>
              <a:gd name="connsiteX611" fmla="*/ 5293545 w 7467600"/>
              <a:gd name="connsiteY611" fmla="*/ 2072247 h 6858000"/>
              <a:gd name="connsiteX612" fmla="*/ 5294042 w 7467600"/>
              <a:gd name="connsiteY612" fmla="*/ 2065019 h 6858000"/>
              <a:gd name="connsiteX613" fmla="*/ 5171936 w 7467600"/>
              <a:gd name="connsiteY613" fmla="*/ 1647613 h 6858000"/>
              <a:gd name="connsiteX614" fmla="*/ 5009948 w 7467600"/>
              <a:gd name="connsiteY614" fmla="*/ 1273619 h 6858000"/>
              <a:gd name="connsiteX615" fmla="*/ 655236 w 7467600"/>
              <a:gd name="connsiteY615" fmla="*/ 1268632 h 6858000"/>
              <a:gd name="connsiteX616" fmla="*/ 839521 w 7467600"/>
              <a:gd name="connsiteY616" fmla="*/ 1685315 h 6858000"/>
              <a:gd name="connsiteX617" fmla="*/ 1109416 w 7467600"/>
              <a:gd name="connsiteY617" fmla="*/ 2061663 h 6858000"/>
              <a:gd name="connsiteX618" fmla="*/ 1298300 w 7467600"/>
              <a:gd name="connsiteY618" fmla="*/ 2247742 h 6858000"/>
              <a:gd name="connsiteX619" fmla="*/ 1125871 w 7467600"/>
              <a:gd name="connsiteY619" fmla="*/ 1989513 h 6858000"/>
              <a:gd name="connsiteX620" fmla="*/ 981574 w 7467600"/>
              <a:gd name="connsiteY620" fmla="*/ 1783157 h 6858000"/>
              <a:gd name="connsiteX621" fmla="*/ 922198 w 7467600"/>
              <a:gd name="connsiteY621" fmla="*/ 1677437 h 6858000"/>
              <a:gd name="connsiteX622" fmla="*/ 869293 w 7467600"/>
              <a:gd name="connsiteY622" fmla="*/ 1583214 h 6858000"/>
              <a:gd name="connsiteX623" fmla="*/ 751431 w 7467600"/>
              <a:gd name="connsiteY623" fmla="*/ 1405731 h 6858000"/>
              <a:gd name="connsiteX624" fmla="*/ 655236 w 7467600"/>
              <a:gd name="connsiteY624" fmla="*/ 1268632 h 6858000"/>
              <a:gd name="connsiteX625" fmla="*/ 6516292 w 7467600"/>
              <a:gd name="connsiteY625" fmla="*/ 1263064 h 6858000"/>
              <a:gd name="connsiteX626" fmla="*/ 5736320 w 7467600"/>
              <a:gd name="connsiteY626" fmla="*/ 1501803 h 6858000"/>
              <a:gd name="connsiteX627" fmla="*/ 6516292 w 7467600"/>
              <a:gd name="connsiteY627" fmla="*/ 1263064 h 6858000"/>
              <a:gd name="connsiteX628" fmla="*/ 291466 w 7467600"/>
              <a:gd name="connsiteY628" fmla="*/ 1250369 h 6858000"/>
              <a:gd name="connsiteX629" fmla="*/ 323180 w 7467600"/>
              <a:gd name="connsiteY629" fmla="*/ 1435283 h 6858000"/>
              <a:gd name="connsiteX630" fmla="*/ 349381 w 7467600"/>
              <a:gd name="connsiteY630" fmla="*/ 1875041 h 6858000"/>
              <a:gd name="connsiteX631" fmla="*/ 374363 w 7467600"/>
              <a:gd name="connsiteY631" fmla="*/ 1506494 h 6858000"/>
              <a:gd name="connsiteX632" fmla="*/ 302168 w 7467600"/>
              <a:gd name="connsiteY632" fmla="*/ 1274495 h 6858000"/>
              <a:gd name="connsiteX633" fmla="*/ 291466 w 7467600"/>
              <a:gd name="connsiteY633" fmla="*/ 1250369 h 6858000"/>
              <a:gd name="connsiteX634" fmla="*/ 678222 w 7467600"/>
              <a:gd name="connsiteY634" fmla="*/ 1248670 h 6858000"/>
              <a:gd name="connsiteX635" fmla="*/ 775536 w 7467600"/>
              <a:gd name="connsiteY635" fmla="*/ 1388015 h 6858000"/>
              <a:gd name="connsiteX636" fmla="*/ 894529 w 7467600"/>
              <a:gd name="connsiteY636" fmla="*/ 1567739 h 6858000"/>
              <a:gd name="connsiteX637" fmla="*/ 948000 w 7467600"/>
              <a:gd name="connsiteY637" fmla="*/ 1663088 h 6858000"/>
              <a:gd name="connsiteX638" fmla="*/ 1006812 w 7467600"/>
              <a:gd name="connsiteY638" fmla="*/ 1767683 h 6858000"/>
              <a:gd name="connsiteX639" fmla="*/ 1149133 w 7467600"/>
              <a:gd name="connsiteY639" fmla="*/ 1971513 h 6858000"/>
              <a:gd name="connsiteX640" fmla="*/ 1333952 w 7467600"/>
              <a:gd name="connsiteY640" fmla="*/ 2251620 h 6858000"/>
              <a:gd name="connsiteX641" fmla="*/ 1337329 w 7467600"/>
              <a:gd name="connsiteY641" fmla="*/ 2258350 h 6858000"/>
              <a:gd name="connsiteX642" fmla="*/ 1014726 w 7467600"/>
              <a:gd name="connsiteY642" fmla="*/ 1615556 h 6858000"/>
              <a:gd name="connsiteX643" fmla="*/ 678222 w 7467600"/>
              <a:gd name="connsiteY643" fmla="*/ 1248670 h 6858000"/>
              <a:gd name="connsiteX644" fmla="*/ 6691602 w 7467600"/>
              <a:gd name="connsiteY644" fmla="*/ 1140573 h 6858000"/>
              <a:gd name="connsiteX645" fmla="*/ 6571100 w 7467600"/>
              <a:gd name="connsiteY645" fmla="*/ 1183662 h 6858000"/>
              <a:gd name="connsiteX646" fmla="*/ 6241687 w 7467600"/>
              <a:gd name="connsiteY646" fmla="*/ 1257600 h 6858000"/>
              <a:gd name="connsiteX647" fmla="*/ 5693009 w 7467600"/>
              <a:gd name="connsiteY647" fmla="*/ 1478256 h 6858000"/>
              <a:gd name="connsiteX648" fmla="*/ 6548420 w 7467600"/>
              <a:gd name="connsiteY648" fmla="*/ 1214599 h 6858000"/>
              <a:gd name="connsiteX649" fmla="*/ 6605473 w 7467600"/>
              <a:gd name="connsiteY649" fmla="*/ 1184686 h 6858000"/>
              <a:gd name="connsiteX650" fmla="*/ 6691602 w 7467600"/>
              <a:gd name="connsiteY650" fmla="*/ 1140573 h 6858000"/>
              <a:gd name="connsiteX651" fmla="*/ 4002475 w 7467600"/>
              <a:gd name="connsiteY651" fmla="*/ 1037802 h 6858000"/>
              <a:gd name="connsiteX652" fmla="*/ 4000324 w 7467600"/>
              <a:gd name="connsiteY652" fmla="*/ 1039362 h 6858000"/>
              <a:gd name="connsiteX653" fmla="*/ 4002862 w 7467600"/>
              <a:gd name="connsiteY653" fmla="*/ 1042866 h 6858000"/>
              <a:gd name="connsiteX654" fmla="*/ 4002475 w 7467600"/>
              <a:gd name="connsiteY654" fmla="*/ 1037802 h 6858000"/>
              <a:gd name="connsiteX655" fmla="*/ 506322 w 7467600"/>
              <a:gd name="connsiteY655" fmla="*/ 1020997 h 6858000"/>
              <a:gd name="connsiteX656" fmla="*/ 533068 w 7467600"/>
              <a:gd name="connsiteY656" fmla="*/ 1029409 h 6858000"/>
              <a:gd name="connsiteX657" fmla="*/ 1232525 w 7467600"/>
              <a:gd name="connsiteY657" fmla="*/ 1804675 h 6858000"/>
              <a:gd name="connsiteX658" fmla="*/ 1388858 w 7467600"/>
              <a:gd name="connsiteY658" fmla="*/ 2368011 h 6858000"/>
              <a:gd name="connsiteX659" fmla="*/ 1384098 w 7467600"/>
              <a:gd name="connsiteY659" fmla="*/ 2378125 h 6858000"/>
              <a:gd name="connsiteX660" fmla="*/ 1425393 w 7467600"/>
              <a:gd name="connsiteY660" fmla="*/ 2589124 h 6858000"/>
              <a:gd name="connsiteX661" fmla="*/ 1424001 w 7467600"/>
              <a:gd name="connsiteY661" fmla="*/ 2597541 h 6858000"/>
              <a:gd name="connsiteX662" fmla="*/ 2152729 w 7467600"/>
              <a:gd name="connsiteY662" fmla="*/ 2864487 h 6858000"/>
              <a:gd name="connsiteX663" fmla="*/ 2020609 w 7467600"/>
              <a:gd name="connsiteY663" fmla="*/ 2539671 h 6858000"/>
              <a:gd name="connsiteX664" fmla="*/ 2018920 w 7467600"/>
              <a:gd name="connsiteY664" fmla="*/ 2536309 h 6858000"/>
              <a:gd name="connsiteX665" fmla="*/ 1342441 w 7467600"/>
              <a:gd name="connsiteY665" fmla="*/ 1173017 h 6858000"/>
              <a:gd name="connsiteX666" fmla="*/ 1367925 w 7467600"/>
              <a:gd name="connsiteY666" fmla="*/ 1135648 h 6858000"/>
              <a:gd name="connsiteX667" fmla="*/ 1771401 w 7467600"/>
              <a:gd name="connsiteY667" fmla="*/ 1806673 h 6858000"/>
              <a:gd name="connsiteX668" fmla="*/ 1972385 w 7467600"/>
              <a:gd name="connsiteY668" fmla="*/ 2198735 h 6858000"/>
              <a:gd name="connsiteX669" fmla="*/ 2040892 w 7467600"/>
              <a:gd name="connsiteY669" fmla="*/ 2405205 h 6858000"/>
              <a:gd name="connsiteX670" fmla="*/ 2131689 w 7467600"/>
              <a:gd name="connsiteY670" fmla="*/ 1936926 h 6858000"/>
              <a:gd name="connsiteX671" fmla="*/ 2454820 w 7467600"/>
              <a:gd name="connsiteY671" fmla="*/ 1248808 h 6858000"/>
              <a:gd name="connsiteX672" fmla="*/ 2492512 w 7467600"/>
              <a:gd name="connsiteY672" fmla="*/ 1302920 h 6858000"/>
              <a:gd name="connsiteX673" fmla="*/ 2081216 w 7467600"/>
              <a:gd name="connsiteY673" fmla="*/ 2527513 h 6858000"/>
              <a:gd name="connsiteX674" fmla="*/ 2081211 w 7467600"/>
              <a:gd name="connsiteY674" fmla="*/ 2528916 h 6858000"/>
              <a:gd name="connsiteX675" fmla="*/ 2199067 w 7467600"/>
              <a:gd name="connsiteY675" fmla="*/ 2884061 h 6858000"/>
              <a:gd name="connsiteX676" fmla="*/ 3192586 w 7467600"/>
              <a:gd name="connsiteY676" fmla="*/ 3411496 h 6858000"/>
              <a:gd name="connsiteX677" fmla="*/ 3182620 w 7467600"/>
              <a:gd name="connsiteY677" fmla="*/ 3483279 h 6858000"/>
              <a:gd name="connsiteX678" fmla="*/ 2435119 w 7467600"/>
              <a:gd name="connsiteY678" fmla="*/ 3080173 h 6858000"/>
              <a:gd name="connsiteX679" fmla="*/ 2410152 w 7467600"/>
              <a:gd name="connsiteY679" fmla="*/ 3063751 h 6858000"/>
              <a:gd name="connsiteX680" fmla="*/ 2408099 w 7467600"/>
              <a:gd name="connsiteY680" fmla="*/ 3064403 h 6858000"/>
              <a:gd name="connsiteX681" fmla="*/ 2407218 w 7467600"/>
              <a:gd name="connsiteY681" fmla="*/ 3070324 h 6858000"/>
              <a:gd name="connsiteX682" fmla="*/ 2380138 w 7467600"/>
              <a:gd name="connsiteY682" fmla="*/ 3099341 h 6858000"/>
              <a:gd name="connsiteX683" fmla="*/ 1765923 w 7467600"/>
              <a:gd name="connsiteY683" fmla="*/ 3581043 h 6858000"/>
              <a:gd name="connsiteX684" fmla="*/ 1702258 w 7467600"/>
              <a:gd name="connsiteY684" fmla="*/ 3612286 h 6858000"/>
              <a:gd name="connsiteX685" fmla="*/ 1538370 w 7467600"/>
              <a:gd name="connsiteY685" fmla="*/ 3811804 h 6858000"/>
              <a:gd name="connsiteX686" fmla="*/ 542867 w 7467600"/>
              <a:gd name="connsiteY686" fmla="*/ 4944092 h 6858000"/>
              <a:gd name="connsiteX687" fmla="*/ 515800 w 7467600"/>
              <a:gd name="connsiteY687" fmla="*/ 4862180 h 6858000"/>
              <a:gd name="connsiteX688" fmla="*/ 909145 w 7467600"/>
              <a:gd name="connsiteY688" fmla="*/ 4199225 h 6858000"/>
              <a:gd name="connsiteX689" fmla="*/ 1214067 w 7467600"/>
              <a:gd name="connsiteY689" fmla="*/ 3908561 h 6858000"/>
              <a:gd name="connsiteX690" fmla="*/ 640967 w 7467600"/>
              <a:gd name="connsiteY690" fmla="*/ 4105601 h 6858000"/>
              <a:gd name="connsiteX691" fmla="*/ 112563 w 7467600"/>
              <a:gd name="connsiteY691" fmla="*/ 4396952 h 6858000"/>
              <a:gd name="connsiteX692" fmla="*/ 0 w 7467600"/>
              <a:gd name="connsiteY692" fmla="*/ 4466006 h 6858000"/>
              <a:gd name="connsiteX693" fmla="*/ 0 w 7467600"/>
              <a:gd name="connsiteY693" fmla="*/ 4233763 h 6858000"/>
              <a:gd name="connsiteX694" fmla="*/ 36881 w 7467600"/>
              <a:gd name="connsiteY694" fmla="*/ 4200118 h 6858000"/>
              <a:gd name="connsiteX695" fmla="*/ 910534 w 7467600"/>
              <a:gd name="connsiteY695" fmla="*/ 3629753 h 6858000"/>
              <a:gd name="connsiteX696" fmla="*/ 1578717 w 7467600"/>
              <a:gd name="connsiteY696" fmla="*/ 3575982 h 6858000"/>
              <a:gd name="connsiteX697" fmla="*/ 2338780 w 7467600"/>
              <a:gd name="connsiteY697" fmla="*/ 3033725 h 6858000"/>
              <a:gd name="connsiteX698" fmla="*/ 1807991 w 7467600"/>
              <a:gd name="connsiteY698" fmla="*/ 2807184 h 6858000"/>
              <a:gd name="connsiteX699" fmla="*/ 1416358 w 7467600"/>
              <a:gd name="connsiteY699" fmla="*/ 3112571 h 6858000"/>
              <a:gd name="connsiteX700" fmla="*/ 939066 w 7467600"/>
              <a:gd name="connsiteY700" fmla="*/ 3378798 h 6858000"/>
              <a:gd name="connsiteX701" fmla="*/ 115099 w 7467600"/>
              <a:gd name="connsiteY701" fmla="*/ 3607650 h 6858000"/>
              <a:gd name="connsiteX702" fmla="*/ 97284 w 7467600"/>
              <a:gd name="connsiteY702" fmla="*/ 3520393 h 6858000"/>
              <a:gd name="connsiteX703" fmla="*/ 922050 w 7467600"/>
              <a:gd name="connsiteY703" fmla="*/ 3074867 h 6858000"/>
              <a:gd name="connsiteX704" fmla="*/ 1405265 w 7467600"/>
              <a:gd name="connsiteY704" fmla="*/ 3016319 h 6858000"/>
              <a:gd name="connsiteX705" fmla="*/ 1407512 w 7467600"/>
              <a:gd name="connsiteY705" fmla="*/ 3018001 h 6858000"/>
              <a:gd name="connsiteX706" fmla="*/ 1726266 w 7467600"/>
              <a:gd name="connsiteY706" fmla="*/ 2777274 h 6858000"/>
              <a:gd name="connsiteX707" fmla="*/ 625390 w 7467600"/>
              <a:gd name="connsiteY707" fmla="*/ 2514541 h 6858000"/>
              <a:gd name="connsiteX708" fmla="*/ 619799 w 7467600"/>
              <a:gd name="connsiteY708" fmla="*/ 2527180 h 6858000"/>
              <a:gd name="connsiteX709" fmla="*/ 310030 w 7467600"/>
              <a:gd name="connsiteY709" fmla="*/ 2771818 h 6858000"/>
              <a:gd name="connsiteX710" fmla="*/ 173877 w 7467600"/>
              <a:gd name="connsiteY710" fmla="*/ 2937056 h 6858000"/>
              <a:gd name="connsiteX711" fmla="*/ 77889 w 7467600"/>
              <a:gd name="connsiteY711" fmla="*/ 3138440 h 6858000"/>
              <a:gd name="connsiteX712" fmla="*/ 0 w 7467600"/>
              <a:gd name="connsiteY712" fmla="*/ 3271395 h 6858000"/>
              <a:gd name="connsiteX713" fmla="*/ 0 w 7467600"/>
              <a:gd name="connsiteY713" fmla="*/ 3153002 h 6858000"/>
              <a:gd name="connsiteX714" fmla="*/ 2386 w 7467600"/>
              <a:gd name="connsiteY714" fmla="*/ 3149203 h 6858000"/>
              <a:gd name="connsiteX715" fmla="*/ 89753 w 7467600"/>
              <a:gd name="connsiteY715" fmla="*/ 2987702 h 6858000"/>
              <a:gd name="connsiteX716" fmla="*/ 76869 w 7467600"/>
              <a:gd name="connsiteY716" fmla="*/ 3005404 h 6858000"/>
              <a:gd name="connsiteX717" fmla="*/ 32049 w 7467600"/>
              <a:gd name="connsiteY717" fmla="*/ 3065814 h 6858000"/>
              <a:gd name="connsiteX718" fmla="*/ 0 w 7467600"/>
              <a:gd name="connsiteY718" fmla="*/ 3108744 h 6858000"/>
              <a:gd name="connsiteX719" fmla="*/ 0 w 7467600"/>
              <a:gd name="connsiteY719" fmla="*/ 3058059 h 6858000"/>
              <a:gd name="connsiteX720" fmla="*/ 7610 w 7467600"/>
              <a:gd name="connsiteY720" fmla="*/ 3047889 h 6858000"/>
              <a:gd name="connsiteX721" fmla="*/ 52419 w 7467600"/>
              <a:gd name="connsiteY721" fmla="*/ 2987479 h 6858000"/>
              <a:gd name="connsiteX722" fmla="*/ 59142 w 7467600"/>
              <a:gd name="connsiteY722" fmla="*/ 2978488 h 6858000"/>
              <a:gd name="connsiteX723" fmla="*/ 0 w 7467600"/>
              <a:gd name="connsiteY723" fmla="*/ 3015334 h 6858000"/>
              <a:gd name="connsiteX724" fmla="*/ 0 w 7467600"/>
              <a:gd name="connsiteY724" fmla="*/ 2914286 h 6858000"/>
              <a:gd name="connsiteX725" fmla="*/ 36383 w 7467600"/>
              <a:gd name="connsiteY725" fmla="*/ 2901128 h 6858000"/>
              <a:gd name="connsiteX726" fmla="*/ 156329 w 7467600"/>
              <a:gd name="connsiteY726" fmla="*/ 2840533 h 6858000"/>
              <a:gd name="connsiteX727" fmla="*/ 358355 w 7467600"/>
              <a:gd name="connsiteY727" fmla="*/ 2620471 h 6858000"/>
              <a:gd name="connsiteX728" fmla="*/ 510577 w 7467600"/>
              <a:gd name="connsiteY728" fmla="*/ 2501244 h 6858000"/>
              <a:gd name="connsiteX729" fmla="*/ 211967 w 7467600"/>
              <a:gd name="connsiteY729" fmla="*/ 2479171 h 6858000"/>
              <a:gd name="connsiteX730" fmla="*/ 0 w 7467600"/>
              <a:gd name="connsiteY730" fmla="*/ 2476398 h 6858000"/>
              <a:gd name="connsiteX731" fmla="*/ 0 w 7467600"/>
              <a:gd name="connsiteY731" fmla="*/ 2389189 h 6858000"/>
              <a:gd name="connsiteX732" fmla="*/ 103062 w 7467600"/>
              <a:gd name="connsiteY732" fmla="*/ 2389518 h 6858000"/>
              <a:gd name="connsiteX733" fmla="*/ 510734 w 7467600"/>
              <a:gd name="connsiteY733" fmla="*/ 2416201 h 6858000"/>
              <a:gd name="connsiteX734" fmla="*/ 279257 w 7467600"/>
              <a:gd name="connsiteY734" fmla="*/ 2092102 h 6858000"/>
              <a:gd name="connsiteX735" fmla="*/ 65265 w 7467600"/>
              <a:gd name="connsiteY735" fmla="*/ 2006049 h 6858000"/>
              <a:gd name="connsiteX736" fmla="*/ 0 w 7467600"/>
              <a:gd name="connsiteY736" fmla="*/ 1982532 h 6858000"/>
              <a:gd name="connsiteX737" fmla="*/ 0 w 7467600"/>
              <a:gd name="connsiteY737" fmla="*/ 1912789 h 6858000"/>
              <a:gd name="connsiteX738" fmla="*/ 97460 w 7467600"/>
              <a:gd name="connsiteY738" fmla="*/ 1953725 h 6858000"/>
              <a:gd name="connsiteX739" fmla="*/ 221272 w 7467600"/>
              <a:gd name="connsiteY739" fmla="*/ 1980766 h 6858000"/>
              <a:gd name="connsiteX740" fmla="*/ 116765 w 7467600"/>
              <a:gd name="connsiteY740" fmla="*/ 1911033 h 6858000"/>
              <a:gd name="connsiteX741" fmla="*/ 16405 w 7467600"/>
              <a:gd name="connsiteY741" fmla="*/ 1803412 h 6858000"/>
              <a:gd name="connsiteX742" fmla="*/ 0 w 7467600"/>
              <a:gd name="connsiteY742" fmla="*/ 1784777 h 6858000"/>
              <a:gd name="connsiteX743" fmla="*/ 0 w 7467600"/>
              <a:gd name="connsiteY743" fmla="*/ 1740082 h 6858000"/>
              <a:gd name="connsiteX744" fmla="*/ 39394 w 7467600"/>
              <a:gd name="connsiteY744" fmla="*/ 1784856 h 6858000"/>
              <a:gd name="connsiteX745" fmla="*/ 135813 w 7467600"/>
              <a:gd name="connsiteY745" fmla="*/ 1888838 h 6858000"/>
              <a:gd name="connsiteX746" fmla="*/ 242575 w 7467600"/>
              <a:gd name="connsiteY746" fmla="*/ 1958841 h 6858000"/>
              <a:gd name="connsiteX747" fmla="*/ 82197 w 7467600"/>
              <a:gd name="connsiteY747" fmla="*/ 1754826 h 6858000"/>
              <a:gd name="connsiteX748" fmla="*/ 0 w 7467600"/>
              <a:gd name="connsiteY748" fmla="*/ 1679650 h 6858000"/>
              <a:gd name="connsiteX749" fmla="*/ 0 w 7467600"/>
              <a:gd name="connsiteY749" fmla="*/ 1602463 h 6858000"/>
              <a:gd name="connsiteX750" fmla="*/ 84689 w 7467600"/>
              <a:gd name="connsiteY750" fmla="*/ 1677442 h 6858000"/>
              <a:gd name="connsiteX751" fmla="*/ 298437 w 7467600"/>
              <a:gd name="connsiteY751" fmla="*/ 1968019 h 6858000"/>
              <a:gd name="connsiteX752" fmla="*/ 227269 w 7467600"/>
              <a:gd name="connsiteY752" fmla="*/ 1114064 h 6858000"/>
              <a:gd name="connsiteX753" fmla="*/ 248003 w 7467600"/>
              <a:gd name="connsiteY753" fmla="*/ 1089613 h 6858000"/>
              <a:gd name="connsiteX754" fmla="*/ 427020 w 7467600"/>
              <a:gd name="connsiteY754" fmla="*/ 1619803 h 6858000"/>
              <a:gd name="connsiteX755" fmla="*/ 340345 w 7467600"/>
              <a:gd name="connsiteY755" fmla="*/ 2027739 h 6858000"/>
              <a:gd name="connsiteX756" fmla="*/ 360865 w 7467600"/>
              <a:gd name="connsiteY756" fmla="*/ 2044827 h 6858000"/>
              <a:gd name="connsiteX757" fmla="*/ 560414 w 7467600"/>
              <a:gd name="connsiteY757" fmla="*/ 2421457 h 6858000"/>
              <a:gd name="connsiteX758" fmla="*/ 1359703 w 7467600"/>
              <a:gd name="connsiteY758" fmla="*/ 2578554 h 6858000"/>
              <a:gd name="connsiteX759" fmla="*/ 1359422 w 7467600"/>
              <a:gd name="connsiteY759" fmla="*/ 2577994 h 6858000"/>
              <a:gd name="connsiteX760" fmla="*/ 828701 w 7467600"/>
              <a:gd name="connsiteY760" fmla="*/ 1839520 h 6858000"/>
              <a:gd name="connsiteX761" fmla="*/ 494427 w 7467600"/>
              <a:gd name="connsiteY761" fmla="*/ 1092333 h 6858000"/>
              <a:gd name="connsiteX762" fmla="*/ 506322 w 7467600"/>
              <a:gd name="connsiteY762" fmla="*/ 1020997 h 6858000"/>
              <a:gd name="connsiteX763" fmla="*/ 4570198 w 7467600"/>
              <a:gd name="connsiteY763" fmla="*/ 978081 h 6858000"/>
              <a:gd name="connsiteX764" fmla="*/ 4523691 w 7467600"/>
              <a:gd name="connsiteY764" fmla="*/ 1127776 h 6858000"/>
              <a:gd name="connsiteX765" fmla="*/ 4509875 w 7467600"/>
              <a:gd name="connsiteY765" fmla="*/ 1167552 h 6858000"/>
              <a:gd name="connsiteX766" fmla="*/ 4478168 w 7467600"/>
              <a:gd name="connsiteY766" fmla="*/ 1260735 h 6858000"/>
              <a:gd name="connsiteX767" fmla="*/ 4409309 w 7467600"/>
              <a:gd name="connsiteY767" fmla="*/ 1666996 h 6858000"/>
              <a:gd name="connsiteX768" fmla="*/ 4370031 w 7467600"/>
              <a:gd name="connsiteY768" fmla="*/ 1955666 h 6858000"/>
              <a:gd name="connsiteX769" fmla="*/ 4570198 w 7467600"/>
              <a:gd name="connsiteY769" fmla="*/ 978081 h 6858000"/>
              <a:gd name="connsiteX770" fmla="*/ 4557898 w 7467600"/>
              <a:gd name="connsiteY770" fmla="*/ 900011 h 6858000"/>
              <a:gd name="connsiteX771" fmla="*/ 4344840 w 7467600"/>
              <a:gd name="connsiteY771" fmla="*/ 1922038 h 6858000"/>
              <a:gd name="connsiteX772" fmla="*/ 4378710 w 7467600"/>
              <a:gd name="connsiteY772" fmla="*/ 1665516 h 6858000"/>
              <a:gd name="connsiteX773" fmla="*/ 4448798 w 7467600"/>
              <a:gd name="connsiteY773" fmla="*/ 1253024 h 6858000"/>
              <a:gd name="connsiteX774" fmla="*/ 4480315 w 7467600"/>
              <a:gd name="connsiteY774" fmla="*/ 1158454 h 6858000"/>
              <a:gd name="connsiteX775" fmla="*/ 4494133 w 7467600"/>
              <a:gd name="connsiteY775" fmla="*/ 1118676 h 6858000"/>
              <a:gd name="connsiteX776" fmla="*/ 4557898 w 7467600"/>
              <a:gd name="connsiteY776" fmla="*/ 900011 h 6858000"/>
              <a:gd name="connsiteX777" fmla="*/ 5870151 w 7467600"/>
              <a:gd name="connsiteY777" fmla="*/ 898890 h 6858000"/>
              <a:gd name="connsiteX778" fmla="*/ 5861335 w 7467600"/>
              <a:gd name="connsiteY778" fmla="*/ 899177 h 6858000"/>
              <a:gd name="connsiteX779" fmla="*/ 5843702 w 7467600"/>
              <a:gd name="connsiteY779" fmla="*/ 899748 h 6858000"/>
              <a:gd name="connsiteX780" fmla="*/ 5651107 w 7467600"/>
              <a:gd name="connsiteY780" fmla="*/ 920306 h 6858000"/>
              <a:gd name="connsiteX781" fmla="*/ 5459407 w 7467600"/>
              <a:gd name="connsiteY781" fmla="*/ 940975 h 6858000"/>
              <a:gd name="connsiteX782" fmla="*/ 5374846 w 7467600"/>
              <a:gd name="connsiteY782" fmla="*/ 941988 h 6858000"/>
              <a:gd name="connsiteX783" fmla="*/ 5256105 w 7467600"/>
              <a:gd name="connsiteY783" fmla="*/ 945632 h 6858000"/>
              <a:gd name="connsiteX784" fmla="*/ 5107071 w 7467600"/>
              <a:gd name="connsiteY784" fmla="*/ 969720 h 6858000"/>
              <a:gd name="connsiteX785" fmla="*/ 4998681 w 7467600"/>
              <a:gd name="connsiteY785" fmla="*/ 988771 h 6858000"/>
              <a:gd name="connsiteX786" fmla="*/ 5870151 w 7467600"/>
              <a:gd name="connsiteY786" fmla="*/ 898890 h 6858000"/>
              <a:gd name="connsiteX787" fmla="*/ 5504425 w 7467600"/>
              <a:gd name="connsiteY787" fmla="*/ 848067 h 6858000"/>
              <a:gd name="connsiteX788" fmla="*/ 4968849 w 7467600"/>
              <a:gd name="connsiteY788" fmla="*/ 962318 h 6858000"/>
              <a:gd name="connsiteX789" fmla="*/ 5104039 w 7467600"/>
              <a:gd name="connsiteY789" fmla="*/ 940634 h 6858000"/>
              <a:gd name="connsiteX790" fmla="*/ 5256311 w 7467600"/>
              <a:gd name="connsiteY790" fmla="*/ 916490 h 6858000"/>
              <a:gd name="connsiteX791" fmla="*/ 5377381 w 7467600"/>
              <a:gd name="connsiteY791" fmla="*/ 912671 h 6858000"/>
              <a:gd name="connsiteX792" fmla="*/ 5460148 w 7467600"/>
              <a:gd name="connsiteY792" fmla="*/ 911442 h 6858000"/>
              <a:gd name="connsiteX793" fmla="*/ 5648971 w 7467600"/>
              <a:gd name="connsiteY793" fmla="*/ 891331 h 6858000"/>
              <a:gd name="connsiteX794" fmla="*/ 5844807 w 7467600"/>
              <a:gd name="connsiteY794" fmla="*/ 870718 h 6858000"/>
              <a:gd name="connsiteX795" fmla="*/ 5862975 w 7467600"/>
              <a:gd name="connsiteY795" fmla="*/ 869756 h 6858000"/>
              <a:gd name="connsiteX796" fmla="*/ 5920887 w 7467600"/>
              <a:gd name="connsiteY796" fmla="*/ 865929 h 6858000"/>
              <a:gd name="connsiteX797" fmla="*/ 5504425 w 7467600"/>
              <a:gd name="connsiteY797" fmla="*/ 848067 h 6858000"/>
              <a:gd name="connsiteX798" fmla="*/ 3607114 w 7467600"/>
              <a:gd name="connsiteY798" fmla="*/ 467441 h 6858000"/>
              <a:gd name="connsiteX799" fmla="*/ 3296242 w 7467600"/>
              <a:gd name="connsiteY799" fmla="*/ 807991 h 6858000"/>
              <a:gd name="connsiteX800" fmla="*/ 3174674 w 7467600"/>
              <a:gd name="connsiteY800" fmla="*/ 919759 h 6858000"/>
              <a:gd name="connsiteX801" fmla="*/ 3042978 w 7467600"/>
              <a:gd name="connsiteY801" fmla="*/ 1054894 h 6858000"/>
              <a:gd name="connsiteX802" fmla="*/ 2968914 w 7467600"/>
              <a:gd name="connsiteY802" fmla="*/ 1133756 h 6858000"/>
              <a:gd name="connsiteX803" fmla="*/ 3103823 w 7467600"/>
              <a:gd name="connsiteY803" fmla="*/ 1026814 h 6858000"/>
              <a:gd name="connsiteX804" fmla="*/ 3607114 w 7467600"/>
              <a:gd name="connsiteY804" fmla="*/ 467441 h 6858000"/>
              <a:gd name="connsiteX805" fmla="*/ 3744487 w 7467600"/>
              <a:gd name="connsiteY805" fmla="*/ 383136 h 6858000"/>
              <a:gd name="connsiteX806" fmla="*/ 3970213 w 7467600"/>
              <a:gd name="connsiteY806" fmla="*/ 995559 h 6858000"/>
              <a:gd name="connsiteX807" fmla="*/ 3744487 w 7467600"/>
              <a:gd name="connsiteY807" fmla="*/ 383136 h 6858000"/>
              <a:gd name="connsiteX808" fmla="*/ 3624562 w 7467600"/>
              <a:gd name="connsiteY808" fmla="*/ 367041 h 6858000"/>
              <a:gd name="connsiteX809" fmla="*/ 3489712 w 7467600"/>
              <a:gd name="connsiteY809" fmla="*/ 485386 h 6858000"/>
              <a:gd name="connsiteX810" fmla="*/ 3182994 w 7467600"/>
              <a:gd name="connsiteY810" fmla="*/ 828265 h 6858000"/>
              <a:gd name="connsiteX811" fmla="*/ 2892114 w 7467600"/>
              <a:gd name="connsiteY811" fmla="*/ 1172635 h 6858000"/>
              <a:gd name="connsiteX812" fmla="*/ 3021459 w 7467600"/>
              <a:gd name="connsiteY812" fmla="*/ 1035385 h 6858000"/>
              <a:gd name="connsiteX813" fmla="*/ 3153873 w 7467600"/>
              <a:gd name="connsiteY813" fmla="*/ 898971 h 6858000"/>
              <a:gd name="connsiteX814" fmla="*/ 3276511 w 7467600"/>
              <a:gd name="connsiteY814" fmla="*/ 786423 h 6858000"/>
              <a:gd name="connsiteX815" fmla="*/ 3584154 w 7467600"/>
              <a:gd name="connsiteY815" fmla="*/ 448218 h 6858000"/>
              <a:gd name="connsiteX816" fmla="*/ 3624562 w 7467600"/>
              <a:gd name="connsiteY816" fmla="*/ 367041 h 6858000"/>
              <a:gd name="connsiteX817" fmla="*/ 3766672 w 7467600"/>
              <a:gd name="connsiteY817" fmla="*/ 359429 h 6858000"/>
              <a:gd name="connsiteX818" fmla="*/ 3996338 w 7467600"/>
              <a:gd name="connsiteY818" fmla="*/ 968237 h 6858000"/>
              <a:gd name="connsiteX819" fmla="*/ 3766672 w 7467600"/>
              <a:gd name="connsiteY819" fmla="*/ 359429 h 6858000"/>
              <a:gd name="connsiteX820" fmla="*/ 5805386 w 7467600"/>
              <a:gd name="connsiteY820" fmla="*/ 239240 h 6858000"/>
              <a:gd name="connsiteX821" fmla="*/ 5736947 w 7467600"/>
              <a:gd name="connsiteY821" fmla="*/ 261367 h 6858000"/>
              <a:gd name="connsiteX822" fmla="*/ 5427012 w 7467600"/>
              <a:gd name="connsiteY822" fmla="*/ 311272 h 6858000"/>
              <a:gd name="connsiteX823" fmla="*/ 5147818 w 7467600"/>
              <a:gd name="connsiteY823" fmla="*/ 322112 h 6858000"/>
              <a:gd name="connsiteX824" fmla="*/ 5060854 w 7467600"/>
              <a:gd name="connsiteY824" fmla="*/ 311882 h 6858000"/>
              <a:gd name="connsiteX825" fmla="*/ 4945989 w 7467600"/>
              <a:gd name="connsiteY825" fmla="*/ 300516 h 6858000"/>
              <a:gd name="connsiteX826" fmla="*/ 5410479 w 7467600"/>
              <a:gd name="connsiteY826" fmla="*/ 348434 h 6858000"/>
              <a:gd name="connsiteX827" fmla="*/ 5805386 w 7467600"/>
              <a:gd name="connsiteY827" fmla="*/ 239240 h 6858000"/>
              <a:gd name="connsiteX828" fmla="*/ 5905192 w 7467600"/>
              <a:gd name="connsiteY828" fmla="*/ 163079 h 6858000"/>
              <a:gd name="connsiteX829" fmla="*/ 5865655 w 7467600"/>
              <a:gd name="connsiteY829" fmla="*/ 171901 h 6858000"/>
              <a:gd name="connsiteX830" fmla="*/ 5259740 w 7467600"/>
              <a:gd name="connsiteY830" fmla="*/ 257013 h 6858000"/>
              <a:gd name="connsiteX831" fmla="*/ 5208466 w 7467600"/>
              <a:gd name="connsiteY831" fmla="*/ 257550 h 6858000"/>
              <a:gd name="connsiteX832" fmla="*/ 4980204 w 7467600"/>
              <a:gd name="connsiteY832" fmla="*/ 271903 h 6858000"/>
              <a:gd name="connsiteX833" fmla="*/ 5068068 w 7467600"/>
              <a:gd name="connsiteY833" fmla="*/ 282244 h 6858000"/>
              <a:gd name="connsiteX834" fmla="*/ 5153231 w 7467600"/>
              <a:gd name="connsiteY834" fmla="*/ 292240 h 6858000"/>
              <a:gd name="connsiteX835" fmla="*/ 5426491 w 7467600"/>
              <a:gd name="connsiteY835" fmla="*/ 281128 h 6858000"/>
              <a:gd name="connsiteX836" fmla="*/ 5731212 w 7467600"/>
              <a:gd name="connsiteY836" fmla="*/ 231951 h 6858000"/>
              <a:gd name="connsiteX837" fmla="*/ 5905192 w 7467600"/>
              <a:gd name="connsiteY837" fmla="*/ 163079 h 6858000"/>
              <a:gd name="connsiteX838" fmla="*/ 5944437 w 7467600"/>
              <a:gd name="connsiteY838" fmla="*/ 113829 h 6858000"/>
              <a:gd name="connsiteX839" fmla="*/ 5825032 w 7467600"/>
              <a:gd name="connsiteY839" fmla="*/ 146405 h 6858000"/>
              <a:gd name="connsiteX840" fmla="*/ 4955599 w 7467600"/>
              <a:gd name="connsiteY840" fmla="*/ 247008 h 6858000"/>
              <a:gd name="connsiteX841" fmla="*/ 5210104 w 7467600"/>
              <a:gd name="connsiteY841" fmla="*/ 228123 h 6858000"/>
              <a:gd name="connsiteX842" fmla="*/ 5261015 w 7467600"/>
              <a:gd name="connsiteY842" fmla="*/ 227087 h 6858000"/>
              <a:gd name="connsiteX843" fmla="*/ 5861181 w 7467600"/>
              <a:gd name="connsiteY843" fmla="*/ 143093 h 6858000"/>
              <a:gd name="connsiteX844" fmla="*/ 5961252 w 7467600"/>
              <a:gd name="connsiteY844" fmla="*/ 114820 h 6858000"/>
              <a:gd name="connsiteX845" fmla="*/ 5944437 w 7467600"/>
              <a:gd name="connsiteY845" fmla="*/ 113829 h 6858000"/>
              <a:gd name="connsiteX846" fmla="*/ 3882765 w 7467600"/>
              <a:gd name="connsiteY846" fmla="*/ 0 h 6858000"/>
              <a:gd name="connsiteX847" fmla="*/ 3995099 w 7467600"/>
              <a:gd name="connsiteY847" fmla="*/ 0 h 6858000"/>
              <a:gd name="connsiteX848" fmla="*/ 4163818 w 7467600"/>
              <a:gd name="connsiteY848" fmla="*/ 234104 h 6858000"/>
              <a:gd name="connsiteX849" fmla="*/ 4172099 w 7467600"/>
              <a:gd name="connsiteY849" fmla="*/ 234207 h 6858000"/>
              <a:gd name="connsiteX850" fmla="*/ 4784282 w 7467600"/>
              <a:gd name="connsiteY850" fmla="*/ 276561 h 6858000"/>
              <a:gd name="connsiteX851" fmla="*/ 4801687 w 7467600"/>
              <a:gd name="connsiteY851" fmla="*/ 267764 h 6858000"/>
              <a:gd name="connsiteX852" fmla="*/ 6082788 w 7467600"/>
              <a:gd name="connsiteY852" fmla="*/ 64119 h 6858000"/>
              <a:gd name="connsiteX853" fmla="*/ 6099442 w 7467600"/>
              <a:gd name="connsiteY853" fmla="*/ 82568 h 6858000"/>
              <a:gd name="connsiteX854" fmla="*/ 4804137 w 7467600"/>
              <a:gd name="connsiteY854" fmla="*/ 320931 h 6858000"/>
              <a:gd name="connsiteX855" fmla="*/ 4227047 w 7467600"/>
              <a:gd name="connsiteY855" fmla="*/ 313415 h 6858000"/>
              <a:gd name="connsiteX856" fmla="*/ 4346041 w 7467600"/>
              <a:gd name="connsiteY856" fmla="*/ 456086 h 6858000"/>
              <a:gd name="connsiteX857" fmla="*/ 4870967 w 7467600"/>
              <a:gd name="connsiteY857" fmla="*/ 963061 h 6858000"/>
              <a:gd name="connsiteX858" fmla="*/ 4889647 w 7467600"/>
              <a:gd name="connsiteY858" fmla="*/ 957147 h 6858000"/>
              <a:gd name="connsiteX859" fmla="*/ 5422504 w 7467600"/>
              <a:gd name="connsiteY859" fmla="*/ 805191 h 6858000"/>
              <a:gd name="connsiteX860" fmla="*/ 6087656 w 7467600"/>
              <a:gd name="connsiteY860" fmla="*/ 826703 h 6858000"/>
              <a:gd name="connsiteX861" fmla="*/ 6058717 w 7467600"/>
              <a:gd name="connsiteY861" fmla="*/ 865992 h 6858000"/>
              <a:gd name="connsiteX862" fmla="*/ 4974153 w 7467600"/>
              <a:gd name="connsiteY862" fmla="*/ 1045456 h 6858000"/>
              <a:gd name="connsiteX863" fmla="*/ 5627835 w 7467600"/>
              <a:gd name="connsiteY863" fmla="*/ 1472077 h 6858000"/>
              <a:gd name="connsiteX864" fmla="*/ 5629817 w 7467600"/>
              <a:gd name="connsiteY864" fmla="*/ 1471412 h 6858000"/>
              <a:gd name="connsiteX865" fmla="*/ 5634124 w 7467600"/>
              <a:gd name="connsiteY865" fmla="*/ 1470572 h 6858000"/>
              <a:gd name="connsiteX866" fmla="*/ 5755832 w 7467600"/>
              <a:gd name="connsiteY866" fmla="*/ 1383886 h 6858000"/>
              <a:gd name="connsiteX867" fmla="*/ 6014186 w 7467600"/>
              <a:gd name="connsiteY867" fmla="*/ 1279799 h 6858000"/>
              <a:gd name="connsiteX868" fmla="*/ 6901619 w 7467600"/>
              <a:gd name="connsiteY868" fmla="*/ 1047874 h 6858000"/>
              <a:gd name="connsiteX869" fmla="*/ 6931566 w 7467600"/>
              <a:gd name="connsiteY869" fmla="*/ 1062034 h 6858000"/>
              <a:gd name="connsiteX870" fmla="*/ 5790982 w 7467600"/>
              <a:gd name="connsiteY870" fmla="*/ 1561380 h 6858000"/>
              <a:gd name="connsiteX871" fmla="*/ 6188971 w 7467600"/>
              <a:gd name="connsiteY871" fmla="*/ 1755168 h 6858000"/>
              <a:gd name="connsiteX872" fmla="*/ 6202446 w 7467600"/>
              <a:gd name="connsiteY872" fmla="*/ 1752268 h 6858000"/>
              <a:gd name="connsiteX873" fmla="*/ 7179560 w 7467600"/>
              <a:gd name="connsiteY873" fmla="*/ 1467551 h 6858000"/>
              <a:gd name="connsiteX874" fmla="*/ 7158730 w 7467600"/>
              <a:gd name="connsiteY874" fmla="*/ 1507835 h 6858000"/>
              <a:gd name="connsiteX875" fmla="*/ 6326959 w 7467600"/>
              <a:gd name="connsiteY875" fmla="*/ 1817686 h 6858000"/>
              <a:gd name="connsiteX876" fmla="*/ 6537433 w 7467600"/>
              <a:gd name="connsiteY876" fmla="*/ 1907790 h 6858000"/>
              <a:gd name="connsiteX877" fmla="*/ 6550221 w 7467600"/>
              <a:gd name="connsiteY877" fmla="*/ 1910729 h 6858000"/>
              <a:gd name="connsiteX878" fmla="*/ 6964438 w 7467600"/>
              <a:gd name="connsiteY878" fmla="*/ 2209505 h 6858000"/>
              <a:gd name="connsiteX879" fmla="*/ 7367862 w 7467600"/>
              <a:gd name="connsiteY879" fmla="*/ 2806833 h 6858000"/>
              <a:gd name="connsiteX880" fmla="*/ 7364329 w 7467600"/>
              <a:gd name="connsiteY880" fmla="*/ 2826907 h 6858000"/>
              <a:gd name="connsiteX881" fmla="*/ 7290545 w 7467600"/>
              <a:gd name="connsiteY881" fmla="*/ 2850663 h 6858000"/>
              <a:gd name="connsiteX882" fmla="*/ 6472036 w 7467600"/>
              <a:gd name="connsiteY882" fmla="*/ 1959003 h 6858000"/>
              <a:gd name="connsiteX883" fmla="*/ 5792897 w 7467600"/>
              <a:gd name="connsiteY883" fmla="*/ 1647747 h 6858000"/>
              <a:gd name="connsiteX884" fmla="*/ 5842751 w 7467600"/>
              <a:gd name="connsiteY884" fmla="*/ 1816112 h 6858000"/>
              <a:gd name="connsiteX885" fmla="*/ 5847424 w 7467600"/>
              <a:gd name="connsiteY885" fmla="*/ 1815776 h 6858000"/>
              <a:gd name="connsiteX886" fmla="*/ 6399821 w 7467600"/>
              <a:gd name="connsiteY886" fmla="*/ 2344799 h 6858000"/>
              <a:gd name="connsiteX887" fmla="*/ 6323232 w 7467600"/>
              <a:gd name="connsiteY887" fmla="*/ 2389634 h 6858000"/>
              <a:gd name="connsiteX888" fmla="*/ 5942958 w 7467600"/>
              <a:gd name="connsiteY888" fmla="*/ 2077708 h 6858000"/>
              <a:gd name="connsiteX889" fmla="*/ 5921559 w 7467600"/>
              <a:gd name="connsiteY889" fmla="*/ 2378596 h 6858000"/>
              <a:gd name="connsiteX890" fmla="*/ 5817651 w 7467600"/>
              <a:gd name="connsiteY890" fmla="*/ 3023919 h 6858000"/>
              <a:gd name="connsiteX891" fmla="*/ 5729634 w 7467600"/>
              <a:gd name="connsiteY891" fmla="*/ 3051849 h 6858000"/>
              <a:gd name="connsiteX892" fmla="*/ 5611018 w 7467600"/>
              <a:gd name="connsiteY892" fmla="*/ 2316769 h 6858000"/>
              <a:gd name="connsiteX893" fmla="*/ 5687608 w 7467600"/>
              <a:gd name="connsiteY893" fmla="*/ 2039972 h 6858000"/>
              <a:gd name="connsiteX894" fmla="*/ 5657554 w 7467600"/>
              <a:gd name="connsiteY894" fmla="*/ 1576445 h 6858000"/>
              <a:gd name="connsiteX895" fmla="*/ 5150475 w 7467600"/>
              <a:gd name="connsiteY895" fmla="*/ 1274012 h 6858000"/>
              <a:gd name="connsiteX896" fmla="*/ 5349142 w 7467600"/>
              <a:gd name="connsiteY896" fmla="*/ 2204405 h 6858000"/>
              <a:gd name="connsiteX897" fmla="*/ 5262214 w 7467600"/>
              <a:gd name="connsiteY897" fmla="*/ 2233836 h 6858000"/>
              <a:gd name="connsiteX898" fmla="*/ 4981539 w 7467600"/>
              <a:gd name="connsiteY898" fmla="*/ 1542201 h 6858000"/>
              <a:gd name="connsiteX899" fmla="*/ 4958461 w 7467600"/>
              <a:gd name="connsiteY899" fmla="*/ 1136957 h 6858000"/>
              <a:gd name="connsiteX900" fmla="*/ 4655015 w 7467600"/>
              <a:gd name="connsiteY900" fmla="*/ 891426 h 6858000"/>
              <a:gd name="connsiteX901" fmla="*/ 4348002 w 7467600"/>
              <a:gd name="connsiteY901" fmla="*/ 2205895 h 6858000"/>
              <a:gd name="connsiteX902" fmla="*/ 4262250 w 7467600"/>
              <a:gd name="connsiteY902" fmla="*/ 2219972 h 6858000"/>
              <a:gd name="connsiteX903" fmla="*/ 4550611 w 7467600"/>
              <a:gd name="connsiteY903" fmla="*/ 817540 h 6858000"/>
              <a:gd name="connsiteX904" fmla="*/ 4564418 w 7467600"/>
              <a:gd name="connsiteY904" fmla="*/ 808293 h 6858000"/>
              <a:gd name="connsiteX905" fmla="*/ 4266388 w 7467600"/>
              <a:gd name="connsiteY905" fmla="*/ 500083 h 6858000"/>
              <a:gd name="connsiteX906" fmla="*/ 4032842 w 7467600"/>
              <a:gd name="connsiteY906" fmla="*/ 211809 h 6858000"/>
              <a:gd name="connsiteX907" fmla="*/ 3882765 w 7467600"/>
              <a:gd name="connsiteY907" fmla="*/ 0 h 6858000"/>
              <a:gd name="connsiteX908" fmla="*/ 3721337 w 7467600"/>
              <a:gd name="connsiteY908" fmla="*/ 0 h 6858000"/>
              <a:gd name="connsiteX909" fmla="*/ 3797544 w 7467600"/>
              <a:gd name="connsiteY909" fmla="*/ 0 h 6858000"/>
              <a:gd name="connsiteX910" fmla="*/ 3775734 w 7467600"/>
              <a:gd name="connsiteY910" fmla="*/ 95131 h 6858000"/>
              <a:gd name="connsiteX911" fmla="*/ 3724807 w 7467600"/>
              <a:gd name="connsiteY911" fmla="*/ 272257 h 6858000"/>
              <a:gd name="connsiteX912" fmla="*/ 3726844 w 7467600"/>
              <a:gd name="connsiteY912" fmla="*/ 282988 h 6858000"/>
              <a:gd name="connsiteX913" fmla="*/ 3742664 w 7467600"/>
              <a:gd name="connsiteY913" fmla="*/ 279918 h 6858000"/>
              <a:gd name="connsiteX914" fmla="*/ 4103910 w 7467600"/>
              <a:gd name="connsiteY914" fmla="*/ 1161917 h 6858000"/>
              <a:gd name="connsiteX915" fmla="*/ 4020269 w 7467600"/>
              <a:gd name="connsiteY915" fmla="*/ 1200406 h 6858000"/>
              <a:gd name="connsiteX916" fmla="*/ 3674882 w 7467600"/>
              <a:gd name="connsiteY916" fmla="*/ 488524 h 6858000"/>
              <a:gd name="connsiteX917" fmla="*/ 3132682 w 7467600"/>
              <a:gd name="connsiteY917" fmla="*/ 1072284 h 6858000"/>
              <a:gd name="connsiteX918" fmla="*/ 2716346 w 7467600"/>
              <a:gd name="connsiteY918" fmla="*/ 1276376 h 6858000"/>
              <a:gd name="connsiteX919" fmla="*/ 2716772 w 7467600"/>
              <a:gd name="connsiteY919" fmla="*/ 1255462 h 6858000"/>
              <a:gd name="connsiteX920" fmla="*/ 3471096 w 7467600"/>
              <a:gd name="connsiteY920" fmla="*/ 437072 h 6858000"/>
              <a:gd name="connsiteX921" fmla="*/ 3639057 w 7467600"/>
              <a:gd name="connsiteY921" fmla="*/ 286334 h 6858000"/>
              <a:gd name="connsiteX922" fmla="*/ 3640309 w 7467600"/>
              <a:gd name="connsiteY922" fmla="*/ 284664 h 6858000"/>
              <a:gd name="connsiteX923" fmla="*/ 3646022 w 7467600"/>
              <a:gd name="connsiteY923" fmla="*/ 276711 h 6858000"/>
              <a:gd name="connsiteX924" fmla="*/ 3707943 w 7467600"/>
              <a:gd name="connsiteY924" fmla="*/ 65958 h 6858000"/>
              <a:gd name="connsiteX925" fmla="*/ 3721337 w 7467600"/>
              <a:gd name="connsiteY925" fmla="*/ 0 h 6858000"/>
              <a:gd name="connsiteX926" fmla="*/ 2867960 w 7467600"/>
              <a:gd name="connsiteY926" fmla="*/ 0 h 6858000"/>
              <a:gd name="connsiteX927" fmla="*/ 2926351 w 7467600"/>
              <a:gd name="connsiteY927" fmla="*/ 0 h 6858000"/>
              <a:gd name="connsiteX928" fmla="*/ 2902823 w 7467600"/>
              <a:gd name="connsiteY928" fmla="*/ 262929 h 6858000"/>
              <a:gd name="connsiteX929" fmla="*/ 2940663 w 7467600"/>
              <a:gd name="connsiteY929" fmla="*/ 140884 h 6858000"/>
              <a:gd name="connsiteX930" fmla="*/ 2947039 w 7467600"/>
              <a:gd name="connsiteY930" fmla="*/ 122524 h 6858000"/>
              <a:gd name="connsiteX931" fmla="*/ 2984316 w 7467600"/>
              <a:gd name="connsiteY931" fmla="*/ 0 h 6858000"/>
              <a:gd name="connsiteX932" fmla="*/ 3016114 w 7467600"/>
              <a:gd name="connsiteY932" fmla="*/ 0 h 6858000"/>
              <a:gd name="connsiteX933" fmla="*/ 2979949 w 7467600"/>
              <a:gd name="connsiteY933" fmla="*/ 119274 h 6858000"/>
              <a:gd name="connsiteX934" fmla="*/ 3023879 w 7467600"/>
              <a:gd name="connsiteY934" fmla="*/ 0 h 6858000"/>
              <a:gd name="connsiteX935" fmla="*/ 3105400 w 7467600"/>
              <a:gd name="connsiteY935" fmla="*/ 0 h 6858000"/>
              <a:gd name="connsiteX936" fmla="*/ 3094669 w 7467600"/>
              <a:gd name="connsiteY936" fmla="*/ 30308 h 6858000"/>
              <a:gd name="connsiteX937" fmla="*/ 2901945 w 7467600"/>
              <a:gd name="connsiteY937" fmla="*/ 466538 h 6858000"/>
              <a:gd name="connsiteX938" fmla="*/ 2815209 w 7467600"/>
              <a:gd name="connsiteY938" fmla="*/ 497361 h 6858000"/>
              <a:gd name="connsiteX939" fmla="*/ 2844845 w 7467600"/>
              <a:gd name="connsiteY939" fmla="*/ 127638 h 6858000"/>
              <a:gd name="connsiteX940" fmla="*/ 2867960 w 7467600"/>
              <a:gd name="connsiteY940" fmla="*/ 0 h 6858000"/>
              <a:gd name="connsiteX941" fmla="*/ 1057230 w 7467600"/>
              <a:gd name="connsiteY941" fmla="*/ 0 h 6858000"/>
              <a:gd name="connsiteX942" fmla="*/ 1111003 w 7467600"/>
              <a:gd name="connsiteY942" fmla="*/ 0 h 6858000"/>
              <a:gd name="connsiteX943" fmla="*/ 1125553 w 7467600"/>
              <a:gd name="connsiteY943" fmla="*/ 52588 h 6858000"/>
              <a:gd name="connsiteX944" fmla="*/ 1304276 w 7467600"/>
              <a:gd name="connsiteY944" fmla="*/ 476275 h 6858000"/>
              <a:gd name="connsiteX945" fmla="*/ 1492066 w 7467600"/>
              <a:gd name="connsiteY945" fmla="*/ 886333 h 6858000"/>
              <a:gd name="connsiteX946" fmla="*/ 1423698 w 7467600"/>
              <a:gd name="connsiteY946" fmla="*/ 710817 h 6858000"/>
              <a:gd name="connsiteX947" fmla="*/ 1357609 w 7467600"/>
              <a:gd name="connsiteY947" fmla="*/ 532892 h 6858000"/>
              <a:gd name="connsiteX948" fmla="*/ 1309550 w 7467600"/>
              <a:gd name="connsiteY948" fmla="*/ 374031 h 6858000"/>
              <a:gd name="connsiteX949" fmla="*/ 1193673 w 7467600"/>
              <a:gd name="connsiteY949" fmla="*/ 49533 h 6858000"/>
              <a:gd name="connsiteX950" fmla="*/ 1164391 w 7467600"/>
              <a:gd name="connsiteY950" fmla="*/ 0 h 6858000"/>
              <a:gd name="connsiteX951" fmla="*/ 1200666 w 7467600"/>
              <a:gd name="connsiteY951" fmla="*/ 0 h 6858000"/>
              <a:gd name="connsiteX952" fmla="*/ 1223408 w 7467600"/>
              <a:gd name="connsiteY952" fmla="*/ 38996 h 6858000"/>
              <a:gd name="connsiteX953" fmla="*/ 1339635 w 7467600"/>
              <a:gd name="connsiteY953" fmla="*/ 365517 h 6858000"/>
              <a:gd name="connsiteX954" fmla="*/ 1387469 w 7467600"/>
              <a:gd name="connsiteY954" fmla="*/ 523079 h 6858000"/>
              <a:gd name="connsiteX955" fmla="*/ 1452685 w 7467600"/>
              <a:gd name="connsiteY955" fmla="*/ 699806 h 6858000"/>
              <a:gd name="connsiteX956" fmla="*/ 1492092 w 7467600"/>
              <a:gd name="connsiteY956" fmla="*/ 800424 h 6858000"/>
              <a:gd name="connsiteX957" fmla="*/ 1455302 w 7467600"/>
              <a:gd name="connsiteY957" fmla="*/ 632913 h 6858000"/>
              <a:gd name="connsiteX958" fmla="*/ 1222336 w 7467600"/>
              <a:gd name="connsiteY958" fmla="*/ 9480 h 6858000"/>
              <a:gd name="connsiteX959" fmla="*/ 1214634 w 7467600"/>
              <a:gd name="connsiteY959" fmla="*/ 0 h 6858000"/>
              <a:gd name="connsiteX960" fmla="*/ 1289827 w 7467600"/>
              <a:gd name="connsiteY960" fmla="*/ 0 h 6858000"/>
              <a:gd name="connsiteX961" fmla="*/ 1321076 w 7467600"/>
              <a:gd name="connsiteY961" fmla="*/ 59722 h 6858000"/>
              <a:gd name="connsiteX962" fmla="*/ 1512579 w 7467600"/>
              <a:gd name="connsiteY962" fmla="*/ 626441 h 6858000"/>
              <a:gd name="connsiteX963" fmla="*/ 1506076 w 7467600"/>
              <a:gd name="connsiteY963" fmla="*/ 1089289 h 6858000"/>
              <a:gd name="connsiteX964" fmla="*/ 1486346 w 7467600"/>
              <a:gd name="connsiteY964" fmla="*/ 1079919 h 6858000"/>
              <a:gd name="connsiteX965" fmla="*/ 1070511 w 7467600"/>
              <a:gd name="connsiteY965" fmla="*/ 48609 h 6858000"/>
              <a:gd name="connsiteX966" fmla="*/ 1057230 w 7467600"/>
              <a:gd name="connsiteY966" fmla="*/ 0 h 6858000"/>
              <a:gd name="connsiteX967" fmla="*/ 43151 w 7467600"/>
              <a:gd name="connsiteY967" fmla="*/ 0 h 6858000"/>
              <a:gd name="connsiteX968" fmla="*/ 95283 w 7467600"/>
              <a:gd name="connsiteY968" fmla="*/ 0 h 6858000"/>
              <a:gd name="connsiteX969" fmla="*/ 300708 w 7467600"/>
              <a:gd name="connsiteY969" fmla="*/ 154571 h 6858000"/>
              <a:gd name="connsiteX970" fmla="*/ 530414 w 7467600"/>
              <a:gd name="connsiteY970" fmla="*/ 354673 h 6858000"/>
              <a:gd name="connsiteX971" fmla="*/ 333785 w 7467600"/>
              <a:gd name="connsiteY971" fmla="*/ 161564 h 6858000"/>
              <a:gd name="connsiteX972" fmla="*/ 147005 w 7467600"/>
              <a:gd name="connsiteY972" fmla="*/ 0 h 6858000"/>
              <a:gd name="connsiteX973" fmla="*/ 272509 w 7467600"/>
              <a:gd name="connsiteY973" fmla="*/ 0 h 6858000"/>
              <a:gd name="connsiteX974" fmla="*/ 326276 w 7467600"/>
              <a:gd name="connsiteY974" fmla="*/ 45847 h 6858000"/>
              <a:gd name="connsiteX975" fmla="*/ 823759 w 7467600"/>
              <a:gd name="connsiteY975" fmla="*/ 574145 h 6858000"/>
              <a:gd name="connsiteX976" fmla="*/ 811254 w 7467600"/>
              <a:gd name="connsiteY976" fmla="*/ 665546 h 6858000"/>
              <a:gd name="connsiteX977" fmla="*/ 154042 w 7467600"/>
              <a:gd name="connsiteY977" fmla="*/ 261522 h 6858000"/>
              <a:gd name="connsiteX978" fmla="*/ 13550 w 7467600"/>
              <a:gd name="connsiteY978" fmla="*/ 158423 h 6858000"/>
              <a:gd name="connsiteX979" fmla="*/ 0 w 7467600"/>
              <a:gd name="connsiteY979" fmla="*/ 146618 h 6858000"/>
              <a:gd name="connsiteX980" fmla="*/ 0 w 7467600"/>
              <a:gd name="connsiteY980" fmla="*/ 59161 h 6858000"/>
              <a:gd name="connsiteX981" fmla="*/ 45427 w 7467600"/>
              <a:gd name="connsiteY981" fmla="*/ 101078 h 6858000"/>
              <a:gd name="connsiteX982" fmla="*/ 630103 w 7467600"/>
              <a:gd name="connsiteY982" fmla="*/ 485885 h 6858000"/>
              <a:gd name="connsiteX983" fmla="*/ 532040 w 7467600"/>
              <a:gd name="connsiteY983" fmla="*/ 399359 h 6858000"/>
              <a:gd name="connsiteX984" fmla="*/ 517618 w 7467600"/>
              <a:gd name="connsiteY984" fmla="*/ 385726 h 6858000"/>
              <a:gd name="connsiteX985" fmla="*/ 285074 w 7467600"/>
              <a:gd name="connsiteY985" fmla="*/ 182755 h 6858000"/>
              <a:gd name="connsiteX986" fmla="*/ 43151 w 7467600"/>
              <a:gd name="connsiteY98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7312201 w 7467600"/>
              <a:gd name="connsiteY127" fmla="*/ 5128278 h 6858000"/>
              <a:gd name="connsiteX128" fmla="*/ 7450656 w 7467600"/>
              <a:gd name="connsiteY128" fmla="*/ 5134750 h 6858000"/>
              <a:gd name="connsiteX129" fmla="*/ 7312201 w 7467600"/>
              <a:gd name="connsiteY129" fmla="*/ 5128278 h 6858000"/>
              <a:gd name="connsiteX130" fmla="*/ 1903353 w 7467600"/>
              <a:gd name="connsiteY130" fmla="*/ 5044827 h 6858000"/>
              <a:gd name="connsiteX131" fmla="*/ 1936931 w 7467600"/>
              <a:gd name="connsiteY131" fmla="*/ 5093954 h 6858000"/>
              <a:gd name="connsiteX132" fmla="*/ 2195868 w 7467600"/>
              <a:gd name="connsiteY132" fmla="*/ 5396574 h 6858000"/>
              <a:gd name="connsiteX133" fmla="*/ 2088852 w 7467600"/>
              <a:gd name="connsiteY133" fmla="*/ 5166123 h 6858000"/>
              <a:gd name="connsiteX134" fmla="*/ 1958241 w 7467600"/>
              <a:gd name="connsiteY134" fmla="*/ 5067955 h 6858000"/>
              <a:gd name="connsiteX135" fmla="*/ 1903353 w 7467600"/>
              <a:gd name="connsiteY135" fmla="*/ 5044827 h 6858000"/>
              <a:gd name="connsiteX136" fmla="*/ 1979378 w 7467600"/>
              <a:gd name="connsiteY136" fmla="*/ 4769504 h 6858000"/>
              <a:gd name="connsiteX137" fmla="*/ 2882120 w 7467600"/>
              <a:gd name="connsiteY137" fmla="*/ 5064547 h 6858000"/>
              <a:gd name="connsiteX138" fmla="*/ 2793103 w 7467600"/>
              <a:gd name="connsiteY138" fmla="*/ 5039699 h 6858000"/>
              <a:gd name="connsiteX139" fmla="*/ 2770041 w 7467600"/>
              <a:gd name="connsiteY139" fmla="*/ 5033634 h 6858000"/>
              <a:gd name="connsiteX140" fmla="*/ 1979378 w 7467600"/>
              <a:gd name="connsiteY140" fmla="*/ 4769504 h 6858000"/>
              <a:gd name="connsiteX141" fmla="*/ 1927410 w 7467600"/>
              <a:gd name="connsiteY141" fmla="*/ 4716164 h 6858000"/>
              <a:gd name="connsiteX142" fmla="*/ 1959587 w 7467600"/>
              <a:gd name="connsiteY142" fmla="*/ 4728849 h 6858000"/>
              <a:gd name="connsiteX143" fmla="*/ 2777707 w 7467600"/>
              <a:gd name="connsiteY143" fmla="*/ 5003991 h 6858000"/>
              <a:gd name="connsiteX144" fmla="*/ 2800768 w 7467600"/>
              <a:gd name="connsiteY144" fmla="*/ 5010056 h 6858000"/>
              <a:gd name="connsiteX145" fmla="*/ 2879408 w 7467600"/>
              <a:gd name="connsiteY145" fmla="*/ 5031590 h 6858000"/>
              <a:gd name="connsiteX146" fmla="*/ 2862295 w 7467600"/>
              <a:gd name="connsiteY146" fmla="*/ 5022958 h 6858000"/>
              <a:gd name="connsiteX147" fmla="*/ 2813343 w 7467600"/>
              <a:gd name="connsiteY147" fmla="*/ 4998369 h 6858000"/>
              <a:gd name="connsiteX148" fmla="*/ 2646245 w 7467600"/>
              <a:gd name="connsiteY148" fmla="*/ 4930999 h 6858000"/>
              <a:gd name="connsiteX149" fmla="*/ 1999243 w 7467600"/>
              <a:gd name="connsiteY149" fmla="*/ 4730524 h 6858000"/>
              <a:gd name="connsiteX150" fmla="*/ 1979527 w 7467600"/>
              <a:gd name="connsiteY150" fmla="*/ 4726651 h 6858000"/>
              <a:gd name="connsiteX151" fmla="*/ 1927410 w 7467600"/>
              <a:gd name="connsiteY151" fmla="*/ 4716164 h 6858000"/>
              <a:gd name="connsiteX152" fmla="*/ 1997014 w 7467600"/>
              <a:gd name="connsiteY152" fmla="*/ 4698007 h 6858000"/>
              <a:gd name="connsiteX153" fmla="*/ 2005458 w 7467600"/>
              <a:gd name="connsiteY153" fmla="*/ 4699540 h 6858000"/>
              <a:gd name="connsiteX154" fmla="*/ 2657186 w 7467600"/>
              <a:gd name="connsiteY154" fmla="*/ 4901687 h 6858000"/>
              <a:gd name="connsiteX155" fmla="*/ 2826662 w 7467600"/>
              <a:gd name="connsiteY155" fmla="*/ 4970362 h 6858000"/>
              <a:gd name="connsiteX156" fmla="*/ 2876100 w 7467600"/>
              <a:gd name="connsiteY156" fmla="*/ 4995397 h 6858000"/>
              <a:gd name="connsiteX157" fmla="*/ 3042600 w 7467600"/>
              <a:gd name="connsiteY157" fmla="*/ 5059532 h 6858000"/>
              <a:gd name="connsiteX158" fmla="*/ 1997014 w 7467600"/>
              <a:gd name="connsiteY158" fmla="*/ 4698007 h 6858000"/>
              <a:gd name="connsiteX159" fmla="*/ 2305292 w 7467600"/>
              <a:gd name="connsiteY159" fmla="*/ 4219492 h 6858000"/>
              <a:gd name="connsiteX160" fmla="*/ 3360922 w 7467600"/>
              <a:gd name="connsiteY160" fmla="*/ 4529373 h 6858000"/>
              <a:gd name="connsiteX161" fmla="*/ 3492420 w 7467600"/>
              <a:gd name="connsiteY161" fmla="*/ 4510145 h 6858000"/>
              <a:gd name="connsiteX162" fmla="*/ 3364086 w 7467600"/>
              <a:gd name="connsiteY162" fmla="*/ 4480340 h 6858000"/>
              <a:gd name="connsiteX163" fmla="*/ 3225818 w 7467600"/>
              <a:gd name="connsiteY163" fmla="*/ 4411822 h 6858000"/>
              <a:gd name="connsiteX164" fmla="*/ 3129696 w 7467600"/>
              <a:gd name="connsiteY164" fmla="*/ 4360704 h 6858000"/>
              <a:gd name="connsiteX165" fmla="*/ 2814545 w 7467600"/>
              <a:gd name="connsiteY165" fmla="*/ 4282955 h 6858000"/>
              <a:gd name="connsiteX166" fmla="*/ 2305292 w 7467600"/>
              <a:gd name="connsiteY166" fmla="*/ 4219492 h 6858000"/>
              <a:gd name="connsiteX167" fmla="*/ 2626982 w 7467600"/>
              <a:gd name="connsiteY167" fmla="*/ 4206450 h 6858000"/>
              <a:gd name="connsiteX168" fmla="*/ 2490617 w 7467600"/>
              <a:gd name="connsiteY168" fmla="*/ 4206951 h 6858000"/>
              <a:gd name="connsiteX169" fmla="*/ 2819869 w 7467600"/>
              <a:gd name="connsiteY169" fmla="*/ 4252936 h 6858000"/>
              <a:gd name="connsiteX170" fmla="*/ 3143018 w 7467600"/>
              <a:gd name="connsiteY170" fmla="*/ 4332698 h 6858000"/>
              <a:gd name="connsiteX171" fmla="*/ 3241520 w 7467600"/>
              <a:gd name="connsiteY171" fmla="*/ 4385112 h 6858000"/>
              <a:gd name="connsiteX172" fmla="*/ 3374575 w 7467600"/>
              <a:gd name="connsiteY172" fmla="*/ 4451517 h 6858000"/>
              <a:gd name="connsiteX173" fmla="*/ 3505221 w 7467600"/>
              <a:gd name="connsiteY173" fmla="*/ 4480757 h 6858000"/>
              <a:gd name="connsiteX174" fmla="*/ 2626982 w 7467600"/>
              <a:gd name="connsiteY174" fmla="*/ 4206450 h 6858000"/>
              <a:gd name="connsiteX175" fmla="*/ 1310106 w 7467600"/>
              <a:gd name="connsiteY175" fmla="*/ 3943217 h 6858000"/>
              <a:gd name="connsiteX176" fmla="*/ 854994 w 7467600"/>
              <a:gd name="connsiteY176" fmla="*/ 4399136 h 6858000"/>
              <a:gd name="connsiteX177" fmla="*/ 742462 w 7467600"/>
              <a:gd name="connsiteY177" fmla="*/ 4594648 h 6858000"/>
              <a:gd name="connsiteX178" fmla="*/ 820602 w 7467600"/>
              <a:gd name="connsiteY178" fmla="*/ 4485915 h 6858000"/>
              <a:gd name="connsiteX179" fmla="*/ 878295 w 7467600"/>
              <a:gd name="connsiteY179" fmla="*/ 4403594 h 6858000"/>
              <a:gd name="connsiteX180" fmla="*/ 1240607 w 7467600"/>
              <a:gd name="connsiteY180" fmla="*/ 4010401 h 6858000"/>
              <a:gd name="connsiteX181" fmla="*/ 1310106 w 7467600"/>
              <a:gd name="connsiteY181" fmla="*/ 3943217 h 6858000"/>
              <a:gd name="connsiteX182" fmla="*/ 1423113 w 7467600"/>
              <a:gd name="connsiteY182" fmla="*/ 3874565 h 6858000"/>
              <a:gd name="connsiteX183" fmla="*/ 1260565 w 7467600"/>
              <a:gd name="connsiteY183" fmla="*/ 4031982 h 6858000"/>
              <a:gd name="connsiteX184" fmla="*/ 901900 w 7467600"/>
              <a:gd name="connsiteY184" fmla="*/ 4421236 h 6858000"/>
              <a:gd name="connsiteX185" fmla="*/ 845044 w 7467600"/>
              <a:gd name="connsiteY185" fmla="*/ 4502436 h 6858000"/>
              <a:gd name="connsiteX186" fmla="*/ 685926 w 7467600"/>
              <a:gd name="connsiteY186" fmla="*/ 4703069 h 6858000"/>
              <a:gd name="connsiteX187" fmla="*/ 684248 w 7467600"/>
              <a:gd name="connsiteY187" fmla="*/ 4706721 h 6858000"/>
              <a:gd name="connsiteX188" fmla="*/ 1423113 w 7467600"/>
              <a:gd name="connsiteY188" fmla="*/ 3874565 h 6858000"/>
              <a:gd name="connsiteX189" fmla="*/ 3316479 w 7467600"/>
              <a:gd name="connsiteY189" fmla="*/ 3872136 h 6858000"/>
              <a:gd name="connsiteX190" fmla="*/ 3546806 w 7467600"/>
              <a:gd name="connsiteY190" fmla="*/ 4356139 h 6858000"/>
              <a:gd name="connsiteX191" fmla="*/ 3364433 w 7467600"/>
              <a:gd name="connsiteY191" fmla="*/ 3953121 h 6858000"/>
              <a:gd name="connsiteX192" fmla="*/ 3316479 w 7467600"/>
              <a:gd name="connsiteY192" fmla="*/ 3872136 h 6858000"/>
              <a:gd name="connsiteX193" fmla="*/ 3291335 w 7467600"/>
              <a:gd name="connsiteY193" fmla="*/ 3767420 h 6858000"/>
              <a:gd name="connsiteX194" fmla="*/ 3390805 w 7467600"/>
              <a:gd name="connsiteY194" fmla="*/ 3937163 h 6858000"/>
              <a:gd name="connsiteX195" fmla="*/ 3579062 w 7467600"/>
              <a:gd name="connsiteY195" fmla="*/ 4359040 h 6858000"/>
              <a:gd name="connsiteX196" fmla="*/ 3467355 w 7467600"/>
              <a:gd name="connsiteY196" fmla="*/ 3988130 h 6858000"/>
              <a:gd name="connsiteX197" fmla="*/ 3310753 w 7467600"/>
              <a:gd name="connsiteY197" fmla="*/ 3787140 h 6858000"/>
              <a:gd name="connsiteX198" fmla="*/ 3291335 w 7467600"/>
              <a:gd name="connsiteY198" fmla="*/ 3767420 h 6858000"/>
              <a:gd name="connsiteX199" fmla="*/ 1635889 w 7467600"/>
              <a:gd name="connsiteY199" fmla="*/ 3709494 h 6858000"/>
              <a:gd name="connsiteX200" fmla="*/ 1634800 w 7467600"/>
              <a:gd name="connsiteY200" fmla="*/ 3731111 h 6858000"/>
              <a:gd name="connsiteX201" fmla="*/ 1635889 w 7467600"/>
              <a:gd name="connsiteY201" fmla="*/ 3709494 h 6858000"/>
              <a:gd name="connsiteX202" fmla="*/ 1510397 w 7467600"/>
              <a:gd name="connsiteY202" fmla="*/ 3684705 h 6858000"/>
              <a:gd name="connsiteX203" fmla="*/ 1146550 w 7467600"/>
              <a:gd name="connsiteY203" fmla="*/ 3802012 h 6858000"/>
              <a:gd name="connsiteX204" fmla="*/ 698834 w 7467600"/>
              <a:gd name="connsiteY204" fmla="*/ 3952272 h 6858000"/>
              <a:gd name="connsiteX205" fmla="*/ 34256 w 7467600"/>
              <a:gd name="connsiteY205" fmla="*/ 4347603 h 6858000"/>
              <a:gd name="connsiteX206" fmla="*/ 527241 w 7467600"/>
              <a:gd name="connsiteY206" fmla="*/ 4065078 h 6858000"/>
              <a:gd name="connsiteX207" fmla="*/ 1510397 w 7467600"/>
              <a:gd name="connsiteY207" fmla="*/ 3684705 h 6858000"/>
              <a:gd name="connsiteX208" fmla="*/ 1313114 w 7467600"/>
              <a:gd name="connsiteY208" fmla="*/ 3655216 h 6858000"/>
              <a:gd name="connsiteX209" fmla="*/ 1109304 w 7467600"/>
              <a:gd name="connsiteY209" fmla="*/ 3669030 h 6858000"/>
              <a:gd name="connsiteX210" fmla="*/ 8129 w 7467600"/>
              <a:gd name="connsiteY210" fmla="*/ 4330519 h 6858000"/>
              <a:gd name="connsiteX211" fmla="*/ 687572 w 7467600"/>
              <a:gd name="connsiteY211" fmla="*/ 3925629 h 6858000"/>
              <a:gd name="connsiteX212" fmla="*/ 1138365 w 7467600"/>
              <a:gd name="connsiteY212" fmla="*/ 3774515 h 6858000"/>
              <a:gd name="connsiteX213" fmla="*/ 1505579 w 7467600"/>
              <a:gd name="connsiteY213" fmla="*/ 3655526 h 6858000"/>
              <a:gd name="connsiteX214" fmla="*/ 1313114 w 7467600"/>
              <a:gd name="connsiteY214" fmla="*/ 3655216 h 6858000"/>
              <a:gd name="connsiteX215" fmla="*/ 3655073 w 7467600"/>
              <a:gd name="connsiteY215" fmla="*/ 3650884 h 6858000"/>
              <a:gd name="connsiteX216" fmla="*/ 3989938 w 7467600"/>
              <a:gd name="connsiteY216" fmla="*/ 3991685 h 6858000"/>
              <a:gd name="connsiteX217" fmla="*/ 4393907 w 7467600"/>
              <a:gd name="connsiteY217" fmla="*/ 4261258 h 6858000"/>
              <a:gd name="connsiteX218" fmla="*/ 4648051 w 7467600"/>
              <a:gd name="connsiteY218" fmla="*/ 4374051 h 6858000"/>
              <a:gd name="connsiteX219" fmla="*/ 4383389 w 7467600"/>
              <a:gd name="connsiteY219" fmla="*/ 4184369 h 6858000"/>
              <a:gd name="connsiteX220" fmla="*/ 4165508 w 7467600"/>
              <a:gd name="connsiteY220" fmla="*/ 4035196 h 6858000"/>
              <a:gd name="connsiteX221" fmla="*/ 4068162 w 7467600"/>
              <a:gd name="connsiteY221" fmla="*/ 3953394 h 6858000"/>
              <a:gd name="connsiteX222" fmla="*/ 3981416 w 7467600"/>
              <a:gd name="connsiteY222" fmla="*/ 3880482 h 6858000"/>
              <a:gd name="connsiteX223" fmla="*/ 3800147 w 7467600"/>
              <a:gd name="connsiteY223" fmla="*/ 3749872 h 6858000"/>
              <a:gd name="connsiteX224" fmla="*/ 3655073 w 7467600"/>
              <a:gd name="connsiteY224" fmla="*/ 3650884 h 6858000"/>
              <a:gd name="connsiteX225" fmla="*/ 3670252 w 7467600"/>
              <a:gd name="connsiteY225" fmla="*/ 3622798 h 6858000"/>
              <a:gd name="connsiteX226" fmla="*/ 3817258 w 7467600"/>
              <a:gd name="connsiteY226" fmla="*/ 3723577 h 6858000"/>
              <a:gd name="connsiteX227" fmla="*/ 4000461 w 7467600"/>
              <a:gd name="connsiteY227" fmla="*/ 3855966 h 6858000"/>
              <a:gd name="connsiteX228" fmla="*/ 4088180 w 7467600"/>
              <a:gd name="connsiteY228" fmla="*/ 3929774 h 6858000"/>
              <a:gd name="connsiteX229" fmla="*/ 4184555 w 7467600"/>
              <a:gd name="connsiteY229" fmla="*/ 4010683 h 6858000"/>
              <a:gd name="connsiteX230" fmla="*/ 4399563 w 7467600"/>
              <a:gd name="connsiteY230" fmla="*/ 4158106 h 6858000"/>
              <a:gd name="connsiteX231" fmla="*/ 4684469 w 7467600"/>
              <a:gd name="connsiteY231" fmla="*/ 4364680 h 6858000"/>
              <a:gd name="connsiteX232" fmla="*/ 4690271 w 7467600"/>
              <a:gd name="connsiteY232" fmla="*/ 4370034 h 6858000"/>
              <a:gd name="connsiteX233" fmla="*/ 4136093 w 7467600"/>
              <a:gd name="connsiteY233" fmla="*/ 3858466 h 6858000"/>
              <a:gd name="connsiteX234" fmla="*/ 3670252 w 7467600"/>
              <a:gd name="connsiteY234" fmla="*/ 3622798 h 6858000"/>
              <a:gd name="connsiteX235" fmla="*/ 4440129 w 7467600"/>
              <a:gd name="connsiteY235" fmla="*/ 3448571 h 6858000"/>
              <a:gd name="connsiteX236" fmla="*/ 4856525 w 7467600"/>
              <a:gd name="connsiteY236" fmla="*/ 3915351 h 6858000"/>
              <a:gd name="connsiteX237" fmla="*/ 5059055 w 7467600"/>
              <a:gd name="connsiteY237" fmla="*/ 4108918 h 6858000"/>
              <a:gd name="connsiteX238" fmla="*/ 5290070 w 7467600"/>
              <a:gd name="connsiteY238" fmla="*/ 4263619 h 6858000"/>
              <a:gd name="connsiteX239" fmla="*/ 4834991 w 7467600"/>
              <a:gd name="connsiteY239" fmla="*/ 3830985 h 6858000"/>
              <a:gd name="connsiteX240" fmla="*/ 4440129 w 7467600"/>
              <a:gd name="connsiteY240" fmla="*/ 3448571 h 6858000"/>
              <a:gd name="connsiteX241" fmla="*/ 4441737 w 7467600"/>
              <a:gd name="connsiteY241" fmla="*/ 3399734 h 6858000"/>
              <a:gd name="connsiteX242" fmla="*/ 4431236 w 7467600"/>
              <a:gd name="connsiteY242" fmla="*/ 3400954 h 6858000"/>
              <a:gd name="connsiteX243" fmla="*/ 4557150 w 7467600"/>
              <a:gd name="connsiteY243" fmla="*/ 3510023 h 6858000"/>
              <a:gd name="connsiteX244" fmla="*/ 4856936 w 7467600"/>
              <a:gd name="connsiteY244" fmla="*/ 3809146 h 6858000"/>
              <a:gd name="connsiteX245" fmla="*/ 5111996 w 7467600"/>
              <a:gd name="connsiteY245" fmla="*/ 4065759 h 6858000"/>
              <a:gd name="connsiteX246" fmla="*/ 5388878 w 7467600"/>
              <a:gd name="connsiteY246" fmla="*/ 4300185 h 6858000"/>
              <a:gd name="connsiteX247" fmla="*/ 5425556 w 7467600"/>
              <a:gd name="connsiteY247" fmla="*/ 4308967 h 6858000"/>
              <a:gd name="connsiteX248" fmla="*/ 4943646 w 7467600"/>
              <a:gd name="connsiteY248" fmla="*/ 3822916 h 6858000"/>
              <a:gd name="connsiteX249" fmla="*/ 4594837 w 7467600"/>
              <a:gd name="connsiteY249" fmla="*/ 3532274 h 6858000"/>
              <a:gd name="connsiteX250" fmla="*/ 4441737 w 7467600"/>
              <a:gd name="connsiteY250" fmla="*/ 3399734 h 6858000"/>
              <a:gd name="connsiteX251" fmla="*/ 5425834 w 7467600"/>
              <a:gd name="connsiteY251" fmla="*/ 3162785 h 6858000"/>
              <a:gd name="connsiteX252" fmla="*/ 5401644 w 7467600"/>
              <a:gd name="connsiteY252" fmla="*/ 3617847 h 6858000"/>
              <a:gd name="connsiteX253" fmla="*/ 5467256 w 7467600"/>
              <a:gd name="connsiteY253" fmla="*/ 4175494 h 6858000"/>
              <a:gd name="connsiteX254" fmla="*/ 5448069 w 7467600"/>
              <a:gd name="connsiteY254" fmla="*/ 3567554 h 6858000"/>
              <a:gd name="connsiteX255" fmla="*/ 5425834 w 7467600"/>
              <a:gd name="connsiteY255" fmla="*/ 3162785 h 6858000"/>
              <a:gd name="connsiteX256" fmla="*/ 1318687 w 7467600"/>
              <a:gd name="connsiteY256" fmla="*/ 3113840 h 6858000"/>
              <a:gd name="connsiteX257" fmla="*/ 1066793 w 7467600"/>
              <a:gd name="connsiteY257" fmla="*/ 3212171 h 6858000"/>
              <a:gd name="connsiteX258" fmla="*/ 993319 w 7467600"/>
              <a:gd name="connsiteY258" fmla="*/ 3247648 h 6858000"/>
              <a:gd name="connsiteX259" fmla="*/ 853081 w 7467600"/>
              <a:gd name="connsiteY259" fmla="*/ 3312410 h 6858000"/>
              <a:gd name="connsiteX260" fmla="*/ 805957 w 7467600"/>
              <a:gd name="connsiteY260" fmla="*/ 3330443 h 6858000"/>
              <a:gd name="connsiteX261" fmla="*/ 1318687 w 7467600"/>
              <a:gd name="connsiteY261" fmla="*/ 3113840 h 6858000"/>
              <a:gd name="connsiteX262" fmla="*/ 5453702 w 7467600"/>
              <a:gd name="connsiteY262" fmla="*/ 3090882 h 6858000"/>
              <a:gd name="connsiteX263" fmla="*/ 5480135 w 7467600"/>
              <a:gd name="connsiteY263" fmla="*/ 3565802 h 6858000"/>
              <a:gd name="connsiteX264" fmla="*/ 5499023 w 7467600"/>
              <a:gd name="connsiteY264" fmla="*/ 4166310 h 6858000"/>
              <a:gd name="connsiteX265" fmla="*/ 5547022 w 7467600"/>
              <a:gd name="connsiteY265" fmla="*/ 3607838 h 6858000"/>
              <a:gd name="connsiteX266" fmla="*/ 5515964 w 7467600"/>
              <a:gd name="connsiteY266" fmla="*/ 3378541 h 6858000"/>
              <a:gd name="connsiteX267" fmla="*/ 5453702 w 7467600"/>
              <a:gd name="connsiteY267" fmla="*/ 3090882 h 6858000"/>
              <a:gd name="connsiteX268" fmla="*/ 1238695 w 7467600"/>
              <a:gd name="connsiteY268" fmla="*/ 3076820 h 6858000"/>
              <a:gd name="connsiteX269" fmla="*/ 716371 w 7467600"/>
              <a:gd name="connsiteY269" fmla="*/ 3293249 h 6858000"/>
              <a:gd name="connsiteX270" fmla="*/ 579522 w 7467600"/>
              <a:gd name="connsiteY270" fmla="*/ 3371759 h 6858000"/>
              <a:gd name="connsiteX271" fmla="*/ 600288 w 7467600"/>
              <a:gd name="connsiteY271" fmla="*/ 3365555 h 6858000"/>
              <a:gd name="connsiteX272" fmla="*/ 840692 w 7467600"/>
              <a:gd name="connsiteY272" fmla="*/ 3284921 h 6858000"/>
              <a:gd name="connsiteX273" fmla="*/ 979248 w 7467600"/>
              <a:gd name="connsiteY273" fmla="*/ 3221003 h 6858000"/>
              <a:gd name="connsiteX274" fmla="*/ 1053282 w 7467600"/>
              <a:gd name="connsiteY274" fmla="*/ 3185247 h 6858000"/>
              <a:gd name="connsiteX275" fmla="*/ 1320603 w 7467600"/>
              <a:gd name="connsiteY275" fmla="*/ 3081281 h 6858000"/>
              <a:gd name="connsiteX276" fmla="*/ 1238695 w 7467600"/>
              <a:gd name="connsiteY276" fmla="*/ 3076820 h 6858000"/>
              <a:gd name="connsiteX277" fmla="*/ 5425627 w 7467600"/>
              <a:gd name="connsiteY277" fmla="*/ 2954192 h 6858000"/>
              <a:gd name="connsiteX278" fmla="*/ 5470770 w 7467600"/>
              <a:gd name="connsiteY278" fmla="*/ 3005435 h 6858000"/>
              <a:gd name="connsiteX279" fmla="*/ 5519779 w 7467600"/>
              <a:gd name="connsiteY279" fmla="*/ 4359223 h 6858000"/>
              <a:gd name="connsiteX280" fmla="*/ 5520293 w 7467600"/>
              <a:gd name="connsiteY280" fmla="*/ 4360602 h 6858000"/>
              <a:gd name="connsiteX281" fmla="*/ 5767221 w 7467600"/>
              <a:gd name="connsiteY281" fmla="*/ 4665564 h 6858000"/>
              <a:gd name="connsiteX282" fmla="*/ 6937169 w 7467600"/>
              <a:gd name="connsiteY282" fmla="*/ 4815941 h 6858000"/>
              <a:gd name="connsiteX283" fmla="*/ 6953922 w 7467600"/>
              <a:gd name="connsiteY283" fmla="*/ 4890068 h 6858000"/>
              <a:gd name="connsiteX284" fmla="*/ 6071359 w 7467600"/>
              <a:gd name="connsiteY284" fmla="*/ 4770770 h 6858000"/>
              <a:gd name="connsiteX285" fmla="*/ 6038839 w 7467600"/>
              <a:gd name="connsiteY285" fmla="*/ 4764474 h 6858000"/>
              <a:gd name="connsiteX286" fmla="*/ 6038706 w 7467600"/>
              <a:gd name="connsiteY286" fmla="*/ 4763847 h 6858000"/>
              <a:gd name="connsiteX287" fmla="*/ 6037784 w 7467600"/>
              <a:gd name="connsiteY287" fmla="*/ 4764270 h 6858000"/>
              <a:gd name="connsiteX288" fmla="*/ 6038839 w 7467600"/>
              <a:gd name="connsiteY288" fmla="*/ 4764474 h 6858000"/>
              <a:gd name="connsiteX289" fmla="*/ 6040338 w 7467600"/>
              <a:gd name="connsiteY289" fmla="*/ 4771418 h 6858000"/>
              <a:gd name="connsiteX290" fmla="*/ 6024488 w 7467600"/>
              <a:gd name="connsiteY290" fmla="*/ 4809903 h 6858000"/>
              <a:gd name="connsiteX291" fmla="*/ 5599771 w 7467600"/>
              <a:gd name="connsiteY291" fmla="*/ 5509652 h 6858000"/>
              <a:gd name="connsiteX292" fmla="*/ 5548843 w 7467600"/>
              <a:gd name="connsiteY292" fmla="*/ 5563845 h 6858000"/>
              <a:gd name="connsiteX293" fmla="*/ 5940952 w 7467600"/>
              <a:gd name="connsiteY293" fmla="*/ 6250028 h 6858000"/>
              <a:gd name="connsiteX294" fmla="*/ 6043441 w 7467600"/>
              <a:gd name="connsiteY294" fmla="*/ 6665847 h 6858000"/>
              <a:gd name="connsiteX295" fmla="*/ 6093432 w 7467600"/>
              <a:gd name="connsiteY295" fmla="*/ 6858000 h 6858000"/>
              <a:gd name="connsiteX296" fmla="*/ 6034344 w 7467600"/>
              <a:gd name="connsiteY296" fmla="*/ 6858000 h 6858000"/>
              <a:gd name="connsiteX297" fmla="*/ 6026679 w 7467600"/>
              <a:gd name="connsiteY297" fmla="*/ 6836959 h 6858000"/>
              <a:gd name="connsiteX298" fmla="*/ 5800441 w 7467600"/>
              <a:gd name="connsiteY298" fmla="*/ 6335286 h 6858000"/>
              <a:gd name="connsiteX299" fmla="*/ 5526562 w 7467600"/>
              <a:gd name="connsiteY299" fmla="*/ 5705388 h 6858000"/>
              <a:gd name="connsiteX300" fmla="*/ 5519640 w 7467600"/>
              <a:gd name="connsiteY300" fmla="*/ 5683774 h 6858000"/>
              <a:gd name="connsiteX301" fmla="*/ 5844559 w 7467600"/>
              <a:gd name="connsiteY301" fmla="*/ 6553349 h 6858000"/>
              <a:gd name="connsiteX302" fmla="*/ 5975994 w 7467600"/>
              <a:gd name="connsiteY302" fmla="*/ 6858000 h 6858000"/>
              <a:gd name="connsiteX303" fmla="*/ 5898547 w 7467600"/>
              <a:gd name="connsiteY303" fmla="*/ 6858000 h 6858000"/>
              <a:gd name="connsiteX304" fmla="*/ 5682041 w 7467600"/>
              <a:gd name="connsiteY304" fmla="*/ 6355860 h 6858000"/>
              <a:gd name="connsiteX305" fmla="*/ 5461758 w 7467600"/>
              <a:gd name="connsiteY305" fmla="*/ 5820220 h 6858000"/>
              <a:gd name="connsiteX306" fmla="*/ 5237282 w 7467600"/>
              <a:gd name="connsiteY306" fmla="*/ 6579086 h 6858000"/>
              <a:gd name="connsiteX307" fmla="*/ 5115009 w 7467600"/>
              <a:gd name="connsiteY307" fmla="*/ 6858000 h 6858000"/>
              <a:gd name="connsiteX308" fmla="*/ 5028074 w 7467600"/>
              <a:gd name="connsiteY308" fmla="*/ 6858000 h 6858000"/>
              <a:gd name="connsiteX309" fmla="*/ 5079508 w 7467600"/>
              <a:gd name="connsiteY309" fmla="*/ 6749074 h 6858000"/>
              <a:gd name="connsiteX310" fmla="*/ 5371846 w 7467600"/>
              <a:gd name="connsiteY310" fmla="*/ 5924413 h 6858000"/>
              <a:gd name="connsiteX311" fmla="*/ 5270512 w 7467600"/>
              <a:gd name="connsiteY311" fmla="*/ 6138975 h 6858000"/>
              <a:gd name="connsiteX312" fmla="*/ 5062409 w 7467600"/>
              <a:gd name="connsiteY312" fmla="*/ 6653544 h 6858000"/>
              <a:gd name="connsiteX313" fmla="*/ 5036628 w 7467600"/>
              <a:gd name="connsiteY313" fmla="*/ 6754247 h 6858000"/>
              <a:gd name="connsiteX314" fmla="*/ 5009112 w 7467600"/>
              <a:gd name="connsiteY314" fmla="*/ 6858000 h 6858000"/>
              <a:gd name="connsiteX315" fmla="*/ 4976679 w 7467600"/>
              <a:gd name="connsiteY315" fmla="*/ 6858000 h 6858000"/>
              <a:gd name="connsiteX316" fmla="*/ 5006537 w 7467600"/>
              <a:gd name="connsiteY316" fmla="*/ 6747068 h 6858000"/>
              <a:gd name="connsiteX317" fmla="*/ 5032723 w 7467600"/>
              <a:gd name="connsiteY317" fmla="*/ 6644957 h 6858000"/>
              <a:gd name="connsiteX318" fmla="*/ 5242949 w 7467600"/>
              <a:gd name="connsiteY318" fmla="*/ 6125175 h 6858000"/>
              <a:gd name="connsiteX319" fmla="*/ 5286321 w 7467600"/>
              <a:gd name="connsiteY319" fmla="*/ 6033555 h 6858000"/>
              <a:gd name="connsiteX320" fmla="*/ 5008210 w 7467600"/>
              <a:gd name="connsiteY320" fmla="*/ 6649194 h 6858000"/>
              <a:gd name="connsiteX321" fmla="*/ 4986321 w 7467600"/>
              <a:gd name="connsiteY321" fmla="*/ 6765687 h 6858000"/>
              <a:gd name="connsiteX322" fmla="*/ 4973474 w 7467600"/>
              <a:gd name="connsiteY322" fmla="*/ 6858000 h 6858000"/>
              <a:gd name="connsiteX323" fmla="*/ 4907178 w 7467600"/>
              <a:gd name="connsiteY323" fmla="*/ 6858000 h 6858000"/>
              <a:gd name="connsiteX324" fmla="*/ 4910810 w 7467600"/>
              <a:gd name="connsiteY324" fmla="*/ 6829660 h 6858000"/>
              <a:gd name="connsiteX325" fmla="*/ 4987461 w 7467600"/>
              <a:gd name="connsiteY325" fmla="*/ 6432994 h 6858000"/>
              <a:gd name="connsiteX326" fmla="*/ 5179262 w 7467600"/>
              <a:gd name="connsiteY326" fmla="*/ 6035044 h 6858000"/>
              <a:gd name="connsiteX327" fmla="*/ 4689678 w 7467600"/>
              <a:gd name="connsiteY327" fmla="*/ 6440241 h 6858000"/>
              <a:gd name="connsiteX328" fmla="*/ 4477543 w 7467600"/>
              <a:gd name="connsiteY328" fmla="*/ 6674836 h 6858000"/>
              <a:gd name="connsiteX329" fmla="*/ 4329957 w 7467600"/>
              <a:gd name="connsiteY329" fmla="*/ 6858000 h 6858000"/>
              <a:gd name="connsiteX330" fmla="*/ 4218595 w 7467600"/>
              <a:gd name="connsiteY330" fmla="*/ 6858000 h 6858000"/>
              <a:gd name="connsiteX331" fmla="*/ 4368888 w 7467600"/>
              <a:gd name="connsiteY331" fmla="*/ 6668412 h 6858000"/>
              <a:gd name="connsiteX332" fmla="*/ 4563091 w 7467600"/>
              <a:gd name="connsiteY332" fmla="*/ 6442508 h 6858000"/>
              <a:gd name="connsiteX333" fmla="*/ 5387324 w 7467600"/>
              <a:gd name="connsiteY333" fmla="*/ 5705830 h 6858000"/>
              <a:gd name="connsiteX334" fmla="*/ 5073620 w 7467600"/>
              <a:gd name="connsiteY334" fmla="*/ 5955437 h 6858000"/>
              <a:gd name="connsiteX335" fmla="*/ 4689789 w 7467600"/>
              <a:gd name="connsiteY335" fmla="*/ 6268382 h 6858000"/>
              <a:gd name="connsiteX336" fmla="*/ 4418722 w 7467600"/>
              <a:gd name="connsiteY336" fmla="*/ 6570886 h 6858000"/>
              <a:gd name="connsiteX337" fmla="*/ 4214944 w 7467600"/>
              <a:gd name="connsiteY337" fmla="*/ 6858000 h 6858000"/>
              <a:gd name="connsiteX338" fmla="*/ 4177898 w 7467600"/>
              <a:gd name="connsiteY338" fmla="*/ 6858000 h 6858000"/>
              <a:gd name="connsiteX339" fmla="*/ 4391597 w 7467600"/>
              <a:gd name="connsiteY339" fmla="*/ 6556370 h 6858000"/>
              <a:gd name="connsiteX340" fmla="*/ 4668889 w 7467600"/>
              <a:gd name="connsiteY340" fmla="*/ 6246399 h 6858000"/>
              <a:gd name="connsiteX341" fmla="*/ 5055427 w 7467600"/>
              <a:gd name="connsiteY341" fmla="*/ 5931476 h 6858000"/>
              <a:gd name="connsiteX342" fmla="*/ 5371814 w 7467600"/>
              <a:gd name="connsiteY342" fmla="*/ 5678975 h 6858000"/>
              <a:gd name="connsiteX343" fmla="*/ 4987918 w 7467600"/>
              <a:gd name="connsiteY343" fmla="*/ 5838701 h 6858000"/>
              <a:gd name="connsiteX344" fmla="*/ 4317146 w 7467600"/>
              <a:gd name="connsiteY344" fmla="*/ 6587716 h 6858000"/>
              <a:gd name="connsiteX345" fmla="*/ 4171627 w 7467600"/>
              <a:gd name="connsiteY345" fmla="*/ 6858000 h 6858000"/>
              <a:gd name="connsiteX346" fmla="*/ 4081585 w 7467600"/>
              <a:gd name="connsiteY346" fmla="*/ 6858000 h 6858000"/>
              <a:gd name="connsiteX347" fmla="*/ 4238603 w 7467600"/>
              <a:gd name="connsiteY347" fmla="*/ 6559341 h 6858000"/>
              <a:gd name="connsiteX348" fmla="*/ 4778333 w 7467600"/>
              <a:gd name="connsiteY348" fmla="*/ 5873626 h 6858000"/>
              <a:gd name="connsiteX349" fmla="*/ 5414185 w 7467600"/>
              <a:gd name="connsiteY349" fmla="*/ 5573882 h 6858000"/>
              <a:gd name="connsiteX350" fmla="*/ 5959648 w 7467600"/>
              <a:gd name="connsiteY350" fmla="*/ 4760797 h 6858000"/>
              <a:gd name="connsiteX351" fmla="*/ 5355019 w 7467600"/>
              <a:gd name="connsiteY351" fmla="*/ 4734672 h 6858000"/>
              <a:gd name="connsiteX352" fmla="*/ 5083565 w 7467600"/>
              <a:gd name="connsiteY352" fmla="*/ 5179121 h 6858000"/>
              <a:gd name="connsiteX353" fmla="*/ 4713577 w 7467600"/>
              <a:gd name="connsiteY353" fmla="*/ 5616803 h 6858000"/>
              <a:gd name="connsiteX354" fmla="*/ 3989559 w 7467600"/>
              <a:gd name="connsiteY354" fmla="*/ 6145945 h 6858000"/>
              <a:gd name="connsiteX355" fmla="*/ 3939824 w 7467600"/>
              <a:gd name="connsiteY355" fmla="*/ 6066900 h 6858000"/>
              <a:gd name="connsiteX356" fmla="*/ 4584537 w 7467600"/>
              <a:gd name="connsiteY356" fmla="*/ 5324826 h 6858000"/>
              <a:gd name="connsiteX357" fmla="*/ 5037105 w 7467600"/>
              <a:gd name="connsiteY357" fmla="*/ 5088765 h 6858000"/>
              <a:gd name="connsiteX358" fmla="*/ 5039930 w 7467600"/>
              <a:gd name="connsiteY358" fmla="*/ 5089585 h 6858000"/>
              <a:gd name="connsiteX359" fmla="*/ 5263764 w 7467600"/>
              <a:gd name="connsiteY359" fmla="*/ 4735525 h 6858000"/>
              <a:gd name="connsiteX360" fmla="*/ 4086300 w 7467600"/>
              <a:gd name="connsiteY360" fmla="*/ 4884599 h 6858000"/>
              <a:gd name="connsiteX361" fmla="*/ 4085485 w 7467600"/>
              <a:gd name="connsiteY361" fmla="*/ 4899070 h 6858000"/>
              <a:gd name="connsiteX362" fmla="*/ 3871915 w 7467600"/>
              <a:gd name="connsiteY362" fmla="*/ 5253645 h 6858000"/>
              <a:gd name="connsiteX363" fmla="*/ 3799374 w 7467600"/>
              <a:gd name="connsiteY363" fmla="*/ 5466127 h 6858000"/>
              <a:gd name="connsiteX364" fmla="*/ 3498850 w 7467600"/>
              <a:gd name="connsiteY364" fmla="*/ 6661888 h 6858000"/>
              <a:gd name="connsiteX365" fmla="*/ 3399216 w 7467600"/>
              <a:gd name="connsiteY365" fmla="*/ 6858000 h 6858000"/>
              <a:gd name="connsiteX366" fmla="*/ 3303688 w 7467600"/>
              <a:gd name="connsiteY366" fmla="*/ 6858000 h 6858000"/>
              <a:gd name="connsiteX367" fmla="*/ 3391774 w 7467600"/>
              <a:gd name="connsiteY367" fmla="*/ 6697181 h 6858000"/>
              <a:gd name="connsiteX368" fmla="*/ 3735540 w 7467600"/>
              <a:gd name="connsiteY368" fmla="*/ 5546923 h 6858000"/>
              <a:gd name="connsiteX369" fmla="*/ 3729438 w 7467600"/>
              <a:gd name="connsiteY369" fmla="*/ 5569058 h 6858000"/>
              <a:gd name="connsiteX370" fmla="*/ 3707782 w 7467600"/>
              <a:gd name="connsiteY370" fmla="*/ 5644908 h 6858000"/>
              <a:gd name="connsiteX371" fmla="*/ 3583827 w 7467600"/>
              <a:gd name="connsiteY371" fmla="*/ 6039215 h 6858000"/>
              <a:gd name="connsiteX372" fmla="*/ 3547861 w 7467600"/>
              <a:gd name="connsiteY372" fmla="*/ 6129609 h 6858000"/>
              <a:gd name="connsiteX373" fmla="*/ 3490905 w 7467600"/>
              <a:gd name="connsiteY373" fmla="*/ 6277660 h 6858000"/>
              <a:gd name="connsiteX374" fmla="*/ 3455859 w 7467600"/>
              <a:gd name="connsiteY374" fmla="*/ 6391301 h 6858000"/>
              <a:gd name="connsiteX375" fmla="*/ 3429112 w 7467600"/>
              <a:gd name="connsiteY375" fmla="*/ 6479469 h 6858000"/>
              <a:gd name="connsiteX376" fmla="*/ 3304862 w 7467600"/>
              <a:gd name="connsiteY376" fmla="*/ 6796476 h 6858000"/>
              <a:gd name="connsiteX377" fmla="*/ 3276071 w 7467600"/>
              <a:gd name="connsiteY377" fmla="*/ 6858000 h 6858000"/>
              <a:gd name="connsiteX378" fmla="*/ 3240805 w 7467600"/>
              <a:gd name="connsiteY378" fmla="*/ 6858000 h 6858000"/>
              <a:gd name="connsiteX379" fmla="*/ 3275917 w 7467600"/>
              <a:gd name="connsiteY379" fmla="*/ 6783192 h 6858000"/>
              <a:gd name="connsiteX380" fmla="*/ 3399358 w 7467600"/>
              <a:gd name="connsiteY380" fmla="*/ 6469011 h 6858000"/>
              <a:gd name="connsiteX381" fmla="*/ 3425650 w 7467600"/>
              <a:gd name="connsiteY381" fmla="*/ 6381333 h 6858000"/>
              <a:gd name="connsiteX382" fmla="*/ 3460661 w 7467600"/>
              <a:gd name="connsiteY382" fmla="*/ 6266763 h 6858000"/>
              <a:gd name="connsiteX383" fmla="*/ 3518021 w 7467600"/>
              <a:gd name="connsiteY383" fmla="*/ 6117298 h 6858000"/>
              <a:gd name="connsiteX384" fmla="*/ 3554035 w 7467600"/>
              <a:gd name="connsiteY384" fmla="*/ 6027832 h 6858000"/>
              <a:gd name="connsiteX385" fmla="*/ 3677174 w 7467600"/>
              <a:gd name="connsiteY385" fmla="*/ 5636351 h 6858000"/>
              <a:gd name="connsiteX386" fmla="*/ 3698819 w 7467600"/>
              <a:gd name="connsiteY386" fmla="*/ 5560503 h 6858000"/>
              <a:gd name="connsiteX387" fmla="*/ 3702094 w 7467600"/>
              <a:gd name="connsiteY387" fmla="*/ 5549194 h 6858000"/>
              <a:gd name="connsiteX388" fmla="*/ 3398355 w 7467600"/>
              <a:gd name="connsiteY388" fmla="*/ 6094603 h 6858000"/>
              <a:gd name="connsiteX389" fmla="*/ 3193941 w 7467600"/>
              <a:gd name="connsiteY389" fmla="*/ 6798775 h 6858000"/>
              <a:gd name="connsiteX390" fmla="*/ 3184140 w 7467600"/>
              <a:gd name="connsiteY390" fmla="*/ 6858000 h 6858000"/>
              <a:gd name="connsiteX391" fmla="*/ 3099978 w 7467600"/>
              <a:gd name="connsiteY391" fmla="*/ 6858000 h 6858000"/>
              <a:gd name="connsiteX392" fmla="*/ 3101556 w 7467600"/>
              <a:gd name="connsiteY392" fmla="*/ 6843337 h 6858000"/>
              <a:gd name="connsiteX393" fmla="*/ 3370162 w 7467600"/>
              <a:gd name="connsiteY393" fmla="*/ 5785550 h 6858000"/>
              <a:gd name="connsiteX394" fmla="*/ 3746477 w 7467600"/>
              <a:gd name="connsiteY394" fmla="*/ 5377889 h 6858000"/>
              <a:gd name="connsiteX395" fmla="*/ 3863399 w 7467600"/>
              <a:gd name="connsiteY395" fmla="*/ 5087257 h 6858000"/>
              <a:gd name="connsiteX396" fmla="*/ 3968712 w 7467600"/>
              <a:gd name="connsiteY396" fmla="*/ 4913989 h 6858000"/>
              <a:gd name="connsiteX397" fmla="*/ 2792390 w 7467600"/>
              <a:gd name="connsiteY397" fmla="*/ 5382974 h 6858000"/>
              <a:gd name="connsiteX398" fmla="*/ 2714982 w 7467600"/>
              <a:gd name="connsiteY398" fmla="*/ 5427051 h 6858000"/>
              <a:gd name="connsiteX399" fmla="*/ 2813361 w 7467600"/>
              <a:gd name="connsiteY399" fmla="*/ 6023912 h 6858000"/>
              <a:gd name="connsiteX400" fmla="*/ 2688430 w 7467600"/>
              <a:gd name="connsiteY400" fmla="*/ 6801564 h 6858000"/>
              <a:gd name="connsiteX401" fmla="*/ 2629626 w 7467600"/>
              <a:gd name="connsiteY401" fmla="*/ 6763394 h 6858000"/>
              <a:gd name="connsiteX402" fmla="*/ 2565328 w 7467600"/>
              <a:gd name="connsiteY402" fmla="*/ 5516399 h 6858000"/>
              <a:gd name="connsiteX403" fmla="*/ 1922999 w 7467600"/>
              <a:gd name="connsiteY403" fmla="*/ 5980343 h 6858000"/>
              <a:gd name="connsiteX404" fmla="*/ 1950261 w 7467600"/>
              <a:gd name="connsiteY404" fmla="*/ 6405858 h 6858000"/>
              <a:gd name="connsiteX405" fmla="*/ 2365554 w 7467600"/>
              <a:gd name="connsiteY405" fmla="*/ 6759107 h 6858000"/>
              <a:gd name="connsiteX406" fmla="*/ 2424142 w 7467600"/>
              <a:gd name="connsiteY406" fmla="*/ 6858000 h 6858000"/>
              <a:gd name="connsiteX407" fmla="*/ 2395994 w 7467600"/>
              <a:gd name="connsiteY407" fmla="*/ 6858000 h 6858000"/>
              <a:gd name="connsiteX408" fmla="*/ 2392863 w 7467600"/>
              <a:gd name="connsiteY408" fmla="*/ 6852964 h 6858000"/>
              <a:gd name="connsiteX409" fmla="*/ 2017589 w 7467600"/>
              <a:gd name="connsiteY409" fmla="*/ 6493982 h 6858000"/>
              <a:gd name="connsiteX410" fmla="*/ 2147336 w 7467600"/>
              <a:gd name="connsiteY410" fmla="*/ 6594052 h 6858000"/>
              <a:gd name="connsiteX411" fmla="*/ 2207047 w 7467600"/>
              <a:gd name="connsiteY411" fmla="*/ 6654540 h 6858000"/>
              <a:gd name="connsiteX412" fmla="*/ 2299106 w 7467600"/>
              <a:gd name="connsiteY412" fmla="*/ 6778931 h 6858000"/>
              <a:gd name="connsiteX413" fmla="*/ 2314430 w 7467600"/>
              <a:gd name="connsiteY413" fmla="*/ 6801144 h 6858000"/>
              <a:gd name="connsiteX414" fmla="*/ 2352406 w 7467600"/>
              <a:gd name="connsiteY414" fmla="*/ 6858000 h 6858000"/>
              <a:gd name="connsiteX415" fmla="*/ 2314492 w 7467600"/>
              <a:gd name="connsiteY415" fmla="*/ 6858000 h 6858000"/>
              <a:gd name="connsiteX416" fmla="*/ 2288095 w 7467600"/>
              <a:gd name="connsiteY416" fmla="*/ 6818030 h 6858000"/>
              <a:gd name="connsiteX417" fmla="*/ 2272768 w 7467600"/>
              <a:gd name="connsiteY417" fmla="*/ 6795822 h 6858000"/>
              <a:gd name="connsiteX418" fmla="*/ 2182715 w 7467600"/>
              <a:gd name="connsiteY418" fmla="*/ 6675071 h 6858000"/>
              <a:gd name="connsiteX419" fmla="*/ 2032061 w 7467600"/>
              <a:gd name="connsiteY419" fmla="*/ 6541380 h 6858000"/>
              <a:gd name="connsiteX420" fmla="*/ 2257220 w 7467600"/>
              <a:gd name="connsiteY420" fmla="*/ 6826257 h 6858000"/>
              <a:gd name="connsiteX421" fmla="*/ 2281324 w 7467600"/>
              <a:gd name="connsiteY421" fmla="*/ 6858000 h 6858000"/>
              <a:gd name="connsiteX422" fmla="*/ 2242860 w 7467600"/>
              <a:gd name="connsiteY422" fmla="*/ 6858000 h 6858000"/>
              <a:gd name="connsiteX423" fmla="*/ 2232818 w 7467600"/>
              <a:gd name="connsiteY423" fmla="*/ 6844926 h 6858000"/>
              <a:gd name="connsiteX424" fmla="*/ 1990172 w 7467600"/>
              <a:gd name="connsiteY424" fmla="*/ 6542121 h 6858000"/>
              <a:gd name="connsiteX425" fmla="*/ 2124090 w 7467600"/>
              <a:gd name="connsiteY425" fmla="*/ 6761017 h 6858000"/>
              <a:gd name="connsiteX426" fmla="*/ 2200380 w 7467600"/>
              <a:gd name="connsiteY426" fmla="*/ 6858000 h 6858000"/>
              <a:gd name="connsiteX427" fmla="*/ 2147507 w 7467600"/>
              <a:gd name="connsiteY427" fmla="*/ 6858000 h 6858000"/>
              <a:gd name="connsiteX428" fmla="*/ 2070668 w 7467600"/>
              <a:gd name="connsiteY428" fmla="*/ 6761520 h 6858000"/>
              <a:gd name="connsiteX429" fmla="*/ 1975142 w 7467600"/>
              <a:gd name="connsiteY429" fmla="*/ 6585570 h 6858000"/>
              <a:gd name="connsiteX430" fmla="*/ 2050035 w 7467600"/>
              <a:gd name="connsiteY430" fmla="*/ 6813345 h 6858000"/>
              <a:gd name="connsiteX431" fmla="*/ 2063025 w 7467600"/>
              <a:gd name="connsiteY431" fmla="*/ 6858000 h 6858000"/>
              <a:gd name="connsiteX432" fmla="*/ 2021675 w 7467600"/>
              <a:gd name="connsiteY432" fmla="*/ 6858000 h 6858000"/>
              <a:gd name="connsiteX433" fmla="*/ 2019308 w 7467600"/>
              <a:gd name="connsiteY433" fmla="*/ 6847118 h 6858000"/>
              <a:gd name="connsiteX434" fmla="*/ 1938835 w 7467600"/>
              <a:gd name="connsiteY434" fmla="*/ 6551160 h 6858000"/>
              <a:gd name="connsiteX435" fmla="*/ 1953230 w 7467600"/>
              <a:gd name="connsiteY435" fmla="*/ 6759699 h 6858000"/>
              <a:gd name="connsiteX436" fmla="*/ 1956763 w 7467600"/>
              <a:gd name="connsiteY436" fmla="*/ 6778191 h 6858000"/>
              <a:gd name="connsiteX437" fmla="*/ 1967925 w 7467600"/>
              <a:gd name="connsiteY437" fmla="*/ 6858000 h 6858000"/>
              <a:gd name="connsiteX438" fmla="*/ 1936622 w 7467600"/>
              <a:gd name="connsiteY438" fmla="*/ 6858000 h 6858000"/>
              <a:gd name="connsiteX439" fmla="*/ 1926261 w 7467600"/>
              <a:gd name="connsiteY439" fmla="*/ 6784064 h 6858000"/>
              <a:gd name="connsiteX440" fmla="*/ 1922724 w 7467600"/>
              <a:gd name="connsiteY440" fmla="*/ 6765577 h 6858000"/>
              <a:gd name="connsiteX441" fmla="*/ 1904650 w 7467600"/>
              <a:gd name="connsiteY441" fmla="*/ 6639616 h 6858000"/>
              <a:gd name="connsiteX442" fmla="*/ 1885273 w 7467600"/>
              <a:gd name="connsiteY442" fmla="*/ 6858000 h 6858000"/>
              <a:gd name="connsiteX443" fmla="*/ 1854363 w 7467600"/>
              <a:gd name="connsiteY443" fmla="*/ 6858000 h 6858000"/>
              <a:gd name="connsiteX444" fmla="*/ 1880391 w 7467600"/>
              <a:gd name="connsiteY444" fmla="*/ 6603796 h 6858000"/>
              <a:gd name="connsiteX445" fmla="*/ 1818273 w 7467600"/>
              <a:gd name="connsiteY445" fmla="*/ 6715729 h 6858000"/>
              <a:gd name="connsiteX446" fmla="*/ 1794691 w 7467600"/>
              <a:gd name="connsiteY446" fmla="*/ 6843239 h 6858000"/>
              <a:gd name="connsiteX447" fmla="*/ 1794914 w 7467600"/>
              <a:gd name="connsiteY447" fmla="*/ 6858000 h 6858000"/>
              <a:gd name="connsiteX448" fmla="*/ 1746128 w 7467600"/>
              <a:gd name="connsiteY448" fmla="*/ 6858000 h 6858000"/>
              <a:gd name="connsiteX449" fmla="*/ 1753934 w 7467600"/>
              <a:gd name="connsiteY449" fmla="*/ 6724796 h 6858000"/>
              <a:gd name="connsiteX450" fmla="*/ 1792053 w 7467600"/>
              <a:gd name="connsiteY450" fmla="*/ 6572396 h 6858000"/>
              <a:gd name="connsiteX451" fmla="*/ 1862248 w 7467600"/>
              <a:gd name="connsiteY451" fmla="*/ 6266397 h 6858000"/>
              <a:gd name="connsiteX452" fmla="*/ 1862250 w 7467600"/>
              <a:gd name="connsiteY452" fmla="*/ 6033531 h 6858000"/>
              <a:gd name="connsiteX453" fmla="*/ 1211999 w 7467600"/>
              <a:gd name="connsiteY453" fmla="*/ 6683610 h 6858000"/>
              <a:gd name="connsiteX454" fmla="*/ 1213266 w 7467600"/>
              <a:gd name="connsiteY454" fmla="*/ 6691947 h 6858000"/>
              <a:gd name="connsiteX455" fmla="*/ 1203370 w 7467600"/>
              <a:gd name="connsiteY455" fmla="*/ 6850676 h 6858000"/>
              <a:gd name="connsiteX456" fmla="*/ 1203671 w 7467600"/>
              <a:gd name="connsiteY456" fmla="*/ 6858000 h 6858000"/>
              <a:gd name="connsiteX457" fmla="*/ 1143180 w 7467600"/>
              <a:gd name="connsiteY457" fmla="*/ 6858000 h 6858000"/>
              <a:gd name="connsiteX458" fmla="*/ 1142176 w 7467600"/>
              <a:gd name="connsiteY458" fmla="*/ 6766045 h 6858000"/>
              <a:gd name="connsiteX459" fmla="*/ 1067484 w 7467600"/>
              <a:gd name="connsiteY459" fmla="*/ 6858000 h 6858000"/>
              <a:gd name="connsiteX460" fmla="*/ 953928 w 7467600"/>
              <a:gd name="connsiteY460" fmla="*/ 6858000 h 6858000"/>
              <a:gd name="connsiteX461" fmla="*/ 959715 w 7467600"/>
              <a:gd name="connsiteY461" fmla="*/ 6850185 h 6858000"/>
              <a:gd name="connsiteX462" fmla="*/ 1483788 w 7467600"/>
              <a:gd name="connsiteY462" fmla="*/ 6259174 h 6858000"/>
              <a:gd name="connsiteX463" fmla="*/ 1100671 w 7467600"/>
              <a:gd name="connsiteY463" fmla="*/ 6252137 h 6858000"/>
              <a:gd name="connsiteX464" fmla="*/ 1090144 w 7467600"/>
              <a:gd name="connsiteY464" fmla="*/ 6256748 h 6858000"/>
              <a:gd name="connsiteX465" fmla="*/ 1095872 w 7467600"/>
              <a:gd name="connsiteY465" fmla="*/ 6271892 h 6858000"/>
              <a:gd name="connsiteX466" fmla="*/ 262785 w 7467600"/>
              <a:gd name="connsiteY466" fmla="*/ 6845450 h 6858000"/>
              <a:gd name="connsiteX467" fmla="*/ 209968 w 7467600"/>
              <a:gd name="connsiteY467" fmla="*/ 6770713 h 6858000"/>
              <a:gd name="connsiteX468" fmla="*/ 873460 w 7467600"/>
              <a:gd name="connsiteY468" fmla="*/ 6253768 h 6858000"/>
              <a:gd name="connsiteX469" fmla="*/ 192686 w 7467600"/>
              <a:gd name="connsiteY469" fmla="*/ 5849257 h 6858000"/>
              <a:gd name="connsiteX470" fmla="*/ 4696 w 7467600"/>
              <a:gd name="connsiteY470" fmla="*/ 5697668 h 6858000"/>
              <a:gd name="connsiteX471" fmla="*/ 0 w 7467600"/>
              <a:gd name="connsiteY471" fmla="*/ 5689984 h 6858000"/>
              <a:gd name="connsiteX472" fmla="*/ 0 w 7467600"/>
              <a:gd name="connsiteY472" fmla="*/ 5513472 h 6858000"/>
              <a:gd name="connsiteX473" fmla="*/ 174101 w 7467600"/>
              <a:gd name="connsiteY473" fmla="*/ 5620277 h 6858000"/>
              <a:gd name="connsiteX474" fmla="*/ 891800 w 7467600"/>
              <a:gd name="connsiteY474" fmla="*/ 6036935 h 6858000"/>
              <a:gd name="connsiteX475" fmla="*/ 1072219 w 7467600"/>
              <a:gd name="connsiteY475" fmla="*/ 6169443 h 6858000"/>
              <a:gd name="connsiteX476" fmla="*/ 1074117 w 7467600"/>
              <a:gd name="connsiteY476" fmla="*/ 6170301 h 6858000"/>
              <a:gd name="connsiteX477" fmla="*/ 1083114 w 7467600"/>
              <a:gd name="connsiteY477" fmla="*/ 6174131 h 6858000"/>
              <a:gd name="connsiteX478" fmla="*/ 1543010 w 7467600"/>
              <a:gd name="connsiteY478" fmla="*/ 6191140 h 6858000"/>
              <a:gd name="connsiteX479" fmla="*/ 1551080 w 7467600"/>
              <a:gd name="connsiteY479" fmla="*/ 6195006 h 6858000"/>
              <a:gd name="connsiteX480" fmla="*/ 2345443 w 7467600"/>
              <a:gd name="connsiteY480" fmla="*/ 5549882 h 6858000"/>
              <a:gd name="connsiteX481" fmla="*/ 1721499 w 7467600"/>
              <a:gd name="connsiteY481" fmla="*/ 5599969 h 6858000"/>
              <a:gd name="connsiteX482" fmla="*/ 767716 w 7467600"/>
              <a:gd name="connsiteY482" fmla="*/ 5472768 h 6858000"/>
              <a:gd name="connsiteX483" fmla="*/ 722147 w 7467600"/>
              <a:gd name="connsiteY483" fmla="*/ 5393091 h 6858000"/>
              <a:gd name="connsiteX484" fmla="*/ 1485552 w 7467600"/>
              <a:gd name="connsiteY484" fmla="*/ 5313202 h 6858000"/>
              <a:gd name="connsiteX485" fmla="*/ 2143004 w 7467600"/>
              <a:gd name="connsiteY485" fmla="*/ 5402420 h 6858000"/>
              <a:gd name="connsiteX486" fmla="*/ 1933391 w 7467600"/>
              <a:gd name="connsiteY486" fmla="*/ 5156971 h 6858000"/>
              <a:gd name="connsiteX487" fmla="*/ 1827118 w 7467600"/>
              <a:gd name="connsiteY487" fmla="*/ 4968410 h 6858000"/>
              <a:gd name="connsiteX488" fmla="*/ 1837349 w 7467600"/>
              <a:gd name="connsiteY488" fmla="*/ 4956357 h 6858000"/>
              <a:gd name="connsiteX489" fmla="*/ 2162835 w 7467600"/>
              <a:gd name="connsiteY489" fmla="*/ 5187853 h 6858000"/>
              <a:gd name="connsiteX490" fmla="*/ 2257167 w 7467600"/>
              <a:gd name="connsiteY490" fmla="*/ 5462123 h 6858000"/>
              <a:gd name="connsiteX491" fmla="*/ 2261598 w 7467600"/>
              <a:gd name="connsiteY491" fmla="*/ 5467998 h 6858000"/>
              <a:gd name="connsiteX492" fmla="*/ 2437177 w 7467600"/>
              <a:gd name="connsiteY492" fmla="*/ 5479608 h 6858000"/>
              <a:gd name="connsiteX493" fmla="*/ 2445247 w 7467600"/>
              <a:gd name="connsiteY493" fmla="*/ 5483476 h 6858000"/>
              <a:gd name="connsiteX494" fmla="*/ 2743626 w 7467600"/>
              <a:gd name="connsiteY494" fmla="*/ 5304819 h 6858000"/>
              <a:gd name="connsiteX495" fmla="*/ 3048102 w 7467600"/>
              <a:gd name="connsiteY495" fmla="*/ 5150595 h 6858000"/>
              <a:gd name="connsiteX496" fmla="*/ 1799414 w 7467600"/>
              <a:gd name="connsiteY496" fmla="*/ 4694732 h 6858000"/>
              <a:gd name="connsiteX497" fmla="*/ 1771735 w 7467600"/>
              <a:gd name="connsiteY497" fmla="*/ 4619929 h 6858000"/>
              <a:gd name="connsiteX498" fmla="*/ 3104273 w 7467600"/>
              <a:gd name="connsiteY498" fmla="*/ 5076159 h 6858000"/>
              <a:gd name="connsiteX499" fmla="*/ 3113245 w 7467600"/>
              <a:gd name="connsiteY499" fmla="*/ 5090705 h 6858000"/>
              <a:gd name="connsiteX500" fmla="*/ 3126294 w 7467600"/>
              <a:gd name="connsiteY500" fmla="*/ 5114400 h 6858000"/>
              <a:gd name="connsiteX501" fmla="*/ 3937433 w 7467600"/>
              <a:gd name="connsiteY501" fmla="*/ 4830473 h 6858000"/>
              <a:gd name="connsiteX502" fmla="*/ 3590475 w 7467600"/>
              <a:gd name="connsiteY502" fmla="*/ 4597974 h 6858000"/>
              <a:gd name="connsiteX503" fmla="*/ 3100264 w 7467600"/>
              <a:gd name="connsiteY503" fmla="*/ 4579845 h 6858000"/>
              <a:gd name="connsiteX504" fmla="*/ 2183576 w 7467600"/>
              <a:gd name="connsiteY504" fmla="*/ 4227150 h 6858000"/>
              <a:gd name="connsiteX505" fmla="*/ 2151029 w 7467600"/>
              <a:gd name="connsiteY505" fmla="*/ 4146947 h 6858000"/>
              <a:gd name="connsiteX506" fmla="*/ 3563434 w 7467600"/>
              <a:gd name="connsiteY506" fmla="*/ 4469115 h 6858000"/>
              <a:gd name="connsiteX507" fmla="*/ 3177952 w 7467600"/>
              <a:gd name="connsiteY507" fmla="*/ 3657386 h 6858000"/>
              <a:gd name="connsiteX508" fmla="*/ 3189263 w 7467600"/>
              <a:gd name="connsiteY508" fmla="*/ 3625726 h 6858000"/>
              <a:gd name="connsiteX509" fmla="*/ 3560912 w 7467600"/>
              <a:gd name="connsiteY509" fmla="*/ 4079863 h 6858000"/>
              <a:gd name="connsiteX510" fmla="*/ 3626636 w 7467600"/>
              <a:gd name="connsiteY510" fmla="*/ 4512230 h 6858000"/>
              <a:gd name="connsiteX511" fmla="*/ 3653088 w 7467600"/>
              <a:gd name="connsiteY511" fmla="*/ 4521417 h 6858000"/>
              <a:gd name="connsiteX512" fmla="*/ 3988128 w 7467600"/>
              <a:gd name="connsiteY512" fmla="*/ 4817267 h 6858000"/>
              <a:gd name="connsiteX513" fmla="*/ 4830582 w 7467600"/>
              <a:gd name="connsiteY513" fmla="*/ 4676000 h 6858000"/>
              <a:gd name="connsiteX514" fmla="*/ 4830100 w 7467600"/>
              <a:gd name="connsiteY514" fmla="*/ 4675554 h 6858000"/>
              <a:gd name="connsiteX515" fmla="*/ 4036318 w 7467600"/>
              <a:gd name="connsiteY515" fmla="*/ 4147013 h 6858000"/>
              <a:gd name="connsiteX516" fmla="*/ 3432098 w 7467600"/>
              <a:gd name="connsiteY516" fmla="*/ 3537312 h 6858000"/>
              <a:gd name="connsiteX517" fmla="*/ 3446761 w 7467600"/>
              <a:gd name="connsiteY517" fmla="*/ 3461278 h 6858000"/>
              <a:gd name="connsiteX518" fmla="*/ 4419733 w 7467600"/>
              <a:gd name="connsiteY518" fmla="*/ 3963555 h 6858000"/>
              <a:gd name="connsiteX519" fmla="*/ 4781371 w 7467600"/>
              <a:gd name="connsiteY519" fmla="*/ 4458604 h 6858000"/>
              <a:gd name="connsiteX520" fmla="*/ 4780440 w 7467600"/>
              <a:gd name="connsiteY520" fmla="*/ 4470290 h 6858000"/>
              <a:gd name="connsiteX521" fmla="*/ 4898954 w 7467600"/>
              <a:gd name="connsiteY521" fmla="*/ 4662092 h 6858000"/>
              <a:gd name="connsiteX522" fmla="*/ 4900699 w 7467600"/>
              <a:gd name="connsiteY522" fmla="*/ 4670867 h 6858000"/>
              <a:gd name="connsiteX523" fmla="*/ 5714511 w 7467600"/>
              <a:gd name="connsiteY523" fmla="*/ 4663483 h 6858000"/>
              <a:gd name="connsiteX524" fmla="*/ 5464793 w 7467600"/>
              <a:gd name="connsiteY524" fmla="*/ 4393556 h 6858000"/>
              <a:gd name="connsiteX525" fmla="*/ 5461897 w 7467600"/>
              <a:gd name="connsiteY525" fmla="*/ 4390879 h 6858000"/>
              <a:gd name="connsiteX526" fmla="*/ 4294126 w 7467600"/>
              <a:gd name="connsiteY526" fmla="*/ 3303048 h 6858000"/>
              <a:gd name="connsiteX527" fmla="*/ 4305321 w 7467600"/>
              <a:gd name="connsiteY527" fmla="*/ 3256953 h 6858000"/>
              <a:gd name="connsiteX528" fmla="*/ 4949299 w 7467600"/>
              <a:gd name="connsiteY528" fmla="*/ 3766336 h 6858000"/>
              <a:gd name="connsiteX529" fmla="*/ 5291452 w 7467600"/>
              <a:gd name="connsiteY529" fmla="*/ 4076801 h 6858000"/>
              <a:gd name="connsiteX530" fmla="*/ 5434998 w 7467600"/>
              <a:gd name="connsiteY530" fmla="*/ 4254100 h 6858000"/>
              <a:gd name="connsiteX531" fmla="*/ 5351015 w 7467600"/>
              <a:gd name="connsiteY531" fmla="*/ 3760989 h 6858000"/>
              <a:gd name="connsiteX532" fmla="*/ 5413780 w 7467600"/>
              <a:gd name="connsiteY532" fmla="*/ 2966265 h 6858000"/>
              <a:gd name="connsiteX533" fmla="*/ 5425627 w 7467600"/>
              <a:gd name="connsiteY533" fmla="*/ 2954192 h 6858000"/>
              <a:gd name="connsiteX534" fmla="*/ 6604735 w 7467600"/>
              <a:gd name="connsiteY534" fmla="*/ 2041381 h 6858000"/>
              <a:gd name="connsiteX535" fmla="*/ 7204487 w 7467600"/>
              <a:gd name="connsiteY535" fmla="*/ 2742112 h 6858000"/>
              <a:gd name="connsiteX536" fmla="*/ 7131592 w 7467600"/>
              <a:gd name="connsiteY536" fmla="*/ 2672096 h 6858000"/>
              <a:gd name="connsiteX537" fmla="*/ 6996344 w 7467600"/>
              <a:gd name="connsiteY537" fmla="*/ 2518310 h 6858000"/>
              <a:gd name="connsiteX538" fmla="*/ 6735495 w 7467600"/>
              <a:gd name="connsiteY538" fmla="*/ 2196890 h 6858000"/>
              <a:gd name="connsiteX539" fmla="*/ 6721901 w 7467600"/>
              <a:gd name="connsiteY539" fmla="*/ 2179274 h 6858000"/>
              <a:gd name="connsiteX540" fmla="*/ 6604735 w 7467600"/>
              <a:gd name="connsiteY540" fmla="*/ 2041381 h 6858000"/>
              <a:gd name="connsiteX541" fmla="*/ 6591670 w 7467600"/>
              <a:gd name="connsiteY541" fmla="*/ 1988277 h 6858000"/>
              <a:gd name="connsiteX542" fmla="*/ 6747349 w 7467600"/>
              <a:gd name="connsiteY542" fmla="*/ 2160069 h 6858000"/>
              <a:gd name="connsiteX543" fmla="*/ 6760943 w 7467600"/>
              <a:gd name="connsiteY543" fmla="*/ 2177686 h 6858000"/>
              <a:gd name="connsiteX544" fmla="*/ 7021065 w 7467600"/>
              <a:gd name="connsiteY544" fmla="*/ 2498102 h 6858000"/>
              <a:gd name="connsiteX545" fmla="*/ 7155223 w 7467600"/>
              <a:gd name="connsiteY545" fmla="*/ 2650386 h 6858000"/>
              <a:gd name="connsiteX546" fmla="*/ 7203167 w 7467600"/>
              <a:gd name="connsiteY546" fmla="*/ 2697288 h 6858000"/>
              <a:gd name="connsiteX547" fmla="*/ 6937703 w 7467600"/>
              <a:gd name="connsiteY547" fmla="*/ 2321981 h 6858000"/>
              <a:gd name="connsiteX548" fmla="*/ 6591670 w 7467600"/>
              <a:gd name="connsiteY548" fmla="*/ 1988277 h 6858000"/>
              <a:gd name="connsiteX549" fmla="*/ 5798671 w 7467600"/>
              <a:gd name="connsiteY549" fmla="*/ 1981601 h 6858000"/>
              <a:gd name="connsiteX550" fmla="*/ 5754709 w 7467600"/>
              <a:gd name="connsiteY550" fmla="*/ 2071454 h 6858000"/>
              <a:gd name="connsiteX551" fmla="*/ 5763044 w 7467600"/>
              <a:gd name="connsiteY551" fmla="*/ 2842206 h 6858000"/>
              <a:gd name="connsiteX552" fmla="*/ 5764974 w 7467600"/>
              <a:gd name="connsiteY552" fmla="*/ 2799609 h 6858000"/>
              <a:gd name="connsiteX553" fmla="*/ 5767665 w 7467600"/>
              <a:gd name="connsiteY553" fmla="*/ 2666409 h 6858000"/>
              <a:gd name="connsiteX554" fmla="*/ 5763055 w 7467600"/>
              <a:gd name="connsiteY554" fmla="*/ 2579705 h 6858000"/>
              <a:gd name="connsiteX555" fmla="*/ 5758079 w 7467600"/>
              <a:gd name="connsiteY555" fmla="*/ 2492508 h 6858000"/>
              <a:gd name="connsiteX556" fmla="*/ 5779325 w 7467600"/>
              <a:gd name="connsiteY556" fmla="*/ 2197069 h 6858000"/>
              <a:gd name="connsiteX557" fmla="*/ 5798671 w 7467600"/>
              <a:gd name="connsiteY557" fmla="*/ 1981601 h 6858000"/>
              <a:gd name="connsiteX558" fmla="*/ 5829202 w 7467600"/>
              <a:gd name="connsiteY558" fmla="*/ 1971679 h 6858000"/>
              <a:gd name="connsiteX559" fmla="*/ 5809558 w 7467600"/>
              <a:gd name="connsiteY559" fmla="*/ 2198043 h 6858000"/>
              <a:gd name="connsiteX560" fmla="*/ 5788653 w 7467600"/>
              <a:gd name="connsiteY560" fmla="*/ 2489430 h 6858000"/>
              <a:gd name="connsiteX561" fmla="*/ 5793439 w 7467600"/>
              <a:gd name="connsiteY561" fmla="*/ 2575235 h 6858000"/>
              <a:gd name="connsiteX562" fmla="*/ 5796837 w 7467600"/>
              <a:gd name="connsiteY562" fmla="*/ 2637633 h 6858000"/>
              <a:gd name="connsiteX563" fmla="*/ 5818614 w 7467600"/>
              <a:gd name="connsiteY563" fmla="*/ 2473055 h 6858000"/>
              <a:gd name="connsiteX564" fmla="*/ 5829202 w 7467600"/>
              <a:gd name="connsiteY564" fmla="*/ 1971679 h 6858000"/>
              <a:gd name="connsiteX565" fmla="*/ 5911389 w 7467600"/>
              <a:gd name="connsiteY565" fmla="*/ 1898371 h 6858000"/>
              <a:gd name="connsiteX566" fmla="*/ 6237627 w 7467600"/>
              <a:gd name="connsiteY566" fmla="*/ 2231921 h 6858000"/>
              <a:gd name="connsiteX567" fmla="*/ 5911389 w 7467600"/>
              <a:gd name="connsiteY567" fmla="*/ 1898371 h 6858000"/>
              <a:gd name="connsiteX568" fmla="*/ 6944437 w 7467600"/>
              <a:gd name="connsiteY568" fmla="*/ 1575402 h 6858000"/>
              <a:gd name="connsiteX569" fmla="*/ 6304730 w 7467600"/>
              <a:gd name="connsiteY569" fmla="*/ 1766654 h 6858000"/>
              <a:gd name="connsiteX570" fmla="*/ 6944437 w 7467600"/>
              <a:gd name="connsiteY570" fmla="*/ 1575402 h 6858000"/>
              <a:gd name="connsiteX571" fmla="*/ 7019523 w 7467600"/>
              <a:gd name="connsiteY571" fmla="*/ 1519450 h 6858000"/>
              <a:gd name="connsiteX572" fmla="*/ 6298091 w 7467600"/>
              <a:gd name="connsiteY572" fmla="*/ 1737122 h 6858000"/>
              <a:gd name="connsiteX573" fmla="*/ 7019523 w 7467600"/>
              <a:gd name="connsiteY573" fmla="*/ 1519450 h 6858000"/>
              <a:gd name="connsiteX574" fmla="*/ 2399523 w 7467600"/>
              <a:gd name="connsiteY574" fmla="*/ 1428234 h 6858000"/>
              <a:gd name="connsiteX575" fmla="*/ 2224982 w 7467600"/>
              <a:gd name="connsiteY575" fmla="*/ 1826201 h 6858000"/>
              <a:gd name="connsiteX576" fmla="*/ 2096099 w 7467600"/>
              <a:gd name="connsiteY576" fmla="*/ 2345900 h 6858000"/>
              <a:gd name="connsiteX577" fmla="*/ 2283317 w 7467600"/>
              <a:gd name="connsiteY577" fmla="*/ 1796925 h 6858000"/>
              <a:gd name="connsiteX578" fmla="*/ 2399523 w 7467600"/>
              <a:gd name="connsiteY578" fmla="*/ 1428234 h 6858000"/>
              <a:gd name="connsiteX579" fmla="*/ 2448558 w 7467600"/>
              <a:gd name="connsiteY579" fmla="*/ 1373435 h 6858000"/>
              <a:gd name="connsiteX580" fmla="*/ 2312521 w 7467600"/>
              <a:gd name="connsiteY580" fmla="*/ 1806140 h 6858000"/>
              <a:gd name="connsiteX581" fmla="*/ 2127533 w 7467600"/>
              <a:gd name="connsiteY581" fmla="*/ 2348380 h 6858000"/>
              <a:gd name="connsiteX582" fmla="*/ 2358080 w 7467600"/>
              <a:gd name="connsiteY582" fmla="*/ 1866134 h 6858000"/>
              <a:gd name="connsiteX583" fmla="*/ 2407436 w 7467600"/>
              <a:gd name="connsiteY583" fmla="*/ 1651070 h 6858000"/>
              <a:gd name="connsiteX584" fmla="*/ 2448558 w 7467600"/>
              <a:gd name="connsiteY584" fmla="*/ 1373435 h 6858000"/>
              <a:gd name="connsiteX585" fmla="*/ 278707 w 7467600"/>
              <a:gd name="connsiteY585" fmla="*/ 1352270 h 6858000"/>
              <a:gd name="connsiteX586" fmla="*/ 321570 w 7467600"/>
              <a:gd name="connsiteY586" fmla="*/ 1861610 h 6858000"/>
              <a:gd name="connsiteX587" fmla="*/ 294281 w 7467600"/>
              <a:gd name="connsiteY587" fmla="*/ 1440658 h 6858000"/>
              <a:gd name="connsiteX588" fmla="*/ 278707 w 7467600"/>
              <a:gd name="connsiteY588" fmla="*/ 1352270 h 6858000"/>
              <a:gd name="connsiteX589" fmla="*/ 1423821 w 7467600"/>
              <a:gd name="connsiteY589" fmla="*/ 1351958 h 6858000"/>
              <a:gd name="connsiteX590" fmla="*/ 1638521 w 7467600"/>
              <a:gd name="connsiteY590" fmla="*/ 1908470 h 6858000"/>
              <a:gd name="connsiteX591" fmla="*/ 1754199 w 7467600"/>
              <a:gd name="connsiteY591" fmla="*/ 2149284 h 6858000"/>
              <a:gd name="connsiteX592" fmla="*/ 1908359 w 7467600"/>
              <a:gd name="connsiteY592" fmla="*/ 2364988 h 6858000"/>
              <a:gd name="connsiteX593" fmla="*/ 1647661 w 7467600"/>
              <a:gd name="connsiteY593" fmla="*/ 1825945 h 6858000"/>
              <a:gd name="connsiteX594" fmla="*/ 1423821 w 7467600"/>
              <a:gd name="connsiteY594" fmla="*/ 1351958 h 6858000"/>
              <a:gd name="connsiteX595" fmla="*/ 1431890 w 7467600"/>
              <a:gd name="connsiteY595" fmla="*/ 1306475 h 6858000"/>
              <a:gd name="connsiteX596" fmla="*/ 1507597 w 7467600"/>
              <a:gd name="connsiteY596" fmla="*/ 1446132 h 6858000"/>
              <a:gd name="connsiteX597" fmla="*/ 1674586 w 7467600"/>
              <a:gd name="connsiteY597" fmla="*/ 1813832 h 6858000"/>
              <a:gd name="connsiteX598" fmla="*/ 1815950 w 7467600"/>
              <a:gd name="connsiteY598" fmla="*/ 2128564 h 6858000"/>
              <a:gd name="connsiteX599" fmla="*/ 1984242 w 7467600"/>
              <a:gd name="connsiteY599" fmla="*/ 2430829 h 6858000"/>
              <a:gd name="connsiteX600" fmla="*/ 2014023 w 7467600"/>
              <a:gd name="connsiteY600" fmla="*/ 2450995 h 6858000"/>
              <a:gd name="connsiteX601" fmla="*/ 1747337 w 7467600"/>
              <a:gd name="connsiteY601" fmla="*/ 1855264 h 6858000"/>
              <a:gd name="connsiteX602" fmla="*/ 1533749 w 7467600"/>
              <a:gd name="connsiteY602" fmla="*/ 1478656 h 6858000"/>
              <a:gd name="connsiteX603" fmla="*/ 1431890 w 7467600"/>
              <a:gd name="connsiteY603" fmla="*/ 1306475 h 6858000"/>
              <a:gd name="connsiteX604" fmla="*/ 5052692 w 7467600"/>
              <a:gd name="connsiteY604" fmla="*/ 1292994 h 6858000"/>
              <a:gd name="connsiteX605" fmla="*/ 5200661 w 7467600"/>
              <a:gd name="connsiteY605" fmla="*/ 1635186 h 6858000"/>
              <a:gd name="connsiteX606" fmla="*/ 5297138 w 7467600"/>
              <a:gd name="connsiteY606" fmla="*/ 1906351 h 6858000"/>
              <a:gd name="connsiteX607" fmla="*/ 5052692 w 7467600"/>
              <a:gd name="connsiteY607" fmla="*/ 1292994 h 6858000"/>
              <a:gd name="connsiteX608" fmla="*/ 5009948 w 7467600"/>
              <a:gd name="connsiteY608" fmla="*/ 1273619 h 6858000"/>
              <a:gd name="connsiteX609" fmla="*/ 5121777 w 7467600"/>
              <a:gd name="connsiteY609" fmla="*/ 1654213 h 6858000"/>
              <a:gd name="connsiteX610" fmla="*/ 5293545 w 7467600"/>
              <a:gd name="connsiteY610" fmla="*/ 2072247 h 6858000"/>
              <a:gd name="connsiteX611" fmla="*/ 5294042 w 7467600"/>
              <a:gd name="connsiteY611" fmla="*/ 2065019 h 6858000"/>
              <a:gd name="connsiteX612" fmla="*/ 5171936 w 7467600"/>
              <a:gd name="connsiteY612" fmla="*/ 1647613 h 6858000"/>
              <a:gd name="connsiteX613" fmla="*/ 5009948 w 7467600"/>
              <a:gd name="connsiteY613" fmla="*/ 1273619 h 6858000"/>
              <a:gd name="connsiteX614" fmla="*/ 655236 w 7467600"/>
              <a:gd name="connsiteY614" fmla="*/ 1268632 h 6858000"/>
              <a:gd name="connsiteX615" fmla="*/ 839521 w 7467600"/>
              <a:gd name="connsiteY615" fmla="*/ 1685315 h 6858000"/>
              <a:gd name="connsiteX616" fmla="*/ 1109416 w 7467600"/>
              <a:gd name="connsiteY616" fmla="*/ 2061663 h 6858000"/>
              <a:gd name="connsiteX617" fmla="*/ 1298300 w 7467600"/>
              <a:gd name="connsiteY617" fmla="*/ 2247742 h 6858000"/>
              <a:gd name="connsiteX618" fmla="*/ 1125871 w 7467600"/>
              <a:gd name="connsiteY618" fmla="*/ 1989513 h 6858000"/>
              <a:gd name="connsiteX619" fmla="*/ 981574 w 7467600"/>
              <a:gd name="connsiteY619" fmla="*/ 1783157 h 6858000"/>
              <a:gd name="connsiteX620" fmla="*/ 922198 w 7467600"/>
              <a:gd name="connsiteY620" fmla="*/ 1677437 h 6858000"/>
              <a:gd name="connsiteX621" fmla="*/ 869293 w 7467600"/>
              <a:gd name="connsiteY621" fmla="*/ 1583214 h 6858000"/>
              <a:gd name="connsiteX622" fmla="*/ 751431 w 7467600"/>
              <a:gd name="connsiteY622" fmla="*/ 1405731 h 6858000"/>
              <a:gd name="connsiteX623" fmla="*/ 655236 w 7467600"/>
              <a:gd name="connsiteY623" fmla="*/ 1268632 h 6858000"/>
              <a:gd name="connsiteX624" fmla="*/ 6516292 w 7467600"/>
              <a:gd name="connsiteY624" fmla="*/ 1263064 h 6858000"/>
              <a:gd name="connsiteX625" fmla="*/ 5736320 w 7467600"/>
              <a:gd name="connsiteY625" fmla="*/ 1501803 h 6858000"/>
              <a:gd name="connsiteX626" fmla="*/ 6516292 w 7467600"/>
              <a:gd name="connsiteY626" fmla="*/ 1263064 h 6858000"/>
              <a:gd name="connsiteX627" fmla="*/ 291466 w 7467600"/>
              <a:gd name="connsiteY627" fmla="*/ 1250369 h 6858000"/>
              <a:gd name="connsiteX628" fmla="*/ 323180 w 7467600"/>
              <a:gd name="connsiteY628" fmla="*/ 1435283 h 6858000"/>
              <a:gd name="connsiteX629" fmla="*/ 349381 w 7467600"/>
              <a:gd name="connsiteY629" fmla="*/ 1875041 h 6858000"/>
              <a:gd name="connsiteX630" fmla="*/ 374363 w 7467600"/>
              <a:gd name="connsiteY630" fmla="*/ 1506494 h 6858000"/>
              <a:gd name="connsiteX631" fmla="*/ 302168 w 7467600"/>
              <a:gd name="connsiteY631" fmla="*/ 1274495 h 6858000"/>
              <a:gd name="connsiteX632" fmla="*/ 291466 w 7467600"/>
              <a:gd name="connsiteY632" fmla="*/ 1250369 h 6858000"/>
              <a:gd name="connsiteX633" fmla="*/ 678222 w 7467600"/>
              <a:gd name="connsiteY633" fmla="*/ 1248670 h 6858000"/>
              <a:gd name="connsiteX634" fmla="*/ 775536 w 7467600"/>
              <a:gd name="connsiteY634" fmla="*/ 1388015 h 6858000"/>
              <a:gd name="connsiteX635" fmla="*/ 894529 w 7467600"/>
              <a:gd name="connsiteY635" fmla="*/ 1567739 h 6858000"/>
              <a:gd name="connsiteX636" fmla="*/ 948000 w 7467600"/>
              <a:gd name="connsiteY636" fmla="*/ 1663088 h 6858000"/>
              <a:gd name="connsiteX637" fmla="*/ 1006812 w 7467600"/>
              <a:gd name="connsiteY637" fmla="*/ 1767683 h 6858000"/>
              <a:gd name="connsiteX638" fmla="*/ 1149133 w 7467600"/>
              <a:gd name="connsiteY638" fmla="*/ 1971513 h 6858000"/>
              <a:gd name="connsiteX639" fmla="*/ 1333952 w 7467600"/>
              <a:gd name="connsiteY639" fmla="*/ 2251620 h 6858000"/>
              <a:gd name="connsiteX640" fmla="*/ 1337329 w 7467600"/>
              <a:gd name="connsiteY640" fmla="*/ 2258350 h 6858000"/>
              <a:gd name="connsiteX641" fmla="*/ 1014726 w 7467600"/>
              <a:gd name="connsiteY641" fmla="*/ 1615556 h 6858000"/>
              <a:gd name="connsiteX642" fmla="*/ 678222 w 7467600"/>
              <a:gd name="connsiteY642" fmla="*/ 1248670 h 6858000"/>
              <a:gd name="connsiteX643" fmla="*/ 6691602 w 7467600"/>
              <a:gd name="connsiteY643" fmla="*/ 1140573 h 6858000"/>
              <a:gd name="connsiteX644" fmla="*/ 6571100 w 7467600"/>
              <a:gd name="connsiteY644" fmla="*/ 1183662 h 6858000"/>
              <a:gd name="connsiteX645" fmla="*/ 6241687 w 7467600"/>
              <a:gd name="connsiteY645" fmla="*/ 1257600 h 6858000"/>
              <a:gd name="connsiteX646" fmla="*/ 5693009 w 7467600"/>
              <a:gd name="connsiteY646" fmla="*/ 1478256 h 6858000"/>
              <a:gd name="connsiteX647" fmla="*/ 6548420 w 7467600"/>
              <a:gd name="connsiteY647" fmla="*/ 1214599 h 6858000"/>
              <a:gd name="connsiteX648" fmla="*/ 6605473 w 7467600"/>
              <a:gd name="connsiteY648" fmla="*/ 1184686 h 6858000"/>
              <a:gd name="connsiteX649" fmla="*/ 6691602 w 7467600"/>
              <a:gd name="connsiteY649" fmla="*/ 1140573 h 6858000"/>
              <a:gd name="connsiteX650" fmla="*/ 4002475 w 7467600"/>
              <a:gd name="connsiteY650" fmla="*/ 1037802 h 6858000"/>
              <a:gd name="connsiteX651" fmla="*/ 4000324 w 7467600"/>
              <a:gd name="connsiteY651" fmla="*/ 1039362 h 6858000"/>
              <a:gd name="connsiteX652" fmla="*/ 4002862 w 7467600"/>
              <a:gd name="connsiteY652" fmla="*/ 1042866 h 6858000"/>
              <a:gd name="connsiteX653" fmla="*/ 4002475 w 7467600"/>
              <a:gd name="connsiteY653" fmla="*/ 1037802 h 6858000"/>
              <a:gd name="connsiteX654" fmla="*/ 506322 w 7467600"/>
              <a:gd name="connsiteY654" fmla="*/ 1020997 h 6858000"/>
              <a:gd name="connsiteX655" fmla="*/ 533068 w 7467600"/>
              <a:gd name="connsiteY655" fmla="*/ 1029409 h 6858000"/>
              <a:gd name="connsiteX656" fmla="*/ 1232525 w 7467600"/>
              <a:gd name="connsiteY656" fmla="*/ 1804675 h 6858000"/>
              <a:gd name="connsiteX657" fmla="*/ 1388858 w 7467600"/>
              <a:gd name="connsiteY657" fmla="*/ 2368011 h 6858000"/>
              <a:gd name="connsiteX658" fmla="*/ 1384098 w 7467600"/>
              <a:gd name="connsiteY658" fmla="*/ 2378125 h 6858000"/>
              <a:gd name="connsiteX659" fmla="*/ 1425393 w 7467600"/>
              <a:gd name="connsiteY659" fmla="*/ 2589124 h 6858000"/>
              <a:gd name="connsiteX660" fmla="*/ 1424001 w 7467600"/>
              <a:gd name="connsiteY660" fmla="*/ 2597541 h 6858000"/>
              <a:gd name="connsiteX661" fmla="*/ 2152729 w 7467600"/>
              <a:gd name="connsiteY661" fmla="*/ 2864487 h 6858000"/>
              <a:gd name="connsiteX662" fmla="*/ 2020609 w 7467600"/>
              <a:gd name="connsiteY662" fmla="*/ 2539671 h 6858000"/>
              <a:gd name="connsiteX663" fmla="*/ 2018920 w 7467600"/>
              <a:gd name="connsiteY663" fmla="*/ 2536309 h 6858000"/>
              <a:gd name="connsiteX664" fmla="*/ 1342441 w 7467600"/>
              <a:gd name="connsiteY664" fmla="*/ 1173017 h 6858000"/>
              <a:gd name="connsiteX665" fmla="*/ 1367925 w 7467600"/>
              <a:gd name="connsiteY665" fmla="*/ 1135648 h 6858000"/>
              <a:gd name="connsiteX666" fmla="*/ 1771401 w 7467600"/>
              <a:gd name="connsiteY666" fmla="*/ 1806673 h 6858000"/>
              <a:gd name="connsiteX667" fmla="*/ 1972385 w 7467600"/>
              <a:gd name="connsiteY667" fmla="*/ 2198735 h 6858000"/>
              <a:gd name="connsiteX668" fmla="*/ 2040892 w 7467600"/>
              <a:gd name="connsiteY668" fmla="*/ 2405205 h 6858000"/>
              <a:gd name="connsiteX669" fmla="*/ 2131689 w 7467600"/>
              <a:gd name="connsiteY669" fmla="*/ 1936926 h 6858000"/>
              <a:gd name="connsiteX670" fmla="*/ 2454820 w 7467600"/>
              <a:gd name="connsiteY670" fmla="*/ 1248808 h 6858000"/>
              <a:gd name="connsiteX671" fmla="*/ 2492512 w 7467600"/>
              <a:gd name="connsiteY671" fmla="*/ 1302920 h 6858000"/>
              <a:gd name="connsiteX672" fmla="*/ 2081216 w 7467600"/>
              <a:gd name="connsiteY672" fmla="*/ 2527513 h 6858000"/>
              <a:gd name="connsiteX673" fmla="*/ 2081211 w 7467600"/>
              <a:gd name="connsiteY673" fmla="*/ 2528916 h 6858000"/>
              <a:gd name="connsiteX674" fmla="*/ 2199067 w 7467600"/>
              <a:gd name="connsiteY674" fmla="*/ 2884061 h 6858000"/>
              <a:gd name="connsiteX675" fmla="*/ 3192586 w 7467600"/>
              <a:gd name="connsiteY675" fmla="*/ 3411496 h 6858000"/>
              <a:gd name="connsiteX676" fmla="*/ 3182620 w 7467600"/>
              <a:gd name="connsiteY676" fmla="*/ 3483279 h 6858000"/>
              <a:gd name="connsiteX677" fmla="*/ 2435119 w 7467600"/>
              <a:gd name="connsiteY677" fmla="*/ 3080173 h 6858000"/>
              <a:gd name="connsiteX678" fmla="*/ 2410152 w 7467600"/>
              <a:gd name="connsiteY678" fmla="*/ 3063751 h 6858000"/>
              <a:gd name="connsiteX679" fmla="*/ 2408099 w 7467600"/>
              <a:gd name="connsiteY679" fmla="*/ 3064403 h 6858000"/>
              <a:gd name="connsiteX680" fmla="*/ 2407218 w 7467600"/>
              <a:gd name="connsiteY680" fmla="*/ 3070324 h 6858000"/>
              <a:gd name="connsiteX681" fmla="*/ 2380138 w 7467600"/>
              <a:gd name="connsiteY681" fmla="*/ 3099341 h 6858000"/>
              <a:gd name="connsiteX682" fmla="*/ 1765923 w 7467600"/>
              <a:gd name="connsiteY682" fmla="*/ 3581043 h 6858000"/>
              <a:gd name="connsiteX683" fmla="*/ 1702258 w 7467600"/>
              <a:gd name="connsiteY683" fmla="*/ 3612286 h 6858000"/>
              <a:gd name="connsiteX684" fmla="*/ 1538370 w 7467600"/>
              <a:gd name="connsiteY684" fmla="*/ 3811804 h 6858000"/>
              <a:gd name="connsiteX685" fmla="*/ 542867 w 7467600"/>
              <a:gd name="connsiteY685" fmla="*/ 4944092 h 6858000"/>
              <a:gd name="connsiteX686" fmla="*/ 515800 w 7467600"/>
              <a:gd name="connsiteY686" fmla="*/ 4862180 h 6858000"/>
              <a:gd name="connsiteX687" fmla="*/ 909145 w 7467600"/>
              <a:gd name="connsiteY687" fmla="*/ 4199225 h 6858000"/>
              <a:gd name="connsiteX688" fmla="*/ 1214067 w 7467600"/>
              <a:gd name="connsiteY688" fmla="*/ 3908561 h 6858000"/>
              <a:gd name="connsiteX689" fmla="*/ 640967 w 7467600"/>
              <a:gd name="connsiteY689" fmla="*/ 4105601 h 6858000"/>
              <a:gd name="connsiteX690" fmla="*/ 112563 w 7467600"/>
              <a:gd name="connsiteY690" fmla="*/ 4396952 h 6858000"/>
              <a:gd name="connsiteX691" fmla="*/ 0 w 7467600"/>
              <a:gd name="connsiteY691" fmla="*/ 4466006 h 6858000"/>
              <a:gd name="connsiteX692" fmla="*/ 0 w 7467600"/>
              <a:gd name="connsiteY692" fmla="*/ 4233763 h 6858000"/>
              <a:gd name="connsiteX693" fmla="*/ 36881 w 7467600"/>
              <a:gd name="connsiteY693" fmla="*/ 4200118 h 6858000"/>
              <a:gd name="connsiteX694" fmla="*/ 910534 w 7467600"/>
              <a:gd name="connsiteY694" fmla="*/ 3629753 h 6858000"/>
              <a:gd name="connsiteX695" fmla="*/ 1578717 w 7467600"/>
              <a:gd name="connsiteY695" fmla="*/ 3575982 h 6858000"/>
              <a:gd name="connsiteX696" fmla="*/ 2338780 w 7467600"/>
              <a:gd name="connsiteY696" fmla="*/ 3033725 h 6858000"/>
              <a:gd name="connsiteX697" fmla="*/ 1807991 w 7467600"/>
              <a:gd name="connsiteY697" fmla="*/ 2807184 h 6858000"/>
              <a:gd name="connsiteX698" fmla="*/ 1416358 w 7467600"/>
              <a:gd name="connsiteY698" fmla="*/ 3112571 h 6858000"/>
              <a:gd name="connsiteX699" fmla="*/ 939066 w 7467600"/>
              <a:gd name="connsiteY699" fmla="*/ 3378798 h 6858000"/>
              <a:gd name="connsiteX700" fmla="*/ 115099 w 7467600"/>
              <a:gd name="connsiteY700" fmla="*/ 3607650 h 6858000"/>
              <a:gd name="connsiteX701" fmla="*/ 97284 w 7467600"/>
              <a:gd name="connsiteY701" fmla="*/ 3520393 h 6858000"/>
              <a:gd name="connsiteX702" fmla="*/ 922050 w 7467600"/>
              <a:gd name="connsiteY702" fmla="*/ 3074867 h 6858000"/>
              <a:gd name="connsiteX703" fmla="*/ 1405265 w 7467600"/>
              <a:gd name="connsiteY703" fmla="*/ 3016319 h 6858000"/>
              <a:gd name="connsiteX704" fmla="*/ 1407512 w 7467600"/>
              <a:gd name="connsiteY704" fmla="*/ 3018001 h 6858000"/>
              <a:gd name="connsiteX705" fmla="*/ 1726266 w 7467600"/>
              <a:gd name="connsiteY705" fmla="*/ 2777274 h 6858000"/>
              <a:gd name="connsiteX706" fmla="*/ 625390 w 7467600"/>
              <a:gd name="connsiteY706" fmla="*/ 2514541 h 6858000"/>
              <a:gd name="connsiteX707" fmla="*/ 619799 w 7467600"/>
              <a:gd name="connsiteY707" fmla="*/ 2527180 h 6858000"/>
              <a:gd name="connsiteX708" fmla="*/ 310030 w 7467600"/>
              <a:gd name="connsiteY708" fmla="*/ 2771818 h 6858000"/>
              <a:gd name="connsiteX709" fmla="*/ 173877 w 7467600"/>
              <a:gd name="connsiteY709" fmla="*/ 2937056 h 6858000"/>
              <a:gd name="connsiteX710" fmla="*/ 77889 w 7467600"/>
              <a:gd name="connsiteY710" fmla="*/ 3138440 h 6858000"/>
              <a:gd name="connsiteX711" fmla="*/ 0 w 7467600"/>
              <a:gd name="connsiteY711" fmla="*/ 3271395 h 6858000"/>
              <a:gd name="connsiteX712" fmla="*/ 0 w 7467600"/>
              <a:gd name="connsiteY712" fmla="*/ 3153002 h 6858000"/>
              <a:gd name="connsiteX713" fmla="*/ 2386 w 7467600"/>
              <a:gd name="connsiteY713" fmla="*/ 3149203 h 6858000"/>
              <a:gd name="connsiteX714" fmla="*/ 89753 w 7467600"/>
              <a:gd name="connsiteY714" fmla="*/ 2987702 h 6858000"/>
              <a:gd name="connsiteX715" fmla="*/ 76869 w 7467600"/>
              <a:gd name="connsiteY715" fmla="*/ 3005404 h 6858000"/>
              <a:gd name="connsiteX716" fmla="*/ 32049 w 7467600"/>
              <a:gd name="connsiteY716" fmla="*/ 3065814 h 6858000"/>
              <a:gd name="connsiteX717" fmla="*/ 0 w 7467600"/>
              <a:gd name="connsiteY717" fmla="*/ 3108744 h 6858000"/>
              <a:gd name="connsiteX718" fmla="*/ 0 w 7467600"/>
              <a:gd name="connsiteY718" fmla="*/ 3058059 h 6858000"/>
              <a:gd name="connsiteX719" fmla="*/ 7610 w 7467600"/>
              <a:gd name="connsiteY719" fmla="*/ 3047889 h 6858000"/>
              <a:gd name="connsiteX720" fmla="*/ 52419 w 7467600"/>
              <a:gd name="connsiteY720" fmla="*/ 2987479 h 6858000"/>
              <a:gd name="connsiteX721" fmla="*/ 59142 w 7467600"/>
              <a:gd name="connsiteY721" fmla="*/ 2978488 h 6858000"/>
              <a:gd name="connsiteX722" fmla="*/ 0 w 7467600"/>
              <a:gd name="connsiteY722" fmla="*/ 3015334 h 6858000"/>
              <a:gd name="connsiteX723" fmla="*/ 0 w 7467600"/>
              <a:gd name="connsiteY723" fmla="*/ 2914286 h 6858000"/>
              <a:gd name="connsiteX724" fmla="*/ 36383 w 7467600"/>
              <a:gd name="connsiteY724" fmla="*/ 2901128 h 6858000"/>
              <a:gd name="connsiteX725" fmla="*/ 156329 w 7467600"/>
              <a:gd name="connsiteY725" fmla="*/ 2840533 h 6858000"/>
              <a:gd name="connsiteX726" fmla="*/ 358355 w 7467600"/>
              <a:gd name="connsiteY726" fmla="*/ 2620471 h 6858000"/>
              <a:gd name="connsiteX727" fmla="*/ 510577 w 7467600"/>
              <a:gd name="connsiteY727" fmla="*/ 2501244 h 6858000"/>
              <a:gd name="connsiteX728" fmla="*/ 211967 w 7467600"/>
              <a:gd name="connsiteY728" fmla="*/ 2479171 h 6858000"/>
              <a:gd name="connsiteX729" fmla="*/ 0 w 7467600"/>
              <a:gd name="connsiteY729" fmla="*/ 2476398 h 6858000"/>
              <a:gd name="connsiteX730" fmla="*/ 0 w 7467600"/>
              <a:gd name="connsiteY730" fmla="*/ 2389189 h 6858000"/>
              <a:gd name="connsiteX731" fmla="*/ 103062 w 7467600"/>
              <a:gd name="connsiteY731" fmla="*/ 2389518 h 6858000"/>
              <a:gd name="connsiteX732" fmla="*/ 510734 w 7467600"/>
              <a:gd name="connsiteY732" fmla="*/ 2416201 h 6858000"/>
              <a:gd name="connsiteX733" fmla="*/ 279257 w 7467600"/>
              <a:gd name="connsiteY733" fmla="*/ 2092102 h 6858000"/>
              <a:gd name="connsiteX734" fmla="*/ 65265 w 7467600"/>
              <a:gd name="connsiteY734" fmla="*/ 2006049 h 6858000"/>
              <a:gd name="connsiteX735" fmla="*/ 0 w 7467600"/>
              <a:gd name="connsiteY735" fmla="*/ 1982532 h 6858000"/>
              <a:gd name="connsiteX736" fmla="*/ 0 w 7467600"/>
              <a:gd name="connsiteY736" fmla="*/ 1912789 h 6858000"/>
              <a:gd name="connsiteX737" fmla="*/ 97460 w 7467600"/>
              <a:gd name="connsiteY737" fmla="*/ 1953725 h 6858000"/>
              <a:gd name="connsiteX738" fmla="*/ 221272 w 7467600"/>
              <a:gd name="connsiteY738" fmla="*/ 1980766 h 6858000"/>
              <a:gd name="connsiteX739" fmla="*/ 116765 w 7467600"/>
              <a:gd name="connsiteY739" fmla="*/ 1911033 h 6858000"/>
              <a:gd name="connsiteX740" fmla="*/ 16405 w 7467600"/>
              <a:gd name="connsiteY740" fmla="*/ 1803412 h 6858000"/>
              <a:gd name="connsiteX741" fmla="*/ 0 w 7467600"/>
              <a:gd name="connsiteY741" fmla="*/ 1784777 h 6858000"/>
              <a:gd name="connsiteX742" fmla="*/ 0 w 7467600"/>
              <a:gd name="connsiteY742" fmla="*/ 1740082 h 6858000"/>
              <a:gd name="connsiteX743" fmla="*/ 39394 w 7467600"/>
              <a:gd name="connsiteY743" fmla="*/ 1784856 h 6858000"/>
              <a:gd name="connsiteX744" fmla="*/ 135813 w 7467600"/>
              <a:gd name="connsiteY744" fmla="*/ 1888838 h 6858000"/>
              <a:gd name="connsiteX745" fmla="*/ 242575 w 7467600"/>
              <a:gd name="connsiteY745" fmla="*/ 1958841 h 6858000"/>
              <a:gd name="connsiteX746" fmla="*/ 82197 w 7467600"/>
              <a:gd name="connsiteY746" fmla="*/ 1754826 h 6858000"/>
              <a:gd name="connsiteX747" fmla="*/ 0 w 7467600"/>
              <a:gd name="connsiteY747" fmla="*/ 1679650 h 6858000"/>
              <a:gd name="connsiteX748" fmla="*/ 0 w 7467600"/>
              <a:gd name="connsiteY748" fmla="*/ 1602463 h 6858000"/>
              <a:gd name="connsiteX749" fmla="*/ 84689 w 7467600"/>
              <a:gd name="connsiteY749" fmla="*/ 1677442 h 6858000"/>
              <a:gd name="connsiteX750" fmla="*/ 298437 w 7467600"/>
              <a:gd name="connsiteY750" fmla="*/ 1968019 h 6858000"/>
              <a:gd name="connsiteX751" fmla="*/ 227269 w 7467600"/>
              <a:gd name="connsiteY751" fmla="*/ 1114064 h 6858000"/>
              <a:gd name="connsiteX752" fmla="*/ 248003 w 7467600"/>
              <a:gd name="connsiteY752" fmla="*/ 1089613 h 6858000"/>
              <a:gd name="connsiteX753" fmla="*/ 427020 w 7467600"/>
              <a:gd name="connsiteY753" fmla="*/ 1619803 h 6858000"/>
              <a:gd name="connsiteX754" fmla="*/ 340345 w 7467600"/>
              <a:gd name="connsiteY754" fmla="*/ 2027739 h 6858000"/>
              <a:gd name="connsiteX755" fmla="*/ 360865 w 7467600"/>
              <a:gd name="connsiteY755" fmla="*/ 2044827 h 6858000"/>
              <a:gd name="connsiteX756" fmla="*/ 560414 w 7467600"/>
              <a:gd name="connsiteY756" fmla="*/ 2421457 h 6858000"/>
              <a:gd name="connsiteX757" fmla="*/ 1359703 w 7467600"/>
              <a:gd name="connsiteY757" fmla="*/ 2578554 h 6858000"/>
              <a:gd name="connsiteX758" fmla="*/ 1359422 w 7467600"/>
              <a:gd name="connsiteY758" fmla="*/ 2577994 h 6858000"/>
              <a:gd name="connsiteX759" fmla="*/ 828701 w 7467600"/>
              <a:gd name="connsiteY759" fmla="*/ 1839520 h 6858000"/>
              <a:gd name="connsiteX760" fmla="*/ 494427 w 7467600"/>
              <a:gd name="connsiteY760" fmla="*/ 1092333 h 6858000"/>
              <a:gd name="connsiteX761" fmla="*/ 506322 w 7467600"/>
              <a:gd name="connsiteY761" fmla="*/ 1020997 h 6858000"/>
              <a:gd name="connsiteX762" fmla="*/ 4570198 w 7467600"/>
              <a:gd name="connsiteY762" fmla="*/ 978081 h 6858000"/>
              <a:gd name="connsiteX763" fmla="*/ 4523691 w 7467600"/>
              <a:gd name="connsiteY763" fmla="*/ 1127776 h 6858000"/>
              <a:gd name="connsiteX764" fmla="*/ 4509875 w 7467600"/>
              <a:gd name="connsiteY764" fmla="*/ 1167552 h 6858000"/>
              <a:gd name="connsiteX765" fmla="*/ 4478168 w 7467600"/>
              <a:gd name="connsiteY765" fmla="*/ 1260735 h 6858000"/>
              <a:gd name="connsiteX766" fmla="*/ 4409309 w 7467600"/>
              <a:gd name="connsiteY766" fmla="*/ 1666996 h 6858000"/>
              <a:gd name="connsiteX767" fmla="*/ 4370031 w 7467600"/>
              <a:gd name="connsiteY767" fmla="*/ 1955666 h 6858000"/>
              <a:gd name="connsiteX768" fmla="*/ 4570198 w 7467600"/>
              <a:gd name="connsiteY768" fmla="*/ 978081 h 6858000"/>
              <a:gd name="connsiteX769" fmla="*/ 4557898 w 7467600"/>
              <a:gd name="connsiteY769" fmla="*/ 900011 h 6858000"/>
              <a:gd name="connsiteX770" fmla="*/ 4344840 w 7467600"/>
              <a:gd name="connsiteY770" fmla="*/ 1922038 h 6858000"/>
              <a:gd name="connsiteX771" fmla="*/ 4378710 w 7467600"/>
              <a:gd name="connsiteY771" fmla="*/ 1665516 h 6858000"/>
              <a:gd name="connsiteX772" fmla="*/ 4448798 w 7467600"/>
              <a:gd name="connsiteY772" fmla="*/ 1253024 h 6858000"/>
              <a:gd name="connsiteX773" fmla="*/ 4480315 w 7467600"/>
              <a:gd name="connsiteY773" fmla="*/ 1158454 h 6858000"/>
              <a:gd name="connsiteX774" fmla="*/ 4494133 w 7467600"/>
              <a:gd name="connsiteY774" fmla="*/ 1118676 h 6858000"/>
              <a:gd name="connsiteX775" fmla="*/ 4557898 w 7467600"/>
              <a:gd name="connsiteY775" fmla="*/ 900011 h 6858000"/>
              <a:gd name="connsiteX776" fmla="*/ 5870151 w 7467600"/>
              <a:gd name="connsiteY776" fmla="*/ 898890 h 6858000"/>
              <a:gd name="connsiteX777" fmla="*/ 5861335 w 7467600"/>
              <a:gd name="connsiteY777" fmla="*/ 899177 h 6858000"/>
              <a:gd name="connsiteX778" fmla="*/ 5843702 w 7467600"/>
              <a:gd name="connsiteY778" fmla="*/ 899748 h 6858000"/>
              <a:gd name="connsiteX779" fmla="*/ 5651107 w 7467600"/>
              <a:gd name="connsiteY779" fmla="*/ 920306 h 6858000"/>
              <a:gd name="connsiteX780" fmla="*/ 5459407 w 7467600"/>
              <a:gd name="connsiteY780" fmla="*/ 940975 h 6858000"/>
              <a:gd name="connsiteX781" fmla="*/ 5374846 w 7467600"/>
              <a:gd name="connsiteY781" fmla="*/ 941988 h 6858000"/>
              <a:gd name="connsiteX782" fmla="*/ 5256105 w 7467600"/>
              <a:gd name="connsiteY782" fmla="*/ 945632 h 6858000"/>
              <a:gd name="connsiteX783" fmla="*/ 5107071 w 7467600"/>
              <a:gd name="connsiteY783" fmla="*/ 969720 h 6858000"/>
              <a:gd name="connsiteX784" fmla="*/ 4998681 w 7467600"/>
              <a:gd name="connsiteY784" fmla="*/ 988771 h 6858000"/>
              <a:gd name="connsiteX785" fmla="*/ 5870151 w 7467600"/>
              <a:gd name="connsiteY785" fmla="*/ 898890 h 6858000"/>
              <a:gd name="connsiteX786" fmla="*/ 5504425 w 7467600"/>
              <a:gd name="connsiteY786" fmla="*/ 848067 h 6858000"/>
              <a:gd name="connsiteX787" fmla="*/ 4968849 w 7467600"/>
              <a:gd name="connsiteY787" fmla="*/ 962318 h 6858000"/>
              <a:gd name="connsiteX788" fmla="*/ 5104039 w 7467600"/>
              <a:gd name="connsiteY788" fmla="*/ 940634 h 6858000"/>
              <a:gd name="connsiteX789" fmla="*/ 5256311 w 7467600"/>
              <a:gd name="connsiteY789" fmla="*/ 916490 h 6858000"/>
              <a:gd name="connsiteX790" fmla="*/ 5377381 w 7467600"/>
              <a:gd name="connsiteY790" fmla="*/ 912671 h 6858000"/>
              <a:gd name="connsiteX791" fmla="*/ 5460148 w 7467600"/>
              <a:gd name="connsiteY791" fmla="*/ 911442 h 6858000"/>
              <a:gd name="connsiteX792" fmla="*/ 5648971 w 7467600"/>
              <a:gd name="connsiteY792" fmla="*/ 891331 h 6858000"/>
              <a:gd name="connsiteX793" fmla="*/ 5844807 w 7467600"/>
              <a:gd name="connsiteY793" fmla="*/ 870718 h 6858000"/>
              <a:gd name="connsiteX794" fmla="*/ 5862975 w 7467600"/>
              <a:gd name="connsiteY794" fmla="*/ 869756 h 6858000"/>
              <a:gd name="connsiteX795" fmla="*/ 5920887 w 7467600"/>
              <a:gd name="connsiteY795" fmla="*/ 865929 h 6858000"/>
              <a:gd name="connsiteX796" fmla="*/ 5504425 w 7467600"/>
              <a:gd name="connsiteY796" fmla="*/ 848067 h 6858000"/>
              <a:gd name="connsiteX797" fmla="*/ 3607114 w 7467600"/>
              <a:gd name="connsiteY797" fmla="*/ 467441 h 6858000"/>
              <a:gd name="connsiteX798" fmla="*/ 3296242 w 7467600"/>
              <a:gd name="connsiteY798" fmla="*/ 807991 h 6858000"/>
              <a:gd name="connsiteX799" fmla="*/ 3174674 w 7467600"/>
              <a:gd name="connsiteY799" fmla="*/ 919759 h 6858000"/>
              <a:gd name="connsiteX800" fmla="*/ 3042978 w 7467600"/>
              <a:gd name="connsiteY800" fmla="*/ 1054894 h 6858000"/>
              <a:gd name="connsiteX801" fmla="*/ 2968914 w 7467600"/>
              <a:gd name="connsiteY801" fmla="*/ 1133756 h 6858000"/>
              <a:gd name="connsiteX802" fmla="*/ 3103823 w 7467600"/>
              <a:gd name="connsiteY802" fmla="*/ 1026814 h 6858000"/>
              <a:gd name="connsiteX803" fmla="*/ 3607114 w 7467600"/>
              <a:gd name="connsiteY803" fmla="*/ 467441 h 6858000"/>
              <a:gd name="connsiteX804" fmla="*/ 3744487 w 7467600"/>
              <a:gd name="connsiteY804" fmla="*/ 383136 h 6858000"/>
              <a:gd name="connsiteX805" fmla="*/ 3970213 w 7467600"/>
              <a:gd name="connsiteY805" fmla="*/ 995559 h 6858000"/>
              <a:gd name="connsiteX806" fmla="*/ 3744487 w 7467600"/>
              <a:gd name="connsiteY806" fmla="*/ 383136 h 6858000"/>
              <a:gd name="connsiteX807" fmla="*/ 3624562 w 7467600"/>
              <a:gd name="connsiteY807" fmla="*/ 367041 h 6858000"/>
              <a:gd name="connsiteX808" fmla="*/ 3489712 w 7467600"/>
              <a:gd name="connsiteY808" fmla="*/ 485386 h 6858000"/>
              <a:gd name="connsiteX809" fmla="*/ 3182994 w 7467600"/>
              <a:gd name="connsiteY809" fmla="*/ 828265 h 6858000"/>
              <a:gd name="connsiteX810" fmla="*/ 2892114 w 7467600"/>
              <a:gd name="connsiteY810" fmla="*/ 1172635 h 6858000"/>
              <a:gd name="connsiteX811" fmla="*/ 3021459 w 7467600"/>
              <a:gd name="connsiteY811" fmla="*/ 1035385 h 6858000"/>
              <a:gd name="connsiteX812" fmla="*/ 3153873 w 7467600"/>
              <a:gd name="connsiteY812" fmla="*/ 898971 h 6858000"/>
              <a:gd name="connsiteX813" fmla="*/ 3276511 w 7467600"/>
              <a:gd name="connsiteY813" fmla="*/ 786423 h 6858000"/>
              <a:gd name="connsiteX814" fmla="*/ 3584154 w 7467600"/>
              <a:gd name="connsiteY814" fmla="*/ 448218 h 6858000"/>
              <a:gd name="connsiteX815" fmla="*/ 3624562 w 7467600"/>
              <a:gd name="connsiteY815" fmla="*/ 367041 h 6858000"/>
              <a:gd name="connsiteX816" fmla="*/ 3766672 w 7467600"/>
              <a:gd name="connsiteY816" fmla="*/ 359429 h 6858000"/>
              <a:gd name="connsiteX817" fmla="*/ 3996338 w 7467600"/>
              <a:gd name="connsiteY817" fmla="*/ 968237 h 6858000"/>
              <a:gd name="connsiteX818" fmla="*/ 3766672 w 7467600"/>
              <a:gd name="connsiteY818" fmla="*/ 359429 h 6858000"/>
              <a:gd name="connsiteX819" fmla="*/ 5805386 w 7467600"/>
              <a:gd name="connsiteY819" fmla="*/ 239240 h 6858000"/>
              <a:gd name="connsiteX820" fmla="*/ 5736947 w 7467600"/>
              <a:gd name="connsiteY820" fmla="*/ 261367 h 6858000"/>
              <a:gd name="connsiteX821" fmla="*/ 5427012 w 7467600"/>
              <a:gd name="connsiteY821" fmla="*/ 311272 h 6858000"/>
              <a:gd name="connsiteX822" fmla="*/ 5147818 w 7467600"/>
              <a:gd name="connsiteY822" fmla="*/ 322112 h 6858000"/>
              <a:gd name="connsiteX823" fmla="*/ 5060854 w 7467600"/>
              <a:gd name="connsiteY823" fmla="*/ 311882 h 6858000"/>
              <a:gd name="connsiteX824" fmla="*/ 4945989 w 7467600"/>
              <a:gd name="connsiteY824" fmla="*/ 300516 h 6858000"/>
              <a:gd name="connsiteX825" fmla="*/ 5410479 w 7467600"/>
              <a:gd name="connsiteY825" fmla="*/ 348434 h 6858000"/>
              <a:gd name="connsiteX826" fmla="*/ 5805386 w 7467600"/>
              <a:gd name="connsiteY826" fmla="*/ 239240 h 6858000"/>
              <a:gd name="connsiteX827" fmla="*/ 5905192 w 7467600"/>
              <a:gd name="connsiteY827" fmla="*/ 163079 h 6858000"/>
              <a:gd name="connsiteX828" fmla="*/ 5865655 w 7467600"/>
              <a:gd name="connsiteY828" fmla="*/ 171901 h 6858000"/>
              <a:gd name="connsiteX829" fmla="*/ 5259740 w 7467600"/>
              <a:gd name="connsiteY829" fmla="*/ 257013 h 6858000"/>
              <a:gd name="connsiteX830" fmla="*/ 5208466 w 7467600"/>
              <a:gd name="connsiteY830" fmla="*/ 257550 h 6858000"/>
              <a:gd name="connsiteX831" fmla="*/ 4980204 w 7467600"/>
              <a:gd name="connsiteY831" fmla="*/ 271903 h 6858000"/>
              <a:gd name="connsiteX832" fmla="*/ 5068068 w 7467600"/>
              <a:gd name="connsiteY832" fmla="*/ 282244 h 6858000"/>
              <a:gd name="connsiteX833" fmla="*/ 5153231 w 7467600"/>
              <a:gd name="connsiteY833" fmla="*/ 292240 h 6858000"/>
              <a:gd name="connsiteX834" fmla="*/ 5426491 w 7467600"/>
              <a:gd name="connsiteY834" fmla="*/ 281128 h 6858000"/>
              <a:gd name="connsiteX835" fmla="*/ 5731212 w 7467600"/>
              <a:gd name="connsiteY835" fmla="*/ 231951 h 6858000"/>
              <a:gd name="connsiteX836" fmla="*/ 5905192 w 7467600"/>
              <a:gd name="connsiteY836" fmla="*/ 163079 h 6858000"/>
              <a:gd name="connsiteX837" fmla="*/ 5944437 w 7467600"/>
              <a:gd name="connsiteY837" fmla="*/ 113829 h 6858000"/>
              <a:gd name="connsiteX838" fmla="*/ 5825032 w 7467600"/>
              <a:gd name="connsiteY838" fmla="*/ 146405 h 6858000"/>
              <a:gd name="connsiteX839" fmla="*/ 4955599 w 7467600"/>
              <a:gd name="connsiteY839" fmla="*/ 247008 h 6858000"/>
              <a:gd name="connsiteX840" fmla="*/ 5210104 w 7467600"/>
              <a:gd name="connsiteY840" fmla="*/ 228123 h 6858000"/>
              <a:gd name="connsiteX841" fmla="*/ 5261015 w 7467600"/>
              <a:gd name="connsiteY841" fmla="*/ 227087 h 6858000"/>
              <a:gd name="connsiteX842" fmla="*/ 5861181 w 7467600"/>
              <a:gd name="connsiteY842" fmla="*/ 143093 h 6858000"/>
              <a:gd name="connsiteX843" fmla="*/ 5961252 w 7467600"/>
              <a:gd name="connsiteY843" fmla="*/ 114820 h 6858000"/>
              <a:gd name="connsiteX844" fmla="*/ 5944437 w 7467600"/>
              <a:gd name="connsiteY844" fmla="*/ 113829 h 6858000"/>
              <a:gd name="connsiteX845" fmla="*/ 3882765 w 7467600"/>
              <a:gd name="connsiteY845" fmla="*/ 0 h 6858000"/>
              <a:gd name="connsiteX846" fmla="*/ 3995099 w 7467600"/>
              <a:gd name="connsiteY846" fmla="*/ 0 h 6858000"/>
              <a:gd name="connsiteX847" fmla="*/ 4163818 w 7467600"/>
              <a:gd name="connsiteY847" fmla="*/ 234104 h 6858000"/>
              <a:gd name="connsiteX848" fmla="*/ 4172099 w 7467600"/>
              <a:gd name="connsiteY848" fmla="*/ 234207 h 6858000"/>
              <a:gd name="connsiteX849" fmla="*/ 4784282 w 7467600"/>
              <a:gd name="connsiteY849" fmla="*/ 276561 h 6858000"/>
              <a:gd name="connsiteX850" fmla="*/ 4801687 w 7467600"/>
              <a:gd name="connsiteY850" fmla="*/ 267764 h 6858000"/>
              <a:gd name="connsiteX851" fmla="*/ 6082788 w 7467600"/>
              <a:gd name="connsiteY851" fmla="*/ 64119 h 6858000"/>
              <a:gd name="connsiteX852" fmla="*/ 6099442 w 7467600"/>
              <a:gd name="connsiteY852" fmla="*/ 82568 h 6858000"/>
              <a:gd name="connsiteX853" fmla="*/ 4804137 w 7467600"/>
              <a:gd name="connsiteY853" fmla="*/ 320931 h 6858000"/>
              <a:gd name="connsiteX854" fmla="*/ 4227047 w 7467600"/>
              <a:gd name="connsiteY854" fmla="*/ 313415 h 6858000"/>
              <a:gd name="connsiteX855" fmla="*/ 4346041 w 7467600"/>
              <a:gd name="connsiteY855" fmla="*/ 456086 h 6858000"/>
              <a:gd name="connsiteX856" fmla="*/ 4870967 w 7467600"/>
              <a:gd name="connsiteY856" fmla="*/ 963061 h 6858000"/>
              <a:gd name="connsiteX857" fmla="*/ 4889647 w 7467600"/>
              <a:gd name="connsiteY857" fmla="*/ 957147 h 6858000"/>
              <a:gd name="connsiteX858" fmla="*/ 5422504 w 7467600"/>
              <a:gd name="connsiteY858" fmla="*/ 805191 h 6858000"/>
              <a:gd name="connsiteX859" fmla="*/ 6087656 w 7467600"/>
              <a:gd name="connsiteY859" fmla="*/ 826703 h 6858000"/>
              <a:gd name="connsiteX860" fmla="*/ 6058717 w 7467600"/>
              <a:gd name="connsiteY860" fmla="*/ 865992 h 6858000"/>
              <a:gd name="connsiteX861" fmla="*/ 4974153 w 7467600"/>
              <a:gd name="connsiteY861" fmla="*/ 1045456 h 6858000"/>
              <a:gd name="connsiteX862" fmla="*/ 5627835 w 7467600"/>
              <a:gd name="connsiteY862" fmla="*/ 1472077 h 6858000"/>
              <a:gd name="connsiteX863" fmla="*/ 5629817 w 7467600"/>
              <a:gd name="connsiteY863" fmla="*/ 1471412 h 6858000"/>
              <a:gd name="connsiteX864" fmla="*/ 5634124 w 7467600"/>
              <a:gd name="connsiteY864" fmla="*/ 1470572 h 6858000"/>
              <a:gd name="connsiteX865" fmla="*/ 5755832 w 7467600"/>
              <a:gd name="connsiteY865" fmla="*/ 1383886 h 6858000"/>
              <a:gd name="connsiteX866" fmla="*/ 6014186 w 7467600"/>
              <a:gd name="connsiteY866" fmla="*/ 1279799 h 6858000"/>
              <a:gd name="connsiteX867" fmla="*/ 6901619 w 7467600"/>
              <a:gd name="connsiteY867" fmla="*/ 1047874 h 6858000"/>
              <a:gd name="connsiteX868" fmla="*/ 6931566 w 7467600"/>
              <a:gd name="connsiteY868" fmla="*/ 1062034 h 6858000"/>
              <a:gd name="connsiteX869" fmla="*/ 5790982 w 7467600"/>
              <a:gd name="connsiteY869" fmla="*/ 1561380 h 6858000"/>
              <a:gd name="connsiteX870" fmla="*/ 6188971 w 7467600"/>
              <a:gd name="connsiteY870" fmla="*/ 1755168 h 6858000"/>
              <a:gd name="connsiteX871" fmla="*/ 6202446 w 7467600"/>
              <a:gd name="connsiteY871" fmla="*/ 1752268 h 6858000"/>
              <a:gd name="connsiteX872" fmla="*/ 7179560 w 7467600"/>
              <a:gd name="connsiteY872" fmla="*/ 1467551 h 6858000"/>
              <a:gd name="connsiteX873" fmla="*/ 7158730 w 7467600"/>
              <a:gd name="connsiteY873" fmla="*/ 1507835 h 6858000"/>
              <a:gd name="connsiteX874" fmla="*/ 6326959 w 7467600"/>
              <a:gd name="connsiteY874" fmla="*/ 1817686 h 6858000"/>
              <a:gd name="connsiteX875" fmla="*/ 6537433 w 7467600"/>
              <a:gd name="connsiteY875" fmla="*/ 1907790 h 6858000"/>
              <a:gd name="connsiteX876" fmla="*/ 6550221 w 7467600"/>
              <a:gd name="connsiteY876" fmla="*/ 1910729 h 6858000"/>
              <a:gd name="connsiteX877" fmla="*/ 6964438 w 7467600"/>
              <a:gd name="connsiteY877" fmla="*/ 2209505 h 6858000"/>
              <a:gd name="connsiteX878" fmla="*/ 7367862 w 7467600"/>
              <a:gd name="connsiteY878" fmla="*/ 2806833 h 6858000"/>
              <a:gd name="connsiteX879" fmla="*/ 7364329 w 7467600"/>
              <a:gd name="connsiteY879" fmla="*/ 2826907 h 6858000"/>
              <a:gd name="connsiteX880" fmla="*/ 7290545 w 7467600"/>
              <a:gd name="connsiteY880" fmla="*/ 2850663 h 6858000"/>
              <a:gd name="connsiteX881" fmla="*/ 6472036 w 7467600"/>
              <a:gd name="connsiteY881" fmla="*/ 1959003 h 6858000"/>
              <a:gd name="connsiteX882" fmla="*/ 5792897 w 7467600"/>
              <a:gd name="connsiteY882" fmla="*/ 1647747 h 6858000"/>
              <a:gd name="connsiteX883" fmla="*/ 5842751 w 7467600"/>
              <a:gd name="connsiteY883" fmla="*/ 1816112 h 6858000"/>
              <a:gd name="connsiteX884" fmla="*/ 5847424 w 7467600"/>
              <a:gd name="connsiteY884" fmla="*/ 1815776 h 6858000"/>
              <a:gd name="connsiteX885" fmla="*/ 6399821 w 7467600"/>
              <a:gd name="connsiteY885" fmla="*/ 2344799 h 6858000"/>
              <a:gd name="connsiteX886" fmla="*/ 6323232 w 7467600"/>
              <a:gd name="connsiteY886" fmla="*/ 2389634 h 6858000"/>
              <a:gd name="connsiteX887" fmla="*/ 5942958 w 7467600"/>
              <a:gd name="connsiteY887" fmla="*/ 2077708 h 6858000"/>
              <a:gd name="connsiteX888" fmla="*/ 5921559 w 7467600"/>
              <a:gd name="connsiteY888" fmla="*/ 2378596 h 6858000"/>
              <a:gd name="connsiteX889" fmla="*/ 5817651 w 7467600"/>
              <a:gd name="connsiteY889" fmla="*/ 3023919 h 6858000"/>
              <a:gd name="connsiteX890" fmla="*/ 5729634 w 7467600"/>
              <a:gd name="connsiteY890" fmla="*/ 3051849 h 6858000"/>
              <a:gd name="connsiteX891" fmla="*/ 5611018 w 7467600"/>
              <a:gd name="connsiteY891" fmla="*/ 2316769 h 6858000"/>
              <a:gd name="connsiteX892" fmla="*/ 5687608 w 7467600"/>
              <a:gd name="connsiteY892" fmla="*/ 2039972 h 6858000"/>
              <a:gd name="connsiteX893" fmla="*/ 5657554 w 7467600"/>
              <a:gd name="connsiteY893" fmla="*/ 1576445 h 6858000"/>
              <a:gd name="connsiteX894" fmla="*/ 5150475 w 7467600"/>
              <a:gd name="connsiteY894" fmla="*/ 1274012 h 6858000"/>
              <a:gd name="connsiteX895" fmla="*/ 5349142 w 7467600"/>
              <a:gd name="connsiteY895" fmla="*/ 2204405 h 6858000"/>
              <a:gd name="connsiteX896" fmla="*/ 5262214 w 7467600"/>
              <a:gd name="connsiteY896" fmla="*/ 2233836 h 6858000"/>
              <a:gd name="connsiteX897" fmla="*/ 4981539 w 7467600"/>
              <a:gd name="connsiteY897" fmla="*/ 1542201 h 6858000"/>
              <a:gd name="connsiteX898" fmla="*/ 4958461 w 7467600"/>
              <a:gd name="connsiteY898" fmla="*/ 1136957 h 6858000"/>
              <a:gd name="connsiteX899" fmla="*/ 4655015 w 7467600"/>
              <a:gd name="connsiteY899" fmla="*/ 891426 h 6858000"/>
              <a:gd name="connsiteX900" fmla="*/ 4348002 w 7467600"/>
              <a:gd name="connsiteY900" fmla="*/ 2205895 h 6858000"/>
              <a:gd name="connsiteX901" fmla="*/ 4262250 w 7467600"/>
              <a:gd name="connsiteY901" fmla="*/ 2219972 h 6858000"/>
              <a:gd name="connsiteX902" fmla="*/ 4550611 w 7467600"/>
              <a:gd name="connsiteY902" fmla="*/ 817540 h 6858000"/>
              <a:gd name="connsiteX903" fmla="*/ 4564418 w 7467600"/>
              <a:gd name="connsiteY903" fmla="*/ 808293 h 6858000"/>
              <a:gd name="connsiteX904" fmla="*/ 4266388 w 7467600"/>
              <a:gd name="connsiteY904" fmla="*/ 500083 h 6858000"/>
              <a:gd name="connsiteX905" fmla="*/ 4032842 w 7467600"/>
              <a:gd name="connsiteY905" fmla="*/ 211809 h 6858000"/>
              <a:gd name="connsiteX906" fmla="*/ 3882765 w 7467600"/>
              <a:gd name="connsiteY906" fmla="*/ 0 h 6858000"/>
              <a:gd name="connsiteX907" fmla="*/ 3721337 w 7467600"/>
              <a:gd name="connsiteY907" fmla="*/ 0 h 6858000"/>
              <a:gd name="connsiteX908" fmla="*/ 3797544 w 7467600"/>
              <a:gd name="connsiteY908" fmla="*/ 0 h 6858000"/>
              <a:gd name="connsiteX909" fmla="*/ 3775734 w 7467600"/>
              <a:gd name="connsiteY909" fmla="*/ 95131 h 6858000"/>
              <a:gd name="connsiteX910" fmla="*/ 3724807 w 7467600"/>
              <a:gd name="connsiteY910" fmla="*/ 272257 h 6858000"/>
              <a:gd name="connsiteX911" fmla="*/ 3726844 w 7467600"/>
              <a:gd name="connsiteY911" fmla="*/ 282988 h 6858000"/>
              <a:gd name="connsiteX912" fmla="*/ 3742664 w 7467600"/>
              <a:gd name="connsiteY912" fmla="*/ 279918 h 6858000"/>
              <a:gd name="connsiteX913" fmla="*/ 4103910 w 7467600"/>
              <a:gd name="connsiteY913" fmla="*/ 1161917 h 6858000"/>
              <a:gd name="connsiteX914" fmla="*/ 4020269 w 7467600"/>
              <a:gd name="connsiteY914" fmla="*/ 1200406 h 6858000"/>
              <a:gd name="connsiteX915" fmla="*/ 3674882 w 7467600"/>
              <a:gd name="connsiteY915" fmla="*/ 488524 h 6858000"/>
              <a:gd name="connsiteX916" fmla="*/ 3132682 w 7467600"/>
              <a:gd name="connsiteY916" fmla="*/ 1072284 h 6858000"/>
              <a:gd name="connsiteX917" fmla="*/ 2716346 w 7467600"/>
              <a:gd name="connsiteY917" fmla="*/ 1276376 h 6858000"/>
              <a:gd name="connsiteX918" fmla="*/ 2716772 w 7467600"/>
              <a:gd name="connsiteY918" fmla="*/ 1255462 h 6858000"/>
              <a:gd name="connsiteX919" fmla="*/ 3471096 w 7467600"/>
              <a:gd name="connsiteY919" fmla="*/ 437072 h 6858000"/>
              <a:gd name="connsiteX920" fmla="*/ 3639057 w 7467600"/>
              <a:gd name="connsiteY920" fmla="*/ 286334 h 6858000"/>
              <a:gd name="connsiteX921" fmla="*/ 3640309 w 7467600"/>
              <a:gd name="connsiteY921" fmla="*/ 284664 h 6858000"/>
              <a:gd name="connsiteX922" fmla="*/ 3646022 w 7467600"/>
              <a:gd name="connsiteY922" fmla="*/ 276711 h 6858000"/>
              <a:gd name="connsiteX923" fmla="*/ 3707943 w 7467600"/>
              <a:gd name="connsiteY923" fmla="*/ 65958 h 6858000"/>
              <a:gd name="connsiteX924" fmla="*/ 3721337 w 7467600"/>
              <a:gd name="connsiteY924" fmla="*/ 0 h 6858000"/>
              <a:gd name="connsiteX925" fmla="*/ 2867960 w 7467600"/>
              <a:gd name="connsiteY925" fmla="*/ 0 h 6858000"/>
              <a:gd name="connsiteX926" fmla="*/ 2926351 w 7467600"/>
              <a:gd name="connsiteY926" fmla="*/ 0 h 6858000"/>
              <a:gd name="connsiteX927" fmla="*/ 2902823 w 7467600"/>
              <a:gd name="connsiteY927" fmla="*/ 262929 h 6858000"/>
              <a:gd name="connsiteX928" fmla="*/ 2940663 w 7467600"/>
              <a:gd name="connsiteY928" fmla="*/ 140884 h 6858000"/>
              <a:gd name="connsiteX929" fmla="*/ 2947039 w 7467600"/>
              <a:gd name="connsiteY929" fmla="*/ 122524 h 6858000"/>
              <a:gd name="connsiteX930" fmla="*/ 2984316 w 7467600"/>
              <a:gd name="connsiteY930" fmla="*/ 0 h 6858000"/>
              <a:gd name="connsiteX931" fmla="*/ 3016114 w 7467600"/>
              <a:gd name="connsiteY931" fmla="*/ 0 h 6858000"/>
              <a:gd name="connsiteX932" fmla="*/ 2979949 w 7467600"/>
              <a:gd name="connsiteY932" fmla="*/ 119274 h 6858000"/>
              <a:gd name="connsiteX933" fmla="*/ 3023879 w 7467600"/>
              <a:gd name="connsiteY933" fmla="*/ 0 h 6858000"/>
              <a:gd name="connsiteX934" fmla="*/ 3105400 w 7467600"/>
              <a:gd name="connsiteY934" fmla="*/ 0 h 6858000"/>
              <a:gd name="connsiteX935" fmla="*/ 3094669 w 7467600"/>
              <a:gd name="connsiteY935" fmla="*/ 30308 h 6858000"/>
              <a:gd name="connsiteX936" fmla="*/ 2901945 w 7467600"/>
              <a:gd name="connsiteY936" fmla="*/ 466538 h 6858000"/>
              <a:gd name="connsiteX937" fmla="*/ 2815209 w 7467600"/>
              <a:gd name="connsiteY937" fmla="*/ 497361 h 6858000"/>
              <a:gd name="connsiteX938" fmla="*/ 2844845 w 7467600"/>
              <a:gd name="connsiteY938" fmla="*/ 127638 h 6858000"/>
              <a:gd name="connsiteX939" fmla="*/ 2867960 w 7467600"/>
              <a:gd name="connsiteY939" fmla="*/ 0 h 6858000"/>
              <a:gd name="connsiteX940" fmla="*/ 1057230 w 7467600"/>
              <a:gd name="connsiteY940" fmla="*/ 0 h 6858000"/>
              <a:gd name="connsiteX941" fmla="*/ 1111003 w 7467600"/>
              <a:gd name="connsiteY941" fmla="*/ 0 h 6858000"/>
              <a:gd name="connsiteX942" fmla="*/ 1125553 w 7467600"/>
              <a:gd name="connsiteY942" fmla="*/ 52588 h 6858000"/>
              <a:gd name="connsiteX943" fmla="*/ 1304276 w 7467600"/>
              <a:gd name="connsiteY943" fmla="*/ 476275 h 6858000"/>
              <a:gd name="connsiteX944" fmla="*/ 1492066 w 7467600"/>
              <a:gd name="connsiteY944" fmla="*/ 886333 h 6858000"/>
              <a:gd name="connsiteX945" fmla="*/ 1423698 w 7467600"/>
              <a:gd name="connsiteY945" fmla="*/ 710817 h 6858000"/>
              <a:gd name="connsiteX946" fmla="*/ 1357609 w 7467600"/>
              <a:gd name="connsiteY946" fmla="*/ 532892 h 6858000"/>
              <a:gd name="connsiteX947" fmla="*/ 1309550 w 7467600"/>
              <a:gd name="connsiteY947" fmla="*/ 374031 h 6858000"/>
              <a:gd name="connsiteX948" fmla="*/ 1193673 w 7467600"/>
              <a:gd name="connsiteY948" fmla="*/ 49533 h 6858000"/>
              <a:gd name="connsiteX949" fmla="*/ 1164391 w 7467600"/>
              <a:gd name="connsiteY949" fmla="*/ 0 h 6858000"/>
              <a:gd name="connsiteX950" fmla="*/ 1200666 w 7467600"/>
              <a:gd name="connsiteY950" fmla="*/ 0 h 6858000"/>
              <a:gd name="connsiteX951" fmla="*/ 1223408 w 7467600"/>
              <a:gd name="connsiteY951" fmla="*/ 38996 h 6858000"/>
              <a:gd name="connsiteX952" fmla="*/ 1339635 w 7467600"/>
              <a:gd name="connsiteY952" fmla="*/ 365517 h 6858000"/>
              <a:gd name="connsiteX953" fmla="*/ 1387469 w 7467600"/>
              <a:gd name="connsiteY953" fmla="*/ 523079 h 6858000"/>
              <a:gd name="connsiteX954" fmla="*/ 1452685 w 7467600"/>
              <a:gd name="connsiteY954" fmla="*/ 699806 h 6858000"/>
              <a:gd name="connsiteX955" fmla="*/ 1492092 w 7467600"/>
              <a:gd name="connsiteY955" fmla="*/ 800424 h 6858000"/>
              <a:gd name="connsiteX956" fmla="*/ 1455302 w 7467600"/>
              <a:gd name="connsiteY956" fmla="*/ 632913 h 6858000"/>
              <a:gd name="connsiteX957" fmla="*/ 1222336 w 7467600"/>
              <a:gd name="connsiteY957" fmla="*/ 9480 h 6858000"/>
              <a:gd name="connsiteX958" fmla="*/ 1214634 w 7467600"/>
              <a:gd name="connsiteY958" fmla="*/ 0 h 6858000"/>
              <a:gd name="connsiteX959" fmla="*/ 1289827 w 7467600"/>
              <a:gd name="connsiteY959" fmla="*/ 0 h 6858000"/>
              <a:gd name="connsiteX960" fmla="*/ 1321076 w 7467600"/>
              <a:gd name="connsiteY960" fmla="*/ 59722 h 6858000"/>
              <a:gd name="connsiteX961" fmla="*/ 1512579 w 7467600"/>
              <a:gd name="connsiteY961" fmla="*/ 626441 h 6858000"/>
              <a:gd name="connsiteX962" fmla="*/ 1506076 w 7467600"/>
              <a:gd name="connsiteY962" fmla="*/ 1089289 h 6858000"/>
              <a:gd name="connsiteX963" fmla="*/ 1486346 w 7467600"/>
              <a:gd name="connsiteY963" fmla="*/ 1079919 h 6858000"/>
              <a:gd name="connsiteX964" fmla="*/ 1070511 w 7467600"/>
              <a:gd name="connsiteY964" fmla="*/ 48609 h 6858000"/>
              <a:gd name="connsiteX965" fmla="*/ 1057230 w 7467600"/>
              <a:gd name="connsiteY965" fmla="*/ 0 h 6858000"/>
              <a:gd name="connsiteX966" fmla="*/ 43151 w 7467600"/>
              <a:gd name="connsiteY966" fmla="*/ 0 h 6858000"/>
              <a:gd name="connsiteX967" fmla="*/ 95283 w 7467600"/>
              <a:gd name="connsiteY967" fmla="*/ 0 h 6858000"/>
              <a:gd name="connsiteX968" fmla="*/ 300708 w 7467600"/>
              <a:gd name="connsiteY968" fmla="*/ 154571 h 6858000"/>
              <a:gd name="connsiteX969" fmla="*/ 530414 w 7467600"/>
              <a:gd name="connsiteY969" fmla="*/ 354673 h 6858000"/>
              <a:gd name="connsiteX970" fmla="*/ 333785 w 7467600"/>
              <a:gd name="connsiteY970" fmla="*/ 161564 h 6858000"/>
              <a:gd name="connsiteX971" fmla="*/ 147005 w 7467600"/>
              <a:gd name="connsiteY971" fmla="*/ 0 h 6858000"/>
              <a:gd name="connsiteX972" fmla="*/ 272509 w 7467600"/>
              <a:gd name="connsiteY972" fmla="*/ 0 h 6858000"/>
              <a:gd name="connsiteX973" fmla="*/ 326276 w 7467600"/>
              <a:gd name="connsiteY973" fmla="*/ 45847 h 6858000"/>
              <a:gd name="connsiteX974" fmla="*/ 823759 w 7467600"/>
              <a:gd name="connsiteY974" fmla="*/ 574145 h 6858000"/>
              <a:gd name="connsiteX975" fmla="*/ 811254 w 7467600"/>
              <a:gd name="connsiteY975" fmla="*/ 665546 h 6858000"/>
              <a:gd name="connsiteX976" fmla="*/ 154042 w 7467600"/>
              <a:gd name="connsiteY976" fmla="*/ 261522 h 6858000"/>
              <a:gd name="connsiteX977" fmla="*/ 13550 w 7467600"/>
              <a:gd name="connsiteY977" fmla="*/ 158423 h 6858000"/>
              <a:gd name="connsiteX978" fmla="*/ 0 w 7467600"/>
              <a:gd name="connsiteY978" fmla="*/ 146618 h 6858000"/>
              <a:gd name="connsiteX979" fmla="*/ 0 w 7467600"/>
              <a:gd name="connsiteY979" fmla="*/ 59161 h 6858000"/>
              <a:gd name="connsiteX980" fmla="*/ 45427 w 7467600"/>
              <a:gd name="connsiteY980" fmla="*/ 101078 h 6858000"/>
              <a:gd name="connsiteX981" fmla="*/ 630103 w 7467600"/>
              <a:gd name="connsiteY981" fmla="*/ 485885 h 6858000"/>
              <a:gd name="connsiteX982" fmla="*/ 532040 w 7467600"/>
              <a:gd name="connsiteY982" fmla="*/ 399359 h 6858000"/>
              <a:gd name="connsiteX983" fmla="*/ 517618 w 7467600"/>
              <a:gd name="connsiteY983" fmla="*/ 385726 h 6858000"/>
              <a:gd name="connsiteX984" fmla="*/ 285074 w 7467600"/>
              <a:gd name="connsiteY984" fmla="*/ 182755 h 6858000"/>
              <a:gd name="connsiteX985" fmla="*/ 43151 w 7467600"/>
              <a:gd name="connsiteY98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61797 w 7467600"/>
              <a:gd name="connsiteY76" fmla="*/ 5419899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6861797 w 7467600"/>
              <a:gd name="connsiteY103" fmla="*/ 5419899 h 6858000"/>
              <a:gd name="connsiteX104" fmla="*/ 1456157 w 7467600"/>
              <a:gd name="connsiteY104" fmla="*/ 5371404 h 6858000"/>
              <a:gd name="connsiteX105" fmla="*/ 1244432 w 7467600"/>
              <a:gd name="connsiteY105" fmla="*/ 5385601 h 6858000"/>
              <a:gd name="connsiteX106" fmla="*/ 973990 w 7467600"/>
              <a:gd name="connsiteY106" fmla="*/ 5424940 h 6858000"/>
              <a:gd name="connsiteX107" fmla="*/ 1103809 w 7467600"/>
              <a:gd name="connsiteY107" fmla="*/ 5433720 h 6858000"/>
              <a:gd name="connsiteX108" fmla="*/ 1123454 w 7467600"/>
              <a:gd name="connsiteY108" fmla="*/ 5435727 h 6858000"/>
              <a:gd name="connsiteX109" fmla="*/ 1737017 w 7467600"/>
              <a:gd name="connsiteY109" fmla="*/ 5452183 h 6858000"/>
              <a:gd name="connsiteX110" fmla="*/ 1824397 w 7467600"/>
              <a:gd name="connsiteY110" fmla="*/ 5447757 h 6858000"/>
              <a:gd name="connsiteX111" fmla="*/ 2070059 w 7467600"/>
              <a:gd name="connsiteY111" fmla="*/ 5441660 h 6858000"/>
              <a:gd name="connsiteX112" fmla="*/ 1456157 w 7467600"/>
              <a:gd name="connsiteY112" fmla="*/ 5371404 h 6858000"/>
              <a:gd name="connsiteX113" fmla="*/ 4988186 w 7467600"/>
              <a:gd name="connsiteY113" fmla="*/ 5216467 h 6858000"/>
              <a:gd name="connsiteX114" fmla="*/ 4777334 w 7467600"/>
              <a:gd name="connsiteY114" fmla="*/ 5406072 h 6858000"/>
              <a:gd name="connsiteX115" fmla="*/ 4718341 w 7467600"/>
              <a:gd name="connsiteY115" fmla="*/ 5468043 h 6858000"/>
              <a:gd name="connsiteX116" fmla="*/ 4604655 w 7467600"/>
              <a:gd name="connsiteY116" fmla="*/ 5583434 h 6858000"/>
              <a:gd name="connsiteX117" fmla="*/ 4565074 w 7467600"/>
              <a:gd name="connsiteY117" fmla="*/ 5618550 h 6858000"/>
              <a:gd name="connsiteX118" fmla="*/ 4988186 w 7467600"/>
              <a:gd name="connsiteY118" fmla="*/ 5216467 h 6858000"/>
              <a:gd name="connsiteX119" fmla="*/ 4978032 w 7467600"/>
              <a:gd name="connsiteY119" fmla="*/ 5183809 h 6858000"/>
              <a:gd name="connsiteX120" fmla="*/ 4463413 w 7467600"/>
              <a:gd name="connsiteY120" fmla="*/ 5615162 h 6858000"/>
              <a:gd name="connsiteX121" fmla="*/ 4358134 w 7467600"/>
              <a:gd name="connsiteY121" fmla="*/ 5742791 h 6858000"/>
              <a:gd name="connsiteX122" fmla="*/ 4376219 w 7467600"/>
              <a:gd name="connsiteY122" fmla="*/ 5729027 h 6858000"/>
              <a:gd name="connsiteX123" fmla="*/ 4582340 w 7467600"/>
              <a:gd name="connsiteY123" fmla="*/ 5561037 h 6858000"/>
              <a:gd name="connsiteX124" fmla="*/ 4694684 w 7467600"/>
              <a:gd name="connsiteY124" fmla="*/ 5447098 h 6858000"/>
              <a:gd name="connsiteX125" fmla="*/ 4754123 w 7467600"/>
              <a:gd name="connsiteY125" fmla="*/ 5384643 h 6858000"/>
              <a:gd name="connsiteX126" fmla="*/ 4978032 w 7467600"/>
              <a:gd name="connsiteY126" fmla="*/ 5183809 h 6858000"/>
              <a:gd name="connsiteX127" fmla="*/ 1903353 w 7467600"/>
              <a:gd name="connsiteY127" fmla="*/ 5044827 h 6858000"/>
              <a:gd name="connsiteX128" fmla="*/ 1936931 w 7467600"/>
              <a:gd name="connsiteY128" fmla="*/ 5093954 h 6858000"/>
              <a:gd name="connsiteX129" fmla="*/ 2195868 w 7467600"/>
              <a:gd name="connsiteY129" fmla="*/ 5396574 h 6858000"/>
              <a:gd name="connsiteX130" fmla="*/ 2088852 w 7467600"/>
              <a:gd name="connsiteY130" fmla="*/ 5166123 h 6858000"/>
              <a:gd name="connsiteX131" fmla="*/ 1958241 w 7467600"/>
              <a:gd name="connsiteY131" fmla="*/ 5067955 h 6858000"/>
              <a:gd name="connsiteX132" fmla="*/ 1903353 w 7467600"/>
              <a:gd name="connsiteY132" fmla="*/ 5044827 h 6858000"/>
              <a:gd name="connsiteX133" fmla="*/ 1979378 w 7467600"/>
              <a:gd name="connsiteY133" fmla="*/ 4769504 h 6858000"/>
              <a:gd name="connsiteX134" fmla="*/ 2882120 w 7467600"/>
              <a:gd name="connsiteY134" fmla="*/ 5064547 h 6858000"/>
              <a:gd name="connsiteX135" fmla="*/ 2793103 w 7467600"/>
              <a:gd name="connsiteY135" fmla="*/ 5039699 h 6858000"/>
              <a:gd name="connsiteX136" fmla="*/ 2770041 w 7467600"/>
              <a:gd name="connsiteY136" fmla="*/ 5033634 h 6858000"/>
              <a:gd name="connsiteX137" fmla="*/ 1979378 w 7467600"/>
              <a:gd name="connsiteY137" fmla="*/ 4769504 h 6858000"/>
              <a:gd name="connsiteX138" fmla="*/ 1927410 w 7467600"/>
              <a:gd name="connsiteY138" fmla="*/ 4716164 h 6858000"/>
              <a:gd name="connsiteX139" fmla="*/ 1959587 w 7467600"/>
              <a:gd name="connsiteY139" fmla="*/ 4728849 h 6858000"/>
              <a:gd name="connsiteX140" fmla="*/ 2777707 w 7467600"/>
              <a:gd name="connsiteY140" fmla="*/ 5003991 h 6858000"/>
              <a:gd name="connsiteX141" fmla="*/ 2800768 w 7467600"/>
              <a:gd name="connsiteY141" fmla="*/ 5010056 h 6858000"/>
              <a:gd name="connsiteX142" fmla="*/ 2879408 w 7467600"/>
              <a:gd name="connsiteY142" fmla="*/ 5031590 h 6858000"/>
              <a:gd name="connsiteX143" fmla="*/ 2862295 w 7467600"/>
              <a:gd name="connsiteY143" fmla="*/ 5022958 h 6858000"/>
              <a:gd name="connsiteX144" fmla="*/ 2813343 w 7467600"/>
              <a:gd name="connsiteY144" fmla="*/ 4998369 h 6858000"/>
              <a:gd name="connsiteX145" fmla="*/ 2646245 w 7467600"/>
              <a:gd name="connsiteY145" fmla="*/ 4930999 h 6858000"/>
              <a:gd name="connsiteX146" fmla="*/ 1999243 w 7467600"/>
              <a:gd name="connsiteY146" fmla="*/ 4730524 h 6858000"/>
              <a:gd name="connsiteX147" fmla="*/ 1979527 w 7467600"/>
              <a:gd name="connsiteY147" fmla="*/ 4726651 h 6858000"/>
              <a:gd name="connsiteX148" fmla="*/ 1927410 w 7467600"/>
              <a:gd name="connsiteY148" fmla="*/ 4716164 h 6858000"/>
              <a:gd name="connsiteX149" fmla="*/ 1997014 w 7467600"/>
              <a:gd name="connsiteY149" fmla="*/ 4698007 h 6858000"/>
              <a:gd name="connsiteX150" fmla="*/ 2005458 w 7467600"/>
              <a:gd name="connsiteY150" fmla="*/ 4699540 h 6858000"/>
              <a:gd name="connsiteX151" fmla="*/ 2657186 w 7467600"/>
              <a:gd name="connsiteY151" fmla="*/ 4901687 h 6858000"/>
              <a:gd name="connsiteX152" fmla="*/ 2826662 w 7467600"/>
              <a:gd name="connsiteY152" fmla="*/ 4970362 h 6858000"/>
              <a:gd name="connsiteX153" fmla="*/ 2876100 w 7467600"/>
              <a:gd name="connsiteY153" fmla="*/ 4995397 h 6858000"/>
              <a:gd name="connsiteX154" fmla="*/ 3042600 w 7467600"/>
              <a:gd name="connsiteY154" fmla="*/ 5059532 h 6858000"/>
              <a:gd name="connsiteX155" fmla="*/ 1997014 w 7467600"/>
              <a:gd name="connsiteY155" fmla="*/ 4698007 h 6858000"/>
              <a:gd name="connsiteX156" fmla="*/ 2305292 w 7467600"/>
              <a:gd name="connsiteY156" fmla="*/ 4219492 h 6858000"/>
              <a:gd name="connsiteX157" fmla="*/ 3360922 w 7467600"/>
              <a:gd name="connsiteY157" fmla="*/ 4529373 h 6858000"/>
              <a:gd name="connsiteX158" fmla="*/ 3492420 w 7467600"/>
              <a:gd name="connsiteY158" fmla="*/ 4510145 h 6858000"/>
              <a:gd name="connsiteX159" fmla="*/ 3364086 w 7467600"/>
              <a:gd name="connsiteY159" fmla="*/ 4480340 h 6858000"/>
              <a:gd name="connsiteX160" fmla="*/ 3225818 w 7467600"/>
              <a:gd name="connsiteY160" fmla="*/ 4411822 h 6858000"/>
              <a:gd name="connsiteX161" fmla="*/ 3129696 w 7467600"/>
              <a:gd name="connsiteY161" fmla="*/ 4360704 h 6858000"/>
              <a:gd name="connsiteX162" fmla="*/ 2814545 w 7467600"/>
              <a:gd name="connsiteY162" fmla="*/ 4282955 h 6858000"/>
              <a:gd name="connsiteX163" fmla="*/ 2305292 w 7467600"/>
              <a:gd name="connsiteY163" fmla="*/ 4219492 h 6858000"/>
              <a:gd name="connsiteX164" fmla="*/ 2626982 w 7467600"/>
              <a:gd name="connsiteY164" fmla="*/ 4206450 h 6858000"/>
              <a:gd name="connsiteX165" fmla="*/ 2490617 w 7467600"/>
              <a:gd name="connsiteY165" fmla="*/ 4206951 h 6858000"/>
              <a:gd name="connsiteX166" fmla="*/ 2819869 w 7467600"/>
              <a:gd name="connsiteY166" fmla="*/ 4252936 h 6858000"/>
              <a:gd name="connsiteX167" fmla="*/ 3143018 w 7467600"/>
              <a:gd name="connsiteY167" fmla="*/ 4332698 h 6858000"/>
              <a:gd name="connsiteX168" fmla="*/ 3241520 w 7467600"/>
              <a:gd name="connsiteY168" fmla="*/ 4385112 h 6858000"/>
              <a:gd name="connsiteX169" fmla="*/ 3374575 w 7467600"/>
              <a:gd name="connsiteY169" fmla="*/ 4451517 h 6858000"/>
              <a:gd name="connsiteX170" fmla="*/ 3505221 w 7467600"/>
              <a:gd name="connsiteY170" fmla="*/ 4480757 h 6858000"/>
              <a:gd name="connsiteX171" fmla="*/ 2626982 w 7467600"/>
              <a:gd name="connsiteY171" fmla="*/ 4206450 h 6858000"/>
              <a:gd name="connsiteX172" fmla="*/ 1310106 w 7467600"/>
              <a:gd name="connsiteY172" fmla="*/ 3943217 h 6858000"/>
              <a:gd name="connsiteX173" fmla="*/ 854994 w 7467600"/>
              <a:gd name="connsiteY173" fmla="*/ 4399136 h 6858000"/>
              <a:gd name="connsiteX174" fmla="*/ 742462 w 7467600"/>
              <a:gd name="connsiteY174" fmla="*/ 4594648 h 6858000"/>
              <a:gd name="connsiteX175" fmla="*/ 820602 w 7467600"/>
              <a:gd name="connsiteY175" fmla="*/ 4485915 h 6858000"/>
              <a:gd name="connsiteX176" fmla="*/ 878295 w 7467600"/>
              <a:gd name="connsiteY176" fmla="*/ 4403594 h 6858000"/>
              <a:gd name="connsiteX177" fmla="*/ 1240607 w 7467600"/>
              <a:gd name="connsiteY177" fmla="*/ 4010401 h 6858000"/>
              <a:gd name="connsiteX178" fmla="*/ 1310106 w 7467600"/>
              <a:gd name="connsiteY178" fmla="*/ 3943217 h 6858000"/>
              <a:gd name="connsiteX179" fmla="*/ 1423113 w 7467600"/>
              <a:gd name="connsiteY179" fmla="*/ 3874565 h 6858000"/>
              <a:gd name="connsiteX180" fmla="*/ 1260565 w 7467600"/>
              <a:gd name="connsiteY180" fmla="*/ 4031982 h 6858000"/>
              <a:gd name="connsiteX181" fmla="*/ 901900 w 7467600"/>
              <a:gd name="connsiteY181" fmla="*/ 4421236 h 6858000"/>
              <a:gd name="connsiteX182" fmla="*/ 845044 w 7467600"/>
              <a:gd name="connsiteY182" fmla="*/ 4502436 h 6858000"/>
              <a:gd name="connsiteX183" fmla="*/ 685926 w 7467600"/>
              <a:gd name="connsiteY183" fmla="*/ 4703069 h 6858000"/>
              <a:gd name="connsiteX184" fmla="*/ 684248 w 7467600"/>
              <a:gd name="connsiteY184" fmla="*/ 4706721 h 6858000"/>
              <a:gd name="connsiteX185" fmla="*/ 1423113 w 7467600"/>
              <a:gd name="connsiteY185" fmla="*/ 3874565 h 6858000"/>
              <a:gd name="connsiteX186" fmla="*/ 3316479 w 7467600"/>
              <a:gd name="connsiteY186" fmla="*/ 3872136 h 6858000"/>
              <a:gd name="connsiteX187" fmla="*/ 3546806 w 7467600"/>
              <a:gd name="connsiteY187" fmla="*/ 4356139 h 6858000"/>
              <a:gd name="connsiteX188" fmla="*/ 3364433 w 7467600"/>
              <a:gd name="connsiteY188" fmla="*/ 3953121 h 6858000"/>
              <a:gd name="connsiteX189" fmla="*/ 3316479 w 7467600"/>
              <a:gd name="connsiteY189" fmla="*/ 3872136 h 6858000"/>
              <a:gd name="connsiteX190" fmla="*/ 3291335 w 7467600"/>
              <a:gd name="connsiteY190" fmla="*/ 3767420 h 6858000"/>
              <a:gd name="connsiteX191" fmla="*/ 3390805 w 7467600"/>
              <a:gd name="connsiteY191" fmla="*/ 3937163 h 6858000"/>
              <a:gd name="connsiteX192" fmla="*/ 3579062 w 7467600"/>
              <a:gd name="connsiteY192" fmla="*/ 4359040 h 6858000"/>
              <a:gd name="connsiteX193" fmla="*/ 3467355 w 7467600"/>
              <a:gd name="connsiteY193" fmla="*/ 3988130 h 6858000"/>
              <a:gd name="connsiteX194" fmla="*/ 3310753 w 7467600"/>
              <a:gd name="connsiteY194" fmla="*/ 3787140 h 6858000"/>
              <a:gd name="connsiteX195" fmla="*/ 3291335 w 7467600"/>
              <a:gd name="connsiteY195" fmla="*/ 3767420 h 6858000"/>
              <a:gd name="connsiteX196" fmla="*/ 1635889 w 7467600"/>
              <a:gd name="connsiteY196" fmla="*/ 3709494 h 6858000"/>
              <a:gd name="connsiteX197" fmla="*/ 1634800 w 7467600"/>
              <a:gd name="connsiteY197" fmla="*/ 3731111 h 6858000"/>
              <a:gd name="connsiteX198" fmla="*/ 1635889 w 7467600"/>
              <a:gd name="connsiteY198" fmla="*/ 3709494 h 6858000"/>
              <a:gd name="connsiteX199" fmla="*/ 1510397 w 7467600"/>
              <a:gd name="connsiteY199" fmla="*/ 3684705 h 6858000"/>
              <a:gd name="connsiteX200" fmla="*/ 1146550 w 7467600"/>
              <a:gd name="connsiteY200" fmla="*/ 3802012 h 6858000"/>
              <a:gd name="connsiteX201" fmla="*/ 698834 w 7467600"/>
              <a:gd name="connsiteY201" fmla="*/ 3952272 h 6858000"/>
              <a:gd name="connsiteX202" fmla="*/ 34256 w 7467600"/>
              <a:gd name="connsiteY202" fmla="*/ 4347603 h 6858000"/>
              <a:gd name="connsiteX203" fmla="*/ 527241 w 7467600"/>
              <a:gd name="connsiteY203" fmla="*/ 4065078 h 6858000"/>
              <a:gd name="connsiteX204" fmla="*/ 1510397 w 7467600"/>
              <a:gd name="connsiteY204" fmla="*/ 3684705 h 6858000"/>
              <a:gd name="connsiteX205" fmla="*/ 1313114 w 7467600"/>
              <a:gd name="connsiteY205" fmla="*/ 3655216 h 6858000"/>
              <a:gd name="connsiteX206" fmla="*/ 1109304 w 7467600"/>
              <a:gd name="connsiteY206" fmla="*/ 3669030 h 6858000"/>
              <a:gd name="connsiteX207" fmla="*/ 8129 w 7467600"/>
              <a:gd name="connsiteY207" fmla="*/ 4330519 h 6858000"/>
              <a:gd name="connsiteX208" fmla="*/ 687572 w 7467600"/>
              <a:gd name="connsiteY208" fmla="*/ 3925629 h 6858000"/>
              <a:gd name="connsiteX209" fmla="*/ 1138365 w 7467600"/>
              <a:gd name="connsiteY209" fmla="*/ 3774515 h 6858000"/>
              <a:gd name="connsiteX210" fmla="*/ 1505579 w 7467600"/>
              <a:gd name="connsiteY210" fmla="*/ 3655526 h 6858000"/>
              <a:gd name="connsiteX211" fmla="*/ 1313114 w 7467600"/>
              <a:gd name="connsiteY211" fmla="*/ 3655216 h 6858000"/>
              <a:gd name="connsiteX212" fmla="*/ 3655073 w 7467600"/>
              <a:gd name="connsiteY212" fmla="*/ 3650884 h 6858000"/>
              <a:gd name="connsiteX213" fmla="*/ 3989938 w 7467600"/>
              <a:gd name="connsiteY213" fmla="*/ 3991685 h 6858000"/>
              <a:gd name="connsiteX214" fmla="*/ 4393907 w 7467600"/>
              <a:gd name="connsiteY214" fmla="*/ 4261258 h 6858000"/>
              <a:gd name="connsiteX215" fmla="*/ 4648051 w 7467600"/>
              <a:gd name="connsiteY215" fmla="*/ 4374051 h 6858000"/>
              <a:gd name="connsiteX216" fmla="*/ 4383389 w 7467600"/>
              <a:gd name="connsiteY216" fmla="*/ 4184369 h 6858000"/>
              <a:gd name="connsiteX217" fmla="*/ 4165508 w 7467600"/>
              <a:gd name="connsiteY217" fmla="*/ 4035196 h 6858000"/>
              <a:gd name="connsiteX218" fmla="*/ 4068162 w 7467600"/>
              <a:gd name="connsiteY218" fmla="*/ 3953394 h 6858000"/>
              <a:gd name="connsiteX219" fmla="*/ 3981416 w 7467600"/>
              <a:gd name="connsiteY219" fmla="*/ 3880482 h 6858000"/>
              <a:gd name="connsiteX220" fmla="*/ 3800147 w 7467600"/>
              <a:gd name="connsiteY220" fmla="*/ 3749872 h 6858000"/>
              <a:gd name="connsiteX221" fmla="*/ 3655073 w 7467600"/>
              <a:gd name="connsiteY221" fmla="*/ 3650884 h 6858000"/>
              <a:gd name="connsiteX222" fmla="*/ 3670252 w 7467600"/>
              <a:gd name="connsiteY222" fmla="*/ 3622798 h 6858000"/>
              <a:gd name="connsiteX223" fmla="*/ 3817258 w 7467600"/>
              <a:gd name="connsiteY223" fmla="*/ 3723577 h 6858000"/>
              <a:gd name="connsiteX224" fmla="*/ 4000461 w 7467600"/>
              <a:gd name="connsiteY224" fmla="*/ 3855966 h 6858000"/>
              <a:gd name="connsiteX225" fmla="*/ 4088180 w 7467600"/>
              <a:gd name="connsiteY225" fmla="*/ 3929774 h 6858000"/>
              <a:gd name="connsiteX226" fmla="*/ 4184555 w 7467600"/>
              <a:gd name="connsiteY226" fmla="*/ 4010683 h 6858000"/>
              <a:gd name="connsiteX227" fmla="*/ 4399563 w 7467600"/>
              <a:gd name="connsiteY227" fmla="*/ 4158106 h 6858000"/>
              <a:gd name="connsiteX228" fmla="*/ 4684469 w 7467600"/>
              <a:gd name="connsiteY228" fmla="*/ 4364680 h 6858000"/>
              <a:gd name="connsiteX229" fmla="*/ 4690271 w 7467600"/>
              <a:gd name="connsiteY229" fmla="*/ 4370034 h 6858000"/>
              <a:gd name="connsiteX230" fmla="*/ 4136093 w 7467600"/>
              <a:gd name="connsiteY230" fmla="*/ 3858466 h 6858000"/>
              <a:gd name="connsiteX231" fmla="*/ 3670252 w 7467600"/>
              <a:gd name="connsiteY231" fmla="*/ 3622798 h 6858000"/>
              <a:gd name="connsiteX232" fmla="*/ 4440129 w 7467600"/>
              <a:gd name="connsiteY232" fmla="*/ 3448571 h 6858000"/>
              <a:gd name="connsiteX233" fmla="*/ 4856525 w 7467600"/>
              <a:gd name="connsiteY233" fmla="*/ 3915351 h 6858000"/>
              <a:gd name="connsiteX234" fmla="*/ 5059055 w 7467600"/>
              <a:gd name="connsiteY234" fmla="*/ 4108918 h 6858000"/>
              <a:gd name="connsiteX235" fmla="*/ 5290070 w 7467600"/>
              <a:gd name="connsiteY235" fmla="*/ 4263619 h 6858000"/>
              <a:gd name="connsiteX236" fmla="*/ 4834991 w 7467600"/>
              <a:gd name="connsiteY236" fmla="*/ 3830985 h 6858000"/>
              <a:gd name="connsiteX237" fmla="*/ 4440129 w 7467600"/>
              <a:gd name="connsiteY237" fmla="*/ 3448571 h 6858000"/>
              <a:gd name="connsiteX238" fmla="*/ 4441737 w 7467600"/>
              <a:gd name="connsiteY238" fmla="*/ 3399734 h 6858000"/>
              <a:gd name="connsiteX239" fmla="*/ 4431236 w 7467600"/>
              <a:gd name="connsiteY239" fmla="*/ 3400954 h 6858000"/>
              <a:gd name="connsiteX240" fmla="*/ 4557150 w 7467600"/>
              <a:gd name="connsiteY240" fmla="*/ 3510023 h 6858000"/>
              <a:gd name="connsiteX241" fmla="*/ 4856936 w 7467600"/>
              <a:gd name="connsiteY241" fmla="*/ 3809146 h 6858000"/>
              <a:gd name="connsiteX242" fmla="*/ 5111996 w 7467600"/>
              <a:gd name="connsiteY242" fmla="*/ 4065759 h 6858000"/>
              <a:gd name="connsiteX243" fmla="*/ 5388878 w 7467600"/>
              <a:gd name="connsiteY243" fmla="*/ 4300185 h 6858000"/>
              <a:gd name="connsiteX244" fmla="*/ 5425556 w 7467600"/>
              <a:gd name="connsiteY244" fmla="*/ 4308967 h 6858000"/>
              <a:gd name="connsiteX245" fmla="*/ 4943646 w 7467600"/>
              <a:gd name="connsiteY245" fmla="*/ 3822916 h 6858000"/>
              <a:gd name="connsiteX246" fmla="*/ 4594837 w 7467600"/>
              <a:gd name="connsiteY246" fmla="*/ 3532274 h 6858000"/>
              <a:gd name="connsiteX247" fmla="*/ 4441737 w 7467600"/>
              <a:gd name="connsiteY247" fmla="*/ 3399734 h 6858000"/>
              <a:gd name="connsiteX248" fmla="*/ 5425834 w 7467600"/>
              <a:gd name="connsiteY248" fmla="*/ 3162785 h 6858000"/>
              <a:gd name="connsiteX249" fmla="*/ 5401644 w 7467600"/>
              <a:gd name="connsiteY249" fmla="*/ 3617847 h 6858000"/>
              <a:gd name="connsiteX250" fmla="*/ 5467256 w 7467600"/>
              <a:gd name="connsiteY250" fmla="*/ 4175494 h 6858000"/>
              <a:gd name="connsiteX251" fmla="*/ 5448069 w 7467600"/>
              <a:gd name="connsiteY251" fmla="*/ 3567554 h 6858000"/>
              <a:gd name="connsiteX252" fmla="*/ 5425834 w 7467600"/>
              <a:gd name="connsiteY252" fmla="*/ 3162785 h 6858000"/>
              <a:gd name="connsiteX253" fmla="*/ 1318687 w 7467600"/>
              <a:gd name="connsiteY253" fmla="*/ 3113840 h 6858000"/>
              <a:gd name="connsiteX254" fmla="*/ 1066793 w 7467600"/>
              <a:gd name="connsiteY254" fmla="*/ 3212171 h 6858000"/>
              <a:gd name="connsiteX255" fmla="*/ 993319 w 7467600"/>
              <a:gd name="connsiteY255" fmla="*/ 3247648 h 6858000"/>
              <a:gd name="connsiteX256" fmla="*/ 853081 w 7467600"/>
              <a:gd name="connsiteY256" fmla="*/ 3312410 h 6858000"/>
              <a:gd name="connsiteX257" fmla="*/ 805957 w 7467600"/>
              <a:gd name="connsiteY257" fmla="*/ 3330443 h 6858000"/>
              <a:gd name="connsiteX258" fmla="*/ 1318687 w 7467600"/>
              <a:gd name="connsiteY258" fmla="*/ 3113840 h 6858000"/>
              <a:gd name="connsiteX259" fmla="*/ 5453702 w 7467600"/>
              <a:gd name="connsiteY259" fmla="*/ 3090882 h 6858000"/>
              <a:gd name="connsiteX260" fmla="*/ 5480135 w 7467600"/>
              <a:gd name="connsiteY260" fmla="*/ 3565802 h 6858000"/>
              <a:gd name="connsiteX261" fmla="*/ 5499023 w 7467600"/>
              <a:gd name="connsiteY261" fmla="*/ 4166310 h 6858000"/>
              <a:gd name="connsiteX262" fmla="*/ 5547022 w 7467600"/>
              <a:gd name="connsiteY262" fmla="*/ 3607838 h 6858000"/>
              <a:gd name="connsiteX263" fmla="*/ 5515964 w 7467600"/>
              <a:gd name="connsiteY263" fmla="*/ 3378541 h 6858000"/>
              <a:gd name="connsiteX264" fmla="*/ 5453702 w 7467600"/>
              <a:gd name="connsiteY264" fmla="*/ 3090882 h 6858000"/>
              <a:gd name="connsiteX265" fmla="*/ 1238695 w 7467600"/>
              <a:gd name="connsiteY265" fmla="*/ 3076820 h 6858000"/>
              <a:gd name="connsiteX266" fmla="*/ 716371 w 7467600"/>
              <a:gd name="connsiteY266" fmla="*/ 3293249 h 6858000"/>
              <a:gd name="connsiteX267" fmla="*/ 579522 w 7467600"/>
              <a:gd name="connsiteY267" fmla="*/ 3371759 h 6858000"/>
              <a:gd name="connsiteX268" fmla="*/ 600288 w 7467600"/>
              <a:gd name="connsiteY268" fmla="*/ 3365555 h 6858000"/>
              <a:gd name="connsiteX269" fmla="*/ 840692 w 7467600"/>
              <a:gd name="connsiteY269" fmla="*/ 3284921 h 6858000"/>
              <a:gd name="connsiteX270" fmla="*/ 979248 w 7467600"/>
              <a:gd name="connsiteY270" fmla="*/ 3221003 h 6858000"/>
              <a:gd name="connsiteX271" fmla="*/ 1053282 w 7467600"/>
              <a:gd name="connsiteY271" fmla="*/ 3185247 h 6858000"/>
              <a:gd name="connsiteX272" fmla="*/ 1320603 w 7467600"/>
              <a:gd name="connsiteY272" fmla="*/ 3081281 h 6858000"/>
              <a:gd name="connsiteX273" fmla="*/ 1238695 w 7467600"/>
              <a:gd name="connsiteY273" fmla="*/ 3076820 h 6858000"/>
              <a:gd name="connsiteX274" fmla="*/ 5425627 w 7467600"/>
              <a:gd name="connsiteY274" fmla="*/ 2954192 h 6858000"/>
              <a:gd name="connsiteX275" fmla="*/ 5470770 w 7467600"/>
              <a:gd name="connsiteY275" fmla="*/ 3005435 h 6858000"/>
              <a:gd name="connsiteX276" fmla="*/ 5519779 w 7467600"/>
              <a:gd name="connsiteY276" fmla="*/ 4359223 h 6858000"/>
              <a:gd name="connsiteX277" fmla="*/ 5520293 w 7467600"/>
              <a:gd name="connsiteY277" fmla="*/ 4360602 h 6858000"/>
              <a:gd name="connsiteX278" fmla="*/ 5767221 w 7467600"/>
              <a:gd name="connsiteY278" fmla="*/ 4665564 h 6858000"/>
              <a:gd name="connsiteX279" fmla="*/ 6937169 w 7467600"/>
              <a:gd name="connsiteY279" fmla="*/ 4815941 h 6858000"/>
              <a:gd name="connsiteX280" fmla="*/ 6953922 w 7467600"/>
              <a:gd name="connsiteY280" fmla="*/ 4890068 h 6858000"/>
              <a:gd name="connsiteX281" fmla="*/ 6071359 w 7467600"/>
              <a:gd name="connsiteY281" fmla="*/ 4770770 h 6858000"/>
              <a:gd name="connsiteX282" fmla="*/ 6038839 w 7467600"/>
              <a:gd name="connsiteY282" fmla="*/ 4764474 h 6858000"/>
              <a:gd name="connsiteX283" fmla="*/ 6038706 w 7467600"/>
              <a:gd name="connsiteY283" fmla="*/ 4763847 h 6858000"/>
              <a:gd name="connsiteX284" fmla="*/ 6037784 w 7467600"/>
              <a:gd name="connsiteY284" fmla="*/ 4764270 h 6858000"/>
              <a:gd name="connsiteX285" fmla="*/ 6038839 w 7467600"/>
              <a:gd name="connsiteY285" fmla="*/ 4764474 h 6858000"/>
              <a:gd name="connsiteX286" fmla="*/ 6040338 w 7467600"/>
              <a:gd name="connsiteY286" fmla="*/ 4771418 h 6858000"/>
              <a:gd name="connsiteX287" fmla="*/ 6024488 w 7467600"/>
              <a:gd name="connsiteY287" fmla="*/ 4809903 h 6858000"/>
              <a:gd name="connsiteX288" fmla="*/ 5599771 w 7467600"/>
              <a:gd name="connsiteY288" fmla="*/ 5509652 h 6858000"/>
              <a:gd name="connsiteX289" fmla="*/ 5548843 w 7467600"/>
              <a:gd name="connsiteY289" fmla="*/ 5563845 h 6858000"/>
              <a:gd name="connsiteX290" fmla="*/ 5940952 w 7467600"/>
              <a:gd name="connsiteY290" fmla="*/ 6250028 h 6858000"/>
              <a:gd name="connsiteX291" fmla="*/ 6043441 w 7467600"/>
              <a:gd name="connsiteY291" fmla="*/ 6665847 h 6858000"/>
              <a:gd name="connsiteX292" fmla="*/ 6093432 w 7467600"/>
              <a:gd name="connsiteY292" fmla="*/ 6858000 h 6858000"/>
              <a:gd name="connsiteX293" fmla="*/ 6034344 w 7467600"/>
              <a:gd name="connsiteY293" fmla="*/ 6858000 h 6858000"/>
              <a:gd name="connsiteX294" fmla="*/ 6026679 w 7467600"/>
              <a:gd name="connsiteY294" fmla="*/ 6836959 h 6858000"/>
              <a:gd name="connsiteX295" fmla="*/ 5800441 w 7467600"/>
              <a:gd name="connsiteY295" fmla="*/ 6335286 h 6858000"/>
              <a:gd name="connsiteX296" fmla="*/ 5526562 w 7467600"/>
              <a:gd name="connsiteY296" fmla="*/ 5705388 h 6858000"/>
              <a:gd name="connsiteX297" fmla="*/ 5519640 w 7467600"/>
              <a:gd name="connsiteY297" fmla="*/ 5683774 h 6858000"/>
              <a:gd name="connsiteX298" fmla="*/ 5844559 w 7467600"/>
              <a:gd name="connsiteY298" fmla="*/ 6553349 h 6858000"/>
              <a:gd name="connsiteX299" fmla="*/ 5975994 w 7467600"/>
              <a:gd name="connsiteY299" fmla="*/ 6858000 h 6858000"/>
              <a:gd name="connsiteX300" fmla="*/ 5898547 w 7467600"/>
              <a:gd name="connsiteY300" fmla="*/ 6858000 h 6858000"/>
              <a:gd name="connsiteX301" fmla="*/ 5682041 w 7467600"/>
              <a:gd name="connsiteY301" fmla="*/ 6355860 h 6858000"/>
              <a:gd name="connsiteX302" fmla="*/ 5461758 w 7467600"/>
              <a:gd name="connsiteY302" fmla="*/ 5820220 h 6858000"/>
              <a:gd name="connsiteX303" fmla="*/ 5237282 w 7467600"/>
              <a:gd name="connsiteY303" fmla="*/ 6579086 h 6858000"/>
              <a:gd name="connsiteX304" fmla="*/ 5115009 w 7467600"/>
              <a:gd name="connsiteY304" fmla="*/ 6858000 h 6858000"/>
              <a:gd name="connsiteX305" fmla="*/ 5028074 w 7467600"/>
              <a:gd name="connsiteY305" fmla="*/ 6858000 h 6858000"/>
              <a:gd name="connsiteX306" fmla="*/ 5079508 w 7467600"/>
              <a:gd name="connsiteY306" fmla="*/ 6749074 h 6858000"/>
              <a:gd name="connsiteX307" fmla="*/ 5371846 w 7467600"/>
              <a:gd name="connsiteY307" fmla="*/ 5924413 h 6858000"/>
              <a:gd name="connsiteX308" fmla="*/ 5270512 w 7467600"/>
              <a:gd name="connsiteY308" fmla="*/ 6138975 h 6858000"/>
              <a:gd name="connsiteX309" fmla="*/ 5062409 w 7467600"/>
              <a:gd name="connsiteY309" fmla="*/ 6653544 h 6858000"/>
              <a:gd name="connsiteX310" fmla="*/ 5036628 w 7467600"/>
              <a:gd name="connsiteY310" fmla="*/ 6754247 h 6858000"/>
              <a:gd name="connsiteX311" fmla="*/ 5009112 w 7467600"/>
              <a:gd name="connsiteY311" fmla="*/ 6858000 h 6858000"/>
              <a:gd name="connsiteX312" fmla="*/ 4976679 w 7467600"/>
              <a:gd name="connsiteY312" fmla="*/ 6858000 h 6858000"/>
              <a:gd name="connsiteX313" fmla="*/ 5006537 w 7467600"/>
              <a:gd name="connsiteY313" fmla="*/ 6747068 h 6858000"/>
              <a:gd name="connsiteX314" fmla="*/ 5032723 w 7467600"/>
              <a:gd name="connsiteY314" fmla="*/ 6644957 h 6858000"/>
              <a:gd name="connsiteX315" fmla="*/ 5242949 w 7467600"/>
              <a:gd name="connsiteY315" fmla="*/ 6125175 h 6858000"/>
              <a:gd name="connsiteX316" fmla="*/ 5286321 w 7467600"/>
              <a:gd name="connsiteY316" fmla="*/ 6033555 h 6858000"/>
              <a:gd name="connsiteX317" fmla="*/ 5008210 w 7467600"/>
              <a:gd name="connsiteY317" fmla="*/ 6649194 h 6858000"/>
              <a:gd name="connsiteX318" fmla="*/ 4986321 w 7467600"/>
              <a:gd name="connsiteY318" fmla="*/ 6765687 h 6858000"/>
              <a:gd name="connsiteX319" fmla="*/ 4973474 w 7467600"/>
              <a:gd name="connsiteY319" fmla="*/ 6858000 h 6858000"/>
              <a:gd name="connsiteX320" fmla="*/ 4907178 w 7467600"/>
              <a:gd name="connsiteY320" fmla="*/ 6858000 h 6858000"/>
              <a:gd name="connsiteX321" fmla="*/ 4910810 w 7467600"/>
              <a:gd name="connsiteY321" fmla="*/ 6829660 h 6858000"/>
              <a:gd name="connsiteX322" fmla="*/ 4987461 w 7467600"/>
              <a:gd name="connsiteY322" fmla="*/ 6432994 h 6858000"/>
              <a:gd name="connsiteX323" fmla="*/ 5179262 w 7467600"/>
              <a:gd name="connsiteY323" fmla="*/ 6035044 h 6858000"/>
              <a:gd name="connsiteX324" fmla="*/ 4689678 w 7467600"/>
              <a:gd name="connsiteY324" fmla="*/ 6440241 h 6858000"/>
              <a:gd name="connsiteX325" fmla="*/ 4477543 w 7467600"/>
              <a:gd name="connsiteY325" fmla="*/ 6674836 h 6858000"/>
              <a:gd name="connsiteX326" fmla="*/ 4329957 w 7467600"/>
              <a:gd name="connsiteY326" fmla="*/ 6858000 h 6858000"/>
              <a:gd name="connsiteX327" fmla="*/ 4218595 w 7467600"/>
              <a:gd name="connsiteY327" fmla="*/ 6858000 h 6858000"/>
              <a:gd name="connsiteX328" fmla="*/ 4368888 w 7467600"/>
              <a:gd name="connsiteY328" fmla="*/ 6668412 h 6858000"/>
              <a:gd name="connsiteX329" fmla="*/ 4563091 w 7467600"/>
              <a:gd name="connsiteY329" fmla="*/ 6442508 h 6858000"/>
              <a:gd name="connsiteX330" fmla="*/ 5387324 w 7467600"/>
              <a:gd name="connsiteY330" fmla="*/ 5705830 h 6858000"/>
              <a:gd name="connsiteX331" fmla="*/ 5073620 w 7467600"/>
              <a:gd name="connsiteY331" fmla="*/ 5955437 h 6858000"/>
              <a:gd name="connsiteX332" fmla="*/ 4689789 w 7467600"/>
              <a:gd name="connsiteY332" fmla="*/ 6268382 h 6858000"/>
              <a:gd name="connsiteX333" fmla="*/ 4418722 w 7467600"/>
              <a:gd name="connsiteY333" fmla="*/ 6570886 h 6858000"/>
              <a:gd name="connsiteX334" fmla="*/ 4214944 w 7467600"/>
              <a:gd name="connsiteY334" fmla="*/ 6858000 h 6858000"/>
              <a:gd name="connsiteX335" fmla="*/ 4177898 w 7467600"/>
              <a:gd name="connsiteY335" fmla="*/ 6858000 h 6858000"/>
              <a:gd name="connsiteX336" fmla="*/ 4391597 w 7467600"/>
              <a:gd name="connsiteY336" fmla="*/ 6556370 h 6858000"/>
              <a:gd name="connsiteX337" fmla="*/ 4668889 w 7467600"/>
              <a:gd name="connsiteY337" fmla="*/ 6246399 h 6858000"/>
              <a:gd name="connsiteX338" fmla="*/ 5055427 w 7467600"/>
              <a:gd name="connsiteY338" fmla="*/ 5931476 h 6858000"/>
              <a:gd name="connsiteX339" fmla="*/ 5371814 w 7467600"/>
              <a:gd name="connsiteY339" fmla="*/ 5678975 h 6858000"/>
              <a:gd name="connsiteX340" fmla="*/ 4987918 w 7467600"/>
              <a:gd name="connsiteY340" fmla="*/ 5838701 h 6858000"/>
              <a:gd name="connsiteX341" fmla="*/ 4317146 w 7467600"/>
              <a:gd name="connsiteY341" fmla="*/ 6587716 h 6858000"/>
              <a:gd name="connsiteX342" fmla="*/ 4171627 w 7467600"/>
              <a:gd name="connsiteY342" fmla="*/ 6858000 h 6858000"/>
              <a:gd name="connsiteX343" fmla="*/ 4081585 w 7467600"/>
              <a:gd name="connsiteY343" fmla="*/ 6858000 h 6858000"/>
              <a:gd name="connsiteX344" fmla="*/ 4238603 w 7467600"/>
              <a:gd name="connsiteY344" fmla="*/ 6559341 h 6858000"/>
              <a:gd name="connsiteX345" fmla="*/ 4778333 w 7467600"/>
              <a:gd name="connsiteY345" fmla="*/ 5873626 h 6858000"/>
              <a:gd name="connsiteX346" fmla="*/ 5414185 w 7467600"/>
              <a:gd name="connsiteY346" fmla="*/ 5573882 h 6858000"/>
              <a:gd name="connsiteX347" fmla="*/ 5959648 w 7467600"/>
              <a:gd name="connsiteY347" fmla="*/ 4760797 h 6858000"/>
              <a:gd name="connsiteX348" fmla="*/ 5355019 w 7467600"/>
              <a:gd name="connsiteY348" fmla="*/ 4734672 h 6858000"/>
              <a:gd name="connsiteX349" fmla="*/ 5083565 w 7467600"/>
              <a:gd name="connsiteY349" fmla="*/ 5179121 h 6858000"/>
              <a:gd name="connsiteX350" fmla="*/ 4713577 w 7467600"/>
              <a:gd name="connsiteY350" fmla="*/ 5616803 h 6858000"/>
              <a:gd name="connsiteX351" fmla="*/ 3989559 w 7467600"/>
              <a:gd name="connsiteY351" fmla="*/ 6145945 h 6858000"/>
              <a:gd name="connsiteX352" fmla="*/ 3939824 w 7467600"/>
              <a:gd name="connsiteY352" fmla="*/ 6066900 h 6858000"/>
              <a:gd name="connsiteX353" fmla="*/ 4584537 w 7467600"/>
              <a:gd name="connsiteY353" fmla="*/ 5324826 h 6858000"/>
              <a:gd name="connsiteX354" fmla="*/ 5037105 w 7467600"/>
              <a:gd name="connsiteY354" fmla="*/ 5088765 h 6858000"/>
              <a:gd name="connsiteX355" fmla="*/ 5039930 w 7467600"/>
              <a:gd name="connsiteY355" fmla="*/ 5089585 h 6858000"/>
              <a:gd name="connsiteX356" fmla="*/ 5263764 w 7467600"/>
              <a:gd name="connsiteY356" fmla="*/ 4735525 h 6858000"/>
              <a:gd name="connsiteX357" fmla="*/ 4086300 w 7467600"/>
              <a:gd name="connsiteY357" fmla="*/ 4884599 h 6858000"/>
              <a:gd name="connsiteX358" fmla="*/ 4085485 w 7467600"/>
              <a:gd name="connsiteY358" fmla="*/ 4899070 h 6858000"/>
              <a:gd name="connsiteX359" fmla="*/ 3871915 w 7467600"/>
              <a:gd name="connsiteY359" fmla="*/ 5253645 h 6858000"/>
              <a:gd name="connsiteX360" fmla="*/ 3799374 w 7467600"/>
              <a:gd name="connsiteY360" fmla="*/ 5466127 h 6858000"/>
              <a:gd name="connsiteX361" fmla="*/ 3498850 w 7467600"/>
              <a:gd name="connsiteY361" fmla="*/ 6661888 h 6858000"/>
              <a:gd name="connsiteX362" fmla="*/ 3399216 w 7467600"/>
              <a:gd name="connsiteY362" fmla="*/ 6858000 h 6858000"/>
              <a:gd name="connsiteX363" fmla="*/ 3303688 w 7467600"/>
              <a:gd name="connsiteY363" fmla="*/ 6858000 h 6858000"/>
              <a:gd name="connsiteX364" fmla="*/ 3391774 w 7467600"/>
              <a:gd name="connsiteY364" fmla="*/ 6697181 h 6858000"/>
              <a:gd name="connsiteX365" fmla="*/ 3735540 w 7467600"/>
              <a:gd name="connsiteY365" fmla="*/ 5546923 h 6858000"/>
              <a:gd name="connsiteX366" fmla="*/ 3729438 w 7467600"/>
              <a:gd name="connsiteY366" fmla="*/ 5569058 h 6858000"/>
              <a:gd name="connsiteX367" fmla="*/ 3707782 w 7467600"/>
              <a:gd name="connsiteY367" fmla="*/ 5644908 h 6858000"/>
              <a:gd name="connsiteX368" fmla="*/ 3583827 w 7467600"/>
              <a:gd name="connsiteY368" fmla="*/ 6039215 h 6858000"/>
              <a:gd name="connsiteX369" fmla="*/ 3547861 w 7467600"/>
              <a:gd name="connsiteY369" fmla="*/ 6129609 h 6858000"/>
              <a:gd name="connsiteX370" fmla="*/ 3490905 w 7467600"/>
              <a:gd name="connsiteY370" fmla="*/ 6277660 h 6858000"/>
              <a:gd name="connsiteX371" fmla="*/ 3455859 w 7467600"/>
              <a:gd name="connsiteY371" fmla="*/ 6391301 h 6858000"/>
              <a:gd name="connsiteX372" fmla="*/ 3429112 w 7467600"/>
              <a:gd name="connsiteY372" fmla="*/ 6479469 h 6858000"/>
              <a:gd name="connsiteX373" fmla="*/ 3304862 w 7467600"/>
              <a:gd name="connsiteY373" fmla="*/ 6796476 h 6858000"/>
              <a:gd name="connsiteX374" fmla="*/ 3276071 w 7467600"/>
              <a:gd name="connsiteY374" fmla="*/ 6858000 h 6858000"/>
              <a:gd name="connsiteX375" fmla="*/ 3240805 w 7467600"/>
              <a:gd name="connsiteY375" fmla="*/ 6858000 h 6858000"/>
              <a:gd name="connsiteX376" fmla="*/ 3275917 w 7467600"/>
              <a:gd name="connsiteY376" fmla="*/ 6783192 h 6858000"/>
              <a:gd name="connsiteX377" fmla="*/ 3399358 w 7467600"/>
              <a:gd name="connsiteY377" fmla="*/ 6469011 h 6858000"/>
              <a:gd name="connsiteX378" fmla="*/ 3425650 w 7467600"/>
              <a:gd name="connsiteY378" fmla="*/ 6381333 h 6858000"/>
              <a:gd name="connsiteX379" fmla="*/ 3460661 w 7467600"/>
              <a:gd name="connsiteY379" fmla="*/ 6266763 h 6858000"/>
              <a:gd name="connsiteX380" fmla="*/ 3518021 w 7467600"/>
              <a:gd name="connsiteY380" fmla="*/ 6117298 h 6858000"/>
              <a:gd name="connsiteX381" fmla="*/ 3554035 w 7467600"/>
              <a:gd name="connsiteY381" fmla="*/ 6027832 h 6858000"/>
              <a:gd name="connsiteX382" fmla="*/ 3677174 w 7467600"/>
              <a:gd name="connsiteY382" fmla="*/ 5636351 h 6858000"/>
              <a:gd name="connsiteX383" fmla="*/ 3698819 w 7467600"/>
              <a:gd name="connsiteY383" fmla="*/ 5560503 h 6858000"/>
              <a:gd name="connsiteX384" fmla="*/ 3702094 w 7467600"/>
              <a:gd name="connsiteY384" fmla="*/ 5549194 h 6858000"/>
              <a:gd name="connsiteX385" fmla="*/ 3398355 w 7467600"/>
              <a:gd name="connsiteY385" fmla="*/ 6094603 h 6858000"/>
              <a:gd name="connsiteX386" fmla="*/ 3193941 w 7467600"/>
              <a:gd name="connsiteY386" fmla="*/ 6798775 h 6858000"/>
              <a:gd name="connsiteX387" fmla="*/ 3184140 w 7467600"/>
              <a:gd name="connsiteY387" fmla="*/ 6858000 h 6858000"/>
              <a:gd name="connsiteX388" fmla="*/ 3099978 w 7467600"/>
              <a:gd name="connsiteY388" fmla="*/ 6858000 h 6858000"/>
              <a:gd name="connsiteX389" fmla="*/ 3101556 w 7467600"/>
              <a:gd name="connsiteY389" fmla="*/ 6843337 h 6858000"/>
              <a:gd name="connsiteX390" fmla="*/ 3370162 w 7467600"/>
              <a:gd name="connsiteY390" fmla="*/ 5785550 h 6858000"/>
              <a:gd name="connsiteX391" fmla="*/ 3746477 w 7467600"/>
              <a:gd name="connsiteY391" fmla="*/ 5377889 h 6858000"/>
              <a:gd name="connsiteX392" fmla="*/ 3863399 w 7467600"/>
              <a:gd name="connsiteY392" fmla="*/ 5087257 h 6858000"/>
              <a:gd name="connsiteX393" fmla="*/ 3968712 w 7467600"/>
              <a:gd name="connsiteY393" fmla="*/ 4913989 h 6858000"/>
              <a:gd name="connsiteX394" fmla="*/ 2792390 w 7467600"/>
              <a:gd name="connsiteY394" fmla="*/ 5382974 h 6858000"/>
              <a:gd name="connsiteX395" fmla="*/ 2714982 w 7467600"/>
              <a:gd name="connsiteY395" fmla="*/ 5427051 h 6858000"/>
              <a:gd name="connsiteX396" fmla="*/ 2813361 w 7467600"/>
              <a:gd name="connsiteY396" fmla="*/ 6023912 h 6858000"/>
              <a:gd name="connsiteX397" fmla="*/ 2688430 w 7467600"/>
              <a:gd name="connsiteY397" fmla="*/ 6801564 h 6858000"/>
              <a:gd name="connsiteX398" fmla="*/ 2629626 w 7467600"/>
              <a:gd name="connsiteY398" fmla="*/ 6763394 h 6858000"/>
              <a:gd name="connsiteX399" fmla="*/ 2565328 w 7467600"/>
              <a:gd name="connsiteY399" fmla="*/ 5516399 h 6858000"/>
              <a:gd name="connsiteX400" fmla="*/ 1922999 w 7467600"/>
              <a:gd name="connsiteY400" fmla="*/ 5980343 h 6858000"/>
              <a:gd name="connsiteX401" fmla="*/ 1950261 w 7467600"/>
              <a:gd name="connsiteY401" fmla="*/ 6405858 h 6858000"/>
              <a:gd name="connsiteX402" fmla="*/ 2365554 w 7467600"/>
              <a:gd name="connsiteY402" fmla="*/ 6759107 h 6858000"/>
              <a:gd name="connsiteX403" fmla="*/ 2424142 w 7467600"/>
              <a:gd name="connsiteY403" fmla="*/ 6858000 h 6858000"/>
              <a:gd name="connsiteX404" fmla="*/ 2395994 w 7467600"/>
              <a:gd name="connsiteY404" fmla="*/ 6858000 h 6858000"/>
              <a:gd name="connsiteX405" fmla="*/ 2392863 w 7467600"/>
              <a:gd name="connsiteY405" fmla="*/ 6852964 h 6858000"/>
              <a:gd name="connsiteX406" fmla="*/ 2017589 w 7467600"/>
              <a:gd name="connsiteY406" fmla="*/ 6493982 h 6858000"/>
              <a:gd name="connsiteX407" fmla="*/ 2147336 w 7467600"/>
              <a:gd name="connsiteY407" fmla="*/ 6594052 h 6858000"/>
              <a:gd name="connsiteX408" fmla="*/ 2207047 w 7467600"/>
              <a:gd name="connsiteY408" fmla="*/ 6654540 h 6858000"/>
              <a:gd name="connsiteX409" fmla="*/ 2299106 w 7467600"/>
              <a:gd name="connsiteY409" fmla="*/ 6778931 h 6858000"/>
              <a:gd name="connsiteX410" fmla="*/ 2314430 w 7467600"/>
              <a:gd name="connsiteY410" fmla="*/ 6801144 h 6858000"/>
              <a:gd name="connsiteX411" fmla="*/ 2352406 w 7467600"/>
              <a:gd name="connsiteY411" fmla="*/ 6858000 h 6858000"/>
              <a:gd name="connsiteX412" fmla="*/ 2314492 w 7467600"/>
              <a:gd name="connsiteY412" fmla="*/ 6858000 h 6858000"/>
              <a:gd name="connsiteX413" fmla="*/ 2288095 w 7467600"/>
              <a:gd name="connsiteY413" fmla="*/ 6818030 h 6858000"/>
              <a:gd name="connsiteX414" fmla="*/ 2272768 w 7467600"/>
              <a:gd name="connsiteY414" fmla="*/ 6795822 h 6858000"/>
              <a:gd name="connsiteX415" fmla="*/ 2182715 w 7467600"/>
              <a:gd name="connsiteY415" fmla="*/ 6675071 h 6858000"/>
              <a:gd name="connsiteX416" fmla="*/ 2032061 w 7467600"/>
              <a:gd name="connsiteY416" fmla="*/ 6541380 h 6858000"/>
              <a:gd name="connsiteX417" fmla="*/ 2257220 w 7467600"/>
              <a:gd name="connsiteY417" fmla="*/ 6826257 h 6858000"/>
              <a:gd name="connsiteX418" fmla="*/ 2281324 w 7467600"/>
              <a:gd name="connsiteY418" fmla="*/ 6858000 h 6858000"/>
              <a:gd name="connsiteX419" fmla="*/ 2242860 w 7467600"/>
              <a:gd name="connsiteY419" fmla="*/ 6858000 h 6858000"/>
              <a:gd name="connsiteX420" fmla="*/ 2232818 w 7467600"/>
              <a:gd name="connsiteY420" fmla="*/ 6844926 h 6858000"/>
              <a:gd name="connsiteX421" fmla="*/ 1990172 w 7467600"/>
              <a:gd name="connsiteY421" fmla="*/ 6542121 h 6858000"/>
              <a:gd name="connsiteX422" fmla="*/ 2124090 w 7467600"/>
              <a:gd name="connsiteY422" fmla="*/ 6761017 h 6858000"/>
              <a:gd name="connsiteX423" fmla="*/ 2200380 w 7467600"/>
              <a:gd name="connsiteY423" fmla="*/ 6858000 h 6858000"/>
              <a:gd name="connsiteX424" fmla="*/ 2147507 w 7467600"/>
              <a:gd name="connsiteY424" fmla="*/ 6858000 h 6858000"/>
              <a:gd name="connsiteX425" fmla="*/ 2070668 w 7467600"/>
              <a:gd name="connsiteY425" fmla="*/ 6761520 h 6858000"/>
              <a:gd name="connsiteX426" fmla="*/ 1975142 w 7467600"/>
              <a:gd name="connsiteY426" fmla="*/ 6585570 h 6858000"/>
              <a:gd name="connsiteX427" fmla="*/ 2050035 w 7467600"/>
              <a:gd name="connsiteY427" fmla="*/ 6813345 h 6858000"/>
              <a:gd name="connsiteX428" fmla="*/ 2063025 w 7467600"/>
              <a:gd name="connsiteY428" fmla="*/ 6858000 h 6858000"/>
              <a:gd name="connsiteX429" fmla="*/ 2021675 w 7467600"/>
              <a:gd name="connsiteY429" fmla="*/ 6858000 h 6858000"/>
              <a:gd name="connsiteX430" fmla="*/ 2019308 w 7467600"/>
              <a:gd name="connsiteY430" fmla="*/ 6847118 h 6858000"/>
              <a:gd name="connsiteX431" fmla="*/ 1938835 w 7467600"/>
              <a:gd name="connsiteY431" fmla="*/ 6551160 h 6858000"/>
              <a:gd name="connsiteX432" fmla="*/ 1953230 w 7467600"/>
              <a:gd name="connsiteY432" fmla="*/ 6759699 h 6858000"/>
              <a:gd name="connsiteX433" fmla="*/ 1956763 w 7467600"/>
              <a:gd name="connsiteY433" fmla="*/ 6778191 h 6858000"/>
              <a:gd name="connsiteX434" fmla="*/ 1967925 w 7467600"/>
              <a:gd name="connsiteY434" fmla="*/ 6858000 h 6858000"/>
              <a:gd name="connsiteX435" fmla="*/ 1936622 w 7467600"/>
              <a:gd name="connsiteY435" fmla="*/ 6858000 h 6858000"/>
              <a:gd name="connsiteX436" fmla="*/ 1926261 w 7467600"/>
              <a:gd name="connsiteY436" fmla="*/ 6784064 h 6858000"/>
              <a:gd name="connsiteX437" fmla="*/ 1922724 w 7467600"/>
              <a:gd name="connsiteY437" fmla="*/ 6765577 h 6858000"/>
              <a:gd name="connsiteX438" fmla="*/ 1904650 w 7467600"/>
              <a:gd name="connsiteY438" fmla="*/ 6639616 h 6858000"/>
              <a:gd name="connsiteX439" fmla="*/ 1885273 w 7467600"/>
              <a:gd name="connsiteY439" fmla="*/ 6858000 h 6858000"/>
              <a:gd name="connsiteX440" fmla="*/ 1854363 w 7467600"/>
              <a:gd name="connsiteY440" fmla="*/ 6858000 h 6858000"/>
              <a:gd name="connsiteX441" fmla="*/ 1880391 w 7467600"/>
              <a:gd name="connsiteY441" fmla="*/ 6603796 h 6858000"/>
              <a:gd name="connsiteX442" fmla="*/ 1818273 w 7467600"/>
              <a:gd name="connsiteY442" fmla="*/ 6715729 h 6858000"/>
              <a:gd name="connsiteX443" fmla="*/ 1794691 w 7467600"/>
              <a:gd name="connsiteY443" fmla="*/ 6843239 h 6858000"/>
              <a:gd name="connsiteX444" fmla="*/ 1794914 w 7467600"/>
              <a:gd name="connsiteY444" fmla="*/ 6858000 h 6858000"/>
              <a:gd name="connsiteX445" fmla="*/ 1746128 w 7467600"/>
              <a:gd name="connsiteY445" fmla="*/ 6858000 h 6858000"/>
              <a:gd name="connsiteX446" fmla="*/ 1753934 w 7467600"/>
              <a:gd name="connsiteY446" fmla="*/ 6724796 h 6858000"/>
              <a:gd name="connsiteX447" fmla="*/ 1792053 w 7467600"/>
              <a:gd name="connsiteY447" fmla="*/ 6572396 h 6858000"/>
              <a:gd name="connsiteX448" fmla="*/ 1862248 w 7467600"/>
              <a:gd name="connsiteY448" fmla="*/ 6266397 h 6858000"/>
              <a:gd name="connsiteX449" fmla="*/ 1862250 w 7467600"/>
              <a:gd name="connsiteY449" fmla="*/ 6033531 h 6858000"/>
              <a:gd name="connsiteX450" fmla="*/ 1211999 w 7467600"/>
              <a:gd name="connsiteY450" fmla="*/ 6683610 h 6858000"/>
              <a:gd name="connsiteX451" fmla="*/ 1213266 w 7467600"/>
              <a:gd name="connsiteY451" fmla="*/ 6691947 h 6858000"/>
              <a:gd name="connsiteX452" fmla="*/ 1203370 w 7467600"/>
              <a:gd name="connsiteY452" fmla="*/ 6850676 h 6858000"/>
              <a:gd name="connsiteX453" fmla="*/ 1203671 w 7467600"/>
              <a:gd name="connsiteY453" fmla="*/ 6858000 h 6858000"/>
              <a:gd name="connsiteX454" fmla="*/ 1143180 w 7467600"/>
              <a:gd name="connsiteY454" fmla="*/ 6858000 h 6858000"/>
              <a:gd name="connsiteX455" fmla="*/ 1142176 w 7467600"/>
              <a:gd name="connsiteY455" fmla="*/ 6766045 h 6858000"/>
              <a:gd name="connsiteX456" fmla="*/ 1067484 w 7467600"/>
              <a:gd name="connsiteY456" fmla="*/ 6858000 h 6858000"/>
              <a:gd name="connsiteX457" fmla="*/ 953928 w 7467600"/>
              <a:gd name="connsiteY457" fmla="*/ 6858000 h 6858000"/>
              <a:gd name="connsiteX458" fmla="*/ 959715 w 7467600"/>
              <a:gd name="connsiteY458" fmla="*/ 6850185 h 6858000"/>
              <a:gd name="connsiteX459" fmla="*/ 1483788 w 7467600"/>
              <a:gd name="connsiteY459" fmla="*/ 6259174 h 6858000"/>
              <a:gd name="connsiteX460" fmla="*/ 1100671 w 7467600"/>
              <a:gd name="connsiteY460" fmla="*/ 6252137 h 6858000"/>
              <a:gd name="connsiteX461" fmla="*/ 1090144 w 7467600"/>
              <a:gd name="connsiteY461" fmla="*/ 6256748 h 6858000"/>
              <a:gd name="connsiteX462" fmla="*/ 1095872 w 7467600"/>
              <a:gd name="connsiteY462" fmla="*/ 6271892 h 6858000"/>
              <a:gd name="connsiteX463" fmla="*/ 262785 w 7467600"/>
              <a:gd name="connsiteY463" fmla="*/ 6845450 h 6858000"/>
              <a:gd name="connsiteX464" fmla="*/ 209968 w 7467600"/>
              <a:gd name="connsiteY464" fmla="*/ 6770713 h 6858000"/>
              <a:gd name="connsiteX465" fmla="*/ 873460 w 7467600"/>
              <a:gd name="connsiteY465" fmla="*/ 6253768 h 6858000"/>
              <a:gd name="connsiteX466" fmla="*/ 192686 w 7467600"/>
              <a:gd name="connsiteY466" fmla="*/ 5849257 h 6858000"/>
              <a:gd name="connsiteX467" fmla="*/ 4696 w 7467600"/>
              <a:gd name="connsiteY467" fmla="*/ 5697668 h 6858000"/>
              <a:gd name="connsiteX468" fmla="*/ 0 w 7467600"/>
              <a:gd name="connsiteY468" fmla="*/ 5689984 h 6858000"/>
              <a:gd name="connsiteX469" fmla="*/ 0 w 7467600"/>
              <a:gd name="connsiteY469" fmla="*/ 5513472 h 6858000"/>
              <a:gd name="connsiteX470" fmla="*/ 174101 w 7467600"/>
              <a:gd name="connsiteY470" fmla="*/ 5620277 h 6858000"/>
              <a:gd name="connsiteX471" fmla="*/ 891800 w 7467600"/>
              <a:gd name="connsiteY471" fmla="*/ 6036935 h 6858000"/>
              <a:gd name="connsiteX472" fmla="*/ 1072219 w 7467600"/>
              <a:gd name="connsiteY472" fmla="*/ 6169443 h 6858000"/>
              <a:gd name="connsiteX473" fmla="*/ 1074117 w 7467600"/>
              <a:gd name="connsiteY473" fmla="*/ 6170301 h 6858000"/>
              <a:gd name="connsiteX474" fmla="*/ 1083114 w 7467600"/>
              <a:gd name="connsiteY474" fmla="*/ 6174131 h 6858000"/>
              <a:gd name="connsiteX475" fmla="*/ 1543010 w 7467600"/>
              <a:gd name="connsiteY475" fmla="*/ 6191140 h 6858000"/>
              <a:gd name="connsiteX476" fmla="*/ 1551080 w 7467600"/>
              <a:gd name="connsiteY476" fmla="*/ 6195006 h 6858000"/>
              <a:gd name="connsiteX477" fmla="*/ 2345443 w 7467600"/>
              <a:gd name="connsiteY477" fmla="*/ 5549882 h 6858000"/>
              <a:gd name="connsiteX478" fmla="*/ 1721499 w 7467600"/>
              <a:gd name="connsiteY478" fmla="*/ 5599969 h 6858000"/>
              <a:gd name="connsiteX479" fmla="*/ 767716 w 7467600"/>
              <a:gd name="connsiteY479" fmla="*/ 5472768 h 6858000"/>
              <a:gd name="connsiteX480" fmla="*/ 722147 w 7467600"/>
              <a:gd name="connsiteY480" fmla="*/ 5393091 h 6858000"/>
              <a:gd name="connsiteX481" fmla="*/ 1485552 w 7467600"/>
              <a:gd name="connsiteY481" fmla="*/ 5313202 h 6858000"/>
              <a:gd name="connsiteX482" fmla="*/ 2143004 w 7467600"/>
              <a:gd name="connsiteY482" fmla="*/ 5402420 h 6858000"/>
              <a:gd name="connsiteX483" fmla="*/ 1933391 w 7467600"/>
              <a:gd name="connsiteY483" fmla="*/ 5156971 h 6858000"/>
              <a:gd name="connsiteX484" fmla="*/ 1827118 w 7467600"/>
              <a:gd name="connsiteY484" fmla="*/ 4968410 h 6858000"/>
              <a:gd name="connsiteX485" fmla="*/ 1837349 w 7467600"/>
              <a:gd name="connsiteY485" fmla="*/ 4956357 h 6858000"/>
              <a:gd name="connsiteX486" fmla="*/ 2162835 w 7467600"/>
              <a:gd name="connsiteY486" fmla="*/ 5187853 h 6858000"/>
              <a:gd name="connsiteX487" fmla="*/ 2257167 w 7467600"/>
              <a:gd name="connsiteY487" fmla="*/ 5462123 h 6858000"/>
              <a:gd name="connsiteX488" fmla="*/ 2261598 w 7467600"/>
              <a:gd name="connsiteY488" fmla="*/ 5467998 h 6858000"/>
              <a:gd name="connsiteX489" fmla="*/ 2437177 w 7467600"/>
              <a:gd name="connsiteY489" fmla="*/ 5479608 h 6858000"/>
              <a:gd name="connsiteX490" fmla="*/ 2445247 w 7467600"/>
              <a:gd name="connsiteY490" fmla="*/ 5483476 h 6858000"/>
              <a:gd name="connsiteX491" fmla="*/ 2743626 w 7467600"/>
              <a:gd name="connsiteY491" fmla="*/ 5304819 h 6858000"/>
              <a:gd name="connsiteX492" fmla="*/ 3048102 w 7467600"/>
              <a:gd name="connsiteY492" fmla="*/ 5150595 h 6858000"/>
              <a:gd name="connsiteX493" fmla="*/ 1799414 w 7467600"/>
              <a:gd name="connsiteY493" fmla="*/ 4694732 h 6858000"/>
              <a:gd name="connsiteX494" fmla="*/ 1771735 w 7467600"/>
              <a:gd name="connsiteY494" fmla="*/ 4619929 h 6858000"/>
              <a:gd name="connsiteX495" fmla="*/ 3104273 w 7467600"/>
              <a:gd name="connsiteY495" fmla="*/ 5076159 h 6858000"/>
              <a:gd name="connsiteX496" fmla="*/ 3113245 w 7467600"/>
              <a:gd name="connsiteY496" fmla="*/ 5090705 h 6858000"/>
              <a:gd name="connsiteX497" fmla="*/ 3126294 w 7467600"/>
              <a:gd name="connsiteY497" fmla="*/ 5114400 h 6858000"/>
              <a:gd name="connsiteX498" fmla="*/ 3937433 w 7467600"/>
              <a:gd name="connsiteY498" fmla="*/ 4830473 h 6858000"/>
              <a:gd name="connsiteX499" fmla="*/ 3590475 w 7467600"/>
              <a:gd name="connsiteY499" fmla="*/ 4597974 h 6858000"/>
              <a:gd name="connsiteX500" fmla="*/ 3100264 w 7467600"/>
              <a:gd name="connsiteY500" fmla="*/ 4579845 h 6858000"/>
              <a:gd name="connsiteX501" fmla="*/ 2183576 w 7467600"/>
              <a:gd name="connsiteY501" fmla="*/ 4227150 h 6858000"/>
              <a:gd name="connsiteX502" fmla="*/ 2151029 w 7467600"/>
              <a:gd name="connsiteY502" fmla="*/ 4146947 h 6858000"/>
              <a:gd name="connsiteX503" fmla="*/ 3563434 w 7467600"/>
              <a:gd name="connsiteY503" fmla="*/ 4469115 h 6858000"/>
              <a:gd name="connsiteX504" fmla="*/ 3177952 w 7467600"/>
              <a:gd name="connsiteY504" fmla="*/ 3657386 h 6858000"/>
              <a:gd name="connsiteX505" fmla="*/ 3189263 w 7467600"/>
              <a:gd name="connsiteY505" fmla="*/ 3625726 h 6858000"/>
              <a:gd name="connsiteX506" fmla="*/ 3560912 w 7467600"/>
              <a:gd name="connsiteY506" fmla="*/ 4079863 h 6858000"/>
              <a:gd name="connsiteX507" fmla="*/ 3626636 w 7467600"/>
              <a:gd name="connsiteY507" fmla="*/ 4512230 h 6858000"/>
              <a:gd name="connsiteX508" fmla="*/ 3653088 w 7467600"/>
              <a:gd name="connsiteY508" fmla="*/ 4521417 h 6858000"/>
              <a:gd name="connsiteX509" fmla="*/ 3988128 w 7467600"/>
              <a:gd name="connsiteY509" fmla="*/ 4817267 h 6858000"/>
              <a:gd name="connsiteX510" fmla="*/ 4830582 w 7467600"/>
              <a:gd name="connsiteY510" fmla="*/ 4676000 h 6858000"/>
              <a:gd name="connsiteX511" fmla="*/ 4830100 w 7467600"/>
              <a:gd name="connsiteY511" fmla="*/ 4675554 h 6858000"/>
              <a:gd name="connsiteX512" fmla="*/ 4036318 w 7467600"/>
              <a:gd name="connsiteY512" fmla="*/ 4147013 h 6858000"/>
              <a:gd name="connsiteX513" fmla="*/ 3432098 w 7467600"/>
              <a:gd name="connsiteY513" fmla="*/ 3537312 h 6858000"/>
              <a:gd name="connsiteX514" fmla="*/ 3446761 w 7467600"/>
              <a:gd name="connsiteY514" fmla="*/ 3461278 h 6858000"/>
              <a:gd name="connsiteX515" fmla="*/ 4419733 w 7467600"/>
              <a:gd name="connsiteY515" fmla="*/ 3963555 h 6858000"/>
              <a:gd name="connsiteX516" fmla="*/ 4781371 w 7467600"/>
              <a:gd name="connsiteY516" fmla="*/ 4458604 h 6858000"/>
              <a:gd name="connsiteX517" fmla="*/ 4780440 w 7467600"/>
              <a:gd name="connsiteY517" fmla="*/ 4470290 h 6858000"/>
              <a:gd name="connsiteX518" fmla="*/ 4898954 w 7467600"/>
              <a:gd name="connsiteY518" fmla="*/ 4662092 h 6858000"/>
              <a:gd name="connsiteX519" fmla="*/ 4900699 w 7467600"/>
              <a:gd name="connsiteY519" fmla="*/ 4670867 h 6858000"/>
              <a:gd name="connsiteX520" fmla="*/ 5714511 w 7467600"/>
              <a:gd name="connsiteY520" fmla="*/ 4663483 h 6858000"/>
              <a:gd name="connsiteX521" fmla="*/ 5464793 w 7467600"/>
              <a:gd name="connsiteY521" fmla="*/ 4393556 h 6858000"/>
              <a:gd name="connsiteX522" fmla="*/ 5461897 w 7467600"/>
              <a:gd name="connsiteY522" fmla="*/ 4390879 h 6858000"/>
              <a:gd name="connsiteX523" fmla="*/ 4294126 w 7467600"/>
              <a:gd name="connsiteY523" fmla="*/ 3303048 h 6858000"/>
              <a:gd name="connsiteX524" fmla="*/ 4305321 w 7467600"/>
              <a:gd name="connsiteY524" fmla="*/ 3256953 h 6858000"/>
              <a:gd name="connsiteX525" fmla="*/ 4949299 w 7467600"/>
              <a:gd name="connsiteY525" fmla="*/ 3766336 h 6858000"/>
              <a:gd name="connsiteX526" fmla="*/ 5291452 w 7467600"/>
              <a:gd name="connsiteY526" fmla="*/ 4076801 h 6858000"/>
              <a:gd name="connsiteX527" fmla="*/ 5434998 w 7467600"/>
              <a:gd name="connsiteY527" fmla="*/ 4254100 h 6858000"/>
              <a:gd name="connsiteX528" fmla="*/ 5351015 w 7467600"/>
              <a:gd name="connsiteY528" fmla="*/ 3760989 h 6858000"/>
              <a:gd name="connsiteX529" fmla="*/ 5413780 w 7467600"/>
              <a:gd name="connsiteY529" fmla="*/ 2966265 h 6858000"/>
              <a:gd name="connsiteX530" fmla="*/ 5425627 w 7467600"/>
              <a:gd name="connsiteY530" fmla="*/ 2954192 h 6858000"/>
              <a:gd name="connsiteX531" fmla="*/ 6604735 w 7467600"/>
              <a:gd name="connsiteY531" fmla="*/ 2041381 h 6858000"/>
              <a:gd name="connsiteX532" fmla="*/ 7204487 w 7467600"/>
              <a:gd name="connsiteY532" fmla="*/ 2742112 h 6858000"/>
              <a:gd name="connsiteX533" fmla="*/ 7131592 w 7467600"/>
              <a:gd name="connsiteY533" fmla="*/ 2672096 h 6858000"/>
              <a:gd name="connsiteX534" fmla="*/ 6996344 w 7467600"/>
              <a:gd name="connsiteY534" fmla="*/ 2518310 h 6858000"/>
              <a:gd name="connsiteX535" fmla="*/ 6735495 w 7467600"/>
              <a:gd name="connsiteY535" fmla="*/ 2196890 h 6858000"/>
              <a:gd name="connsiteX536" fmla="*/ 6721901 w 7467600"/>
              <a:gd name="connsiteY536" fmla="*/ 2179274 h 6858000"/>
              <a:gd name="connsiteX537" fmla="*/ 6604735 w 7467600"/>
              <a:gd name="connsiteY537" fmla="*/ 2041381 h 6858000"/>
              <a:gd name="connsiteX538" fmla="*/ 6591670 w 7467600"/>
              <a:gd name="connsiteY538" fmla="*/ 1988277 h 6858000"/>
              <a:gd name="connsiteX539" fmla="*/ 6747349 w 7467600"/>
              <a:gd name="connsiteY539" fmla="*/ 2160069 h 6858000"/>
              <a:gd name="connsiteX540" fmla="*/ 6760943 w 7467600"/>
              <a:gd name="connsiteY540" fmla="*/ 2177686 h 6858000"/>
              <a:gd name="connsiteX541" fmla="*/ 7021065 w 7467600"/>
              <a:gd name="connsiteY541" fmla="*/ 2498102 h 6858000"/>
              <a:gd name="connsiteX542" fmla="*/ 7155223 w 7467600"/>
              <a:gd name="connsiteY542" fmla="*/ 2650386 h 6858000"/>
              <a:gd name="connsiteX543" fmla="*/ 7203167 w 7467600"/>
              <a:gd name="connsiteY543" fmla="*/ 2697288 h 6858000"/>
              <a:gd name="connsiteX544" fmla="*/ 6937703 w 7467600"/>
              <a:gd name="connsiteY544" fmla="*/ 2321981 h 6858000"/>
              <a:gd name="connsiteX545" fmla="*/ 6591670 w 7467600"/>
              <a:gd name="connsiteY545" fmla="*/ 1988277 h 6858000"/>
              <a:gd name="connsiteX546" fmla="*/ 5798671 w 7467600"/>
              <a:gd name="connsiteY546" fmla="*/ 1981601 h 6858000"/>
              <a:gd name="connsiteX547" fmla="*/ 5754709 w 7467600"/>
              <a:gd name="connsiteY547" fmla="*/ 2071454 h 6858000"/>
              <a:gd name="connsiteX548" fmla="*/ 5763044 w 7467600"/>
              <a:gd name="connsiteY548" fmla="*/ 2842206 h 6858000"/>
              <a:gd name="connsiteX549" fmla="*/ 5764974 w 7467600"/>
              <a:gd name="connsiteY549" fmla="*/ 2799609 h 6858000"/>
              <a:gd name="connsiteX550" fmla="*/ 5767665 w 7467600"/>
              <a:gd name="connsiteY550" fmla="*/ 2666409 h 6858000"/>
              <a:gd name="connsiteX551" fmla="*/ 5763055 w 7467600"/>
              <a:gd name="connsiteY551" fmla="*/ 2579705 h 6858000"/>
              <a:gd name="connsiteX552" fmla="*/ 5758079 w 7467600"/>
              <a:gd name="connsiteY552" fmla="*/ 2492508 h 6858000"/>
              <a:gd name="connsiteX553" fmla="*/ 5779325 w 7467600"/>
              <a:gd name="connsiteY553" fmla="*/ 2197069 h 6858000"/>
              <a:gd name="connsiteX554" fmla="*/ 5798671 w 7467600"/>
              <a:gd name="connsiteY554" fmla="*/ 1981601 h 6858000"/>
              <a:gd name="connsiteX555" fmla="*/ 5829202 w 7467600"/>
              <a:gd name="connsiteY555" fmla="*/ 1971679 h 6858000"/>
              <a:gd name="connsiteX556" fmla="*/ 5809558 w 7467600"/>
              <a:gd name="connsiteY556" fmla="*/ 2198043 h 6858000"/>
              <a:gd name="connsiteX557" fmla="*/ 5788653 w 7467600"/>
              <a:gd name="connsiteY557" fmla="*/ 2489430 h 6858000"/>
              <a:gd name="connsiteX558" fmla="*/ 5793439 w 7467600"/>
              <a:gd name="connsiteY558" fmla="*/ 2575235 h 6858000"/>
              <a:gd name="connsiteX559" fmla="*/ 5796837 w 7467600"/>
              <a:gd name="connsiteY559" fmla="*/ 2637633 h 6858000"/>
              <a:gd name="connsiteX560" fmla="*/ 5818614 w 7467600"/>
              <a:gd name="connsiteY560" fmla="*/ 2473055 h 6858000"/>
              <a:gd name="connsiteX561" fmla="*/ 5829202 w 7467600"/>
              <a:gd name="connsiteY561" fmla="*/ 1971679 h 6858000"/>
              <a:gd name="connsiteX562" fmla="*/ 5911389 w 7467600"/>
              <a:gd name="connsiteY562" fmla="*/ 1898371 h 6858000"/>
              <a:gd name="connsiteX563" fmla="*/ 6237627 w 7467600"/>
              <a:gd name="connsiteY563" fmla="*/ 2231921 h 6858000"/>
              <a:gd name="connsiteX564" fmla="*/ 5911389 w 7467600"/>
              <a:gd name="connsiteY564" fmla="*/ 1898371 h 6858000"/>
              <a:gd name="connsiteX565" fmla="*/ 6944437 w 7467600"/>
              <a:gd name="connsiteY565" fmla="*/ 1575402 h 6858000"/>
              <a:gd name="connsiteX566" fmla="*/ 6304730 w 7467600"/>
              <a:gd name="connsiteY566" fmla="*/ 1766654 h 6858000"/>
              <a:gd name="connsiteX567" fmla="*/ 6944437 w 7467600"/>
              <a:gd name="connsiteY567" fmla="*/ 1575402 h 6858000"/>
              <a:gd name="connsiteX568" fmla="*/ 7019523 w 7467600"/>
              <a:gd name="connsiteY568" fmla="*/ 1519450 h 6858000"/>
              <a:gd name="connsiteX569" fmla="*/ 6298091 w 7467600"/>
              <a:gd name="connsiteY569" fmla="*/ 1737122 h 6858000"/>
              <a:gd name="connsiteX570" fmla="*/ 7019523 w 7467600"/>
              <a:gd name="connsiteY570" fmla="*/ 1519450 h 6858000"/>
              <a:gd name="connsiteX571" fmla="*/ 2399523 w 7467600"/>
              <a:gd name="connsiteY571" fmla="*/ 1428234 h 6858000"/>
              <a:gd name="connsiteX572" fmla="*/ 2224982 w 7467600"/>
              <a:gd name="connsiteY572" fmla="*/ 1826201 h 6858000"/>
              <a:gd name="connsiteX573" fmla="*/ 2096099 w 7467600"/>
              <a:gd name="connsiteY573" fmla="*/ 2345900 h 6858000"/>
              <a:gd name="connsiteX574" fmla="*/ 2283317 w 7467600"/>
              <a:gd name="connsiteY574" fmla="*/ 1796925 h 6858000"/>
              <a:gd name="connsiteX575" fmla="*/ 2399523 w 7467600"/>
              <a:gd name="connsiteY575" fmla="*/ 1428234 h 6858000"/>
              <a:gd name="connsiteX576" fmla="*/ 2448558 w 7467600"/>
              <a:gd name="connsiteY576" fmla="*/ 1373435 h 6858000"/>
              <a:gd name="connsiteX577" fmla="*/ 2312521 w 7467600"/>
              <a:gd name="connsiteY577" fmla="*/ 1806140 h 6858000"/>
              <a:gd name="connsiteX578" fmla="*/ 2127533 w 7467600"/>
              <a:gd name="connsiteY578" fmla="*/ 2348380 h 6858000"/>
              <a:gd name="connsiteX579" fmla="*/ 2358080 w 7467600"/>
              <a:gd name="connsiteY579" fmla="*/ 1866134 h 6858000"/>
              <a:gd name="connsiteX580" fmla="*/ 2407436 w 7467600"/>
              <a:gd name="connsiteY580" fmla="*/ 1651070 h 6858000"/>
              <a:gd name="connsiteX581" fmla="*/ 2448558 w 7467600"/>
              <a:gd name="connsiteY581" fmla="*/ 1373435 h 6858000"/>
              <a:gd name="connsiteX582" fmla="*/ 278707 w 7467600"/>
              <a:gd name="connsiteY582" fmla="*/ 1352270 h 6858000"/>
              <a:gd name="connsiteX583" fmla="*/ 321570 w 7467600"/>
              <a:gd name="connsiteY583" fmla="*/ 1861610 h 6858000"/>
              <a:gd name="connsiteX584" fmla="*/ 294281 w 7467600"/>
              <a:gd name="connsiteY584" fmla="*/ 1440658 h 6858000"/>
              <a:gd name="connsiteX585" fmla="*/ 278707 w 7467600"/>
              <a:gd name="connsiteY585" fmla="*/ 1352270 h 6858000"/>
              <a:gd name="connsiteX586" fmla="*/ 1423821 w 7467600"/>
              <a:gd name="connsiteY586" fmla="*/ 1351958 h 6858000"/>
              <a:gd name="connsiteX587" fmla="*/ 1638521 w 7467600"/>
              <a:gd name="connsiteY587" fmla="*/ 1908470 h 6858000"/>
              <a:gd name="connsiteX588" fmla="*/ 1754199 w 7467600"/>
              <a:gd name="connsiteY588" fmla="*/ 2149284 h 6858000"/>
              <a:gd name="connsiteX589" fmla="*/ 1908359 w 7467600"/>
              <a:gd name="connsiteY589" fmla="*/ 2364988 h 6858000"/>
              <a:gd name="connsiteX590" fmla="*/ 1647661 w 7467600"/>
              <a:gd name="connsiteY590" fmla="*/ 1825945 h 6858000"/>
              <a:gd name="connsiteX591" fmla="*/ 1423821 w 7467600"/>
              <a:gd name="connsiteY591" fmla="*/ 1351958 h 6858000"/>
              <a:gd name="connsiteX592" fmla="*/ 1431890 w 7467600"/>
              <a:gd name="connsiteY592" fmla="*/ 1306475 h 6858000"/>
              <a:gd name="connsiteX593" fmla="*/ 1507597 w 7467600"/>
              <a:gd name="connsiteY593" fmla="*/ 1446132 h 6858000"/>
              <a:gd name="connsiteX594" fmla="*/ 1674586 w 7467600"/>
              <a:gd name="connsiteY594" fmla="*/ 1813832 h 6858000"/>
              <a:gd name="connsiteX595" fmla="*/ 1815950 w 7467600"/>
              <a:gd name="connsiteY595" fmla="*/ 2128564 h 6858000"/>
              <a:gd name="connsiteX596" fmla="*/ 1984242 w 7467600"/>
              <a:gd name="connsiteY596" fmla="*/ 2430829 h 6858000"/>
              <a:gd name="connsiteX597" fmla="*/ 2014023 w 7467600"/>
              <a:gd name="connsiteY597" fmla="*/ 2450995 h 6858000"/>
              <a:gd name="connsiteX598" fmla="*/ 1747337 w 7467600"/>
              <a:gd name="connsiteY598" fmla="*/ 1855264 h 6858000"/>
              <a:gd name="connsiteX599" fmla="*/ 1533749 w 7467600"/>
              <a:gd name="connsiteY599" fmla="*/ 1478656 h 6858000"/>
              <a:gd name="connsiteX600" fmla="*/ 1431890 w 7467600"/>
              <a:gd name="connsiteY600" fmla="*/ 1306475 h 6858000"/>
              <a:gd name="connsiteX601" fmla="*/ 5052692 w 7467600"/>
              <a:gd name="connsiteY601" fmla="*/ 1292994 h 6858000"/>
              <a:gd name="connsiteX602" fmla="*/ 5200661 w 7467600"/>
              <a:gd name="connsiteY602" fmla="*/ 1635186 h 6858000"/>
              <a:gd name="connsiteX603" fmla="*/ 5297138 w 7467600"/>
              <a:gd name="connsiteY603" fmla="*/ 1906351 h 6858000"/>
              <a:gd name="connsiteX604" fmla="*/ 5052692 w 7467600"/>
              <a:gd name="connsiteY604" fmla="*/ 1292994 h 6858000"/>
              <a:gd name="connsiteX605" fmla="*/ 5009948 w 7467600"/>
              <a:gd name="connsiteY605" fmla="*/ 1273619 h 6858000"/>
              <a:gd name="connsiteX606" fmla="*/ 5121777 w 7467600"/>
              <a:gd name="connsiteY606" fmla="*/ 1654213 h 6858000"/>
              <a:gd name="connsiteX607" fmla="*/ 5293545 w 7467600"/>
              <a:gd name="connsiteY607" fmla="*/ 2072247 h 6858000"/>
              <a:gd name="connsiteX608" fmla="*/ 5294042 w 7467600"/>
              <a:gd name="connsiteY608" fmla="*/ 2065019 h 6858000"/>
              <a:gd name="connsiteX609" fmla="*/ 5171936 w 7467600"/>
              <a:gd name="connsiteY609" fmla="*/ 1647613 h 6858000"/>
              <a:gd name="connsiteX610" fmla="*/ 5009948 w 7467600"/>
              <a:gd name="connsiteY610" fmla="*/ 1273619 h 6858000"/>
              <a:gd name="connsiteX611" fmla="*/ 655236 w 7467600"/>
              <a:gd name="connsiteY611" fmla="*/ 1268632 h 6858000"/>
              <a:gd name="connsiteX612" fmla="*/ 839521 w 7467600"/>
              <a:gd name="connsiteY612" fmla="*/ 1685315 h 6858000"/>
              <a:gd name="connsiteX613" fmla="*/ 1109416 w 7467600"/>
              <a:gd name="connsiteY613" fmla="*/ 2061663 h 6858000"/>
              <a:gd name="connsiteX614" fmla="*/ 1298300 w 7467600"/>
              <a:gd name="connsiteY614" fmla="*/ 2247742 h 6858000"/>
              <a:gd name="connsiteX615" fmla="*/ 1125871 w 7467600"/>
              <a:gd name="connsiteY615" fmla="*/ 1989513 h 6858000"/>
              <a:gd name="connsiteX616" fmla="*/ 981574 w 7467600"/>
              <a:gd name="connsiteY616" fmla="*/ 1783157 h 6858000"/>
              <a:gd name="connsiteX617" fmla="*/ 922198 w 7467600"/>
              <a:gd name="connsiteY617" fmla="*/ 1677437 h 6858000"/>
              <a:gd name="connsiteX618" fmla="*/ 869293 w 7467600"/>
              <a:gd name="connsiteY618" fmla="*/ 1583214 h 6858000"/>
              <a:gd name="connsiteX619" fmla="*/ 751431 w 7467600"/>
              <a:gd name="connsiteY619" fmla="*/ 1405731 h 6858000"/>
              <a:gd name="connsiteX620" fmla="*/ 655236 w 7467600"/>
              <a:gd name="connsiteY620" fmla="*/ 1268632 h 6858000"/>
              <a:gd name="connsiteX621" fmla="*/ 6516292 w 7467600"/>
              <a:gd name="connsiteY621" fmla="*/ 1263064 h 6858000"/>
              <a:gd name="connsiteX622" fmla="*/ 5736320 w 7467600"/>
              <a:gd name="connsiteY622" fmla="*/ 1501803 h 6858000"/>
              <a:gd name="connsiteX623" fmla="*/ 6516292 w 7467600"/>
              <a:gd name="connsiteY623" fmla="*/ 1263064 h 6858000"/>
              <a:gd name="connsiteX624" fmla="*/ 291466 w 7467600"/>
              <a:gd name="connsiteY624" fmla="*/ 1250369 h 6858000"/>
              <a:gd name="connsiteX625" fmla="*/ 323180 w 7467600"/>
              <a:gd name="connsiteY625" fmla="*/ 1435283 h 6858000"/>
              <a:gd name="connsiteX626" fmla="*/ 349381 w 7467600"/>
              <a:gd name="connsiteY626" fmla="*/ 1875041 h 6858000"/>
              <a:gd name="connsiteX627" fmla="*/ 374363 w 7467600"/>
              <a:gd name="connsiteY627" fmla="*/ 1506494 h 6858000"/>
              <a:gd name="connsiteX628" fmla="*/ 302168 w 7467600"/>
              <a:gd name="connsiteY628" fmla="*/ 1274495 h 6858000"/>
              <a:gd name="connsiteX629" fmla="*/ 291466 w 7467600"/>
              <a:gd name="connsiteY629" fmla="*/ 1250369 h 6858000"/>
              <a:gd name="connsiteX630" fmla="*/ 678222 w 7467600"/>
              <a:gd name="connsiteY630" fmla="*/ 1248670 h 6858000"/>
              <a:gd name="connsiteX631" fmla="*/ 775536 w 7467600"/>
              <a:gd name="connsiteY631" fmla="*/ 1388015 h 6858000"/>
              <a:gd name="connsiteX632" fmla="*/ 894529 w 7467600"/>
              <a:gd name="connsiteY632" fmla="*/ 1567739 h 6858000"/>
              <a:gd name="connsiteX633" fmla="*/ 948000 w 7467600"/>
              <a:gd name="connsiteY633" fmla="*/ 1663088 h 6858000"/>
              <a:gd name="connsiteX634" fmla="*/ 1006812 w 7467600"/>
              <a:gd name="connsiteY634" fmla="*/ 1767683 h 6858000"/>
              <a:gd name="connsiteX635" fmla="*/ 1149133 w 7467600"/>
              <a:gd name="connsiteY635" fmla="*/ 1971513 h 6858000"/>
              <a:gd name="connsiteX636" fmla="*/ 1333952 w 7467600"/>
              <a:gd name="connsiteY636" fmla="*/ 2251620 h 6858000"/>
              <a:gd name="connsiteX637" fmla="*/ 1337329 w 7467600"/>
              <a:gd name="connsiteY637" fmla="*/ 2258350 h 6858000"/>
              <a:gd name="connsiteX638" fmla="*/ 1014726 w 7467600"/>
              <a:gd name="connsiteY638" fmla="*/ 1615556 h 6858000"/>
              <a:gd name="connsiteX639" fmla="*/ 678222 w 7467600"/>
              <a:gd name="connsiteY639" fmla="*/ 1248670 h 6858000"/>
              <a:gd name="connsiteX640" fmla="*/ 6691602 w 7467600"/>
              <a:gd name="connsiteY640" fmla="*/ 1140573 h 6858000"/>
              <a:gd name="connsiteX641" fmla="*/ 6571100 w 7467600"/>
              <a:gd name="connsiteY641" fmla="*/ 1183662 h 6858000"/>
              <a:gd name="connsiteX642" fmla="*/ 6241687 w 7467600"/>
              <a:gd name="connsiteY642" fmla="*/ 1257600 h 6858000"/>
              <a:gd name="connsiteX643" fmla="*/ 5693009 w 7467600"/>
              <a:gd name="connsiteY643" fmla="*/ 1478256 h 6858000"/>
              <a:gd name="connsiteX644" fmla="*/ 6548420 w 7467600"/>
              <a:gd name="connsiteY644" fmla="*/ 1214599 h 6858000"/>
              <a:gd name="connsiteX645" fmla="*/ 6605473 w 7467600"/>
              <a:gd name="connsiteY645" fmla="*/ 1184686 h 6858000"/>
              <a:gd name="connsiteX646" fmla="*/ 6691602 w 7467600"/>
              <a:gd name="connsiteY646" fmla="*/ 1140573 h 6858000"/>
              <a:gd name="connsiteX647" fmla="*/ 4002475 w 7467600"/>
              <a:gd name="connsiteY647" fmla="*/ 1037802 h 6858000"/>
              <a:gd name="connsiteX648" fmla="*/ 4000324 w 7467600"/>
              <a:gd name="connsiteY648" fmla="*/ 1039362 h 6858000"/>
              <a:gd name="connsiteX649" fmla="*/ 4002862 w 7467600"/>
              <a:gd name="connsiteY649" fmla="*/ 1042866 h 6858000"/>
              <a:gd name="connsiteX650" fmla="*/ 4002475 w 7467600"/>
              <a:gd name="connsiteY650" fmla="*/ 1037802 h 6858000"/>
              <a:gd name="connsiteX651" fmla="*/ 506322 w 7467600"/>
              <a:gd name="connsiteY651" fmla="*/ 1020997 h 6858000"/>
              <a:gd name="connsiteX652" fmla="*/ 533068 w 7467600"/>
              <a:gd name="connsiteY652" fmla="*/ 1029409 h 6858000"/>
              <a:gd name="connsiteX653" fmla="*/ 1232525 w 7467600"/>
              <a:gd name="connsiteY653" fmla="*/ 1804675 h 6858000"/>
              <a:gd name="connsiteX654" fmla="*/ 1388858 w 7467600"/>
              <a:gd name="connsiteY654" fmla="*/ 2368011 h 6858000"/>
              <a:gd name="connsiteX655" fmla="*/ 1384098 w 7467600"/>
              <a:gd name="connsiteY655" fmla="*/ 2378125 h 6858000"/>
              <a:gd name="connsiteX656" fmla="*/ 1425393 w 7467600"/>
              <a:gd name="connsiteY656" fmla="*/ 2589124 h 6858000"/>
              <a:gd name="connsiteX657" fmla="*/ 1424001 w 7467600"/>
              <a:gd name="connsiteY657" fmla="*/ 2597541 h 6858000"/>
              <a:gd name="connsiteX658" fmla="*/ 2152729 w 7467600"/>
              <a:gd name="connsiteY658" fmla="*/ 2864487 h 6858000"/>
              <a:gd name="connsiteX659" fmla="*/ 2020609 w 7467600"/>
              <a:gd name="connsiteY659" fmla="*/ 2539671 h 6858000"/>
              <a:gd name="connsiteX660" fmla="*/ 2018920 w 7467600"/>
              <a:gd name="connsiteY660" fmla="*/ 2536309 h 6858000"/>
              <a:gd name="connsiteX661" fmla="*/ 1342441 w 7467600"/>
              <a:gd name="connsiteY661" fmla="*/ 1173017 h 6858000"/>
              <a:gd name="connsiteX662" fmla="*/ 1367925 w 7467600"/>
              <a:gd name="connsiteY662" fmla="*/ 1135648 h 6858000"/>
              <a:gd name="connsiteX663" fmla="*/ 1771401 w 7467600"/>
              <a:gd name="connsiteY663" fmla="*/ 1806673 h 6858000"/>
              <a:gd name="connsiteX664" fmla="*/ 1972385 w 7467600"/>
              <a:gd name="connsiteY664" fmla="*/ 2198735 h 6858000"/>
              <a:gd name="connsiteX665" fmla="*/ 2040892 w 7467600"/>
              <a:gd name="connsiteY665" fmla="*/ 2405205 h 6858000"/>
              <a:gd name="connsiteX666" fmla="*/ 2131689 w 7467600"/>
              <a:gd name="connsiteY666" fmla="*/ 1936926 h 6858000"/>
              <a:gd name="connsiteX667" fmla="*/ 2454820 w 7467600"/>
              <a:gd name="connsiteY667" fmla="*/ 1248808 h 6858000"/>
              <a:gd name="connsiteX668" fmla="*/ 2492512 w 7467600"/>
              <a:gd name="connsiteY668" fmla="*/ 1302920 h 6858000"/>
              <a:gd name="connsiteX669" fmla="*/ 2081216 w 7467600"/>
              <a:gd name="connsiteY669" fmla="*/ 2527513 h 6858000"/>
              <a:gd name="connsiteX670" fmla="*/ 2081211 w 7467600"/>
              <a:gd name="connsiteY670" fmla="*/ 2528916 h 6858000"/>
              <a:gd name="connsiteX671" fmla="*/ 2199067 w 7467600"/>
              <a:gd name="connsiteY671" fmla="*/ 2884061 h 6858000"/>
              <a:gd name="connsiteX672" fmla="*/ 3192586 w 7467600"/>
              <a:gd name="connsiteY672" fmla="*/ 3411496 h 6858000"/>
              <a:gd name="connsiteX673" fmla="*/ 3182620 w 7467600"/>
              <a:gd name="connsiteY673" fmla="*/ 3483279 h 6858000"/>
              <a:gd name="connsiteX674" fmla="*/ 2435119 w 7467600"/>
              <a:gd name="connsiteY674" fmla="*/ 3080173 h 6858000"/>
              <a:gd name="connsiteX675" fmla="*/ 2410152 w 7467600"/>
              <a:gd name="connsiteY675" fmla="*/ 3063751 h 6858000"/>
              <a:gd name="connsiteX676" fmla="*/ 2408099 w 7467600"/>
              <a:gd name="connsiteY676" fmla="*/ 3064403 h 6858000"/>
              <a:gd name="connsiteX677" fmla="*/ 2407218 w 7467600"/>
              <a:gd name="connsiteY677" fmla="*/ 3070324 h 6858000"/>
              <a:gd name="connsiteX678" fmla="*/ 2380138 w 7467600"/>
              <a:gd name="connsiteY678" fmla="*/ 3099341 h 6858000"/>
              <a:gd name="connsiteX679" fmla="*/ 1765923 w 7467600"/>
              <a:gd name="connsiteY679" fmla="*/ 3581043 h 6858000"/>
              <a:gd name="connsiteX680" fmla="*/ 1702258 w 7467600"/>
              <a:gd name="connsiteY680" fmla="*/ 3612286 h 6858000"/>
              <a:gd name="connsiteX681" fmla="*/ 1538370 w 7467600"/>
              <a:gd name="connsiteY681" fmla="*/ 3811804 h 6858000"/>
              <a:gd name="connsiteX682" fmla="*/ 542867 w 7467600"/>
              <a:gd name="connsiteY682" fmla="*/ 4944092 h 6858000"/>
              <a:gd name="connsiteX683" fmla="*/ 515800 w 7467600"/>
              <a:gd name="connsiteY683" fmla="*/ 4862180 h 6858000"/>
              <a:gd name="connsiteX684" fmla="*/ 909145 w 7467600"/>
              <a:gd name="connsiteY684" fmla="*/ 4199225 h 6858000"/>
              <a:gd name="connsiteX685" fmla="*/ 1214067 w 7467600"/>
              <a:gd name="connsiteY685" fmla="*/ 3908561 h 6858000"/>
              <a:gd name="connsiteX686" fmla="*/ 640967 w 7467600"/>
              <a:gd name="connsiteY686" fmla="*/ 4105601 h 6858000"/>
              <a:gd name="connsiteX687" fmla="*/ 112563 w 7467600"/>
              <a:gd name="connsiteY687" fmla="*/ 4396952 h 6858000"/>
              <a:gd name="connsiteX688" fmla="*/ 0 w 7467600"/>
              <a:gd name="connsiteY688" fmla="*/ 4466006 h 6858000"/>
              <a:gd name="connsiteX689" fmla="*/ 0 w 7467600"/>
              <a:gd name="connsiteY689" fmla="*/ 4233763 h 6858000"/>
              <a:gd name="connsiteX690" fmla="*/ 36881 w 7467600"/>
              <a:gd name="connsiteY690" fmla="*/ 4200118 h 6858000"/>
              <a:gd name="connsiteX691" fmla="*/ 910534 w 7467600"/>
              <a:gd name="connsiteY691" fmla="*/ 3629753 h 6858000"/>
              <a:gd name="connsiteX692" fmla="*/ 1578717 w 7467600"/>
              <a:gd name="connsiteY692" fmla="*/ 3575982 h 6858000"/>
              <a:gd name="connsiteX693" fmla="*/ 2338780 w 7467600"/>
              <a:gd name="connsiteY693" fmla="*/ 3033725 h 6858000"/>
              <a:gd name="connsiteX694" fmla="*/ 1807991 w 7467600"/>
              <a:gd name="connsiteY694" fmla="*/ 2807184 h 6858000"/>
              <a:gd name="connsiteX695" fmla="*/ 1416358 w 7467600"/>
              <a:gd name="connsiteY695" fmla="*/ 3112571 h 6858000"/>
              <a:gd name="connsiteX696" fmla="*/ 939066 w 7467600"/>
              <a:gd name="connsiteY696" fmla="*/ 3378798 h 6858000"/>
              <a:gd name="connsiteX697" fmla="*/ 115099 w 7467600"/>
              <a:gd name="connsiteY697" fmla="*/ 3607650 h 6858000"/>
              <a:gd name="connsiteX698" fmla="*/ 97284 w 7467600"/>
              <a:gd name="connsiteY698" fmla="*/ 3520393 h 6858000"/>
              <a:gd name="connsiteX699" fmla="*/ 922050 w 7467600"/>
              <a:gd name="connsiteY699" fmla="*/ 3074867 h 6858000"/>
              <a:gd name="connsiteX700" fmla="*/ 1405265 w 7467600"/>
              <a:gd name="connsiteY700" fmla="*/ 3016319 h 6858000"/>
              <a:gd name="connsiteX701" fmla="*/ 1407512 w 7467600"/>
              <a:gd name="connsiteY701" fmla="*/ 3018001 h 6858000"/>
              <a:gd name="connsiteX702" fmla="*/ 1726266 w 7467600"/>
              <a:gd name="connsiteY702" fmla="*/ 2777274 h 6858000"/>
              <a:gd name="connsiteX703" fmla="*/ 625390 w 7467600"/>
              <a:gd name="connsiteY703" fmla="*/ 2514541 h 6858000"/>
              <a:gd name="connsiteX704" fmla="*/ 619799 w 7467600"/>
              <a:gd name="connsiteY704" fmla="*/ 2527180 h 6858000"/>
              <a:gd name="connsiteX705" fmla="*/ 310030 w 7467600"/>
              <a:gd name="connsiteY705" fmla="*/ 2771818 h 6858000"/>
              <a:gd name="connsiteX706" fmla="*/ 173877 w 7467600"/>
              <a:gd name="connsiteY706" fmla="*/ 2937056 h 6858000"/>
              <a:gd name="connsiteX707" fmla="*/ 77889 w 7467600"/>
              <a:gd name="connsiteY707" fmla="*/ 3138440 h 6858000"/>
              <a:gd name="connsiteX708" fmla="*/ 0 w 7467600"/>
              <a:gd name="connsiteY708" fmla="*/ 3271395 h 6858000"/>
              <a:gd name="connsiteX709" fmla="*/ 0 w 7467600"/>
              <a:gd name="connsiteY709" fmla="*/ 3153002 h 6858000"/>
              <a:gd name="connsiteX710" fmla="*/ 2386 w 7467600"/>
              <a:gd name="connsiteY710" fmla="*/ 3149203 h 6858000"/>
              <a:gd name="connsiteX711" fmla="*/ 89753 w 7467600"/>
              <a:gd name="connsiteY711" fmla="*/ 2987702 h 6858000"/>
              <a:gd name="connsiteX712" fmla="*/ 76869 w 7467600"/>
              <a:gd name="connsiteY712" fmla="*/ 3005404 h 6858000"/>
              <a:gd name="connsiteX713" fmla="*/ 32049 w 7467600"/>
              <a:gd name="connsiteY713" fmla="*/ 3065814 h 6858000"/>
              <a:gd name="connsiteX714" fmla="*/ 0 w 7467600"/>
              <a:gd name="connsiteY714" fmla="*/ 3108744 h 6858000"/>
              <a:gd name="connsiteX715" fmla="*/ 0 w 7467600"/>
              <a:gd name="connsiteY715" fmla="*/ 3058059 h 6858000"/>
              <a:gd name="connsiteX716" fmla="*/ 7610 w 7467600"/>
              <a:gd name="connsiteY716" fmla="*/ 3047889 h 6858000"/>
              <a:gd name="connsiteX717" fmla="*/ 52419 w 7467600"/>
              <a:gd name="connsiteY717" fmla="*/ 2987479 h 6858000"/>
              <a:gd name="connsiteX718" fmla="*/ 59142 w 7467600"/>
              <a:gd name="connsiteY718" fmla="*/ 2978488 h 6858000"/>
              <a:gd name="connsiteX719" fmla="*/ 0 w 7467600"/>
              <a:gd name="connsiteY719" fmla="*/ 3015334 h 6858000"/>
              <a:gd name="connsiteX720" fmla="*/ 0 w 7467600"/>
              <a:gd name="connsiteY720" fmla="*/ 2914286 h 6858000"/>
              <a:gd name="connsiteX721" fmla="*/ 36383 w 7467600"/>
              <a:gd name="connsiteY721" fmla="*/ 2901128 h 6858000"/>
              <a:gd name="connsiteX722" fmla="*/ 156329 w 7467600"/>
              <a:gd name="connsiteY722" fmla="*/ 2840533 h 6858000"/>
              <a:gd name="connsiteX723" fmla="*/ 358355 w 7467600"/>
              <a:gd name="connsiteY723" fmla="*/ 2620471 h 6858000"/>
              <a:gd name="connsiteX724" fmla="*/ 510577 w 7467600"/>
              <a:gd name="connsiteY724" fmla="*/ 2501244 h 6858000"/>
              <a:gd name="connsiteX725" fmla="*/ 211967 w 7467600"/>
              <a:gd name="connsiteY725" fmla="*/ 2479171 h 6858000"/>
              <a:gd name="connsiteX726" fmla="*/ 0 w 7467600"/>
              <a:gd name="connsiteY726" fmla="*/ 2476398 h 6858000"/>
              <a:gd name="connsiteX727" fmla="*/ 0 w 7467600"/>
              <a:gd name="connsiteY727" fmla="*/ 2389189 h 6858000"/>
              <a:gd name="connsiteX728" fmla="*/ 103062 w 7467600"/>
              <a:gd name="connsiteY728" fmla="*/ 2389518 h 6858000"/>
              <a:gd name="connsiteX729" fmla="*/ 510734 w 7467600"/>
              <a:gd name="connsiteY729" fmla="*/ 2416201 h 6858000"/>
              <a:gd name="connsiteX730" fmla="*/ 279257 w 7467600"/>
              <a:gd name="connsiteY730" fmla="*/ 2092102 h 6858000"/>
              <a:gd name="connsiteX731" fmla="*/ 65265 w 7467600"/>
              <a:gd name="connsiteY731" fmla="*/ 2006049 h 6858000"/>
              <a:gd name="connsiteX732" fmla="*/ 0 w 7467600"/>
              <a:gd name="connsiteY732" fmla="*/ 1982532 h 6858000"/>
              <a:gd name="connsiteX733" fmla="*/ 0 w 7467600"/>
              <a:gd name="connsiteY733" fmla="*/ 1912789 h 6858000"/>
              <a:gd name="connsiteX734" fmla="*/ 97460 w 7467600"/>
              <a:gd name="connsiteY734" fmla="*/ 1953725 h 6858000"/>
              <a:gd name="connsiteX735" fmla="*/ 221272 w 7467600"/>
              <a:gd name="connsiteY735" fmla="*/ 1980766 h 6858000"/>
              <a:gd name="connsiteX736" fmla="*/ 116765 w 7467600"/>
              <a:gd name="connsiteY736" fmla="*/ 1911033 h 6858000"/>
              <a:gd name="connsiteX737" fmla="*/ 16405 w 7467600"/>
              <a:gd name="connsiteY737" fmla="*/ 1803412 h 6858000"/>
              <a:gd name="connsiteX738" fmla="*/ 0 w 7467600"/>
              <a:gd name="connsiteY738" fmla="*/ 1784777 h 6858000"/>
              <a:gd name="connsiteX739" fmla="*/ 0 w 7467600"/>
              <a:gd name="connsiteY739" fmla="*/ 1740082 h 6858000"/>
              <a:gd name="connsiteX740" fmla="*/ 39394 w 7467600"/>
              <a:gd name="connsiteY740" fmla="*/ 1784856 h 6858000"/>
              <a:gd name="connsiteX741" fmla="*/ 135813 w 7467600"/>
              <a:gd name="connsiteY741" fmla="*/ 1888838 h 6858000"/>
              <a:gd name="connsiteX742" fmla="*/ 242575 w 7467600"/>
              <a:gd name="connsiteY742" fmla="*/ 1958841 h 6858000"/>
              <a:gd name="connsiteX743" fmla="*/ 82197 w 7467600"/>
              <a:gd name="connsiteY743" fmla="*/ 1754826 h 6858000"/>
              <a:gd name="connsiteX744" fmla="*/ 0 w 7467600"/>
              <a:gd name="connsiteY744" fmla="*/ 1679650 h 6858000"/>
              <a:gd name="connsiteX745" fmla="*/ 0 w 7467600"/>
              <a:gd name="connsiteY745" fmla="*/ 1602463 h 6858000"/>
              <a:gd name="connsiteX746" fmla="*/ 84689 w 7467600"/>
              <a:gd name="connsiteY746" fmla="*/ 1677442 h 6858000"/>
              <a:gd name="connsiteX747" fmla="*/ 298437 w 7467600"/>
              <a:gd name="connsiteY747" fmla="*/ 1968019 h 6858000"/>
              <a:gd name="connsiteX748" fmla="*/ 227269 w 7467600"/>
              <a:gd name="connsiteY748" fmla="*/ 1114064 h 6858000"/>
              <a:gd name="connsiteX749" fmla="*/ 248003 w 7467600"/>
              <a:gd name="connsiteY749" fmla="*/ 1089613 h 6858000"/>
              <a:gd name="connsiteX750" fmla="*/ 427020 w 7467600"/>
              <a:gd name="connsiteY750" fmla="*/ 1619803 h 6858000"/>
              <a:gd name="connsiteX751" fmla="*/ 340345 w 7467600"/>
              <a:gd name="connsiteY751" fmla="*/ 2027739 h 6858000"/>
              <a:gd name="connsiteX752" fmla="*/ 360865 w 7467600"/>
              <a:gd name="connsiteY752" fmla="*/ 2044827 h 6858000"/>
              <a:gd name="connsiteX753" fmla="*/ 560414 w 7467600"/>
              <a:gd name="connsiteY753" fmla="*/ 2421457 h 6858000"/>
              <a:gd name="connsiteX754" fmla="*/ 1359703 w 7467600"/>
              <a:gd name="connsiteY754" fmla="*/ 2578554 h 6858000"/>
              <a:gd name="connsiteX755" fmla="*/ 1359422 w 7467600"/>
              <a:gd name="connsiteY755" fmla="*/ 2577994 h 6858000"/>
              <a:gd name="connsiteX756" fmla="*/ 828701 w 7467600"/>
              <a:gd name="connsiteY756" fmla="*/ 1839520 h 6858000"/>
              <a:gd name="connsiteX757" fmla="*/ 494427 w 7467600"/>
              <a:gd name="connsiteY757" fmla="*/ 1092333 h 6858000"/>
              <a:gd name="connsiteX758" fmla="*/ 506322 w 7467600"/>
              <a:gd name="connsiteY758" fmla="*/ 1020997 h 6858000"/>
              <a:gd name="connsiteX759" fmla="*/ 4570198 w 7467600"/>
              <a:gd name="connsiteY759" fmla="*/ 978081 h 6858000"/>
              <a:gd name="connsiteX760" fmla="*/ 4523691 w 7467600"/>
              <a:gd name="connsiteY760" fmla="*/ 1127776 h 6858000"/>
              <a:gd name="connsiteX761" fmla="*/ 4509875 w 7467600"/>
              <a:gd name="connsiteY761" fmla="*/ 1167552 h 6858000"/>
              <a:gd name="connsiteX762" fmla="*/ 4478168 w 7467600"/>
              <a:gd name="connsiteY762" fmla="*/ 1260735 h 6858000"/>
              <a:gd name="connsiteX763" fmla="*/ 4409309 w 7467600"/>
              <a:gd name="connsiteY763" fmla="*/ 1666996 h 6858000"/>
              <a:gd name="connsiteX764" fmla="*/ 4370031 w 7467600"/>
              <a:gd name="connsiteY764" fmla="*/ 1955666 h 6858000"/>
              <a:gd name="connsiteX765" fmla="*/ 4570198 w 7467600"/>
              <a:gd name="connsiteY765" fmla="*/ 978081 h 6858000"/>
              <a:gd name="connsiteX766" fmla="*/ 4557898 w 7467600"/>
              <a:gd name="connsiteY766" fmla="*/ 900011 h 6858000"/>
              <a:gd name="connsiteX767" fmla="*/ 4344840 w 7467600"/>
              <a:gd name="connsiteY767" fmla="*/ 1922038 h 6858000"/>
              <a:gd name="connsiteX768" fmla="*/ 4378710 w 7467600"/>
              <a:gd name="connsiteY768" fmla="*/ 1665516 h 6858000"/>
              <a:gd name="connsiteX769" fmla="*/ 4448798 w 7467600"/>
              <a:gd name="connsiteY769" fmla="*/ 1253024 h 6858000"/>
              <a:gd name="connsiteX770" fmla="*/ 4480315 w 7467600"/>
              <a:gd name="connsiteY770" fmla="*/ 1158454 h 6858000"/>
              <a:gd name="connsiteX771" fmla="*/ 4494133 w 7467600"/>
              <a:gd name="connsiteY771" fmla="*/ 1118676 h 6858000"/>
              <a:gd name="connsiteX772" fmla="*/ 4557898 w 7467600"/>
              <a:gd name="connsiteY772" fmla="*/ 900011 h 6858000"/>
              <a:gd name="connsiteX773" fmla="*/ 5870151 w 7467600"/>
              <a:gd name="connsiteY773" fmla="*/ 898890 h 6858000"/>
              <a:gd name="connsiteX774" fmla="*/ 5861335 w 7467600"/>
              <a:gd name="connsiteY774" fmla="*/ 899177 h 6858000"/>
              <a:gd name="connsiteX775" fmla="*/ 5843702 w 7467600"/>
              <a:gd name="connsiteY775" fmla="*/ 899748 h 6858000"/>
              <a:gd name="connsiteX776" fmla="*/ 5651107 w 7467600"/>
              <a:gd name="connsiteY776" fmla="*/ 920306 h 6858000"/>
              <a:gd name="connsiteX777" fmla="*/ 5459407 w 7467600"/>
              <a:gd name="connsiteY777" fmla="*/ 940975 h 6858000"/>
              <a:gd name="connsiteX778" fmla="*/ 5374846 w 7467600"/>
              <a:gd name="connsiteY778" fmla="*/ 941988 h 6858000"/>
              <a:gd name="connsiteX779" fmla="*/ 5256105 w 7467600"/>
              <a:gd name="connsiteY779" fmla="*/ 945632 h 6858000"/>
              <a:gd name="connsiteX780" fmla="*/ 5107071 w 7467600"/>
              <a:gd name="connsiteY780" fmla="*/ 969720 h 6858000"/>
              <a:gd name="connsiteX781" fmla="*/ 4998681 w 7467600"/>
              <a:gd name="connsiteY781" fmla="*/ 988771 h 6858000"/>
              <a:gd name="connsiteX782" fmla="*/ 5870151 w 7467600"/>
              <a:gd name="connsiteY782" fmla="*/ 898890 h 6858000"/>
              <a:gd name="connsiteX783" fmla="*/ 5504425 w 7467600"/>
              <a:gd name="connsiteY783" fmla="*/ 848067 h 6858000"/>
              <a:gd name="connsiteX784" fmla="*/ 4968849 w 7467600"/>
              <a:gd name="connsiteY784" fmla="*/ 962318 h 6858000"/>
              <a:gd name="connsiteX785" fmla="*/ 5104039 w 7467600"/>
              <a:gd name="connsiteY785" fmla="*/ 940634 h 6858000"/>
              <a:gd name="connsiteX786" fmla="*/ 5256311 w 7467600"/>
              <a:gd name="connsiteY786" fmla="*/ 916490 h 6858000"/>
              <a:gd name="connsiteX787" fmla="*/ 5377381 w 7467600"/>
              <a:gd name="connsiteY787" fmla="*/ 912671 h 6858000"/>
              <a:gd name="connsiteX788" fmla="*/ 5460148 w 7467600"/>
              <a:gd name="connsiteY788" fmla="*/ 911442 h 6858000"/>
              <a:gd name="connsiteX789" fmla="*/ 5648971 w 7467600"/>
              <a:gd name="connsiteY789" fmla="*/ 891331 h 6858000"/>
              <a:gd name="connsiteX790" fmla="*/ 5844807 w 7467600"/>
              <a:gd name="connsiteY790" fmla="*/ 870718 h 6858000"/>
              <a:gd name="connsiteX791" fmla="*/ 5862975 w 7467600"/>
              <a:gd name="connsiteY791" fmla="*/ 869756 h 6858000"/>
              <a:gd name="connsiteX792" fmla="*/ 5920887 w 7467600"/>
              <a:gd name="connsiteY792" fmla="*/ 865929 h 6858000"/>
              <a:gd name="connsiteX793" fmla="*/ 5504425 w 7467600"/>
              <a:gd name="connsiteY793" fmla="*/ 848067 h 6858000"/>
              <a:gd name="connsiteX794" fmla="*/ 3607114 w 7467600"/>
              <a:gd name="connsiteY794" fmla="*/ 467441 h 6858000"/>
              <a:gd name="connsiteX795" fmla="*/ 3296242 w 7467600"/>
              <a:gd name="connsiteY795" fmla="*/ 807991 h 6858000"/>
              <a:gd name="connsiteX796" fmla="*/ 3174674 w 7467600"/>
              <a:gd name="connsiteY796" fmla="*/ 919759 h 6858000"/>
              <a:gd name="connsiteX797" fmla="*/ 3042978 w 7467600"/>
              <a:gd name="connsiteY797" fmla="*/ 1054894 h 6858000"/>
              <a:gd name="connsiteX798" fmla="*/ 2968914 w 7467600"/>
              <a:gd name="connsiteY798" fmla="*/ 1133756 h 6858000"/>
              <a:gd name="connsiteX799" fmla="*/ 3103823 w 7467600"/>
              <a:gd name="connsiteY799" fmla="*/ 1026814 h 6858000"/>
              <a:gd name="connsiteX800" fmla="*/ 3607114 w 7467600"/>
              <a:gd name="connsiteY800" fmla="*/ 467441 h 6858000"/>
              <a:gd name="connsiteX801" fmla="*/ 3744487 w 7467600"/>
              <a:gd name="connsiteY801" fmla="*/ 383136 h 6858000"/>
              <a:gd name="connsiteX802" fmla="*/ 3970213 w 7467600"/>
              <a:gd name="connsiteY802" fmla="*/ 995559 h 6858000"/>
              <a:gd name="connsiteX803" fmla="*/ 3744487 w 7467600"/>
              <a:gd name="connsiteY803" fmla="*/ 383136 h 6858000"/>
              <a:gd name="connsiteX804" fmla="*/ 3624562 w 7467600"/>
              <a:gd name="connsiteY804" fmla="*/ 367041 h 6858000"/>
              <a:gd name="connsiteX805" fmla="*/ 3489712 w 7467600"/>
              <a:gd name="connsiteY805" fmla="*/ 485386 h 6858000"/>
              <a:gd name="connsiteX806" fmla="*/ 3182994 w 7467600"/>
              <a:gd name="connsiteY806" fmla="*/ 828265 h 6858000"/>
              <a:gd name="connsiteX807" fmla="*/ 2892114 w 7467600"/>
              <a:gd name="connsiteY807" fmla="*/ 1172635 h 6858000"/>
              <a:gd name="connsiteX808" fmla="*/ 3021459 w 7467600"/>
              <a:gd name="connsiteY808" fmla="*/ 1035385 h 6858000"/>
              <a:gd name="connsiteX809" fmla="*/ 3153873 w 7467600"/>
              <a:gd name="connsiteY809" fmla="*/ 898971 h 6858000"/>
              <a:gd name="connsiteX810" fmla="*/ 3276511 w 7467600"/>
              <a:gd name="connsiteY810" fmla="*/ 786423 h 6858000"/>
              <a:gd name="connsiteX811" fmla="*/ 3584154 w 7467600"/>
              <a:gd name="connsiteY811" fmla="*/ 448218 h 6858000"/>
              <a:gd name="connsiteX812" fmla="*/ 3624562 w 7467600"/>
              <a:gd name="connsiteY812" fmla="*/ 367041 h 6858000"/>
              <a:gd name="connsiteX813" fmla="*/ 3766672 w 7467600"/>
              <a:gd name="connsiteY813" fmla="*/ 359429 h 6858000"/>
              <a:gd name="connsiteX814" fmla="*/ 3996338 w 7467600"/>
              <a:gd name="connsiteY814" fmla="*/ 968237 h 6858000"/>
              <a:gd name="connsiteX815" fmla="*/ 3766672 w 7467600"/>
              <a:gd name="connsiteY815" fmla="*/ 359429 h 6858000"/>
              <a:gd name="connsiteX816" fmla="*/ 5805386 w 7467600"/>
              <a:gd name="connsiteY816" fmla="*/ 239240 h 6858000"/>
              <a:gd name="connsiteX817" fmla="*/ 5736947 w 7467600"/>
              <a:gd name="connsiteY817" fmla="*/ 261367 h 6858000"/>
              <a:gd name="connsiteX818" fmla="*/ 5427012 w 7467600"/>
              <a:gd name="connsiteY818" fmla="*/ 311272 h 6858000"/>
              <a:gd name="connsiteX819" fmla="*/ 5147818 w 7467600"/>
              <a:gd name="connsiteY819" fmla="*/ 322112 h 6858000"/>
              <a:gd name="connsiteX820" fmla="*/ 5060854 w 7467600"/>
              <a:gd name="connsiteY820" fmla="*/ 311882 h 6858000"/>
              <a:gd name="connsiteX821" fmla="*/ 4945989 w 7467600"/>
              <a:gd name="connsiteY821" fmla="*/ 300516 h 6858000"/>
              <a:gd name="connsiteX822" fmla="*/ 5410479 w 7467600"/>
              <a:gd name="connsiteY822" fmla="*/ 348434 h 6858000"/>
              <a:gd name="connsiteX823" fmla="*/ 5805386 w 7467600"/>
              <a:gd name="connsiteY823" fmla="*/ 239240 h 6858000"/>
              <a:gd name="connsiteX824" fmla="*/ 5905192 w 7467600"/>
              <a:gd name="connsiteY824" fmla="*/ 163079 h 6858000"/>
              <a:gd name="connsiteX825" fmla="*/ 5865655 w 7467600"/>
              <a:gd name="connsiteY825" fmla="*/ 171901 h 6858000"/>
              <a:gd name="connsiteX826" fmla="*/ 5259740 w 7467600"/>
              <a:gd name="connsiteY826" fmla="*/ 257013 h 6858000"/>
              <a:gd name="connsiteX827" fmla="*/ 5208466 w 7467600"/>
              <a:gd name="connsiteY827" fmla="*/ 257550 h 6858000"/>
              <a:gd name="connsiteX828" fmla="*/ 4980204 w 7467600"/>
              <a:gd name="connsiteY828" fmla="*/ 271903 h 6858000"/>
              <a:gd name="connsiteX829" fmla="*/ 5068068 w 7467600"/>
              <a:gd name="connsiteY829" fmla="*/ 282244 h 6858000"/>
              <a:gd name="connsiteX830" fmla="*/ 5153231 w 7467600"/>
              <a:gd name="connsiteY830" fmla="*/ 292240 h 6858000"/>
              <a:gd name="connsiteX831" fmla="*/ 5426491 w 7467600"/>
              <a:gd name="connsiteY831" fmla="*/ 281128 h 6858000"/>
              <a:gd name="connsiteX832" fmla="*/ 5731212 w 7467600"/>
              <a:gd name="connsiteY832" fmla="*/ 231951 h 6858000"/>
              <a:gd name="connsiteX833" fmla="*/ 5905192 w 7467600"/>
              <a:gd name="connsiteY833" fmla="*/ 163079 h 6858000"/>
              <a:gd name="connsiteX834" fmla="*/ 5944437 w 7467600"/>
              <a:gd name="connsiteY834" fmla="*/ 113829 h 6858000"/>
              <a:gd name="connsiteX835" fmla="*/ 5825032 w 7467600"/>
              <a:gd name="connsiteY835" fmla="*/ 146405 h 6858000"/>
              <a:gd name="connsiteX836" fmla="*/ 4955599 w 7467600"/>
              <a:gd name="connsiteY836" fmla="*/ 247008 h 6858000"/>
              <a:gd name="connsiteX837" fmla="*/ 5210104 w 7467600"/>
              <a:gd name="connsiteY837" fmla="*/ 228123 h 6858000"/>
              <a:gd name="connsiteX838" fmla="*/ 5261015 w 7467600"/>
              <a:gd name="connsiteY838" fmla="*/ 227087 h 6858000"/>
              <a:gd name="connsiteX839" fmla="*/ 5861181 w 7467600"/>
              <a:gd name="connsiteY839" fmla="*/ 143093 h 6858000"/>
              <a:gd name="connsiteX840" fmla="*/ 5961252 w 7467600"/>
              <a:gd name="connsiteY840" fmla="*/ 114820 h 6858000"/>
              <a:gd name="connsiteX841" fmla="*/ 5944437 w 7467600"/>
              <a:gd name="connsiteY841" fmla="*/ 113829 h 6858000"/>
              <a:gd name="connsiteX842" fmla="*/ 3882765 w 7467600"/>
              <a:gd name="connsiteY842" fmla="*/ 0 h 6858000"/>
              <a:gd name="connsiteX843" fmla="*/ 3995099 w 7467600"/>
              <a:gd name="connsiteY843" fmla="*/ 0 h 6858000"/>
              <a:gd name="connsiteX844" fmla="*/ 4163818 w 7467600"/>
              <a:gd name="connsiteY844" fmla="*/ 234104 h 6858000"/>
              <a:gd name="connsiteX845" fmla="*/ 4172099 w 7467600"/>
              <a:gd name="connsiteY845" fmla="*/ 234207 h 6858000"/>
              <a:gd name="connsiteX846" fmla="*/ 4784282 w 7467600"/>
              <a:gd name="connsiteY846" fmla="*/ 276561 h 6858000"/>
              <a:gd name="connsiteX847" fmla="*/ 4801687 w 7467600"/>
              <a:gd name="connsiteY847" fmla="*/ 267764 h 6858000"/>
              <a:gd name="connsiteX848" fmla="*/ 6082788 w 7467600"/>
              <a:gd name="connsiteY848" fmla="*/ 64119 h 6858000"/>
              <a:gd name="connsiteX849" fmla="*/ 6099442 w 7467600"/>
              <a:gd name="connsiteY849" fmla="*/ 82568 h 6858000"/>
              <a:gd name="connsiteX850" fmla="*/ 4804137 w 7467600"/>
              <a:gd name="connsiteY850" fmla="*/ 320931 h 6858000"/>
              <a:gd name="connsiteX851" fmla="*/ 4227047 w 7467600"/>
              <a:gd name="connsiteY851" fmla="*/ 313415 h 6858000"/>
              <a:gd name="connsiteX852" fmla="*/ 4346041 w 7467600"/>
              <a:gd name="connsiteY852" fmla="*/ 456086 h 6858000"/>
              <a:gd name="connsiteX853" fmla="*/ 4870967 w 7467600"/>
              <a:gd name="connsiteY853" fmla="*/ 963061 h 6858000"/>
              <a:gd name="connsiteX854" fmla="*/ 4889647 w 7467600"/>
              <a:gd name="connsiteY854" fmla="*/ 957147 h 6858000"/>
              <a:gd name="connsiteX855" fmla="*/ 5422504 w 7467600"/>
              <a:gd name="connsiteY855" fmla="*/ 805191 h 6858000"/>
              <a:gd name="connsiteX856" fmla="*/ 6087656 w 7467600"/>
              <a:gd name="connsiteY856" fmla="*/ 826703 h 6858000"/>
              <a:gd name="connsiteX857" fmla="*/ 6058717 w 7467600"/>
              <a:gd name="connsiteY857" fmla="*/ 865992 h 6858000"/>
              <a:gd name="connsiteX858" fmla="*/ 4974153 w 7467600"/>
              <a:gd name="connsiteY858" fmla="*/ 1045456 h 6858000"/>
              <a:gd name="connsiteX859" fmla="*/ 5627835 w 7467600"/>
              <a:gd name="connsiteY859" fmla="*/ 1472077 h 6858000"/>
              <a:gd name="connsiteX860" fmla="*/ 5629817 w 7467600"/>
              <a:gd name="connsiteY860" fmla="*/ 1471412 h 6858000"/>
              <a:gd name="connsiteX861" fmla="*/ 5634124 w 7467600"/>
              <a:gd name="connsiteY861" fmla="*/ 1470572 h 6858000"/>
              <a:gd name="connsiteX862" fmla="*/ 5755832 w 7467600"/>
              <a:gd name="connsiteY862" fmla="*/ 1383886 h 6858000"/>
              <a:gd name="connsiteX863" fmla="*/ 6014186 w 7467600"/>
              <a:gd name="connsiteY863" fmla="*/ 1279799 h 6858000"/>
              <a:gd name="connsiteX864" fmla="*/ 6901619 w 7467600"/>
              <a:gd name="connsiteY864" fmla="*/ 1047874 h 6858000"/>
              <a:gd name="connsiteX865" fmla="*/ 6931566 w 7467600"/>
              <a:gd name="connsiteY865" fmla="*/ 1062034 h 6858000"/>
              <a:gd name="connsiteX866" fmla="*/ 5790982 w 7467600"/>
              <a:gd name="connsiteY866" fmla="*/ 1561380 h 6858000"/>
              <a:gd name="connsiteX867" fmla="*/ 6188971 w 7467600"/>
              <a:gd name="connsiteY867" fmla="*/ 1755168 h 6858000"/>
              <a:gd name="connsiteX868" fmla="*/ 6202446 w 7467600"/>
              <a:gd name="connsiteY868" fmla="*/ 1752268 h 6858000"/>
              <a:gd name="connsiteX869" fmla="*/ 7179560 w 7467600"/>
              <a:gd name="connsiteY869" fmla="*/ 1467551 h 6858000"/>
              <a:gd name="connsiteX870" fmla="*/ 7158730 w 7467600"/>
              <a:gd name="connsiteY870" fmla="*/ 1507835 h 6858000"/>
              <a:gd name="connsiteX871" fmla="*/ 6326959 w 7467600"/>
              <a:gd name="connsiteY871" fmla="*/ 1817686 h 6858000"/>
              <a:gd name="connsiteX872" fmla="*/ 6537433 w 7467600"/>
              <a:gd name="connsiteY872" fmla="*/ 1907790 h 6858000"/>
              <a:gd name="connsiteX873" fmla="*/ 6550221 w 7467600"/>
              <a:gd name="connsiteY873" fmla="*/ 1910729 h 6858000"/>
              <a:gd name="connsiteX874" fmla="*/ 6964438 w 7467600"/>
              <a:gd name="connsiteY874" fmla="*/ 2209505 h 6858000"/>
              <a:gd name="connsiteX875" fmla="*/ 7367862 w 7467600"/>
              <a:gd name="connsiteY875" fmla="*/ 2806833 h 6858000"/>
              <a:gd name="connsiteX876" fmla="*/ 7364329 w 7467600"/>
              <a:gd name="connsiteY876" fmla="*/ 2826907 h 6858000"/>
              <a:gd name="connsiteX877" fmla="*/ 7290545 w 7467600"/>
              <a:gd name="connsiteY877" fmla="*/ 2850663 h 6858000"/>
              <a:gd name="connsiteX878" fmla="*/ 6472036 w 7467600"/>
              <a:gd name="connsiteY878" fmla="*/ 1959003 h 6858000"/>
              <a:gd name="connsiteX879" fmla="*/ 5792897 w 7467600"/>
              <a:gd name="connsiteY879" fmla="*/ 1647747 h 6858000"/>
              <a:gd name="connsiteX880" fmla="*/ 5842751 w 7467600"/>
              <a:gd name="connsiteY880" fmla="*/ 1816112 h 6858000"/>
              <a:gd name="connsiteX881" fmla="*/ 5847424 w 7467600"/>
              <a:gd name="connsiteY881" fmla="*/ 1815776 h 6858000"/>
              <a:gd name="connsiteX882" fmla="*/ 6399821 w 7467600"/>
              <a:gd name="connsiteY882" fmla="*/ 2344799 h 6858000"/>
              <a:gd name="connsiteX883" fmla="*/ 6323232 w 7467600"/>
              <a:gd name="connsiteY883" fmla="*/ 2389634 h 6858000"/>
              <a:gd name="connsiteX884" fmla="*/ 5942958 w 7467600"/>
              <a:gd name="connsiteY884" fmla="*/ 2077708 h 6858000"/>
              <a:gd name="connsiteX885" fmla="*/ 5921559 w 7467600"/>
              <a:gd name="connsiteY885" fmla="*/ 2378596 h 6858000"/>
              <a:gd name="connsiteX886" fmla="*/ 5817651 w 7467600"/>
              <a:gd name="connsiteY886" fmla="*/ 3023919 h 6858000"/>
              <a:gd name="connsiteX887" fmla="*/ 5729634 w 7467600"/>
              <a:gd name="connsiteY887" fmla="*/ 3051849 h 6858000"/>
              <a:gd name="connsiteX888" fmla="*/ 5611018 w 7467600"/>
              <a:gd name="connsiteY888" fmla="*/ 2316769 h 6858000"/>
              <a:gd name="connsiteX889" fmla="*/ 5687608 w 7467600"/>
              <a:gd name="connsiteY889" fmla="*/ 2039972 h 6858000"/>
              <a:gd name="connsiteX890" fmla="*/ 5657554 w 7467600"/>
              <a:gd name="connsiteY890" fmla="*/ 1576445 h 6858000"/>
              <a:gd name="connsiteX891" fmla="*/ 5150475 w 7467600"/>
              <a:gd name="connsiteY891" fmla="*/ 1274012 h 6858000"/>
              <a:gd name="connsiteX892" fmla="*/ 5349142 w 7467600"/>
              <a:gd name="connsiteY892" fmla="*/ 2204405 h 6858000"/>
              <a:gd name="connsiteX893" fmla="*/ 5262214 w 7467600"/>
              <a:gd name="connsiteY893" fmla="*/ 2233836 h 6858000"/>
              <a:gd name="connsiteX894" fmla="*/ 4981539 w 7467600"/>
              <a:gd name="connsiteY894" fmla="*/ 1542201 h 6858000"/>
              <a:gd name="connsiteX895" fmla="*/ 4958461 w 7467600"/>
              <a:gd name="connsiteY895" fmla="*/ 1136957 h 6858000"/>
              <a:gd name="connsiteX896" fmla="*/ 4655015 w 7467600"/>
              <a:gd name="connsiteY896" fmla="*/ 891426 h 6858000"/>
              <a:gd name="connsiteX897" fmla="*/ 4348002 w 7467600"/>
              <a:gd name="connsiteY897" fmla="*/ 2205895 h 6858000"/>
              <a:gd name="connsiteX898" fmla="*/ 4262250 w 7467600"/>
              <a:gd name="connsiteY898" fmla="*/ 2219972 h 6858000"/>
              <a:gd name="connsiteX899" fmla="*/ 4550611 w 7467600"/>
              <a:gd name="connsiteY899" fmla="*/ 817540 h 6858000"/>
              <a:gd name="connsiteX900" fmla="*/ 4564418 w 7467600"/>
              <a:gd name="connsiteY900" fmla="*/ 808293 h 6858000"/>
              <a:gd name="connsiteX901" fmla="*/ 4266388 w 7467600"/>
              <a:gd name="connsiteY901" fmla="*/ 500083 h 6858000"/>
              <a:gd name="connsiteX902" fmla="*/ 4032842 w 7467600"/>
              <a:gd name="connsiteY902" fmla="*/ 211809 h 6858000"/>
              <a:gd name="connsiteX903" fmla="*/ 3882765 w 7467600"/>
              <a:gd name="connsiteY903" fmla="*/ 0 h 6858000"/>
              <a:gd name="connsiteX904" fmla="*/ 3721337 w 7467600"/>
              <a:gd name="connsiteY904" fmla="*/ 0 h 6858000"/>
              <a:gd name="connsiteX905" fmla="*/ 3797544 w 7467600"/>
              <a:gd name="connsiteY905" fmla="*/ 0 h 6858000"/>
              <a:gd name="connsiteX906" fmla="*/ 3775734 w 7467600"/>
              <a:gd name="connsiteY906" fmla="*/ 95131 h 6858000"/>
              <a:gd name="connsiteX907" fmla="*/ 3724807 w 7467600"/>
              <a:gd name="connsiteY907" fmla="*/ 272257 h 6858000"/>
              <a:gd name="connsiteX908" fmla="*/ 3726844 w 7467600"/>
              <a:gd name="connsiteY908" fmla="*/ 282988 h 6858000"/>
              <a:gd name="connsiteX909" fmla="*/ 3742664 w 7467600"/>
              <a:gd name="connsiteY909" fmla="*/ 279918 h 6858000"/>
              <a:gd name="connsiteX910" fmla="*/ 4103910 w 7467600"/>
              <a:gd name="connsiteY910" fmla="*/ 1161917 h 6858000"/>
              <a:gd name="connsiteX911" fmla="*/ 4020269 w 7467600"/>
              <a:gd name="connsiteY911" fmla="*/ 1200406 h 6858000"/>
              <a:gd name="connsiteX912" fmla="*/ 3674882 w 7467600"/>
              <a:gd name="connsiteY912" fmla="*/ 488524 h 6858000"/>
              <a:gd name="connsiteX913" fmla="*/ 3132682 w 7467600"/>
              <a:gd name="connsiteY913" fmla="*/ 1072284 h 6858000"/>
              <a:gd name="connsiteX914" fmla="*/ 2716346 w 7467600"/>
              <a:gd name="connsiteY914" fmla="*/ 1276376 h 6858000"/>
              <a:gd name="connsiteX915" fmla="*/ 2716772 w 7467600"/>
              <a:gd name="connsiteY915" fmla="*/ 1255462 h 6858000"/>
              <a:gd name="connsiteX916" fmla="*/ 3471096 w 7467600"/>
              <a:gd name="connsiteY916" fmla="*/ 437072 h 6858000"/>
              <a:gd name="connsiteX917" fmla="*/ 3639057 w 7467600"/>
              <a:gd name="connsiteY917" fmla="*/ 286334 h 6858000"/>
              <a:gd name="connsiteX918" fmla="*/ 3640309 w 7467600"/>
              <a:gd name="connsiteY918" fmla="*/ 284664 h 6858000"/>
              <a:gd name="connsiteX919" fmla="*/ 3646022 w 7467600"/>
              <a:gd name="connsiteY919" fmla="*/ 276711 h 6858000"/>
              <a:gd name="connsiteX920" fmla="*/ 3707943 w 7467600"/>
              <a:gd name="connsiteY920" fmla="*/ 65958 h 6858000"/>
              <a:gd name="connsiteX921" fmla="*/ 3721337 w 7467600"/>
              <a:gd name="connsiteY921" fmla="*/ 0 h 6858000"/>
              <a:gd name="connsiteX922" fmla="*/ 2867960 w 7467600"/>
              <a:gd name="connsiteY922" fmla="*/ 0 h 6858000"/>
              <a:gd name="connsiteX923" fmla="*/ 2926351 w 7467600"/>
              <a:gd name="connsiteY923" fmla="*/ 0 h 6858000"/>
              <a:gd name="connsiteX924" fmla="*/ 2902823 w 7467600"/>
              <a:gd name="connsiteY924" fmla="*/ 262929 h 6858000"/>
              <a:gd name="connsiteX925" fmla="*/ 2940663 w 7467600"/>
              <a:gd name="connsiteY925" fmla="*/ 140884 h 6858000"/>
              <a:gd name="connsiteX926" fmla="*/ 2947039 w 7467600"/>
              <a:gd name="connsiteY926" fmla="*/ 122524 h 6858000"/>
              <a:gd name="connsiteX927" fmla="*/ 2984316 w 7467600"/>
              <a:gd name="connsiteY927" fmla="*/ 0 h 6858000"/>
              <a:gd name="connsiteX928" fmla="*/ 3016114 w 7467600"/>
              <a:gd name="connsiteY928" fmla="*/ 0 h 6858000"/>
              <a:gd name="connsiteX929" fmla="*/ 2979949 w 7467600"/>
              <a:gd name="connsiteY929" fmla="*/ 119274 h 6858000"/>
              <a:gd name="connsiteX930" fmla="*/ 3023879 w 7467600"/>
              <a:gd name="connsiteY930" fmla="*/ 0 h 6858000"/>
              <a:gd name="connsiteX931" fmla="*/ 3105400 w 7467600"/>
              <a:gd name="connsiteY931" fmla="*/ 0 h 6858000"/>
              <a:gd name="connsiteX932" fmla="*/ 3094669 w 7467600"/>
              <a:gd name="connsiteY932" fmla="*/ 30308 h 6858000"/>
              <a:gd name="connsiteX933" fmla="*/ 2901945 w 7467600"/>
              <a:gd name="connsiteY933" fmla="*/ 466538 h 6858000"/>
              <a:gd name="connsiteX934" fmla="*/ 2815209 w 7467600"/>
              <a:gd name="connsiteY934" fmla="*/ 497361 h 6858000"/>
              <a:gd name="connsiteX935" fmla="*/ 2844845 w 7467600"/>
              <a:gd name="connsiteY935" fmla="*/ 127638 h 6858000"/>
              <a:gd name="connsiteX936" fmla="*/ 2867960 w 7467600"/>
              <a:gd name="connsiteY936" fmla="*/ 0 h 6858000"/>
              <a:gd name="connsiteX937" fmla="*/ 1057230 w 7467600"/>
              <a:gd name="connsiteY937" fmla="*/ 0 h 6858000"/>
              <a:gd name="connsiteX938" fmla="*/ 1111003 w 7467600"/>
              <a:gd name="connsiteY938" fmla="*/ 0 h 6858000"/>
              <a:gd name="connsiteX939" fmla="*/ 1125553 w 7467600"/>
              <a:gd name="connsiteY939" fmla="*/ 52588 h 6858000"/>
              <a:gd name="connsiteX940" fmla="*/ 1304276 w 7467600"/>
              <a:gd name="connsiteY940" fmla="*/ 476275 h 6858000"/>
              <a:gd name="connsiteX941" fmla="*/ 1492066 w 7467600"/>
              <a:gd name="connsiteY941" fmla="*/ 886333 h 6858000"/>
              <a:gd name="connsiteX942" fmla="*/ 1423698 w 7467600"/>
              <a:gd name="connsiteY942" fmla="*/ 710817 h 6858000"/>
              <a:gd name="connsiteX943" fmla="*/ 1357609 w 7467600"/>
              <a:gd name="connsiteY943" fmla="*/ 532892 h 6858000"/>
              <a:gd name="connsiteX944" fmla="*/ 1309550 w 7467600"/>
              <a:gd name="connsiteY944" fmla="*/ 374031 h 6858000"/>
              <a:gd name="connsiteX945" fmla="*/ 1193673 w 7467600"/>
              <a:gd name="connsiteY945" fmla="*/ 49533 h 6858000"/>
              <a:gd name="connsiteX946" fmla="*/ 1164391 w 7467600"/>
              <a:gd name="connsiteY946" fmla="*/ 0 h 6858000"/>
              <a:gd name="connsiteX947" fmla="*/ 1200666 w 7467600"/>
              <a:gd name="connsiteY947" fmla="*/ 0 h 6858000"/>
              <a:gd name="connsiteX948" fmla="*/ 1223408 w 7467600"/>
              <a:gd name="connsiteY948" fmla="*/ 38996 h 6858000"/>
              <a:gd name="connsiteX949" fmla="*/ 1339635 w 7467600"/>
              <a:gd name="connsiteY949" fmla="*/ 365517 h 6858000"/>
              <a:gd name="connsiteX950" fmla="*/ 1387469 w 7467600"/>
              <a:gd name="connsiteY950" fmla="*/ 523079 h 6858000"/>
              <a:gd name="connsiteX951" fmla="*/ 1452685 w 7467600"/>
              <a:gd name="connsiteY951" fmla="*/ 699806 h 6858000"/>
              <a:gd name="connsiteX952" fmla="*/ 1492092 w 7467600"/>
              <a:gd name="connsiteY952" fmla="*/ 800424 h 6858000"/>
              <a:gd name="connsiteX953" fmla="*/ 1455302 w 7467600"/>
              <a:gd name="connsiteY953" fmla="*/ 632913 h 6858000"/>
              <a:gd name="connsiteX954" fmla="*/ 1222336 w 7467600"/>
              <a:gd name="connsiteY954" fmla="*/ 9480 h 6858000"/>
              <a:gd name="connsiteX955" fmla="*/ 1214634 w 7467600"/>
              <a:gd name="connsiteY955" fmla="*/ 0 h 6858000"/>
              <a:gd name="connsiteX956" fmla="*/ 1289827 w 7467600"/>
              <a:gd name="connsiteY956" fmla="*/ 0 h 6858000"/>
              <a:gd name="connsiteX957" fmla="*/ 1321076 w 7467600"/>
              <a:gd name="connsiteY957" fmla="*/ 59722 h 6858000"/>
              <a:gd name="connsiteX958" fmla="*/ 1512579 w 7467600"/>
              <a:gd name="connsiteY958" fmla="*/ 626441 h 6858000"/>
              <a:gd name="connsiteX959" fmla="*/ 1506076 w 7467600"/>
              <a:gd name="connsiteY959" fmla="*/ 1089289 h 6858000"/>
              <a:gd name="connsiteX960" fmla="*/ 1486346 w 7467600"/>
              <a:gd name="connsiteY960" fmla="*/ 1079919 h 6858000"/>
              <a:gd name="connsiteX961" fmla="*/ 1070511 w 7467600"/>
              <a:gd name="connsiteY961" fmla="*/ 48609 h 6858000"/>
              <a:gd name="connsiteX962" fmla="*/ 1057230 w 7467600"/>
              <a:gd name="connsiteY962" fmla="*/ 0 h 6858000"/>
              <a:gd name="connsiteX963" fmla="*/ 43151 w 7467600"/>
              <a:gd name="connsiteY963" fmla="*/ 0 h 6858000"/>
              <a:gd name="connsiteX964" fmla="*/ 95283 w 7467600"/>
              <a:gd name="connsiteY964" fmla="*/ 0 h 6858000"/>
              <a:gd name="connsiteX965" fmla="*/ 300708 w 7467600"/>
              <a:gd name="connsiteY965" fmla="*/ 154571 h 6858000"/>
              <a:gd name="connsiteX966" fmla="*/ 530414 w 7467600"/>
              <a:gd name="connsiteY966" fmla="*/ 354673 h 6858000"/>
              <a:gd name="connsiteX967" fmla="*/ 333785 w 7467600"/>
              <a:gd name="connsiteY967" fmla="*/ 161564 h 6858000"/>
              <a:gd name="connsiteX968" fmla="*/ 147005 w 7467600"/>
              <a:gd name="connsiteY968" fmla="*/ 0 h 6858000"/>
              <a:gd name="connsiteX969" fmla="*/ 272509 w 7467600"/>
              <a:gd name="connsiteY969" fmla="*/ 0 h 6858000"/>
              <a:gd name="connsiteX970" fmla="*/ 326276 w 7467600"/>
              <a:gd name="connsiteY970" fmla="*/ 45847 h 6858000"/>
              <a:gd name="connsiteX971" fmla="*/ 823759 w 7467600"/>
              <a:gd name="connsiteY971" fmla="*/ 574145 h 6858000"/>
              <a:gd name="connsiteX972" fmla="*/ 811254 w 7467600"/>
              <a:gd name="connsiteY972" fmla="*/ 665546 h 6858000"/>
              <a:gd name="connsiteX973" fmla="*/ 154042 w 7467600"/>
              <a:gd name="connsiteY973" fmla="*/ 261522 h 6858000"/>
              <a:gd name="connsiteX974" fmla="*/ 13550 w 7467600"/>
              <a:gd name="connsiteY974" fmla="*/ 158423 h 6858000"/>
              <a:gd name="connsiteX975" fmla="*/ 0 w 7467600"/>
              <a:gd name="connsiteY975" fmla="*/ 146618 h 6858000"/>
              <a:gd name="connsiteX976" fmla="*/ 0 w 7467600"/>
              <a:gd name="connsiteY976" fmla="*/ 59161 h 6858000"/>
              <a:gd name="connsiteX977" fmla="*/ 45427 w 7467600"/>
              <a:gd name="connsiteY977" fmla="*/ 101078 h 6858000"/>
              <a:gd name="connsiteX978" fmla="*/ 630103 w 7467600"/>
              <a:gd name="connsiteY978" fmla="*/ 485885 h 6858000"/>
              <a:gd name="connsiteX979" fmla="*/ 532040 w 7467600"/>
              <a:gd name="connsiteY979" fmla="*/ 399359 h 6858000"/>
              <a:gd name="connsiteX980" fmla="*/ 517618 w 7467600"/>
              <a:gd name="connsiteY980" fmla="*/ 385726 h 6858000"/>
              <a:gd name="connsiteX981" fmla="*/ 285074 w 7467600"/>
              <a:gd name="connsiteY981" fmla="*/ 182755 h 6858000"/>
              <a:gd name="connsiteX982" fmla="*/ 43151 w 7467600"/>
              <a:gd name="connsiteY98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126431 w 7467600"/>
              <a:gd name="connsiteY90" fmla="*/ 5737872 h 6858000"/>
              <a:gd name="connsiteX91" fmla="*/ 7356878 w 7467600"/>
              <a:gd name="connsiteY91" fmla="*/ 5981332 h 6858000"/>
              <a:gd name="connsiteX92" fmla="*/ 7467600 w 7467600"/>
              <a:gd name="connsiteY92" fmla="*/ 6117703 h 6858000"/>
              <a:gd name="connsiteX93" fmla="*/ 7467600 w 7467600"/>
              <a:gd name="connsiteY93" fmla="*/ 6163634 h 6858000"/>
              <a:gd name="connsiteX94" fmla="*/ 7403637 w 7467600"/>
              <a:gd name="connsiteY94" fmla="*/ 6083957 h 6858000"/>
              <a:gd name="connsiteX95" fmla="*/ 7254615 w 7467600"/>
              <a:gd name="connsiteY95" fmla="*/ 5911918 h 6858000"/>
              <a:gd name="connsiteX96" fmla="*/ 7312589 w 7467600"/>
              <a:gd name="connsiteY96" fmla="*/ 5982309 h 6858000"/>
              <a:gd name="connsiteX97" fmla="*/ 7448321 w 7467600"/>
              <a:gd name="connsiteY97" fmla="*/ 6190991 h 6858000"/>
              <a:gd name="connsiteX98" fmla="*/ 7467600 w 7467600"/>
              <a:gd name="connsiteY98" fmla="*/ 6221686 h 6858000"/>
              <a:gd name="connsiteX99" fmla="*/ 7467600 w 7467600"/>
              <a:gd name="connsiteY99" fmla="*/ 6334256 h 6858000"/>
              <a:gd name="connsiteX100" fmla="*/ 7454976 w 7467600"/>
              <a:gd name="connsiteY100" fmla="*/ 6318297 h 6858000"/>
              <a:gd name="connsiteX101" fmla="*/ 7042773 w 7467600"/>
              <a:gd name="connsiteY101" fmla="*/ 5734011 h 6858000"/>
              <a:gd name="connsiteX102" fmla="*/ 6844835 w 7467600"/>
              <a:gd name="connsiteY102" fmla="*/ 5424988 h 6858000"/>
              <a:gd name="connsiteX103" fmla="*/ 1456157 w 7467600"/>
              <a:gd name="connsiteY103" fmla="*/ 5371404 h 6858000"/>
              <a:gd name="connsiteX104" fmla="*/ 1244432 w 7467600"/>
              <a:gd name="connsiteY104" fmla="*/ 5385601 h 6858000"/>
              <a:gd name="connsiteX105" fmla="*/ 973990 w 7467600"/>
              <a:gd name="connsiteY105" fmla="*/ 5424940 h 6858000"/>
              <a:gd name="connsiteX106" fmla="*/ 1103809 w 7467600"/>
              <a:gd name="connsiteY106" fmla="*/ 5433720 h 6858000"/>
              <a:gd name="connsiteX107" fmla="*/ 1123454 w 7467600"/>
              <a:gd name="connsiteY107" fmla="*/ 5435727 h 6858000"/>
              <a:gd name="connsiteX108" fmla="*/ 1737017 w 7467600"/>
              <a:gd name="connsiteY108" fmla="*/ 5452183 h 6858000"/>
              <a:gd name="connsiteX109" fmla="*/ 1824397 w 7467600"/>
              <a:gd name="connsiteY109" fmla="*/ 5447757 h 6858000"/>
              <a:gd name="connsiteX110" fmla="*/ 2070059 w 7467600"/>
              <a:gd name="connsiteY110" fmla="*/ 5441660 h 6858000"/>
              <a:gd name="connsiteX111" fmla="*/ 1456157 w 7467600"/>
              <a:gd name="connsiteY111" fmla="*/ 5371404 h 6858000"/>
              <a:gd name="connsiteX112" fmla="*/ 4988186 w 7467600"/>
              <a:gd name="connsiteY112" fmla="*/ 5216467 h 6858000"/>
              <a:gd name="connsiteX113" fmla="*/ 4777334 w 7467600"/>
              <a:gd name="connsiteY113" fmla="*/ 5406072 h 6858000"/>
              <a:gd name="connsiteX114" fmla="*/ 4718341 w 7467600"/>
              <a:gd name="connsiteY114" fmla="*/ 5468043 h 6858000"/>
              <a:gd name="connsiteX115" fmla="*/ 4604655 w 7467600"/>
              <a:gd name="connsiteY115" fmla="*/ 5583434 h 6858000"/>
              <a:gd name="connsiteX116" fmla="*/ 4565074 w 7467600"/>
              <a:gd name="connsiteY116" fmla="*/ 5618550 h 6858000"/>
              <a:gd name="connsiteX117" fmla="*/ 4988186 w 7467600"/>
              <a:gd name="connsiteY117" fmla="*/ 5216467 h 6858000"/>
              <a:gd name="connsiteX118" fmla="*/ 4978032 w 7467600"/>
              <a:gd name="connsiteY118" fmla="*/ 5183809 h 6858000"/>
              <a:gd name="connsiteX119" fmla="*/ 4463413 w 7467600"/>
              <a:gd name="connsiteY119" fmla="*/ 5615162 h 6858000"/>
              <a:gd name="connsiteX120" fmla="*/ 4358134 w 7467600"/>
              <a:gd name="connsiteY120" fmla="*/ 5742791 h 6858000"/>
              <a:gd name="connsiteX121" fmla="*/ 4376219 w 7467600"/>
              <a:gd name="connsiteY121" fmla="*/ 5729027 h 6858000"/>
              <a:gd name="connsiteX122" fmla="*/ 4582340 w 7467600"/>
              <a:gd name="connsiteY122" fmla="*/ 5561037 h 6858000"/>
              <a:gd name="connsiteX123" fmla="*/ 4694684 w 7467600"/>
              <a:gd name="connsiteY123" fmla="*/ 5447098 h 6858000"/>
              <a:gd name="connsiteX124" fmla="*/ 4754123 w 7467600"/>
              <a:gd name="connsiteY124" fmla="*/ 5384643 h 6858000"/>
              <a:gd name="connsiteX125" fmla="*/ 4978032 w 7467600"/>
              <a:gd name="connsiteY125" fmla="*/ 5183809 h 6858000"/>
              <a:gd name="connsiteX126" fmla="*/ 1903353 w 7467600"/>
              <a:gd name="connsiteY126" fmla="*/ 5044827 h 6858000"/>
              <a:gd name="connsiteX127" fmla="*/ 1936931 w 7467600"/>
              <a:gd name="connsiteY127" fmla="*/ 5093954 h 6858000"/>
              <a:gd name="connsiteX128" fmla="*/ 2195868 w 7467600"/>
              <a:gd name="connsiteY128" fmla="*/ 5396574 h 6858000"/>
              <a:gd name="connsiteX129" fmla="*/ 2088852 w 7467600"/>
              <a:gd name="connsiteY129" fmla="*/ 5166123 h 6858000"/>
              <a:gd name="connsiteX130" fmla="*/ 1958241 w 7467600"/>
              <a:gd name="connsiteY130" fmla="*/ 5067955 h 6858000"/>
              <a:gd name="connsiteX131" fmla="*/ 1903353 w 7467600"/>
              <a:gd name="connsiteY131" fmla="*/ 5044827 h 6858000"/>
              <a:gd name="connsiteX132" fmla="*/ 1979378 w 7467600"/>
              <a:gd name="connsiteY132" fmla="*/ 4769504 h 6858000"/>
              <a:gd name="connsiteX133" fmla="*/ 2882120 w 7467600"/>
              <a:gd name="connsiteY133" fmla="*/ 5064547 h 6858000"/>
              <a:gd name="connsiteX134" fmla="*/ 2793103 w 7467600"/>
              <a:gd name="connsiteY134" fmla="*/ 5039699 h 6858000"/>
              <a:gd name="connsiteX135" fmla="*/ 2770041 w 7467600"/>
              <a:gd name="connsiteY135" fmla="*/ 5033634 h 6858000"/>
              <a:gd name="connsiteX136" fmla="*/ 1979378 w 7467600"/>
              <a:gd name="connsiteY136" fmla="*/ 4769504 h 6858000"/>
              <a:gd name="connsiteX137" fmla="*/ 1927410 w 7467600"/>
              <a:gd name="connsiteY137" fmla="*/ 4716164 h 6858000"/>
              <a:gd name="connsiteX138" fmla="*/ 1959587 w 7467600"/>
              <a:gd name="connsiteY138" fmla="*/ 4728849 h 6858000"/>
              <a:gd name="connsiteX139" fmla="*/ 2777707 w 7467600"/>
              <a:gd name="connsiteY139" fmla="*/ 5003991 h 6858000"/>
              <a:gd name="connsiteX140" fmla="*/ 2800768 w 7467600"/>
              <a:gd name="connsiteY140" fmla="*/ 5010056 h 6858000"/>
              <a:gd name="connsiteX141" fmla="*/ 2879408 w 7467600"/>
              <a:gd name="connsiteY141" fmla="*/ 5031590 h 6858000"/>
              <a:gd name="connsiteX142" fmla="*/ 2862295 w 7467600"/>
              <a:gd name="connsiteY142" fmla="*/ 5022958 h 6858000"/>
              <a:gd name="connsiteX143" fmla="*/ 2813343 w 7467600"/>
              <a:gd name="connsiteY143" fmla="*/ 4998369 h 6858000"/>
              <a:gd name="connsiteX144" fmla="*/ 2646245 w 7467600"/>
              <a:gd name="connsiteY144" fmla="*/ 4930999 h 6858000"/>
              <a:gd name="connsiteX145" fmla="*/ 1999243 w 7467600"/>
              <a:gd name="connsiteY145" fmla="*/ 4730524 h 6858000"/>
              <a:gd name="connsiteX146" fmla="*/ 1979527 w 7467600"/>
              <a:gd name="connsiteY146" fmla="*/ 4726651 h 6858000"/>
              <a:gd name="connsiteX147" fmla="*/ 1927410 w 7467600"/>
              <a:gd name="connsiteY147" fmla="*/ 4716164 h 6858000"/>
              <a:gd name="connsiteX148" fmla="*/ 1997014 w 7467600"/>
              <a:gd name="connsiteY148" fmla="*/ 4698007 h 6858000"/>
              <a:gd name="connsiteX149" fmla="*/ 2005458 w 7467600"/>
              <a:gd name="connsiteY149" fmla="*/ 4699540 h 6858000"/>
              <a:gd name="connsiteX150" fmla="*/ 2657186 w 7467600"/>
              <a:gd name="connsiteY150" fmla="*/ 4901687 h 6858000"/>
              <a:gd name="connsiteX151" fmla="*/ 2826662 w 7467600"/>
              <a:gd name="connsiteY151" fmla="*/ 4970362 h 6858000"/>
              <a:gd name="connsiteX152" fmla="*/ 2876100 w 7467600"/>
              <a:gd name="connsiteY152" fmla="*/ 4995397 h 6858000"/>
              <a:gd name="connsiteX153" fmla="*/ 3042600 w 7467600"/>
              <a:gd name="connsiteY153" fmla="*/ 5059532 h 6858000"/>
              <a:gd name="connsiteX154" fmla="*/ 1997014 w 7467600"/>
              <a:gd name="connsiteY154" fmla="*/ 4698007 h 6858000"/>
              <a:gd name="connsiteX155" fmla="*/ 2305292 w 7467600"/>
              <a:gd name="connsiteY155" fmla="*/ 4219492 h 6858000"/>
              <a:gd name="connsiteX156" fmla="*/ 3360922 w 7467600"/>
              <a:gd name="connsiteY156" fmla="*/ 4529373 h 6858000"/>
              <a:gd name="connsiteX157" fmla="*/ 3492420 w 7467600"/>
              <a:gd name="connsiteY157" fmla="*/ 4510145 h 6858000"/>
              <a:gd name="connsiteX158" fmla="*/ 3364086 w 7467600"/>
              <a:gd name="connsiteY158" fmla="*/ 4480340 h 6858000"/>
              <a:gd name="connsiteX159" fmla="*/ 3225818 w 7467600"/>
              <a:gd name="connsiteY159" fmla="*/ 4411822 h 6858000"/>
              <a:gd name="connsiteX160" fmla="*/ 3129696 w 7467600"/>
              <a:gd name="connsiteY160" fmla="*/ 4360704 h 6858000"/>
              <a:gd name="connsiteX161" fmla="*/ 2814545 w 7467600"/>
              <a:gd name="connsiteY161" fmla="*/ 4282955 h 6858000"/>
              <a:gd name="connsiteX162" fmla="*/ 2305292 w 7467600"/>
              <a:gd name="connsiteY162" fmla="*/ 4219492 h 6858000"/>
              <a:gd name="connsiteX163" fmla="*/ 2626982 w 7467600"/>
              <a:gd name="connsiteY163" fmla="*/ 4206450 h 6858000"/>
              <a:gd name="connsiteX164" fmla="*/ 2490617 w 7467600"/>
              <a:gd name="connsiteY164" fmla="*/ 4206951 h 6858000"/>
              <a:gd name="connsiteX165" fmla="*/ 2819869 w 7467600"/>
              <a:gd name="connsiteY165" fmla="*/ 4252936 h 6858000"/>
              <a:gd name="connsiteX166" fmla="*/ 3143018 w 7467600"/>
              <a:gd name="connsiteY166" fmla="*/ 4332698 h 6858000"/>
              <a:gd name="connsiteX167" fmla="*/ 3241520 w 7467600"/>
              <a:gd name="connsiteY167" fmla="*/ 4385112 h 6858000"/>
              <a:gd name="connsiteX168" fmla="*/ 3374575 w 7467600"/>
              <a:gd name="connsiteY168" fmla="*/ 4451517 h 6858000"/>
              <a:gd name="connsiteX169" fmla="*/ 3505221 w 7467600"/>
              <a:gd name="connsiteY169" fmla="*/ 4480757 h 6858000"/>
              <a:gd name="connsiteX170" fmla="*/ 2626982 w 7467600"/>
              <a:gd name="connsiteY170" fmla="*/ 4206450 h 6858000"/>
              <a:gd name="connsiteX171" fmla="*/ 1310106 w 7467600"/>
              <a:gd name="connsiteY171" fmla="*/ 3943217 h 6858000"/>
              <a:gd name="connsiteX172" fmla="*/ 854994 w 7467600"/>
              <a:gd name="connsiteY172" fmla="*/ 4399136 h 6858000"/>
              <a:gd name="connsiteX173" fmla="*/ 742462 w 7467600"/>
              <a:gd name="connsiteY173" fmla="*/ 4594648 h 6858000"/>
              <a:gd name="connsiteX174" fmla="*/ 820602 w 7467600"/>
              <a:gd name="connsiteY174" fmla="*/ 4485915 h 6858000"/>
              <a:gd name="connsiteX175" fmla="*/ 878295 w 7467600"/>
              <a:gd name="connsiteY175" fmla="*/ 4403594 h 6858000"/>
              <a:gd name="connsiteX176" fmla="*/ 1240607 w 7467600"/>
              <a:gd name="connsiteY176" fmla="*/ 4010401 h 6858000"/>
              <a:gd name="connsiteX177" fmla="*/ 1310106 w 7467600"/>
              <a:gd name="connsiteY177" fmla="*/ 3943217 h 6858000"/>
              <a:gd name="connsiteX178" fmla="*/ 1423113 w 7467600"/>
              <a:gd name="connsiteY178" fmla="*/ 3874565 h 6858000"/>
              <a:gd name="connsiteX179" fmla="*/ 1260565 w 7467600"/>
              <a:gd name="connsiteY179" fmla="*/ 4031982 h 6858000"/>
              <a:gd name="connsiteX180" fmla="*/ 901900 w 7467600"/>
              <a:gd name="connsiteY180" fmla="*/ 4421236 h 6858000"/>
              <a:gd name="connsiteX181" fmla="*/ 845044 w 7467600"/>
              <a:gd name="connsiteY181" fmla="*/ 4502436 h 6858000"/>
              <a:gd name="connsiteX182" fmla="*/ 685926 w 7467600"/>
              <a:gd name="connsiteY182" fmla="*/ 4703069 h 6858000"/>
              <a:gd name="connsiteX183" fmla="*/ 684248 w 7467600"/>
              <a:gd name="connsiteY183" fmla="*/ 4706721 h 6858000"/>
              <a:gd name="connsiteX184" fmla="*/ 1423113 w 7467600"/>
              <a:gd name="connsiteY184" fmla="*/ 3874565 h 6858000"/>
              <a:gd name="connsiteX185" fmla="*/ 3316479 w 7467600"/>
              <a:gd name="connsiteY185" fmla="*/ 3872136 h 6858000"/>
              <a:gd name="connsiteX186" fmla="*/ 3546806 w 7467600"/>
              <a:gd name="connsiteY186" fmla="*/ 4356139 h 6858000"/>
              <a:gd name="connsiteX187" fmla="*/ 3364433 w 7467600"/>
              <a:gd name="connsiteY187" fmla="*/ 3953121 h 6858000"/>
              <a:gd name="connsiteX188" fmla="*/ 3316479 w 7467600"/>
              <a:gd name="connsiteY188" fmla="*/ 3872136 h 6858000"/>
              <a:gd name="connsiteX189" fmla="*/ 3291335 w 7467600"/>
              <a:gd name="connsiteY189" fmla="*/ 3767420 h 6858000"/>
              <a:gd name="connsiteX190" fmla="*/ 3390805 w 7467600"/>
              <a:gd name="connsiteY190" fmla="*/ 3937163 h 6858000"/>
              <a:gd name="connsiteX191" fmla="*/ 3579062 w 7467600"/>
              <a:gd name="connsiteY191" fmla="*/ 4359040 h 6858000"/>
              <a:gd name="connsiteX192" fmla="*/ 3467355 w 7467600"/>
              <a:gd name="connsiteY192" fmla="*/ 3988130 h 6858000"/>
              <a:gd name="connsiteX193" fmla="*/ 3310753 w 7467600"/>
              <a:gd name="connsiteY193" fmla="*/ 3787140 h 6858000"/>
              <a:gd name="connsiteX194" fmla="*/ 3291335 w 7467600"/>
              <a:gd name="connsiteY194" fmla="*/ 3767420 h 6858000"/>
              <a:gd name="connsiteX195" fmla="*/ 1635889 w 7467600"/>
              <a:gd name="connsiteY195" fmla="*/ 3709494 h 6858000"/>
              <a:gd name="connsiteX196" fmla="*/ 1634800 w 7467600"/>
              <a:gd name="connsiteY196" fmla="*/ 3731111 h 6858000"/>
              <a:gd name="connsiteX197" fmla="*/ 1635889 w 7467600"/>
              <a:gd name="connsiteY197" fmla="*/ 3709494 h 6858000"/>
              <a:gd name="connsiteX198" fmla="*/ 1510397 w 7467600"/>
              <a:gd name="connsiteY198" fmla="*/ 3684705 h 6858000"/>
              <a:gd name="connsiteX199" fmla="*/ 1146550 w 7467600"/>
              <a:gd name="connsiteY199" fmla="*/ 3802012 h 6858000"/>
              <a:gd name="connsiteX200" fmla="*/ 698834 w 7467600"/>
              <a:gd name="connsiteY200" fmla="*/ 3952272 h 6858000"/>
              <a:gd name="connsiteX201" fmla="*/ 34256 w 7467600"/>
              <a:gd name="connsiteY201" fmla="*/ 4347603 h 6858000"/>
              <a:gd name="connsiteX202" fmla="*/ 527241 w 7467600"/>
              <a:gd name="connsiteY202" fmla="*/ 4065078 h 6858000"/>
              <a:gd name="connsiteX203" fmla="*/ 1510397 w 7467600"/>
              <a:gd name="connsiteY203" fmla="*/ 3684705 h 6858000"/>
              <a:gd name="connsiteX204" fmla="*/ 1313114 w 7467600"/>
              <a:gd name="connsiteY204" fmla="*/ 3655216 h 6858000"/>
              <a:gd name="connsiteX205" fmla="*/ 1109304 w 7467600"/>
              <a:gd name="connsiteY205" fmla="*/ 3669030 h 6858000"/>
              <a:gd name="connsiteX206" fmla="*/ 8129 w 7467600"/>
              <a:gd name="connsiteY206" fmla="*/ 4330519 h 6858000"/>
              <a:gd name="connsiteX207" fmla="*/ 687572 w 7467600"/>
              <a:gd name="connsiteY207" fmla="*/ 3925629 h 6858000"/>
              <a:gd name="connsiteX208" fmla="*/ 1138365 w 7467600"/>
              <a:gd name="connsiteY208" fmla="*/ 3774515 h 6858000"/>
              <a:gd name="connsiteX209" fmla="*/ 1505579 w 7467600"/>
              <a:gd name="connsiteY209" fmla="*/ 3655526 h 6858000"/>
              <a:gd name="connsiteX210" fmla="*/ 1313114 w 7467600"/>
              <a:gd name="connsiteY210" fmla="*/ 3655216 h 6858000"/>
              <a:gd name="connsiteX211" fmla="*/ 3655073 w 7467600"/>
              <a:gd name="connsiteY211" fmla="*/ 3650884 h 6858000"/>
              <a:gd name="connsiteX212" fmla="*/ 3989938 w 7467600"/>
              <a:gd name="connsiteY212" fmla="*/ 3991685 h 6858000"/>
              <a:gd name="connsiteX213" fmla="*/ 4393907 w 7467600"/>
              <a:gd name="connsiteY213" fmla="*/ 4261258 h 6858000"/>
              <a:gd name="connsiteX214" fmla="*/ 4648051 w 7467600"/>
              <a:gd name="connsiteY214" fmla="*/ 4374051 h 6858000"/>
              <a:gd name="connsiteX215" fmla="*/ 4383389 w 7467600"/>
              <a:gd name="connsiteY215" fmla="*/ 4184369 h 6858000"/>
              <a:gd name="connsiteX216" fmla="*/ 4165508 w 7467600"/>
              <a:gd name="connsiteY216" fmla="*/ 4035196 h 6858000"/>
              <a:gd name="connsiteX217" fmla="*/ 4068162 w 7467600"/>
              <a:gd name="connsiteY217" fmla="*/ 3953394 h 6858000"/>
              <a:gd name="connsiteX218" fmla="*/ 3981416 w 7467600"/>
              <a:gd name="connsiteY218" fmla="*/ 3880482 h 6858000"/>
              <a:gd name="connsiteX219" fmla="*/ 3800147 w 7467600"/>
              <a:gd name="connsiteY219" fmla="*/ 3749872 h 6858000"/>
              <a:gd name="connsiteX220" fmla="*/ 3655073 w 7467600"/>
              <a:gd name="connsiteY220" fmla="*/ 3650884 h 6858000"/>
              <a:gd name="connsiteX221" fmla="*/ 3670252 w 7467600"/>
              <a:gd name="connsiteY221" fmla="*/ 3622798 h 6858000"/>
              <a:gd name="connsiteX222" fmla="*/ 3817258 w 7467600"/>
              <a:gd name="connsiteY222" fmla="*/ 3723577 h 6858000"/>
              <a:gd name="connsiteX223" fmla="*/ 4000461 w 7467600"/>
              <a:gd name="connsiteY223" fmla="*/ 3855966 h 6858000"/>
              <a:gd name="connsiteX224" fmla="*/ 4088180 w 7467600"/>
              <a:gd name="connsiteY224" fmla="*/ 3929774 h 6858000"/>
              <a:gd name="connsiteX225" fmla="*/ 4184555 w 7467600"/>
              <a:gd name="connsiteY225" fmla="*/ 4010683 h 6858000"/>
              <a:gd name="connsiteX226" fmla="*/ 4399563 w 7467600"/>
              <a:gd name="connsiteY226" fmla="*/ 4158106 h 6858000"/>
              <a:gd name="connsiteX227" fmla="*/ 4684469 w 7467600"/>
              <a:gd name="connsiteY227" fmla="*/ 4364680 h 6858000"/>
              <a:gd name="connsiteX228" fmla="*/ 4690271 w 7467600"/>
              <a:gd name="connsiteY228" fmla="*/ 4370034 h 6858000"/>
              <a:gd name="connsiteX229" fmla="*/ 4136093 w 7467600"/>
              <a:gd name="connsiteY229" fmla="*/ 3858466 h 6858000"/>
              <a:gd name="connsiteX230" fmla="*/ 3670252 w 7467600"/>
              <a:gd name="connsiteY230" fmla="*/ 3622798 h 6858000"/>
              <a:gd name="connsiteX231" fmla="*/ 4440129 w 7467600"/>
              <a:gd name="connsiteY231" fmla="*/ 3448571 h 6858000"/>
              <a:gd name="connsiteX232" fmla="*/ 4856525 w 7467600"/>
              <a:gd name="connsiteY232" fmla="*/ 3915351 h 6858000"/>
              <a:gd name="connsiteX233" fmla="*/ 5059055 w 7467600"/>
              <a:gd name="connsiteY233" fmla="*/ 4108918 h 6858000"/>
              <a:gd name="connsiteX234" fmla="*/ 5290070 w 7467600"/>
              <a:gd name="connsiteY234" fmla="*/ 4263619 h 6858000"/>
              <a:gd name="connsiteX235" fmla="*/ 4834991 w 7467600"/>
              <a:gd name="connsiteY235" fmla="*/ 3830985 h 6858000"/>
              <a:gd name="connsiteX236" fmla="*/ 4440129 w 7467600"/>
              <a:gd name="connsiteY236" fmla="*/ 3448571 h 6858000"/>
              <a:gd name="connsiteX237" fmla="*/ 4441737 w 7467600"/>
              <a:gd name="connsiteY237" fmla="*/ 3399734 h 6858000"/>
              <a:gd name="connsiteX238" fmla="*/ 4431236 w 7467600"/>
              <a:gd name="connsiteY238" fmla="*/ 3400954 h 6858000"/>
              <a:gd name="connsiteX239" fmla="*/ 4557150 w 7467600"/>
              <a:gd name="connsiteY239" fmla="*/ 3510023 h 6858000"/>
              <a:gd name="connsiteX240" fmla="*/ 4856936 w 7467600"/>
              <a:gd name="connsiteY240" fmla="*/ 3809146 h 6858000"/>
              <a:gd name="connsiteX241" fmla="*/ 5111996 w 7467600"/>
              <a:gd name="connsiteY241" fmla="*/ 4065759 h 6858000"/>
              <a:gd name="connsiteX242" fmla="*/ 5388878 w 7467600"/>
              <a:gd name="connsiteY242" fmla="*/ 4300185 h 6858000"/>
              <a:gd name="connsiteX243" fmla="*/ 5425556 w 7467600"/>
              <a:gd name="connsiteY243" fmla="*/ 4308967 h 6858000"/>
              <a:gd name="connsiteX244" fmla="*/ 4943646 w 7467600"/>
              <a:gd name="connsiteY244" fmla="*/ 3822916 h 6858000"/>
              <a:gd name="connsiteX245" fmla="*/ 4594837 w 7467600"/>
              <a:gd name="connsiteY245" fmla="*/ 3532274 h 6858000"/>
              <a:gd name="connsiteX246" fmla="*/ 4441737 w 7467600"/>
              <a:gd name="connsiteY246" fmla="*/ 3399734 h 6858000"/>
              <a:gd name="connsiteX247" fmla="*/ 5425834 w 7467600"/>
              <a:gd name="connsiteY247" fmla="*/ 3162785 h 6858000"/>
              <a:gd name="connsiteX248" fmla="*/ 5401644 w 7467600"/>
              <a:gd name="connsiteY248" fmla="*/ 3617847 h 6858000"/>
              <a:gd name="connsiteX249" fmla="*/ 5467256 w 7467600"/>
              <a:gd name="connsiteY249" fmla="*/ 4175494 h 6858000"/>
              <a:gd name="connsiteX250" fmla="*/ 5448069 w 7467600"/>
              <a:gd name="connsiteY250" fmla="*/ 3567554 h 6858000"/>
              <a:gd name="connsiteX251" fmla="*/ 5425834 w 7467600"/>
              <a:gd name="connsiteY251" fmla="*/ 3162785 h 6858000"/>
              <a:gd name="connsiteX252" fmla="*/ 1318687 w 7467600"/>
              <a:gd name="connsiteY252" fmla="*/ 3113840 h 6858000"/>
              <a:gd name="connsiteX253" fmla="*/ 1066793 w 7467600"/>
              <a:gd name="connsiteY253" fmla="*/ 3212171 h 6858000"/>
              <a:gd name="connsiteX254" fmla="*/ 993319 w 7467600"/>
              <a:gd name="connsiteY254" fmla="*/ 3247648 h 6858000"/>
              <a:gd name="connsiteX255" fmla="*/ 853081 w 7467600"/>
              <a:gd name="connsiteY255" fmla="*/ 3312410 h 6858000"/>
              <a:gd name="connsiteX256" fmla="*/ 805957 w 7467600"/>
              <a:gd name="connsiteY256" fmla="*/ 3330443 h 6858000"/>
              <a:gd name="connsiteX257" fmla="*/ 1318687 w 7467600"/>
              <a:gd name="connsiteY257" fmla="*/ 3113840 h 6858000"/>
              <a:gd name="connsiteX258" fmla="*/ 5453702 w 7467600"/>
              <a:gd name="connsiteY258" fmla="*/ 3090882 h 6858000"/>
              <a:gd name="connsiteX259" fmla="*/ 5480135 w 7467600"/>
              <a:gd name="connsiteY259" fmla="*/ 3565802 h 6858000"/>
              <a:gd name="connsiteX260" fmla="*/ 5499023 w 7467600"/>
              <a:gd name="connsiteY260" fmla="*/ 4166310 h 6858000"/>
              <a:gd name="connsiteX261" fmla="*/ 5547022 w 7467600"/>
              <a:gd name="connsiteY261" fmla="*/ 3607838 h 6858000"/>
              <a:gd name="connsiteX262" fmla="*/ 5515964 w 7467600"/>
              <a:gd name="connsiteY262" fmla="*/ 3378541 h 6858000"/>
              <a:gd name="connsiteX263" fmla="*/ 5453702 w 7467600"/>
              <a:gd name="connsiteY263" fmla="*/ 3090882 h 6858000"/>
              <a:gd name="connsiteX264" fmla="*/ 1238695 w 7467600"/>
              <a:gd name="connsiteY264" fmla="*/ 3076820 h 6858000"/>
              <a:gd name="connsiteX265" fmla="*/ 716371 w 7467600"/>
              <a:gd name="connsiteY265" fmla="*/ 3293249 h 6858000"/>
              <a:gd name="connsiteX266" fmla="*/ 579522 w 7467600"/>
              <a:gd name="connsiteY266" fmla="*/ 3371759 h 6858000"/>
              <a:gd name="connsiteX267" fmla="*/ 600288 w 7467600"/>
              <a:gd name="connsiteY267" fmla="*/ 3365555 h 6858000"/>
              <a:gd name="connsiteX268" fmla="*/ 840692 w 7467600"/>
              <a:gd name="connsiteY268" fmla="*/ 3284921 h 6858000"/>
              <a:gd name="connsiteX269" fmla="*/ 979248 w 7467600"/>
              <a:gd name="connsiteY269" fmla="*/ 3221003 h 6858000"/>
              <a:gd name="connsiteX270" fmla="*/ 1053282 w 7467600"/>
              <a:gd name="connsiteY270" fmla="*/ 3185247 h 6858000"/>
              <a:gd name="connsiteX271" fmla="*/ 1320603 w 7467600"/>
              <a:gd name="connsiteY271" fmla="*/ 3081281 h 6858000"/>
              <a:gd name="connsiteX272" fmla="*/ 1238695 w 7467600"/>
              <a:gd name="connsiteY272" fmla="*/ 3076820 h 6858000"/>
              <a:gd name="connsiteX273" fmla="*/ 5425627 w 7467600"/>
              <a:gd name="connsiteY273" fmla="*/ 2954192 h 6858000"/>
              <a:gd name="connsiteX274" fmla="*/ 5470770 w 7467600"/>
              <a:gd name="connsiteY274" fmla="*/ 3005435 h 6858000"/>
              <a:gd name="connsiteX275" fmla="*/ 5519779 w 7467600"/>
              <a:gd name="connsiteY275" fmla="*/ 4359223 h 6858000"/>
              <a:gd name="connsiteX276" fmla="*/ 5520293 w 7467600"/>
              <a:gd name="connsiteY276" fmla="*/ 4360602 h 6858000"/>
              <a:gd name="connsiteX277" fmla="*/ 5767221 w 7467600"/>
              <a:gd name="connsiteY277" fmla="*/ 4665564 h 6858000"/>
              <a:gd name="connsiteX278" fmla="*/ 6937169 w 7467600"/>
              <a:gd name="connsiteY278" fmla="*/ 4815941 h 6858000"/>
              <a:gd name="connsiteX279" fmla="*/ 6953922 w 7467600"/>
              <a:gd name="connsiteY279" fmla="*/ 4890068 h 6858000"/>
              <a:gd name="connsiteX280" fmla="*/ 6071359 w 7467600"/>
              <a:gd name="connsiteY280" fmla="*/ 4770770 h 6858000"/>
              <a:gd name="connsiteX281" fmla="*/ 6038839 w 7467600"/>
              <a:gd name="connsiteY281" fmla="*/ 4764474 h 6858000"/>
              <a:gd name="connsiteX282" fmla="*/ 6038706 w 7467600"/>
              <a:gd name="connsiteY282" fmla="*/ 4763847 h 6858000"/>
              <a:gd name="connsiteX283" fmla="*/ 6037784 w 7467600"/>
              <a:gd name="connsiteY283" fmla="*/ 4764270 h 6858000"/>
              <a:gd name="connsiteX284" fmla="*/ 6038839 w 7467600"/>
              <a:gd name="connsiteY284" fmla="*/ 4764474 h 6858000"/>
              <a:gd name="connsiteX285" fmla="*/ 6040338 w 7467600"/>
              <a:gd name="connsiteY285" fmla="*/ 4771418 h 6858000"/>
              <a:gd name="connsiteX286" fmla="*/ 6024488 w 7467600"/>
              <a:gd name="connsiteY286" fmla="*/ 4809903 h 6858000"/>
              <a:gd name="connsiteX287" fmla="*/ 5599771 w 7467600"/>
              <a:gd name="connsiteY287" fmla="*/ 5509652 h 6858000"/>
              <a:gd name="connsiteX288" fmla="*/ 5548843 w 7467600"/>
              <a:gd name="connsiteY288" fmla="*/ 5563845 h 6858000"/>
              <a:gd name="connsiteX289" fmla="*/ 5940952 w 7467600"/>
              <a:gd name="connsiteY289" fmla="*/ 6250028 h 6858000"/>
              <a:gd name="connsiteX290" fmla="*/ 6043441 w 7467600"/>
              <a:gd name="connsiteY290" fmla="*/ 6665847 h 6858000"/>
              <a:gd name="connsiteX291" fmla="*/ 6093432 w 7467600"/>
              <a:gd name="connsiteY291" fmla="*/ 6858000 h 6858000"/>
              <a:gd name="connsiteX292" fmla="*/ 6034344 w 7467600"/>
              <a:gd name="connsiteY292" fmla="*/ 6858000 h 6858000"/>
              <a:gd name="connsiteX293" fmla="*/ 6026679 w 7467600"/>
              <a:gd name="connsiteY293" fmla="*/ 6836959 h 6858000"/>
              <a:gd name="connsiteX294" fmla="*/ 5800441 w 7467600"/>
              <a:gd name="connsiteY294" fmla="*/ 6335286 h 6858000"/>
              <a:gd name="connsiteX295" fmla="*/ 5526562 w 7467600"/>
              <a:gd name="connsiteY295" fmla="*/ 5705388 h 6858000"/>
              <a:gd name="connsiteX296" fmla="*/ 5519640 w 7467600"/>
              <a:gd name="connsiteY296" fmla="*/ 5683774 h 6858000"/>
              <a:gd name="connsiteX297" fmla="*/ 5844559 w 7467600"/>
              <a:gd name="connsiteY297" fmla="*/ 6553349 h 6858000"/>
              <a:gd name="connsiteX298" fmla="*/ 5975994 w 7467600"/>
              <a:gd name="connsiteY298" fmla="*/ 6858000 h 6858000"/>
              <a:gd name="connsiteX299" fmla="*/ 5898547 w 7467600"/>
              <a:gd name="connsiteY299" fmla="*/ 6858000 h 6858000"/>
              <a:gd name="connsiteX300" fmla="*/ 5682041 w 7467600"/>
              <a:gd name="connsiteY300" fmla="*/ 6355860 h 6858000"/>
              <a:gd name="connsiteX301" fmla="*/ 5461758 w 7467600"/>
              <a:gd name="connsiteY301" fmla="*/ 5820220 h 6858000"/>
              <a:gd name="connsiteX302" fmla="*/ 5237282 w 7467600"/>
              <a:gd name="connsiteY302" fmla="*/ 6579086 h 6858000"/>
              <a:gd name="connsiteX303" fmla="*/ 5115009 w 7467600"/>
              <a:gd name="connsiteY303" fmla="*/ 6858000 h 6858000"/>
              <a:gd name="connsiteX304" fmla="*/ 5028074 w 7467600"/>
              <a:gd name="connsiteY304" fmla="*/ 6858000 h 6858000"/>
              <a:gd name="connsiteX305" fmla="*/ 5079508 w 7467600"/>
              <a:gd name="connsiteY305" fmla="*/ 6749074 h 6858000"/>
              <a:gd name="connsiteX306" fmla="*/ 5371846 w 7467600"/>
              <a:gd name="connsiteY306" fmla="*/ 5924413 h 6858000"/>
              <a:gd name="connsiteX307" fmla="*/ 5270512 w 7467600"/>
              <a:gd name="connsiteY307" fmla="*/ 6138975 h 6858000"/>
              <a:gd name="connsiteX308" fmla="*/ 5062409 w 7467600"/>
              <a:gd name="connsiteY308" fmla="*/ 6653544 h 6858000"/>
              <a:gd name="connsiteX309" fmla="*/ 5036628 w 7467600"/>
              <a:gd name="connsiteY309" fmla="*/ 6754247 h 6858000"/>
              <a:gd name="connsiteX310" fmla="*/ 5009112 w 7467600"/>
              <a:gd name="connsiteY310" fmla="*/ 6858000 h 6858000"/>
              <a:gd name="connsiteX311" fmla="*/ 4976679 w 7467600"/>
              <a:gd name="connsiteY311" fmla="*/ 6858000 h 6858000"/>
              <a:gd name="connsiteX312" fmla="*/ 5006537 w 7467600"/>
              <a:gd name="connsiteY312" fmla="*/ 6747068 h 6858000"/>
              <a:gd name="connsiteX313" fmla="*/ 5032723 w 7467600"/>
              <a:gd name="connsiteY313" fmla="*/ 6644957 h 6858000"/>
              <a:gd name="connsiteX314" fmla="*/ 5242949 w 7467600"/>
              <a:gd name="connsiteY314" fmla="*/ 6125175 h 6858000"/>
              <a:gd name="connsiteX315" fmla="*/ 5286321 w 7467600"/>
              <a:gd name="connsiteY315" fmla="*/ 6033555 h 6858000"/>
              <a:gd name="connsiteX316" fmla="*/ 5008210 w 7467600"/>
              <a:gd name="connsiteY316" fmla="*/ 6649194 h 6858000"/>
              <a:gd name="connsiteX317" fmla="*/ 4986321 w 7467600"/>
              <a:gd name="connsiteY317" fmla="*/ 6765687 h 6858000"/>
              <a:gd name="connsiteX318" fmla="*/ 4973474 w 7467600"/>
              <a:gd name="connsiteY318" fmla="*/ 6858000 h 6858000"/>
              <a:gd name="connsiteX319" fmla="*/ 4907178 w 7467600"/>
              <a:gd name="connsiteY319" fmla="*/ 6858000 h 6858000"/>
              <a:gd name="connsiteX320" fmla="*/ 4910810 w 7467600"/>
              <a:gd name="connsiteY320" fmla="*/ 6829660 h 6858000"/>
              <a:gd name="connsiteX321" fmla="*/ 4987461 w 7467600"/>
              <a:gd name="connsiteY321" fmla="*/ 6432994 h 6858000"/>
              <a:gd name="connsiteX322" fmla="*/ 5179262 w 7467600"/>
              <a:gd name="connsiteY322" fmla="*/ 6035044 h 6858000"/>
              <a:gd name="connsiteX323" fmla="*/ 4689678 w 7467600"/>
              <a:gd name="connsiteY323" fmla="*/ 6440241 h 6858000"/>
              <a:gd name="connsiteX324" fmla="*/ 4477543 w 7467600"/>
              <a:gd name="connsiteY324" fmla="*/ 6674836 h 6858000"/>
              <a:gd name="connsiteX325" fmla="*/ 4329957 w 7467600"/>
              <a:gd name="connsiteY325" fmla="*/ 6858000 h 6858000"/>
              <a:gd name="connsiteX326" fmla="*/ 4218595 w 7467600"/>
              <a:gd name="connsiteY326" fmla="*/ 6858000 h 6858000"/>
              <a:gd name="connsiteX327" fmla="*/ 4368888 w 7467600"/>
              <a:gd name="connsiteY327" fmla="*/ 6668412 h 6858000"/>
              <a:gd name="connsiteX328" fmla="*/ 4563091 w 7467600"/>
              <a:gd name="connsiteY328" fmla="*/ 6442508 h 6858000"/>
              <a:gd name="connsiteX329" fmla="*/ 5387324 w 7467600"/>
              <a:gd name="connsiteY329" fmla="*/ 5705830 h 6858000"/>
              <a:gd name="connsiteX330" fmla="*/ 5073620 w 7467600"/>
              <a:gd name="connsiteY330" fmla="*/ 5955437 h 6858000"/>
              <a:gd name="connsiteX331" fmla="*/ 4689789 w 7467600"/>
              <a:gd name="connsiteY331" fmla="*/ 6268382 h 6858000"/>
              <a:gd name="connsiteX332" fmla="*/ 4418722 w 7467600"/>
              <a:gd name="connsiteY332" fmla="*/ 6570886 h 6858000"/>
              <a:gd name="connsiteX333" fmla="*/ 4214944 w 7467600"/>
              <a:gd name="connsiteY333" fmla="*/ 6858000 h 6858000"/>
              <a:gd name="connsiteX334" fmla="*/ 4177898 w 7467600"/>
              <a:gd name="connsiteY334" fmla="*/ 6858000 h 6858000"/>
              <a:gd name="connsiteX335" fmla="*/ 4391597 w 7467600"/>
              <a:gd name="connsiteY335" fmla="*/ 6556370 h 6858000"/>
              <a:gd name="connsiteX336" fmla="*/ 4668889 w 7467600"/>
              <a:gd name="connsiteY336" fmla="*/ 6246399 h 6858000"/>
              <a:gd name="connsiteX337" fmla="*/ 5055427 w 7467600"/>
              <a:gd name="connsiteY337" fmla="*/ 5931476 h 6858000"/>
              <a:gd name="connsiteX338" fmla="*/ 5371814 w 7467600"/>
              <a:gd name="connsiteY338" fmla="*/ 5678975 h 6858000"/>
              <a:gd name="connsiteX339" fmla="*/ 4987918 w 7467600"/>
              <a:gd name="connsiteY339" fmla="*/ 5838701 h 6858000"/>
              <a:gd name="connsiteX340" fmla="*/ 4317146 w 7467600"/>
              <a:gd name="connsiteY340" fmla="*/ 6587716 h 6858000"/>
              <a:gd name="connsiteX341" fmla="*/ 4171627 w 7467600"/>
              <a:gd name="connsiteY341" fmla="*/ 6858000 h 6858000"/>
              <a:gd name="connsiteX342" fmla="*/ 4081585 w 7467600"/>
              <a:gd name="connsiteY342" fmla="*/ 6858000 h 6858000"/>
              <a:gd name="connsiteX343" fmla="*/ 4238603 w 7467600"/>
              <a:gd name="connsiteY343" fmla="*/ 6559341 h 6858000"/>
              <a:gd name="connsiteX344" fmla="*/ 4778333 w 7467600"/>
              <a:gd name="connsiteY344" fmla="*/ 5873626 h 6858000"/>
              <a:gd name="connsiteX345" fmla="*/ 5414185 w 7467600"/>
              <a:gd name="connsiteY345" fmla="*/ 5573882 h 6858000"/>
              <a:gd name="connsiteX346" fmla="*/ 5959648 w 7467600"/>
              <a:gd name="connsiteY346" fmla="*/ 4760797 h 6858000"/>
              <a:gd name="connsiteX347" fmla="*/ 5355019 w 7467600"/>
              <a:gd name="connsiteY347" fmla="*/ 4734672 h 6858000"/>
              <a:gd name="connsiteX348" fmla="*/ 5083565 w 7467600"/>
              <a:gd name="connsiteY348" fmla="*/ 5179121 h 6858000"/>
              <a:gd name="connsiteX349" fmla="*/ 4713577 w 7467600"/>
              <a:gd name="connsiteY349" fmla="*/ 5616803 h 6858000"/>
              <a:gd name="connsiteX350" fmla="*/ 3989559 w 7467600"/>
              <a:gd name="connsiteY350" fmla="*/ 6145945 h 6858000"/>
              <a:gd name="connsiteX351" fmla="*/ 3939824 w 7467600"/>
              <a:gd name="connsiteY351" fmla="*/ 6066900 h 6858000"/>
              <a:gd name="connsiteX352" fmla="*/ 4584537 w 7467600"/>
              <a:gd name="connsiteY352" fmla="*/ 5324826 h 6858000"/>
              <a:gd name="connsiteX353" fmla="*/ 5037105 w 7467600"/>
              <a:gd name="connsiteY353" fmla="*/ 5088765 h 6858000"/>
              <a:gd name="connsiteX354" fmla="*/ 5039930 w 7467600"/>
              <a:gd name="connsiteY354" fmla="*/ 5089585 h 6858000"/>
              <a:gd name="connsiteX355" fmla="*/ 5263764 w 7467600"/>
              <a:gd name="connsiteY355" fmla="*/ 4735525 h 6858000"/>
              <a:gd name="connsiteX356" fmla="*/ 4086300 w 7467600"/>
              <a:gd name="connsiteY356" fmla="*/ 4884599 h 6858000"/>
              <a:gd name="connsiteX357" fmla="*/ 4085485 w 7467600"/>
              <a:gd name="connsiteY357" fmla="*/ 4899070 h 6858000"/>
              <a:gd name="connsiteX358" fmla="*/ 3871915 w 7467600"/>
              <a:gd name="connsiteY358" fmla="*/ 5253645 h 6858000"/>
              <a:gd name="connsiteX359" fmla="*/ 3799374 w 7467600"/>
              <a:gd name="connsiteY359" fmla="*/ 5466127 h 6858000"/>
              <a:gd name="connsiteX360" fmla="*/ 3498850 w 7467600"/>
              <a:gd name="connsiteY360" fmla="*/ 6661888 h 6858000"/>
              <a:gd name="connsiteX361" fmla="*/ 3399216 w 7467600"/>
              <a:gd name="connsiteY361" fmla="*/ 6858000 h 6858000"/>
              <a:gd name="connsiteX362" fmla="*/ 3303688 w 7467600"/>
              <a:gd name="connsiteY362" fmla="*/ 6858000 h 6858000"/>
              <a:gd name="connsiteX363" fmla="*/ 3391774 w 7467600"/>
              <a:gd name="connsiteY363" fmla="*/ 6697181 h 6858000"/>
              <a:gd name="connsiteX364" fmla="*/ 3735540 w 7467600"/>
              <a:gd name="connsiteY364" fmla="*/ 5546923 h 6858000"/>
              <a:gd name="connsiteX365" fmla="*/ 3729438 w 7467600"/>
              <a:gd name="connsiteY365" fmla="*/ 5569058 h 6858000"/>
              <a:gd name="connsiteX366" fmla="*/ 3707782 w 7467600"/>
              <a:gd name="connsiteY366" fmla="*/ 5644908 h 6858000"/>
              <a:gd name="connsiteX367" fmla="*/ 3583827 w 7467600"/>
              <a:gd name="connsiteY367" fmla="*/ 6039215 h 6858000"/>
              <a:gd name="connsiteX368" fmla="*/ 3547861 w 7467600"/>
              <a:gd name="connsiteY368" fmla="*/ 6129609 h 6858000"/>
              <a:gd name="connsiteX369" fmla="*/ 3490905 w 7467600"/>
              <a:gd name="connsiteY369" fmla="*/ 6277660 h 6858000"/>
              <a:gd name="connsiteX370" fmla="*/ 3455859 w 7467600"/>
              <a:gd name="connsiteY370" fmla="*/ 6391301 h 6858000"/>
              <a:gd name="connsiteX371" fmla="*/ 3429112 w 7467600"/>
              <a:gd name="connsiteY371" fmla="*/ 6479469 h 6858000"/>
              <a:gd name="connsiteX372" fmla="*/ 3304862 w 7467600"/>
              <a:gd name="connsiteY372" fmla="*/ 6796476 h 6858000"/>
              <a:gd name="connsiteX373" fmla="*/ 3276071 w 7467600"/>
              <a:gd name="connsiteY373" fmla="*/ 6858000 h 6858000"/>
              <a:gd name="connsiteX374" fmla="*/ 3240805 w 7467600"/>
              <a:gd name="connsiteY374" fmla="*/ 6858000 h 6858000"/>
              <a:gd name="connsiteX375" fmla="*/ 3275917 w 7467600"/>
              <a:gd name="connsiteY375" fmla="*/ 6783192 h 6858000"/>
              <a:gd name="connsiteX376" fmla="*/ 3399358 w 7467600"/>
              <a:gd name="connsiteY376" fmla="*/ 6469011 h 6858000"/>
              <a:gd name="connsiteX377" fmla="*/ 3425650 w 7467600"/>
              <a:gd name="connsiteY377" fmla="*/ 6381333 h 6858000"/>
              <a:gd name="connsiteX378" fmla="*/ 3460661 w 7467600"/>
              <a:gd name="connsiteY378" fmla="*/ 6266763 h 6858000"/>
              <a:gd name="connsiteX379" fmla="*/ 3518021 w 7467600"/>
              <a:gd name="connsiteY379" fmla="*/ 6117298 h 6858000"/>
              <a:gd name="connsiteX380" fmla="*/ 3554035 w 7467600"/>
              <a:gd name="connsiteY380" fmla="*/ 6027832 h 6858000"/>
              <a:gd name="connsiteX381" fmla="*/ 3677174 w 7467600"/>
              <a:gd name="connsiteY381" fmla="*/ 5636351 h 6858000"/>
              <a:gd name="connsiteX382" fmla="*/ 3698819 w 7467600"/>
              <a:gd name="connsiteY382" fmla="*/ 5560503 h 6858000"/>
              <a:gd name="connsiteX383" fmla="*/ 3702094 w 7467600"/>
              <a:gd name="connsiteY383" fmla="*/ 5549194 h 6858000"/>
              <a:gd name="connsiteX384" fmla="*/ 3398355 w 7467600"/>
              <a:gd name="connsiteY384" fmla="*/ 6094603 h 6858000"/>
              <a:gd name="connsiteX385" fmla="*/ 3193941 w 7467600"/>
              <a:gd name="connsiteY385" fmla="*/ 6798775 h 6858000"/>
              <a:gd name="connsiteX386" fmla="*/ 3184140 w 7467600"/>
              <a:gd name="connsiteY386" fmla="*/ 6858000 h 6858000"/>
              <a:gd name="connsiteX387" fmla="*/ 3099978 w 7467600"/>
              <a:gd name="connsiteY387" fmla="*/ 6858000 h 6858000"/>
              <a:gd name="connsiteX388" fmla="*/ 3101556 w 7467600"/>
              <a:gd name="connsiteY388" fmla="*/ 6843337 h 6858000"/>
              <a:gd name="connsiteX389" fmla="*/ 3370162 w 7467600"/>
              <a:gd name="connsiteY389" fmla="*/ 5785550 h 6858000"/>
              <a:gd name="connsiteX390" fmla="*/ 3746477 w 7467600"/>
              <a:gd name="connsiteY390" fmla="*/ 5377889 h 6858000"/>
              <a:gd name="connsiteX391" fmla="*/ 3863399 w 7467600"/>
              <a:gd name="connsiteY391" fmla="*/ 5087257 h 6858000"/>
              <a:gd name="connsiteX392" fmla="*/ 3968712 w 7467600"/>
              <a:gd name="connsiteY392" fmla="*/ 4913989 h 6858000"/>
              <a:gd name="connsiteX393" fmla="*/ 2792390 w 7467600"/>
              <a:gd name="connsiteY393" fmla="*/ 5382974 h 6858000"/>
              <a:gd name="connsiteX394" fmla="*/ 2714982 w 7467600"/>
              <a:gd name="connsiteY394" fmla="*/ 5427051 h 6858000"/>
              <a:gd name="connsiteX395" fmla="*/ 2813361 w 7467600"/>
              <a:gd name="connsiteY395" fmla="*/ 6023912 h 6858000"/>
              <a:gd name="connsiteX396" fmla="*/ 2688430 w 7467600"/>
              <a:gd name="connsiteY396" fmla="*/ 6801564 h 6858000"/>
              <a:gd name="connsiteX397" fmla="*/ 2629626 w 7467600"/>
              <a:gd name="connsiteY397" fmla="*/ 6763394 h 6858000"/>
              <a:gd name="connsiteX398" fmla="*/ 2565328 w 7467600"/>
              <a:gd name="connsiteY398" fmla="*/ 5516399 h 6858000"/>
              <a:gd name="connsiteX399" fmla="*/ 1922999 w 7467600"/>
              <a:gd name="connsiteY399" fmla="*/ 5980343 h 6858000"/>
              <a:gd name="connsiteX400" fmla="*/ 1950261 w 7467600"/>
              <a:gd name="connsiteY400" fmla="*/ 6405858 h 6858000"/>
              <a:gd name="connsiteX401" fmla="*/ 2365554 w 7467600"/>
              <a:gd name="connsiteY401" fmla="*/ 6759107 h 6858000"/>
              <a:gd name="connsiteX402" fmla="*/ 2424142 w 7467600"/>
              <a:gd name="connsiteY402" fmla="*/ 6858000 h 6858000"/>
              <a:gd name="connsiteX403" fmla="*/ 2395994 w 7467600"/>
              <a:gd name="connsiteY403" fmla="*/ 6858000 h 6858000"/>
              <a:gd name="connsiteX404" fmla="*/ 2392863 w 7467600"/>
              <a:gd name="connsiteY404" fmla="*/ 6852964 h 6858000"/>
              <a:gd name="connsiteX405" fmla="*/ 2017589 w 7467600"/>
              <a:gd name="connsiteY405" fmla="*/ 6493982 h 6858000"/>
              <a:gd name="connsiteX406" fmla="*/ 2147336 w 7467600"/>
              <a:gd name="connsiteY406" fmla="*/ 6594052 h 6858000"/>
              <a:gd name="connsiteX407" fmla="*/ 2207047 w 7467600"/>
              <a:gd name="connsiteY407" fmla="*/ 6654540 h 6858000"/>
              <a:gd name="connsiteX408" fmla="*/ 2299106 w 7467600"/>
              <a:gd name="connsiteY408" fmla="*/ 6778931 h 6858000"/>
              <a:gd name="connsiteX409" fmla="*/ 2314430 w 7467600"/>
              <a:gd name="connsiteY409" fmla="*/ 6801144 h 6858000"/>
              <a:gd name="connsiteX410" fmla="*/ 2352406 w 7467600"/>
              <a:gd name="connsiteY410" fmla="*/ 6858000 h 6858000"/>
              <a:gd name="connsiteX411" fmla="*/ 2314492 w 7467600"/>
              <a:gd name="connsiteY411" fmla="*/ 6858000 h 6858000"/>
              <a:gd name="connsiteX412" fmla="*/ 2288095 w 7467600"/>
              <a:gd name="connsiteY412" fmla="*/ 6818030 h 6858000"/>
              <a:gd name="connsiteX413" fmla="*/ 2272768 w 7467600"/>
              <a:gd name="connsiteY413" fmla="*/ 6795822 h 6858000"/>
              <a:gd name="connsiteX414" fmla="*/ 2182715 w 7467600"/>
              <a:gd name="connsiteY414" fmla="*/ 6675071 h 6858000"/>
              <a:gd name="connsiteX415" fmla="*/ 2032061 w 7467600"/>
              <a:gd name="connsiteY415" fmla="*/ 6541380 h 6858000"/>
              <a:gd name="connsiteX416" fmla="*/ 2257220 w 7467600"/>
              <a:gd name="connsiteY416" fmla="*/ 6826257 h 6858000"/>
              <a:gd name="connsiteX417" fmla="*/ 2281324 w 7467600"/>
              <a:gd name="connsiteY417" fmla="*/ 6858000 h 6858000"/>
              <a:gd name="connsiteX418" fmla="*/ 2242860 w 7467600"/>
              <a:gd name="connsiteY418" fmla="*/ 6858000 h 6858000"/>
              <a:gd name="connsiteX419" fmla="*/ 2232818 w 7467600"/>
              <a:gd name="connsiteY419" fmla="*/ 6844926 h 6858000"/>
              <a:gd name="connsiteX420" fmla="*/ 1990172 w 7467600"/>
              <a:gd name="connsiteY420" fmla="*/ 6542121 h 6858000"/>
              <a:gd name="connsiteX421" fmla="*/ 2124090 w 7467600"/>
              <a:gd name="connsiteY421" fmla="*/ 6761017 h 6858000"/>
              <a:gd name="connsiteX422" fmla="*/ 2200380 w 7467600"/>
              <a:gd name="connsiteY422" fmla="*/ 6858000 h 6858000"/>
              <a:gd name="connsiteX423" fmla="*/ 2147507 w 7467600"/>
              <a:gd name="connsiteY423" fmla="*/ 6858000 h 6858000"/>
              <a:gd name="connsiteX424" fmla="*/ 2070668 w 7467600"/>
              <a:gd name="connsiteY424" fmla="*/ 6761520 h 6858000"/>
              <a:gd name="connsiteX425" fmla="*/ 1975142 w 7467600"/>
              <a:gd name="connsiteY425" fmla="*/ 6585570 h 6858000"/>
              <a:gd name="connsiteX426" fmla="*/ 2050035 w 7467600"/>
              <a:gd name="connsiteY426" fmla="*/ 6813345 h 6858000"/>
              <a:gd name="connsiteX427" fmla="*/ 2063025 w 7467600"/>
              <a:gd name="connsiteY427" fmla="*/ 6858000 h 6858000"/>
              <a:gd name="connsiteX428" fmla="*/ 2021675 w 7467600"/>
              <a:gd name="connsiteY428" fmla="*/ 6858000 h 6858000"/>
              <a:gd name="connsiteX429" fmla="*/ 2019308 w 7467600"/>
              <a:gd name="connsiteY429" fmla="*/ 6847118 h 6858000"/>
              <a:gd name="connsiteX430" fmla="*/ 1938835 w 7467600"/>
              <a:gd name="connsiteY430" fmla="*/ 6551160 h 6858000"/>
              <a:gd name="connsiteX431" fmla="*/ 1953230 w 7467600"/>
              <a:gd name="connsiteY431" fmla="*/ 6759699 h 6858000"/>
              <a:gd name="connsiteX432" fmla="*/ 1956763 w 7467600"/>
              <a:gd name="connsiteY432" fmla="*/ 6778191 h 6858000"/>
              <a:gd name="connsiteX433" fmla="*/ 1967925 w 7467600"/>
              <a:gd name="connsiteY433" fmla="*/ 6858000 h 6858000"/>
              <a:gd name="connsiteX434" fmla="*/ 1936622 w 7467600"/>
              <a:gd name="connsiteY434" fmla="*/ 6858000 h 6858000"/>
              <a:gd name="connsiteX435" fmla="*/ 1926261 w 7467600"/>
              <a:gd name="connsiteY435" fmla="*/ 6784064 h 6858000"/>
              <a:gd name="connsiteX436" fmla="*/ 1922724 w 7467600"/>
              <a:gd name="connsiteY436" fmla="*/ 6765577 h 6858000"/>
              <a:gd name="connsiteX437" fmla="*/ 1904650 w 7467600"/>
              <a:gd name="connsiteY437" fmla="*/ 6639616 h 6858000"/>
              <a:gd name="connsiteX438" fmla="*/ 1885273 w 7467600"/>
              <a:gd name="connsiteY438" fmla="*/ 6858000 h 6858000"/>
              <a:gd name="connsiteX439" fmla="*/ 1854363 w 7467600"/>
              <a:gd name="connsiteY439" fmla="*/ 6858000 h 6858000"/>
              <a:gd name="connsiteX440" fmla="*/ 1880391 w 7467600"/>
              <a:gd name="connsiteY440" fmla="*/ 6603796 h 6858000"/>
              <a:gd name="connsiteX441" fmla="*/ 1818273 w 7467600"/>
              <a:gd name="connsiteY441" fmla="*/ 6715729 h 6858000"/>
              <a:gd name="connsiteX442" fmla="*/ 1794691 w 7467600"/>
              <a:gd name="connsiteY442" fmla="*/ 6843239 h 6858000"/>
              <a:gd name="connsiteX443" fmla="*/ 1794914 w 7467600"/>
              <a:gd name="connsiteY443" fmla="*/ 6858000 h 6858000"/>
              <a:gd name="connsiteX444" fmla="*/ 1746128 w 7467600"/>
              <a:gd name="connsiteY444" fmla="*/ 6858000 h 6858000"/>
              <a:gd name="connsiteX445" fmla="*/ 1753934 w 7467600"/>
              <a:gd name="connsiteY445" fmla="*/ 6724796 h 6858000"/>
              <a:gd name="connsiteX446" fmla="*/ 1792053 w 7467600"/>
              <a:gd name="connsiteY446" fmla="*/ 6572396 h 6858000"/>
              <a:gd name="connsiteX447" fmla="*/ 1862248 w 7467600"/>
              <a:gd name="connsiteY447" fmla="*/ 6266397 h 6858000"/>
              <a:gd name="connsiteX448" fmla="*/ 1862250 w 7467600"/>
              <a:gd name="connsiteY448" fmla="*/ 6033531 h 6858000"/>
              <a:gd name="connsiteX449" fmla="*/ 1211999 w 7467600"/>
              <a:gd name="connsiteY449" fmla="*/ 6683610 h 6858000"/>
              <a:gd name="connsiteX450" fmla="*/ 1213266 w 7467600"/>
              <a:gd name="connsiteY450" fmla="*/ 6691947 h 6858000"/>
              <a:gd name="connsiteX451" fmla="*/ 1203370 w 7467600"/>
              <a:gd name="connsiteY451" fmla="*/ 6850676 h 6858000"/>
              <a:gd name="connsiteX452" fmla="*/ 1203671 w 7467600"/>
              <a:gd name="connsiteY452" fmla="*/ 6858000 h 6858000"/>
              <a:gd name="connsiteX453" fmla="*/ 1143180 w 7467600"/>
              <a:gd name="connsiteY453" fmla="*/ 6858000 h 6858000"/>
              <a:gd name="connsiteX454" fmla="*/ 1142176 w 7467600"/>
              <a:gd name="connsiteY454" fmla="*/ 6766045 h 6858000"/>
              <a:gd name="connsiteX455" fmla="*/ 1067484 w 7467600"/>
              <a:gd name="connsiteY455" fmla="*/ 6858000 h 6858000"/>
              <a:gd name="connsiteX456" fmla="*/ 953928 w 7467600"/>
              <a:gd name="connsiteY456" fmla="*/ 6858000 h 6858000"/>
              <a:gd name="connsiteX457" fmla="*/ 959715 w 7467600"/>
              <a:gd name="connsiteY457" fmla="*/ 6850185 h 6858000"/>
              <a:gd name="connsiteX458" fmla="*/ 1483788 w 7467600"/>
              <a:gd name="connsiteY458" fmla="*/ 6259174 h 6858000"/>
              <a:gd name="connsiteX459" fmla="*/ 1100671 w 7467600"/>
              <a:gd name="connsiteY459" fmla="*/ 6252137 h 6858000"/>
              <a:gd name="connsiteX460" fmla="*/ 1090144 w 7467600"/>
              <a:gd name="connsiteY460" fmla="*/ 6256748 h 6858000"/>
              <a:gd name="connsiteX461" fmla="*/ 1095872 w 7467600"/>
              <a:gd name="connsiteY461" fmla="*/ 6271892 h 6858000"/>
              <a:gd name="connsiteX462" fmla="*/ 262785 w 7467600"/>
              <a:gd name="connsiteY462" fmla="*/ 6845450 h 6858000"/>
              <a:gd name="connsiteX463" fmla="*/ 209968 w 7467600"/>
              <a:gd name="connsiteY463" fmla="*/ 6770713 h 6858000"/>
              <a:gd name="connsiteX464" fmla="*/ 873460 w 7467600"/>
              <a:gd name="connsiteY464" fmla="*/ 6253768 h 6858000"/>
              <a:gd name="connsiteX465" fmla="*/ 192686 w 7467600"/>
              <a:gd name="connsiteY465" fmla="*/ 5849257 h 6858000"/>
              <a:gd name="connsiteX466" fmla="*/ 4696 w 7467600"/>
              <a:gd name="connsiteY466" fmla="*/ 5697668 h 6858000"/>
              <a:gd name="connsiteX467" fmla="*/ 0 w 7467600"/>
              <a:gd name="connsiteY467" fmla="*/ 5689984 h 6858000"/>
              <a:gd name="connsiteX468" fmla="*/ 0 w 7467600"/>
              <a:gd name="connsiteY468" fmla="*/ 5513472 h 6858000"/>
              <a:gd name="connsiteX469" fmla="*/ 174101 w 7467600"/>
              <a:gd name="connsiteY469" fmla="*/ 5620277 h 6858000"/>
              <a:gd name="connsiteX470" fmla="*/ 891800 w 7467600"/>
              <a:gd name="connsiteY470" fmla="*/ 6036935 h 6858000"/>
              <a:gd name="connsiteX471" fmla="*/ 1072219 w 7467600"/>
              <a:gd name="connsiteY471" fmla="*/ 6169443 h 6858000"/>
              <a:gd name="connsiteX472" fmla="*/ 1074117 w 7467600"/>
              <a:gd name="connsiteY472" fmla="*/ 6170301 h 6858000"/>
              <a:gd name="connsiteX473" fmla="*/ 1083114 w 7467600"/>
              <a:gd name="connsiteY473" fmla="*/ 6174131 h 6858000"/>
              <a:gd name="connsiteX474" fmla="*/ 1543010 w 7467600"/>
              <a:gd name="connsiteY474" fmla="*/ 6191140 h 6858000"/>
              <a:gd name="connsiteX475" fmla="*/ 1551080 w 7467600"/>
              <a:gd name="connsiteY475" fmla="*/ 6195006 h 6858000"/>
              <a:gd name="connsiteX476" fmla="*/ 2345443 w 7467600"/>
              <a:gd name="connsiteY476" fmla="*/ 5549882 h 6858000"/>
              <a:gd name="connsiteX477" fmla="*/ 1721499 w 7467600"/>
              <a:gd name="connsiteY477" fmla="*/ 5599969 h 6858000"/>
              <a:gd name="connsiteX478" fmla="*/ 767716 w 7467600"/>
              <a:gd name="connsiteY478" fmla="*/ 5472768 h 6858000"/>
              <a:gd name="connsiteX479" fmla="*/ 722147 w 7467600"/>
              <a:gd name="connsiteY479" fmla="*/ 5393091 h 6858000"/>
              <a:gd name="connsiteX480" fmla="*/ 1485552 w 7467600"/>
              <a:gd name="connsiteY480" fmla="*/ 5313202 h 6858000"/>
              <a:gd name="connsiteX481" fmla="*/ 2143004 w 7467600"/>
              <a:gd name="connsiteY481" fmla="*/ 5402420 h 6858000"/>
              <a:gd name="connsiteX482" fmla="*/ 1933391 w 7467600"/>
              <a:gd name="connsiteY482" fmla="*/ 5156971 h 6858000"/>
              <a:gd name="connsiteX483" fmla="*/ 1827118 w 7467600"/>
              <a:gd name="connsiteY483" fmla="*/ 4968410 h 6858000"/>
              <a:gd name="connsiteX484" fmla="*/ 1837349 w 7467600"/>
              <a:gd name="connsiteY484" fmla="*/ 4956357 h 6858000"/>
              <a:gd name="connsiteX485" fmla="*/ 2162835 w 7467600"/>
              <a:gd name="connsiteY485" fmla="*/ 5187853 h 6858000"/>
              <a:gd name="connsiteX486" fmla="*/ 2257167 w 7467600"/>
              <a:gd name="connsiteY486" fmla="*/ 5462123 h 6858000"/>
              <a:gd name="connsiteX487" fmla="*/ 2261598 w 7467600"/>
              <a:gd name="connsiteY487" fmla="*/ 5467998 h 6858000"/>
              <a:gd name="connsiteX488" fmla="*/ 2437177 w 7467600"/>
              <a:gd name="connsiteY488" fmla="*/ 5479608 h 6858000"/>
              <a:gd name="connsiteX489" fmla="*/ 2445247 w 7467600"/>
              <a:gd name="connsiteY489" fmla="*/ 5483476 h 6858000"/>
              <a:gd name="connsiteX490" fmla="*/ 2743626 w 7467600"/>
              <a:gd name="connsiteY490" fmla="*/ 5304819 h 6858000"/>
              <a:gd name="connsiteX491" fmla="*/ 3048102 w 7467600"/>
              <a:gd name="connsiteY491" fmla="*/ 5150595 h 6858000"/>
              <a:gd name="connsiteX492" fmla="*/ 1799414 w 7467600"/>
              <a:gd name="connsiteY492" fmla="*/ 4694732 h 6858000"/>
              <a:gd name="connsiteX493" fmla="*/ 1771735 w 7467600"/>
              <a:gd name="connsiteY493" fmla="*/ 4619929 h 6858000"/>
              <a:gd name="connsiteX494" fmla="*/ 3104273 w 7467600"/>
              <a:gd name="connsiteY494" fmla="*/ 5076159 h 6858000"/>
              <a:gd name="connsiteX495" fmla="*/ 3113245 w 7467600"/>
              <a:gd name="connsiteY495" fmla="*/ 5090705 h 6858000"/>
              <a:gd name="connsiteX496" fmla="*/ 3126294 w 7467600"/>
              <a:gd name="connsiteY496" fmla="*/ 5114400 h 6858000"/>
              <a:gd name="connsiteX497" fmla="*/ 3937433 w 7467600"/>
              <a:gd name="connsiteY497" fmla="*/ 4830473 h 6858000"/>
              <a:gd name="connsiteX498" fmla="*/ 3590475 w 7467600"/>
              <a:gd name="connsiteY498" fmla="*/ 4597974 h 6858000"/>
              <a:gd name="connsiteX499" fmla="*/ 3100264 w 7467600"/>
              <a:gd name="connsiteY499" fmla="*/ 4579845 h 6858000"/>
              <a:gd name="connsiteX500" fmla="*/ 2183576 w 7467600"/>
              <a:gd name="connsiteY500" fmla="*/ 4227150 h 6858000"/>
              <a:gd name="connsiteX501" fmla="*/ 2151029 w 7467600"/>
              <a:gd name="connsiteY501" fmla="*/ 4146947 h 6858000"/>
              <a:gd name="connsiteX502" fmla="*/ 3563434 w 7467600"/>
              <a:gd name="connsiteY502" fmla="*/ 4469115 h 6858000"/>
              <a:gd name="connsiteX503" fmla="*/ 3177952 w 7467600"/>
              <a:gd name="connsiteY503" fmla="*/ 3657386 h 6858000"/>
              <a:gd name="connsiteX504" fmla="*/ 3189263 w 7467600"/>
              <a:gd name="connsiteY504" fmla="*/ 3625726 h 6858000"/>
              <a:gd name="connsiteX505" fmla="*/ 3560912 w 7467600"/>
              <a:gd name="connsiteY505" fmla="*/ 4079863 h 6858000"/>
              <a:gd name="connsiteX506" fmla="*/ 3626636 w 7467600"/>
              <a:gd name="connsiteY506" fmla="*/ 4512230 h 6858000"/>
              <a:gd name="connsiteX507" fmla="*/ 3653088 w 7467600"/>
              <a:gd name="connsiteY507" fmla="*/ 4521417 h 6858000"/>
              <a:gd name="connsiteX508" fmla="*/ 3988128 w 7467600"/>
              <a:gd name="connsiteY508" fmla="*/ 4817267 h 6858000"/>
              <a:gd name="connsiteX509" fmla="*/ 4830582 w 7467600"/>
              <a:gd name="connsiteY509" fmla="*/ 4676000 h 6858000"/>
              <a:gd name="connsiteX510" fmla="*/ 4830100 w 7467600"/>
              <a:gd name="connsiteY510" fmla="*/ 4675554 h 6858000"/>
              <a:gd name="connsiteX511" fmla="*/ 4036318 w 7467600"/>
              <a:gd name="connsiteY511" fmla="*/ 4147013 h 6858000"/>
              <a:gd name="connsiteX512" fmla="*/ 3432098 w 7467600"/>
              <a:gd name="connsiteY512" fmla="*/ 3537312 h 6858000"/>
              <a:gd name="connsiteX513" fmla="*/ 3446761 w 7467600"/>
              <a:gd name="connsiteY513" fmla="*/ 3461278 h 6858000"/>
              <a:gd name="connsiteX514" fmla="*/ 4419733 w 7467600"/>
              <a:gd name="connsiteY514" fmla="*/ 3963555 h 6858000"/>
              <a:gd name="connsiteX515" fmla="*/ 4781371 w 7467600"/>
              <a:gd name="connsiteY515" fmla="*/ 4458604 h 6858000"/>
              <a:gd name="connsiteX516" fmla="*/ 4780440 w 7467600"/>
              <a:gd name="connsiteY516" fmla="*/ 4470290 h 6858000"/>
              <a:gd name="connsiteX517" fmla="*/ 4898954 w 7467600"/>
              <a:gd name="connsiteY517" fmla="*/ 4662092 h 6858000"/>
              <a:gd name="connsiteX518" fmla="*/ 4900699 w 7467600"/>
              <a:gd name="connsiteY518" fmla="*/ 4670867 h 6858000"/>
              <a:gd name="connsiteX519" fmla="*/ 5714511 w 7467600"/>
              <a:gd name="connsiteY519" fmla="*/ 4663483 h 6858000"/>
              <a:gd name="connsiteX520" fmla="*/ 5464793 w 7467600"/>
              <a:gd name="connsiteY520" fmla="*/ 4393556 h 6858000"/>
              <a:gd name="connsiteX521" fmla="*/ 5461897 w 7467600"/>
              <a:gd name="connsiteY521" fmla="*/ 4390879 h 6858000"/>
              <a:gd name="connsiteX522" fmla="*/ 4294126 w 7467600"/>
              <a:gd name="connsiteY522" fmla="*/ 3303048 h 6858000"/>
              <a:gd name="connsiteX523" fmla="*/ 4305321 w 7467600"/>
              <a:gd name="connsiteY523" fmla="*/ 3256953 h 6858000"/>
              <a:gd name="connsiteX524" fmla="*/ 4949299 w 7467600"/>
              <a:gd name="connsiteY524" fmla="*/ 3766336 h 6858000"/>
              <a:gd name="connsiteX525" fmla="*/ 5291452 w 7467600"/>
              <a:gd name="connsiteY525" fmla="*/ 4076801 h 6858000"/>
              <a:gd name="connsiteX526" fmla="*/ 5434998 w 7467600"/>
              <a:gd name="connsiteY526" fmla="*/ 4254100 h 6858000"/>
              <a:gd name="connsiteX527" fmla="*/ 5351015 w 7467600"/>
              <a:gd name="connsiteY527" fmla="*/ 3760989 h 6858000"/>
              <a:gd name="connsiteX528" fmla="*/ 5413780 w 7467600"/>
              <a:gd name="connsiteY528" fmla="*/ 2966265 h 6858000"/>
              <a:gd name="connsiteX529" fmla="*/ 5425627 w 7467600"/>
              <a:gd name="connsiteY529" fmla="*/ 2954192 h 6858000"/>
              <a:gd name="connsiteX530" fmla="*/ 6604735 w 7467600"/>
              <a:gd name="connsiteY530" fmla="*/ 2041381 h 6858000"/>
              <a:gd name="connsiteX531" fmla="*/ 7204487 w 7467600"/>
              <a:gd name="connsiteY531" fmla="*/ 2742112 h 6858000"/>
              <a:gd name="connsiteX532" fmla="*/ 7131592 w 7467600"/>
              <a:gd name="connsiteY532" fmla="*/ 2672096 h 6858000"/>
              <a:gd name="connsiteX533" fmla="*/ 6996344 w 7467600"/>
              <a:gd name="connsiteY533" fmla="*/ 2518310 h 6858000"/>
              <a:gd name="connsiteX534" fmla="*/ 6735495 w 7467600"/>
              <a:gd name="connsiteY534" fmla="*/ 2196890 h 6858000"/>
              <a:gd name="connsiteX535" fmla="*/ 6721901 w 7467600"/>
              <a:gd name="connsiteY535" fmla="*/ 2179274 h 6858000"/>
              <a:gd name="connsiteX536" fmla="*/ 6604735 w 7467600"/>
              <a:gd name="connsiteY536" fmla="*/ 2041381 h 6858000"/>
              <a:gd name="connsiteX537" fmla="*/ 6591670 w 7467600"/>
              <a:gd name="connsiteY537" fmla="*/ 1988277 h 6858000"/>
              <a:gd name="connsiteX538" fmla="*/ 6747349 w 7467600"/>
              <a:gd name="connsiteY538" fmla="*/ 2160069 h 6858000"/>
              <a:gd name="connsiteX539" fmla="*/ 6760943 w 7467600"/>
              <a:gd name="connsiteY539" fmla="*/ 2177686 h 6858000"/>
              <a:gd name="connsiteX540" fmla="*/ 7021065 w 7467600"/>
              <a:gd name="connsiteY540" fmla="*/ 2498102 h 6858000"/>
              <a:gd name="connsiteX541" fmla="*/ 7155223 w 7467600"/>
              <a:gd name="connsiteY541" fmla="*/ 2650386 h 6858000"/>
              <a:gd name="connsiteX542" fmla="*/ 7203167 w 7467600"/>
              <a:gd name="connsiteY542" fmla="*/ 2697288 h 6858000"/>
              <a:gd name="connsiteX543" fmla="*/ 6937703 w 7467600"/>
              <a:gd name="connsiteY543" fmla="*/ 2321981 h 6858000"/>
              <a:gd name="connsiteX544" fmla="*/ 6591670 w 7467600"/>
              <a:gd name="connsiteY544" fmla="*/ 1988277 h 6858000"/>
              <a:gd name="connsiteX545" fmla="*/ 5798671 w 7467600"/>
              <a:gd name="connsiteY545" fmla="*/ 1981601 h 6858000"/>
              <a:gd name="connsiteX546" fmla="*/ 5754709 w 7467600"/>
              <a:gd name="connsiteY546" fmla="*/ 2071454 h 6858000"/>
              <a:gd name="connsiteX547" fmla="*/ 5763044 w 7467600"/>
              <a:gd name="connsiteY547" fmla="*/ 2842206 h 6858000"/>
              <a:gd name="connsiteX548" fmla="*/ 5764974 w 7467600"/>
              <a:gd name="connsiteY548" fmla="*/ 2799609 h 6858000"/>
              <a:gd name="connsiteX549" fmla="*/ 5767665 w 7467600"/>
              <a:gd name="connsiteY549" fmla="*/ 2666409 h 6858000"/>
              <a:gd name="connsiteX550" fmla="*/ 5763055 w 7467600"/>
              <a:gd name="connsiteY550" fmla="*/ 2579705 h 6858000"/>
              <a:gd name="connsiteX551" fmla="*/ 5758079 w 7467600"/>
              <a:gd name="connsiteY551" fmla="*/ 2492508 h 6858000"/>
              <a:gd name="connsiteX552" fmla="*/ 5779325 w 7467600"/>
              <a:gd name="connsiteY552" fmla="*/ 2197069 h 6858000"/>
              <a:gd name="connsiteX553" fmla="*/ 5798671 w 7467600"/>
              <a:gd name="connsiteY553" fmla="*/ 1981601 h 6858000"/>
              <a:gd name="connsiteX554" fmla="*/ 5829202 w 7467600"/>
              <a:gd name="connsiteY554" fmla="*/ 1971679 h 6858000"/>
              <a:gd name="connsiteX555" fmla="*/ 5809558 w 7467600"/>
              <a:gd name="connsiteY555" fmla="*/ 2198043 h 6858000"/>
              <a:gd name="connsiteX556" fmla="*/ 5788653 w 7467600"/>
              <a:gd name="connsiteY556" fmla="*/ 2489430 h 6858000"/>
              <a:gd name="connsiteX557" fmla="*/ 5793439 w 7467600"/>
              <a:gd name="connsiteY557" fmla="*/ 2575235 h 6858000"/>
              <a:gd name="connsiteX558" fmla="*/ 5796837 w 7467600"/>
              <a:gd name="connsiteY558" fmla="*/ 2637633 h 6858000"/>
              <a:gd name="connsiteX559" fmla="*/ 5818614 w 7467600"/>
              <a:gd name="connsiteY559" fmla="*/ 2473055 h 6858000"/>
              <a:gd name="connsiteX560" fmla="*/ 5829202 w 7467600"/>
              <a:gd name="connsiteY560" fmla="*/ 1971679 h 6858000"/>
              <a:gd name="connsiteX561" fmla="*/ 5911389 w 7467600"/>
              <a:gd name="connsiteY561" fmla="*/ 1898371 h 6858000"/>
              <a:gd name="connsiteX562" fmla="*/ 6237627 w 7467600"/>
              <a:gd name="connsiteY562" fmla="*/ 2231921 h 6858000"/>
              <a:gd name="connsiteX563" fmla="*/ 5911389 w 7467600"/>
              <a:gd name="connsiteY563" fmla="*/ 1898371 h 6858000"/>
              <a:gd name="connsiteX564" fmla="*/ 6944437 w 7467600"/>
              <a:gd name="connsiteY564" fmla="*/ 1575402 h 6858000"/>
              <a:gd name="connsiteX565" fmla="*/ 6304730 w 7467600"/>
              <a:gd name="connsiteY565" fmla="*/ 1766654 h 6858000"/>
              <a:gd name="connsiteX566" fmla="*/ 6944437 w 7467600"/>
              <a:gd name="connsiteY566" fmla="*/ 1575402 h 6858000"/>
              <a:gd name="connsiteX567" fmla="*/ 7019523 w 7467600"/>
              <a:gd name="connsiteY567" fmla="*/ 1519450 h 6858000"/>
              <a:gd name="connsiteX568" fmla="*/ 6298091 w 7467600"/>
              <a:gd name="connsiteY568" fmla="*/ 1737122 h 6858000"/>
              <a:gd name="connsiteX569" fmla="*/ 7019523 w 7467600"/>
              <a:gd name="connsiteY569" fmla="*/ 1519450 h 6858000"/>
              <a:gd name="connsiteX570" fmla="*/ 2399523 w 7467600"/>
              <a:gd name="connsiteY570" fmla="*/ 1428234 h 6858000"/>
              <a:gd name="connsiteX571" fmla="*/ 2224982 w 7467600"/>
              <a:gd name="connsiteY571" fmla="*/ 1826201 h 6858000"/>
              <a:gd name="connsiteX572" fmla="*/ 2096099 w 7467600"/>
              <a:gd name="connsiteY572" fmla="*/ 2345900 h 6858000"/>
              <a:gd name="connsiteX573" fmla="*/ 2283317 w 7467600"/>
              <a:gd name="connsiteY573" fmla="*/ 1796925 h 6858000"/>
              <a:gd name="connsiteX574" fmla="*/ 2399523 w 7467600"/>
              <a:gd name="connsiteY574" fmla="*/ 1428234 h 6858000"/>
              <a:gd name="connsiteX575" fmla="*/ 2448558 w 7467600"/>
              <a:gd name="connsiteY575" fmla="*/ 1373435 h 6858000"/>
              <a:gd name="connsiteX576" fmla="*/ 2312521 w 7467600"/>
              <a:gd name="connsiteY576" fmla="*/ 1806140 h 6858000"/>
              <a:gd name="connsiteX577" fmla="*/ 2127533 w 7467600"/>
              <a:gd name="connsiteY577" fmla="*/ 2348380 h 6858000"/>
              <a:gd name="connsiteX578" fmla="*/ 2358080 w 7467600"/>
              <a:gd name="connsiteY578" fmla="*/ 1866134 h 6858000"/>
              <a:gd name="connsiteX579" fmla="*/ 2407436 w 7467600"/>
              <a:gd name="connsiteY579" fmla="*/ 1651070 h 6858000"/>
              <a:gd name="connsiteX580" fmla="*/ 2448558 w 7467600"/>
              <a:gd name="connsiteY580" fmla="*/ 1373435 h 6858000"/>
              <a:gd name="connsiteX581" fmla="*/ 278707 w 7467600"/>
              <a:gd name="connsiteY581" fmla="*/ 1352270 h 6858000"/>
              <a:gd name="connsiteX582" fmla="*/ 321570 w 7467600"/>
              <a:gd name="connsiteY582" fmla="*/ 1861610 h 6858000"/>
              <a:gd name="connsiteX583" fmla="*/ 294281 w 7467600"/>
              <a:gd name="connsiteY583" fmla="*/ 1440658 h 6858000"/>
              <a:gd name="connsiteX584" fmla="*/ 278707 w 7467600"/>
              <a:gd name="connsiteY584" fmla="*/ 1352270 h 6858000"/>
              <a:gd name="connsiteX585" fmla="*/ 1423821 w 7467600"/>
              <a:gd name="connsiteY585" fmla="*/ 1351958 h 6858000"/>
              <a:gd name="connsiteX586" fmla="*/ 1638521 w 7467600"/>
              <a:gd name="connsiteY586" fmla="*/ 1908470 h 6858000"/>
              <a:gd name="connsiteX587" fmla="*/ 1754199 w 7467600"/>
              <a:gd name="connsiteY587" fmla="*/ 2149284 h 6858000"/>
              <a:gd name="connsiteX588" fmla="*/ 1908359 w 7467600"/>
              <a:gd name="connsiteY588" fmla="*/ 2364988 h 6858000"/>
              <a:gd name="connsiteX589" fmla="*/ 1647661 w 7467600"/>
              <a:gd name="connsiteY589" fmla="*/ 1825945 h 6858000"/>
              <a:gd name="connsiteX590" fmla="*/ 1423821 w 7467600"/>
              <a:gd name="connsiteY590" fmla="*/ 1351958 h 6858000"/>
              <a:gd name="connsiteX591" fmla="*/ 1431890 w 7467600"/>
              <a:gd name="connsiteY591" fmla="*/ 1306475 h 6858000"/>
              <a:gd name="connsiteX592" fmla="*/ 1507597 w 7467600"/>
              <a:gd name="connsiteY592" fmla="*/ 1446132 h 6858000"/>
              <a:gd name="connsiteX593" fmla="*/ 1674586 w 7467600"/>
              <a:gd name="connsiteY593" fmla="*/ 1813832 h 6858000"/>
              <a:gd name="connsiteX594" fmla="*/ 1815950 w 7467600"/>
              <a:gd name="connsiteY594" fmla="*/ 2128564 h 6858000"/>
              <a:gd name="connsiteX595" fmla="*/ 1984242 w 7467600"/>
              <a:gd name="connsiteY595" fmla="*/ 2430829 h 6858000"/>
              <a:gd name="connsiteX596" fmla="*/ 2014023 w 7467600"/>
              <a:gd name="connsiteY596" fmla="*/ 2450995 h 6858000"/>
              <a:gd name="connsiteX597" fmla="*/ 1747337 w 7467600"/>
              <a:gd name="connsiteY597" fmla="*/ 1855264 h 6858000"/>
              <a:gd name="connsiteX598" fmla="*/ 1533749 w 7467600"/>
              <a:gd name="connsiteY598" fmla="*/ 1478656 h 6858000"/>
              <a:gd name="connsiteX599" fmla="*/ 1431890 w 7467600"/>
              <a:gd name="connsiteY599" fmla="*/ 1306475 h 6858000"/>
              <a:gd name="connsiteX600" fmla="*/ 5052692 w 7467600"/>
              <a:gd name="connsiteY600" fmla="*/ 1292994 h 6858000"/>
              <a:gd name="connsiteX601" fmla="*/ 5200661 w 7467600"/>
              <a:gd name="connsiteY601" fmla="*/ 1635186 h 6858000"/>
              <a:gd name="connsiteX602" fmla="*/ 5297138 w 7467600"/>
              <a:gd name="connsiteY602" fmla="*/ 1906351 h 6858000"/>
              <a:gd name="connsiteX603" fmla="*/ 5052692 w 7467600"/>
              <a:gd name="connsiteY603" fmla="*/ 1292994 h 6858000"/>
              <a:gd name="connsiteX604" fmla="*/ 5009948 w 7467600"/>
              <a:gd name="connsiteY604" fmla="*/ 1273619 h 6858000"/>
              <a:gd name="connsiteX605" fmla="*/ 5121777 w 7467600"/>
              <a:gd name="connsiteY605" fmla="*/ 1654213 h 6858000"/>
              <a:gd name="connsiteX606" fmla="*/ 5293545 w 7467600"/>
              <a:gd name="connsiteY606" fmla="*/ 2072247 h 6858000"/>
              <a:gd name="connsiteX607" fmla="*/ 5294042 w 7467600"/>
              <a:gd name="connsiteY607" fmla="*/ 2065019 h 6858000"/>
              <a:gd name="connsiteX608" fmla="*/ 5171936 w 7467600"/>
              <a:gd name="connsiteY608" fmla="*/ 1647613 h 6858000"/>
              <a:gd name="connsiteX609" fmla="*/ 5009948 w 7467600"/>
              <a:gd name="connsiteY609" fmla="*/ 1273619 h 6858000"/>
              <a:gd name="connsiteX610" fmla="*/ 655236 w 7467600"/>
              <a:gd name="connsiteY610" fmla="*/ 1268632 h 6858000"/>
              <a:gd name="connsiteX611" fmla="*/ 839521 w 7467600"/>
              <a:gd name="connsiteY611" fmla="*/ 1685315 h 6858000"/>
              <a:gd name="connsiteX612" fmla="*/ 1109416 w 7467600"/>
              <a:gd name="connsiteY612" fmla="*/ 2061663 h 6858000"/>
              <a:gd name="connsiteX613" fmla="*/ 1298300 w 7467600"/>
              <a:gd name="connsiteY613" fmla="*/ 2247742 h 6858000"/>
              <a:gd name="connsiteX614" fmla="*/ 1125871 w 7467600"/>
              <a:gd name="connsiteY614" fmla="*/ 1989513 h 6858000"/>
              <a:gd name="connsiteX615" fmla="*/ 981574 w 7467600"/>
              <a:gd name="connsiteY615" fmla="*/ 1783157 h 6858000"/>
              <a:gd name="connsiteX616" fmla="*/ 922198 w 7467600"/>
              <a:gd name="connsiteY616" fmla="*/ 1677437 h 6858000"/>
              <a:gd name="connsiteX617" fmla="*/ 869293 w 7467600"/>
              <a:gd name="connsiteY617" fmla="*/ 1583214 h 6858000"/>
              <a:gd name="connsiteX618" fmla="*/ 751431 w 7467600"/>
              <a:gd name="connsiteY618" fmla="*/ 1405731 h 6858000"/>
              <a:gd name="connsiteX619" fmla="*/ 655236 w 7467600"/>
              <a:gd name="connsiteY619" fmla="*/ 1268632 h 6858000"/>
              <a:gd name="connsiteX620" fmla="*/ 6516292 w 7467600"/>
              <a:gd name="connsiteY620" fmla="*/ 1263064 h 6858000"/>
              <a:gd name="connsiteX621" fmla="*/ 5736320 w 7467600"/>
              <a:gd name="connsiteY621" fmla="*/ 1501803 h 6858000"/>
              <a:gd name="connsiteX622" fmla="*/ 6516292 w 7467600"/>
              <a:gd name="connsiteY622" fmla="*/ 1263064 h 6858000"/>
              <a:gd name="connsiteX623" fmla="*/ 291466 w 7467600"/>
              <a:gd name="connsiteY623" fmla="*/ 1250369 h 6858000"/>
              <a:gd name="connsiteX624" fmla="*/ 323180 w 7467600"/>
              <a:gd name="connsiteY624" fmla="*/ 1435283 h 6858000"/>
              <a:gd name="connsiteX625" fmla="*/ 349381 w 7467600"/>
              <a:gd name="connsiteY625" fmla="*/ 1875041 h 6858000"/>
              <a:gd name="connsiteX626" fmla="*/ 374363 w 7467600"/>
              <a:gd name="connsiteY626" fmla="*/ 1506494 h 6858000"/>
              <a:gd name="connsiteX627" fmla="*/ 302168 w 7467600"/>
              <a:gd name="connsiteY627" fmla="*/ 1274495 h 6858000"/>
              <a:gd name="connsiteX628" fmla="*/ 291466 w 7467600"/>
              <a:gd name="connsiteY628" fmla="*/ 1250369 h 6858000"/>
              <a:gd name="connsiteX629" fmla="*/ 678222 w 7467600"/>
              <a:gd name="connsiteY629" fmla="*/ 1248670 h 6858000"/>
              <a:gd name="connsiteX630" fmla="*/ 775536 w 7467600"/>
              <a:gd name="connsiteY630" fmla="*/ 1388015 h 6858000"/>
              <a:gd name="connsiteX631" fmla="*/ 894529 w 7467600"/>
              <a:gd name="connsiteY631" fmla="*/ 1567739 h 6858000"/>
              <a:gd name="connsiteX632" fmla="*/ 948000 w 7467600"/>
              <a:gd name="connsiteY632" fmla="*/ 1663088 h 6858000"/>
              <a:gd name="connsiteX633" fmla="*/ 1006812 w 7467600"/>
              <a:gd name="connsiteY633" fmla="*/ 1767683 h 6858000"/>
              <a:gd name="connsiteX634" fmla="*/ 1149133 w 7467600"/>
              <a:gd name="connsiteY634" fmla="*/ 1971513 h 6858000"/>
              <a:gd name="connsiteX635" fmla="*/ 1333952 w 7467600"/>
              <a:gd name="connsiteY635" fmla="*/ 2251620 h 6858000"/>
              <a:gd name="connsiteX636" fmla="*/ 1337329 w 7467600"/>
              <a:gd name="connsiteY636" fmla="*/ 2258350 h 6858000"/>
              <a:gd name="connsiteX637" fmla="*/ 1014726 w 7467600"/>
              <a:gd name="connsiteY637" fmla="*/ 1615556 h 6858000"/>
              <a:gd name="connsiteX638" fmla="*/ 678222 w 7467600"/>
              <a:gd name="connsiteY638" fmla="*/ 1248670 h 6858000"/>
              <a:gd name="connsiteX639" fmla="*/ 6691602 w 7467600"/>
              <a:gd name="connsiteY639" fmla="*/ 1140573 h 6858000"/>
              <a:gd name="connsiteX640" fmla="*/ 6571100 w 7467600"/>
              <a:gd name="connsiteY640" fmla="*/ 1183662 h 6858000"/>
              <a:gd name="connsiteX641" fmla="*/ 6241687 w 7467600"/>
              <a:gd name="connsiteY641" fmla="*/ 1257600 h 6858000"/>
              <a:gd name="connsiteX642" fmla="*/ 5693009 w 7467600"/>
              <a:gd name="connsiteY642" fmla="*/ 1478256 h 6858000"/>
              <a:gd name="connsiteX643" fmla="*/ 6548420 w 7467600"/>
              <a:gd name="connsiteY643" fmla="*/ 1214599 h 6858000"/>
              <a:gd name="connsiteX644" fmla="*/ 6605473 w 7467600"/>
              <a:gd name="connsiteY644" fmla="*/ 1184686 h 6858000"/>
              <a:gd name="connsiteX645" fmla="*/ 6691602 w 7467600"/>
              <a:gd name="connsiteY645" fmla="*/ 1140573 h 6858000"/>
              <a:gd name="connsiteX646" fmla="*/ 4002475 w 7467600"/>
              <a:gd name="connsiteY646" fmla="*/ 1037802 h 6858000"/>
              <a:gd name="connsiteX647" fmla="*/ 4000324 w 7467600"/>
              <a:gd name="connsiteY647" fmla="*/ 1039362 h 6858000"/>
              <a:gd name="connsiteX648" fmla="*/ 4002862 w 7467600"/>
              <a:gd name="connsiteY648" fmla="*/ 1042866 h 6858000"/>
              <a:gd name="connsiteX649" fmla="*/ 4002475 w 7467600"/>
              <a:gd name="connsiteY649" fmla="*/ 1037802 h 6858000"/>
              <a:gd name="connsiteX650" fmla="*/ 506322 w 7467600"/>
              <a:gd name="connsiteY650" fmla="*/ 1020997 h 6858000"/>
              <a:gd name="connsiteX651" fmla="*/ 533068 w 7467600"/>
              <a:gd name="connsiteY651" fmla="*/ 1029409 h 6858000"/>
              <a:gd name="connsiteX652" fmla="*/ 1232525 w 7467600"/>
              <a:gd name="connsiteY652" fmla="*/ 1804675 h 6858000"/>
              <a:gd name="connsiteX653" fmla="*/ 1388858 w 7467600"/>
              <a:gd name="connsiteY653" fmla="*/ 2368011 h 6858000"/>
              <a:gd name="connsiteX654" fmla="*/ 1384098 w 7467600"/>
              <a:gd name="connsiteY654" fmla="*/ 2378125 h 6858000"/>
              <a:gd name="connsiteX655" fmla="*/ 1425393 w 7467600"/>
              <a:gd name="connsiteY655" fmla="*/ 2589124 h 6858000"/>
              <a:gd name="connsiteX656" fmla="*/ 1424001 w 7467600"/>
              <a:gd name="connsiteY656" fmla="*/ 2597541 h 6858000"/>
              <a:gd name="connsiteX657" fmla="*/ 2152729 w 7467600"/>
              <a:gd name="connsiteY657" fmla="*/ 2864487 h 6858000"/>
              <a:gd name="connsiteX658" fmla="*/ 2020609 w 7467600"/>
              <a:gd name="connsiteY658" fmla="*/ 2539671 h 6858000"/>
              <a:gd name="connsiteX659" fmla="*/ 2018920 w 7467600"/>
              <a:gd name="connsiteY659" fmla="*/ 2536309 h 6858000"/>
              <a:gd name="connsiteX660" fmla="*/ 1342441 w 7467600"/>
              <a:gd name="connsiteY660" fmla="*/ 1173017 h 6858000"/>
              <a:gd name="connsiteX661" fmla="*/ 1367925 w 7467600"/>
              <a:gd name="connsiteY661" fmla="*/ 1135648 h 6858000"/>
              <a:gd name="connsiteX662" fmla="*/ 1771401 w 7467600"/>
              <a:gd name="connsiteY662" fmla="*/ 1806673 h 6858000"/>
              <a:gd name="connsiteX663" fmla="*/ 1972385 w 7467600"/>
              <a:gd name="connsiteY663" fmla="*/ 2198735 h 6858000"/>
              <a:gd name="connsiteX664" fmla="*/ 2040892 w 7467600"/>
              <a:gd name="connsiteY664" fmla="*/ 2405205 h 6858000"/>
              <a:gd name="connsiteX665" fmla="*/ 2131689 w 7467600"/>
              <a:gd name="connsiteY665" fmla="*/ 1936926 h 6858000"/>
              <a:gd name="connsiteX666" fmla="*/ 2454820 w 7467600"/>
              <a:gd name="connsiteY666" fmla="*/ 1248808 h 6858000"/>
              <a:gd name="connsiteX667" fmla="*/ 2492512 w 7467600"/>
              <a:gd name="connsiteY667" fmla="*/ 1302920 h 6858000"/>
              <a:gd name="connsiteX668" fmla="*/ 2081216 w 7467600"/>
              <a:gd name="connsiteY668" fmla="*/ 2527513 h 6858000"/>
              <a:gd name="connsiteX669" fmla="*/ 2081211 w 7467600"/>
              <a:gd name="connsiteY669" fmla="*/ 2528916 h 6858000"/>
              <a:gd name="connsiteX670" fmla="*/ 2199067 w 7467600"/>
              <a:gd name="connsiteY670" fmla="*/ 2884061 h 6858000"/>
              <a:gd name="connsiteX671" fmla="*/ 3192586 w 7467600"/>
              <a:gd name="connsiteY671" fmla="*/ 3411496 h 6858000"/>
              <a:gd name="connsiteX672" fmla="*/ 3182620 w 7467600"/>
              <a:gd name="connsiteY672" fmla="*/ 3483279 h 6858000"/>
              <a:gd name="connsiteX673" fmla="*/ 2435119 w 7467600"/>
              <a:gd name="connsiteY673" fmla="*/ 3080173 h 6858000"/>
              <a:gd name="connsiteX674" fmla="*/ 2410152 w 7467600"/>
              <a:gd name="connsiteY674" fmla="*/ 3063751 h 6858000"/>
              <a:gd name="connsiteX675" fmla="*/ 2408099 w 7467600"/>
              <a:gd name="connsiteY675" fmla="*/ 3064403 h 6858000"/>
              <a:gd name="connsiteX676" fmla="*/ 2407218 w 7467600"/>
              <a:gd name="connsiteY676" fmla="*/ 3070324 h 6858000"/>
              <a:gd name="connsiteX677" fmla="*/ 2380138 w 7467600"/>
              <a:gd name="connsiteY677" fmla="*/ 3099341 h 6858000"/>
              <a:gd name="connsiteX678" fmla="*/ 1765923 w 7467600"/>
              <a:gd name="connsiteY678" fmla="*/ 3581043 h 6858000"/>
              <a:gd name="connsiteX679" fmla="*/ 1702258 w 7467600"/>
              <a:gd name="connsiteY679" fmla="*/ 3612286 h 6858000"/>
              <a:gd name="connsiteX680" fmla="*/ 1538370 w 7467600"/>
              <a:gd name="connsiteY680" fmla="*/ 3811804 h 6858000"/>
              <a:gd name="connsiteX681" fmla="*/ 542867 w 7467600"/>
              <a:gd name="connsiteY681" fmla="*/ 4944092 h 6858000"/>
              <a:gd name="connsiteX682" fmla="*/ 515800 w 7467600"/>
              <a:gd name="connsiteY682" fmla="*/ 4862180 h 6858000"/>
              <a:gd name="connsiteX683" fmla="*/ 909145 w 7467600"/>
              <a:gd name="connsiteY683" fmla="*/ 4199225 h 6858000"/>
              <a:gd name="connsiteX684" fmla="*/ 1214067 w 7467600"/>
              <a:gd name="connsiteY684" fmla="*/ 3908561 h 6858000"/>
              <a:gd name="connsiteX685" fmla="*/ 640967 w 7467600"/>
              <a:gd name="connsiteY685" fmla="*/ 4105601 h 6858000"/>
              <a:gd name="connsiteX686" fmla="*/ 112563 w 7467600"/>
              <a:gd name="connsiteY686" fmla="*/ 4396952 h 6858000"/>
              <a:gd name="connsiteX687" fmla="*/ 0 w 7467600"/>
              <a:gd name="connsiteY687" fmla="*/ 4466006 h 6858000"/>
              <a:gd name="connsiteX688" fmla="*/ 0 w 7467600"/>
              <a:gd name="connsiteY688" fmla="*/ 4233763 h 6858000"/>
              <a:gd name="connsiteX689" fmla="*/ 36881 w 7467600"/>
              <a:gd name="connsiteY689" fmla="*/ 4200118 h 6858000"/>
              <a:gd name="connsiteX690" fmla="*/ 910534 w 7467600"/>
              <a:gd name="connsiteY690" fmla="*/ 3629753 h 6858000"/>
              <a:gd name="connsiteX691" fmla="*/ 1578717 w 7467600"/>
              <a:gd name="connsiteY691" fmla="*/ 3575982 h 6858000"/>
              <a:gd name="connsiteX692" fmla="*/ 2338780 w 7467600"/>
              <a:gd name="connsiteY692" fmla="*/ 3033725 h 6858000"/>
              <a:gd name="connsiteX693" fmla="*/ 1807991 w 7467600"/>
              <a:gd name="connsiteY693" fmla="*/ 2807184 h 6858000"/>
              <a:gd name="connsiteX694" fmla="*/ 1416358 w 7467600"/>
              <a:gd name="connsiteY694" fmla="*/ 3112571 h 6858000"/>
              <a:gd name="connsiteX695" fmla="*/ 939066 w 7467600"/>
              <a:gd name="connsiteY695" fmla="*/ 3378798 h 6858000"/>
              <a:gd name="connsiteX696" fmla="*/ 115099 w 7467600"/>
              <a:gd name="connsiteY696" fmla="*/ 3607650 h 6858000"/>
              <a:gd name="connsiteX697" fmla="*/ 97284 w 7467600"/>
              <a:gd name="connsiteY697" fmla="*/ 3520393 h 6858000"/>
              <a:gd name="connsiteX698" fmla="*/ 922050 w 7467600"/>
              <a:gd name="connsiteY698" fmla="*/ 3074867 h 6858000"/>
              <a:gd name="connsiteX699" fmla="*/ 1405265 w 7467600"/>
              <a:gd name="connsiteY699" fmla="*/ 3016319 h 6858000"/>
              <a:gd name="connsiteX700" fmla="*/ 1407512 w 7467600"/>
              <a:gd name="connsiteY700" fmla="*/ 3018001 h 6858000"/>
              <a:gd name="connsiteX701" fmla="*/ 1726266 w 7467600"/>
              <a:gd name="connsiteY701" fmla="*/ 2777274 h 6858000"/>
              <a:gd name="connsiteX702" fmla="*/ 625390 w 7467600"/>
              <a:gd name="connsiteY702" fmla="*/ 2514541 h 6858000"/>
              <a:gd name="connsiteX703" fmla="*/ 619799 w 7467600"/>
              <a:gd name="connsiteY703" fmla="*/ 2527180 h 6858000"/>
              <a:gd name="connsiteX704" fmla="*/ 310030 w 7467600"/>
              <a:gd name="connsiteY704" fmla="*/ 2771818 h 6858000"/>
              <a:gd name="connsiteX705" fmla="*/ 173877 w 7467600"/>
              <a:gd name="connsiteY705" fmla="*/ 2937056 h 6858000"/>
              <a:gd name="connsiteX706" fmla="*/ 77889 w 7467600"/>
              <a:gd name="connsiteY706" fmla="*/ 3138440 h 6858000"/>
              <a:gd name="connsiteX707" fmla="*/ 0 w 7467600"/>
              <a:gd name="connsiteY707" fmla="*/ 3271395 h 6858000"/>
              <a:gd name="connsiteX708" fmla="*/ 0 w 7467600"/>
              <a:gd name="connsiteY708" fmla="*/ 3153002 h 6858000"/>
              <a:gd name="connsiteX709" fmla="*/ 2386 w 7467600"/>
              <a:gd name="connsiteY709" fmla="*/ 3149203 h 6858000"/>
              <a:gd name="connsiteX710" fmla="*/ 89753 w 7467600"/>
              <a:gd name="connsiteY710" fmla="*/ 2987702 h 6858000"/>
              <a:gd name="connsiteX711" fmla="*/ 76869 w 7467600"/>
              <a:gd name="connsiteY711" fmla="*/ 3005404 h 6858000"/>
              <a:gd name="connsiteX712" fmla="*/ 32049 w 7467600"/>
              <a:gd name="connsiteY712" fmla="*/ 3065814 h 6858000"/>
              <a:gd name="connsiteX713" fmla="*/ 0 w 7467600"/>
              <a:gd name="connsiteY713" fmla="*/ 3108744 h 6858000"/>
              <a:gd name="connsiteX714" fmla="*/ 0 w 7467600"/>
              <a:gd name="connsiteY714" fmla="*/ 3058059 h 6858000"/>
              <a:gd name="connsiteX715" fmla="*/ 7610 w 7467600"/>
              <a:gd name="connsiteY715" fmla="*/ 3047889 h 6858000"/>
              <a:gd name="connsiteX716" fmla="*/ 52419 w 7467600"/>
              <a:gd name="connsiteY716" fmla="*/ 2987479 h 6858000"/>
              <a:gd name="connsiteX717" fmla="*/ 59142 w 7467600"/>
              <a:gd name="connsiteY717" fmla="*/ 2978488 h 6858000"/>
              <a:gd name="connsiteX718" fmla="*/ 0 w 7467600"/>
              <a:gd name="connsiteY718" fmla="*/ 3015334 h 6858000"/>
              <a:gd name="connsiteX719" fmla="*/ 0 w 7467600"/>
              <a:gd name="connsiteY719" fmla="*/ 2914286 h 6858000"/>
              <a:gd name="connsiteX720" fmla="*/ 36383 w 7467600"/>
              <a:gd name="connsiteY720" fmla="*/ 2901128 h 6858000"/>
              <a:gd name="connsiteX721" fmla="*/ 156329 w 7467600"/>
              <a:gd name="connsiteY721" fmla="*/ 2840533 h 6858000"/>
              <a:gd name="connsiteX722" fmla="*/ 358355 w 7467600"/>
              <a:gd name="connsiteY722" fmla="*/ 2620471 h 6858000"/>
              <a:gd name="connsiteX723" fmla="*/ 510577 w 7467600"/>
              <a:gd name="connsiteY723" fmla="*/ 2501244 h 6858000"/>
              <a:gd name="connsiteX724" fmla="*/ 211967 w 7467600"/>
              <a:gd name="connsiteY724" fmla="*/ 2479171 h 6858000"/>
              <a:gd name="connsiteX725" fmla="*/ 0 w 7467600"/>
              <a:gd name="connsiteY725" fmla="*/ 2476398 h 6858000"/>
              <a:gd name="connsiteX726" fmla="*/ 0 w 7467600"/>
              <a:gd name="connsiteY726" fmla="*/ 2389189 h 6858000"/>
              <a:gd name="connsiteX727" fmla="*/ 103062 w 7467600"/>
              <a:gd name="connsiteY727" fmla="*/ 2389518 h 6858000"/>
              <a:gd name="connsiteX728" fmla="*/ 510734 w 7467600"/>
              <a:gd name="connsiteY728" fmla="*/ 2416201 h 6858000"/>
              <a:gd name="connsiteX729" fmla="*/ 279257 w 7467600"/>
              <a:gd name="connsiteY729" fmla="*/ 2092102 h 6858000"/>
              <a:gd name="connsiteX730" fmla="*/ 65265 w 7467600"/>
              <a:gd name="connsiteY730" fmla="*/ 2006049 h 6858000"/>
              <a:gd name="connsiteX731" fmla="*/ 0 w 7467600"/>
              <a:gd name="connsiteY731" fmla="*/ 1982532 h 6858000"/>
              <a:gd name="connsiteX732" fmla="*/ 0 w 7467600"/>
              <a:gd name="connsiteY732" fmla="*/ 1912789 h 6858000"/>
              <a:gd name="connsiteX733" fmla="*/ 97460 w 7467600"/>
              <a:gd name="connsiteY733" fmla="*/ 1953725 h 6858000"/>
              <a:gd name="connsiteX734" fmla="*/ 221272 w 7467600"/>
              <a:gd name="connsiteY734" fmla="*/ 1980766 h 6858000"/>
              <a:gd name="connsiteX735" fmla="*/ 116765 w 7467600"/>
              <a:gd name="connsiteY735" fmla="*/ 1911033 h 6858000"/>
              <a:gd name="connsiteX736" fmla="*/ 16405 w 7467600"/>
              <a:gd name="connsiteY736" fmla="*/ 1803412 h 6858000"/>
              <a:gd name="connsiteX737" fmla="*/ 0 w 7467600"/>
              <a:gd name="connsiteY737" fmla="*/ 1784777 h 6858000"/>
              <a:gd name="connsiteX738" fmla="*/ 0 w 7467600"/>
              <a:gd name="connsiteY738" fmla="*/ 1740082 h 6858000"/>
              <a:gd name="connsiteX739" fmla="*/ 39394 w 7467600"/>
              <a:gd name="connsiteY739" fmla="*/ 1784856 h 6858000"/>
              <a:gd name="connsiteX740" fmla="*/ 135813 w 7467600"/>
              <a:gd name="connsiteY740" fmla="*/ 1888838 h 6858000"/>
              <a:gd name="connsiteX741" fmla="*/ 242575 w 7467600"/>
              <a:gd name="connsiteY741" fmla="*/ 1958841 h 6858000"/>
              <a:gd name="connsiteX742" fmla="*/ 82197 w 7467600"/>
              <a:gd name="connsiteY742" fmla="*/ 1754826 h 6858000"/>
              <a:gd name="connsiteX743" fmla="*/ 0 w 7467600"/>
              <a:gd name="connsiteY743" fmla="*/ 1679650 h 6858000"/>
              <a:gd name="connsiteX744" fmla="*/ 0 w 7467600"/>
              <a:gd name="connsiteY744" fmla="*/ 1602463 h 6858000"/>
              <a:gd name="connsiteX745" fmla="*/ 84689 w 7467600"/>
              <a:gd name="connsiteY745" fmla="*/ 1677442 h 6858000"/>
              <a:gd name="connsiteX746" fmla="*/ 298437 w 7467600"/>
              <a:gd name="connsiteY746" fmla="*/ 1968019 h 6858000"/>
              <a:gd name="connsiteX747" fmla="*/ 227269 w 7467600"/>
              <a:gd name="connsiteY747" fmla="*/ 1114064 h 6858000"/>
              <a:gd name="connsiteX748" fmla="*/ 248003 w 7467600"/>
              <a:gd name="connsiteY748" fmla="*/ 1089613 h 6858000"/>
              <a:gd name="connsiteX749" fmla="*/ 427020 w 7467600"/>
              <a:gd name="connsiteY749" fmla="*/ 1619803 h 6858000"/>
              <a:gd name="connsiteX750" fmla="*/ 340345 w 7467600"/>
              <a:gd name="connsiteY750" fmla="*/ 2027739 h 6858000"/>
              <a:gd name="connsiteX751" fmla="*/ 360865 w 7467600"/>
              <a:gd name="connsiteY751" fmla="*/ 2044827 h 6858000"/>
              <a:gd name="connsiteX752" fmla="*/ 560414 w 7467600"/>
              <a:gd name="connsiteY752" fmla="*/ 2421457 h 6858000"/>
              <a:gd name="connsiteX753" fmla="*/ 1359703 w 7467600"/>
              <a:gd name="connsiteY753" fmla="*/ 2578554 h 6858000"/>
              <a:gd name="connsiteX754" fmla="*/ 1359422 w 7467600"/>
              <a:gd name="connsiteY754" fmla="*/ 2577994 h 6858000"/>
              <a:gd name="connsiteX755" fmla="*/ 828701 w 7467600"/>
              <a:gd name="connsiteY755" fmla="*/ 1839520 h 6858000"/>
              <a:gd name="connsiteX756" fmla="*/ 494427 w 7467600"/>
              <a:gd name="connsiteY756" fmla="*/ 1092333 h 6858000"/>
              <a:gd name="connsiteX757" fmla="*/ 506322 w 7467600"/>
              <a:gd name="connsiteY757" fmla="*/ 1020997 h 6858000"/>
              <a:gd name="connsiteX758" fmla="*/ 4570198 w 7467600"/>
              <a:gd name="connsiteY758" fmla="*/ 978081 h 6858000"/>
              <a:gd name="connsiteX759" fmla="*/ 4523691 w 7467600"/>
              <a:gd name="connsiteY759" fmla="*/ 1127776 h 6858000"/>
              <a:gd name="connsiteX760" fmla="*/ 4509875 w 7467600"/>
              <a:gd name="connsiteY760" fmla="*/ 1167552 h 6858000"/>
              <a:gd name="connsiteX761" fmla="*/ 4478168 w 7467600"/>
              <a:gd name="connsiteY761" fmla="*/ 1260735 h 6858000"/>
              <a:gd name="connsiteX762" fmla="*/ 4409309 w 7467600"/>
              <a:gd name="connsiteY762" fmla="*/ 1666996 h 6858000"/>
              <a:gd name="connsiteX763" fmla="*/ 4370031 w 7467600"/>
              <a:gd name="connsiteY763" fmla="*/ 1955666 h 6858000"/>
              <a:gd name="connsiteX764" fmla="*/ 4570198 w 7467600"/>
              <a:gd name="connsiteY764" fmla="*/ 978081 h 6858000"/>
              <a:gd name="connsiteX765" fmla="*/ 4557898 w 7467600"/>
              <a:gd name="connsiteY765" fmla="*/ 900011 h 6858000"/>
              <a:gd name="connsiteX766" fmla="*/ 4344840 w 7467600"/>
              <a:gd name="connsiteY766" fmla="*/ 1922038 h 6858000"/>
              <a:gd name="connsiteX767" fmla="*/ 4378710 w 7467600"/>
              <a:gd name="connsiteY767" fmla="*/ 1665516 h 6858000"/>
              <a:gd name="connsiteX768" fmla="*/ 4448798 w 7467600"/>
              <a:gd name="connsiteY768" fmla="*/ 1253024 h 6858000"/>
              <a:gd name="connsiteX769" fmla="*/ 4480315 w 7467600"/>
              <a:gd name="connsiteY769" fmla="*/ 1158454 h 6858000"/>
              <a:gd name="connsiteX770" fmla="*/ 4494133 w 7467600"/>
              <a:gd name="connsiteY770" fmla="*/ 1118676 h 6858000"/>
              <a:gd name="connsiteX771" fmla="*/ 4557898 w 7467600"/>
              <a:gd name="connsiteY771" fmla="*/ 900011 h 6858000"/>
              <a:gd name="connsiteX772" fmla="*/ 5870151 w 7467600"/>
              <a:gd name="connsiteY772" fmla="*/ 898890 h 6858000"/>
              <a:gd name="connsiteX773" fmla="*/ 5861335 w 7467600"/>
              <a:gd name="connsiteY773" fmla="*/ 899177 h 6858000"/>
              <a:gd name="connsiteX774" fmla="*/ 5843702 w 7467600"/>
              <a:gd name="connsiteY774" fmla="*/ 899748 h 6858000"/>
              <a:gd name="connsiteX775" fmla="*/ 5651107 w 7467600"/>
              <a:gd name="connsiteY775" fmla="*/ 920306 h 6858000"/>
              <a:gd name="connsiteX776" fmla="*/ 5459407 w 7467600"/>
              <a:gd name="connsiteY776" fmla="*/ 940975 h 6858000"/>
              <a:gd name="connsiteX777" fmla="*/ 5374846 w 7467600"/>
              <a:gd name="connsiteY777" fmla="*/ 941988 h 6858000"/>
              <a:gd name="connsiteX778" fmla="*/ 5256105 w 7467600"/>
              <a:gd name="connsiteY778" fmla="*/ 945632 h 6858000"/>
              <a:gd name="connsiteX779" fmla="*/ 5107071 w 7467600"/>
              <a:gd name="connsiteY779" fmla="*/ 969720 h 6858000"/>
              <a:gd name="connsiteX780" fmla="*/ 4998681 w 7467600"/>
              <a:gd name="connsiteY780" fmla="*/ 988771 h 6858000"/>
              <a:gd name="connsiteX781" fmla="*/ 5870151 w 7467600"/>
              <a:gd name="connsiteY781" fmla="*/ 898890 h 6858000"/>
              <a:gd name="connsiteX782" fmla="*/ 5504425 w 7467600"/>
              <a:gd name="connsiteY782" fmla="*/ 848067 h 6858000"/>
              <a:gd name="connsiteX783" fmla="*/ 4968849 w 7467600"/>
              <a:gd name="connsiteY783" fmla="*/ 962318 h 6858000"/>
              <a:gd name="connsiteX784" fmla="*/ 5104039 w 7467600"/>
              <a:gd name="connsiteY784" fmla="*/ 940634 h 6858000"/>
              <a:gd name="connsiteX785" fmla="*/ 5256311 w 7467600"/>
              <a:gd name="connsiteY785" fmla="*/ 916490 h 6858000"/>
              <a:gd name="connsiteX786" fmla="*/ 5377381 w 7467600"/>
              <a:gd name="connsiteY786" fmla="*/ 912671 h 6858000"/>
              <a:gd name="connsiteX787" fmla="*/ 5460148 w 7467600"/>
              <a:gd name="connsiteY787" fmla="*/ 911442 h 6858000"/>
              <a:gd name="connsiteX788" fmla="*/ 5648971 w 7467600"/>
              <a:gd name="connsiteY788" fmla="*/ 891331 h 6858000"/>
              <a:gd name="connsiteX789" fmla="*/ 5844807 w 7467600"/>
              <a:gd name="connsiteY789" fmla="*/ 870718 h 6858000"/>
              <a:gd name="connsiteX790" fmla="*/ 5862975 w 7467600"/>
              <a:gd name="connsiteY790" fmla="*/ 869756 h 6858000"/>
              <a:gd name="connsiteX791" fmla="*/ 5920887 w 7467600"/>
              <a:gd name="connsiteY791" fmla="*/ 865929 h 6858000"/>
              <a:gd name="connsiteX792" fmla="*/ 5504425 w 7467600"/>
              <a:gd name="connsiteY792" fmla="*/ 848067 h 6858000"/>
              <a:gd name="connsiteX793" fmla="*/ 3607114 w 7467600"/>
              <a:gd name="connsiteY793" fmla="*/ 467441 h 6858000"/>
              <a:gd name="connsiteX794" fmla="*/ 3296242 w 7467600"/>
              <a:gd name="connsiteY794" fmla="*/ 807991 h 6858000"/>
              <a:gd name="connsiteX795" fmla="*/ 3174674 w 7467600"/>
              <a:gd name="connsiteY795" fmla="*/ 919759 h 6858000"/>
              <a:gd name="connsiteX796" fmla="*/ 3042978 w 7467600"/>
              <a:gd name="connsiteY796" fmla="*/ 1054894 h 6858000"/>
              <a:gd name="connsiteX797" fmla="*/ 2968914 w 7467600"/>
              <a:gd name="connsiteY797" fmla="*/ 1133756 h 6858000"/>
              <a:gd name="connsiteX798" fmla="*/ 3103823 w 7467600"/>
              <a:gd name="connsiteY798" fmla="*/ 1026814 h 6858000"/>
              <a:gd name="connsiteX799" fmla="*/ 3607114 w 7467600"/>
              <a:gd name="connsiteY799" fmla="*/ 467441 h 6858000"/>
              <a:gd name="connsiteX800" fmla="*/ 3744487 w 7467600"/>
              <a:gd name="connsiteY800" fmla="*/ 383136 h 6858000"/>
              <a:gd name="connsiteX801" fmla="*/ 3970213 w 7467600"/>
              <a:gd name="connsiteY801" fmla="*/ 995559 h 6858000"/>
              <a:gd name="connsiteX802" fmla="*/ 3744487 w 7467600"/>
              <a:gd name="connsiteY802" fmla="*/ 383136 h 6858000"/>
              <a:gd name="connsiteX803" fmla="*/ 3624562 w 7467600"/>
              <a:gd name="connsiteY803" fmla="*/ 367041 h 6858000"/>
              <a:gd name="connsiteX804" fmla="*/ 3489712 w 7467600"/>
              <a:gd name="connsiteY804" fmla="*/ 485386 h 6858000"/>
              <a:gd name="connsiteX805" fmla="*/ 3182994 w 7467600"/>
              <a:gd name="connsiteY805" fmla="*/ 828265 h 6858000"/>
              <a:gd name="connsiteX806" fmla="*/ 2892114 w 7467600"/>
              <a:gd name="connsiteY806" fmla="*/ 1172635 h 6858000"/>
              <a:gd name="connsiteX807" fmla="*/ 3021459 w 7467600"/>
              <a:gd name="connsiteY807" fmla="*/ 1035385 h 6858000"/>
              <a:gd name="connsiteX808" fmla="*/ 3153873 w 7467600"/>
              <a:gd name="connsiteY808" fmla="*/ 898971 h 6858000"/>
              <a:gd name="connsiteX809" fmla="*/ 3276511 w 7467600"/>
              <a:gd name="connsiteY809" fmla="*/ 786423 h 6858000"/>
              <a:gd name="connsiteX810" fmla="*/ 3584154 w 7467600"/>
              <a:gd name="connsiteY810" fmla="*/ 448218 h 6858000"/>
              <a:gd name="connsiteX811" fmla="*/ 3624562 w 7467600"/>
              <a:gd name="connsiteY811" fmla="*/ 367041 h 6858000"/>
              <a:gd name="connsiteX812" fmla="*/ 3766672 w 7467600"/>
              <a:gd name="connsiteY812" fmla="*/ 359429 h 6858000"/>
              <a:gd name="connsiteX813" fmla="*/ 3996338 w 7467600"/>
              <a:gd name="connsiteY813" fmla="*/ 968237 h 6858000"/>
              <a:gd name="connsiteX814" fmla="*/ 3766672 w 7467600"/>
              <a:gd name="connsiteY814" fmla="*/ 359429 h 6858000"/>
              <a:gd name="connsiteX815" fmla="*/ 5805386 w 7467600"/>
              <a:gd name="connsiteY815" fmla="*/ 239240 h 6858000"/>
              <a:gd name="connsiteX816" fmla="*/ 5736947 w 7467600"/>
              <a:gd name="connsiteY816" fmla="*/ 261367 h 6858000"/>
              <a:gd name="connsiteX817" fmla="*/ 5427012 w 7467600"/>
              <a:gd name="connsiteY817" fmla="*/ 311272 h 6858000"/>
              <a:gd name="connsiteX818" fmla="*/ 5147818 w 7467600"/>
              <a:gd name="connsiteY818" fmla="*/ 322112 h 6858000"/>
              <a:gd name="connsiteX819" fmla="*/ 5060854 w 7467600"/>
              <a:gd name="connsiteY819" fmla="*/ 311882 h 6858000"/>
              <a:gd name="connsiteX820" fmla="*/ 4945989 w 7467600"/>
              <a:gd name="connsiteY820" fmla="*/ 300516 h 6858000"/>
              <a:gd name="connsiteX821" fmla="*/ 5410479 w 7467600"/>
              <a:gd name="connsiteY821" fmla="*/ 348434 h 6858000"/>
              <a:gd name="connsiteX822" fmla="*/ 5805386 w 7467600"/>
              <a:gd name="connsiteY822" fmla="*/ 239240 h 6858000"/>
              <a:gd name="connsiteX823" fmla="*/ 5905192 w 7467600"/>
              <a:gd name="connsiteY823" fmla="*/ 163079 h 6858000"/>
              <a:gd name="connsiteX824" fmla="*/ 5865655 w 7467600"/>
              <a:gd name="connsiteY824" fmla="*/ 171901 h 6858000"/>
              <a:gd name="connsiteX825" fmla="*/ 5259740 w 7467600"/>
              <a:gd name="connsiteY825" fmla="*/ 257013 h 6858000"/>
              <a:gd name="connsiteX826" fmla="*/ 5208466 w 7467600"/>
              <a:gd name="connsiteY826" fmla="*/ 257550 h 6858000"/>
              <a:gd name="connsiteX827" fmla="*/ 4980204 w 7467600"/>
              <a:gd name="connsiteY827" fmla="*/ 271903 h 6858000"/>
              <a:gd name="connsiteX828" fmla="*/ 5068068 w 7467600"/>
              <a:gd name="connsiteY828" fmla="*/ 282244 h 6858000"/>
              <a:gd name="connsiteX829" fmla="*/ 5153231 w 7467600"/>
              <a:gd name="connsiteY829" fmla="*/ 292240 h 6858000"/>
              <a:gd name="connsiteX830" fmla="*/ 5426491 w 7467600"/>
              <a:gd name="connsiteY830" fmla="*/ 281128 h 6858000"/>
              <a:gd name="connsiteX831" fmla="*/ 5731212 w 7467600"/>
              <a:gd name="connsiteY831" fmla="*/ 231951 h 6858000"/>
              <a:gd name="connsiteX832" fmla="*/ 5905192 w 7467600"/>
              <a:gd name="connsiteY832" fmla="*/ 163079 h 6858000"/>
              <a:gd name="connsiteX833" fmla="*/ 5944437 w 7467600"/>
              <a:gd name="connsiteY833" fmla="*/ 113829 h 6858000"/>
              <a:gd name="connsiteX834" fmla="*/ 5825032 w 7467600"/>
              <a:gd name="connsiteY834" fmla="*/ 146405 h 6858000"/>
              <a:gd name="connsiteX835" fmla="*/ 4955599 w 7467600"/>
              <a:gd name="connsiteY835" fmla="*/ 247008 h 6858000"/>
              <a:gd name="connsiteX836" fmla="*/ 5210104 w 7467600"/>
              <a:gd name="connsiteY836" fmla="*/ 228123 h 6858000"/>
              <a:gd name="connsiteX837" fmla="*/ 5261015 w 7467600"/>
              <a:gd name="connsiteY837" fmla="*/ 227087 h 6858000"/>
              <a:gd name="connsiteX838" fmla="*/ 5861181 w 7467600"/>
              <a:gd name="connsiteY838" fmla="*/ 143093 h 6858000"/>
              <a:gd name="connsiteX839" fmla="*/ 5961252 w 7467600"/>
              <a:gd name="connsiteY839" fmla="*/ 114820 h 6858000"/>
              <a:gd name="connsiteX840" fmla="*/ 5944437 w 7467600"/>
              <a:gd name="connsiteY840" fmla="*/ 113829 h 6858000"/>
              <a:gd name="connsiteX841" fmla="*/ 3882765 w 7467600"/>
              <a:gd name="connsiteY841" fmla="*/ 0 h 6858000"/>
              <a:gd name="connsiteX842" fmla="*/ 3995099 w 7467600"/>
              <a:gd name="connsiteY842" fmla="*/ 0 h 6858000"/>
              <a:gd name="connsiteX843" fmla="*/ 4163818 w 7467600"/>
              <a:gd name="connsiteY843" fmla="*/ 234104 h 6858000"/>
              <a:gd name="connsiteX844" fmla="*/ 4172099 w 7467600"/>
              <a:gd name="connsiteY844" fmla="*/ 234207 h 6858000"/>
              <a:gd name="connsiteX845" fmla="*/ 4784282 w 7467600"/>
              <a:gd name="connsiteY845" fmla="*/ 276561 h 6858000"/>
              <a:gd name="connsiteX846" fmla="*/ 4801687 w 7467600"/>
              <a:gd name="connsiteY846" fmla="*/ 267764 h 6858000"/>
              <a:gd name="connsiteX847" fmla="*/ 6082788 w 7467600"/>
              <a:gd name="connsiteY847" fmla="*/ 64119 h 6858000"/>
              <a:gd name="connsiteX848" fmla="*/ 6099442 w 7467600"/>
              <a:gd name="connsiteY848" fmla="*/ 82568 h 6858000"/>
              <a:gd name="connsiteX849" fmla="*/ 4804137 w 7467600"/>
              <a:gd name="connsiteY849" fmla="*/ 320931 h 6858000"/>
              <a:gd name="connsiteX850" fmla="*/ 4227047 w 7467600"/>
              <a:gd name="connsiteY850" fmla="*/ 313415 h 6858000"/>
              <a:gd name="connsiteX851" fmla="*/ 4346041 w 7467600"/>
              <a:gd name="connsiteY851" fmla="*/ 456086 h 6858000"/>
              <a:gd name="connsiteX852" fmla="*/ 4870967 w 7467600"/>
              <a:gd name="connsiteY852" fmla="*/ 963061 h 6858000"/>
              <a:gd name="connsiteX853" fmla="*/ 4889647 w 7467600"/>
              <a:gd name="connsiteY853" fmla="*/ 957147 h 6858000"/>
              <a:gd name="connsiteX854" fmla="*/ 5422504 w 7467600"/>
              <a:gd name="connsiteY854" fmla="*/ 805191 h 6858000"/>
              <a:gd name="connsiteX855" fmla="*/ 6087656 w 7467600"/>
              <a:gd name="connsiteY855" fmla="*/ 826703 h 6858000"/>
              <a:gd name="connsiteX856" fmla="*/ 6058717 w 7467600"/>
              <a:gd name="connsiteY856" fmla="*/ 865992 h 6858000"/>
              <a:gd name="connsiteX857" fmla="*/ 4974153 w 7467600"/>
              <a:gd name="connsiteY857" fmla="*/ 1045456 h 6858000"/>
              <a:gd name="connsiteX858" fmla="*/ 5627835 w 7467600"/>
              <a:gd name="connsiteY858" fmla="*/ 1472077 h 6858000"/>
              <a:gd name="connsiteX859" fmla="*/ 5629817 w 7467600"/>
              <a:gd name="connsiteY859" fmla="*/ 1471412 h 6858000"/>
              <a:gd name="connsiteX860" fmla="*/ 5634124 w 7467600"/>
              <a:gd name="connsiteY860" fmla="*/ 1470572 h 6858000"/>
              <a:gd name="connsiteX861" fmla="*/ 5755832 w 7467600"/>
              <a:gd name="connsiteY861" fmla="*/ 1383886 h 6858000"/>
              <a:gd name="connsiteX862" fmla="*/ 6014186 w 7467600"/>
              <a:gd name="connsiteY862" fmla="*/ 1279799 h 6858000"/>
              <a:gd name="connsiteX863" fmla="*/ 6901619 w 7467600"/>
              <a:gd name="connsiteY863" fmla="*/ 1047874 h 6858000"/>
              <a:gd name="connsiteX864" fmla="*/ 6931566 w 7467600"/>
              <a:gd name="connsiteY864" fmla="*/ 1062034 h 6858000"/>
              <a:gd name="connsiteX865" fmla="*/ 5790982 w 7467600"/>
              <a:gd name="connsiteY865" fmla="*/ 1561380 h 6858000"/>
              <a:gd name="connsiteX866" fmla="*/ 6188971 w 7467600"/>
              <a:gd name="connsiteY866" fmla="*/ 1755168 h 6858000"/>
              <a:gd name="connsiteX867" fmla="*/ 6202446 w 7467600"/>
              <a:gd name="connsiteY867" fmla="*/ 1752268 h 6858000"/>
              <a:gd name="connsiteX868" fmla="*/ 7179560 w 7467600"/>
              <a:gd name="connsiteY868" fmla="*/ 1467551 h 6858000"/>
              <a:gd name="connsiteX869" fmla="*/ 7158730 w 7467600"/>
              <a:gd name="connsiteY869" fmla="*/ 1507835 h 6858000"/>
              <a:gd name="connsiteX870" fmla="*/ 6326959 w 7467600"/>
              <a:gd name="connsiteY870" fmla="*/ 1817686 h 6858000"/>
              <a:gd name="connsiteX871" fmla="*/ 6537433 w 7467600"/>
              <a:gd name="connsiteY871" fmla="*/ 1907790 h 6858000"/>
              <a:gd name="connsiteX872" fmla="*/ 6550221 w 7467600"/>
              <a:gd name="connsiteY872" fmla="*/ 1910729 h 6858000"/>
              <a:gd name="connsiteX873" fmla="*/ 6964438 w 7467600"/>
              <a:gd name="connsiteY873" fmla="*/ 2209505 h 6858000"/>
              <a:gd name="connsiteX874" fmla="*/ 7367862 w 7467600"/>
              <a:gd name="connsiteY874" fmla="*/ 2806833 h 6858000"/>
              <a:gd name="connsiteX875" fmla="*/ 7364329 w 7467600"/>
              <a:gd name="connsiteY875" fmla="*/ 2826907 h 6858000"/>
              <a:gd name="connsiteX876" fmla="*/ 7290545 w 7467600"/>
              <a:gd name="connsiteY876" fmla="*/ 2850663 h 6858000"/>
              <a:gd name="connsiteX877" fmla="*/ 6472036 w 7467600"/>
              <a:gd name="connsiteY877" fmla="*/ 1959003 h 6858000"/>
              <a:gd name="connsiteX878" fmla="*/ 5792897 w 7467600"/>
              <a:gd name="connsiteY878" fmla="*/ 1647747 h 6858000"/>
              <a:gd name="connsiteX879" fmla="*/ 5842751 w 7467600"/>
              <a:gd name="connsiteY879" fmla="*/ 1816112 h 6858000"/>
              <a:gd name="connsiteX880" fmla="*/ 5847424 w 7467600"/>
              <a:gd name="connsiteY880" fmla="*/ 1815776 h 6858000"/>
              <a:gd name="connsiteX881" fmla="*/ 6399821 w 7467600"/>
              <a:gd name="connsiteY881" fmla="*/ 2344799 h 6858000"/>
              <a:gd name="connsiteX882" fmla="*/ 6323232 w 7467600"/>
              <a:gd name="connsiteY882" fmla="*/ 2389634 h 6858000"/>
              <a:gd name="connsiteX883" fmla="*/ 5942958 w 7467600"/>
              <a:gd name="connsiteY883" fmla="*/ 2077708 h 6858000"/>
              <a:gd name="connsiteX884" fmla="*/ 5921559 w 7467600"/>
              <a:gd name="connsiteY884" fmla="*/ 2378596 h 6858000"/>
              <a:gd name="connsiteX885" fmla="*/ 5817651 w 7467600"/>
              <a:gd name="connsiteY885" fmla="*/ 3023919 h 6858000"/>
              <a:gd name="connsiteX886" fmla="*/ 5729634 w 7467600"/>
              <a:gd name="connsiteY886" fmla="*/ 3051849 h 6858000"/>
              <a:gd name="connsiteX887" fmla="*/ 5611018 w 7467600"/>
              <a:gd name="connsiteY887" fmla="*/ 2316769 h 6858000"/>
              <a:gd name="connsiteX888" fmla="*/ 5687608 w 7467600"/>
              <a:gd name="connsiteY888" fmla="*/ 2039972 h 6858000"/>
              <a:gd name="connsiteX889" fmla="*/ 5657554 w 7467600"/>
              <a:gd name="connsiteY889" fmla="*/ 1576445 h 6858000"/>
              <a:gd name="connsiteX890" fmla="*/ 5150475 w 7467600"/>
              <a:gd name="connsiteY890" fmla="*/ 1274012 h 6858000"/>
              <a:gd name="connsiteX891" fmla="*/ 5349142 w 7467600"/>
              <a:gd name="connsiteY891" fmla="*/ 2204405 h 6858000"/>
              <a:gd name="connsiteX892" fmla="*/ 5262214 w 7467600"/>
              <a:gd name="connsiteY892" fmla="*/ 2233836 h 6858000"/>
              <a:gd name="connsiteX893" fmla="*/ 4981539 w 7467600"/>
              <a:gd name="connsiteY893" fmla="*/ 1542201 h 6858000"/>
              <a:gd name="connsiteX894" fmla="*/ 4958461 w 7467600"/>
              <a:gd name="connsiteY894" fmla="*/ 1136957 h 6858000"/>
              <a:gd name="connsiteX895" fmla="*/ 4655015 w 7467600"/>
              <a:gd name="connsiteY895" fmla="*/ 891426 h 6858000"/>
              <a:gd name="connsiteX896" fmla="*/ 4348002 w 7467600"/>
              <a:gd name="connsiteY896" fmla="*/ 2205895 h 6858000"/>
              <a:gd name="connsiteX897" fmla="*/ 4262250 w 7467600"/>
              <a:gd name="connsiteY897" fmla="*/ 2219972 h 6858000"/>
              <a:gd name="connsiteX898" fmla="*/ 4550611 w 7467600"/>
              <a:gd name="connsiteY898" fmla="*/ 817540 h 6858000"/>
              <a:gd name="connsiteX899" fmla="*/ 4564418 w 7467600"/>
              <a:gd name="connsiteY899" fmla="*/ 808293 h 6858000"/>
              <a:gd name="connsiteX900" fmla="*/ 4266388 w 7467600"/>
              <a:gd name="connsiteY900" fmla="*/ 500083 h 6858000"/>
              <a:gd name="connsiteX901" fmla="*/ 4032842 w 7467600"/>
              <a:gd name="connsiteY901" fmla="*/ 211809 h 6858000"/>
              <a:gd name="connsiteX902" fmla="*/ 3882765 w 7467600"/>
              <a:gd name="connsiteY902" fmla="*/ 0 h 6858000"/>
              <a:gd name="connsiteX903" fmla="*/ 3721337 w 7467600"/>
              <a:gd name="connsiteY903" fmla="*/ 0 h 6858000"/>
              <a:gd name="connsiteX904" fmla="*/ 3797544 w 7467600"/>
              <a:gd name="connsiteY904" fmla="*/ 0 h 6858000"/>
              <a:gd name="connsiteX905" fmla="*/ 3775734 w 7467600"/>
              <a:gd name="connsiteY905" fmla="*/ 95131 h 6858000"/>
              <a:gd name="connsiteX906" fmla="*/ 3724807 w 7467600"/>
              <a:gd name="connsiteY906" fmla="*/ 272257 h 6858000"/>
              <a:gd name="connsiteX907" fmla="*/ 3726844 w 7467600"/>
              <a:gd name="connsiteY907" fmla="*/ 282988 h 6858000"/>
              <a:gd name="connsiteX908" fmla="*/ 3742664 w 7467600"/>
              <a:gd name="connsiteY908" fmla="*/ 279918 h 6858000"/>
              <a:gd name="connsiteX909" fmla="*/ 4103910 w 7467600"/>
              <a:gd name="connsiteY909" fmla="*/ 1161917 h 6858000"/>
              <a:gd name="connsiteX910" fmla="*/ 4020269 w 7467600"/>
              <a:gd name="connsiteY910" fmla="*/ 1200406 h 6858000"/>
              <a:gd name="connsiteX911" fmla="*/ 3674882 w 7467600"/>
              <a:gd name="connsiteY911" fmla="*/ 488524 h 6858000"/>
              <a:gd name="connsiteX912" fmla="*/ 3132682 w 7467600"/>
              <a:gd name="connsiteY912" fmla="*/ 1072284 h 6858000"/>
              <a:gd name="connsiteX913" fmla="*/ 2716346 w 7467600"/>
              <a:gd name="connsiteY913" fmla="*/ 1276376 h 6858000"/>
              <a:gd name="connsiteX914" fmla="*/ 2716772 w 7467600"/>
              <a:gd name="connsiteY914" fmla="*/ 1255462 h 6858000"/>
              <a:gd name="connsiteX915" fmla="*/ 3471096 w 7467600"/>
              <a:gd name="connsiteY915" fmla="*/ 437072 h 6858000"/>
              <a:gd name="connsiteX916" fmla="*/ 3639057 w 7467600"/>
              <a:gd name="connsiteY916" fmla="*/ 286334 h 6858000"/>
              <a:gd name="connsiteX917" fmla="*/ 3640309 w 7467600"/>
              <a:gd name="connsiteY917" fmla="*/ 284664 h 6858000"/>
              <a:gd name="connsiteX918" fmla="*/ 3646022 w 7467600"/>
              <a:gd name="connsiteY918" fmla="*/ 276711 h 6858000"/>
              <a:gd name="connsiteX919" fmla="*/ 3707943 w 7467600"/>
              <a:gd name="connsiteY919" fmla="*/ 65958 h 6858000"/>
              <a:gd name="connsiteX920" fmla="*/ 3721337 w 7467600"/>
              <a:gd name="connsiteY920" fmla="*/ 0 h 6858000"/>
              <a:gd name="connsiteX921" fmla="*/ 2867960 w 7467600"/>
              <a:gd name="connsiteY921" fmla="*/ 0 h 6858000"/>
              <a:gd name="connsiteX922" fmla="*/ 2926351 w 7467600"/>
              <a:gd name="connsiteY922" fmla="*/ 0 h 6858000"/>
              <a:gd name="connsiteX923" fmla="*/ 2902823 w 7467600"/>
              <a:gd name="connsiteY923" fmla="*/ 262929 h 6858000"/>
              <a:gd name="connsiteX924" fmla="*/ 2940663 w 7467600"/>
              <a:gd name="connsiteY924" fmla="*/ 140884 h 6858000"/>
              <a:gd name="connsiteX925" fmla="*/ 2947039 w 7467600"/>
              <a:gd name="connsiteY925" fmla="*/ 122524 h 6858000"/>
              <a:gd name="connsiteX926" fmla="*/ 2984316 w 7467600"/>
              <a:gd name="connsiteY926" fmla="*/ 0 h 6858000"/>
              <a:gd name="connsiteX927" fmla="*/ 3016114 w 7467600"/>
              <a:gd name="connsiteY927" fmla="*/ 0 h 6858000"/>
              <a:gd name="connsiteX928" fmla="*/ 2979949 w 7467600"/>
              <a:gd name="connsiteY928" fmla="*/ 119274 h 6858000"/>
              <a:gd name="connsiteX929" fmla="*/ 3023879 w 7467600"/>
              <a:gd name="connsiteY929" fmla="*/ 0 h 6858000"/>
              <a:gd name="connsiteX930" fmla="*/ 3105400 w 7467600"/>
              <a:gd name="connsiteY930" fmla="*/ 0 h 6858000"/>
              <a:gd name="connsiteX931" fmla="*/ 3094669 w 7467600"/>
              <a:gd name="connsiteY931" fmla="*/ 30308 h 6858000"/>
              <a:gd name="connsiteX932" fmla="*/ 2901945 w 7467600"/>
              <a:gd name="connsiteY932" fmla="*/ 466538 h 6858000"/>
              <a:gd name="connsiteX933" fmla="*/ 2815209 w 7467600"/>
              <a:gd name="connsiteY933" fmla="*/ 497361 h 6858000"/>
              <a:gd name="connsiteX934" fmla="*/ 2844845 w 7467600"/>
              <a:gd name="connsiteY934" fmla="*/ 127638 h 6858000"/>
              <a:gd name="connsiteX935" fmla="*/ 2867960 w 7467600"/>
              <a:gd name="connsiteY935" fmla="*/ 0 h 6858000"/>
              <a:gd name="connsiteX936" fmla="*/ 1057230 w 7467600"/>
              <a:gd name="connsiteY936" fmla="*/ 0 h 6858000"/>
              <a:gd name="connsiteX937" fmla="*/ 1111003 w 7467600"/>
              <a:gd name="connsiteY937" fmla="*/ 0 h 6858000"/>
              <a:gd name="connsiteX938" fmla="*/ 1125553 w 7467600"/>
              <a:gd name="connsiteY938" fmla="*/ 52588 h 6858000"/>
              <a:gd name="connsiteX939" fmla="*/ 1304276 w 7467600"/>
              <a:gd name="connsiteY939" fmla="*/ 476275 h 6858000"/>
              <a:gd name="connsiteX940" fmla="*/ 1492066 w 7467600"/>
              <a:gd name="connsiteY940" fmla="*/ 886333 h 6858000"/>
              <a:gd name="connsiteX941" fmla="*/ 1423698 w 7467600"/>
              <a:gd name="connsiteY941" fmla="*/ 710817 h 6858000"/>
              <a:gd name="connsiteX942" fmla="*/ 1357609 w 7467600"/>
              <a:gd name="connsiteY942" fmla="*/ 532892 h 6858000"/>
              <a:gd name="connsiteX943" fmla="*/ 1309550 w 7467600"/>
              <a:gd name="connsiteY943" fmla="*/ 374031 h 6858000"/>
              <a:gd name="connsiteX944" fmla="*/ 1193673 w 7467600"/>
              <a:gd name="connsiteY944" fmla="*/ 49533 h 6858000"/>
              <a:gd name="connsiteX945" fmla="*/ 1164391 w 7467600"/>
              <a:gd name="connsiteY945" fmla="*/ 0 h 6858000"/>
              <a:gd name="connsiteX946" fmla="*/ 1200666 w 7467600"/>
              <a:gd name="connsiteY946" fmla="*/ 0 h 6858000"/>
              <a:gd name="connsiteX947" fmla="*/ 1223408 w 7467600"/>
              <a:gd name="connsiteY947" fmla="*/ 38996 h 6858000"/>
              <a:gd name="connsiteX948" fmla="*/ 1339635 w 7467600"/>
              <a:gd name="connsiteY948" fmla="*/ 365517 h 6858000"/>
              <a:gd name="connsiteX949" fmla="*/ 1387469 w 7467600"/>
              <a:gd name="connsiteY949" fmla="*/ 523079 h 6858000"/>
              <a:gd name="connsiteX950" fmla="*/ 1452685 w 7467600"/>
              <a:gd name="connsiteY950" fmla="*/ 699806 h 6858000"/>
              <a:gd name="connsiteX951" fmla="*/ 1492092 w 7467600"/>
              <a:gd name="connsiteY951" fmla="*/ 800424 h 6858000"/>
              <a:gd name="connsiteX952" fmla="*/ 1455302 w 7467600"/>
              <a:gd name="connsiteY952" fmla="*/ 632913 h 6858000"/>
              <a:gd name="connsiteX953" fmla="*/ 1222336 w 7467600"/>
              <a:gd name="connsiteY953" fmla="*/ 9480 h 6858000"/>
              <a:gd name="connsiteX954" fmla="*/ 1214634 w 7467600"/>
              <a:gd name="connsiteY954" fmla="*/ 0 h 6858000"/>
              <a:gd name="connsiteX955" fmla="*/ 1289827 w 7467600"/>
              <a:gd name="connsiteY955" fmla="*/ 0 h 6858000"/>
              <a:gd name="connsiteX956" fmla="*/ 1321076 w 7467600"/>
              <a:gd name="connsiteY956" fmla="*/ 59722 h 6858000"/>
              <a:gd name="connsiteX957" fmla="*/ 1512579 w 7467600"/>
              <a:gd name="connsiteY957" fmla="*/ 626441 h 6858000"/>
              <a:gd name="connsiteX958" fmla="*/ 1506076 w 7467600"/>
              <a:gd name="connsiteY958" fmla="*/ 1089289 h 6858000"/>
              <a:gd name="connsiteX959" fmla="*/ 1486346 w 7467600"/>
              <a:gd name="connsiteY959" fmla="*/ 1079919 h 6858000"/>
              <a:gd name="connsiteX960" fmla="*/ 1070511 w 7467600"/>
              <a:gd name="connsiteY960" fmla="*/ 48609 h 6858000"/>
              <a:gd name="connsiteX961" fmla="*/ 1057230 w 7467600"/>
              <a:gd name="connsiteY961" fmla="*/ 0 h 6858000"/>
              <a:gd name="connsiteX962" fmla="*/ 43151 w 7467600"/>
              <a:gd name="connsiteY962" fmla="*/ 0 h 6858000"/>
              <a:gd name="connsiteX963" fmla="*/ 95283 w 7467600"/>
              <a:gd name="connsiteY963" fmla="*/ 0 h 6858000"/>
              <a:gd name="connsiteX964" fmla="*/ 300708 w 7467600"/>
              <a:gd name="connsiteY964" fmla="*/ 154571 h 6858000"/>
              <a:gd name="connsiteX965" fmla="*/ 530414 w 7467600"/>
              <a:gd name="connsiteY965" fmla="*/ 354673 h 6858000"/>
              <a:gd name="connsiteX966" fmla="*/ 333785 w 7467600"/>
              <a:gd name="connsiteY966" fmla="*/ 161564 h 6858000"/>
              <a:gd name="connsiteX967" fmla="*/ 147005 w 7467600"/>
              <a:gd name="connsiteY967" fmla="*/ 0 h 6858000"/>
              <a:gd name="connsiteX968" fmla="*/ 272509 w 7467600"/>
              <a:gd name="connsiteY968" fmla="*/ 0 h 6858000"/>
              <a:gd name="connsiteX969" fmla="*/ 326276 w 7467600"/>
              <a:gd name="connsiteY969" fmla="*/ 45847 h 6858000"/>
              <a:gd name="connsiteX970" fmla="*/ 823759 w 7467600"/>
              <a:gd name="connsiteY970" fmla="*/ 574145 h 6858000"/>
              <a:gd name="connsiteX971" fmla="*/ 811254 w 7467600"/>
              <a:gd name="connsiteY971" fmla="*/ 665546 h 6858000"/>
              <a:gd name="connsiteX972" fmla="*/ 154042 w 7467600"/>
              <a:gd name="connsiteY972" fmla="*/ 261522 h 6858000"/>
              <a:gd name="connsiteX973" fmla="*/ 13550 w 7467600"/>
              <a:gd name="connsiteY973" fmla="*/ 158423 h 6858000"/>
              <a:gd name="connsiteX974" fmla="*/ 0 w 7467600"/>
              <a:gd name="connsiteY974" fmla="*/ 146618 h 6858000"/>
              <a:gd name="connsiteX975" fmla="*/ 0 w 7467600"/>
              <a:gd name="connsiteY975" fmla="*/ 59161 h 6858000"/>
              <a:gd name="connsiteX976" fmla="*/ 45427 w 7467600"/>
              <a:gd name="connsiteY976" fmla="*/ 101078 h 6858000"/>
              <a:gd name="connsiteX977" fmla="*/ 630103 w 7467600"/>
              <a:gd name="connsiteY977" fmla="*/ 485885 h 6858000"/>
              <a:gd name="connsiteX978" fmla="*/ 532040 w 7467600"/>
              <a:gd name="connsiteY978" fmla="*/ 399359 h 6858000"/>
              <a:gd name="connsiteX979" fmla="*/ 517618 w 7467600"/>
              <a:gd name="connsiteY979" fmla="*/ 385726 h 6858000"/>
              <a:gd name="connsiteX980" fmla="*/ 285074 w 7467600"/>
              <a:gd name="connsiteY980" fmla="*/ 182755 h 6858000"/>
              <a:gd name="connsiteX981" fmla="*/ 43151 w 7467600"/>
              <a:gd name="connsiteY98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90188 w 7467600"/>
              <a:gd name="connsiteY4" fmla="*/ 658436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7090188 w 7467600"/>
              <a:gd name="connsiteY22" fmla="*/ 6584365 h 6858000"/>
              <a:gd name="connsiteX23" fmla="*/ 1019354 w 7467600"/>
              <a:gd name="connsiteY23" fmla="*/ 6315006 h 6858000"/>
              <a:gd name="connsiteX24" fmla="*/ 441046 w 7467600"/>
              <a:gd name="connsiteY24" fmla="*/ 6691153 h 6858000"/>
              <a:gd name="connsiteX25" fmla="*/ 1019354 w 7467600"/>
              <a:gd name="connsiteY25" fmla="*/ 6315006 h 6858000"/>
              <a:gd name="connsiteX26" fmla="*/ 991680 w 7467600"/>
              <a:gd name="connsiteY26" fmla="*/ 6298413 h 6858000"/>
              <a:gd name="connsiteX27" fmla="*/ 409060 w 7467600"/>
              <a:gd name="connsiteY27" fmla="*/ 6671470 h 6858000"/>
              <a:gd name="connsiteX28" fmla="*/ 991680 w 7467600"/>
              <a:gd name="connsiteY28" fmla="*/ 6298413 h 6858000"/>
              <a:gd name="connsiteX29" fmla="*/ 103333 w 7467600"/>
              <a:gd name="connsiteY29" fmla="*/ 5699602 h 6858000"/>
              <a:gd name="connsiteX30" fmla="*/ 233938 w 7467600"/>
              <a:gd name="connsiteY30" fmla="*/ 5809416 h 6858000"/>
              <a:gd name="connsiteX31" fmla="*/ 883580 w 7467600"/>
              <a:gd name="connsiteY31" fmla="*/ 6180710 h 6858000"/>
              <a:gd name="connsiteX32" fmla="*/ 487337 w 7467600"/>
              <a:gd name="connsiteY32" fmla="*/ 5950182 h 6858000"/>
              <a:gd name="connsiteX33" fmla="*/ 354051 w 7467600"/>
              <a:gd name="connsiteY33" fmla="*/ 5854912 h 6858000"/>
              <a:gd name="connsiteX34" fmla="*/ 195436 w 7467600"/>
              <a:gd name="connsiteY34" fmla="*/ 5755068 h 6858000"/>
              <a:gd name="connsiteX35" fmla="*/ 103333 w 7467600"/>
              <a:gd name="connsiteY35" fmla="*/ 5699602 h 6858000"/>
              <a:gd name="connsiteX36" fmla="*/ 5539432 w 7467600"/>
              <a:gd name="connsiteY36" fmla="*/ 5642928 h 6858000"/>
              <a:gd name="connsiteX37" fmla="*/ 5555462 w 7467600"/>
              <a:gd name="connsiteY37" fmla="*/ 5694454 h 6858000"/>
              <a:gd name="connsiteX38" fmla="*/ 5828270 w 7467600"/>
              <a:gd name="connsiteY38" fmla="*/ 6320663 h 6858000"/>
              <a:gd name="connsiteX39" fmla="*/ 5947416 w 7467600"/>
              <a:gd name="connsiteY39" fmla="*/ 6574846 h 6858000"/>
              <a:gd name="connsiteX40" fmla="*/ 5539432 w 7467600"/>
              <a:gd name="connsiteY40" fmla="*/ 5642928 h 6858000"/>
              <a:gd name="connsiteX41" fmla="*/ 51253 w 7467600"/>
              <a:gd name="connsiteY41" fmla="*/ 5631825 h 6858000"/>
              <a:gd name="connsiteX42" fmla="*/ 211622 w 7467600"/>
              <a:gd name="connsiteY42" fmla="*/ 5728803 h 6858000"/>
              <a:gd name="connsiteX43" fmla="*/ 371652 w 7467600"/>
              <a:gd name="connsiteY43" fmla="*/ 5829062 h 6858000"/>
              <a:gd name="connsiteX44" fmla="*/ 505903 w 7467600"/>
              <a:gd name="connsiteY44" fmla="*/ 5925221 h 6858000"/>
              <a:gd name="connsiteX45" fmla="*/ 899240 w 7467600"/>
              <a:gd name="connsiteY45" fmla="*/ 6153068 h 6858000"/>
              <a:gd name="connsiteX46" fmla="*/ 988114 w 7467600"/>
              <a:gd name="connsiteY46" fmla="*/ 6174204 h 6858000"/>
              <a:gd name="connsiteX47" fmla="*/ 845971 w 7467600"/>
              <a:gd name="connsiteY47" fmla="*/ 6067177 h 6858000"/>
              <a:gd name="connsiteX48" fmla="*/ 448057 w 7467600"/>
              <a:gd name="connsiteY48" fmla="*/ 5841376 h 6858000"/>
              <a:gd name="connsiteX49" fmla="*/ 51253 w 7467600"/>
              <a:gd name="connsiteY49" fmla="*/ 5631825 h 6858000"/>
              <a:gd name="connsiteX50" fmla="*/ 2606687 w 7467600"/>
              <a:gd name="connsiteY50" fmla="*/ 5630718 h 6858000"/>
              <a:gd name="connsiteX51" fmla="*/ 2645658 w 7467600"/>
              <a:gd name="connsiteY51" fmla="*/ 6640259 h 6858000"/>
              <a:gd name="connsiteX52" fmla="*/ 2606687 w 7467600"/>
              <a:gd name="connsiteY52" fmla="*/ 5630718 h 6858000"/>
              <a:gd name="connsiteX53" fmla="*/ 3642057 w 7467600"/>
              <a:gd name="connsiteY53" fmla="*/ 5573487 h 6858000"/>
              <a:gd name="connsiteX54" fmla="*/ 3632981 w 7467600"/>
              <a:gd name="connsiteY54" fmla="*/ 5579437 h 6858000"/>
              <a:gd name="connsiteX55" fmla="*/ 3382436 w 7467600"/>
              <a:gd name="connsiteY55" fmla="*/ 5952726 h 6858000"/>
              <a:gd name="connsiteX56" fmla="*/ 3191929 w 7467600"/>
              <a:gd name="connsiteY56" fmla="*/ 6662669 h 6858000"/>
              <a:gd name="connsiteX57" fmla="*/ 3369898 w 7467600"/>
              <a:gd name="connsiteY57" fmla="*/ 6081771 h 6858000"/>
              <a:gd name="connsiteX58" fmla="*/ 3642057 w 7467600"/>
              <a:gd name="connsiteY58" fmla="*/ 5573487 h 6858000"/>
              <a:gd name="connsiteX59" fmla="*/ 2650666 w 7467600"/>
              <a:gd name="connsiteY59" fmla="*/ 5530686 h 6858000"/>
              <a:gd name="connsiteX60" fmla="*/ 2650249 w 7467600"/>
              <a:gd name="connsiteY60" fmla="*/ 5532101 h 6858000"/>
              <a:gd name="connsiteX61" fmla="*/ 2663808 w 7467600"/>
              <a:gd name="connsiteY61" fmla="*/ 6535215 h 6858000"/>
              <a:gd name="connsiteX62" fmla="*/ 2665418 w 7467600"/>
              <a:gd name="connsiteY62" fmla="*/ 6132756 h 6858000"/>
              <a:gd name="connsiteX63" fmla="*/ 2650666 w 7467600"/>
              <a:gd name="connsiteY63" fmla="*/ 5530686 h 6858000"/>
              <a:gd name="connsiteX64" fmla="*/ 2680277 w 7467600"/>
              <a:gd name="connsiteY64" fmla="*/ 5479204 h 6858000"/>
              <a:gd name="connsiteX65" fmla="*/ 2678972 w 7467600"/>
              <a:gd name="connsiteY65" fmla="*/ 5481582 h 6858000"/>
              <a:gd name="connsiteX66" fmla="*/ 2696666 w 7467600"/>
              <a:gd name="connsiteY66" fmla="*/ 6133836 h 6858000"/>
              <a:gd name="connsiteX67" fmla="*/ 2695769 w 7467600"/>
              <a:gd name="connsiteY67" fmla="*/ 6390955 h 6858000"/>
              <a:gd name="connsiteX68" fmla="*/ 2739893 w 7467600"/>
              <a:gd name="connsiteY68" fmla="*/ 6108357 h 6858000"/>
              <a:gd name="connsiteX69" fmla="*/ 2680277 w 7467600"/>
              <a:gd name="connsiteY69" fmla="*/ 5479204 h 6858000"/>
              <a:gd name="connsiteX70" fmla="*/ 1132195 w 7467600"/>
              <a:gd name="connsiteY70" fmla="*/ 5467980 h 6858000"/>
              <a:gd name="connsiteX71" fmla="*/ 1679056 w 7467600"/>
              <a:gd name="connsiteY71" fmla="*/ 5516907 h 6858000"/>
              <a:gd name="connsiteX72" fmla="*/ 2128648 w 7467600"/>
              <a:gd name="connsiteY72" fmla="*/ 5474249 h 6858000"/>
              <a:gd name="connsiteX73" fmla="*/ 1825619 w 7467600"/>
              <a:gd name="connsiteY73" fmla="*/ 5478447 h 6858000"/>
              <a:gd name="connsiteX74" fmla="*/ 1737798 w 7467600"/>
              <a:gd name="connsiteY74" fmla="*/ 5483353 h 6858000"/>
              <a:gd name="connsiteX75" fmla="*/ 1132195 w 7467600"/>
              <a:gd name="connsiteY75" fmla="*/ 5467980 h 6858000"/>
              <a:gd name="connsiteX76" fmla="*/ 6844835 w 7467600"/>
              <a:gd name="connsiteY76" fmla="*/ 5424988 h 6858000"/>
              <a:gd name="connsiteX77" fmla="*/ 6879594 w 7467600"/>
              <a:gd name="connsiteY77" fmla="*/ 5424547 h 6858000"/>
              <a:gd name="connsiteX78" fmla="*/ 7379510 w 7467600"/>
              <a:gd name="connsiteY78" fmla="*/ 5755454 h 6858000"/>
              <a:gd name="connsiteX79" fmla="*/ 7467600 w 7467600"/>
              <a:gd name="connsiteY79" fmla="*/ 5845526 h 6858000"/>
              <a:gd name="connsiteX80" fmla="*/ 7467600 w 7467600"/>
              <a:gd name="connsiteY80" fmla="*/ 5925131 h 6858000"/>
              <a:gd name="connsiteX81" fmla="*/ 7271900 w 7467600"/>
              <a:gd name="connsiteY81" fmla="*/ 5734551 h 6858000"/>
              <a:gd name="connsiteX82" fmla="*/ 7015907 w 7467600"/>
              <a:gd name="connsiteY82" fmla="*/ 5541548 h 6858000"/>
              <a:gd name="connsiteX83" fmla="*/ 7259646 w 7467600"/>
              <a:gd name="connsiteY83" fmla="*/ 5765985 h 6858000"/>
              <a:gd name="connsiteX84" fmla="*/ 7467600 w 7467600"/>
              <a:gd name="connsiteY84" fmla="*/ 5971257 h 6858000"/>
              <a:gd name="connsiteX85" fmla="*/ 7467600 w 7467600"/>
              <a:gd name="connsiteY85" fmla="*/ 6012219 h 6858000"/>
              <a:gd name="connsiteX86" fmla="*/ 7240170 w 7467600"/>
              <a:gd name="connsiteY86" fmla="*/ 5787985 h 6858000"/>
              <a:gd name="connsiteX87" fmla="*/ 6946849 w 7467600"/>
              <a:gd name="connsiteY87" fmla="*/ 5523271 h 6858000"/>
              <a:gd name="connsiteX88" fmla="*/ 6946972 w 7467600"/>
              <a:gd name="connsiteY88" fmla="*/ 5526491 h 6858000"/>
              <a:gd name="connsiteX89" fmla="*/ 7105827 w 7467600"/>
              <a:gd name="connsiteY89" fmla="*/ 5718700 h 6858000"/>
              <a:gd name="connsiteX90" fmla="*/ 7356878 w 7467600"/>
              <a:gd name="connsiteY90" fmla="*/ 5981332 h 6858000"/>
              <a:gd name="connsiteX91" fmla="*/ 7467600 w 7467600"/>
              <a:gd name="connsiteY91" fmla="*/ 6117703 h 6858000"/>
              <a:gd name="connsiteX92" fmla="*/ 7467600 w 7467600"/>
              <a:gd name="connsiteY92" fmla="*/ 6163634 h 6858000"/>
              <a:gd name="connsiteX93" fmla="*/ 7403637 w 7467600"/>
              <a:gd name="connsiteY93" fmla="*/ 6083957 h 6858000"/>
              <a:gd name="connsiteX94" fmla="*/ 7254615 w 7467600"/>
              <a:gd name="connsiteY94" fmla="*/ 5911918 h 6858000"/>
              <a:gd name="connsiteX95" fmla="*/ 7312589 w 7467600"/>
              <a:gd name="connsiteY95" fmla="*/ 5982309 h 6858000"/>
              <a:gd name="connsiteX96" fmla="*/ 7448321 w 7467600"/>
              <a:gd name="connsiteY96" fmla="*/ 6190991 h 6858000"/>
              <a:gd name="connsiteX97" fmla="*/ 7467600 w 7467600"/>
              <a:gd name="connsiteY97" fmla="*/ 6221686 h 6858000"/>
              <a:gd name="connsiteX98" fmla="*/ 7467600 w 7467600"/>
              <a:gd name="connsiteY98" fmla="*/ 6334256 h 6858000"/>
              <a:gd name="connsiteX99" fmla="*/ 7454976 w 7467600"/>
              <a:gd name="connsiteY99" fmla="*/ 6318297 h 6858000"/>
              <a:gd name="connsiteX100" fmla="*/ 7042773 w 7467600"/>
              <a:gd name="connsiteY100" fmla="*/ 5734011 h 6858000"/>
              <a:gd name="connsiteX101" fmla="*/ 6844835 w 7467600"/>
              <a:gd name="connsiteY101" fmla="*/ 5424988 h 6858000"/>
              <a:gd name="connsiteX102" fmla="*/ 1456157 w 7467600"/>
              <a:gd name="connsiteY102" fmla="*/ 5371404 h 6858000"/>
              <a:gd name="connsiteX103" fmla="*/ 1244432 w 7467600"/>
              <a:gd name="connsiteY103" fmla="*/ 5385601 h 6858000"/>
              <a:gd name="connsiteX104" fmla="*/ 973990 w 7467600"/>
              <a:gd name="connsiteY104" fmla="*/ 5424940 h 6858000"/>
              <a:gd name="connsiteX105" fmla="*/ 1103809 w 7467600"/>
              <a:gd name="connsiteY105" fmla="*/ 5433720 h 6858000"/>
              <a:gd name="connsiteX106" fmla="*/ 1123454 w 7467600"/>
              <a:gd name="connsiteY106" fmla="*/ 5435727 h 6858000"/>
              <a:gd name="connsiteX107" fmla="*/ 1737017 w 7467600"/>
              <a:gd name="connsiteY107" fmla="*/ 5452183 h 6858000"/>
              <a:gd name="connsiteX108" fmla="*/ 1824397 w 7467600"/>
              <a:gd name="connsiteY108" fmla="*/ 5447757 h 6858000"/>
              <a:gd name="connsiteX109" fmla="*/ 2070059 w 7467600"/>
              <a:gd name="connsiteY109" fmla="*/ 5441660 h 6858000"/>
              <a:gd name="connsiteX110" fmla="*/ 1456157 w 7467600"/>
              <a:gd name="connsiteY110" fmla="*/ 5371404 h 6858000"/>
              <a:gd name="connsiteX111" fmla="*/ 4988186 w 7467600"/>
              <a:gd name="connsiteY111" fmla="*/ 5216467 h 6858000"/>
              <a:gd name="connsiteX112" fmla="*/ 4777334 w 7467600"/>
              <a:gd name="connsiteY112" fmla="*/ 5406072 h 6858000"/>
              <a:gd name="connsiteX113" fmla="*/ 4718341 w 7467600"/>
              <a:gd name="connsiteY113" fmla="*/ 5468043 h 6858000"/>
              <a:gd name="connsiteX114" fmla="*/ 4604655 w 7467600"/>
              <a:gd name="connsiteY114" fmla="*/ 5583434 h 6858000"/>
              <a:gd name="connsiteX115" fmla="*/ 4565074 w 7467600"/>
              <a:gd name="connsiteY115" fmla="*/ 5618550 h 6858000"/>
              <a:gd name="connsiteX116" fmla="*/ 4988186 w 7467600"/>
              <a:gd name="connsiteY116" fmla="*/ 5216467 h 6858000"/>
              <a:gd name="connsiteX117" fmla="*/ 4978032 w 7467600"/>
              <a:gd name="connsiteY117" fmla="*/ 5183809 h 6858000"/>
              <a:gd name="connsiteX118" fmla="*/ 4463413 w 7467600"/>
              <a:gd name="connsiteY118" fmla="*/ 5615162 h 6858000"/>
              <a:gd name="connsiteX119" fmla="*/ 4358134 w 7467600"/>
              <a:gd name="connsiteY119" fmla="*/ 5742791 h 6858000"/>
              <a:gd name="connsiteX120" fmla="*/ 4376219 w 7467600"/>
              <a:gd name="connsiteY120" fmla="*/ 5729027 h 6858000"/>
              <a:gd name="connsiteX121" fmla="*/ 4582340 w 7467600"/>
              <a:gd name="connsiteY121" fmla="*/ 5561037 h 6858000"/>
              <a:gd name="connsiteX122" fmla="*/ 4694684 w 7467600"/>
              <a:gd name="connsiteY122" fmla="*/ 5447098 h 6858000"/>
              <a:gd name="connsiteX123" fmla="*/ 4754123 w 7467600"/>
              <a:gd name="connsiteY123" fmla="*/ 5384643 h 6858000"/>
              <a:gd name="connsiteX124" fmla="*/ 4978032 w 7467600"/>
              <a:gd name="connsiteY124" fmla="*/ 5183809 h 6858000"/>
              <a:gd name="connsiteX125" fmla="*/ 1903353 w 7467600"/>
              <a:gd name="connsiteY125" fmla="*/ 5044827 h 6858000"/>
              <a:gd name="connsiteX126" fmla="*/ 1936931 w 7467600"/>
              <a:gd name="connsiteY126" fmla="*/ 5093954 h 6858000"/>
              <a:gd name="connsiteX127" fmla="*/ 2195868 w 7467600"/>
              <a:gd name="connsiteY127" fmla="*/ 5396574 h 6858000"/>
              <a:gd name="connsiteX128" fmla="*/ 2088852 w 7467600"/>
              <a:gd name="connsiteY128" fmla="*/ 5166123 h 6858000"/>
              <a:gd name="connsiteX129" fmla="*/ 1958241 w 7467600"/>
              <a:gd name="connsiteY129" fmla="*/ 5067955 h 6858000"/>
              <a:gd name="connsiteX130" fmla="*/ 1903353 w 7467600"/>
              <a:gd name="connsiteY130" fmla="*/ 5044827 h 6858000"/>
              <a:gd name="connsiteX131" fmla="*/ 1979378 w 7467600"/>
              <a:gd name="connsiteY131" fmla="*/ 4769504 h 6858000"/>
              <a:gd name="connsiteX132" fmla="*/ 2882120 w 7467600"/>
              <a:gd name="connsiteY132" fmla="*/ 5064547 h 6858000"/>
              <a:gd name="connsiteX133" fmla="*/ 2793103 w 7467600"/>
              <a:gd name="connsiteY133" fmla="*/ 5039699 h 6858000"/>
              <a:gd name="connsiteX134" fmla="*/ 2770041 w 7467600"/>
              <a:gd name="connsiteY134" fmla="*/ 5033634 h 6858000"/>
              <a:gd name="connsiteX135" fmla="*/ 1979378 w 7467600"/>
              <a:gd name="connsiteY135" fmla="*/ 4769504 h 6858000"/>
              <a:gd name="connsiteX136" fmla="*/ 1927410 w 7467600"/>
              <a:gd name="connsiteY136" fmla="*/ 4716164 h 6858000"/>
              <a:gd name="connsiteX137" fmla="*/ 1959587 w 7467600"/>
              <a:gd name="connsiteY137" fmla="*/ 4728849 h 6858000"/>
              <a:gd name="connsiteX138" fmla="*/ 2777707 w 7467600"/>
              <a:gd name="connsiteY138" fmla="*/ 5003991 h 6858000"/>
              <a:gd name="connsiteX139" fmla="*/ 2800768 w 7467600"/>
              <a:gd name="connsiteY139" fmla="*/ 5010056 h 6858000"/>
              <a:gd name="connsiteX140" fmla="*/ 2879408 w 7467600"/>
              <a:gd name="connsiteY140" fmla="*/ 5031590 h 6858000"/>
              <a:gd name="connsiteX141" fmla="*/ 2862295 w 7467600"/>
              <a:gd name="connsiteY141" fmla="*/ 5022958 h 6858000"/>
              <a:gd name="connsiteX142" fmla="*/ 2813343 w 7467600"/>
              <a:gd name="connsiteY142" fmla="*/ 4998369 h 6858000"/>
              <a:gd name="connsiteX143" fmla="*/ 2646245 w 7467600"/>
              <a:gd name="connsiteY143" fmla="*/ 4930999 h 6858000"/>
              <a:gd name="connsiteX144" fmla="*/ 1999243 w 7467600"/>
              <a:gd name="connsiteY144" fmla="*/ 4730524 h 6858000"/>
              <a:gd name="connsiteX145" fmla="*/ 1979527 w 7467600"/>
              <a:gd name="connsiteY145" fmla="*/ 4726651 h 6858000"/>
              <a:gd name="connsiteX146" fmla="*/ 1927410 w 7467600"/>
              <a:gd name="connsiteY146" fmla="*/ 4716164 h 6858000"/>
              <a:gd name="connsiteX147" fmla="*/ 1997014 w 7467600"/>
              <a:gd name="connsiteY147" fmla="*/ 4698007 h 6858000"/>
              <a:gd name="connsiteX148" fmla="*/ 2005458 w 7467600"/>
              <a:gd name="connsiteY148" fmla="*/ 4699540 h 6858000"/>
              <a:gd name="connsiteX149" fmla="*/ 2657186 w 7467600"/>
              <a:gd name="connsiteY149" fmla="*/ 4901687 h 6858000"/>
              <a:gd name="connsiteX150" fmla="*/ 2826662 w 7467600"/>
              <a:gd name="connsiteY150" fmla="*/ 4970362 h 6858000"/>
              <a:gd name="connsiteX151" fmla="*/ 2876100 w 7467600"/>
              <a:gd name="connsiteY151" fmla="*/ 4995397 h 6858000"/>
              <a:gd name="connsiteX152" fmla="*/ 3042600 w 7467600"/>
              <a:gd name="connsiteY152" fmla="*/ 5059532 h 6858000"/>
              <a:gd name="connsiteX153" fmla="*/ 1997014 w 7467600"/>
              <a:gd name="connsiteY153" fmla="*/ 4698007 h 6858000"/>
              <a:gd name="connsiteX154" fmla="*/ 2305292 w 7467600"/>
              <a:gd name="connsiteY154" fmla="*/ 4219492 h 6858000"/>
              <a:gd name="connsiteX155" fmla="*/ 3360922 w 7467600"/>
              <a:gd name="connsiteY155" fmla="*/ 4529373 h 6858000"/>
              <a:gd name="connsiteX156" fmla="*/ 3492420 w 7467600"/>
              <a:gd name="connsiteY156" fmla="*/ 4510145 h 6858000"/>
              <a:gd name="connsiteX157" fmla="*/ 3364086 w 7467600"/>
              <a:gd name="connsiteY157" fmla="*/ 4480340 h 6858000"/>
              <a:gd name="connsiteX158" fmla="*/ 3225818 w 7467600"/>
              <a:gd name="connsiteY158" fmla="*/ 4411822 h 6858000"/>
              <a:gd name="connsiteX159" fmla="*/ 3129696 w 7467600"/>
              <a:gd name="connsiteY159" fmla="*/ 4360704 h 6858000"/>
              <a:gd name="connsiteX160" fmla="*/ 2814545 w 7467600"/>
              <a:gd name="connsiteY160" fmla="*/ 4282955 h 6858000"/>
              <a:gd name="connsiteX161" fmla="*/ 2305292 w 7467600"/>
              <a:gd name="connsiteY161" fmla="*/ 4219492 h 6858000"/>
              <a:gd name="connsiteX162" fmla="*/ 2626982 w 7467600"/>
              <a:gd name="connsiteY162" fmla="*/ 4206450 h 6858000"/>
              <a:gd name="connsiteX163" fmla="*/ 2490617 w 7467600"/>
              <a:gd name="connsiteY163" fmla="*/ 4206951 h 6858000"/>
              <a:gd name="connsiteX164" fmla="*/ 2819869 w 7467600"/>
              <a:gd name="connsiteY164" fmla="*/ 4252936 h 6858000"/>
              <a:gd name="connsiteX165" fmla="*/ 3143018 w 7467600"/>
              <a:gd name="connsiteY165" fmla="*/ 4332698 h 6858000"/>
              <a:gd name="connsiteX166" fmla="*/ 3241520 w 7467600"/>
              <a:gd name="connsiteY166" fmla="*/ 4385112 h 6858000"/>
              <a:gd name="connsiteX167" fmla="*/ 3374575 w 7467600"/>
              <a:gd name="connsiteY167" fmla="*/ 4451517 h 6858000"/>
              <a:gd name="connsiteX168" fmla="*/ 3505221 w 7467600"/>
              <a:gd name="connsiteY168" fmla="*/ 4480757 h 6858000"/>
              <a:gd name="connsiteX169" fmla="*/ 2626982 w 7467600"/>
              <a:gd name="connsiteY169" fmla="*/ 4206450 h 6858000"/>
              <a:gd name="connsiteX170" fmla="*/ 1310106 w 7467600"/>
              <a:gd name="connsiteY170" fmla="*/ 3943217 h 6858000"/>
              <a:gd name="connsiteX171" fmla="*/ 854994 w 7467600"/>
              <a:gd name="connsiteY171" fmla="*/ 4399136 h 6858000"/>
              <a:gd name="connsiteX172" fmla="*/ 742462 w 7467600"/>
              <a:gd name="connsiteY172" fmla="*/ 4594648 h 6858000"/>
              <a:gd name="connsiteX173" fmla="*/ 820602 w 7467600"/>
              <a:gd name="connsiteY173" fmla="*/ 4485915 h 6858000"/>
              <a:gd name="connsiteX174" fmla="*/ 878295 w 7467600"/>
              <a:gd name="connsiteY174" fmla="*/ 4403594 h 6858000"/>
              <a:gd name="connsiteX175" fmla="*/ 1240607 w 7467600"/>
              <a:gd name="connsiteY175" fmla="*/ 4010401 h 6858000"/>
              <a:gd name="connsiteX176" fmla="*/ 1310106 w 7467600"/>
              <a:gd name="connsiteY176" fmla="*/ 3943217 h 6858000"/>
              <a:gd name="connsiteX177" fmla="*/ 1423113 w 7467600"/>
              <a:gd name="connsiteY177" fmla="*/ 3874565 h 6858000"/>
              <a:gd name="connsiteX178" fmla="*/ 1260565 w 7467600"/>
              <a:gd name="connsiteY178" fmla="*/ 4031982 h 6858000"/>
              <a:gd name="connsiteX179" fmla="*/ 901900 w 7467600"/>
              <a:gd name="connsiteY179" fmla="*/ 4421236 h 6858000"/>
              <a:gd name="connsiteX180" fmla="*/ 845044 w 7467600"/>
              <a:gd name="connsiteY180" fmla="*/ 4502436 h 6858000"/>
              <a:gd name="connsiteX181" fmla="*/ 685926 w 7467600"/>
              <a:gd name="connsiteY181" fmla="*/ 4703069 h 6858000"/>
              <a:gd name="connsiteX182" fmla="*/ 684248 w 7467600"/>
              <a:gd name="connsiteY182" fmla="*/ 4706721 h 6858000"/>
              <a:gd name="connsiteX183" fmla="*/ 1423113 w 7467600"/>
              <a:gd name="connsiteY183" fmla="*/ 3874565 h 6858000"/>
              <a:gd name="connsiteX184" fmla="*/ 3316479 w 7467600"/>
              <a:gd name="connsiteY184" fmla="*/ 3872136 h 6858000"/>
              <a:gd name="connsiteX185" fmla="*/ 3546806 w 7467600"/>
              <a:gd name="connsiteY185" fmla="*/ 4356139 h 6858000"/>
              <a:gd name="connsiteX186" fmla="*/ 3364433 w 7467600"/>
              <a:gd name="connsiteY186" fmla="*/ 3953121 h 6858000"/>
              <a:gd name="connsiteX187" fmla="*/ 3316479 w 7467600"/>
              <a:gd name="connsiteY187" fmla="*/ 3872136 h 6858000"/>
              <a:gd name="connsiteX188" fmla="*/ 3291335 w 7467600"/>
              <a:gd name="connsiteY188" fmla="*/ 3767420 h 6858000"/>
              <a:gd name="connsiteX189" fmla="*/ 3390805 w 7467600"/>
              <a:gd name="connsiteY189" fmla="*/ 3937163 h 6858000"/>
              <a:gd name="connsiteX190" fmla="*/ 3579062 w 7467600"/>
              <a:gd name="connsiteY190" fmla="*/ 4359040 h 6858000"/>
              <a:gd name="connsiteX191" fmla="*/ 3467355 w 7467600"/>
              <a:gd name="connsiteY191" fmla="*/ 3988130 h 6858000"/>
              <a:gd name="connsiteX192" fmla="*/ 3310753 w 7467600"/>
              <a:gd name="connsiteY192" fmla="*/ 3787140 h 6858000"/>
              <a:gd name="connsiteX193" fmla="*/ 3291335 w 7467600"/>
              <a:gd name="connsiteY193" fmla="*/ 3767420 h 6858000"/>
              <a:gd name="connsiteX194" fmla="*/ 1635889 w 7467600"/>
              <a:gd name="connsiteY194" fmla="*/ 3709494 h 6858000"/>
              <a:gd name="connsiteX195" fmla="*/ 1634800 w 7467600"/>
              <a:gd name="connsiteY195" fmla="*/ 3731111 h 6858000"/>
              <a:gd name="connsiteX196" fmla="*/ 1635889 w 7467600"/>
              <a:gd name="connsiteY196" fmla="*/ 3709494 h 6858000"/>
              <a:gd name="connsiteX197" fmla="*/ 1510397 w 7467600"/>
              <a:gd name="connsiteY197" fmla="*/ 3684705 h 6858000"/>
              <a:gd name="connsiteX198" fmla="*/ 1146550 w 7467600"/>
              <a:gd name="connsiteY198" fmla="*/ 3802012 h 6858000"/>
              <a:gd name="connsiteX199" fmla="*/ 698834 w 7467600"/>
              <a:gd name="connsiteY199" fmla="*/ 3952272 h 6858000"/>
              <a:gd name="connsiteX200" fmla="*/ 34256 w 7467600"/>
              <a:gd name="connsiteY200" fmla="*/ 4347603 h 6858000"/>
              <a:gd name="connsiteX201" fmla="*/ 527241 w 7467600"/>
              <a:gd name="connsiteY201" fmla="*/ 4065078 h 6858000"/>
              <a:gd name="connsiteX202" fmla="*/ 1510397 w 7467600"/>
              <a:gd name="connsiteY202" fmla="*/ 3684705 h 6858000"/>
              <a:gd name="connsiteX203" fmla="*/ 1313114 w 7467600"/>
              <a:gd name="connsiteY203" fmla="*/ 3655216 h 6858000"/>
              <a:gd name="connsiteX204" fmla="*/ 1109304 w 7467600"/>
              <a:gd name="connsiteY204" fmla="*/ 3669030 h 6858000"/>
              <a:gd name="connsiteX205" fmla="*/ 8129 w 7467600"/>
              <a:gd name="connsiteY205" fmla="*/ 4330519 h 6858000"/>
              <a:gd name="connsiteX206" fmla="*/ 687572 w 7467600"/>
              <a:gd name="connsiteY206" fmla="*/ 3925629 h 6858000"/>
              <a:gd name="connsiteX207" fmla="*/ 1138365 w 7467600"/>
              <a:gd name="connsiteY207" fmla="*/ 3774515 h 6858000"/>
              <a:gd name="connsiteX208" fmla="*/ 1505579 w 7467600"/>
              <a:gd name="connsiteY208" fmla="*/ 3655526 h 6858000"/>
              <a:gd name="connsiteX209" fmla="*/ 1313114 w 7467600"/>
              <a:gd name="connsiteY209" fmla="*/ 3655216 h 6858000"/>
              <a:gd name="connsiteX210" fmla="*/ 3655073 w 7467600"/>
              <a:gd name="connsiteY210" fmla="*/ 3650884 h 6858000"/>
              <a:gd name="connsiteX211" fmla="*/ 3989938 w 7467600"/>
              <a:gd name="connsiteY211" fmla="*/ 3991685 h 6858000"/>
              <a:gd name="connsiteX212" fmla="*/ 4393907 w 7467600"/>
              <a:gd name="connsiteY212" fmla="*/ 4261258 h 6858000"/>
              <a:gd name="connsiteX213" fmla="*/ 4648051 w 7467600"/>
              <a:gd name="connsiteY213" fmla="*/ 4374051 h 6858000"/>
              <a:gd name="connsiteX214" fmla="*/ 4383389 w 7467600"/>
              <a:gd name="connsiteY214" fmla="*/ 4184369 h 6858000"/>
              <a:gd name="connsiteX215" fmla="*/ 4165508 w 7467600"/>
              <a:gd name="connsiteY215" fmla="*/ 4035196 h 6858000"/>
              <a:gd name="connsiteX216" fmla="*/ 4068162 w 7467600"/>
              <a:gd name="connsiteY216" fmla="*/ 3953394 h 6858000"/>
              <a:gd name="connsiteX217" fmla="*/ 3981416 w 7467600"/>
              <a:gd name="connsiteY217" fmla="*/ 3880482 h 6858000"/>
              <a:gd name="connsiteX218" fmla="*/ 3800147 w 7467600"/>
              <a:gd name="connsiteY218" fmla="*/ 3749872 h 6858000"/>
              <a:gd name="connsiteX219" fmla="*/ 3655073 w 7467600"/>
              <a:gd name="connsiteY219" fmla="*/ 3650884 h 6858000"/>
              <a:gd name="connsiteX220" fmla="*/ 3670252 w 7467600"/>
              <a:gd name="connsiteY220" fmla="*/ 3622798 h 6858000"/>
              <a:gd name="connsiteX221" fmla="*/ 3817258 w 7467600"/>
              <a:gd name="connsiteY221" fmla="*/ 3723577 h 6858000"/>
              <a:gd name="connsiteX222" fmla="*/ 4000461 w 7467600"/>
              <a:gd name="connsiteY222" fmla="*/ 3855966 h 6858000"/>
              <a:gd name="connsiteX223" fmla="*/ 4088180 w 7467600"/>
              <a:gd name="connsiteY223" fmla="*/ 3929774 h 6858000"/>
              <a:gd name="connsiteX224" fmla="*/ 4184555 w 7467600"/>
              <a:gd name="connsiteY224" fmla="*/ 4010683 h 6858000"/>
              <a:gd name="connsiteX225" fmla="*/ 4399563 w 7467600"/>
              <a:gd name="connsiteY225" fmla="*/ 4158106 h 6858000"/>
              <a:gd name="connsiteX226" fmla="*/ 4684469 w 7467600"/>
              <a:gd name="connsiteY226" fmla="*/ 4364680 h 6858000"/>
              <a:gd name="connsiteX227" fmla="*/ 4690271 w 7467600"/>
              <a:gd name="connsiteY227" fmla="*/ 4370034 h 6858000"/>
              <a:gd name="connsiteX228" fmla="*/ 4136093 w 7467600"/>
              <a:gd name="connsiteY228" fmla="*/ 3858466 h 6858000"/>
              <a:gd name="connsiteX229" fmla="*/ 3670252 w 7467600"/>
              <a:gd name="connsiteY229" fmla="*/ 3622798 h 6858000"/>
              <a:gd name="connsiteX230" fmla="*/ 4440129 w 7467600"/>
              <a:gd name="connsiteY230" fmla="*/ 3448571 h 6858000"/>
              <a:gd name="connsiteX231" fmla="*/ 4856525 w 7467600"/>
              <a:gd name="connsiteY231" fmla="*/ 3915351 h 6858000"/>
              <a:gd name="connsiteX232" fmla="*/ 5059055 w 7467600"/>
              <a:gd name="connsiteY232" fmla="*/ 4108918 h 6858000"/>
              <a:gd name="connsiteX233" fmla="*/ 5290070 w 7467600"/>
              <a:gd name="connsiteY233" fmla="*/ 4263619 h 6858000"/>
              <a:gd name="connsiteX234" fmla="*/ 4834991 w 7467600"/>
              <a:gd name="connsiteY234" fmla="*/ 3830985 h 6858000"/>
              <a:gd name="connsiteX235" fmla="*/ 4440129 w 7467600"/>
              <a:gd name="connsiteY235" fmla="*/ 3448571 h 6858000"/>
              <a:gd name="connsiteX236" fmla="*/ 4441737 w 7467600"/>
              <a:gd name="connsiteY236" fmla="*/ 3399734 h 6858000"/>
              <a:gd name="connsiteX237" fmla="*/ 4431236 w 7467600"/>
              <a:gd name="connsiteY237" fmla="*/ 3400954 h 6858000"/>
              <a:gd name="connsiteX238" fmla="*/ 4557150 w 7467600"/>
              <a:gd name="connsiteY238" fmla="*/ 3510023 h 6858000"/>
              <a:gd name="connsiteX239" fmla="*/ 4856936 w 7467600"/>
              <a:gd name="connsiteY239" fmla="*/ 3809146 h 6858000"/>
              <a:gd name="connsiteX240" fmla="*/ 5111996 w 7467600"/>
              <a:gd name="connsiteY240" fmla="*/ 4065759 h 6858000"/>
              <a:gd name="connsiteX241" fmla="*/ 5388878 w 7467600"/>
              <a:gd name="connsiteY241" fmla="*/ 4300185 h 6858000"/>
              <a:gd name="connsiteX242" fmla="*/ 5425556 w 7467600"/>
              <a:gd name="connsiteY242" fmla="*/ 4308967 h 6858000"/>
              <a:gd name="connsiteX243" fmla="*/ 4943646 w 7467600"/>
              <a:gd name="connsiteY243" fmla="*/ 3822916 h 6858000"/>
              <a:gd name="connsiteX244" fmla="*/ 4594837 w 7467600"/>
              <a:gd name="connsiteY244" fmla="*/ 3532274 h 6858000"/>
              <a:gd name="connsiteX245" fmla="*/ 4441737 w 7467600"/>
              <a:gd name="connsiteY245" fmla="*/ 3399734 h 6858000"/>
              <a:gd name="connsiteX246" fmla="*/ 5425834 w 7467600"/>
              <a:gd name="connsiteY246" fmla="*/ 3162785 h 6858000"/>
              <a:gd name="connsiteX247" fmla="*/ 5401644 w 7467600"/>
              <a:gd name="connsiteY247" fmla="*/ 3617847 h 6858000"/>
              <a:gd name="connsiteX248" fmla="*/ 5467256 w 7467600"/>
              <a:gd name="connsiteY248" fmla="*/ 4175494 h 6858000"/>
              <a:gd name="connsiteX249" fmla="*/ 5448069 w 7467600"/>
              <a:gd name="connsiteY249" fmla="*/ 3567554 h 6858000"/>
              <a:gd name="connsiteX250" fmla="*/ 5425834 w 7467600"/>
              <a:gd name="connsiteY250" fmla="*/ 3162785 h 6858000"/>
              <a:gd name="connsiteX251" fmla="*/ 1318687 w 7467600"/>
              <a:gd name="connsiteY251" fmla="*/ 3113840 h 6858000"/>
              <a:gd name="connsiteX252" fmla="*/ 1066793 w 7467600"/>
              <a:gd name="connsiteY252" fmla="*/ 3212171 h 6858000"/>
              <a:gd name="connsiteX253" fmla="*/ 993319 w 7467600"/>
              <a:gd name="connsiteY253" fmla="*/ 3247648 h 6858000"/>
              <a:gd name="connsiteX254" fmla="*/ 853081 w 7467600"/>
              <a:gd name="connsiteY254" fmla="*/ 3312410 h 6858000"/>
              <a:gd name="connsiteX255" fmla="*/ 805957 w 7467600"/>
              <a:gd name="connsiteY255" fmla="*/ 3330443 h 6858000"/>
              <a:gd name="connsiteX256" fmla="*/ 1318687 w 7467600"/>
              <a:gd name="connsiteY256" fmla="*/ 3113840 h 6858000"/>
              <a:gd name="connsiteX257" fmla="*/ 5453702 w 7467600"/>
              <a:gd name="connsiteY257" fmla="*/ 3090882 h 6858000"/>
              <a:gd name="connsiteX258" fmla="*/ 5480135 w 7467600"/>
              <a:gd name="connsiteY258" fmla="*/ 3565802 h 6858000"/>
              <a:gd name="connsiteX259" fmla="*/ 5499023 w 7467600"/>
              <a:gd name="connsiteY259" fmla="*/ 4166310 h 6858000"/>
              <a:gd name="connsiteX260" fmla="*/ 5547022 w 7467600"/>
              <a:gd name="connsiteY260" fmla="*/ 3607838 h 6858000"/>
              <a:gd name="connsiteX261" fmla="*/ 5515964 w 7467600"/>
              <a:gd name="connsiteY261" fmla="*/ 3378541 h 6858000"/>
              <a:gd name="connsiteX262" fmla="*/ 5453702 w 7467600"/>
              <a:gd name="connsiteY262" fmla="*/ 3090882 h 6858000"/>
              <a:gd name="connsiteX263" fmla="*/ 1238695 w 7467600"/>
              <a:gd name="connsiteY263" fmla="*/ 3076820 h 6858000"/>
              <a:gd name="connsiteX264" fmla="*/ 716371 w 7467600"/>
              <a:gd name="connsiteY264" fmla="*/ 3293249 h 6858000"/>
              <a:gd name="connsiteX265" fmla="*/ 579522 w 7467600"/>
              <a:gd name="connsiteY265" fmla="*/ 3371759 h 6858000"/>
              <a:gd name="connsiteX266" fmla="*/ 600288 w 7467600"/>
              <a:gd name="connsiteY266" fmla="*/ 3365555 h 6858000"/>
              <a:gd name="connsiteX267" fmla="*/ 840692 w 7467600"/>
              <a:gd name="connsiteY267" fmla="*/ 3284921 h 6858000"/>
              <a:gd name="connsiteX268" fmla="*/ 979248 w 7467600"/>
              <a:gd name="connsiteY268" fmla="*/ 3221003 h 6858000"/>
              <a:gd name="connsiteX269" fmla="*/ 1053282 w 7467600"/>
              <a:gd name="connsiteY269" fmla="*/ 3185247 h 6858000"/>
              <a:gd name="connsiteX270" fmla="*/ 1320603 w 7467600"/>
              <a:gd name="connsiteY270" fmla="*/ 3081281 h 6858000"/>
              <a:gd name="connsiteX271" fmla="*/ 1238695 w 7467600"/>
              <a:gd name="connsiteY271" fmla="*/ 3076820 h 6858000"/>
              <a:gd name="connsiteX272" fmla="*/ 5425627 w 7467600"/>
              <a:gd name="connsiteY272" fmla="*/ 2954192 h 6858000"/>
              <a:gd name="connsiteX273" fmla="*/ 5470770 w 7467600"/>
              <a:gd name="connsiteY273" fmla="*/ 3005435 h 6858000"/>
              <a:gd name="connsiteX274" fmla="*/ 5519779 w 7467600"/>
              <a:gd name="connsiteY274" fmla="*/ 4359223 h 6858000"/>
              <a:gd name="connsiteX275" fmla="*/ 5520293 w 7467600"/>
              <a:gd name="connsiteY275" fmla="*/ 4360602 h 6858000"/>
              <a:gd name="connsiteX276" fmla="*/ 5767221 w 7467600"/>
              <a:gd name="connsiteY276" fmla="*/ 4665564 h 6858000"/>
              <a:gd name="connsiteX277" fmla="*/ 6937169 w 7467600"/>
              <a:gd name="connsiteY277" fmla="*/ 4815941 h 6858000"/>
              <a:gd name="connsiteX278" fmla="*/ 6953922 w 7467600"/>
              <a:gd name="connsiteY278" fmla="*/ 4890068 h 6858000"/>
              <a:gd name="connsiteX279" fmla="*/ 6071359 w 7467600"/>
              <a:gd name="connsiteY279" fmla="*/ 4770770 h 6858000"/>
              <a:gd name="connsiteX280" fmla="*/ 6038839 w 7467600"/>
              <a:gd name="connsiteY280" fmla="*/ 4764474 h 6858000"/>
              <a:gd name="connsiteX281" fmla="*/ 6038706 w 7467600"/>
              <a:gd name="connsiteY281" fmla="*/ 4763847 h 6858000"/>
              <a:gd name="connsiteX282" fmla="*/ 6037784 w 7467600"/>
              <a:gd name="connsiteY282" fmla="*/ 4764270 h 6858000"/>
              <a:gd name="connsiteX283" fmla="*/ 6038839 w 7467600"/>
              <a:gd name="connsiteY283" fmla="*/ 4764474 h 6858000"/>
              <a:gd name="connsiteX284" fmla="*/ 6040338 w 7467600"/>
              <a:gd name="connsiteY284" fmla="*/ 4771418 h 6858000"/>
              <a:gd name="connsiteX285" fmla="*/ 6024488 w 7467600"/>
              <a:gd name="connsiteY285" fmla="*/ 4809903 h 6858000"/>
              <a:gd name="connsiteX286" fmla="*/ 5599771 w 7467600"/>
              <a:gd name="connsiteY286" fmla="*/ 5509652 h 6858000"/>
              <a:gd name="connsiteX287" fmla="*/ 5548843 w 7467600"/>
              <a:gd name="connsiteY287" fmla="*/ 5563845 h 6858000"/>
              <a:gd name="connsiteX288" fmla="*/ 5940952 w 7467600"/>
              <a:gd name="connsiteY288" fmla="*/ 6250028 h 6858000"/>
              <a:gd name="connsiteX289" fmla="*/ 6043441 w 7467600"/>
              <a:gd name="connsiteY289" fmla="*/ 6665847 h 6858000"/>
              <a:gd name="connsiteX290" fmla="*/ 6093432 w 7467600"/>
              <a:gd name="connsiteY290" fmla="*/ 6858000 h 6858000"/>
              <a:gd name="connsiteX291" fmla="*/ 6034344 w 7467600"/>
              <a:gd name="connsiteY291" fmla="*/ 6858000 h 6858000"/>
              <a:gd name="connsiteX292" fmla="*/ 6026679 w 7467600"/>
              <a:gd name="connsiteY292" fmla="*/ 6836959 h 6858000"/>
              <a:gd name="connsiteX293" fmla="*/ 5800441 w 7467600"/>
              <a:gd name="connsiteY293" fmla="*/ 6335286 h 6858000"/>
              <a:gd name="connsiteX294" fmla="*/ 5526562 w 7467600"/>
              <a:gd name="connsiteY294" fmla="*/ 5705388 h 6858000"/>
              <a:gd name="connsiteX295" fmla="*/ 5519640 w 7467600"/>
              <a:gd name="connsiteY295" fmla="*/ 5683774 h 6858000"/>
              <a:gd name="connsiteX296" fmla="*/ 5844559 w 7467600"/>
              <a:gd name="connsiteY296" fmla="*/ 6553349 h 6858000"/>
              <a:gd name="connsiteX297" fmla="*/ 5975994 w 7467600"/>
              <a:gd name="connsiteY297" fmla="*/ 6858000 h 6858000"/>
              <a:gd name="connsiteX298" fmla="*/ 5898547 w 7467600"/>
              <a:gd name="connsiteY298" fmla="*/ 6858000 h 6858000"/>
              <a:gd name="connsiteX299" fmla="*/ 5682041 w 7467600"/>
              <a:gd name="connsiteY299" fmla="*/ 6355860 h 6858000"/>
              <a:gd name="connsiteX300" fmla="*/ 5461758 w 7467600"/>
              <a:gd name="connsiteY300" fmla="*/ 5820220 h 6858000"/>
              <a:gd name="connsiteX301" fmla="*/ 5237282 w 7467600"/>
              <a:gd name="connsiteY301" fmla="*/ 6579086 h 6858000"/>
              <a:gd name="connsiteX302" fmla="*/ 5115009 w 7467600"/>
              <a:gd name="connsiteY302" fmla="*/ 6858000 h 6858000"/>
              <a:gd name="connsiteX303" fmla="*/ 5028074 w 7467600"/>
              <a:gd name="connsiteY303" fmla="*/ 6858000 h 6858000"/>
              <a:gd name="connsiteX304" fmla="*/ 5079508 w 7467600"/>
              <a:gd name="connsiteY304" fmla="*/ 6749074 h 6858000"/>
              <a:gd name="connsiteX305" fmla="*/ 5371846 w 7467600"/>
              <a:gd name="connsiteY305" fmla="*/ 5924413 h 6858000"/>
              <a:gd name="connsiteX306" fmla="*/ 5270512 w 7467600"/>
              <a:gd name="connsiteY306" fmla="*/ 6138975 h 6858000"/>
              <a:gd name="connsiteX307" fmla="*/ 5062409 w 7467600"/>
              <a:gd name="connsiteY307" fmla="*/ 6653544 h 6858000"/>
              <a:gd name="connsiteX308" fmla="*/ 5036628 w 7467600"/>
              <a:gd name="connsiteY308" fmla="*/ 6754247 h 6858000"/>
              <a:gd name="connsiteX309" fmla="*/ 5009112 w 7467600"/>
              <a:gd name="connsiteY309" fmla="*/ 6858000 h 6858000"/>
              <a:gd name="connsiteX310" fmla="*/ 4976679 w 7467600"/>
              <a:gd name="connsiteY310" fmla="*/ 6858000 h 6858000"/>
              <a:gd name="connsiteX311" fmla="*/ 5006537 w 7467600"/>
              <a:gd name="connsiteY311" fmla="*/ 6747068 h 6858000"/>
              <a:gd name="connsiteX312" fmla="*/ 5032723 w 7467600"/>
              <a:gd name="connsiteY312" fmla="*/ 6644957 h 6858000"/>
              <a:gd name="connsiteX313" fmla="*/ 5242949 w 7467600"/>
              <a:gd name="connsiteY313" fmla="*/ 6125175 h 6858000"/>
              <a:gd name="connsiteX314" fmla="*/ 5286321 w 7467600"/>
              <a:gd name="connsiteY314" fmla="*/ 6033555 h 6858000"/>
              <a:gd name="connsiteX315" fmla="*/ 5008210 w 7467600"/>
              <a:gd name="connsiteY315" fmla="*/ 6649194 h 6858000"/>
              <a:gd name="connsiteX316" fmla="*/ 4986321 w 7467600"/>
              <a:gd name="connsiteY316" fmla="*/ 6765687 h 6858000"/>
              <a:gd name="connsiteX317" fmla="*/ 4973474 w 7467600"/>
              <a:gd name="connsiteY317" fmla="*/ 6858000 h 6858000"/>
              <a:gd name="connsiteX318" fmla="*/ 4907178 w 7467600"/>
              <a:gd name="connsiteY318" fmla="*/ 6858000 h 6858000"/>
              <a:gd name="connsiteX319" fmla="*/ 4910810 w 7467600"/>
              <a:gd name="connsiteY319" fmla="*/ 6829660 h 6858000"/>
              <a:gd name="connsiteX320" fmla="*/ 4987461 w 7467600"/>
              <a:gd name="connsiteY320" fmla="*/ 6432994 h 6858000"/>
              <a:gd name="connsiteX321" fmla="*/ 5179262 w 7467600"/>
              <a:gd name="connsiteY321" fmla="*/ 6035044 h 6858000"/>
              <a:gd name="connsiteX322" fmla="*/ 4689678 w 7467600"/>
              <a:gd name="connsiteY322" fmla="*/ 6440241 h 6858000"/>
              <a:gd name="connsiteX323" fmla="*/ 4477543 w 7467600"/>
              <a:gd name="connsiteY323" fmla="*/ 6674836 h 6858000"/>
              <a:gd name="connsiteX324" fmla="*/ 4329957 w 7467600"/>
              <a:gd name="connsiteY324" fmla="*/ 6858000 h 6858000"/>
              <a:gd name="connsiteX325" fmla="*/ 4218595 w 7467600"/>
              <a:gd name="connsiteY325" fmla="*/ 6858000 h 6858000"/>
              <a:gd name="connsiteX326" fmla="*/ 4368888 w 7467600"/>
              <a:gd name="connsiteY326" fmla="*/ 6668412 h 6858000"/>
              <a:gd name="connsiteX327" fmla="*/ 4563091 w 7467600"/>
              <a:gd name="connsiteY327" fmla="*/ 6442508 h 6858000"/>
              <a:gd name="connsiteX328" fmla="*/ 5387324 w 7467600"/>
              <a:gd name="connsiteY328" fmla="*/ 5705830 h 6858000"/>
              <a:gd name="connsiteX329" fmla="*/ 5073620 w 7467600"/>
              <a:gd name="connsiteY329" fmla="*/ 5955437 h 6858000"/>
              <a:gd name="connsiteX330" fmla="*/ 4689789 w 7467600"/>
              <a:gd name="connsiteY330" fmla="*/ 6268382 h 6858000"/>
              <a:gd name="connsiteX331" fmla="*/ 4418722 w 7467600"/>
              <a:gd name="connsiteY331" fmla="*/ 6570886 h 6858000"/>
              <a:gd name="connsiteX332" fmla="*/ 4214944 w 7467600"/>
              <a:gd name="connsiteY332" fmla="*/ 6858000 h 6858000"/>
              <a:gd name="connsiteX333" fmla="*/ 4177898 w 7467600"/>
              <a:gd name="connsiteY333" fmla="*/ 6858000 h 6858000"/>
              <a:gd name="connsiteX334" fmla="*/ 4391597 w 7467600"/>
              <a:gd name="connsiteY334" fmla="*/ 6556370 h 6858000"/>
              <a:gd name="connsiteX335" fmla="*/ 4668889 w 7467600"/>
              <a:gd name="connsiteY335" fmla="*/ 6246399 h 6858000"/>
              <a:gd name="connsiteX336" fmla="*/ 5055427 w 7467600"/>
              <a:gd name="connsiteY336" fmla="*/ 5931476 h 6858000"/>
              <a:gd name="connsiteX337" fmla="*/ 5371814 w 7467600"/>
              <a:gd name="connsiteY337" fmla="*/ 5678975 h 6858000"/>
              <a:gd name="connsiteX338" fmla="*/ 4987918 w 7467600"/>
              <a:gd name="connsiteY338" fmla="*/ 5838701 h 6858000"/>
              <a:gd name="connsiteX339" fmla="*/ 4317146 w 7467600"/>
              <a:gd name="connsiteY339" fmla="*/ 6587716 h 6858000"/>
              <a:gd name="connsiteX340" fmla="*/ 4171627 w 7467600"/>
              <a:gd name="connsiteY340" fmla="*/ 6858000 h 6858000"/>
              <a:gd name="connsiteX341" fmla="*/ 4081585 w 7467600"/>
              <a:gd name="connsiteY341" fmla="*/ 6858000 h 6858000"/>
              <a:gd name="connsiteX342" fmla="*/ 4238603 w 7467600"/>
              <a:gd name="connsiteY342" fmla="*/ 6559341 h 6858000"/>
              <a:gd name="connsiteX343" fmla="*/ 4778333 w 7467600"/>
              <a:gd name="connsiteY343" fmla="*/ 5873626 h 6858000"/>
              <a:gd name="connsiteX344" fmla="*/ 5414185 w 7467600"/>
              <a:gd name="connsiteY344" fmla="*/ 5573882 h 6858000"/>
              <a:gd name="connsiteX345" fmla="*/ 5959648 w 7467600"/>
              <a:gd name="connsiteY345" fmla="*/ 4760797 h 6858000"/>
              <a:gd name="connsiteX346" fmla="*/ 5355019 w 7467600"/>
              <a:gd name="connsiteY346" fmla="*/ 4734672 h 6858000"/>
              <a:gd name="connsiteX347" fmla="*/ 5083565 w 7467600"/>
              <a:gd name="connsiteY347" fmla="*/ 5179121 h 6858000"/>
              <a:gd name="connsiteX348" fmla="*/ 4713577 w 7467600"/>
              <a:gd name="connsiteY348" fmla="*/ 5616803 h 6858000"/>
              <a:gd name="connsiteX349" fmla="*/ 3989559 w 7467600"/>
              <a:gd name="connsiteY349" fmla="*/ 6145945 h 6858000"/>
              <a:gd name="connsiteX350" fmla="*/ 3939824 w 7467600"/>
              <a:gd name="connsiteY350" fmla="*/ 6066900 h 6858000"/>
              <a:gd name="connsiteX351" fmla="*/ 4584537 w 7467600"/>
              <a:gd name="connsiteY351" fmla="*/ 5324826 h 6858000"/>
              <a:gd name="connsiteX352" fmla="*/ 5037105 w 7467600"/>
              <a:gd name="connsiteY352" fmla="*/ 5088765 h 6858000"/>
              <a:gd name="connsiteX353" fmla="*/ 5039930 w 7467600"/>
              <a:gd name="connsiteY353" fmla="*/ 5089585 h 6858000"/>
              <a:gd name="connsiteX354" fmla="*/ 5263764 w 7467600"/>
              <a:gd name="connsiteY354" fmla="*/ 4735525 h 6858000"/>
              <a:gd name="connsiteX355" fmla="*/ 4086300 w 7467600"/>
              <a:gd name="connsiteY355" fmla="*/ 4884599 h 6858000"/>
              <a:gd name="connsiteX356" fmla="*/ 4085485 w 7467600"/>
              <a:gd name="connsiteY356" fmla="*/ 4899070 h 6858000"/>
              <a:gd name="connsiteX357" fmla="*/ 3871915 w 7467600"/>
              <a:gd name="connsiteY357" fmla="*/ 5253645 h 6858000"/>
              <a:gd name="connsiteX358" fmla="*/ 3799374 w 7467600"/>
              <a:gd name="connsiteY358" fmla="*/ 5466127 h 6858000"/>
              <a:gd name="connsiteX359" fmla="*/ 3498850 w 7467600"/>
              <a:gd name="connsiteY359" fmla="*/ 6661888 h 6858000"/>
              <a:gd name="connsiteX360" fmla="*/ 3399216 w 7467600"/>
              <a:gd name="connsiteY360" fmla="*/ 6858000 h 6858000"/>
              <a:gd name="connsiteX361" fmla="*/ 3303688 w 7467600"/>
              <a:gd name="connsiteY361" fmla="*/ 6858000 h 6858000"/>
              <a:gd name="connsiteX362" fmla="*/ 3391774 w 7467600"/>
              <a:gd name="connsiteY362" fmla="*/ 6697181 h 6858000"/>
              <a:gd name="connsiteX363" fmla="*/ 3735540 w 7467600"/>
              <a:gd name="connsiteY363" fmla="*/ 5546923 h 6858000"/>
              <a:gd name="connsiteX364" fmla="*/ 3729438 w 7467600"/>
              <a:gd name="connsiteY364" fmla="*/ 5569058 h 6858000"/>
              <a:gd name="connsiteX365" fmla="*/ 3707782 w 7467600"/>
              <a:gd name="connsiteY365" fmla="*/ 5644908 h 6858000"/>
              <a:gd name="connsiteX366" fmla="*/ 3583827 w 7467600"/>
              <a:gd name="connsiteY366" fmla="*/ 6039215 h 6858000"/>
              <a:gd name="connsiteX367" fmla="*/ 3547861 w 7467600"/>
              <a:gd name="connsiteY367" fmla="*/ 6129609 h 6858000"/>
              <a:gd name="connsiteX368" fmla="*/ 3490905 w 7467600"/>
              <a:gd name="connsiteY368" fmla="*/ 6277660 h 6858000"/>
              <a:gd name="connsiteX369" fmla="*/ 3455859 w 7467600"/>
              <a:gd name="connsiteY369" fmla="*/ 6391301 h 6858000"/>
              <a:gd name="connsiteX370" fmla="*/ 3429112 w 7467600"/>
              <a:gd name="connsiteY370" fmla="*/ 6479469 h 6858000"/>
              <a:gd name="connsiteX371" fmla="*/ 3304862 w 7467600"/>
              <a:gd name="connsiteY371" fmla="*/ 6796476 h 6858000"/>
              <a:gd name="connsiteX372" fmla="*/ 3276071 w 7467600"/>
              <a:gd name="connsiteY372" fmla="*/ 6858000 h 6858000"/>
              <a:gd name="connsiteX373" fmla="*/ 3240805 w 7467600"/>
              <a:gd name="connsiteY373" fmla="*/ 6858000 h 6858000"/>
              <a:gd name="connsiteX374" fmla="*/ 3275917 w 7467600"/>
              <a:gd name="connsiteY374" fmla="*/ 6783192 h 6858000"/>
              <a:gd name="connsiteX375" fmla="*/ 3399358 w 7467600"/>
              <a:gd name="connsiteY375" fmla="*/ 6469011 h 6858000"/>
              <a:gd name="connsiteX376" fmla="*/ 3425650 w 7467600"/>
              <a:gd name="connsiteY376" fmla="*/ 6381333 h 6858000"/>
              <a:gd name="connsiteX377" fmla="*/ 3460661 w 7467600"/>
              <a:gd name="connsiteY377" fmla="*/ 6266763 h 6858000"/>
              <a:gd name="connsiteX378" fmla="*/ 3518021 w 7467600"/>
              <a:gd name="connsiteY378" fmla="*/ 6117298 h 6858000"/>
              <a:gd name="connsiteX379" fmla="*/ 3554035 w 7467600"/>
              <a:gd name="connsiteY379" fmla="*/ 6027832 h 6858000"/>
              <a:gd name="connsiteX380" fmla="*/ 3677174 w 7467600"/>
              <a:gd name="connsiteY380" fmla="*/ 5636351 h 6858000"/>
              <a:gd name="connsiteX381" fmla="*/ 3698819 w 7467600"/>
              <a:gd name="connsiteY381" fmla="*/ 5560503 h 6858000"/>
              <a:gd name="connsiteX382" fmla="*/ 3702094 w 7467600"/>
              <a:gd name="connsiteY382" fmla="*/ 5549194 h 6858000"/>
              <a:gd name="connsiteX383" fmla="*/ 3398355 w 7467600"/>
              <a:gd name="connsiteY383" fmla="*/ 6094603 h 6858000"/>
              <a:gd name="connsiteX384" fmla="*/ 3193941 w 7467600"/>
              <a:gd name="connsiteY384" fmla="*/ 6798775 h 6858000"/>
              <a:gd name="connsiteX385" fmla="*/ 3184140 w 7467600"/>
              <a:gd name="connsiteY385" fmla="*/ 6858000 h 6858000"/>
              <a:gd name="connsiteX386" fmla="*/ 3099978 w 7467600"/>
              <a:gd name="connsiteY386" fmla="*/ 6858000 h 6858000"/>
              <a:gd name="connsiteX387" fmla="*/ 3101556 w 7467600"/>
              <a:gd name="connsiteY387" fmla="*/ 6843337 h 6858000"/>
              <a:gd name="connsiteX388" fmla="*/ 3370162 w 7467600"/>
              <a:gd name="connsiteY388" fmla="*/ 5785550 h 6858000"/>
              <a:gd name="connsiteX389" fmla="*/ 3746477 w 7467600"/>
              <a:gd name="connsiteY389" fmla="*/ 5377889 h 6858000"/>
              <a:gd name="connsiteX390" fmla="*/ 3863399 w 7467600"/>
              <a:gd name="connsiteY390" fmla="*/ 5087257 h 6858000"/>
              <a:gd name="connsiteX391" fmla="*/ 3968712 w 7467600"/>
              <a:gd name="connsiteY391" fmla="*/ 4913989 h 6858000"/>
              <a:gd name="connsiteX392" fmla="*/ 2792390 w 7467600"/>
              <a:gd name="connsiteY392" fmla="*/ 5382974 h 6858000"/>
              <a:gd name="connsiteX393" fmla="*/ 2714982 w 7467600"/>
              <a:gd name="connsiteY393" fmla="*/ 5427051 h 6858000"/>
              <a:gd name="connsiteX394" fmla="*/ 2813361 w 7467600"/>
              <a:gd name="connsiteY394" fmla="*/ 6023912 h 6858000"/>
              <a:gd name="connsiteX395" fmla="*/ 2688430 w 7467600"/>
              <a:gd name="connsiteY395" fmla="*/ 6801564 h 6858000"/>
              <a:gd name="connsiteX396" fmla="*/ 2629626 w 7467600"/>
              <a:gd name="connsiteY396" fmla="*/ 6763394 h 6858000"/>
              <a:gd name="connsiteX397" fmla="*/ 2565328 w 7467600"/>
              <a:gd name="connsiteY397" fmla="*/ 5516399 h 6858000"/>
              <a:gd name="connsiteX398" fmla="*/ 1922999 w 7467600"/>
              <a:gd name="connsiteY398" fmla="*/ 5980343 h 6858000"/>
              <a:gd name="connsiteX399" fmla="*/ 1950261 w 7467600"/>
              <a:gd name="connsiteY399" fmla="*/ 6405858 h 6858000"/>
              <a:gd name="connsiteX400" fmla="*/ 2365554 w 7467600"/>
              <a:gd name="connsiteY400" fmla="*/ 6759107 h 6858000"/>
              <a:gd name="connsiteX401" fmla="*/ 2424142 w 7467600"/>
              <a:gd name="connsiteY401" fmla="*/ 6858000 h 6858000"/>
              <a:gd name="connsiteX402" fmla="*/ 2395994 w 7467600"/>
              <a:gd name="connsiteY402" fmla="*/ 6858000 h 6858000"/>
              <a:gd name="connsiteX403" fmla="*/ 2392863 w 7467600"/>
              <a:gd name="connsiteY403" fmla="*/ 6852964 h 6858000"/>
              <a:gd name="connsiteX404" fmla="*/ 2017589 w 7467600"/>
              <a:gd name="connsiteY404" fmla="*/ 6493982 h 6858000"/>
              <a:gd name="connsiteX405" fmla="*/ 2147336 w 7467600"/>
              <a:gd name="connsiteY405" fmla="*/ 6594052 h 6858000"/>
              <a:gd name="connsiteX406" fmla="*/ 2207047 w 7467600"/>
              <a:gd name="connsiteY406" fmla="*/ 6654540 h 6858000"/>
              <a:gd name="connsiteX407" fmla="*/ 2299106 w 7467600"/>
              <a:gd name="connsiteY407" fmla="*/ 6778931 h 6858000"/>
              <a:gd name="connsiteX408" fmla="*/ 2314430 w 7467600"/>
              <a:gd name="connsiteY408" fmla="*/ 6801144 h 6858000"/>
              <a:gd name="connsiteX409" fmla="*/ 2352406 w 7467600"/>
              <a:gd name="connsiteY409" fmla="*/ 6858000 h 6858000"/>
              <a:gd name="connsiteX410" fmla="*/ 2314492 w 7467600"/>
              <a:gd name="connsiteY410" fmla="*/ 6858000 h 6858000"/>
              <a:gd name="connsiteX411" fmla="*/ 2288095 w 7467600"/>
              <a:gd name="connsiteY411" fmla="*/ 6818030 h 6858000"/>
              <a:gd name="connsiteX412" fmla="*/ 2272768 w 7467600"/>
              <a:gd name="connsiteY412" fmla="*/ 6795822 h 6858000"/>
              <a:gd name="connsiteX413" fmla="*/ 2182715 w 7467600"/>
              <a:gd name="connsiteY413" fmla="*/ 6675071 h 6858000"/>
              <a:gd name="connsiteX414" fmla="*/ 2032061 w 7467600"/>
              <a:gd name="connsiteY414" fmla="*/ 6541380 h 6858000"/>
              <a:gd name="connsiteX415" fmla="*/ 2257220 w 7467600"/>
              <a:gd name="connsiteY415" fmla="*/ 6826257 h 6858000"/>
              <a:gd name="connsiteX416" fmla="*/ 2281324 w 7467600"/>
              <a:gd name="connsiteY416" fmla="*/ 6858000 h 6858000"/>
              <a:gd name="connsiteX417" fmla="*/ 2242860 w 7467600"/>
              <a:gd name="connsiteY417" fmla="*/ 6858000 h 6858000"/>
              <a:gd name="connsiteX418" fmla="*/ 2232818 w 7467600"/>
              <a:gd name="connsiteY418" fmla="*/ 6844926 h 6858000"/>
              <a:gd name="connsiteX419" fmla="*/ 1990172 w 7467600"/>
              <a:gd name="connsiteY419" fmla="*/ 6542121 h 6858000"/>
              <a:gd name="connsiteX420" fmla="*/ 2124090 w 7467600"/>
              <a:gd name="connsiteY420" fmla="*/ 6761017 h 6858000"/>
              <a:gd name="connsiteX421" fmla="*/ 2200380 w 7467600"/>
              <a:gd name="connsiteY421" fmla="*/ 6858000 h 6858000"/>
              <a:gd name="connsiteX422" fmla="*/ 2147507 w 7467600"/>
              <a:gd name="connsiteY422" fmla="*/ 6858000 h 6858000"/>
              <a:gd name="connsiteX423" fmla="*/ 2070668 w 7467600"/>
              <a:gd name="connsiteY423" fmla="*/ 6761520 h 6858000"/>
              <a:gd name="connsiteX424" fmla="*/ 1975142 w 7467600"/>
              <a:gd name="connsiteY424" fmla="*/ 6585570 h 6858000"/>
              <a:gd name="connsiteX425" fmla="*/ 2050035 w 7467600"/>
              <a:gd name="connsiteY425" fmla="*/ 6813345 h 6858000"/>
              <a:gd name="connsiteX426" fmla="*/ 2063025 w 7467600"/>
              <a:gd name="connsiteY426" fmla="*/ 6858000 h 6858000"/>
              <a:gd name="connsiteX427" fmla="*/ 2021675 w 7467600"/>
              <a:gd name="connsiteY427" fmla="*/ 6858000 h 6858000"/>
              <a:gd name="connsiteX428" fmla="*/ 2019308 w 7467600"/>
              <a:gd name="connsiteY428" fmla="*/ 6847118 h 6858000"/>
              <a:gd name="connsiteX429" fmla="*/ 1938835 w 7467600"/>
              <a:gd name="connsiteY429" fmla="*/ 6551160 h 6858000"/>
              <a:gd name="connsiteX430" fmla="*/ 1953230 w 7467600"/>
              <a:gd name="connsiteY430" fmla="*/ 6759699 h 6858000"/>
              <a:gd name="connsiteX431" fmla="*/ 1956763 w 7467600"/>
              <a:gd name="connsiteY431" fmla="*/ 6778191 h 6858000"/>
              <a:gd name="connsiteX432" fmla="*/ 1967925 w 7467600"/>
              <a:gd name="connsiteY432" fmla="*/ 6858000 h 6858000"/>
              <a:gd name="connsiteX433" fmla="*/ 1936622 w 7467600"/>
              <a:gd name="connsiteY433" fmla="*/ 6858000 h 6858000"/>
              <a:gd name="connsiteX434" fmla="*/ 1926261 w 7467600"/>
              <a:gd name="connsiteY434" fmla="*/ 6784064 h 6858000"/>
              <a:gd name="connsiteX435" fmla="*/ 1922724 w 7467600"/>
              <a:gd name="connsiteY435" fmla="*/ 6765577 h 6858000"/>
              <a:gd name="connsiteX436" fmla="*/ 1904650 w 7467600"/>
              <a:gd name="connsiteY436" fmla="*/ 6639616 h 6858000"/>
              <a:gd name="connsiteX437" fmla="*/ 1885273 w 7467600"/>
              <a:gd name="connsiteY437" fmla="*/ 6858000 h 6858000"/>
              <a:gd name="connsiteX438" fmla="*/ 1854363 w 7467600"/>
              <a:gd name="connsiteY438" fmla="*/ 6858000 h 6858000"/>
              <a:gd name="connsiteX439" fmla="*/ 1880391 w 7467600"/>
              <a:gd name="connsiteY439" fmla="*/ 6603796 h 6858000"/>
              <a:gd name="connsiteX440" fmla="*/ 1818273 w 7467600"/>
              <a:gd name="connsiteY440" fmla="*/ 6715729 h 6858000"/>
              <a:gd name="connsiteX441" fmla="*/ 1794691 w 7467600"/>
              <a:gd name="connsiteY441" fmla="*/ 6843239 h 6858000"/>
              <a:gd name="connsiteX442" fmla="*/ 1794914 w 7467600"/>
              <a:gd name="connsiteY442" fmla="*/ 6858000 h 6858000"/>
              <a:gd name="connsiteX443" fmla="*/ 1746128 w 7467600"/>
              <a:gd name="connsiteY443" fmla="*/ 6858000 h 6858000"/>
              <a:gd name="connsiteX444" fmla="*/ 1753934 w 7467600"/>
              <a:gd name="connsiteY444" fmla="*/ 6724796 h 6858000"/>
              <a:gd name="connsiteX445" fmla="*/ 1792053 w 7467600"/>
              <a:gd name="connsiteY445" fmla="*/ 6572396 h 6858000"/>
              <a:gd name="connsiteX446" fmla="*/ 1862248 w 7467600"/>
              <a:gd name="connsiteY446" fmla="*/ 6266397 h 6858000"/>
              <a:gd name="connsiteX447" fmla="*/ 1862250 w 7467600"/>
              <a:gd name="connsiteY447" fmla="*/ 6033531 h 6858000"/>
              <a:gd name="connsiteX448" fmla="*/ 1211999 w 7467600"/>
              <a:gd name="connsiteY448" fmla="*/ 6683610 h 6858000"/>
              <a:gd name="connsiteX449" fmla="*/ 1213266 w 7467600"/>
              <a:gd name="connsiteY449" fmla="*/ 6691947 h 6858000"/>
              <a:gd name="connsiteX450" fmla="*/ 1203370 w 7467600"/>
              <a:gd name="connsiteY450" fmla="*/ 6850676 h 6858000"/>
              <a:gd name="connsiteX451" fmla="*/ 1203671 w 7467600"/>
              <a:gd name="connsiteY451" fmla="*/ 6858000 h 6858000"/>
              <a:gd name="connsiteX452" fmla="*/ 1143180 w 7467600"/>
              <a:gd name="connsiteY452" fmla="*/ 6858000 h 6858000"/>
              <a:gd name="connsiteX453" fmla="*/ 1142176 w 7467600"/>
              <a:gd name="connsiteY453" fmla="*/ 6766045 h 6858000"/>
              <a:gd name="connsiteX454" fmla="*/ 1067484 w 7467600"/>
              <a:gd name="connsiteY454" fmla="*/ 6858000 h 6858000"/>
              <a:gd name="connsiteX455" fmla="*/ 953928 w 7467600"/>
              <a:gd name="connsiteY455" fmla="*/ 6858000 h 6858000"/>
              <a:gd name="connsiteX456" fmla="*/ 959715 w 7467600"/>
              <a:gd name="connsiteY456" fmla="*/ 6850185 h 6858000"/>
              <a:gd name="connsiteX457" fmla="*/ 1483788 w 7467600"/>
              <a:gd name="connsiteY457" fmla="*/ 6259174 h 6858000"/>
              <a:gd name="connsiteX458" fmla="*/ 1100671 w 7467600"/>
              <a:gd name="connsiteY458" fmla="*/ 6252137 h 6858000"/>
              <a:gd name="connsiteX459" fmla="*/ 1090144 w 7467600"/>
              <a:gd name="connsiteY459" fmla="*/ 6256748 h 6858000"/>
              <a:gd name="connsiteX460" fmla="*/ 1095872 w 7467600"/>
              <a:gd name="connsiteY460" fmla="*/ 6271892 h 6858000"/>
              <a:gd name="connsiteX461" fmla="*/ 262785 w 7467600"/>
              <a:gd name="connsiteY461" fmla="*/ 6845450 h 6858000"/>
              <a:gd name="connsiteX462" fmla="*/ 209968 w 7467600"/>
              <a:gd name="connsiteY462" fmla="*/ 6770713 h 6858000"/>
              <a:gd name="connsiteX463" fmla="*/ 873460 w 7467600"/>
              <a:gd name="connsiteY463" fmla="*/ 6253768 h 6858000"/>
              <a:gd name="connsiteX464" fmla="*/ 192686 w 7467600"/>
              <a:gd name="connsiteY464" fmla="*/ 5849257 h 6858000"/>
              <a:gd name="connsiteX465" fmla="*/ 4696 w 7467600"/>
              <a:gd name="connsiteY465" fmla="*/ 5697668 h 6858000"/>
              <a:gd name="connsiteX466" fmla="*/ 0 w 7467600"/>
              <a:gd name="connsiteY466" fmla="*/ 5689984 h 6858000"/>
              <a:gd name="connsiteX467" fmla="*/ 0 w 7467600"/>
              <a:gd name="connsiteY467" fmla="*/ 5513472 h 6858000"/>
              <a:gd name="connsiteX468" fmla="*/ 174101 w 7467600"/>
              <a:gd name="connsiteY468" fmla="*/ 5620277 h 6858000"/>
              <a:gd name="connsiteX469" fmla="*/ 891800 w 7467600"/>
              <a:gd name="connsiteY469" fmla="*/ 6036935 h 6858000"/>
              <a:gd name="connsiteX470" fmla="*/ 1072219 w 7467600"/>
              <a:gd name="connsiteY470" fmla="*/ 6169443 h 6858000"/>
              <a:gd name="connsiteX471" fmla="*/ 1074117 w 7467600"/>
              <a:gd name="connsiteY471" fmla="*/ 6170301 h 6858000"/>
              <a:gd name="connsiteX472" fmla="*/ 1083114 w 7467600"/>
              <a:gd name="connsiteY472" fmla="*/ 6174131 h 6858000"/>
              <a:gd name="connsiteX473" fmla="*/ 1543010 w 7467600"/>
              <a:gd name="connsiteY473" fmla="*/ 6191140 h 6858000"/>
              <a:gd name="connsiteX474" fmla="*/ 1551080 w 7467600"/>
              <a:gd name="connsiteY474" fmla="*/ 6195006 h 6858000"/>
              <a:gd name="connsiteX475" fmla="*/ 2345443 w 7467600"/>
              <a:gd name="connsiteY475" fmla="*/ 5549882 h 6858000"/>
              <a:gd name="connsiteX476" fmla="*/ 1721499 w 7467600"/>
              <a:gd name="connsiteY476" fmla="*/ 5599969 h 6858000"/>
              <a:gd name="connsiteX477" fmla="*/ 767716 w 7467600"/>
              <a:gd name="connsiteY477" fmla="*/ 5472768 h 6858000"/>
              <a:gd name="connsiteX478" fmla="*/ 722147 w 7467600"/>
              <a:gd name="connsiteY478" fmla="*/ 5393091 h 6858000"/>
              <a:gd name="connsiteX479" fmla="*/ 1485552 w 7467600"/>
              <a:gd name="connsiteY479" fmla="*/ 5313202 h 6858000"/>
              <a:gd name="connsiteX480" fmla="*/ 2143004 w 7467600"/>
              <a:gd name="connsiteY480" fmla="*/ 5402420 h 6858000"/>
              <a:gd name="connsiteX481" fmla="*/ 1933391 w 7467600"/>
              <a:gd name="connsiteY481" fmla="*/ 5156971 h 6858000"/>
              <a:gd name="connsiteX482" fmla="*/ 1827118 w 7467600"/>
              <a:gd name="connsiteY482" fmla="*/ 4968410 h 6858000"/>
              <a:gd name="connsiteX483" fmla="*/ 1837349 w 7467600"/>
              <a:gd name="connsiteY483" fmla="*/ 4956357 h 6858000"/>
              <a:gd name="connsiteX484" fmla="*/ 2162835 w 7467600"/>
              <a:gd name="connsiteY484" fmla="*/ 5187853 h 6858000"/>
              <a:gd name="connsiteX485" fmla="*/ 2257167 w 7467600"/>
              <a:gd name="connsiteY485" fmla="*/ 5462123 h 6858000"/>
              <a:gd name="connsiteX486" fmla="*/ 2261598 w 7467600"/>
              <a:gd name="connsiteY486" fmla="*/ 5467998 h 6858000"/>
              <a:gd name="connsiteX487" fmla="*/ 2437177 w 7467600"/>
              <a:gd name="connsiteY487" fmla="*/ 5479608 h 6858000"/>
              <a:gd name="connsiteX488" fmla="*/ 2445247 w 7467600"/>
              <a:gd name="connsiteY488" fmla="*/ 5483476 h 6858000"/>
              <a:gd name="connsiteX489" fmla="*/ 2743626 w 7467600"/>
              <a:gd name="connsiteY489" fmla="*/ 5304819 h 6858000"/>
              <a:gd name="connsiteX490" fmla="*/ 3048102 w 7467600"/>
              <a:gd name="connsiteY490" fmla="*/ 5150595 h 6858000"/>
              <a:gd name="connsiteX491" fmla="*/ 1799414 w 7467600"/>
              <a:gd name="connsiteY491" fmla="*/ 4694732 h 6858000"/>
              <a:gd name="connsiteX492" fmla="*/ 1771735 w 7467600"/>
              <a:gd name="connsiteY492" fmla="*/ 4619929 h 6858000"/>
              <a:gd name="connsiteX493" fmla="*/ 3104273 w 7467600"/>
              <a:gd name="connsiteY493" fmla="*/ 5076159 h 6858000"/>
              <a:gd name="connsiteX494" fmla="*/ 3113245 w 7467600"/>
              <a:gd name="connsiteY494" fmla="*/ 5090705 h 6858000"/>
              <a:gd name="connsiteX495" fmla="*/ 3126294 w 7467600"/>
              <a:gd name="connsiteY495" fmla="*/ 5114400 h 6858000"/>
              <a:gd name="connsiteX496" fmla="*/ 3937433 w 7467600"/>
              <a:gd name="connsiteY496" fmla="*/ 4830473 h 6858000"/>
              <a:gd name="connsiteX497" fmla="*/ 3590475 w 7467600"/>
              <a:gd name="connsiteY497" fmla="*/ 4597974 h 6858000"/>
              <a:gd name="connsiteX498" fmla="*/ 3100264 w 7467600"/>
              <a:gd name="connsiteY498" fmla="*/ 4579845 h 6858000"/>
              <a:gd name="connsiteX499" fmla="*/ 2183576 w 7467600"/>
              <a:gd name="connsiteY499" fmla="*/ 4227150 h 6858000"/>
              <a:gd name="connsiteX500" fmla="*/ 2151029 w 7467600"/>
              <a:gd name="connsiteY500" fmla="*/ 4146947 h 6858000"/>
              <a:gd name="connsiteX501" fmla="*/ 3563434 w 7467600"/>
              <a:gd name="connsiteY501" fmla="*/ 4469115 h 6858000"/>
              <a:gd name="connsiteX502" fmla="*/ 3177952 w 7467600"/>
              <a:gd name="connsiteY502" fmla="*/ 3657386 h 6858000"/>
              <a:gd name="connsiteX503" fmla="*/ 3189263 w 7467600"/>
              <a:gd name="connsiteY503" fmla="*/ 3625726 h 6858000"/>
              <a:gd name="connsiteX504" fmla="*/ 3560912 w 7467600"/>
              <a:gd name="connsiteY504" fmla="*/ 4079863 h 6858000"/>
              <a:gd name="connsiteX505" fmla="*/ 3626636 w 7467600"/>
              <a:gd name="connsiteY505" fmla="*/ 4512230 h 6858000"/>
              <a:gd name="connsiteX506" fmla="*/ 3653088 w 7467600"/>
              <a:gd name="connsiteY506" fmla="*/ 4521417 h 6858000"/>
              <a:gd name="connsiteX507" fmla="*/ 3988128 w 7467600"/>
              <a:gd name="connsiteY507" fmla="*/ 4817267 h 6858000"/>
              <a:gd name="connsiteX508" fmla="*/ 4830582 w 7467600"/>
              <a:gd name="connsiteY508" fmla="*/ 4676000 h 6858000"/>
              <a:gd name="connsiteX509" fmla="*/ 4830100 w 7467600"/>
              <a:gd name="connsiteY509" fmla="*/ 4675554 h 6858000"/>
              <a:gd name="connsiteX510" fmla="*/ 4036318 w 7467600"/>
              <a:gd name="connsiteY510" fmla="*/ 4147013 h 6858000"/>
              <a:gd name="connsiteX511" fmla="*/ 3432098 w 7467600"/>
              <a:gd name="connsiteY511" fmla="*/ 3537312 h 6858000"/>
              <a:gd name="connsiteX512" fmla="*/ 3446761 w 7467600"/>
              <a:gd name="connsiteY512" fmla="*/ 3461278 h 6858000"/>
              <a:gd name="connsiteX513" fmla="*/ 4419733 w 7467600"/>
              <a:gd name="connsiteY513" fmla="*/ 3963555 h 6858000"/>
              <a:gd name="connsiteX514" fmla="*/ 4781371 w 7467600"/>
              <a:gd name="connsiteY514" fmla="*/ 4458604 h 6858000"/>
              <a:gd name="connsiteX515" fmla="*/ 4780440 w 7467600"/>
              <a:gd name="connsiteY515" fmla="*/ 4470290 h 6858000"/>
              <a:gd name="connsiteX516" fmla="*/ 4898954 w 7467600"/>
              <a:gd name="connsiteY516" fmla="*/ 4662092 h 6858000"/>
              <a:gd name="connsiteX517" fmla="*/ 4900699 w 7467600"/>
              <a:gd name="connsiteY517" fmla="*/ 4670867 h 6858000"/>
              <a:gd name="connsiteX518" fmla="*/ 5714511 w 7467600"/>
              <a:gd name="connsiteY518" fmla="*/ 4663483 h 6858000"/>
              <a:gd name="connsiteX519" fmla="*/ 5464793 w 7467600"/>
              <a:gd name="connsiteY519" fmla="*/ 4393556 h 6858000"/>
              <a:gd name="connsiteX520" fmla="*/ 5461897 w 7467600"/>
              <a:gd name="connsiteY520" fmla="*/ 4390879 h 6858000"/>
              <a:gd name="connsiteX521" fmla="*/ 4294126 w 7467600"/>
              <a:gd name="connsiteY521" fmla="*/ 3303048 h 6858000"/>
              <a:gd name="connsiteX522" fmla="*/ 4305321 w 7467600"/>
              <a:gd name="connsiteY522" fmla="*/ 3256953 h 6858000"/>
              <a:gd name="connsiteX523" fmla="*/ 4949299 w 7467600"/>
              <a:gd name="connsiteY523" fmla="*/ 3766336 h 6858000"/>
              <a:gd name="connsiteX524" fmla="*/ 5291452 w 7467600"/>
              <a:gd name="connsiteY524" fmla="*/ 4076801 h 6858000"/>
              <a:gd name="connsiteX525" fmla="*/ 5434998 w 7467600"/>
              <a:gd name="connsiteY525" fmla="*/ 4254100 h 6858000"/>
              <a:gd name="connsiteX526" fmla="*/ 5351015 w 7467600"/>
              <a:gd name="connsiteY526" fmla="*/ 3760989 h 6858000"/>
              <a:gd name="connsiteX527" fmla="*/ 5413780 w 7467600"/>
              <a:gd name="connsiteY527" fmla="*/ 2966265 h 6858000"/>
              <a:gd name="connsiteX528" fmla="*/ 5425627 w 7467600"/>
              <a:gd name="connsiteY528" fmla="*/ 2954192 h 6858000"/>
              <a:gd name="connsiteX529" fmla="*/ 6604735 w 7467600"/>
              <a:gd name="connsiteY529" fmla="*/ 2041381 h 6858000"/>
              <a:gd name="connsiteX530" fmla="*/ 7204487 w 7467600"/>
              <a:gd name="connsiteY530" fmla="*/ 2742112 h 6858000"/>
              <a:gd name="connsiteX531" fmla="*/ 7131592 w 7467600"/>
              <a:gd name="connsiteY531" fmla="*/ 2672096 h 6858000"/>
              <a:gd name="connsiteX532" fmla="*/ 6996344 w 7467600"/>
              <a:gd name="connsiteY532" fmla="*/ 2518310 h 6858000"/>
              <a:gd name="connsiteX533" fmla="*/ 6735495 w 7467600"/>
              <a:gd name="connsiteY533" fmla="*/ 2196890 h 6858000"/>
              <a:gd name="connsiteX534" fmla="*/ 6721901 w 7467600"/>
              <a:gd name="connsiteY534" fmla="*/ 2179274 h 6858000"/>
              <a:gd name="connsiteX535" fmla="*/ 6604735 w 7467600"/>
              <a:gd name="connsiteY535" fmla="*/ 2041381 h 6858000"/>
              <a:gd name="connsiteX536" fmla="*/ 6591670 w 7467600"/>
              <a:gd name="connsiteY536" fmla="*/ 1988277 h 6858000"/>
              <a:gd name="connsiteX537" fmla="*/ 6747349 w 7467600"/>
              <a:gd name="connsiteY537" fmla="*/ 2160069 h 6858000"/>
              <a:gd name="connsiteX538" fmla="*/ 6760943 w 7467600"/>
              <a:gd name="connsiteY538" fmla="*/ 2177686 h 6858000"/>
              <a:gd name="connsiteX539" fmla="*/ 7021065 w 7467600"/>
              <a:gd name="connsiteY539" fmla="*/ 2498102 h 6858000"/>
              <a:gd name="connsiteX540" fmla="*/ 7155223 w 7467600"/>
              <a:gd name="connsiteY540" fmla="*/ 2650386 h 6858000"/>
              <a:gd name="connsiteX541" fmla="*/ 7203167 w 7467600"/>
              <a:gd name="connsiteY541" fmla="*/ 2697288 h 6858000"/>
              <a:gd name="connsiteX542" fmla="*/ 6937703 w 7467600"/>
              <a:gd name="connsiteY542" fmla="*/ 2321981 h 6858000"/>
              <a:gd name="connsiteX543" fmla="*/ 6591670 w 7467600"/>
              <a:gd name="connsiteY543" fmla="*/ 1988277 h 6858000"/>
              <a:gd name="connsiteX544" fmla="*/ 5798671 w 7467600"/>
              <a:gd name="connsiteY544" fmla="*/ 1981601 h 6858000"/>
              <a:gd name="connsiteX545" fmla="*/ 5754709 w 7467600"/>
              <a:gd name="connsiteY545" fmla="*/ 2071454 h 6858000"/>
              <a:gd name="connsiteX546" fmla="*/ 5763044 w 7467600"/>
              <a:gd name="connsiteY546" fmla="*/ 2842206 h 6858000"/>
              <a:gd name="connsiteX547" fmla="*/ 5764974 w 7467600"/>
              <a:gd name="connsiteY547" fmla="*/ 2799609 h 6858000"/>
              <a:gd name="connsiteX548" fmla="*/ 5767665 w 7467600"/>
              <a:gd name="connsiteY548" fmla="*/ 2666409 h 6858000"/>
              <a:gd name="connsiteX549" fmla="*/ 5763055 w 7467600"/>
              <a:gd name="connsiteY549" fmla="*/ 2579705 h 6858000"/>
              <a:gd name="connsiteX550" fmla="*/ 5758079 w 7467600"/>
              <a:gd name="connsiteY550" fmla="*/ 2492508 h 6858000"/>
              <a:gd name="connsiteX551" fmla="*/ 5779325 w 7467600"/>
              <a:gd name="connsiteY551" fmla="*/ 2197069 h 6858000"/>
              <a:gd name="connsiteX552" fmla="*/ 5798671 w 7467600"/>
              <a:gd name="connsiteY552" fmla="*/ 1981601 h 6858000"/>
              <a:gd name="connsiteX553" fmla="*/ 5829202 w 7467600"/>
              <a:gd name="connsiteY553" fmla="*/ 1971679 h 6858000"/>
              <a:gd name="connsiteX554" fmla="*/ 5809558 w 7467600"/>
              <a:gd name="connsiteY554" fmla="*/ 2198043 h 6858000"/>
              <a:gd name="connsiteX555" fmla="*/ 5788653 w 7467600"/>
              <a:gd name="connsiteY555" fmla="*/ 2489430 h 6858000"/>
              <a:gd name="connsiteX556" fmla="*/ 5793439 w 7467600"/>
              <a:gd name="connsiteY556" fmla="*/ 2575235 h 6858000"/>
              <a:gd name="connsiteX557" fmla="*/ 5796837 w 7467600"/>
              <a:gd name="connsiteY557" fmla="*/ 2637633 h 6858000"/>
              <a:gd name="connsiteX558" fmla="*/ 5818614 w 7467600"/>
              <a:gd name="connsiteY558" fmla="*/ 2473055 h 6858000"/>
              <a:gd name="connsiteX559" fmla="*/ 5829202 w 7467600"/>
              <a:gd name="connsiteY559" fmla="*/ 1971679 h 6858000"/>
              <a:gd name="connsiteX560" fmla="*/ 5911389 w 7467600"/>
              <a:gd name="connsiteY560" fmla="*/ 1898371 h 6858000"/>
              <a:gd name="connsiteX561" fmla="*/ 6237627 w 7467600"/>
              <a:gd name="connsiteY561" fmla="*/ 2231921 h 6858000"/>
              <a:gd name="connsiteX562" fmla="*/ 5911389 w 7467600"/>
              <a:gd name="connsiteY562" fmla="*/ 1898371 h 6858000"/>
              <a:gd name="connsiteX563" fmla="*/ 6944437 w 7467600"/>
              <a:gd name="connsiteY563" fmla="*/ 1575402 h 6858000"/>
              <a:gd name="connsiteX564" fmla="*/ 6304730 w 7467600"/>
              <a:gd name="connsiteY564" fmla="*/ 1766654 h 6858000"/>
              <a:gd name="connsiteX565" fmla="*/ 6944437 w 7467600"/>
              <a:gd name="connsiteY565" fmla="*/ 1575402 h 6858000"/>
              <a:gd name="connsiteX566" fmla="*/ 7019523 w 7467600"/>
              <a:gd name="connsiteY566" fmla="*/ 1519450 h 6858000"/>
              <a:gd name="connsiteX567" fmla="*/ 6298091 w 7467600"/>
              <a:gd name="connsiteY567" fmla="*/ 1737122 h 6858000"/>
              <a:gd name="connsiteX568" fmla="*/ 7019523 w 7467600"/>
              <a:gd name="connsiteY568" fmla="*/ 1519450 h 6858000"/>
              <a:gd name="connsiteX569" fmla="*/ 2399523 w 7467600"/>
              <a:gd name="connsiteY569" fmla="*/ 1428234 h 6858000"/>
              <a:gd name="connsiteX570" fmla="*/ 2224982 w 7467600"/>
              <a:gd name="connsiteY570" fmla="*/ 1826201 h 6858000"/>
              <a:gd name="connsiteX571" fmla="*/ 2096099 w 7467600"/>
              <a:gd name="connsiteY571" fmla="*/ 2345900 h 6858000"/>
              <a:gd name="connsiteX572" fmla="*/ 2283317 w 7467600"/>
              <a:gd name="connsiteY572" fmla="*/ 1796925 h 6858000"/>
              <a:gd name="connsiteX573" fmla="*/ 2399523 w 7467600"/>
              <a:gd name="connsiteY573" fmla="*/ 1428234 h 6858000"/>
              <a:gd name="connsiteX574" fmla="*/ 2448558 w 7467600"/>
              <a:gd name="connsiteY574" fmla="*/ 1373435 h 6858000"/>
              <a:gd name="connsiteX575" fmla="*/ 2312521 w 7467600"/>
              <a:gd name="connsiteY575" fmla="*/ 1806140 h 6858000"/>
              <a:gd name="connsiteX576" fmla="*/ 2127533 w 7467600"/>
              <a:gd name="connsiteY576" fmla="*/ 2348380 h 6858000"/>
              <a:gd name="connsiteX577" fmla="*/ 2358080 w 7467600"/>
              <a:gd name="connsiteY577" fmla="*/ 1866134 h 6858000"/>
              <a:gd name="connsiteX578" fmla="*/ 2407436 w 7467600"/>
              <a:gd name="connsiteY578" fmla="*/ 1651070 h 6858000"/>
              <a:gd name="connsiteX579" fmla="*/ 2448558 w 7467600"/>
              <a:gd name="connsiteY579" fmla="*/ 1373435 h 6858000"/>
              <a:gd name="connsiteX580" fmla="*/ 278707 w 7467600"/>
              <a:gd name="connsiteY580" fmla="*/ 1352270 h 6858000"/>
              <a:gd name="connsiteX581" fmla="*/ 321570 w 7467600"/>
              <a:gd name="connsiteY581" fmla="*/ 1861610 h 6858000"/>
              <a:gd name="connsiteX582" fmla="*/ 294281 w 7467600"/>
              <a:gd name="connsiteY582" fmla="*/ 1440658 h 6858000"/>
              <a:gd name="connsiteX583" fmla="*/ 278707 w 7467600"/>
              <a:gd name="connsiteY583" fmla="*/ 1352270 h 6858000"/>
              <a:gd name="connsiteX584" fmla="*/ 1423821 w 7467600"/>
              <a:gd name="connsiteY584" fmla="*/ 1351958 h 6858000"/>
              <a:gd name="connsiteX585" fmla="*/ 1638521 w 7467600"/>
              <a:gd name="connsiteY585" fmla="*/ 1908470 h 6858000"/>
              <a:gd name="connsiteX586" fmla="*/ 1754199 w 7467600"/>
              <a:gd name="connsiteY586" fmla="*/ 2149284 h 6858000"/>
              <a:gd name="connsiteX587" fmla="*/ 1908359 w 7467600"/>
              <a:gd name="connsiteY587" fmla="*/ 2364988 h 6858000"/>
              <a:gd name="connsiteX588" fmla="*/ 1647661 w 7467600"/>
              <a:gd name="connsiteY588" fmla="*/ 1825945 h 6858000"/>
              <a:gd name="connsiteX589" fmla="*/ 1423821 w 7467600"/>
              <a:gd name="connsiteY589" fmla="*/ 1351958 h 6858000"/>
              <a:gd name="connsiteX590" fmla="*/ 1431890 w 7467600"/>
              <a:gd name="connsiteY590" fmla="*/ 1306475 h 6858000"/>
              <a:gd name="connsiteX591" fmla="*/ 1507597 w 7467600"/>
              <a:gd name="connsiteY591" fmla="*/ 1446132 h 6858000"/>
              <a:gd name="connsiteX592" fmla="*/ 1674586 w 7467600"/>
              <a:gd name="connsiteY592" fmla="*/ 1813832 h 6858000"/>
              <a:gd name="connsiteX593" fmla="*/ 1815950 w 7467600"/>
              <a:gd name="connsiteY593" fmla="*/ 2128564 h 6858000"/>
              <a:gd name="connsiteX594" fmla="*/ 1984242 w 7467600"/>
              <a:gd name="connsiteY594" fmla="*/ 2430829 h 6858000"/>
              <a:gd name="connsiteX595" fmla="*/ 2014023 w 7467600"/>
              <a:gd name="connsiteY595" fmla="*/ 2450995 h 6858000"/>
              <a:gd name="connsiteX596" fmla="*/ 1747337 w 7467600"/>
              <a:gd name="connsiteY596" fmla="*/ 1855264 h 6858000"/>
              <a:gd name="connsiteX597" fmla="*/ 1533749 w 7467600"/>
              <a:gd name="connsiteY597" fmla="*/ 1478656 h 6858000"/>
              <a:gd name="connsiteX598" fmla="*/ 1431890 w 7467600"/>
              <a:gd name="connsiteY598" fmla="*/ 1306475 h 6858000"/>
              <a:gd name="connsiteX599" fmla="*/ 5052692 w 7467600"/>
              <a:gd name="connsiteY599" fmla="*/ 1292994 h 6858000"/>
              <a:gd name="connsiteX600" fmla="*/ 5200661 w 7467600"/>
              <a:gd name="connsiteY600" fmla="*/ 1635186 h 6858000"/>
              <a:gd name="connsiteX601" fmla="*/ 5297138 w 7467600"/>
              <a:gd name="connsiteY601" fmla="*/ 1906351 h 6858000"/>
              <a:gd name="connsiteX602" fmla="*/ 5052692 w 7467600"/>
              <a:gd name="connsiteY602" fmla="*/ 1292994 h 6858000"/>
              <a:gd name="connsiteX603" fmla="*/ 5009948 w 7467600"/>
              <a:gd name="connsiteY603" fmla="*/ 1273619 h 6858000"/>
              <a:gd name="connsiteX604" fmla="*/ 5121777 w 7467600"/>
              <a:gd name="connsiteY604" fmla="*/ 1654213 h 6858000"/>
              <a:gd name="connsiteX605" fmla="*/ 5293545 w 7467600"/>
              <a:gd name="connsiteY605" fmla="*/ 2072247 h 6858000"/>
              <a:gd name="connsiteX606" fmla="*/ 5294042 w 7467600"/>
              <a:gd name="connsiteY606" fmla="*/ 2065019 h 6858000"/>
              <a:gd name="connsiteX607" fmla="*/ 5171936 w 7467600"/>
              <a:gd name="connsiteY607" fmla="*/ 1647613 h 6858000"/>
              <a:gd name="connsiteX608" fmla="*/ 5009948 w 7467600"/>
              <a:gd name="connsiteY608" fmla="*/ 1273619 h 6858000"/>
              <a:gd name="connsiteX609" fmla="*/ 655236 w 7467600"/>
              <a:gd name="connsiteY609" fmla="*/ 1268632 h 6858000"/>
              <a:gd name="connsiteX610" fmla="*/ 839521 w 7467600"/>
              <a:gd name="connsiteY610" fmla="*/ 1685315 h 6858000"/>
              <a:gd name="connsiteX611" fmla="*/ 1109416 w 7467600"/>
              <a:gd name="connsiteY611" fmla="*/ 2061663 h 6858000"/>
              <a:gd name="connsiteX612" fmla="*/ 1298300 w 7467600"/>
              <a:gd name="connsiteY612" fmla="*/ 2247742 h 6858000"/>
              <a:gd name="connsiteX613" fmla="*/ 1125871 w 7467600"/>
              <a:gd name="connsiteY613" fmla="*/ 1989513 h 6858000"/>
              <a:gd name="connsiteX614" fmla="*/ 981574 w 7467600"/>
              <a:gd name="connsiteY614" fmla="*/ 1783157 h 6858000"/>
              <a:gd name="connsiteX615" fmla="*/ 922198 w 7467600"/>
              <a:gd name="connsiteY615" fmla="*/ 1677437 h 6858000"/>
              <a:gd name="connsiteX616" fmla="*/ 869293 w 7467600"/>
              <a:gd name="connsiteY616" fmla="*/ 1583214 h 6858000"/>
              <a:gd name="connsiteX617" fmla="*/ 751431 w 7467600"/>
              <a:gd name="connsiteY617" fmla="*/ 1405731 h 6858000"/>
              <a:gd name="connsiteX618" fmla="*/ 655236 w 7467600"/>
              <a:gd name="connsiteY618" fmla="*/ 1268632 h 6858000"/>
              <a:gd name="connsiteX619" fmla="*/ 6516292 w 7467600"/>
              <a:gd name="connsiteY619" fmla="*/ 1263064 h 6858000"/>
              <a:gd name="connsiteX620" fmla="*/ 5736320 w 7467600"/>
              <a:gd name="connsiteY620" fmla="*/ 1501803 h 6858000"/>
              <a:gd name="connsiteX621" fmla="*/ 6516292 w 7467600"/>
              <a:gd name="connsiteY621" fmla="*/ 1263064 h 6858000"/>
              <a:gd name="connsiteX622" fmla="*/ 291466 w 7467600"/>
              <a:gd name="connsiteY622" fmla="*/ 1250369 h 6858000"/>
              <a:gd name="connsiteX623" fmla="*/ 323180 w 7467600"/>
              <a:gd name="connsiteY623" fmla="*/ 1435283 h 6858000"/>
              <a:gd name="connsiteX624" fmla="*/ 349381 w 7467600"/>
              <a:gd name="connsiteY624" fmla="*/ 1875041 h 6858000"/>
              <a:gd name="connsiteX625" fmla="*/ 374363 w 7467600"/>
              <a:gd name="connsiteY625" fmla="*/ 1506494 h 6858000"/>
              <a:gd name="connsiteX626" fmla="*/ 302168 w 7467600"/>
              <a:gd name="connsiteY626" fmla="*/ 1274495 h 6858000"/>
              <a:gd name="connsiteX627" fmla="*/ 291466 w 7467600"/>
              <a:gd name="connsiteY627" fmla="*/ 1250369 h 6858000"/>
              <a:gd name="connsiteX628" fmla="*/ 678222 w 7467600"/>
              <a:gd name="connsiteY628" fmla="*/ 1248670 h 6858000"/>
              <a:gd name="connsiteX629" fmla="*/ 775536 w 7467600"/>
              <a:gd name="connsiteY629" fmla="*/ 1388015 h 6858000"/>
              <a:gd name="connsiteX630" fmla="*/ 894529 w 7467600"/>
              <a:gd name="connsiteY630" fmla="*/ 1567739 h 6858000"/>
              <a:gd name="connsiteX631" fmla="*/ 948000 w 7467600"/>
              <a:gd name="connsiteY631" fmla="*/ 1663088 h 6858000"/>
              <a:gd name="connsiteX632" fmla="*/ 1006812 w 7467600"/>
              <a:gd name="connsiteY632" fmla="*/ 1767683 h 6858000"/>
              <a:gd name="connsiteX633" fmla="*/ 1149133 w 7467600"/>
              <a:gd name="connsiteY633" fmla="*/ 1971513 h 6858000"/>
              <a:gd name="connsiteX634" fmla="*/ 1333952 w 7467600"/>
              <a:gd name="connsiteY634" fmla="*/ 2251620 h 6858000"/>
              <a:gd name="connsiteX635" fmla="*/ 1337329 w 7467600"/>
              <a:gd name="connsiteY635" fmla="*/ 2258350 h 6858000"/>
              <a:gd name="connsiteX636" fmla="*/ 1014726 w 7467600"/>
              <a:gd name="connsiteY636" fmla="*/ 1615556 h 6858000"/>
              <a:gd name="connsiteX637" fmla="*/ 678222 w 7467600"/>
              <a:gd name="connsiteY637" fmla="*/ 1248670 h 6858000"/>
              <a:gd name="connsiteX638" fmla="*/ 6691602 w 7467600"/>
              <a:gd name="connsiteY638" fmla="*/ 1140573 h 6858000"/>
              <a:gd name="connsiteX639" fmla="*/ 6571100 w 7467600"/>
              <a:gd name="connsiteY639" fmla="*/ 1183662 h 6858000"/>
              <a:gd name="connsiteX640" fmla="*/ 6241687 w 7467600"/>
              <a:gd name="connsiteY640" fmla="*/ 1257600 h 6858000"/>
              <a:gd name="connsiteX641" fmla="*/ 5693009 w 7467600"/>
              <a:gd name="connsiteY641" fmla="*/ 1478256 h 6858000"/>
              <a:gd name="connsiteX642" fmla="*/ 6548420 w 7467600"/>
              <a:gd name="connsiteY642" fmla="*/ 1214599 h 6858000"/>
              <a:gd name="connsiteX643" fmla="*/ 6605473 w 7467600"/>
              <a:gd name="connsiteY643" fmla="*/ 1184686 h 6858000"/>
              <a:gd name="connsiteX644" fmla="*/ 6691602 w 7467600"/>
              <a:gd name="connsiteY644" fmla="*/ 1140573 h 6858000"/>
              <a:gd name="connsiteX645" fmla="*/ 4002475 w 7467600"/>
              <a:gd name="connsiteY645" fmla="*/ 1037802 h 6858000"/>
              <a:gd name="connsiteX646" fmla="*/ 4000324 w 7467600"/>
              <a:gd name="connsiteY646" fmla="*/ 1039362 h 6858000"/>
              <a:gd name="connsiteX647" fmla="*/ 4002862 w 7467600"/>
              <a:gd name="connsiteY647" fmla="*/ 1042866 h 6858000"/>
              <a:gd name="connsiteX648" fmla="*/ 4002475 w 7467600"/>
              <a:gd name="connsiteY648" fmla="*/ 1037802 h 6858000"/>
              <a:gd name="connsiteX649" fmla="*/ 506322 w 7467600"/>
              <a:gd name="connsiteY649" fmla="*/ 1020997 h 6858000"/>
              <a:gd name="connsiteX650" fmla="*/ 533068 w 7467600"/>
              <a:gd name="connsiteY650" fmla="*/ 1029409 h 6858000"/>
              <a:gd name="connsiteX651" fmla="*/ 1232525 w 7467600"/>
              <a:gd name="connsiteY651" fmla="*/ 1804675 h 6858000"/>
              <a:gd name="connsiteX652" fmla="*/ 1388858 w 7467600"/>
              <a:gd name="connsiteY652" fmla="*/ 2368011 h 6858000"/>
              <a:gd name="connsiteX653" fmla="*/ 1384098 w 7467600"/>
              <a:gd name="connsiteY653" fmla="*/ 2378125 h 6858000"/>
              <a:gd name="connsiteX654" fmla="*/ 1425393 w 7467600"/>
              <a:gd name="connsiteY654" fmla="*/ 2589124 h 6858000"/>
              <a:gd name="connsiteX655" fmla="*/ 1424001 w 7467600"/>
              <a:gd name="connsiteY655" fmla="*/ 2597541 h 6858000"/>
              <a:gd name="connsiteX656" fmla="*/ 2152729 w 7467600"/>
              <a:gd name="connsiteY656" fmla="*/ 2864487 h 6858000"/>
              <a:gd name="connsiteX657" fmla="*/ 2020609 w 7467600"/>
              <a:gd name="connsiteY657" fmla="*/ 2539671 h 6858000"/>
              <a:gd name="connsiteX658" fmla="*/ 2018920 w 7467600"/>
              <a:gd name="connsiteY658" fmla="*/ 2536309 h 6858000"/>
              <a:gd name="connsiteX659" fmla="*/ 1342441 w 7467600"/>
              <a:gd name="connsiteY659" fmla="*/ 1173017 h 6858000"/>
              <a:gd name="connsiteX660" fmla="*/ 1367925 w 7467600"/>
              <a:gd name="connsiteY660" fmla="*/ 1135648 h 6858000"/>
              <a:gd name="connsiteX661" fmla="*/ 1771401 w 7467600"/>
              <a:gd name="connsiteY661" fmla="*/ 1806673 h 6858000"/>
              <a:gd name="connsiteX662" fmla="*/ 1972385 w 7467600"/>
              <a:gd name="connsiteY662" fmla="*/ 2198735 h 6858000"/>
              <a:gd name="connsiteX663" fmla="*/ 2040892 w 7467600"/>
              <a:gd name="connsiteY663" fmla="*/ 2405205 h 6858000"/>
              <a:gd name="connsiteX664" fmla="*/ 2131689 w 7467600"/>
              <a:gd name="connsiteY664" fmla="*/ 1936926 h 6858000"/>
              <a:gd name="connsiteX665" fmla="*/ 2454820 w 7467600"/>
              <a:gd name="connsiteY665" fmla="*/ 1248808 h 6858000"/>
              <a:gd name="connsiteX666" fmla="*/ 2492512 w 7467600"/>
              <a:gd name="connsiteY666" fmla="*/ 1302920 h 6858000"/>
              <a:gd name="connsiteX667" fmla="*/ 2081216 w 7467600"/>
              <a:gd name="connsiteY667" fmla="*/ 2527513 h 6858000"/>
              <a:gd name="connsiteX668" fmla="*/ 2081211 w 7467600"/>
              <a:gd name="connsiteY668" fmla="*/ 2528916 h 6858000"/>
              <a:gd name="connsiteX669" fmla="*/ 2199067 w 7467600"/>
              <a:gd name="connsiteY669" fmla="*/ 2884061 h 6858000"/>
              <a:gd name="connsiteX670" fmla="*/ 3192586 w 7467600"/>
              <a:gd name="connsiteY670" fmla="*/ 3411496 h 6858000"/>
              <a:gd name="connsiteX671" fmla="*/ 3182620 w 7467600"/>
              <a:gd name="connsiteY671" fmla="*/ 3483279 h 6858000"/>
              <a:gd name="connsiteX672" fmla="*/ 2435119 w 7467600"/>
              <a:gd name="connsiteY672" fmla="*/ 3080173 h 6858000"/>
              <a:gd name="connsiteX673" fmla="*/ 2410152 w 7467600"/>
              <a:gd name="connsiteY673" fmla="*/ 3063751 h 6858000"/>
              <a:gd name="connsiteX674" fmla="*/ 2408099 w 7467600"/>
              <a:gd name="connsiteY674" fmla="*/ 3064403 h 6858000"/>
              <a:gd name="connsiteX675" fmla="*/ 2407218 w 7467600"/>
              <a:gd name="connsiteY675" fmla="*/ 3070324 h 6858000"/>
              <a:gd name="connsiteX676" fmla="*/ 2380138 w 7467600"/>
              <a:gd name="connsiteY676" fmla="*/ 3099341 h 6858000"/>
              <a:gd name="connsiteX677" fmla="*/ 1765923 w 7467600"/>
              <a:gd name="connsiteY677" fmla="*/ 3581043 h 6858000"/>
              <a:gd name="connsiteX678" fmla="*/ 1702258 w 7467600"/>
              <a:gd name="connsiteY678" fmla="*/ 3612286 h 6858000"/>
              <a:gd name="connsiteX679" fmla="*/ 1538370 w 7467600"/>
              <a:gd name="connsiteY679" fmla="*/ 3811804 h 6858000"/>
              <a:gd name="connsiteX680" fmla="*/ 542867 w 7467600"/>
              <a:gd name="connsiteY680" fmla="*/ 4944092 h 6858000"/>
              <a:gd name="connsiteX681" fmla="*/ 515800 w 7467600"/>
              <a:gd name="connsiteY681" fmla="*/ 4862180 h 6858000"/>
              <a:gd name="connsiteX682" fmla="*/ 909145 w 7467600"/>
              <a:gd name="connsiteY682" fmla="*/ 4199225 h 6858000"/>
              <a:gd name="connsiteX683" fmla="*/ 1214067 w 7467600"/>
              <a:gd name="connsiteY683" fmla="*/ 3908561 h 6858000"/>
              <a:gd name="connsiteX684" fmla="*/ 640967 w 7467600"/>
              <a:gd name="connsiteY684" fmla="*/ 4105601 h 6858000"/>
              <a:gd name="connsiteX685" fmla="*/ 112563 w 7467600"/>
              <a:gd name="connsiteY685" fmla="*/ 4396952 h 6858000"/>
              <a:gd name="connsiteX686" fmla="*/ 0 w 7467600"/>
              <a:gd name="connsiteY686" fmla="*/ 4466006 h 6858000"/>
              <a:gd name="connsiteX687" fmla="*/ 0 w 7467600"/>
              <a:gd name="connsiteY687" fmla="*/ 4233763 h 6858000"/>
              <a:gd name="connsiteX688" fmla="*/ 36881 w 7467600"/>
              <a:gd name="connsiteY688" fmla="*/ 4200118 h 6858000"/>
              <a:gd name="connsiteX689" fmla="*/ 910534 w 7467600"/>
              <a:gd name="connsiteY689" fmla="*/ 3629753 h 6858000"/>
              <a:gd name="connsiteX690" fmla="*/ 1578717 w 7467600"/>
              <a:gd name="connsiteY690" fmla="*/ 3575982 h 6858000"/>
              <a:gd name="connsiteX691" fmla="*/ 2338780 w 7467600"/>
              <a:gd name="connsiteY691" fmla="*/ 3033725 h 6858000"/>
              <a:gd name="connsiteX692" fmla="*/ 1807991 w 7467600"/>
              <a:gd name="connsiteY692" fmla="*/ 2807184 h 6858000"/>
              <a:gd name="connsiteX693" fmla="*/ 1416358 w 7467600"/>
              <a:gd name="connsiteY693" fmla="*/ 3112571 h 6858000"/>
              <a:gd name="connsiteX694" fmla="*/ 939066 w 7467600"/>
              <a:gd name="connsiteY694" fmla="*/ 3378798 h 6858000"/>
              <a:gd name="connsiteX695" fmla="*/ 115099 w 7467600"/>
              <a:gd name="connsiteY695" fmla="*/ 3607650 h 6858000"/>
              <a:gd name="connsiteX696" fmla="*/ 97284 w 7467600"/>
              <a:gd name="connsiteY696" fmla="*/ 3520393 h 6858000"/>
              <a:gd name="connsiteX697" fmla="*/ 922050 w 7467600"/>
              <a:gd name="connsiteY697" fmla="*/ 3074867 h 6858000"/>
              <a:gd name="connsiteX698" fmla="*/ 1405265 w 7467600"/>
              <a:gd name="connsiteY698" fmla="*/ 3016319 h 6858000"/>
              <a:gd name="connsiteX699" fmla="*/ 1407512 w 7467600"/>
              <a:gd name="connsiteY699" fmla="*/ 3018001 h 6858000"/>
              <a:gd name="connsiteX700" fmla="*/ 1726266 w 7467600"/>
              <a:gd name="connsiteY700" fmla="*/ 2777274 h 6858000"/>
              <a:gd name="connsiteX701" fmla="*/ 625390 w 7467600"/>
              <a:gd name="connsiteY701" fmla="*/ 2514541 h 6858000"/>
              <a:gd name="connsiteX702" fmla="*/ 619799 w 7467600"/>
              <a:gd name="connsiteY702" fmla="*/ 2527180 h 6858000"/>
              <a:gd name="connsiteX703" fmla="*/ 310030 w 7467600"/>
              <a:gd name="connsiteY703" fmla="*/ 2771818 h 6858000"/>
              <a:gd name="connsiteX704" fmla="*/ 173877 w 7467600"/>
              <a:gd name="connsiteY704" fmla="*/ 2937056 h 6858000"/>
              <a:gd name="connsiteX705" fmla="*/ 77889 w 7467600"/>
              <a:gd name="connsiteY705" fmla="*/ 3138440 h 6858000"/>
              <a:gd name="connsiteX706" fmla="*/ 0 w 7467600"/>
              <a:gd name="connsiteY706" fmla="*/ 3271395 h 6858000"/>
              <a:gd name="connsiteX707" fmla="*/ 0 w 7467600"/>
              <a:gd name="connsiteY707" fmla="*/ 3153002 h 6858000"/>
              <a:gd name="connsiteX708" fmla="*/ 2386 w 7467600"/>
              <a:gd name="connsiteY708" fmla="*/ 3149203 h 6858000"/>
              <a:gd name="connsiteX709" fmla="*/ 89753 w 7467600"/>
              <a:gd name="connsiteY709" fmla="*/ 2987702 h 6858000"/>
              <a:gd name="connsiteX710" fmla="*/ 76869 w 7467600"/>
              <a:gd name="connsiteY710" fmla="*/ 3005404 h 6858000"/>
              <a:gd name="connsiteX711" fmla="*/ 32049 w 7467600"/>
              <a:gd name="connsiteY711" fmla="*/ 3065814 h 6858000"/>
              <a:gd name="connsiteX712" fmla="*/ 0 w 7467600"/>
              <a:gd name="connsiteY712" fmla="*/ 3108744 h 6858000"/>
              <a:gd name="connsiteX713" fmla="*/ 0 w 7467600"/>
              <a:gd name="connsiteY713" fmla="*/ 3058059 h 6858000"/>
              <a:gd name="connsiteX714" fmla="*/ 7610 w 7467600"/>
              <a:gd name="connsiteY714" fmla="*/ 3047889 h 6858000"/>
              <a:gd name="connsiteX715" fmla="*/ 52419 w 7467600"/>
              <a:gd name="connsiteY715" fmla="*/ 2987479 h 6858000"/>
              <a:gd name="connsiteX716" fmla="*/ 59142 w 7467600"/>
              <a:gd name="connsiteY716" fmla="*/ 2978488 h 6858000"/>
              <a:gd name="connsiteX717" fmla="*/ 0 w 7467600"/>
              <a:gd name="connsiteY717" fmla="*/ 3015334 h 6858000"/>
              <a:gd name="connsiteX718" fmla="*/ 0 w 7467600"/>
              <a:gd name="connsiteY718" fmla="*/ 2914286 h 6858000"/>
              <a:gd name="connsiteX719" fmla="*/ 36383 w 7467600"/>
              <a:gd name="connsiteY719" fmla="*/ 2901128 h 6858000"/>
              <a:gd name="connsiteX720" fmla="*/ 156329 w 7467600"/>
              <a:gd name="connsiteY720" fmla="*/ 2840533 h 6858000"/>
              <a:gd name="connsiteX721" fmla="*/ 358355 w 7467600"/>
              <a:gd name="connsiteY721" fmla="*/ 2620471 h 6858000"/>
              <a:gd name="connsiteX722" fmla="*/ 510577 w 7467600"/>
              <a:gd name="connsiteY722" fmla="*/ 2501244 h 6858000"/>
              <a:gd name="connsiteX723" fmla="*/ 211967 w 7467600"/>
              <a:gd name="connsiteY723" fmla="*/ 2479171 h 6858000"/>
              <a:gd name="connsiteX724" fmla="*/ 0 w 7467600"/>
              <a:gd name="connsiteY724" fmla="*/ 2476398 h 6858000"/>
              <a:gd name="connsiteX725" fmla="*/ 0 w 7467600"/>
              <a:gd name="connsiteY725" fmla="*/ 2389189 h 6858000"/>
              <a:gd name="connsiteX726" fmla="*/ 103062 w 7467600"/>
              <a:gd name="connsiteY726" fmla="*/ 2389518 h 6858000"/>
              <a:gd name="connsiteX727" fmla="*/ 510734 w 7467600"/>
              <a:gd name="connsiteY727" fmla="*/ 2416201 h 6858000"/>
              <a:gd name="connsiteX728" fmla="*/ 279257 w 7467600"/>
              <a:gd name="connsiteY728" fmla="*/ 2092102 h 6858000"/>
              <a:gd name="connsiteX729" fmla="*/ 65265 w 7467600"/>
              <a:gd name="connsiteY729" fmla="*/ 2006049 h 6858000"/>
              <a:gd name="connsiteX730" fmla="*/ 0 w 7467600"/>
              <a:gd name="connsiteY730" fmla="*/ 1982532 h 6858000"/>
              <a:gd name="connsiteX731" fmla="*/ 0 w 7467600"/>
              <a:gd name="connsiteY731" fmla="*/ 1912789 h 6858000"/>
              <a:gd name="connsiteX732" fmla="*/ 97460 w 7467600"/>
              <a:gd name="connsiteY732" fmla="*/ 1953725 h 6858000"/>
              <a:gd name="connsiteX733" fmla="*/ 221272 w 7467600"/>
              <a:gd name="connsiteY733" fmla="*/ 1980766 h 6858000"/>
              <a:gd name="connsiteX734" fmla="*/ 116765 w 7467600"/>
              <a:gd name="connsiteY734" fmla="*/ 1911033 h 6858000"/>
              <a:gd name="connsiteX735" fmla="*/ 16405 w 7467600"/>
              <a:gd name="connsiteY735" fmla="*/ 1803412 h 6858000"/>
              <a:gd name="connsiteX736" fmla="*/ 0 w 7467600"/>
              <a:gd name="connsiteY736" fmla="*/ 1784777 h 6858000"/>
              <a:gd name="connsiteX737" fmla="*/ 0 w 7467600"/>
              <a:gd name="connsiteY737" fmla="*/ 1740082 h 6858000"/>
              <a:gd name="connsiteX738" fmla="*/ 39394 w 7467600"/>
              <a:gd name="connsiteY738" fmla="*/ 1784856 h 6858000"/>
              <a:gd name="connsiteX739" fmla="*/ 135813 w 7467600"/>
              <a:gd name="connsiteY739" fmla="*/ 1888838 h 6858000"/>
              <a:gd name="connsiteX740" fmla="*/ 242575 w 7467600"/>
              <a:gd name="connsiteY740" fmla="*/ 1958841 h 6858000"/>
              <a:gd name="connsiteX741" fmla="*/ 82197 w 7467600"/>
              <a:gd name="connsiteY741" fmla="*/ 1754826 h 6858000"/>
              <a:gd name="connsiteX742" fmla="*/ 0 w 7467600"/>
              <a:gd name="connsiteY742" fmla="*/ 1679650 h 6858000"/>
              <a:gd name="connsiteX743" fmla="*/ 0 w 7467600"/>
              <a:gd name="connsiteY743" fmla="*/ 1602463 h 6858000"/>
              <a:gd name="connsiteX744" fmla="*/ 84689 w 7467600"/>
              <a:gd name="connsiteY744" fmla="*/ 1677442 h 6858000"/>
              <a:gd name="connsiteX745" fmla="*/ 298437 w 7467600"/>
              <a:gd name="connsiteY745" fmla="*/ 1968019 h 6858000"/>
              <a:gd name="connsiteX746" fmla="*/ 227269 w 7467600"/>
              <a:gd name="connsiteY746" fmla="*/ 1114064 h 6858000"/>
              <a:gd name="connsiteX747" fmla="*/ 248003 w 7467600"/>
              <a:gd name="connsiteY747" fmla="*/ 1089613 h 6858000"/>
              <a:gd name="connsiteX748" fmla="*/ 427020 w 7467600"/>
              <a:gd name="connsiteY748" fmla="*/ 1619803 h 6858000"/>
              <a:gd name="connsiteX749" fmla="*/ 340345 w 7467600"/>
              <a:gd name="connsiteY749" fmla="*/ 2027739 h 6858000"/>
              <a:gd name="connsiteX750" fmla="*/ 360865 w 7467600"/>
              <a:gd name="connsiteY750" fmla="*/ 2044827 h 6858000"/>
              <a:gd name="connsiteX751" fmla="*/ 560414 w 7467600"/>
              <a:gd name="connsiteY751" fmla="*/ 2421457 h 6858000"/>
              <a:gd name="connsiteX752" fmla="*/ 1359703 w 7467600"/>
              <a:gd name="connsiteY752" fmla="*/ 2578554 h 6858000"/>
              <a:gd name="connsiteX753" fmla="*/ 1359422 w 7467600"/>
              <a:gd name="connsiteY753" fmla="*/ 2577994 h 6858000"/>
              <a:gd name="connsiteX754" fmla="*/ 828701 w 7467600"/>
              <a:gd name="connsiteY754" fmla="*/ 1839520 h 6858000"/>
              <a:gd name="connsiteX755" fmla="*/ 494427 w 7467600"/>
              <a:gd name="connsiteY755" fmla="*/ 1092333 h 6858000"/>
              <a:gd name="connsiteX756" fmla="*/ 506322 w 7467600"/>
              <a:gd name="connsiteY756" fmla="*/ 1020997 h 6858000"/>
              <a:gd name="connsiteX757" fmla="*/ 4570198 w 7467600"/>
              <a:gd name="connsiteY757" fmla="*/ 978081 h 6858000"/>
              <a:gd name="connsiteX758" fmla="*/ 4523691 w 7467600"/>
              <a:gd name="connsiteY758" fmla="*/ 1127776 h 6858000"/>
              <a:gd name="connsiteX759" fmla="*/ 4509875 w 7467600"/>
              <a:gd name="connsiteY759" fmla="*/ 1167552 h 6858000"/>
              <a:gd name="connsiteX760" fmla="*/ 4478168 w 7467600"/>
              <a:gd name="connsiteY760" fmla="*/ 1260735 h 6858000"/>
              <a:gd name="connsiteX761" fmla="*/ 4409309 w 7467600"/>
              <a:gd name="connsiteY761" fmla="*/ 1666996 h 6858000"/>
              <a:gd name="connsiteX762" fmla="*/ 4370031 w 7467600"/>
              <a:gd name="connsiteY762" fmla="*/ 1955666 h 6858000"/>
              <a:gd name="connsiteX763" fmla="*/ 4570198 w 7467600"/>
              <a:gd name="connsiteY763" fmla="*/ 978081 h 6858000"/>
              <a:gd name="connsiteX764" fmla="*/ 4557898 w 7467600"/>
              <a:gd name="connsiteY764" fmla="*/ 900011 h 6858000"/>
              <a:gd name="connsiteX765" fmla="*/ 4344840 w 7467600"/>
              <a:gd name="connsiteY765" fmla="*/ 1922038 h 6858000"/>
              <a:gd name="connsiteX766" fmla="*/ 4378710 w 7467600"/>
              <a:gd name="connsiteY766" fmla="*/ 1665516 h 6858000"/>
              <a:gd name="connsiteX767" fmla="*/ 4448798 w 7467600"/>
              <a:gd name="connsiteY767" fmla="*/ 1253024 h 6858000"/>
              <a:gd name="connsiteX768" fmla="*/ 4480315 w 7467600"/>
              <a:gd name="connsiteY768" fmla="*/ 1158454 h 6858000"/>
              <a:gd name="connsiteX769" fmla="*/ 4494133 w 7467600"/>
              <a:gd name="connsiteY769" fmla="*/ 1118676 h 6858000"/>
              <a:gd name="connsiteX770" fmla="*/ 4557898 w 7467600"/>
              <a:gd name="connsiteY770" fmla="*/ 900011 h 6858000"/>
              <a:gd name="connsiteX771" fmla="*/ 5870151 w 7467600"/>
              <a:gd name="connsiteY771" fmla="*/ 898890 h 6858000"/>
              <a:gd name="connsiteX772" fmla="*/ 5861335 w 7467600"/>
              <a:gd name="connsiteY772" fmla="*/ 899177 h 6858000"/>
              <a:gd name="connsiteX773" fmla="*/ 5843702 w 7467600"/>
              <a:gd name="connsiteY773" fmla="*/ 899748 h 6858000"/>
              <a:gd name="connsiteX774" fmla="*/ 5651107 w 7467600"/>
              <a:gd name="connsiteY774" fmla="*/ 920306 h 6858000"/>
              <a:gd name="connsiteX775" fmla="*/ 5459407 w 7467600"/>
              <a:gd name="connsiteY775" fmla="*/ 940975 h 6858000"/>
              <a:gd name="connsiteX776" fmla="*/ 5374846 w 7467600"/>
              <a:gd name="connsiteY776" fmla="*/ 941988 h 6858000"/>
              <a:gd name="connsiteX777" fmla="*/ 5256105 w 7467600"/>
              <a:gd name="connsiteY777" fmla="*/ 945632 h 6858000"/>
              <a:gd name="connsiteX778" fmla="*/ 5107071 w 7467600"/>
              <a:gd name="connsiteY778" fmla="*/ 969720 h 6858000"/>
              <a:gd name="connsiteX779" fmla="*/ 4998681 w 7467600"/>
              <a:gd name="connsiteY779" fmla="*/ 988771 h 6858000"/>
              <a:gd name="connsiteX780" fmla="*/ 5870151 w 7467600"/>
              <a:gd name="connsiteY780" fmla="*/ 898890 h 6858000"/>
              <a:gd name="connsiteX781" fmla="*/ 5504425 w 7467600"/>
              <a:gd name="connsiteY781" fmla="*/ 848067 h 6858000"/>
              <a:gd name="connsiteX782" fmla="*/ 4968849 w 7467600"/>
              <a:gd name="connsiteY782" fmla="*/ 962318 h 6858000"/>
              <a:gd name="connsiteX783" fmla="*/ 5104039 w 7467600"/>
              <a:gd name="connsiteY783" fmla="*/ 940634 h 6858000"/>
              <a:gd name="connsiteX784" fmla="*/ 5256311 w 7467600"/>
              <a:gd name="connsiteY784" fmla="*/ 916490 h 6858000"/>
              <a:gd name="connsiteX785" fmla="*/ 5377381 w 7467600"/>
              <a:gd name="connsiteY785" fmla="*/ 912671 h 6858000"/>
              <a:gd name="connsiteX786" fmla="*/ 5460148 w 7467600"/>
              <a:gd name="connsiteY786" fmla="*/ 911442 h 6858000"/>
              <a:gd name="connsiteX787" fmla="*/ 5648971 w 7467600"/>
              <a:gd name="connsiteY787" fmla="*/ 891331 h 6858000"/>
              <a:gd name="connsiteX788" fmla="*/ 5844807 w 7467600"/>
              <a:gd name="connsiteY788" fmla="*/ 870718 h 6858000"/>
              <a:gd name="connsiteX789" fmla="*/ 5862975 w 7467600"/>
              <a:gd name="connsiteY789" fmla="*/ 869756 h 6858000"/>
              <a:gd name="connsiteX790" fmla="*/ 5920887 w 7467600"/>
              <a:gd name="connsiteY790" fmla="*/ 865929 h 6858000"/>
              <a:gd name="connsiteX791" fmla="*/ 5504425 w 7467600"/>
              <a:gd name="connsiteY791" fmla="*/ 848067 h 6858000"/>
              <a:gd name="connsiteX792" fmla="*/ 3607114 w 7467600"/>
              <a:gd name="connsiteY792" fmla="*/ 467441 h 6858000"/>
              <a:gd name="connsiteX793" fmla="*/ 3296242 w 7467600"/>
              <a:gd name="connsiteY793" fmla="*/ 807991 h 6858000"/>
              <a:gd name="connsiteX794" fmla="*/ 3174674 w 7467600"/>
              <a:gd name="connsiteY794" fmla="*/ 919759 h 6858000"/>
              <a:gd name="connsiteX795" fmla="*/ 3042978 w 7467600"/>
              <a:gd name="connsiteY795" fmla="*/ 1054894 h 6858000"/>
              <a:gd name="connsiteX796" fmla="*/ 2968914 w 7467600"/>
              <a:gd name="connsiteY796" fmla="*/ 1133756 h 6858000"/>
              <a:gd name="connsiteX797" fmla="*/ 3103823 w 7467600"/>
              <a:gd name="connsiteY797" fmla="*/ 1026814 h 6858000"/>
              <a:gd name="connsiteX798" fmla="*/ 3607114 w 7467600"/>
              <a:gd name="connsiteY798" fmla="*/ 467441 h 6858000"/>
              <a:gd name="connsiteX799" fmla="*/ 3744487 w 7467600"/>
              <a:gd name="connsiteY799" fmla="*/ 383136 h 6858000"/>
              <a:gd name="connsiteX800" fmla="*/ 3970213 w 7467600"/>
              <a:gd name="connsiteY800" fmla="*/ 995559 h 6858000"/>
              <a:gd name="connsiteX801" fmla="*/ 3744487 w 7467600"/>
              <a:gd name="connsiteY801" fmla="*/ 383136 h 6858000"/>
              <a:gd name="connsiteX802" fmla="*/ 3624562 w 7467600"/>
              <a:gd name="connsiteY802" fmla="*/ 367041 h 6858000"/>
              <a:gd name="connsiteX803" fmla="*/ 3489712 w 7467600"/>
              <a:gd name="connsiteY803" fmla="*/ 485386 h 6858000"/>
              <a:gd name="connsiteX804" fmla="*/ 3182994 w 7467600"/>
              <a:gd name="connsiteY804" fmla="*/ 828265 h 6858000"/>
              <a:gd name="connsiteX805" fmla="*/ 2892114 w 7467600"/>
              <a:gd name="connsiteY805" fmla="*/ 1172635 h 6858000"/>
              <a:gd name="connsiteX806" fmla="*/ 3021459 w 7467600"/>
              <a:gd name="connsiteY806" fmla="*/ 1035385 h 6858000"/>
              <a:gd name="connsiteX807" fmla="*/ 3153873 w 7467600"/>
              <a:gd name="connsiteY807" fmla="*/ 898971 h 6858000"/>
              <a:gd name="connsiteX808" fmla="*/ 3276511 w 7467600"/>
              <a:gd name="connsiteY808" fmla="*/ 786423 h 6858000"/>
              <a:gd name="connsiteX809" fmla="*/ 3584154 w 7467600"/>
              <a:gd name="connsiteY809" fmla="*/ 448218 h 6858000"/>
              <a:gd name="connsiteX810" fmla="*/ 3624562 w 7467600"/>
              <a:gd name="connsiteY810" fmla="*/ 367041 h 6858000"/>
              <a:gd name="connsiteX811" fmla="*/ 3766672 w 7467600"/>
              <a:gd name="connsiteY811" fmla="*/ 359429 h 6858000"/>
              <a:gd name="connsiteX812" fmla="*/ 3996338 w 7467600"/>
              <a:gd name="connsiteY812" fmla="*/ 968237 h 6858000"/>
              <a:gd name="connsiteX813" fmla="*/ 3766672 w 7467600"/>
              <a:gd name="connsiteY813" fmla="*/ 359429 h 6858000"/>
              <a:gd name="connsiteX814" fmla="*/ 5805386 w 7467600"/>
              <a:gd name="connsiteY814" fmla="*/ 239240 h 6858000"/>
              <a:gd name="connsiteX815" fmla="*/ 5736947 w 7467600"/>
              <a:gd name="connsiteY815" fmla="*/ 261367 h 6858000"/>
              <a:gd name="connsiteX816" fmla="*/ 5427012 w 7467600"/>
              <a:gd name="connsiteY816" fmla="*/ 311272 h 6858000"/>
              <a:gd name="connsiteX817" fmla="*/ 5147818 w 7467600"/>
              <a:gd name="connsiteY817" fmla="*/ 322112 h 6858000"/>
              <a:gd name="connsiteX818" fmla="*/ 5060854 w 7467600"/>
              <a:gd name="connsiteY818" fmla="*/ 311882 h 6858000"/>
              <a:gd name="connsiteX819" fmla="*/ 4945989 w 7467600"/>
              <a:gd name="connsiteY819" fmla="*/ 300516 h 6858000"/>
              <a:gd name="connsiteX820" fmla="*/ 5410479 w 7467600"/>
              <a:gd name="connsiteY820" fmla="*/ 348434 h 6858000"/>
              <a:gd name="connsiteX821" fmla="*/ 5805386 w 7467600"/>
              <a:gd name="connsiteY821" fmla="*/ 239240 h 6858000"/>
              <a:gd name="connsiteX822" fmla="*/ 5905192 w 7467600"/>
              <a:gd name="connsiteY822" fmla="*/ 163079 h 6858000"/>
              <a:gd name="connsiteX823" fmla="*/ 5865655 w 7467600"/>
              <a:gd name="connsiteY823" fmla="*/ 171901 h 6858000"/>
              <a:gd name="connsiteX824" fmla="*/ 5259740 w 7467600"/>
              <a:gd name="connsiteY824" fmla="*/ 257013 h 6858000"/>
              <a:gd name="connsiteX825" fmla="*/ 5208466 w 7467600"/>
              <a:gd name="connsiteY825" fmla="*/ 257550 h 6858000"/>
              <a:gd name="connsiteX826" fmla="*/ 4980204 w 7467600"/>
              <a:gd name="connsiteY826" fmla="*/ 271903 h 6858000"/>
              <a:gd name="connsiteX827" fmla="*/ 5068068 w 7467600"/>
              <a:gd name="connsiteY827" fmla="*/ 282244 h 6858000"/>
              <a:gd name="connsiteX828" fmla="*/ 5153231 w 7467600"/>
              <a:gd name="connsiteY828" fmla="*/ 292240 h 6858000"/>
              <a:gd name="connsiteX829" fmla="*/ 5426491 w 7467600"/>
              <a:gd name="connsiteY829" fmla="*/ 281128 h 6858000"/>
              <a:gd name="connsiteX830" fmla="*/ 5731212 w 7467600"/>
              <a:gd name="connsiteY830" fmla="*/ 231951 h 6858000"/>
              <a:gd name="connsiteX831" fmla="*/ 5905192 w 7467600"/>
              <a:gd name="connsiteY831" fmla="*/ 163079 h 6858000"/>
              <a:gd name="connsiteX832" fmla="*/ 5944437 w 7467600"/>
              <a:gd name="connsiteY832" fmla="*/ 113829 h 6858000"/>
              <a:gd name="connsiteX833" fmla="*/ 5825032 w 7467600"/>
              <a:gd name="connsiteY833" fmla="*/ 146405 h 6858000"/>
              <a:gd name="connsiteX834" fmla="*/ 4955599 w 7467600"/>
              <a:gd name="connsiteY834" fmla="*/ 247008 h 6858000"/>
              <a:gd name="connsiteX835" fmla="*/ 5210104 w 7467600"/>
              <a:gd name="connsiteY835" fmla="*/ 228123 h 6858000"/>
              <a:gd name="connsiteX836" fmla="*/ 5261015 w 7467600"/>
              <a:gd name="connsiteY836" fmla="*/ 227087 h 6858000"/>
              <a:gd name="connsiteX837" fmla="*/ 5861181 w 7467600"/>
              <a:gd name="connsiteY837" fmla="*/ 143093 h 6858000"/>
              <a:gd name="connsiteX838" fmla="*/ 5961252 w 7467600"/>
              <a:gd name="connsiteY838" fmla="*/ 114820 h 6858000"/>
              <a:gd name="connsiteX839" fmla="*/ 5944437 w 7467600"/>
              <a:gd name="connsiteY839" fmla="*/ 113829 h 6858000"/>
              <a:gd name="connsiteX840" fmla="*/ 3882765 w 7467600"/>
              <a:gd name="connsiteY840" fmla="*/ 0 h 6858000"/>
              <a:gd name="connsiteX841" fmla="*/ 3995099 w 7467600"/>
              <a:gd name="connsiteY841" fmla="*/ 0 h 6858000"/>
              <a:gd name="connsiteX842" fmla="*/ 4163818 w 7467600"/>
              <a:gd name="connsiteY842" fmla="*/ 234104 h 6858000"/>
              <a:gd name="connsiteX843" fmla="*/ 4172099 w 7467600"/>
              <a:gd name="connsiteY843" fmla="*/ 234207 h 6858000"/>
              <a:gd name="connsiteX844" fmla="*/ 4784282 w 7467600"/>
              <a:gd name="connsiteY844" fmla="*/ 276561 h 6858000"/>
              <a:gd name="connsiteX845" fmla="*/ 4801687 w 7467600"/>
              <a:gd name="connsiteY845" fmla="*/ 267764 h 6858000"/>
              <a:gd name="connsiteX846" fmla="*/ 6082788 w 7467600"/>
              <a:gd name="connsiteY846" fmla="*/ 64119 h 6858000"/>
              <a:gd name="connsiteX847" fmla="*/ 6099442 w 7467600"/>
              <a:gd name="connsiteY847" fmla="*/ 82568 h 6858000"/>
              <a:gd name="connsiteX848" fmla="*/ 4804137 w 7467600"/>
              <a:gd name="connsiteY848" fmla="*/ 320931 h 6858000"/>
              <a:gd name="connsiteX849" fmla="*/ 4227047 w 7467600"/>
              <a:gd name="connsiteY849" fmla="*/ 313415 h 6858000"/>
              <a:gd name="connsiteX850" fmla="*/ 4346041 w 7467600"/>
              <a:gd name="connsiteY850" fmla="*/ 456086 h 6858000"/>
              <a:gd name="connsiteX851" fmla="*/ 4870967 w 7467600"/>
              <a:gd name="connsiteY851" fmla="*/ 963061 h 6858000"/>
              <a:gd name="connsiteX852" fmla="*/ 4889647 w 7467600"/>
              <a:gd name="connsiteY852" fmla="*/ 957147 h 6858000"/>
              <a:gd name="connsiteX853" fmla="*/ 5422504 w 7467600"/>
              <a:gd name="connsiteY853" fmla="*/ 805191 h 6858000"/>
              <a:gd name="connsiteX854" fmla="*/ 6087656 w 7467600"/>
              <a:gd name="connsiteY854" fmla="*/ 826703 h 6858000"/>
              <a:gd name="connsiteX855" fmla="*/ 6058717 w 7467600"/>
              <a:gd name="connsiteY855" fmla="*/ 865992 h 6858000"/>
              <a:gd name="connsiteX856" fmla="*/ 4974153 w 7467600"/>
              <a:gd name="connsiteY856" fmla="*/ 1045456 h 6858000"/>
              <a:gd name="connsiteX857" fmla="*/ 5627835 w 7467600"/>
              <a:gd name="connsiteY857" fmla="*/ 1472077 h 6858000"/>
              <a:gd name="connsiteX858" fmla="*/ 5629817 w 7467600"/>
              <a:gd name="connsiteY858" fmla="*/ 1471412 h 6858000"/>
              <a:gd name="connsiteX859" fmla="*/ 5634124 w 7467600"/>
              <a:gd name="connsiteY859" fmla="*/ 1470572 h 6858000"/>
              <a:gd name="connsiteX860" fmla="*/ 5755832 w 7467600"/>
              <a:gd name="connsiteY860" fmla="*/ 1383886 h 6858000"/>
              <a:gd name="connsiteX861" fmla="*/ 6014186 w 7467600"/>
              <a:gd name="connsiteY861" fmla="*/ 1279799 h 6858000"/>
              <a:gd name="connsiteX862" fmla="*/ 6901619 w 7467600"/>
              <a:gd name="connsiteY862" fmla="*/ 1047874 h 6858000"/>
              <a:gd name="connsiteX863" fmla="*/ 6931566 w 7467600"/>
              <a:gd name="connsiteY863" fmla="*/ 1062034 h 6858000"/>
              <a:gd name="connsiteX864" fmla="*/ 5790982 w 7467600"/>
              <a:gd name="connsiteY864" fmla="*/ 1561380 h 6858000"/>
              <a:gd name="connsiteX865" fmla="*/ 6188971 w 7467600"/>
              <a:gd name="connsiteY865" fmla="*/ 1755168 h 6858000"/>
              <a:gd name="connsiteX866" fmla="*/ 6202446 w 7467600"/>
              <a:gd name="connsiteY866" fmla="*/ 1752268 h 6858000"/>
              <a:gd name="connsiteX867" fmla="*/ 7179560 w 7467600"/>
              <a:gd name="connsiteY867" fmla="*/ 1467551 h 6858000"/>
              <a:gd name="connsiteX868" fmla="*/ 7158730 w 7467600"/>
              <a:gd name="connsiteY868" fmla="*/ 1507835 h 6858000"/>
              <a:gd name="connsiteX869" fmla="*/ 6326959 w 7467600"/>
              <a:gd name="connsiteY869" fmla="*/ 1817686 h 6858000"/>
              <a:gd name="connsiteX870" fmla="*/ 6537433 w 7467600"/>
              <a:gd name="connsiteY870" fmla="*/ 1907790 h 6858000"/>
              <a:gd name="connsiteX871" fmla="*/ 6550221 w 7467600"/>
              <a:gd name="connsiteY871" fmla="*/ 1910729 h 6858000"/>
              <a:gd name="connsiteX872" fmla="*/ 6964438 w 7467600"/>
              <a:gd name="connsiteY872" fmla="*/ 2209505 h 6858000"/>
              <a:gd name="connsiteX873" fmla="*/ 7367862 w 7467600"/>
              <a:gd name="connsiteY873" fmla="*/ 2806833 h 6858000"/>
              <a:gd name="connsiteX874" fmla="*/ 7364329 w 7467600"/>
              <a:gd name="connsiteY874" fmla="*/ 2826907 h 6858000"/>
              <a:gd name="connsiteX875" fmla="*/ 7290545 w 7467600"/>
              <a:gd name="connsiteY875" fmla="*/ 2850663 h 6858000"/>
              <a:gd name="connsiteX876" fmla="*/ 6472036 w 7467600"/>
              <a:gd name="connsiteY876" fmla="*/ 1959003 h 6858000"/>
              <a:gd name="connsiteX877" fmla="*/ 5792897 w 7467600"/>
              <a:gd name="connsiteY877" fmla="*/ 1647747 h 6858000"/>
              <a:gd name="connsiteX878" fmla="*/ 5842751 w 7467600"/>
              <a:gd name="connsiteY878" fmla="*/ 1816112 h 6858000"/>
              <a:gd name="connsiteX879" fmla="*/ 5847424 w 7467600"/>
              <a:gd name="connsiteY879" fmla="*/ 1815776 h 6858000"/>
              <a:gd name="connsiteX880" fmla="*/ 6399821 w 7467600"/>
              <a:gd name="connsiteY880" fmla="*/ 2344799 h 6858000"/>
              <a:gd name="connsiteX881" fmla="*/ 6323232 w 7467600"/>
              <a:gd name="connsiteY881" fmla="*/ 2389634 h 6858000"/>
              <a:gd name="connsiteX882" fmla="*/ 5942958 w 7467600"/>
              <a:gd name="connsiteY882" fmla="*/ 2077708 h 6858000"/>
              <a:gd name="connsiteX883" fmla="*/ 5921559 w 7467600"/>
              <a:gd name="connsiteY883" fmla="*/ 2378596 h 6858000"/>
              <a:gd name="connsiteX884" fmla="*/ 5817651 w 7467600"/>
              <a:gd name="connsiteY884" fmla="*/ 3023919 h 6858000"/>
              <a:gd name="connsiteX885" fmla="*/ 5729634 w 7467600"/>
              <a:gd name="connsiteY885" fmla="*/ 3051849 h 6858000"/>
              <a:gd name="connsiteX886" fmla="*/ 5611018 w 7467600"/>
              <a:gd name="connsiteY886" fmla="*/ 2316769 h 6858000"/>
              <a:gd name="connsiteX887" fmla="*/ 5687608 w 7467600"/>
              <a:gd name="connsiteY887" fmla="*/ 2039972 h 6858000"/>
              <a:gd name="connsiteX888" fmla="*/ 5657554 w 7467600"/>
              <a:gd name="connsiteY888" fmla="*/ 1576445 h 6858000"/>
              <a:gd name="connsiteX889" fmla="*/ 5150475 w 7467600"/>
              <a:gd name="connsiteY889" fmla="*/ 1274012 h 6858000"/>
              <a:gd name="connsiteX890" fmla="*/ 5349142 w 7467600"/>
              <a:gd name="connsiteY890" fmla="*/ 2204405 h 6858000"/>
              <a:gd name="connsiteX891" fmla="*/ 5262214 w 7467600"/>
              <a:gd name="connsiteY891" fmla="*/ 2233836 h 6858000"/>
              <a:gd name="connsiteX892" fmla="*/ 4981539 w 7467600"/>
              <a:gd name="connsiteY892" fmla="*/ 1542201 h 6858000"/>
              <a:gd name="connsiteX893" fmla="*/ 4958461 w 7467600"/>
              <a:gd name="connsiteY893" fmla="*/ 1136957 h 6858000"/>
              <a:gd name="connsiteX894" fmla="*/ 4655015 w 7467600"/>
              <a:gd name="connsiteY894" fmla="*/ 891426 h 6858000"/>
              <a:gd name="connsiteX895" fmla="*/ 4348002 w 7467600"/>
              <a:gd name="connsiteY895" fmla="*/ 2205895 h 6858000"/>
              <a:gd name="connsiteX896" fmla="*/ 4262250 w 7467600"/>
              <a:gd name="connsiteY896" fmla="*/ 2219972 h 6858000"/>
              <a:gd name="connsiteX897" fmla="*/ 4550611 w 7467600"/>
              <a:gd name="connsiteY897" fmla="*/ 817540 h 6858000"/>
              <a:gd name="connsiteX898" fmla="*/ 4564418 w 7467600"/>
              <a:gd name="connsiteY898" fmla="*/ 808293 h 6858000"/>
              <a:gd name="connsiteX899" fmla="*/ 4266388 w 7467600"/>
              <a:gd name="connsiteY899" fmla="*/ 500083 h 6858000"/>
              <a:gd name="connsiteX900" fmla="*/ 4032842 w 7467600"/>
              <a:gd name="connsiteY900" fmla="*/ 211809 h 6858000"/>
              <a:gd name="connsiteX901" fmla="*/ 3882765 w 7467600"/>
              <a:gd name="connsiteY901" fmla="*/ 0 h 6858000"/>
              <a:gd name="connsiteX902" fmla="*/ 3721337 w 7467600"/>
              <a:gd name="connsiteY902" fmla="*/ 0 h 6858000"/>
              <a:gd name="connsiteX903" fmla="*/ 3797544 w 7467600"/>
              <a:gd name="connsiteY903" fmla="*/ 0 h 6858000"/>
              <a:gd name="connsiteX904" fmla="*/ 3775734 w 7467600"/>
              <a:gd name="connsiteY904" fmla="*/ 95131 h 6858000"/>
              <a:gd name="connsiteX905" fmla="*/ 3724807 w 7467600"/>
              <a:gd name="connsiteY905" fmla="*/ 272257 h 6858000"/>
              <a:gd name="connsiteX906" fmla="*/ 3726844 w 7467600"/>
              <a:gd name="connsiteY906" fmla="*/ 282988 h 6858000"/>
              <a:gd name="connsiteX907" fmla="*/ 3742664 w 7467600"/>
              <a:gd name="connsiteY907" fmla="*/ 279918 h 6858000"/>
              <a:gd name="connsiteX908" fmla="*/ 4103910 w 7467600"/>
              <a:gd name="connsiteY908" fmla="*/ 1161917 h 6858000"/>
              <a:gd name="connsiteX909" fmla="*/ 4020269 w 7467600"/>
              <a:gd name="connsiteY909" fmla="*/ 1200406 h 6858000"/>
              <a:gd name="connsiteX910" fmla="*/ 3674882 w 7467600"/>
              <a:gd name="connsiteY910" fmla="*/ 488524 h 6858000"/>
              <a:gd name="connsiteX911" fmla="*/ 3132682 w 7467600"/>
              <a:gd name="connsiteY911" fmla="*/ 1072284 h 6858000"/>
              <a:gd name="connsiteX912" fmla="*/ 2716346 w 7467600"/>
              <a:gd name="connsiteY912" fmla="*/ 1276376 h 6858000"/>
              <a:gd name="connsiteX913" fmla="*/ 2716772 w 7467600"/>
              <a:gd name="connsiteY913" fmla="*/ 1255462 h 6858000"/>
              <a:gd name="connsiteX914" fmla="*/ 3471096 w 7467600"/>
              <a:gd name="connsiteY914" fmla="*/ 437072 h 6858000"/>
              <a:gd name="connsiteX915" fmla="*/ 3639057 w 7467600"/>
              <a:gd name="connsiteY915" fmla="*/ 286334 h 6858000"/>
              <a:gd name="connsiteX916" fmla="*/ 3640309 w 7467600"/>
              <a:gd name="connsiteY916" fmla="*/ 284664 h 6858000"/>
              <a:gd name="connsiteX917" fmla="*/ 3646022 w 7467600"/>
              <a:gd name="connsiteY917" fmla="*/ 276711 h 6858000"/>
              <a:gd name="connsiteX918" fmla="*/ 3707943 w 7467600"/>
              <a:gd name="connsiteY918" fmla="*/ 65958 h 6858000"/>
              <a:gd name="connsiteX919" fmla="*/ 3721337 w 7467600"/>
              <a:gd name="connsiteY919" fmla="*/ 0 h 6858000"/>
              <a:gd name="connsiteX920" fmla="*/ 2867960 w 7467600"/>
              <a:gd name="connsiteY920" fmla="*/ 0 h 6858000"/>
              <a:gd name="connsiteX921" fmla="*/ 2926351 w 7467600"/>
              <a:gd name="connsiteY921" fmla="*/ 0 h 6858000"/>
              <a:gd name="connsiteX922" fmla="*/ 2902823 w 7467600"/>
              <a:gd name="connsiteY922" fmla="*/ 262929 h 6858000"/>
              <a:gd name="connsiteX923" fmla="*/ 2940663 w 7467600"/>
              <a:gd name="connsiteY923" fmla="*/ 140884 h 6858000"/>
              <a:gd name="connsiteX924" fmla="*/ 2947039 w 7467600"/>
              <a:gd name="connsiteY924" fmla="*/ 122524 h 6858000"/>
              <a:gd name="connsiteX925" fmla="*/ 2984316 w 7467600"/>
              <a:gd name="connsiteY925" fmla="*/ 0 h 6858000"/>
              <a:gd name="connsiteX926" fmla="*/ 3016114 w 7467600"/>
              <a:gd name="connsiteY926" fmla="*/ 0 h 6858000"/>
              <a:gd name="connsiteX927" fmla="*/ 2979949 w 7467600"/>
              <a:gd name="connsiteY927" fmla="*/ 119274 h 6858000"/>
              <a:gd name="connsiteX928" fmla="*/ 3023879 w 7467600"/>
              <a:gd name="connsiteY928" fmla="*/ 0 h 6858000"/>
              <a:gd name="connsiteX929" fmla="*/ 3105400 w 7467600"/>
              <a:gd name="connsiteY929" fmla="*/ 0 h 6858000"/>
              <a:gd name="connsiteX930" fmla="*/ 3094669 w 7467600"/>
              <a:gd name="connsiteY930" fmla="*/ 30308 h 6858000"/>
              <a:gd name="connsiteX931" fmla="*/ 2901945 w 7467600"/>
              <a:gd name="connsiteY931" fmla="*/ 466538 h 6858000"/>
              <a:gd name="connsiteX932" fmla="*/ 2815209 w 7467600"/>
              <a:gd name="connsiteY932" fmla="*/ 497361 h 6858000"/>
              <a:gd name="connsiteX933" fmla="*/ 2844845 w 7467600"/>
              <a:gd name="connsiteY933" fmla="*/ 127638 h 6858000"/>
              <a:gd name="connsiteX934" fmla="*/ 2867960 w 7467600"/>
              <a:gd name="connsiteY934" fmla="*/ 0 h 6858000"/>
              <a:gd name="connsiteX935" fmla="*/ 1057230 w 7467600"/>
              <a:gd name="connsiteY935" fmla="*/ 0 h 6858000"/>
              <a:gd name="connsiteX936" fmla="*/ 1111003 w 7467600"/>
              <a:gd name="connsiteY936" fmla="*/ 0 h 6858000"/>
              <a:gd name="connsiteX937" fmla="*/ 1125553 w 7467600"/>
              <a:gd name="connsiteY937" fmla="*/ 52588 h 6858000"/>
              <a:gd name="connsiteX938" fmla="*/ 1304276 w 7467600"/>
              <a:gd name="connsiteY938" fmla="*/ 476275 h 6858000"/>
              <a:gd name="connsiteX939" fmla="*/ 1492066 w 7467600"/>
              <a:gd name="connsiteY939" fmla="*/ 886333 h 6858000"/>
              <a:gd name="connsiteX940" fmla="*/ 1423698 w 7467600"/>
              <a:gd name="connsiteY940" fmla="*/ 710817 h 6858000"/>
              <a:gd name="connsiteX941" fmla="*/ 1357609 w 7467600"/>
              <a:gd name="connsiteY941" fmla="*/ 532892 h 6858000"/>
              <a:gd name="connsiteX942" fmla="*/ 1309550 w 7467600"/>
              <a:gd name="connsiteY942" fmla="*/ 374031 h 6858000"/>
              <a:gd name="connsiteX943" fmla="*/ 1193673 w 7467600"/>
              <a:gd name="connsiteY943" fmla="*/ 49533 h 6858000"/>
              <a:gd name="connsiteX944" fmla="*/ 1164391 w 7467600"/>
              <a:gd name="connsiteY944" fmla="*/ 0 h 6858000"/>
              <a:gd name="connsiteX945" fmla="*/ 1200666 w 7467600"/>
              <a:gd name="connsiteY945" fmla="*/ 0 h 6858000"/>
              <a:gd name="connsiteX946" fmla="*/ 1223408 w 7467600"/>
              <a:gd name="connsiteY946" fmla="*/ 38996 h 6858000"/>
              <a:gd name="connsiteX947" fmla="*/ 1339635 w 7467600"/>
              <a:gd name="connsiteY947" fmla="*/ 365517 h 6858000"/>
              <a:gd name="connsiteX948" fmla="*/ 1387469 w 7467600"/>
              <a:gd name="connsiteY948" fmla="*/ 523079 h 6858000"/>
              <a:gd name="connsiteX949" fmla="*/ 1452685 w 7467600"/>
              <a:gd name="connsiteY949" fmla="*/ 699806 h 6858000"/>
              <a:gd name="connsiteX950" fmla="*/ 1492092 w 7467600"/>
              <a:gd name="connsiteY950" fmla="*/ 800424 h 6858000"/>
              <a:gd name="connsiteX951" fmla="*/ 1455302 w 7467600"/>
              <a:gd name="connsiteY951" fmla="*/ 632913 h 6858000"/>
              <a:gd name="connsiteX952" fmla="*/ 1222336 w 7467600"/>
              <a:gd name="connsiteY952" fmla="*/ 9480 h 6858000"/>
              <a:gd name="connsiteX953" fmla="*/ 1214634 w 7467600"/>
              <a:gd name="connsiteY953" fmla="*/ 0 h 6858000"/>
              <a:gd name="connsiteX954" fmla="*/ 1289827 w 7467600"/>
              <a:gd name="connsiteY954" fmla="*/ 0 h 6858000"/>
              <a:gd name="connsiteX955" fmla="*/ 1321076 w 7467600"/>
              <a:gd name="connsiteY955" fmla="*/ 59722 h 6858000"/>
              <a:gd name="connsiteX956" fmla="*/ 1512579 w 7467600"/>
              <a:gd name="connsiteY956" fmla="*/ 626441 h 6858000"/>
              <a:gd name="connsiteX957" fmla="*/ 1506076 w 7467600"/>
              <a:gd name="connsiteY957" fmla="*/ 1089289 h 6858000"/>
              <a:gd name="connsiteX958" fmla="*/ 1486346 w 7467600"/>
              <a:gd name="connsiteY958" fmla="*/ 1079919 h 6858000"/>
              <a:gd name="connsiteX959" fmla="*/ 1070511 w 7467600"/>
              <a:gd name="connsiteY959" fmla="*/ 48609 h 6858000"/>
              <a:gd name="connsiteX960" fmla="*/ 1057230 w 7467600"/>
              <a:gd name="connsiteY960" fmla="*/ 0 h 6858000"/>
              <a:gd name="connsiteX961" fmla="*/ 43151 w 7467600"/>
              <a:gd name="connsiteY961" fmla="*/ 0 h 6858000"/>
              <a:gd name="connsiteX962" fmla="*/ 95283 w 7467600"/>
              <a:gd name="connsiteY962" fmla="*/ 0 h 6858000"/>
              <a:gd name="connsiteX963" fmla="*/ 300708 w 7467600"/>
              <a:gd name="connsiteY963" fmla="*/ 154571 h 6858000"/>
              <a:gd name="connsiteX964" fmla="*/ 530414 w 7467600"/>
              <a:gd name="connsiteY964" fmla="*/ 354673 h 6858000"/>
              <a:gd name="connsiteX965" fmla="*/ 333785 w 7467600"/>
              <a:gd name="connsiteY965" fmla="*/ 161564 h 6858000"/>
              <a:gd name="connsiteX966" fmla="*/ 147005 w 7467600"/>
              <a:gd name="connsiteY966" fmla="*/ 0 h 6858000"/>
              <a:gd name="connsiteX967" fmla="*/ 272509 w 7467600"/>
              <a:gd name="connsiteY967" fmla="*/ 0 h 6858000"/>
              <a:gd name="connsiteX968" fmla="*/ 326276 w 7467600"/>
              <a:gd name="connsiteY968" fmla="*/ 45847 h 6858000"/>
              <a:gd name="connsiteX969" fmla="*/ 823759 w 7467600"/>
              <a:gd name="connsiteY969" fmla="*/ 574145 h 6858000"/>
              <a:gd name="connsiteX970" fmla="*/ 811254 w 7467600"/>
              <a:gd name="connsiteY970" fmla="*/ 665546 h 6858000"/>
              <a:gd name="connsiteX971" fmla="*/ 154042 w 7467600"/>
              <a:gd name="connsiteY971" fmla="*/ 261522 h 6858000"/>
              <a:gd name="connsiteX972" fmla="*/ 13550 w 7467600"/>
              <a:gd name="connsiteY972" fmla="*/ 158423 h 6858000"/>
              <a:gd name="connsiteX973" fmla="*/ 0 w 7467600"/>
              <a:gd name="connsiteY973" fmla="*/ 146618 h 6858000"/>
              <a:gd name="connsiteX974" fmla="*/ 0 w 7467600"/>
              <a:gd name="connsiteY974" fmla="*/ 59161 h 6858000"/>
              <a:gd name="connsiteX975" fmla="*/ 45427 w 7467600"/>
              <a:gd name="connsiteY975" fmla="*/ 101078 h 6858000"/>
              <a:gd name="connsiteX976" fmla="*/ 630103 w 7467600"/>
              <a:gd name="connsiteY976" fmla="*/ 485885 h 6858000"/>
              <a:gd name="connsiteX977" fmla="*/ 532040 w 7467600"/>
              <a:gd name="connsiteY977" fmla="*/ 399359 h 6858000"/>
              <a:gd name="connsiteX978" fmla="*/ 517618 w 7467600"/>
              <a:gd name="connsiteY978" fmla="*/ 385726 h 6858000"/>
              <a:gd name="connsiteX979" fmla="*/ 285074 w 7467600"/>
              <a:gd name="connsiteY979" fmla="*/ 182755 h 6858000"/>
              <a:gd name="connsiteX980" fmla="*/ 43151 w 7467600"/>
              <a:gd name="connsiteY98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271814 w 7467600"/>
              <a:gd name="connsiteY16" fmla="*/ 6684601 h 6858000"/>
              <a:gd name="connsiteX17" fmla="*/ 7392158 w 7467600"/>
              <a:gd name="connsiteY17" fmla="*/ 6771365 h 6858000"/>
              <a:gd name="connsiteX18" fmla="*/ 7467600 w 7467600"/>
              <a:gd name="connsiteY18" fmla="*/ 6805948 h 6858000"/>
              <a:gd name="connsiteX19" fmla="*/ 7467600 w 7467600"/>
              <a:gd name="connsiteY19" fmla="*/ 6831490 h 6858000"/>
              <a:gd name="connsiteX20" fmla="*/ 7410696 w 7467600"/>
              <a:gd name="connsiteY20" fmla="*/ 6803861 h 6858000"/>
              <a:gd name="connsiteX21" fmla="*/ 7088673 w 7467600"/>
              <a:gd name="connsiteY21" fmla="*/ 6610396 h 6858000"/>
              <a:gd name="connsiteX22" fmla="*/ 1019354 w 7467600"/>
              <a:gd name="connsiteY22" fmla="*/ 6315006 h 6858000"/>
              <a:gd name="connsiteX23" fmla="*/ 441046 w 7467600"/>
              <a:gd name="connsiteY23" fmla="*/ 6691153 h 6858000"/>
              <a:gd name="connsiteX24" fmla="*/ 1019354 w 7467600"/>
              <a:gd name="connsiteY24" fmla="*/ 6315006 h 6858000"/>
              <a:gd name="connsiteX25" fmla="*/ 991680 w 7467600"/>
              <a:gd name="connsiteY25" fmla="*/ 6298413 h 6858000"/>
              <a:gd name="connsiteX26" fmla="*/ 409060 w 7467600"/>
              <a:gd name="connsiteY26" fmla="*/ 6671470 h 6858000"/>
              <a:gd name="connsiteX27" fmla="*/ 991680 w 7467600"/>
              <a:gd name="connsiteY27" fmla="*/ 6298413 h 6858000"/>
              <a:gd name="connsiteX28" fmla="*/ 103333 w 7467600"/>
              <a:gd name="connsiteY28" fmla="*/ 5699602 h 6858000"/>
              <a:gd name="connsiteX29" fmla="*/ 233938 w 7467600"/>
              <a:gd name="connsiteY29" fmla="*/ 5809416 h 6858000"/>
              <a:gd name="connsiteX30" fmla="*/ 883580 w 7467600"/>
              <a:gd name="connsiteY30" fmla="*/ 6180710 h 6858000"/>
              <a:gd name="connsiteX31" fmla="*/ 487337 w 7467600"/>
              <a:gd name="connsiteY31" fmla="*/ 5950182 h 6858000"/>
              <a:gd name="connsiteX32" fmla="*/ 354051 w 7467600"/>
              <a:gd name="connsiteY32" fmla="*/ 5854912 h 6858000"/>
              <a:gd name="connsiteX33" fmla="*/ 195436 w 7467600"/>
              <a:gd name="connsiteY33" fmla="*/ 5755068 h 6858000"/>
              <a:gd name="connsiteX34" fmla="*/ 103333 w 7467600"/>
              <a:gd name="connsiteY34" fmla="*/ 5699602 h 6858000"/>
              <a:gd name="connsiteX35" fmla="*/ 5539432 w 7467600"/>
              <a:gd name="connsiteY35" fmla="*/ 5642928 h 6858000"/>
              <a:gd name="connsiteX36" fmla="*/ 5555462 w 7467600"/>
              <a:gd name="connsiteY36" fmla="*/ 5694454 h 6858000"/>
              <a:gd name="connsiteX37" fmla="*/ 5828270 w 7467600"/>
              <a:gd name="connsiteY37" fmla="*/ 6320663 h 6858000"/>
              <a:gd name="connsiteX38" fmla="*/ 5947416 w 7467600"/>
              <a:gd name="connsiteY38" fmla="*/ 6574846 h 6858000"/>
              <a:gd name="connsiteX39" fmla="*/ 5539432 w 7467600"/>
              <a:gd name="connsiteY39" fmla="*/ 5642928 h 6858000"/>
              <a:gd name="connsiteX40" fmla="*/ 51253 w 7467600"/>
              <a:gd name="connsiteY40" fmla="*/ 5631825 h 6858000"/>
              <a:gd name="connsiteX41" fmla="*/ 211622 w 7467600"/>
              <a:gd name="connsiteY41" fmla="*/ 5728803 h 6858000"/>
              <a:gd name="connsiteX42" fmla="*/ 371652 w 7467600"/>
              <a:gd name="connsiteY42" fmla="*/ 5829062 h 6858000"/>
              <a:gd name="connsiteX43" fmla="*/ 505903 w 7467600"/>
              <a:gd name="connsiteY43" fmla="*/ 5925221 h 6858000"/>
              <a:gd name="connsiteX44" fmla="*/ 899240 w 7467600"/>
              <a:gd name="connsiteY44" fmla="*/ 6153068 h 6858000"/>
              <a:gd name="connsiteX45" fmla="*/ 988114 w 7467600"/>
              <a:gd name="connsiteY45" fmla="*/ 6174204 h 6858000"/>
              <a:gd name="connsiteX46" fmla="*/ 845971 w 7467600"/>
              <a:gd name="connsiteY46" fmla="*/ 6067177 h 6858000"/>
              <a:gd name="connsiteX47" fmla="*/ 448057 w 7467600"/>
              <a:gd name="connsiteY47" fmla="*/ 5841376 h 6858000"/>
              <a:gd name="connsiteX48" fmla="*/ 51253 w 7467600"/>
              <a:gd name="connsiteY48" fmla="*/ 5631825 h 6858000"/>
              <a:gd name="connsiteX49" fmla="*/ 2606687 w 7467600"/>
              <a:gd name="connsiteY49" fmla="*/ 5630718 h 6858000"/>
              <a:gd name="connsiteX50" fmla="*/ 2645658 w 7467600"/>
              <a:gd name="connsiteY50" fmla="*/ 6640259 h 6858000"/>
              <a:gd name="connsiteX51" fmla="*/ 2606687 w 7467600"/>
              <a:gd name="connsiteY51" fmla="*/ 5630718 h 6858000"/>
              <a:gd name="connsiteX52" fmla="*/ 3642057 w 7467600"/>
              <a:gd name="connsiteY52" fmla="*/ 5573487 h 6858000"/>
              <a:gd name="connsiteX53" fmla="*/ 3632981 w 7467600"/>
              <a:gd name="connsiteY53" fmla="*/ 5579437 h 6858000"/>
              <a:gd name="connsiteX54" fmla="*/ 3382436 w 7467600"/>
              <a:gd name="connsiteY54" fmla="*/ 5952726 h 6858000"/>
              <a:gd name="connsiteX55" fmla="*/ 3191929 w 7467600"/>
              <a:gd name="connsiteY55" fmla="*/ 6662669 h 6858000"/>
              <a:gd name="connsiteX56" fmla="*/ 3369898 w 7467600"/>
              <a:gd name="connsiteY56" fmla="*/ 6081771 h 6858000"/>
              <a:gd name="connsiteX57" fmla="*/ 3642057 w 7467600"/>
              <a:gd name="connsiteY57" fmla="*/ 5573487 h 6858000"/>
              <a:gd name="connsiteX58" fmla="*/ 2650666 w 7467600"/>
              <a:gd name="connsiteY58" fmla="*/ 5530686 h 6858000"/>
              <a:gd name="connsiteX59" fmla="*/ 2650249 w 7467600"/>
              <a:gd name="connsiteY59" fmla="*/ 5532101 h 6858000"/>
              <a:gd name="connsiteX60" fmla="*/ 2663808 w 7467600"/>
              <a:gd name="connsiteY60" fmla="*/ 6535215 h 6858000"/>
              <a:gd name="connsiteX61" fmla="*/ 2665418 w 7467600"/>
              <a:gd name="connsiteY61" fmla="*/ 6132756 h 6858000"/>
              <a:gd name="connsiteX62" fmla="*/ 2650666 w 7467600"/>
              <a:gd name="connsiteY62" fmla="*/ 5530686 h 6858000"/>
              <a:gd name="connsiteX63" fmla="*/ 2680277 w 7467600"/>
              <a:gd name="connsiteY63" fmla="*/ 5479204 h 6858000"/>
              <a:gd name="connsiteX64" fmla="*/ 2678972 w 7467600"/>
              <a:gd name="connsiteY64" fmla="*/ 5481582 h 6858000"/>
              <a:gd name="connsiteX65" fmla="*/ 2696666 w 7467600"/>
              <a:gd name="connsiteY65" fmla="*/ 6133836 h 6858000"/>
              <a:gd name="connsiteX66" fmla="*/ 2695769 w 7467600"/>
              <a:gd name="connsiteY66" fmla="*/ 6390955 h 6858000"/>
              <a:gd name="connsiteX67" fmla="*/ 2739893 w 7467600"/>
              <a:gd name="connsiteY67" fmla="*/ 6108357 h 6858000"/>
              <a:gd name="connsiteX68" fmla="*/ 2680277 w 7467600"/>
              <a:gd name="connsiteY68" fmla="*/ 5479204 h 6858000"/>
              <a:gd name="connsiteX69" fmla="*/ 1132195 w 7467600"/>
              <a:gd name="connsiteY69" fmla="*/ 5467980 h 6858000"/>
              <a:gd name="connsiteX70" fmla="*/ 1679056 w 7467600"/>
              <a:gd name="connsiteY70" fmla="*/ 5516907 h 6858000"/>
              <a:gd name="connsiteX71" fmla="*/ 2128648 w 7467600"/>
              <a:gd name="connsiteY71" fmla="*/ 5474249 h 6858000"/>
              <a:gd name="connsiteX72" fmla="*/ 1825619 w 7467600"/>
              <a:gd name="connsiteY72" fmla="*/ 5478447 h 6858000"/>
              <a:gd name="connsiteX73" fmla="*/ 1737798 w 7467600"/>
              <a:gd name="connsiteY73" fmla="*/ 5483353 h 6858000"/>
              <a:gd name="connsiteX74" fmla="*/ 1132195 w 7467600"/>
              <a:gd name="connsiteY74" fmla="*/ 5467980 h 6858000"/>
              <a:gd name="connsiteX75" fmla="*/ 6844835 w 7467600"/>
              <a:gd name="connsiteY75" fmla="*/ 5424988 h 6858000"/>
              <a:gd name="connsiteX76" fmla="*/ 6879594 w 7467600"/>
              <a:gd name="connsiteY76" fmla="*/ 5424547 h 6858000"/>
              <a:gd name="connsiteX77" fmla="*/ 7379510 w 7467600"/>
              <a:gd name="connsiteY77" fmla="*/ 5755454 h 6858000"/>
              <a:gd name="connsiteX78" fmla="*/ 7467600 w 7467600"/>
              <a:gd name="connsiteY78" fmla="*/ 5845526 h 6858000"/>
              <a:gd name="connsiteX79" fmla="*/ 7467600 w 7467600"/>
              <a:gd name="connsiteY79" fmla="*/ 5925131 h 6858000"/>
              <a:gd name="connsiteX80" fmla="*/ 7271900 w 7467600"/>
              <a:gd name="connsiteY80" fmla="*/ 5734551 h 6858000"/>
              <a:gd name="connsiteX81" fmla="*/ 7015907 w 7467600"/>
              <a:gd name="connsiteY81" fmla="*/ 5541548 h 6858000"/>
              <a:gd name="connsiteX82" fmla="*/ 7259646 w 7467600"/>
              <a:gd name="connsiteY82" fmla="*/ 5765985 h 6858000"/>
              <a:gd name="connsiteX83" fmla="*/ 7467600 w 7467600"/>
              <a:gd name="connsiteY83" fmla="*/ 5971257 h 6858000"/>
              <a:gd name="connsiteX84" fmla="*/ 7467600 w 7467600"/>
              <a:gd name="connsiteY84" fmla="*/ 6012219 h 6858000"/>
              <a:gd name="connsiteX85" fmla="*/ 7240170 w 7467600"/>
              <a:gd name="connsiteY85" fmla="*/ 5787985 h 6858000"/>
              <a:gd name="connsiteX86" fmla="*/ 6946849 w 7467600"/>
              <a:gd name="connsiteY86" fmla="*/ 5523271 h 6858000"/>
              <a:gd name="connsiteX87" fmla="*/ 6946972 w 7467600"/>
              <a:gd name="connsiteY87" fmla="*/ 5526491 h 6858000"/>
              <a:gd name="connsiteX88" fmla="*/ 7105827 w 7467600"/>
              <a:gd name="connsiteY88" fmla="*/ 5718700 h 6858000"/>
              <a:gd name="connsiteX89" fmla="*/ 7356878 w 7467600"/>
              <a:gd name="connsiteY89" fmla="*/ 5981332 h 6858000"/>
              <a:gd name="connsiteX90" fmla="*/ 7467600 w 7467600"/>
              <a:gd name="connsiteY90" fmla="*/ 6117703 h 6858000"/>
              <a:gd name="connsiteX91" fmla="*/ 7467600 w 7467600"/>
              <a:gd name="connsiteY91" fmla="*/ 6163634 h 6858000"/>
              <a:gd name="connsiteX92" fmla="*/ 7403637 w 7467600"/>
              <a:gd name="connsiteY92" fmla="*/ 6083957 h 6858000"/>
              <a:gd name="connsiteX93" fmla="*/ 7254615 w 7467600"/>
              <a:gd name="connsiteY93" fmla="*/ 5911918 h 6858000"/>
              <a:gd name="connsiteX94" fmla="*/ 7312589 w 7467600"/>
              <a:gd name="connsiteY94" fmla="*/ 5982309 h 6858000"/>
              <a:gd name="connsiteX95" fmla="*/ 7448321 w 7467600"/>
              <a:gd name="connsiteY95" fmla="*/ 6190991 h 6858000"/>
              <a:gd name="connsiteX96" fmla="*/ 7467600 w 7467600"/>
              <a:gd name="connsiteY96" fmla="*/ 6221686 h 6858000"/>
              <a:gd name="connsiteX97" fmla="*/ 7467600 w 7467600"/>
              <a:gd name="connsiteY97" fmla="*/ 6334256 h 6858000"/>
              <a:gd name="connsiteX98" fmla="*/ 7454976 w 7467600"/>
              <a:gd name="connsiteY98" fmla="*/ 6318297 h 6858000"/>
              <a:gd name="connsiteX99" fmla="*/ 7042773 w 7467600"/>
              <a:gd name="connsiteY99" fmla="*/ 5734011 h 6858000"/>
              <a:gd name="connsiteX100" fmla="*/ 6844835 w 7467600"/>
              <a:gd name="connsiteY100" fmla="*/ 5424988 h 6858000"/>
              <a:gd name="connsiteX101" fmla="*/ 1456157 w 7467600"/>
              <a:gd name="connsiteY101" fmla="*/ 5371404 h 6858000"/>
              <a:gd name="connsiteX102" fmla="*/ 1244432 w 7467600"/>
              <a:gd name="connsiteY102" fmla="*/ 5385601 h 6858000"/>
              <a:gd name="connsiteX103" fmla="*/ 973990 w 7467600"/>
              <a:gd name="connsiteY103" fmla="*/ 5424940 h 6858000"/>
              <a:gd name="connsiteX104" fmla="*/ 1103809 w 7467600"/>
              <a:gd name="connsiteY104" fmla="*/ 5433720 h 6858000"/>
              <a:gd name="connsiteX105" fmla="*/ 1123454 w 7467600"/>
              <a:gd name="connsiteY105" fmla="*/ 5435727 h 6858000"/>
              <a:gd name="connsiteX106" fmla="*/ 1737017 w 7467600"/>
              <a:gd name="connsiteY106" fmla="*/ 5452183 h 6858000"/>
              <a:gd name="connsiteX107" fmla="*/ 1824397 w 7467600"/>
              <a:gd name="connsiteY107" fmla="*/ 5447757 h 6858000"/>
              <a:gd name="connsiteX108" fmla="*/ 2070059 w 7467600"/>
              <a:gd name="connsiteY108" fmla="*/ 5441660 h 6858000"/>
              <a:gd name="connsiteX109" fmla="*/ 1456157 w 7467600"/>
              <a:gd name="connsiteY109" fmla="*/ 5371404 h 6858000"/>
              <a:gd name="connsiteX110" fmla="*/ 4988186 w 7467600"/>
              <a:gd name="connsiteY110" fmla="*/ 5216467 h 6858000"/>
              <a:gd name="connsiteX111" fmla="*/ 4777334 w 7467600"/>
              <a:gd name="connsiteY111" fmla="*/ 5406072 h 6858000"/>
              <a:gd name="connsiteX112" fmla="*/ 4718341 w 7467600"/>
              <a:gd name="connsiteY112" fmla="*/ 5468043 h 6858000"/>
              <a:gd name="connsiteX113" fmla="*/ 4604655 w 7467600"/>
              <a:gd name="connsiteY113" fmla="*/ 5583434 h 6858000"/>
              <a:gd name="connsiteX114" fmla="*/ 4565074 w 7467600"/>
              <a:gd name="connsiteY114" fmla="*/ 5618550 h 6858000"/>
              <a:gd name="connsiteX115" fmla="*/ 4988186 w 7467600"/>
              <a:gd name="connsiteY115" fmla="*/ 5216467 h 6858000"/>
              <a:gd name="connsiteX116" fmla="*/ 4978032 w 7467600"/>
              <a:gd name="connsiteY116" fmla="*/ 5183809 h 6858000"/>
              <a:gd name="connsiteX117" fmla="*/ 4463413 w 7467600"/>
              <a:gd name="connsiteY117" fmla="*/ 5615162 h 6858000"/>
              <a:gd name="connsiteX118" fmla="*/ 4358134 w 7467600"/>
              <a:gd name="connsiteY118" fmla="*/ 5742791 h 6858000"/>
              <a:gd name="connsiteX119" fmla="*/ 4376219 w 7467600"/>
              <a:gd name="connsiteY119" fmla="*/ 5729027 h 6858000"/>
              <a:gd name="connsiteX120" fmla="*/ 4582340 w 7467600"/>
              <a:gd name="connsiteY120" fmla="*/ 5561037 h 6858000"/>
              <a:gd name="connsiteX121" fmla="*/ 4694684 w 7467600"/>
              <a:gd name="connsiteY121" fmla="*/ 5447098 h 6858000"/>
              <a:gd name="connsiteX122" fmla="*/ 4754123 w 7467600"/>
              <a:gd name="connsiteY122" fmla="*/ 5384643 h 6858000"/>
              <a:gd name="connsiteX123" fmla="*/ 4978032 w 7467600"/>
              <a:gd name="connsiteY123" fmla="*/ 5183809 h 6858000"/>
              <a:gd name="connsiteX124" fmla="*/ 1903353 w 7467600"/>
              <a:gd name="connsiteY124" fmla="*/ 5044827 h 6858000"/>
              <a:gd name="connsiteX125" fmla="*/ 1936931 w 7467600"/>
              <a:gd name="connsiteY125" fmla="*/ 5093954 h 6858000"/>
              <a:gd name="connsiteX126" fmla="*/ 2195868 w 7467600"/>
              <a:gd name="connsiteY126" fmla="*/ 5396574 h 6858000"/>
              <a:gd name="connsiteX127" fmla="*/ 2088852 w 7467600"/>
              <a:gd name="connsiteY127" fmla="*/ 5166123 h 6858000"/>
              <a:gd name="connsiteX128" fmla="*/ 1958241 w 7467600"/>
              <a:gd name="connsiteY128" fmla="*/ 5067955 h 6858000"/>
              <a:gd name="connsiteX129" fmla="*/ 1903353 w 7467600"/>
              <a:gd name="connsiteY129" fmla="*/ 5044827 h 6858000"/>
              <a:gd name="connsiteX130" fmla="*/ 1979378 w 7467600"/>
              <a:gd name="connsiteY130" fmla="*/ 4769504 h 6858000"/>
              <a:gd name="connsiteX131" fmla="*/ 2882120 w 7467600"/>
              <a:gd name="connsiteY131" fmla="*/ 5064547 h 6858000"/>
              <a:gd name="connsiteX132" fmla="*/ 2793103 w 7467600"/>
              <a:gd name="connsiteY132" fmla="*/ 5039699 h 6858000"/>
              <a:gd name="connsiteX133" fmla="*/ 2770041 w 7467600"/>
              <a:gd name="connsiteY133" fmla="*/ 5033634 h 6858000"/>
              <a:gd name="connsiteX134" fmla="*/ 1979378 w 7467600"/>
              <a:gd name="connsiteY134" fmla="*/ 4769504 h 6858000"/>
              <a:gd name="connsiteX135" fmla="*/ 1927410 w 7467600"/>
              <a:gd name="connsiteY135" fmla="*/ 4716164 h 6858000"/>
              <a:gd name="connsiteX136" fmla="*/ 1959587 w 7467600"/>
              <a:gd name="connsiteY136" fmla="*/ 4728849 h 6858000"/>
              <a:gd name="connsiteX137" fmla="*/ 2777707 w 7467600"/>
              <a:gd name="connsiteY137" fmla="*/ 5003991 h 6858000"/>
              <a:gd name="connsiteX138" fmla="*/ 2800768 w 7467600"/>
              <a:gd name="connsiteY138" fmla="*/ 5010056 h 6858000"/>
              <a:gd name="connsiteX139" fmla="*/ 2879408 w 7467600"/>
              <a:gd name="connsiteY139" fmla="*/ 5031590 h 6858000"/>
              <a:gd name="connsiteX140" fmla="*/ 2862295 w 7467600"/>
              <a:gd name="connsiteY140" fmla="*/ 5022958 h 6858000"/>
              <a:gd name="connsiteX141" fmla="*/ 2813343 w 7467600"/>
              <a:gd name="connsiteY141" fmla="*/ 4998369 h 6858000"/>
              <a:gd name="connsiteX142" fmla="*/ 2646245 w 7467600"/>
              <a:gd name="connsiteY142" fmla="*/ 4930999 h 6858000"/>
              <a:gd name="connsiteX143" fmla="*/ 1999243 w 7467600"/>
              <a:gd name="connsiteY143" fmla="*/ 4730524 h 6858000"/>
              <a:gd name="connsiteX144" fmla="*/ 1979527 w 7467600"/>
              <a:gd name="connsiteY144" fmla="*/ 4726651 h 6858000"/>
              <a:gd name="connsiteX145" fmla="*/ 1927410 w 7467600"/>
              <a:gd name="connsiteY145" fmla="*/ 4716164 h 6858000"/>
              <a:gd name="connsiteX146" fmla="*/ 1997014 w 7467600"/>
              <a:gd name="connsiteY146" fmla="*/ 4698007 h 6858000"/>
              <a:gd name="connsiteX147" fmla="*/ 2005458 w 7467600"/>
              <a:gd name="connsiteY147" fmla="*/ 4699540 h 6858000"/>
              <a:gd name="connsiteX148" fmla="*/ 2657186 w 7467600"/>
              <a:gd name="connsiteY148" fmla="*/ 4901687 h 6858000"/>
              <a:gd name="connsiteX149" fmla="*/ 2826662 w 7467600"/>
              <a:gd name="connsiteY149" fmla="*/ 4970362 h 6858000"/>
              <a:gd name="connsiteX150" fmla="*/ 2876100 w 7467600"/>
              <a:gd name="connsiteY150" fmla="*/ 4995397 h 6858000"/>
              <a:gd name="connsiteX151" fmla="*/ 3042600 w 7467600"/>
              <a:gd name="connsiteY151" fmla="*/ 5059532 h 6858000"/>
              <a:gd name="connsiteX152" fmla="*/ 1997014 w 7467600"/>
              <a:gd name="connsiteY152" fmla="*/ 4698007 h 6858000"/>
              <a:gd name="connsiteX153" fmla="*/ 2305292 w 7467600"/>
              <a:gd name="connsiteY153" fmla="*/ 4219492 h 6858000"/>
              <a:gd name="connsiteX154" fmla="*/ 3360922 w 7467600"/>
              <a:gd name="connsiteY154" fmla="*/ 4529373 h 6858000"/>
              <a:gd name="connsiteX155" fmla="*/ 3492420 w 7467600"/>
              <a:gd name="connsiteY155" fmla="*/ 4510145 h 6858000"/>
              <a:gd name="connsiteX156" fmla="*/ 3364086 w 7467600"/>
              <a:gd name="connsiteY156" fmla="*/ 4480340 h 6858000"/>
              <a:gd name="connsiteX157" fmla="*/ 3225818 w 7467600"/>
              <a:gd name="connsiteY157" fmla="*/ 4411822 h 6858000"/>
              <a:gd name="connsiteX158" fmla="*/ 3129696 w 7467600"/>
              <a:gd name="connsiteY158" fmla="*/ 4360704 h 6858000"/>
              <a:gd name="connsiteX159" fmla="*/ 2814545 w 7467600"/>
              <a:gd name="connsiteY159" fmla="*/ 4282955 h 6858000"/>
              <a:gd name="connsiteX160" fmla="*/ 2305292 w 7467600"/>
              <a:gd name="connsiteY160" fmla="*/ 4219492 h 6858000"/>
              <a:gd name="connsiteX161" fmla="*/ 2626982 w 7467600"/>
              <a:gd name="connsiteY161" fmla="*/ 4206450 h 6858000"/>
              <a:gd name="connsiteX162" fmla="*/ 2490617 w 7467600"/>
              <a:gd name="connsiteY162" fmla="*/ 4206951 h 6858000"/>
              <a:gd name="connsiteX163" fmla="*/ 2819869 w 7467600"/>
              <a:gd name="connsiteY163" fmla="*/ 4252936 h 6858000"/>
              <a:gd name="connsiteX164" fmla="*/ 3143018 w 7467600"/>
              <a:gd name="connsiteY164" fmla="*/ 4332698 h 6858000"/>
              <a:gd name="connsiteX165" fmla="*/ 3241520 w 7467600"/>
              <a:gd name="connsiteY165" fmla="*/ 4385112 h 6858000"/>
              <a:gd name="connsiteX166" fmla="*/ 3374575 w 7467600"/>
              <a:gd name="connsiteY166" fmla="*/ 4451517 h 6858000"/>
              <a:gd name="connsiteX167" fmla="*/ 3505221 w 7467600"/>
              <a:gd name="connsiteY167" fmla="*/ 4480757 h 6858000"/>
              <a:gd name="connsiteX168" fmla="*/ 2626982 w 7467600"/>
              <a:gd name="connsiteY168" fmla="*/ 4206450 h 6858000"/>
              <a:gd name="connsiteX169" fmla="*/ 1310106 w 7467600"/>
              <a:gd name="connsiteY169" fmla="*/ 3943217 h 6858000"/>
              <a:gd name="connsiteX170" fmla="*/ 854994 w 7467600"/>
              <a:gd name="connsiteY170" fmla="*/ 4399136 h 6858000"/>
              <a:gd name="connsiteX171" fmla="*/ 742462 w 7467600"/>
              <a:gd name="connsiteY171" fmla="*/ 4594648 h 6858000"/>
              <a:gd name="connsiteX172" fmla="*/ 820602 w 7467600"/>
              <a:gd name="connsiteY172" fmla="*/ 4485915 h 6858000"/>
              <a:gd name="connsiteX173" fmla="*/ 878295 w 7467600"/>
              <a:gd name="connsiteY173" fmla="*/ 4403594 h 6858000"/>
              <a:gd name="connsiteX174" fmla="*/ 1240607 w 7467600"/>
              <a:gd name="connsiteY174" fmla="*/ 4010401 h 6858000"/>
              <a:gd name="connsiteX175" fmla="*/ 1310106 w 7467600"/>
              <a:gd name="connsiteY175" fmla="*/ 3943217 h 6858000"/>
              <a:gd name="connsiteX176" fmla="*/ 1423113 w 7467600"/>
              <a:gd name="connsiteY176" fmla="*/ 3874565 h 6858000"/>
              <a:gd name="connsiteX177" fmla="*/ 1260565 w 7467600"/>
              <a:gd name="connsiteY177" fmla="*/ 4031982 h 6858000"/>
              <a:gd name="connsiteX178" fmla="*/ 901900 w 7467600"/>
              <a:gd name="connsiteY178" fmla="*/ 4421236 h 6858000"/>
              <a:gd name="connsiteX179" fmla="*/ 845044 w 7467600"/>
              <a:gd name="connsiteY179" fmla="*/ 4502436 h 6858000"/>
              <a:gd name="connsiteX180" fmla="*/ 685926 w 7467600"/>
              <a:gd name="connsiteY180" fmla="*/ 4703069 h 6858000"/>
              <a:gd name="connsiteX181" fmla="*/ 684248 w 7467600"/>
              <a:gd name="connsiteY181" fmla="*/ 4706721 h 6858000"/>
              <a:gd name="connsiteX182" fmla="*/ 1423113 w 7467600"/>
              <a:gd name="connsiteY182" fmla="*/ 3874565 h 6858000"/>
              <a:gd name="connsiteX183" fmla="*/ 3316479 w 7467600"/>
              <a:gd name="connsiteY183" fmla="*/ 3872136 h 6858000"/>
              <a:gd name="connsiteX184" fmla="*/ 3546806 w 7467600"/>
              <a:gd name="connsiteY184" fmla="*/ 4356139 h 6858000"/>
              <a:gd name="connsiteX185" fmla="*/ 3364433 w 7467600"/>
              <a:gd name="connsiteY185" fmla="*/ 3953121 h 6858000"/>
              <a:gd name="connsiteX186" fmla="*/ 3316479 w 7467600"/>
              <a:gd name="connsiteY186" fmla="*/ 3872136 h 6858000"/>
              <a:gd name="connsiteX187" fmla="*/ 3291335 w 7467600"/>
              <a:gd name="connsiteY187" fmla="*/ 3767420 h 6858000"/>
              <a:gd name="connsiteX188" fmla="*/ 3390805 w 7467600"/>
              <a:gd name="connsiteY188" fmla="*/ 3937163 h 6858000"/>
              <a:gd name="connsiteX189" fmla="*/ 3579062 w 7467600"/>
              <a:gd name="connsiteY189" fmla="*/ 4359040 h 6858000"/>
              <a:gd name="connsiteX190" fmla="*/ 3467355 w 7467600"/>
              <a:gd name="connsiteY190" fmla="*/ 3988130 h 6858000"/>
              <a:gd name="connsiteX191" fmla="*/ 3310753 w 7467600"/>
              <a:gd name="connsiteY191" fmla="*/ 3787140 h 6858000"/>
              <a:gd name="connsiteX192" fmla="*/ 3291335 w 7467600"/>
              <a:gd name="connsiteY192" fmla="*/ 3767420 h 6858000"/>
              <a:gd name="connsiteX193" fmla="*/ 1635889 w 7467600"/>
              <a:gd name="connsiteY193" fmla="*/ 3709494 h 6858000"/>
              <a:gd name="connsiteX194" fmla="*/ 1634800 w 7467600"/>
              <a:gd name="connsiteY194" fmla="*/ 3731111 h 6858000"/>
              <a:gd name="connsiteX195" fmla="*/ 1635889 w 7467600"/>
              <a:gd name="connsiteY195" fmla="*/ 3709494 h 6858000"/>
              <a:gd name="connsiteX196" fmla="*/ 1510397 w 7467600"/>
              <a:gd name="connsiteY196" fmla="*/ 3684705 h 6858000"/>
              <a:gd name="connsiteX197" fmla="*/ 1146550 w 7467600"/>
              <a:gd name="connsiteY197" fmla="*/ 3802012 h 6858000"/>
              <a:gd name="connsiteX198" fmla="*/ 698834 w 7467600"/>
              <a:gd name="connsiteY198" fmla="*/ 3952272 h 6858000"/>
              <a:gd name="connsiteX199" fmla="*/ 34256 w 7467600"/>
              <a:gd name="connsiteY199" fmla="*/ 4347603 h 6858000"/>
              <a:gd name="connsiteX200" fmla="*/ 527241 w 7467600"/>
              <a:gd name="connsiteY200" fmla="*/ 4065078 h 6858000"/>
              <a:gd name="connsiteX201" fmla="*/ 1510397 w 7467600"/>
              <a:gd name="connsiteY201" fmla="*/ 3684705 h 6858000"/>
              <a:gd name="connsiteX202" fmla="*/ 1313114 w 7467600"/>
              <a:gd name="connsiteY202" fmla="*/ 3655216 h 6858000"/>
              <a:gd name="connsiteX203" fmla="*/ 1109304 w 7467600"/>
              <a:gd name="connsiteY203" fmla="*/ 3669030 h 6858000"/>
              <a:gd name="connsiteX204" fmla="*/ 8129 w 7467600"/>
              <a:gd name="connsiteY204" fmla="*/ 4330519 h 6858000"/>
              <a:gd name="connsiteX205" fmla="*/ 687572 w 7467600"/>
              <a:gd name="connsiteY205" fmla="*/ 3925629 h 6858000"/>
              <a:gd name="connsiteX206" fmla="*/ 1138365 w 7467600"/>
              <a:gd name="connsiteY206" fmla="*/ 3774515 h 6858000"/>
              <a:gd name="connsiteX207" fmla="*/ 1505579 w 7467600"/>
              <a:gd name="connsiteY207" fmla="*/ 3655526 h 6858000"/>
              <a:gd name="connsiteX208" fmla="*/ 1313114 w 7467600"/>
              <a:gd name="connsiteY208" fmla="*/ 3655216 h 6858000"/>
              <a:gd name="connsiteX209" fmla="*/ 3655073 w 7467600"/>
              <a:gd name="connsiteY209" fmla="*/ 3650884 h 6858000"/>
              <a:gd name="connsiteX210" fmla="*/ 3989938 w 7467600"/>
              <a:gd name="connsiteY210" fmla="*/ 3991685 h 6858000"/>
              <a:gd name="connsiteX211" fmla="*/ 4393907 w 7467600"/>
              <a:gd name="connsiteY211" fmla="*/ 4261258 h 6858000"/>
              <a:gd name="connsiteX212" fmla="*/ 4648051 w 7467600"/>
              <a:gd name="connsiteY212" fmla="*/ 4374051 h 6858000"/>
              <a:gd name="connsiteX213" fmla="*/ 4383389 w 7467600"/>
              <a:gd name="connsiteY213" fmla="*/ 4184369 h 6858000"/>
              <a:gd name="connsiteX214" fmla="*/ 4165508 w 7467600"/>
              <a:gd name="connsiteY214" fmla="*/ 4035196 h 6858000"/>
              <a:gd name="connsiteX215" fmla="*/ 4068162 w 7467600"/>
              <a:gd name="connsiteY215" fmla="*/ 3953394 h 6858000"/>
              <a:gd name="connsiteX216" fmla="*/ 3981416 w 7467600"/>
              <a:gd name="connsiteY216" fmla="*/ 3880482 h 6858000"/>
              <a:gd name="connsiteX217" fmla="*/ 3800147 w 7467600"/>
              <a:gd name="connsiteY217" fmla="*/ 3749872 h 6858000"/>
              <a:gd name="connsiteX218" fmla="*/ 3655073 w 7467600"/>
              <a:gd name="connsiteY218" fmla="*/ 3650884 h 6858000"/>
              <a:gd name="connsiteX219" fmla="*/ 3670252 w 7467600"/>
              <a:gd name="connsiteY219" fmla="*/ 3622798 h 6858000"/>
              <a:gd name="connsiteX220" fmla="*/ 3817258 w 7467600"/>
              <a:gd name="connsiteY220" fmla="*/ 3723577 h 6858000"/>
              <a:gd name="connsiteX221" fmla="*/ 4000461 w 7467600"/>
              <a:gd name="connsiteY221" fmla="*/ 3855966 h 6858000"/>
              <a:gd name="connsiteX222" fmla="*/ 4088180 w 7467600"/>
              <a:gd name="connsiteY222" fmla="*/ 3929774 h 6858000"/>
              <a:gd name="connsiteX223" fmla="*/ 4184555 w 7467600"/>
              <a:gd name="connsiteY223" fmla="*/ 4010683 h 6858000"/>
              <a:gd name="connsiteX224" fmla="*/ 4399563 w 7467600"/>
              <a:gd name="connsiteY224" fmla="*/ 4158106 h 6858000"/>
              <a:gd name="connsiteX225" fmla="*/ 4684469 w 7467600"/>
              <a:gd name="connsiteY225" fmla="*/ 4364680 h 6858000"/>
              <a:gd name="connsiteX226" fmla="*/ 4690271 w 7467600"/>
              <a:gd name="connsiteY226" fmla="*/ 4370034 h 6858000"/>
              <a:gd name="connsiteX227" fmla="*/ 4136093 w 7467600"/>
              <a:gd name="connsiteY227" fmla="*/ 3858466 h 6858000"/>
              <a:gd name="connsiteX228" fmla="*/ 3670252 w 7467600"/>
              <a:gd name="connsiteY228" fmla="*/ 3622798 h 6858000"/>
              <a:gd name="connsiteX229" fmla="*/ 4440129 w 7467600"/>
              <a:gd name="connsiteY229" fmla="*/ 3448571 h 6858000"/>
              <a:gd name="connsiteX230" fmla="*/ 4856525 w 7467600"/>
              <a:gd name="connsiteY230" fmla="*/ 3915351 h 6858000"/>
              <a:gd name="connsiteX231" fmla="*/ 5059055 w 7467600"/>
              <a:gd name="connsiteY231" fmla="*/ 4108918 h 6858000"/>
              <a:gd name="connsiteX232" fmla="*/ 5290070 w 7467600"/>
              <a:gd name="connsiteY232" fmla="*/ 4263619 h 6858000"/>
              <a:gd name="connsiteX233" fmla="*/ 4834991 w 7467600"/>
              <a:gd name="connsiteY233" fmla="*/ 3830985 h 6858000"/>
              <a:gd name="connsiteX234" fmla="*/ 4440129 w 7467600"/>
              <a:gd name="connsiteY234" fmla="*/ 3448571 h 6858000"/>
              <a:gd name="connsiteX235" fmla="*/ 4441737 w 7467600"/>
              <a:gd name="connsiteY235" fmla="*/ 3399734 h 6858000"/>
              <a:gd name="connsiteX236" fmla="*/ 4431236 w 7467600"/>
              <a:gd name="connsiteY236" fmla="*/ 3400954 h 6858000"/>
              <a:gd name="connsiteX237" fmla="*/ 4557150 w 7467600"/>
              <a:gd name="connsiteY237" fmla="*/ 3510023 h 6858000"/>
              <a:gd name="connsiteX238" fmla="*/ 4856936 w 7467600"/>
              <a:gd name="connsiteY238" fmla="*/ 3809146 h 6858000"/>
              <a:gd name="connsiteX239" fmla="*/ 5111996 w 7467600"/>
              <a:gd name="connsiteY239" fmla="*/ 4065759 h 6858000"/>
              <a:gd name="connsiteX240" fmla="*/ 5388878 w 7467600"/>
              <a:gd name="connsiteY240" fmla="*/ 4300185 h 6858000"/>
              <a:gd name="connsiteX241" fmla="*/ 5425556 w 7467600"/>
              <a:gd name="connsiteY241" fmla="*/ 4308967 h 6858000"/>
              <a:gd name="connsiteX242" fmla="*/ 4943646 w 7467600"/>
              <a:gd name="connsiteY242" fmla="*/ 3822916 h 6858000"/>
              <a:gd name="connsiteX243" fmla="*/ 4594837 w 7467600"/>
              <a:gd name="connsiteY243" fmla="*/ 3532274 h 6858000"/>
              <a:gd name="connsiteX244" fmla="*/ 4441737 w 7467600"/>
              <a:gd name="connsiteY244" fmla="*/ 3399734 h 6858000"/>
              <a:gd name="connsiteX245" fmla="*/ 5425834 w 7467600"/>
              <a:gd name="connsiteY245" fmla="*/ 3162785 h 6858000"/>
              <a:gd name="connsiteX246" fmla="*/ 5401644 w 7467600"/>
              <a:gd name="connsiteY246" fmla="*/ 3617847 h 6858000"/>
              <a:gd name="connsiteX247" fmla="*/ 5467256 w 7467600"/>
              <a:gd name="connsiteY247" fmla="*/ 4175494 h 6858000"/>
              <a:gd name="connsiteX248" fmla="*/ 5448069 w 7467600"/>
              <a:gd name="connsiteY248" fmla="*/ 3567554 h 6858000"/>
              <a:gd name="connsiteX249" fmla="*/ 5425834 w 7467600"/>
              <a:gd name="connsiteY249" fmla="*/ 3162785 h 6858000"/>
              <a:gd name="connsiteX250" fmla="*/ 1318687 w 7467600"/>
              <a:gd name="connsiteY250" fmla="*/ 3113840 h 6858000"/>
              <a:gd name="connsiteX251" fmla="*/ 1066793 w 7467600"/>
              <a:gd name="connsiteY251" fmla="*/ 3212171 h 6858000"/>
              <a:gd name="connsiteX252" fmla="*/ 993319 w 7467600"/>
              <a:gd name="connsiteY252" fmla="*/ 3247648 h 6858000"/>
              <a:gd name="connsiteX253" fmla="*/ 853081 w 7467600"/>
              <a:gd name="connsiteY253" fmla="*/ 3312410 h 6858000"/>
              <a:gd name="connsiteX254" fmla="*/ 805957 w 7467600"/>
              <a:gd name="connsiteY254" fmla="*/ 3330443 h 6858000"/>
              <a:gd name="connsiteX255" fmla="*/ 1318687 w 7467600"/>
              <a:gd name="connsiteY255" fmla="*/ 3113840 h 6858000"/>
              <a:gd name="connsiteX256" fmla="*/ 5453702 w 7467600"/>
              <a:gd name="connsiteY256" fmla="*/ 3090882 h 6858000"/>
              <a:gd name="connsiteX257" fmla="*/ 5480135 w 7467600"/>
              <a:gd name="connsiteY257" fmla="*/ 3565802 h 6858000"/>
              <a:gd name="connsiteX258" fmla="*/ 5499023 w 7467600"/>
              <a:gd name="connsiteY258" fmla="*/ 4166310 h 6858000"/>
              <a:gd name="connsiteX259" fmla="*/ 5547022 w 7467600"/>
              <a:gd name="connsiteY259" fmla="*/ 3607838 h 6858000"/>
              <a:gd name="connsiteX260" fmla="*/ 5515964 w 7467600"/>
              <a:gd name="connsiteY260" fmla="*/ 3378541 h 6858000"/>
              <a:gd name="connsiteX261" fmla="*/ 5453702 w 7467600"/>
              <a:gd name="connsiteY261" fmla="*/ 3090882 h 6858000"/>
              <a:gd name="connsiteX262" fmla="*/ 1238695 w 7467600"/>
              <a:gd name="connsiteY262" fmla="*/ 3076820 h 6858000"/>
              <a:gd name="connsiteX263" fmla="*/ 716371 w 7467600"/>
              <a:gd name="connsiteY263" fmla="*/ 3293249 h 6858000"/>
              <a:gd name="connsiteX264" fmla="*/ 579522 w 7467600"/>
              <a:gd name="connsiteY264" fmla="*/ 3371759 h 6858000"/>
              <a:gd name="connsiteX265" fmla="*/ 600288 w 7467600"/>
              <a:gd name="connsiteY265" fmla="*/ 3365555 h 6858000"/>
              <a:gd name="connsiteX266" fmla="*/ 840692 w 7467600"/>
              <a:gd name="connsiteY266" fmla="*/ 3284921 h 6858000"/>
              <a:gd name="connsiteX267" fmla="*/ 979248 w 7467600"/>
              <a:gd name="connsiteY267" fmla="*/ 3221003 h 6858000"/>
              <a:gd name="connsiteX268" fmla="*/ 1053282 w 7467600"/>
              <a:gd name="connsiteY268" fmla="*/ 3185247 h 6858000"/>
              <a:gd name="connsiteX269" fmla="*/ 1320603 w 7467600"/>
              <a:gd name="connsiteY269" fmla="*/ 3081281 h 6858000"/>
              <a:gd name="connsiteX270" fmla="*/ 1238695 w 7467600"/>
              <a:gd name="connsiteY270" fmla="*/ 3076820 h 6858000"/>
              <a:gd name="connsiteX271" fmla="*/ 5425627 w 7467600"/>
              <a:gd name="connsiteY271" fmla="*/ 2954192 h 6858000"/>
              <a:gd name="connsiteX272" fmla="*/ 5470770 w 7467600"/>
              <a:gd name="connsiteY272" fmla="*/ 3005435 h 6858000"/>
              <a:gd name="connsiteX273" fmla="*/ 5519779 w 7467600"/>
              <a:gd name="connsiteY273" fmla="*/ 4359223 h 6858000"/>
              <a:gd name="connsiteX274" fmla="*/ 5520293 w 7467600"/>
              <a:gd name="connsiteY274" fmla="*/ 4360602 h 6858000"/>
              <a:gd name="connsiteX275" fmla="*/ 5767221 w 7467600"/>
              <a:gd name="connsiteY275" fmla="*/ 4665564 h 6858000"/>
              <a:gd name="connsiteX276" fmla="*/ 6937169 w 7467600"/>
              <a:gd name="connsiteY276" fmla="*/ 4815941 h 6858000"/>
              <a:gd name="connsiteX277" fmla="*/ 6953922 w 7467600"/>
              <a:gd name="connsiteY277" fmla="*/ 4890068 h 6858000"/>
              <a:gd name="connsiteX278" fmla="*/ 6071359 w 7467600"/>
              <a:gd name="connsiteY278" fmla="*/ 4770770 h 6858000"/>
              <a:gd name="connsiteX279" fmla="*/ 6038839 w 7467600"/>
              <a:gd name="connsiteY279" fmla="*/ 4764474 h 6858000"/>
              <a:gd name="connsiteX280" fmla="*/ 6038706 w 7467600"/>
              <a:gd name="connsiteY280" fmla="*/ 4763847 h 6858000"/>
              <a:gd name="connsiteX281" fmla="*/ 6037784 w 7467600"/>
              <a:gd name="connsiteY281" fmla="*/ 4764270 h 6858000"/>
              <a:gd name="connsiteX282" fmla="*/ 6038839 w 7467600"/>
              <a:gd name="connsiteY282" fmla="*/ 4764474 h 6858000"/>
              <a:gd name="connsiteX283" fmla="*/ 6040338 w 7467600"/>
              <a:gd name="connsiteY283" fmla="*/ 4771418 h 6858000"/>
              <a:gd name="connsiteX284" fmla="*/ 6024488 w 7467600"/>
              <a:gd name="connsiteY284" fmla="*/ 4809903 h 6858000"/>
              <a:gd name="connsiteX285" fmla="*/ 5599771 w 7467600"/>
              <a:gd name="connsiteY285" fmla="*/ 5509652 h 6858000"/>
              <a:gd name="connsiteX286" fmla="*/ 5548843 w 7467600"/>
              <a:gd name="connsiteY286" fmla="*/ 5563845 h 6858000"/>
              <a:gd name="connsiteX287" fmla="*/ 5940952 w 7467600"/>
              <a:gd name="connsiteY287" fmla="*/ 6250028 h 6858000"/>
              <a:gd name="connsiteX288" fmla="*/ 6043441 w 7467600"/>
              <a:gd name="connsiteY288" fmla="*/ 6665847 h 6858000"/>
              <a:gd name="connsiteX289" fmla="*/ 6093432 w 7467600"/>
              <a:gd name="connsiteY289" fmla="*/ 6858000 h 6858000"/>
              <a:gd name="connsiteX290" fmla="*/ 6034344 w 7467600"/>
              <a:gd name="connsiteY290" fmla="*/ 6858000 h 6858000"/>
              <a:gd name="connsiteX291" fmla="*/ 6026679 w 7467600"/>
              <a:gd name="connsiteY291" fmla="*/ 6836959 h 6858000"/>
              <a:gd name="connsiteX292" fmla="*/ 5800441 w 7467600"/>
              <a:gd name="connsiteY292" fmla="*/ 6335286 h 6858000"/>
              <a:gd name="connsiteX293" fmla="*/ 5526562 w 7467600"/>
              <a:gd name="connsiteY293" fmla="*/ 5705388 h 6858000"/>
              <a:gd name="connsiteX294" fmla="*/ 5519640 w 7467600"/>
              <a:gd name="connsiteY294" fmla="*/ 5683774 h 6858000"/>
              <a:gd name="connsiteX295" fmla="*/ 5844559 w 7467600"/>
              <a:gd name="connsiteY295" fmla="*/ 6553349 h 6858000"/>
              <a:gd name="connsiteX296" fmla="*/ 5975994 w 7467600"/>
              <a:gd name="connsiteY296" fmla="*/ 6858000 h 6858000"/>
              <a:gd name="connsiteX297" fmla="*/ 5898547 w 7467600"/>
              <a:gd name="connsiteY297" fmla="*/ 6858000 h 6858000"/>
              <a:gd name="connsiteX298" fmla="*/ 5682041 w 7467600"/>
              <a:gd name="connsiteY298" fmla="*/ 6355860 h 6858000"/>
              <a:gd name="connsiteX299" fmla="*/ 5461758 w 7467600"/>
              <a:gd name="connsiteY299" fmla="*/ 5820220 h 6858000"/>
              <a:gd name="connsiteX300" fmla="*/ 5237282 w 7467600"/>
              <a:gd name="connsiteY300" fmla="*/ 6579086 h 6858000"/>
              <a:gd name="connsiteX301" fmla="*/ 5115009 w 7467600"/>
              <a:gd name="connsiteY301" fmla="*/ 6858000 h 6858000"/>
              <a:gd name="connsiteX302" fmla="*/ 5028074 w 7467600"/>
              <a:gd name="connsiteY302" fmla="*/ 6858000 h 6858000"/>
              <a:gd name="connsiteX303" fmla="*/ 5079508 w 7467600"/>
              <a:gd name="connsiteY303" fmla="*/ 6749074 h 6858000"/>
              <a:gd name="connsiteX304" fmla="*/ 5371846 w 7467600"/>
              <a:gd name="connsiteY304" fmla="*/ 5924413 h 6858000"/>
              <a:gd name="connsiteX305" fmla="*/ 5270512 w 7467600"/>
              <a:gd name="connsiteY305" fmla="*/ 6138975 h 6858000"/>
              <a:gd name="connsiteX306" fmla="*/ 5062409 w 7467600"/>
              <a:gd name="connsiteY306" fmla="*/ 6653544 h 6858000"/>
              <a:gd name="connsiteX307" fmla="*/ 5036628 w 7467600"/>
              <a:gd name="connsiteY307" fmla="*/ 6754247 h 6858000"/>
              <a:gd name="connsiteX308" fmla="*/ 5009112 w 7467600"/>
              <a:gd name="connsiteY308" fmla="*/ 6858000 h 6858000"/>
              <a:gd name="connsiteX309" fmla="*/ 4976679 w 7467600"/>
              <a:gd name="connsiteY309" fmla="*/ 6858000 h 6858000"/>
              <a:gd name="connsiteX310" fmla="*/ 5006537 w 7467600"/>
              <a:gd name="connsiteY310" fmla="*/ 6747068 h 6858000"/>
              <a:gd name="connsiteX311" fmla="*/ 5032723 w 7467600"/>
              <a:gd name="connsiteY311" fmla="*/ 6644957 h 6858000"/>
              <a:gd name="connsiteX312" fmla="*/ 5242949 w 7467600"/>
              <a:gd name="connsiteY312" fmla="*/ 6125175 h 6858000"/>
              <a:gd name="connsiteX313" fmla="*/ 5286321 w 7467600"/>
              <a:gd name="connsiteY313" fmla="*/ 6033555 h 6858000"/>
              <a:gd name="connsiteX314" fmla="*/ 5008210 w 7467600"/>
              <a:gd name="connsiteY314" fmla="*/ 6649194 h 6858000"/>
              <a:gd name="connsiteX315" fmla="*/ 4986321 w 7467600"/>
              <a:gd name="connsiteY315" fmla="*/ 6765687 h 6858000"/>
              <a:gd name="connsiteX316" fmla="*/ 4973474 w 7467600"/>
              <a:gd name="connsiteY316" fmla="*/ 6858000 h 6858000"/>
              <a:gd name="connsiteX317" fmla="*/ 4907178 w 7467600"/>
              <a:gd name="connsiteY317" fmla="*/ 6858000 h 6858000"/>
              <a:gd name="connsiteX318" fmla="*/ 4910810 w 7467600"/>
              <a:gd name="connsiteY318" fmla="*/ 6829660 h 6858000"/>
              <a:gd name="connsiteX319" fmla="*/ 4987461 w 7467600"/>
              <a:gd name="connsiteY319" fmla="*/ 6432994 h 6858000"/>
              <a:gd name="connsiteX320" fmla="*/ 5179262 w 7467600"/>
              <a:gd name="connsiteY320" fmla="*/ 6035044 h 6858000"/>
              <a:gd name="connsiteX321" fmla="*/ 4689678 w 7467600"/>
              <a:gd name="connsiteY321" fmla="*/ 6440241 h 6858000"/>
              <a:gd name="connsiteX322" fmla="*/ 4477543 w 7467600"/>
              <a:gd name="connsiteY322" fmla="*/ 6674836 h 6858000"/>
              <a:gd name="connsiteX323" fmla="*/ 4329957 w 7467600"/>
              <a:gd name="connsiteY323" fmla="*/ 6858000 h 6858000"/>
              <a:gd name="connsiteX324" fmla="*/ 4218595 w 7467600"/>
              <a:gd name="connsiteY324" fmla="*/ 6858000 h 6858000"/>
              <a:gd name="connsiteX325" fmla="*/ 4368888 w 7467600"/>
              <a:gd name="connsiteY325" fmla="*/ 6668412 h 6858000"/>
              <a:gd name="connsiteX326" fmla="*/ 4563091 w 7467600"/>
              <a:gd name="connsiteY326" fmla="*/ 6442508 h 6858000"/>
              <a:gd name="connsiteX327" fmla="*/ 5387324 w 7467600"/>
              <a:gd name="connsiteY327" fmla="*/ 5705830 h 6858000"/>
              <a:gd name="connsiteX328" fmla="*/ 5073620 w 7467600"/>
              <a:gd name="connsiteY328" fmla="*/ 5955437 h 6858000"/>
              <a:gd name="connsiteX329" fmla="*/ 4689789 w 7467600"/>
              <a:gd name="connsiteY329" fmla="*/ 6268382 h 6858000"/>
              <a:gd name="connsiteX330" fmla="*/ 4418722 w 7467600"/>
              <a:gd name="connsiteY330" fmla="*/ 6570886 h 6858000"/>
              <a:gd name="connsiteX331" fmla="*/ 4214944 w 7467600"/>
              <a:gd name="connsiteY331" fmla="*/ 6858000 h 6858000"/>
              <a:gd name="connsiteX332" fmla="*/ 4177898 w 7467600"/>
              <a:gd name="connsiteY332" fmla="*/ 6858000 h 6858000"/>
              <a:gd name="connsiteX333" fmla="*/ 4391597 w 7467600"/>
              <a:gd name="connsiteY333" fmla="*/ 6556370 h 6858000"/>
              <a:gd name="connsiteX334" fmla="*/ 4668889 w 7467600"/>
              <a:gd name="connsiteY334" fmla="*/ 6246399 h 6858000"/>
              <a:gd name="connsiteX335" fmla="*/ 5055427 w 7467600"/>
              <a:gd name="connsiteY335" fmla="*/ 5931476 h 6858000"/>
              <a:gd name="connsiteX336" fmla="*/ 5371814 w 7467600"/>
              <a:gd name="connsiteY336" fmla="*/ 5678975 h 6858000"/>
              <a:gd name="connsiteX337" fmla="*/ 4987918 w 7467600"/>
              <a:gd name="connsiteY337" fmla="*/ 5838701 h 6858000"/>
              <a:gd name="connsiteX338" fmla="*/ 4317146 w 7467600"/>
              <a:gd name="connsiteY338" fmla="*/ 6587716 h 6858000"/>
              <a:gd name="connsiteX339" fmla="*/ 4171627 w 7467600"/>
              <a:gd name="connsiteY339" fmla="*/ 6858000 h 6858000"/>
              <a:gd name="connsiteX340" fmla="*/ 4081585 w 7467600"/>
              <a:gd name="connsiteY340" fmla="*/ 6858000 h 6858000"/>
              <a:gd name="connsiteX341" fmla="*/ 4238603 w 7467600"/>
              <a:gd name="connsiteY341" fmla="*/ 6559341 h 6858000"/>
              <a:gd name="connsiteX342" fmla="*/ 4778333 w 7467600"/>
              <a:gd name="connsiteY342" fmla="*/ 5873626 h 6858000"/>
              <a:gd name="connsiteX343" fmla="*/ 5414185 w 7467600"/>
              <a:gd name="connsiteY343" fmla="*/ 5573882 h 6858000"/>
              <a:gd name="connsiteX344" fmla="*/ 5959648 w 7467600"/>
              <a:gd name="connsiteY344" fmla="*/ 4760797 h 6858000"/>
              <a:gd name="connsiteX345" fmla="*/ 5355019 w 7467600"/>
              <a:gd name="connsiteY345" fmla="*/ 4734672 h 6858000"/>
              <a:gd name="connsiteX346" fmla="*/ 5083565 w 7467600"/>
              <a:gd name="connsiteY346" fmla="*/ 5179121 h 6858000"/>
              <a:gd name="connsiteX347" fmla="*/ 4713577 w 7467600"/>
              <a:gd name="connsiteY347" fmla="*/ 5616803 h 6858000"/>
              <a:gd name="connsiteX348" fmla="*/ 3989559 w 7467600"/>
              <a:gd name="connsiteY348" fmla="*/ 6145945 h 6858000"/>
              <a:gd name="connsiteX349" fmla="*/ 3939824 w 7467600"/>
              <a:gd name="connsiteY349" fmla="*/ 6066900 h 6858000"/>
              <a:gd name="connsiteX350" fmla="*/ 4584537 w 7467600"/>
              <a:gd name="connsiteY350" fmla="*/ 5324826 h 6858000"/>
              <a:gd name="connsiteX351" fmla="*/ 5037105 w 7467600"/>
              <a:gd name="connsiteY351" fmla="*/ 5088765 h 6858000"/>
              <a:gd name="connsiteX352" fmla="*/ 5039930 w 7467600"/>
              <a:gd name="connsiteY352" fmla="*/ 5089585 h 6858000"/>
              <a:gd name="connsiteX353" fmla="*/ 5263764 w 7467600"/>
              <a:gd name="connsiteY353" fmla="*/ 4735525 h 6858000"/>
              <a:gd name="connsiteX354" fmla="*/ 4086300 w 7467600"/>
              <a:gd name="connsiteY354" fmla="*/ 4884599 h 6858000"/>
              <a:gd name="connsiteX355" fmla="*/ 4085485 w 7467600"/>
              <a:gd name="connsiteY355" fmla="*/ 4899070 h 6858000"/>
              <a:gd name="connsiteX356" fmla="*/ 3871915 w 7467600"/>
              <a:gd name="connsiteY356" fmla="*/ 5253645 h 6858000"/>
              <a:gd name="connsiteX357" fmla="*/ 3799374 w 7467600"/>
              <a:gd name="connsiteY357" fmla="*/ 5466127 h 6858000"/>
              <a:gd name="connsiteX358" fmla="*/ 3498850 w 7467600"/>
              <a:gd name="connsiteY358" fmla="*/ 6661888 h 6858000"/>
              <a:gd name="connsiteX359" fmla="*/ 3399216 w 7467600"/>
              <a:gd name="connsiteY359" fmla="*/ 6858000 h 6858000"/>
              <a:gd name="connsiteX360" fmla="*/ 3303688 w 7467600"/>
              <a:gd name="connsiteY360" fmla="*/ 6858000 h 6858000"/>
              <a:gd name="connsiteX361" fmla="*/ 3391774 w 7467600"/>
              <a:gd name="connsiteY361" fmla="*/ 6697181 h 6858000"/>
              <a:gd name="connsiteX362" fmla="*/ 3735540 w 7467600"/>
              <a:gd name="connsiteY362" fmla="*/ 5546923 h 6858000"/>
              <a:gd name="connsiteX363" fmla="*/ 3729438 w 7467600"/>
              <a:gd name="connsiteY363" fmla="*/ 5569058 h 6858000"/>
              <a:gd name="connsiteX364" fmla="*/ 3707782 w 7467600"/>
              <a:gd name="connsiteY364" fmla="*/ 5644908 h 6858000"/>
              <a:gd name="connsiteX365" fmla="*/ 3583827 w 7467600"/>
              <a:gd name="connsiteY365" fmla="*/ 6039215 h 6858000"/>
              <a:gd name="connsiteX366" fmla="*/ 3547861 w 7467600"/>
              <a:gd name="connsiteY366" fmla="*/ 6129609 h 6858000"/>
              <a:gd name="connsiteX367" fmla="*/ 3490905 w 7467600"/>
              <a:gd name="connsiteY367" fmla="*/ 6277660 h 6858000"/>
              <a:gd name="connsiteX368" fmla="*/ 3455859 w 7467600"/>
              <a:gd name="connsiteY368" fmla="*/ 6391301 h 6858000"/>
              <a:gd name="connsiteX369" fmla="*/ 3429112 w 7467600"/>
              <a:gd name="connsiteY369" fmla="*/ 6479469 h 6858000"/>
              <a:gd name="connsiteX370" fmla="*/ 3304862 w 7467600"/>
              <a:gd name="connsiteY370" fmla="*/ 6796476 h 6858000"/>
              <a:gd name="connsiteX371" fmla="*/ 3276071 w 7467600"/>
              <a:gd name="connsiteY371" fmla="*/ 6858000 h 6858000"/>
              <a:gd name="connsiteX372" fmla="*/ 3240805 w 7467600"/>
              <a:gd name="connsiteY372" fmla="*/ 6858000 h 6858000"/>
              <a:gd name="connsiteX373" fmla="*/ 3275917 w 7467600"/>
              <a:gd name="connsiteY373" fmla="*/ 6783192 h 6858000"/>
              <a:gd name="connsiteX374" fmla="*/ 3399358 w 7467600"/>
              <a:gd name="connsiteY374" fmla="*/ 6469011 h 6858000"/>
              <a:gd name="connsiteX375" fmla="*/ 3425650 w 7467600"/>
              <a:gd name="connsiteY375" fmla="*/ 6381333 h 6858000"/>
              <a:gd name="connsiteX376" fmla="*/ 3460661 w 7467600"/>
              <a:gd name="connsiteY376" fmla="*/ 6266763 h 6858000"/>
              <a:gd name="connsiteX377" fmla="*/ 3518021 w 7467600"/>
              <a:gd name="connsiteY377" fmla="*/ 6117298 h 6858000"/>
              <a:gd name="connsiteX378" fmla="*/ 3554035 w 7467600"/>
              <a:gd name="connsiteY378" fmla="*/ 6027832 h 6858000"/>
              <a:gd name="connsiteX379" fmla="*/ 3677174 w 7467600"/>
              <a:gd name="connsiteY379" fmla="*/ 5636351 h 6858000"/>
              <a:gd name="connsiteX380" fmla="*/ 3698819 w 7467600"/>
              <a:gd name="connsiteY380" fmla="*/ 5560503 h 6858000"/>
              <a:gd name="connsiteX381" fmla="*/ 3702094 w 7467600"/>
              <a:gd name="connsiteY381" fmla="*/ 5549194 h 6858000"/>
              <a:gd name="connsiteX382" fmla="*/ 3398355 w 7467600"/>
              <a:gd name="connsiteY382" fmla="*/ 6094603 h 6858000"/>
              <a:gd name="connsiteX383" fmla="*/ 3193941 w 7467600"/>
              <a:gd name="connsiteY383" fmla="*/ 6798775 h 6858000"/>
              <a:gd name="connsiteX384" fmla="*/ 3184140 w 7467600"/>
              <a:gd name="connsiteY384" fmla="*/ 6858000 h 6858000"/>
              <a:gd name="connsiteX385" fmla="*/ 3099978 w 7467600"/>
              <a:gd name="connsiteY385" fmla="*/ 6858000 h 6858000"/>
              <a:gd name="connsiteX386" fmla="*/ 3101556 w 7467600"/>
              <a:gd name="connsiteY386" fmla="*/ 6843337 h 6858000"/>
              <a:gd name="connsiteX387" fmla="*/ 3370162 w 7467600"/>
              <a:gd name="connsiteY387" fmla="*/ 5785550 h 6858000"/>
              <a:gd name="connsiteX388" fmla="*/ 3746477 w 7467600"/>
              <a:gd name="connsiteY388" fmla="*/ 5377889 h 6858000"/>
              <a:gd name="connsiteX389" fmla="*/ 3863399 w 7467600"/>
              <a:gd name="connsiteY389" fmla="*/ 5087257 h 6858000"/>
              <a:gd name="connsiteX390" fmla="*/ 3968712 w 7467600"/>
              <a:gd name="connsiteY390" fmla="*/ 4913989 h 6858000"/>
              <a:gd name="connsiteX391" fmla="*/ 2792390 w 7467600"/>
              <a:gd name="connsiteY391" fmla="*/ 5382974 h 6858000"/>
              <a:gd name="connsiteX392" fmla="*/ 2714982 w 7467600"/>
              <a:gd name="connsiteY392" fmla="*/ 5427051 h 6858000"/>
              <a:gd name="connsiteX393" fmla="*/ 2813361 w 7467600"/>
              <a:gd name="connsiteY393" fmla="*/ 6023912 h 6858000"/>
              <a:gd name="connsiteX394" fmla="*/ 2688430 w 7467600"/>
              <a:gd name="connsiteY394" fmla="*/ 6801564 h 6858000"/>
              <a:gd name="connsiteX395" fmla="*/ 2629626 w 7467600"/>
              <a:gd name="connsiteY395" fmla="*/ 6763394 h 6858000"/>
              <a:gd name="connsiteX396" fmla="*/ 2565328 w 7467600"/>
              <a:gd name="connsiteY396" fmla="*/ 5516399 h 6858000"/>
              <a:gd name="connsiteX397" fmla="*/ 1922999 w 7467600"/>
              <a:gd name="connsiteY397" fmla="*/ 5980343 h 6858000"/>
              <a:gd name="connsiteX398" fmla="*/ 1950261 w 7467600"/>
              <a:gd name="connsiteY398" fmla="*/ 6405858 h 6858000"/>
              <a:gd name="connsiteX399" fmla="*/ 2365554 w 7467600"/>
              <a:gd name="connsiteY399" fmla="*/ 6759107 h 6858000"/>
              <a:gd name="connsiteX400" fmla="*/ 2424142 w 7467600"/>
              <a:gd name="connsiteY400" fmla="*/ 6858000 h 6858000"/>
              <a:gd name="connsiteX401" fmla="*/ 2395994 w 7467600"/>
              <a:gd name="connsiteY401" fmla="*/ 6858000 h 6858000"/>
              <a:gd name="connsiteX402" fmla="*/ 2392863 w 7467600"/>
              <a:gd name="connsiteY402" fmla="*/ 6852964 h 6858000"/>
              <a:gd name="connsiteX403" fmla="*/ 2017589 w 7467600"/>
              <a:gd name="connsiteY403" fmla="*/ 6493982 h 6858000"/>
              <a:gd name="connsiteX404" fmla="*/ 2147336 w 7467600"/>
              <a:gd name="connsiteY404" fmla="*/ 6594052 h 6858000"/>
              <a:gd name="connsiteX405" fmla="*/ 2207047 w 7467600"/>
              <a:gd name="connsiteY405" fmla="*/ 6654540 h 6858000"/>
              <a:gd name="connsiteX406" fmla="*/ 2299106 w 7467600"/>
              <a:gd name="connsiteY406" fmla="*/ 6778931 h 6858000"/>
              <a:gd name="connsiteX407" fmla="*/ 2314430 w 7467600"/>
              <a:gd name="connsiteY407" fmla="*/ 6801144 h 6858000"/>
              <a:gd name="connsiteX408" fmla="*/ 2352406 w 7467600"/>
              <a:gd name="connsiteY408" fmla="*/ 6858000 h 6858000"/>
              <a:gd name="connsiteX409" fmla="*/ 2314492 w 7467600"/>
              <a:gd name="connsiteY409" fmla="*/ 6858000 h 6858000"/>
              <a:gd name="connsiteX410" fmla="*/ 2288095 w 7467600"/>
              <a:gd name="connsiteY410" fmla="*/ 6818030 h 6858000"/>
              <a:gd name="connsiteX411" fmla="*/ 2272768 w 7467600"/>
              <a:gd name="connsiteY411" fmla="*/ 6795822 h 6858000"/>
              <a:gd name="connsiteX412" fmla="*/ 2182715 w 7467600"/>
              <a:gd name="connsiteY412" fmla="*/ 6675071 h 6858000"/>
              <a:gd name="connsiteX413" fmla="*/ 2032061 w 7467600"/>
              <a:gd name="connsiteY413" fmla="*/ 6541380 h 6858000"/>
              <a:gd name="connsiteX414" fmla="*/ 2257220 w 7467600"/>
              <a:gd name="connsiteY414" fmla="*/ 6826257 h 6858000"/>
              <a:gd name="connsiteX415" fmla="*/ 2281324 w 7467600"/>
              <a:gd name="connsiteY415" fmla="*/ 6858000 h 6858000"/>
              <a:gd name="connsiteX416" fmla="*/ 2242860 w 7467600"/>
              <a:gd name="connsiteY416" fmla="*/ 6858000 h 6858000"/>
              <a:gd name="connsiteX417" fmla="*/ 2232818 w 7467600"/>
              <a:gd name="connsiteY417" fmla="*/ 6844926 h 6858000"/>
              <a:gd name="connsiteX418" fmla="*/ 1990172 w 7467600"/>
              <a:gd name="connsiteY418" fmla="*/ 6542121 h 6858000"/>
              <a:gd name="connsiteX419" fmla="*/ 2124090 w 7467600"/>
              <a:gd name="connsiteY419" fmla="*/ 6761017 h 6858000"/>
              <a:gd name="connsiteX420" fmla="*/ 2200380 w 7467600"/>
              <a:gd name="connsiteY420" fmla="*/ 6858000 h 6858000"/>
              <a:gd name="connsiteX421" fmla="*/ 2147507 w 7467600"/>
              <a:gd name="connsiteY421" fmla="*/ 6858000 h 6858000"/>
              <a:gd name="connsiteX422" fmla="*/ 2070668 w 7467600"/>
              <a:gd name="connsiteY422" fmla="*/ 6761520 h 6858000"/>
              <a:gd name="connsiteX423" fmla="*/ 1975142 w 7467600"/>
              <a:gd name="connsiteY423" fmla="*/ 6585570 h 6858000"/>
              <a:gd name="connsiteX424" fmla="*/ 2050035 w 7467600"/>
              <a:gd name="connsiteY424" fmla="*/ 6813345 h 6858000"/>
              <a:gd name="connsiteX425" fmla="*/ 2063025 w 7467600"/>
              <a:gd name="connsiteY425" fmla="*/ 6858000 h 6858000"/>
              <a:gd name="connsiteX426" fmla="*/ 2021675 w 7467600"/>
              <a:gd name="connsiteY426" fmla="*/ 6858000 h 6858000"/>
              <a:gd name="connsiteX427" fmla="*/ 2019308 w 7467600"/>
              <a:gd name="connsiteY427" fmla="*/ 6847118 h 6858000"/>
              <a:gd name="connsiteX428" fmla="*/ 1938835 w 7467600"/>
              <a:gd name="connsiteY428" fmla="*/ 6551160 h 6858000"/>
              <a:gd name="connsiteX429" fmla="*/ 1953230 w 7467600"/>
              <a:gd name="connsiteY429" fmla="*/ 6759699 h 6858000"/>
              <a:gd name="connsiteX430" fmla="*/ 1956763 w 7467600"/>
              <a:gd name="connsiteY430" fmla="*/ 6778191 h 6858000"/>
              <a:gd name="connsiteX431" fmla="*/ 1967925 w 7467600"/>
              <a:gd name="connsiteY431" fmla="*/ 6858000 h 6858000"/>
              <a:gd name="connsiteX432" fmla="*/ 1936622 w 7467600"/>
              <a:gd name="connsiteY432" fmla="*/ 6858000 h 6858000"/>
              <a:gd name="connsiteX433" fmla="*/ 1926261 w 7467600"/>
              <a:gd name="connsiteY433" fmla="*/ 6784064 h 6858000"/>
              <a:gd name="connsiteX434" fmla="*/ 1922724 w 7467600"/>
              <a:gd name="connsiteY434" fmla="*/ 6765577 h 6858000"/>
              <a:gd name="connsiteX435" fmla="*/ 1904650 w 7467600"/>
              <a:gd name="connsiteY435" fmla="*/ 6639616 h 6858000"/>
              <a:gd name="connsiteX436" fmla="*/ 1885273 w 7467600"/>
              <a:gd name="connsiteY436" fmla="*/ 6858000 h 6858000"/>
              <a:gd name="connsiteX437" fmla="*/ 1854363 w 7467600"/>
              <a:gd name="connsiteY437" fmla="*/ 6858000 h 6858000"/>
              <a:gd name="connsiteX438" fmla="*/ 1880391 w 7467600"/>
              <a:gd name="connsiteY438" fmla="*/ 6603796 h 6858000"/>
              <a:gd name="connsiteX439" fmla="*/ 1818273 w 7467600"/>
              <a:gd name="connsiteY439" fmla="*/ 6715729 h 6858000"/>
              <a:gd name="connsiteX440" fmla="*/ 1794691 w 7467600"/>
              <a:gd name="connsiteY440" fmla="*/ 6843239 h 6858000"/>
              <a:gd name="connsiteX441" fmla="*/ 1794914 w 7467600"/>
              <a:gd name="connsiteY441" fmla="*/ 6858000 h 6858000"/>
              <a:gd name="connsiteX442" fmla="*/ 1746128 w 7467600"/>
              <a:gd name="connsiteY442" fmla="*/ 6858000 h 6858000"/>
              <a:gd name="connsiteX443" fmla="*/ 1753934 w 7467600"/>
              <a:gd name="connsiteY443" fmla="*/ 6724796 h 6858000"/>
              <a:gd name="connsiteX444" fmla="*/ 1792053 w 7467600"/>
              <a:gd name="connsiteY444" fmla="*/ 6572396 h 6858000"/>
              <a:gd name="connsiteX445" fmla="*/ 1862248 w 7467600"/>
              <a:gd name="connsiteY445" fmla="*/ 6266397 h 6858000"/>
              <a:gd name="connsiteX446" fmla="*/ 1862250 w 7467600"/>
              <a:gd name="connsiteY446" fmla="*/ 6033531 h 6858000"/>
              <a:gd name="connsiteX447" fmla="*/ 1211999 w 7467600"/>
              <a:gd name="connsiteY447" fmla="*/ 6683610 h 6858000"/>
              <a:gd name="connsiteX448" fmla="*/ 1213266 w 7467600"/>
              <a:gd name="connsiteY448" fmla="*/ 6691947 h 6858000"/>
              <a:gd name="connsiteX449" fmla="*/ 1203370 w 7467600"/>
              <a:gd name="connsiteY449" fmla="*/ 6850676 h 6858000"/>
              <a:gd name="connsiteX450" fmla="*/ 1203671 w 7467600"/>
              <a:gd name="connsiteY450" fmla="*/ 6858000 h 6858000"/>
              <a:gd name="connsiteX451" fmla="*/ 1143180 w 7467600"/>
              <a:gd name="connsiteY451" fmla="*/ 6858000 h 6858000"/>
              <a:gd name="connsiteX452" fmla="*/ 1142176 w 7467600"/>
              <a:gd name="connsiteY452" fmla="*/ 6766045 h 6858000"/>
              <a:gd name="connsiteX453" fmla="*/ 1067484 w 7467600"/>
              <a:gd name="connsiteY453" fmla="*/ 6858000 h 6858000"/>
              <a:gd name="connsiteX454" fmla="*/ 953928 w 7467600"/>
              <a:gd name="connsiteY454" fmla="*/ 6858000 h 6858000"/>
              <a:gd name="connsiteX455" fmla="*/ 959715 w 7467600"/>
              <a:gd name="connsiteY455" fmla="*/ 6850185 h 6858000"/>
              <a:gd name="connsiteX456" fmla="*/ 1483788 w 7467600"/>
              <a:gd name="connsiteY456" fmla="*/ 6259174 h 6858000"/>
              <a:gd name="connsiteX457" fmla="*/ 1100671 w 7467600"/>
              <a:gd name="connsiteY457" fmla="*/ 6252137 h 6858000"/>
              <a:gd name="connsiteX458" fmla="*/ 1090144 w 7467600"/>
              <a:gd name="connsiteY458" fmla="*/ 6256748 h 6858000"/>
              <a:gd name="connsiteX459" fmla="*/ 1095872 w 7467600"/>
              <a:gd name="connsiteY459" fmla="*/ 6271892 h 6858000"/>
              <a:gd name="connsiteX460" fmla="*/ 262785 w 7467600"/>
              <a:gd name="connsiteY460" fmla="*/ 6845450 h 6858000"/>
              <a:gd name="connsiteX461" fmla="*/ 209968 w 7467600"/>
              <a:gd name="connsiteY461" fmla="*/ 6770713 h 6858000"/>
              <a:gd name="connsiteX462" fmla="*/ 873460 w 7467600"/>
              <a:gd name="connsiteY462" fmla="*/ 6253768 h 6858000"/>
              <a:gd name="connsiteX463" fmla="*/ 192686 w 7467600"/>
              <a:gd name="connsiteY463" fmla="*/ 5849257 h 6858000"/>
              <a:gd name="connsiteX464" fmla="*/ 4696 w 7467600"/>
              <a:gd name="connsiteY464" fmla="*/ 5697668 h 6858000"/>
              <a:gd name="connsiteX465" fmla="*/ 0 w 7467600"/>
              <a:gd name="connsiteY465" fmla="*/ 5689984 h 6858000"/>
              <a:gd name="connsiteX466" fmla="*/ 0 w 7467600"/>
              <a:gd name="connsiteY466" fmla="*/ 5513472 h 6858000"/>
              <a:gd name="connsiteX467" fmla="*/ 174101 w 7467600"/>
              <a:gd name="connsiteY467" fmla="*/ 5620277 h 6858000"/>
              <a:gd name="connsiteX468" fmla="*/ 891800 w 7467600"/>
              <a:gd name="connsiteY468" fmla="*/ 6036935 h 6858000"/>
              <a:gd name="connsiteX469" fmla="*/ 1072219 w 7467600"/>
              <a:gd name="connsiteY469" fmla="*/ 6169443 h 6858000"/>
              <a:gd name="connsiteX470" fmla="*/ 1074117 w 7467600"/>
              <a:gd name="connsiteY470" fmla="*/ 6170301 h 6858000"/>
              <a:gd name="connsiteX471" fmla="*/ 1083114 w 7467600"/>
              <a:gd name="connsiteY471" fmla="*/ 6174131 h 6858000"/>
              <a:gd name="connsiteX472" fmla="*/ 1543010 w 7467600"/>
              <a:gd name="connsiteY472" fmla="*/ 6191140 h 6858000"/>
              <a:gd name="connsiteX473" fmla="*/ 1551080 w 7467600"/>
              <a:gd name="connsiteY473" fmla="*/ 6195006 h 6858000"/>
              <a:gd name="connsiteX474" fmla="*/ 2345443 w 7467600"/>
              <a:gd name="connsiteY474" fmla="*/ 5549882 h 6858000"/>
              <a:gd name="connsiteX475" fmla="*/ 1721499 w 7467600"/>
              <a:gd name="connsiteY475" fmla="*/ 5599969 h 6858000"/>
              <a:gd name="connsiteX476" fmla="*/ 767716 w 7467600"/>
              <a:gd name="connsiteY476" fmla="*/ 5472768 h 6858000"/>
              <a:gd name="connsiteX477" fmla="*/ 722147 w 7467600"/>
              <a:gd name="connsiteY477" fmla="*/ 5393091 h 6858000"/>
              <a:gd name="connsiteX478" fmla="*/ 1485552 w 7467600"/>
              <a:gd name="connsiteY478" fmla="*/ 5313202 h 6858000"/>
              <a:gd name="connsiteX479" fmla="*/ 2143004 w 7467600"/>
              <a:gd name="connsiteY479" fmla="*/ 5402420 h 6858000"/>
              <a:gd name="connsiteX480" fmla="*/ 1933391 w 7467600"/>
              <a:gd name="connsiteY480" fmla="*/ 5156971 h 6858000"/>
              <a:gd name="connsiteX481" fmla="*/ 1827118 w 7467600"/>
              <a:gd name="connsiteY481" fmla="*/ 4968410 h 6858000"/>
              <a:gd name="connsiteX482" fmla="*/ 1837349 w 7467600"/>
              <a:gd name="connsiteY482" fmla="*/ 4956357 h 6858000"/>
              <a:gd name="connsiteX483" fmla="*/ 2162835 w 7467600"/>
              <a:gd name="connsiteY483" fmla="*/ 5187853 h 6858000"/>
              <a:gd name="connsiteX484" fmla="*/ 2257167 w 7467600"/>
              <a:gd name="connsiteY484" fmla="*/ 5462123 h 6858000"/>
              <a:gd name="connsiteX485" fmla="*/ 2261598 w 7467600"/>
              <a:gd name="connsiteY485" fmla="*/ 5467998 h 6858000"/>
              <a:gd name="connsiteX486" fmla="*/ 2437177 w 7467600"/>
              <a:gd name="connsiteY486" fmla="*/ 5479608 h 6858000"/>
              <a:gd name="connsiteX487" fmla="*/ 2445247 w 7467600"/>
              <a:gd name="connsiteY487" fmla="*/ 5483476 h 6858000"/>
              <a:gd name="connsiteX488" fmla="*/ 2743626 w 7467600"/>
              <a:gd name="connsiteY488" fmla="*/ 5304819 h 6858000"/>
              <a:gd name="connsiteX489" fmla="*/ 3048102 w 7467600"/>
              <a:gd name="connsiteY489" fmla="*/ 5150595 h 6858000"/>
              <a:gd name="connsiteX490" fmla="*/ 1799414 w 7467600"/>
              <a:gd name="connsiteY490" fmla="*/ 4694732 h 6858000"/>
              <a:gd name="connsiteX491" fmla="*/ 1771735 w 7467600"/>
              <a:gd name="connsiteY491" fmla="*/ 4619929 h 6858000"/>
              <a:gd name="connsiteX492" fmla="*/ 3104273 w 7467600"/>
              <a:gd name="connsiteY492" fmla="*/ 5076159 h 6858000"/>
              <a:gd name="connsiteX493" fmla="*/ 3113245 w 7467600"/>
              <a:gd name="connsiteY493" fmla="*/ 5090705 h 6858000"/>
              <a:gd name="connsiteX494" fmla="*/ 3126294 w 7467600"/>
              <a:gd name="connsiteY494" fmla="*/ 5114400 h 6858000"/>
              <a:gd name="connsiteX495" fmla="*/ 3937433 w 7467600"/>
              <a:gd name="connsiteY495" fmla="*/ 4830473 h 6858000"/>
              <a:gd name="connsiteX496" fmla="*/ 3590475 w 7467600"/>
              <a:gd name="connsiteY496" fmla="*/ 4597974 h 6858000"/>
              <a:gd name="connsiteX497" fmla="*/ 3100264 w 7467600"/>
              <a:gd name="connsiteY497" fmla="*/ 4579845 h 6858000"/>
              <a:gd name="connsiteX498" fmla="*/ 2183576 w 7467600"/>
              <a:gd name="connsiteY498" fmla="*/ 4227150 h 6858000"/>
              <a:gd name="connsiteX499" fmla="*/ 2151029 w 7467600"/>
              <a:gd name="connsiteY499" fmla="*/ 4146947 h 6858000"/>
              <a:gd name="connsiteX500" fmla="*/ 3563434 w 7467600"/>
              <a:gd name="connsiteY500" fmla="*/ 4469115 h 6858000"/>
              <a:gd name="connsiteX501" fmla="*/ 3177952 w 7467600"/>
              <a:gd name="connsiteY501" fmla="*/ 3657386 h 6858000"/>
              <a:gd name="connsiteX502" fmla="*/ 3189263 w 7467600"/>
              <a:gd name="connsiteY502" fmla="*/ 3625726 h 6858000"/>
              <a:gd name="connsiteX503" fmla="*/ 3560912 w 7467600"/>
              <a:gd name="connsiteY503" fmla="*/ 4079863 h 6858000"/>
              <a:gd name="connsiteX504" fmla="*/ 3626636 w 7467600"/>
              <a:gd name="connsiteY504" fmla="*/ 4512230 h 6858000"/>
              <a:gd name="connsiteX505" fmla="*/ 3653088 w 7467600"/>
              <a:gd name="connsiteY505" fmla="*/ 4521417 h 6858000"/>
              <a:gd name="connsiteX506" fmla="*/ 3988128 w 7467600"/>
              <a:gd name="connsiteY506" fmla="*/ 4817267 h 6858000"/>
              <a:gd name="connsiteX507" fmla="*/ 4830582 w 7467600"/>
              <a:gd name="connsiteY507" fmla="*/ 4676000 h 6858000"/>
              <a:gd name="connsiteX508" fmla="*/ 4830100 w 7467600"/>
              <a:gd name="connsiteY508" fmla="*/ 4675554 h 6858000"/>
              <a:gd name="connsiteX509" fmla="*/ 4036318 w 7467600"/>
              <a:gd name="connsiteY509" fmla="*/ 4147013 h 6858000"/>
              <a:gd name="connsiteX510" fmla="*/ 3432098 w 7467600"/>
              <a:gd name="connsiteY510" fmla="*/ 3537312 h 6858000"/>
              <a:gd name="connsiteX511" fmla="*/ 3446761 w 7467600"/>
              <a:gd name="connsiteY511" fmla="*/ 3461278 h 6858000"/>
              <a:gd name="connsiteX512" fmla="*/ 4419733 w 7467600"/>
              <a:gd name="connsiteY512" fmla="*/ 3963555 h 6858000"/>
              <a:gd name="connsiteX513" fmla="*/ 4781371 w 7467600"/>
              <a:gd name="connsiteY513" fmla="*/ 4458604 h 6858000"/>
              <a:gd name="connsiteX514" fmla="*/ 4780440 w 7467600"/>
              <a:gd name="connsiteY514" fmla="*/ 4470290 h 6858000"/>
              <a:gd name="connsiteX515" fmla="*/ 4898954 w 7467600"/>
              <a:gd name="connsiteY515" fmla="*/ 4662092 h 6858000"/>
              <a:gd name="connsiteX516" fmla="*/ 4900699 w 7467600"/>
              <a:gd name="connsiteY516" fmla="*/ 4670867 h 6858000"/>
              <a:gd name="connsiteX517" fmla="*/ 5714511 w 7467600"/>
              <a:gd name="connsiteY517" fmla="*/ 4663483 h 6858000"/>
              <a:gd name="connsiteX518" fmla="*/ 5464793 w 7467600"/>
              <a:gd name="connsiteY518" fmla="*/ 4393556 h 6858000"/>
              <a:gd name="connsiteX519" fmla="*/ 5461897 w 7467600"/>
              <a:gd name="connsiteY519" fmla="*/ 4390879 h 6858000"/>
              <a:gd name="connsiteX520" fmla="*/ 4294126 w 7467600"/>
              <a:gd name="connsiteY520" fmla="*/ 3303048 h 6858000"/>
              <a:gd name="connsiteX521" fmla="*/ 4305321 w 7467600"/>
              <a:gd name="connsiteY521" fmla="*/ 3256953 h 6858000"/>
              <a:gd name="connsiteX522" fmla="*/ 4949299 w 7467600"/>
              <a:gd name="connsiteY522" fmla="*/ 3766336 h 6858000"/>
              <a:gd name="connsiteX523" fmla="*/ 5291452 w 7467600"/>
              <a:gd name="connsiteY523" fmla="*/ 4076801 h 6858000"/>
              <a:gd name="connsiteX524" fmla="*/ 5434998 w 7467600"/>
              <a:gd name="connsiteY524" fmla="*/ 4254100 h 6858000"/>
              <a:gd name="connsiteX525" fmla="*/ 5351015 w 7467600"/>
              <a:gd name="connsiteY525" fmla="*/ 3760989 h 6858000"/>
              <a:gd name="connsiteX526" fmla="*/ 5413780 w 7467600"/>
              <a:gd name="connsiteY526" fmla="*/ 2966265 h 6858000"/>
              <a:gd name="connsiteX527" fmla="*/ 5425627 w 7467600"/>
              <a:gd name="connsiteY527" fmla="*/ 2954192 h 6858000"/>
              <a:gd name="connsiteX528" fmla="*/ 6604735 w 7467600"/>
              <a:gd name="connsiteY528" fmla="*/ 2041381 h 6858000"/>
              <a:gd name="connsiteX529" fmla="*/ 7204487 w 7467600"/>
              <a:gd name="connsiteY529" fmla="*/ 2742112 h 6858000"/>
              <a:gd name="connsiteX530" fmla="*/ 7131592 w 7467600"/>
              <a:gd name="connsiteY530" fmla="*/ 2672096 h 6858000"/>
              <a:gd name="connsiteX531" fmla="*/ 6996344 w 7467600"/>
              <a:gd name="connsiteY531" fmla="*/ 2518310 h 6858000"/>
              <a:gd name="connsiteX532" fmla="*/ 6735495 w 7467600"/>
              <a:gd name="connsiteY532" fmla="*/ 2196890 h 6858000"/>
              <a:gd name="connsiteX533" fmla="*/ 6721901 w 7467600"/>
              <a:gd name="connsiteY533" fmla="*/ 2179274 h 6858000"/>
              <a:gd name="connsiteX534" fmla="*/ 6604735 w 7467600"/>
              <a:gd name="connsiteY534" fmla="*/ 2041381 h 6858000"/>
              <a:gd name="connsiteX535" fmla="*/ 6591670 w 7467600"/>
              <a:gd name="connsiteY535" fmla="*/ 1988277 h 6858000"/>
              <a:gd name="connsiteX536" fmla="*/ 6747349 w 7467600"/>
              <a:gd name="connsiteY536" fmla="*/ 2160069 h 6858000"/>
              <a:gd name="connsiteX537" fmla="*/ 6760943 w 7467600"/>
              <a:gd name="connsiteY537" fmla="*/ 2177686 h 6858000"/>
              <a:gd name="connsiteX538" fmla="*/ 7021065 w 7467600"/>
              <a:gd name="connsiteY538" fmla="*/ 2498102 h 6858000"/>
              <a:gd name="connsiteX539" fmla="*/ 7155223 w 7467600"/>
              <a:gd name="connsiteY539" fmla="*/ 2650386 h 6858000"/>
              <a:gd name="connsiteX540" fmla="*/ 7203167 w 7467600"/>
              <a:gd name="connsiteY540" fmla="*/ 2697288 h 6858000"/>
              <a:gd name="connsiteX541" fmla="*/ 6937703 w 7467600"/>
              <a:gd name="connsiteY541" fmla="*/ 2321981 h 6858000"/>
              <a:gd name="connsiteX542" fmla="*/ 6591670 w 7467600"/>
              <a:gd name="connsiteY542" fmla="*/ 1988277 h 6858000"/>
              <a:gd name="connsiteX543" fmla="*/ 5798671 w 7467600"/>
              <a:gd name="connsiteY543" fmla="*/ 1981601 h 6858000"/>
              <a:gd name="connsiteX544" fmla="*/ 5754709 w 7467600"/>
              <a:gd name="connsiteY544" fmla="*/ 2071454 h 6858000"/>
              <a:gd name="connsiteX545" fmla="*/ 5763044 w 7467600"/>
              <a:gd name="connsiteY545" fmla="*/ 2842206 h 6858000"/>
              <a:gd name="connsiteX546" fmla="*/ 5764974 w 7467600"/>
              <a:gd name="connsiteY546" fmla="*/ 2799609 h 6858000"/>
              <a:gd name="connsiteX547" fmla="*/ 5767665 w 7467600"/>
              <a:gd name="connsiteY547" fmla="*/ 2666409 h 6858000"/>
              <a:gd name="connsiteX548" fmla="*/ 5763055 w 7467600"/>
              <a:gd name="connsiteY548" fmla="*/ 2579705 h 6858000"/>
              <a:gd name="connsiteX549" fmla="*/ 5758079 w 7467600"/>
              <a:gd name="connsiteY549" fmla="*/ 2492508 h 6858000"/>
              <a:gd name="connsiteX550" fmla="*/ 5779325 w 7467600"/>
              <a:gd name="connsiteY550" fmla="*/ 2197069 h 6858000"/>
              <a:gd name="connsiteX551" fmla="*/ 5798671 w 7467600"/>
              <a:gd name="connsiteY551" fmla="*/ 1981601 h 6858000"/>
              <a:gd name="connsiteX552" fmla="*/ 5829202 w 7467600"/>
              <a:gd name="connsiteY552" fmla="*/ 1971679 h 6858000"/>
              <a:gd name="connsiteX553" fmla="*/ 5809558 w 7467600"/>
              <a:gd name="connsiteY553" fmla="*/ 2198043 h 6858000"/>
              <a:gd name="connsiteX554" fmla="*/ 5788653 w 7467600"/>
              <a:gd name="connsiteY554" fmla="*/ 2489430 h 6858000"/>
              <a:gd name="connsiteX555" fmla="*/ 5793439 w 7467600"/>
              <a:gd name="connsiteY555" fmla="*/ 2575235 h 6858000"/>
              <a:gd name="connsiteX556" fmla="*/ 5796837 w 7467600"/>
              <a:gd name="connsiteY556" fmla="*/ 2637633 h 6858000"/>
              <a:gd name="connsiteX557" fmla="*/ 5818614 w 7467600"/>
              <a:gd name="connsiteY557" fmla="*/ 2473055 h 6858000"/>
              <a:gd name="connsiteX558" fmla="*/ 5829202 w 7467600"/>
              <a:gd name="connsiteY558" fmla="*/ 1971679 h 6858000"/>
              <a:gd name="connsiteX559" fmla="*/ 5911389 w 7467600"/>
              <a:gd name="connsiteY559" fmla="*/ 1898371 h 6858000"/>
              <a:gd name="connsiteX560" fmla="*/ 6237627 w 7467600"/>
              <a:gd name="connsiteY560" fmla="*/ 2231921 h 6858000"/>
              <a:gd name="connsiteX561" fmla="*/ 5911389 w 7467600"/>
              <a:gd name="connsiteY561" fmla="*/ 1898371 h 6858000"/>
              <a:gd name="connsiteX562" fmla="*/ 6944437 w 7467600"/>
              <a:gd name="connsiteY562" fmla="*/ 1575402 h 6858000"/>
              <a:gd name="connsiteX563" fmla="*/ 6304730 w 7467600"/>
              <a:gd name="connsiteY563" fmla="*/ 1766654 h 6858000"/>
              <a:gd name="connsiteX564" fmla="*/ 6944437 w 7467600"/>
              <a:gd name="connsiteY564" fmla="*/ 1575402 h 6858000"/>
              <a:gd name="connsiteX565" fmla="*/ 7019523 w 7467600"/>
              <a:gd name="connsiteY565" fmla="*/ 1519450 h 6858000"/>
              <a:gd name="connsiteX566" fmla="*/ 6298091 w 7467600"/>
              <a:gd name="connsiteY566" fmla="*/ 1737122 h 6858000"/>
              <a:gd name="connsiteX567" fmla="*/ 7019523 w 7467600"/>
              <a:gd name="connsiteY567" fmla="*/ 1519450 h 6858000"/>
              <a:gd name="connsiteX568" fmla="*/ 2399523 w 7467600"/>
              <a:gd name="connsiteY568" fmla="*/ 1428234 h 6858000"/>
              <a:gd name="connsiteX569" fmla="*/ 2224982 w 7467600"/>
              <a:gd name="connsiteY569" fmla="*/ 1826201 h 6858000"/>
              <a:gd name="connsiteX570" fmla="*/ 2096099 w 7467600"/>
              <a:gd name="connsiteY570" fmla="*/ 2345900 h 6858000"/>
              <a:gd name="connsiteX571" fmla="*/ 2283317 w 7467600"/>
              <a:gd name="connsiteY571" fmla="*/ 1796925 h 6858000"/>
              <a:gd name="connsiteX572" fmla="*/ 2399523 w 7467600"/>
              <a:gd name="connsiteY572" fmla="*/ 1428234 h 6858000"/>
              <a:gd name="connsiteX573" fmla="*/ 2448558 w 7467600"/>
              <a:gd name="connsiteY573" fmla="*/ 1373435 h 6858000"/>
              <a:gd name="connsiteX574" fmla="*/ 2312521 w 7467600"/>
              <a:gd name="connsiteY574" fmla="*/ 1806140 h 6858000"/>
              <a:gd name="connsiteX575" fmla="*/ 2127533 w 7467600"/>
              <a:gd name="connsiteY575" fmla="*/ 2348380 h 6858000"/>
              <a:gd name="connsiteX576" fmla="*/ 2358080 w 7467600"/>
              <a:gd name="connsiteY576" fmla="*/ 1866134 h 6858000"/>
              <a:gd name="connsiteX577" fmla="*/ 2407436 w 7467600"/>
              <a:gd name="connsiteY577" fmla="*/ 1651070 h 6858000"/>
              <a:gd name="connsiteX578" fmla="*/ 2448558 w 7467600"/>
              <a:gd name="connsiteY578" fmla="*/ 1373435 h 6858000"/>
              <a:gd name="connsiteX579" fmla="*/ 278707 w 7467600"/>
              <a:gd name="connsiteY579" fmla="*/ 1352270 h 6858000"/>
              <a:gd name="connsiteX580" fmla="*/ 321570 w 7467600"/>
              <a:gd name="connsiteY580" fmla="*/ 1861610 h 6858000"/>
              <a:gd name="connsiteX581" fmla="*/ 294281 w 7467600"/>
              <a:gd name="connsiteY581" fmla="*/ 1440658 h 6858000"/>
              <a:gd name="connsiteX582" fmla="*/ 278707 w 7467600"/>
              <a:gd name="connsiteY582" fmla="*/ 1352270 h 6858000"/>
              <a:gd name="connsiteX583" fmla="*/ 1423821 w 7467600"/>
              <a:gd name="connsiteY583" fmla="*/ 1351958 h 6858000"/>
              <a:gd name="connsiteX584" fmla="*/ 1638521 w 7467600"/>
              <a:gd name="connsiteY584" fmla="*/ 1908470 h 6858000"/>
              <a:gd name="connsiteX585" fmla="*/ 1754199 w 7467600"/>
              <a:gd name="connsiteY585" fmla="*/ 2149284 h 6858000"/>
              <a:gd name="connsiteX586" fmla="*/ 1908359 w 7467600"/>
              <a:gd name="connsiteY586" fmla="*/ 2364988 h 6858000"/>
              <a:gd name="connsiteX587" fmla="*/ 1647661 w 7467600"/>
              <a:gd name="connsiteY587" fmla="*/ 1825945 h 6858000"/>
              <a:gd name="connsiteX588" fmla="*/ 1423821 w 7467600"/>
              <a:gd name="connsiteY588" fmla="*/ 1351958 h 6858000"/>
              <a:gd name="connsiteX589" fmla="*/ 1431890 w 7467600"/>
              <a:gd name="connsiteY589" fmla="*/ 1306475 h 6858000"/>
              <a:gd name="connsiteX590" fmla="*/ 1507597 w 7467600"/>
              <a:gd name="connsiteY590" fmla="*/ 1446132 h 6858000"/>
              <a:gd name="connsiteX591" fmla="*/ 1674586 w 7467600"/>
              <a:gd name="connsiteY591" fmla="*/ 1813832 h 6858000"/>
              <a:gd name="connsiteX592" fmla="*/ 1815950 w 7467600"/>
              <a:gd name="connsiteY592" fmla="*/ 2128564 h 6858000"/>
              <a:gd name="connsiteX593" fmla="*/ 1984242 w 7467600"/>
              <a:gd name="connsiteY593" fmla="*/ 2430829 h 6858000"/>
              <a:gd name="connsiteX594" fmla="*/ 2014023 w 7467600"/>
              <a:gd name="connsiteY594" fmla="*/ 2450995 h 6858000"/>
              <a:gd name="connsiteX595" fmla="*/ 1747337 w 7467600"/>
              <a:gd name="connsiteY595" fmla="*/ 1855264 h 6858000"/>
              <a:gd name="connsiteX596" fmla="*/ 1533749 w 7467600"/>
              <a:gd name="connsiteY596" fmla="*/ 1478656 h 6858000"/>
              <a:gd name="connsiteX597" fmla="*/ 1431890 w 7467600"/>
              <a:gd name="connsiteY597" fmla="*/ 1306475 h 6858000"/>
              <a:gd name="connsiteX598" fmla="*/ 5052692 w 7467600"/>
              <a:gd name="connsiteY598" fmla="*/ 1292994 h 6858000"/>
              <a:gd name="connsiteX599" fmla="*/ 5200661 w 7467600"/>
              <a:gd name="connsiteY599" fmla="*/ 1635186 h 6858000"/>
              <a:gd name="connsiteX600" fmla="*/ 5297138 w 7467600"/>
              <a:gd name="connsiteY600" fmla="*/ 1906351 h 6858000"/>
              <a:gd name="connsiteX601" fmla="*/ 5052692 w 7467600"/>
              <a:gd name="connsiteY601" fmla="*/ 1292994 h 6858000"/>
              <a:gd name="connsiteX602" fmla="*/ 5009948 w 7467600"/>
              <a:gd name="connsiteY602" fmla="*/ 1273619 h 6858000"/>
              <a:gd name="connsiteX603" fmla="*/ 5121777 w 7467600"/>
              <a:gd name="connsiteY603" fmla="*/ 1654213 h 6858000"/>
              <a:gd name="connsiteX604" fmla="*/ 5293545 w 7467600"/>
              <a:gd name="connsiteY604" fmla="*/ 2072247 h 6858000"/>
              <a:gd name="connsiteX605" fmla="*/ 5294042 w 7467600"/>
              <a:gd name="connsiteY605" fmla="*/ 2065019 h 6858000"/>
              <a:gd name="connsiteX606" fmla="*/ 5171936 w 7467600"/>
              <a:gd name="connsiteY606" fmla="*/ 1647613 h 6858000"/>
              <a:gd name="connsiteX607" fmla="*/ 5009948 w 7467600"/>
              <a:gd name="connsiteY607" fmla="*/ 1273619 h 6858000"/>
              <a:gd name="connsiteX608" fmla="*/ 655236 w 7467600"/>
              <a:gd name="connsiteY608" fmla="*/ 1268632 h 6858000"/>
              <a:gd name="connsiteX609" fmla="*/ 839521 w 7467600"/>
              <a:gd name="connsiteY609" fmla="*/ 1685315 h 6858000"/>
              <a:gd name="connsiteX610" fmla="*/ 1109416 w 7467600"/>
              <a:gd name="connsiteY610" fmla="*/ 2061663 h 6858000"/>
              <a:gd name="connsiteX611" fmla="*/ 1298300 w 7467600"/>
              <a:gd name="connsiteY611" fmla="*/ 2247742 h 6858000"/>
              <a:gd name="connsiteX612" fmla="*/ 1125871 w 7467600"/>
              <a:gd name="connsiteY612" fmla="*/ 1989513 h 6858000"/>
              <a:gd name="connsiteX613" fmla="*/ 981574 w 7467600"/>
              <a:gd name="connsiteY613" fmla="*/ 1783157 h 6858000"/>
              <a:gd name="connsiteX614" fmla="*/ 922198 w 7467600"/>
              <a:gd name="connsiteY614" fmla="*/ 1677437 h 6858000"/>
              <a:gd name="connsiteX615" fmla="*/ 869293 w 7467600"/>
              <a:gd name="connsiteY615" fmla="*/ 1583214 h 6858000"/>
              <a:gd name="connsiteX616" fmla="*/ 751431 w 7467600"/>
              <a:gd name="connsiteY616" fmla="*/ 1405731 h 6858000"/>
              <a:gd name="connsiteX617" fmla="*/ 655236 w 7467600"/>
              <a:gd name="connsiteY617" fmla="*/ 1268632 h 6858000"/>
              <a:gd name="connsiteX618" fmla="*/ 6516292 w 7467600"/>
              <a:gd name="connsiteY618" fmla="*/ 1263064 h 6858000"/>
              <a:gd name="connsiteX619" fmla="*/ 5736320 w 7467600"/>
              <a:gd name="connsiteY619" fmla="*/ 1501803 h 6858000"/>
              <a:gd name="connsiteX620" fmla="*/ 6516292 w 7467600"/>
              <a:gd name="connsiteY620" fmla="*/ 1263064 h 6858000"/>
              <a:gd name="connsiteX621" fmla="*/ 291466 w 7467600"/>
              <a:gd name="connsiteY621" fmla="*/ 1250369 h 6858000"/>
              <a:gd name="connsiteX622" fmla="*/ 323180 w 7467600"/>
              <a:gd name="connsiteY622" fmla="*/ 1435283 h 6858000"/>
              <a:gd name="connsiteX623" fmla="*/ 349381 w 7467600"/>
              <a:gd name="connsiteY623" fmla="*/ 1875041 h 6858000"/>
              <a:gd name="connsiteX624" fmla="*/ 374363 w 7467600"/>
              <a:gd name="connsiteY624" fmla="*/ 1506494 h 6858000"/>
              <a:gd name="connsiteX625" fmla="*/ 302168 w 7467600"/>
              <a:gd name="connsiteY625" fmla="*/ 1274495 h 6858000"/>
              <a:gd name="connsiteX626" fmla="*/ 291466 w 7467600"/>
              <a:gd name="connsiteY626" fmla="*/ 1250369 h 6858000"/>
              <a:gd name="connsiteX627" fmla="*/ 678222 w 7467600"/>
              <a:gd name="connsiteY627" fmla="*/ 1248670 h 6858000"/>
              <a:gd name="connsiteX628" fmla="*/ 775536 w 7467600"/>
              <a:gd name="connsiteY628" fmla="*/ 1388015 h 6858000"/>
              <a:gd name="connsiteX629" fmla="*/ 894529 w 7467600"/>
              <a:gd name="connsiteY629" fmla="*/ 1567739 h 6858000"/>
              <a:gd name="connsiteX630" fmla="*/ 948000 w 7467600"/>
              <a:gd name="connsiteY630" fmla="*/ 1663088 h 6858000"/>
              <a:gd name="connsiteX631" fmla="*/ 1006812 w 7467600"/>
              <a:gd name="connsiteY631" fmla="*/ 1767683 h 6858000"/>
              <a:gd name="connsiteX632" fmla="*/ 1149133 w 7467600"/>
              <a:gd name="connsiteY632" fmla="*/ 1971513 h 6858000"/>
              <a:gd name="connsiteX633" fmla="*/ 1333952 w 7467600"/>
              <a:gd name="connsiteY633" fmla="*/ 2251620 h 6858000"/>
              <a:gd name="connsiteX634" fmla="*/ 1337329 w 7467600"/>
              <a:gd name="connsiteY634" fmla="*/ 2258350 h 6858000"/>
              <a:gd name="connsiteX635" fmla="*/ 1014726 w 7467600"/>
              <a:gd name="connsiteY635" fmla="*/ 1615556 h 6858000"/>
              <a:gd name="connsiteX636" fmla="*/ 678222 w 7467600"/>
              <a:gd name="connsiteY636" fmla="*/ 1248670 h 6858000"/>
              <a:gd name="connsiteX637" fmla="*/ 6691602 w 7467600"/>
              <a:gd name="connsiteY637" fmla="*/ 1140573 h 6858000"/>
              <a:gd name="connsiteX638" fmla="*/ 6571100 w 7467600"/>
              <a:gd name="connsiteY638" fmla="*/ 1183662 h 6858000"/>
              <a:gd name="connsiteX639" fmla="*/ 6241687 w 7467600"/>
              <a:gd name="connsiteY639" fmla="*/ 1257600 h 6858000"/>
              <a:gd name="connsiteX640" fmla="*/ 5693009 w 7467600"/>
              <a:gd name="connsiteY640" fmla="*/ 1478256 h 6858000"/>
              <a:gd name="connsiteX641" fmla="*/ 6548420 w 7467600"/>
              <a:gd name="connsiteY641" fmla="*/ 1214599 h 6858000"/>
              <a:gd name="connsiteX642" fmla="*/ 6605473 w 7467600"/>
              <a:gd name="connsiteY642" fmla="*/ 1184686 h 6858000"/>
              <a:gd name="connsiteX643" fmla="*/ 6691602 w 7467600"/>
              <a:gd name="connsiteY643" fmla="*/ 1140573 h 6858000"/>
              <a:gd name="connsiteX644" fmla="*/ 4002475 w 7467600"/>
              <a:gd name="connsiteY644" fmla="*/ 1037802 h 6858000"/>
              <a:gd name="connsiteX645" fmla="*/ 4000324 w 7467600"/>
              <a:gd name="connsiteY645" fmla="*/ 1039362 h 6858000"/>
              <a:gd name="connsiteX646" fmla="*/ 4002862 w 7467600"/>
              <a:gd name="connsiteY646" fmla="*/ 1042866 h 6858000"/>
              <a:gd name="connsiteX647" fmla="*/ 4002475 w 7467600"/>
              <a:gd name="connsiteY647" fmla="*/ 1037802 h 6858000"/>
              <a:gd name="connsiteX648" fmla="*/ 506322 w 7467600"/>
              <a:gd name="connsiteY648" fmla="*/ 1020997 h 6858000"/>
              <a:gd name="connsiteX649" fmla="*/ 533068 w 7467600"/>
              <a:gd name="connsiteY649" fmla="*/ 1029409 h 6858000"/>
              <a:gd name="connsiteX650" fmla="*/ 1232525 w 7467600"/>
              <a:gd name="connsiteY650" fmla="*/ 1804675 h 6858000"/>
              <a:gd name="connsiteX651" fmla="*/ 1388858 w 7467600"/>
              <a:gd name="connsiteY651" fmla="*/ 2368011 h 6858000"/>
              <a:gd name="connsiteX652" fmla="*/ 1384098 w 7467600"/>
              <a:gd name="connsiteY652" fmla="*/ 2378125 h 6858000"/>
              <a:gd name="connsiteX653" fmla="*/ 1425393 w 7467600"/>
              <a:gd name="connsiteY653" fmla="*/ 2589124 h 6858000"/>
              <a:gd name="connsiteX654" fmla="*/ 1424001 w 7467600"/>
              <a:gd name="connsiteY654" fmla="*/ 2597541 h 6858000"/>
              <a:gd name="connsiteX655" fmla="*/ 2152729 w 7467600"/>
              <a:gd name="connsiteY655" fmla="*/ 2864487 h 6858000"/>
              <a:gd name="connsiteX656" fmla="*/ 2020609 w 7467600"/>
              <a:gd name="connsiteY656" fmla="*/ 2539671 h 6858000"/>
              <a:gd name="connsiteX657" fmla="*/ 2018920 w 7467600"/>
              <a:gd name="connsiteY657" fmla="*/ 2536309 h 6858000"/>
              <a:gd name="connsiteX658" fmla="*/ 1342441 w 7467600"/>
              <a:gd name="connsiteY658" fmla="*/ 1173017 h 6858000"/>
              <a:gd name="connsiteX659" fmla="*/ 1367925 w 7467600"/>
              <a:gd name="connsiteY659" fmla="*/ 1135648 h 6858000"/>
              <a:gd name="connsiteX660" fmla="*/ 1771401 w 7467600"/>
              <a:gd name="connsiteY660" fmla="*/ 1806673 h 6858000"/>
              <a:gd name="connsiteX661" fmla="*/ 1972385 w 7467600"/>
              <a:gd name="connsiteY661" fmla="*/ 2198735 h 6858000"/>
              <a:gd name="connsiteX662" fmla="*/ 2040892 w 7467600"/>
              <a:gd name="connsiteY662" fmla="*/ 2405205 h 6858000"/>
              <a:gd name="connsiteX663" fmla="*/ 2131689 w 7467600"/>
              <a:gd name="connsiteY663" fmla="*/ 1936926 h 6858000"/>
              <a:gd name="connsiteX664" fmla="*/ 2454820 w 7467600"/>
              <a:gd name="connsiteY664" fmla="*/ 1248808 h 6858000"/>
              <a:gd name="connsiteX665" fmla="*/ 2492512 w 7467600"/>
              <a:gd name="connsiteY665" fmla="*/ 1302920 h 6858000"/>
              <a:gd name="connsiteX666" fmla="*/ 2081216 w 7467600"/>
              <a:gd name="connsiteY666" fmla="*/ 2527513 h 6858000"/>
              <a:gd name="connsiteX667" fmla="*/ 2081211 w 7467600"/>
              <a:gd name="connsiteY667" fmla="*/ 2528916 h 6858000"/>
              <a:gd name="connsiteX668" fmla="*/ 2199067 w 7467600"/>
              <a:gd name="connsiteY668" fmla="*/ 2884061 h 6858000"/>
              <a:gd name="connsiteX669" fmla="*/ 3192586 w 7467600"/>
              <a:gd name="connsiteY669" fmla="*/ 3411496 h 6858000"/>
              <a:gd name="connsiteX670" fmla="*/ 3182620 w 7467600"/>
              <a:gd name="connsiteY670" fmla="*/ 3483279 h 6858000"/>
              <a:gd name="connsiteX671" fmla="*/ 2435119 w 7467600"/>
              <a:gd name="connsiteY671" fmla="*/ 3080173 h 6858000"/>
              <a:gd name="connsiteX672" fmla="*/ 2410152 w 7467600"/>
              <a:gd name="connsiteY672" fmla="*/ 3063751 h 6858000"/>
              <a:gd name="connsiteX673" fmla="*/ 2408099 w 7467600"/>
              <a:gd name="connsiteY673" fmla="*/ 3064403 h 6858000"/>
              <a:gd name="connsiteX674" fmla="*/ 2407218 w 7467600"/>
              <a:gd name="connsiteY674" fmla="*/ 3070324 h 6858000"/>
              <a:gd name="connsiteX675" fmla="*/ 2380138 w 7467600"/>
              <a:gd name="connsiteY675" fmla="*/ 3099341 h 6858000"/>
              <a:gd name="connsiteX676" fmla="*/ 1765923 w 7467600"/>
              <a:gd name="connsiteY676" fmla="*/ 3581043 h 6858000"/>
              <a:gd name="connsiteX677" fmla="*/ 1702258 w 7467600"/>
              <a:gd name="connsiteY677" fmla="*/ 3612286 h 6858000"/>
              <a:gd name="connsiteX678" fmla="*/ 1538370 w 7467600"/>
              <a:gd name="connsiteY678" fmla="*/ 3811804 h 6858000"/>
              <a:gd name="connsiteX679" fmla="*/ 542867 w 7467600"/>
              <a:gd name="connsiteY679" fmla="*/ 4944092 h 6858000"/>
              <a:gd name="connsiteX680" fmla="*/ 515800 w 7467600"/>
              <a:gd name="connsiteY680" fmla="*/ 4862180 h 6858000"/>
              <a:gd name="connsiteX681" fmla="*/ 909145 w 7467600"/>
              <a:gd name="connsiteY681" fmla="*/ 4199225 h 6858000"/>
              <a:gd name="connsiteX682" fmla="*/ 1214067 w 7467600"/>
              <a:gd name="connsiteY682" fmla="*/ 3908561 h 6858000"/>
              <a:gd name="connsiteX683" fmla="*/ 640967 w 7467600"/>
              <a:gd name="connsiteY683" fmla="*/ 4105601 h 6858000"/>
              <a:gd name="connsiteX684" fmla="*/ 112563 w 7467600"/>
              <a:gd name="connsiteY684" fmla="*/ 4396952 h 6858000"/>
              <a:gd name="connsiteX685" fmla="*/ 0 w 7467600"/>
              <a:gd name="connsiteY685" fmla="*/ 4466006 h 6858000"/>
              <a:gd name="connsiteX686" fmla="*/ 0 w 7467600"/>
              <a:gd name="connsiteY686" fmla="*/ 4233763 h 6858000"/>
              <a:gd name="connsiteX687" fmla="*/ 36881 w 7467600"/>
              <a:gd name="connsiteY687" fmla="*/ 4200118 h 6858000"/>
              <a:gd name="connsiteX688" fmla="*/ 910534 w 7467600"/>
              <a:gd name="connsiteY688" fmla="*/ 3629753 h 6858000"/>
              <a:gd name="connsiteX689" fmla="*/ 1578717 w 7467600"/>
              <a:gd name="connsiteY689" fmla="*/ 3575982 h 6858000"/>
              <a:gd name="connsiteX690" fmla="*/ 2338780 w 7467600"/>
              <a:gd name="connsiteY690" fmla="*/ 3033725 h 6858000"/>
              <a:gd name="connsiteX691" fmla="*/ 1807991 w 7467600"/>
              <a:gd name="connsiteY691" fmla="*/ 2807184 h 6858000"/>
              <a:gd name="connsiteX692" fmla="*/ 1416358 w 7467600"/>
              <a:gd name="connsiteY692" fmla="*/ 3112571 h 6858000"/>
              <a:gd name="connsiteX693" fmla="*/ 939066 w 7467600"/>
              <a:gd name="connsiteY693" fmla="*/ 3378798 h 6858000"/>
              <a:gd name="connsiteX694" fmla="*/ 115099 w 7467600"/>
              <a:gd name="connsiteY694" fmla="*/ 3607650 h 6858000"/>
              <a:gd name="connsiteX695" fmla="*/ 97284 w 7467600"/>
              <a:gd name="connsiteY695" fmla="*/ 3520393 h 6858000"/>
              <a:gd name="connsiteX696" fmla="*/ 922050 w 7467600"/>
              <a:gd name="connsiteY696" fmla="*/ 3074867 h 6858000"/>
              <a:gd name="connsiteX697" fmla="*/ 1405265 w 7467600"/>
              <a:gd name="connsiteY697" fmla="*/ 3016319 h 6858000"/>
              <a:gd name="connsiteX698" fmla="*/ 1407512 w 7467600"/>
              <a:gd name="connsiteY698" fmla="*/ 3018001 h 6858000"/>
              <a:gd name="connsiteX699" fmla="*/ 1726266 w 7467600"/>
              <a:gd name="connsiteY699" fmla="*/ 2777274 h 6858000"/>
              <a:gd name="connsiteX700" fmla="*/ 625390 w 7467600"/>
              <a:gd name="connsiteY700" fmla="*/ 2514541 h 6858000"/>
              <a:gd name="connsiteX701" fmla="*/ 619799 w 7467600"/>
              <a:gd name="connsiteY701" fmla="*/ 2527180 h 6858000"/>
              <a:gd name="connsiteX702" fmla="*/ 310030 w 7467600"/>
              <a:gd name="connsiteY702" fmla="*/ 2771818 h 6858000"/>
              <a:gd name="connsiteX703" fmla="*/ 173877 w 7467600"/>
              <a:gd name="connsiteY703" fmla="*/ 2937056 h 6858000"/>
              <a:gd name="connsiteX704" fmla="*/ 77889 w 7467600"/>
              <a:gd name="connsiteY704" fmla="*/ 3138440 h 6858000"/>
              <a:gd name="connsiteX705" fmla="*/ 0 w 7467600"/>
              <a:gd name="connsiteY705" fmla="*/ 3271395 h 6858000"/>
              <a:gd name="connsiteX706" fmla="*/ 0 w 7467600"/>
              <a:gd name="connsiteY706" fmla="*/ 3153002 h 6858000"/>
              <a:gd name="connsiteX707" fmla="*/ 2386 w 7467600"/>
              <a:gd name="connsiteY707" fmla="*/ 3149203 h 6858000"/>
              <a:gd name="connsiteX708" fmla="*/ 89753 w 7467600"/>
              <a:gd name="connsiteY708" fmla="*/ 2987702 h 6858000"/>
              <a:gd name="connsiteX709" fmla="*/ 76869 w 7467600"/>
              <a:gd name="connsiteY709" fmla="*/ 3005404 h 6858000"/>
              <a:gd name="connsiteX710" fmla="*/ 32049 w 7467600"/>
              <a:gd name="connsiteY710" fmla="*/ 3065814 h 6858000"/>
              <a:gd name="connsiteX711" fmla="*/ 0 w 7467600"/>
              <a:gd name="connsiteY711" fmla="*/ 3108744 h 6858000"/>
              <a:gd name="connsiteX712" fmla="*/ 0 w 7467600"/>
              <a:gd name="connsiteY712" fmla="*/ 3058059 h 6858000"/>
              <a:gd name="connsiteX713" fmla="*/ 7610 w 7467600"/>
              <a:gd name="connsiteY713" fmla="*/ 3047889 h 6858000"/>
              <a:gd name="connsiteX714" fmla="*/ 52419 w 7467600"/>
              <a:gd name="connsiteY714" fmla="*/ 2987479 h 6858000"/>
              <a:gd name="connsiteX715" fmla="*/ 59142 w 7467600"/>
              <a:gd name="connsiteY715" fmla="*/ 2978488 h 6858000"/>
              <a:gd name="connsiteX716" fmla="*/ 0 w 7467600"/>
              <a:gd name="connsiteY716" fmla="*/ 3015334 h 6858000"/>
              <a:gd name="connsiteX717" fmla="*/ 0 w 7467600"/>
              <a:gd name="connsiteY717" fmla="*/ 2914286 h 6858000"/>
              <a:gd name="connsiteX718" fmla="*/ 36383 w 7467600"/>
              <a:gd name="connsiteY718" fmla="*/ 2901128 h 6858000"/>
              <a:gd name="connsiteX719" fmla="*/ 156329 w 7467600"/>
              <a:gd name="connsiteY719" fmla="*/ 2840533 h 6858000"/>
              <a:gd name="connsiteX720" fmla="*/ 358355 w 7467600"/>
              <a:gd name="connsiteY720" fmla="*/ 2620471 h 6858000"/>
              <a:gd name="connsiteX721" fmla="*/ 510577 w 7467600"/>
              <a:gd name="connsiteY721" fmla="*/ 2501244 h 6858000"/>
              <a:gd name="connsiteX722" fmla="*/ 211967 w 7467600"/>
              <a:gd name="connsiteY722" fmla="*/ 2479171 h 6858000"/>
              <a:gd name="connsiteX723" fmla="*/ 0 w 7467600"/>
              <a:gd name="connsiteY723" fmla="*/ 2476398 h 6858000"/>
              <a:gd name="connsiteX724" fmla="*/ 0 w 7467600"/>
              <a:gd name="connsiteY724" fmla="*/ 2389189 h 6858000"/>
              <a:gd name="connsiteX725" fmla="*/ 103062 w 7467600"/>
              <a:gd name="connsiteY725" fmla="*/ 2389518 h 6858000"/>
              <a:gd name="connsiteX726" fmla="*/ 510734 w 7467600"/>
              <a:gd name="connsiteY726" fmla="*/ 2416201 h 6858000"/>
              <a:gd name="connsiteX727" fmla="*/ 279257 w 7467600"/>
              <a:gd name="connsiteY727" fmla="*/ 2092102 h 6858000"/>
              <a:gd name="connsiteX728" fmla="*/ 65265 w 7467600"/>
              <a:gd name="connsiteY728" fmla="*/ 2006049 h 6858000"/>
              <a:gd name="connsiteX729" fmla="*/ 0 w 7467600"/>
              <a:gd name="connsiteY729" fmla="*/ 1982532 h 6858000"/>
              <a:gd name="connsiteX730" fmla="*/ 0 w 7467600"/>
              <a:gd name="connsiteY730" fmla="*/ 1912789 h 6858000"/>
              <a:gd name="connsiteX731" fmla="*/ 97460 w 7467600"/>
              <a:gd name="connsiteY731" fmla="*/ 1953725 h 6858000"/>
              <a:gd name="connsiteX732" fmla="*/ 221272 w 7467600"/>
              <a:gd name="connsiteY732" fmla="*/ 1980766 h 6858000"/>
              <a:gd name="connsiteX733" fmla="*/ 116765 w 7467600"/>
              <a:gd name="connsiteY733" fmla="*/ 1911033 h 6858000"/>
              <a:gd name="connsiteX734" fmla="*/ 16405 w 7467600"/>
              <a:gd name="connsiteY734" fmla="*/ 1803412 h 6858000"/>
              <a:gd name="connsiteX735" fmla="*/ 0 w 7467600"/>
              <a:gd name="connsiteY735" fmla="*/ 1784777 h 6858000"/>
              <a:gd name="connsiteX736" fmla="*/ 0 w 7467600"/>
              <a:gd name="connsiteY736" fmla="*/ 1740082 h 6858000"/>
              <a:gd name="connsiteX737" fmla="*/ 39394 w 7467600"/>
              <a:gd name="connsiteY737" fmla="*/ 1784856 h 6858000"/>
              <a:gd name="connsiteX738" fmla="*/ 135813 w 7467600"/>
              <a:gd name="connsiteY738" fmla="*/ 1888838 h 6858000"/>
              <a:gd name="connsiteX739" fmla="*/ 242575 w 7467600"/>
              <a:gd name="connsiteY739" fmla="*/ 1958841 h 6858000"/>
              <a:gd name="connsiteX740" fmla="*/ 82197 w 7467600"/>
              <a:gd name="connsiteY740" fmla="*/ 1754826 h 6858000"/>
              <a:gd name="connsiteX741" fmla="*/ 0 w 7467600"/>
              <a:gd name="connsiteY741" fmla="*/ 1679650 h 6858000"/>
              <a:gd name="connsiteX742" fmla="*/ 0 w 7467600"/>
              <a:gd name="connsiteY742" fmla="*/ 1602463 h 6858000"/>
              <a:gd name="connsiteX743" fmla="*/ 84689 w 7467600"/>
              <a:gd name="connsiteY743" fmla="*/ 1677442 h 6858000"/>
              <a:gd name="connsiteX744" fmla="*/ 298437 w 7467600"/>
              <a:gd name="connsiteY744" fmla="*/ 1968019 h 6858000"/>
              <a:gd name="connsiteX745" fmla="*/ 227269 w 7467600"/>
              <a:gd name="connsiteY745" fmla="*/ 1114064 h 6858000"/>
              <a:gd name="connsiteX746" fmla="*/ 248003 w 7467600"/>
              <a:gd name="connsiteY746" fmla="*/ 1089613 h 6858000"/>
              <a:gd name="connsiteX747" fmla="*/ 427020 w 7467600"/>
              <a:gd name="connsiteY747" fmla="*/ 1619803 h 6858000"/>
              <a:gd name="connsiteX748" fmla="*/ 340345 w 7467600"/>
              <a:gd name="connsiteY748" fmla="*/ 2027739 h 6858000"/>
              <a:gd name="connsiteX749" fmla="*/ 360865 w 7467600"/>
              <a:gd name="connsiteY749" fmla="*/ 2044827 h 6858000"/>
              <a:gd name="connsiteX750" fmla="*/ 560414 w 7467600"/>
              <a:gd name="connsiteY750" fmla="*/ 2421457 h 6858000"/>
              <a:gd name="connsiteX751" fmla="*/ 1359703 w 7467600"/>
              <a:gd name="connsiteY751" fmla="*/ 2578554 h 6858000"/>
              <a:gd name="connsiteX752" fmla="*/ 1359422 w 7467600"/>
              <a:gd name="connsiteY752" fmla="*/ 2577994 h 6858000"/>
              <a:gd name="connsiteX753" fmla="*/ 828701 w 7467600"/>
              <a:gd name="connsiteY753" fmla="*/ 1839520 h 6858000"/>
              <a:gd name="connsiteX754" fmla="*/ 494427 w 7467600"/>
              <a:gd name="connsiteY754" fmla="*/ 1092333 h 6858000"/>
              <a:gd name="connsiteX755" fmla="*/ 506322 w 7467600"/>
              <a:gd name="connsiteY755" fmla="*/ 1020997 h 6858000"/>
              <a:gd name="connsiteX756" fmla="*/ 4570198 w 7467600"/>
              <a:gd name="connsiteY756" fmla="*/ 978081 h 6858000"/>
              <a:gd name="connsiteX757" fmla="*/ 4523691 w 7467600"/>
              <a:gd name="connsiteY757" fmla="*/ 1127776 h 6858000"/>
              <a:gd name="connsiteX758" fmla="*/ 4509875 w 7467600"/>
              <a:gd name="connsiteY758" fmla="*/ 1167552 h 6858000"/>
              <a:gd name="connsiteX759" fmla="*/ 4478168 w 7467600"/>
              <a:gd name="connsiteY759" fmla="*/ 1260735 h 6858000"/>
              <a:gd name="connsiteX760" fmla="*/ 4409309 w 7467600"/>
              <a:gd name="connsiteY760" fmla="*/ 1666996 h 6858000"/>
              <a:gd name="connsiteX761" fmla="*/ 4370031 w 7467600"/>
              <a:gd name="connsiteY761" fmla="*/ 1955666 h 6858000"/>
              <a:gd name="connsiteX762" fmla="*/ 4570198 w 7467600"/>
              <a:gd name="connsiteY762" fmla="*/ 978081 h 6858000"/>
              <a:gd name="connsiteX763" fmla="*/ 4557898 w 7467600"/>
              <a:gd name="connsiteY763" fmla="*/ 900011 h 6858000"/>
              <a:gd name="connsiteX764" fmla="*/ 4344840 w 7467600"/>
              <a:gd name="connsiteY764" fmla="*/ 1922038 h 6858000"/>
              <a:gd name="connsiteX765" fmla="*/ 4378710 w 7467600"/>
              <a:gd name="connsiteY765" fmla="*/ 1665516 h 6858000"/>
              <a:gd name="connsiteX766" fmla="*/ 4448798 w 7467600"/>
              <a:gd name="connsiteY766" fmla="*/ 1253024 h 6858000"/>
              <a:gd name="connsiteX767" fmla="*/ 4480315 w 7467600"/>
              <a:gd name="connsiteY767" fmla="*/ 1158454 h 6858000"/>
              <a:gd name="connsiteX768" fmla="*/ 4494133 w 7467600"/>
              <a:gd name="connsiteY768" fmla="*/ 1118676 h 6858000"/>
              <a:gd name="connsiteX769" fmla="*/ 4557898 w 7467600"/>
              <a:gd name="connsiteY769" fmla="*/ 900011 h 6858000"/>
              <a:gd name="connsiteX770" fmla="*/ 5870151 w 7467600"/>
              <a:gd name="connsiteY770" fmla="*/ 898890 h 6858000"/>
              <a:gd name="connsiteX771" fmla="*/ 5861335 w 7467600"/>
              <a:gd name="connsiteY771" fmla="*/ 899177 h 6858000"/>
              <a:gd name="connsiteX772" fmla="*/ 5843702 w 7467600"/>
              <a:gd name="connsiteY772" fmla="*/ 899748 h 6858000"/>
              <a:gd name="connsiteX773" fmla="*/ 5651107 w 7467600"/>
              <a:gd name="connsiteY773" fmla="*/ 920306 h 6858000"/>
              <a:gd name="connsiteX774" fmla="*/ 5459407 w 7467600"/>
              <a:gd name="connsiteY774" fmla="*/ 940975 h 6858000"/>
              <a:gd name="connsiteX775" fmla="*/ 5374846 w 7467600"/>
              <a:gd name="connsiteY775" fmla="*/ 941988 h 6858000"/>
              <a:gd name="connsiteX776" fmla="*/ 5256105 w 7467600"/>
              <a:gd name="connsiteY776" fmla="*/ 945632 h 6858000"/>
              <a:gd name="connsiteX777" fmla="*/ 5107071 w 7467600"/>
              <a:gd name="connsiteY777" fmla="*/ 969720 h 6858000"/>
              <a:gd name="connsiteX778" fmla="*/ 4998681 w 7467600"/>
              <a:gd name="connsiteY778" fmla="*/ 988771 h 6858000"/>
              <a:gd name="connsiteX779" fmla="*/ 5870151 w 7467600"/>
              <a:gd name="connsiteY779" fmla="*/ 898890 h 6858000"/>
              <a:gd name="connsiteX780" fmla="*/ 5504425 w 7467600"/>
              <a:gd name="connsiteY780" fmla="*/ 848067 h 6858000"/>
              <a:gd name="connsiteX781" fmla="*/ 4968849 w 7467600"/>
              <a:gd name="connsiteY781" fmla="*/ 962318 h 6858000"/>
              <a:gd name="connsiteX782" fmla="*/ 5104039 w 7467600"/>
              <a:gd name="connsiteY782" fmla="*/ 940634 h 6858000"/>
              <a:gd name="connsiteX783" fmla="*/ 5256311 w 7467600"/>
              <a:gd name="connsiteY783" fmla="*/ 916490 h 6858000"/>
              <a:gd name="connsiteX784" fmla="*/ 5377381 w 7467600"/>
              <a:gd name="connsiteY784" fmla="*/ 912671 h 6858000"/>
              <a:gd name="connsiteX785" fmla="*/ 5460148 w 7467600"/>
              <a:gd name="connsiteY785" fmla="*/ 911442 h 6858000"/>
              <a:gd name="connsiteX786" fmla="*/ 5648971 w 7467600"/>
              <a:gd name="connsiteY786" fmla="*/ 891331 h 6858000"/>
              <a:gd name="connsiteX787" fmla="*/ 5844807 w 7467600"/>
              <a:gd name="connsiteY787" fmla="*/ 870718 h 6858000"/>
              <a:gd name="connsiteX788" fmla="*/ 5862975 w 7467600"/>
              <a:gd name="connsiteY788" fmla="*/ 869756 h 6858000"/>
              <a:gd name="connsiteX789" fmla="*/ 5920887 w 7467600"/>
              <a:gd name="connsiteY789" fmla="*/ 865929 h 6858000"/>
              <a:gd name="connsiteX790" fmla="*/ 5504425 w 7467600"/>
              <a:gd name="connsiteY790" fmla="*/ 848067 h 6858000"/>
              <a:gd name="connsiteX791" fmla="*/ 3607114 w 7467600"/>
              <a:gd name="connsiteY791" fmla="*/ 467441 h 6858000"/>
              <a:gd name="connsiteX792" fmla="*/ 3296242 w 7467600"/>
              <a:gd name="connsiteY792" fmla="*/ 807991 h 6858000"/>
              <a:gd name="connsiteX793" fmla="*/ 3174674 w 7467600"/>
              <a:gd name="connsiteY793" fmla="*/ 919759 h 6858000"/>
              <a:gd name="connsiteX794" fmla="*/ 3042978 w 7467600"/>
              <a:gd name="connsiteY794" fmla="*/ 1054894 h 6858000"/>
              <a:gd name="connsiteX795" fmla="*/ 2968914 w 7467600"/>
              <a:gd name="connsiteY795" fmla="*/ 1133756 h 6858000"/>
              <a:gd name="connsiteX796" fmla="*/ 3103823 w 7467600"/>
              <a:gd name="connsiteY796" fmla="*/ 1026814 h 6858000"/>
              <a:gd name="connsiteX797" fmla="*/ 3607114 w 7467600"/>
              <a:gd name="connsiteY797" fmla="*/ 467441 h 6858000"/>
              <a:gd name="connsiteX798" fmla="*/ 3744487 w 7467600"/>
              <a:gd name="connsiteY798" fmla="*/ 383136 h 6858000"/>
              <a:gd name="connsiteX799" fmla="*/ 3970213 w 7467600"/>
              <a:gd name="connsiteY799" fmla="*/ 995559 h 6858000"/>
              <a:gd name="connsiteX800" fmla="*/ 3744487 w 7467600"/>
              <a:gd name="connsiteY800" fmla="*/ 383136 h 6858000"/>
              <a:gd name="connsiteX801" fmla="*/ 3624562 w 7467600"/>
              <a:gd name="connsiteY801" fmla="*/ 367041 h 6858000"/>
              <a:gd name="connsiteX802" fmla="*/ 3489712 w 7467600"/>
              <a:gd name="connsiteY802" fmla="*/ 485386 h 6858000"/>
              <a:gd name="connsiteX803" fmla="*/ 3182994 w 7467600"/>
              <a:gd name="connsiteY803" fmla="*/ 828265 h 6858000"/>
              <a:gd name="connsiteX804" fmla="*/ 2892114 w 7467600"/>
              <a:gd name="connsiteY804" fmla="*/ 1172635 h 6858000"/>
              <a:gd name="connsiteX805" fmla="*/ 3021459 w 7467600"/>
              <a:gd name="connsiteY805" fmla="*/ 1035385 h 6858000"/>
              <a:gd name="connsiteX806" fmla="*/ 3153873 w 7467600"/>
              <a:gd name="connsiteY806" fmla="*/ 898971 h 6858000"/>
              <a:gd name="connsiteX807" fmla="*/ 3276511 w 7467600"/>
              <a:gd name="connsiteY807" fmla="*/ 786423 h 6858000"/>
              <a:gd name="connsiteX808" fmla="*/ 3584154 w 7467600"/>
              <a:gd name="connsiteY808" fmla="*/ 448218 h 6858000"/>
              <a:gd name="connsiteX809" fmla="*/ 3624562 w 7467600"/>
              <a:gd name="connsiteY809" fmla="*/ 367041 h 6858000"/>
              <a:gd name="connsiteX810" fmla="*/ 3766672 w 7467600"/>
              <a:gd name="connsiteY810" fmla="*/ 359429 h 6858000"/>
              <a:gd name="connsiteX811" fmla="*/ 3996338 w 7467600"/>
              <a:gd name="connsiteY811" fmla="*/ 968237 h 6858000"/>
              <a:gd name="connsiteX812" fmla="*/ 3766672 w 7467600"/>
              <a:gd name="connsiteY812" fmla="*/ 359429 h 6858000"/>
              <a:gd name="connsiteX813" fmla="*/ 5805386 w 7467600"/>
              <a:gd name="connsiteY813" fmla="*/ 239240 h 6858000"/>
              <a:gd name="connsiteX814" fmla="*/ 5736947 w 7467600"/>
              <a:gd name="connsiteY814" fmla="*/ 261367 h 6858000"/>
              <a:gd name="connsiteX815" fmla="*/ 5427012 w 7467600"/>
              <a:gd name="connsiteY815" fmla="*/ 311272 h 6858000"/>
              <a:gd name="connsiteX816" fmla="*/ 5147818 w 7467600"/>
              <a:gd name="connsiteY816" fmla="*/ 322112 h 6858000"/>
              <a:gd name="connsiteX817" fmla="*/ 5060854 w 7467600"/>
              <a:gd name="connsiteY817" fmla="*/ 311882 h 6858000"/>
              <a:gd name="connsiteX818" fmla="*/ 4945989 w 7467600"/>
              <a:gd name="connsiteY818" fmla="*/ 300516 h 6858000"/>
              <a:gd name="connsiteX819" fmla="*/ 5410479 w 7467600"/>
              <a:gd name="connsiteY819" fmla="*/ 348434 h 6858000"/>
              <a:gd name="connsiteX820" fmla="*/ 5805386 w 7467600"/>
              <a:gd name="connsiteY820" fmla="*/ 239240 h 6858000"/>
              <a:gd name="connsiteX821" fmla="*/ 5905192 w 7467600"/>
              <a:gd name="connsiteY821" fmla="*/ 163079 h 6858000"/>
              <a:gd name="connsiteX822" fmla="*/ 5865655 w 7467600"/>
              <a:gd name="connsiteY822" fmla="*/ 171901 h 6858000"/>
              <a:gd name="connsiteX823" fmla="*/ 5259740 w 7467600"/>
              <a:gd name="connsiteY823" fmla="*/ 257013 h 6858000"/>
              <a:gd name="connsiteX824" fmla="*/ 5208466 w 7467600"/>
              <a:gd name="connsiteY824" fmla="*/ 257550 h 6858000"/>
              <a:gd name="connsiteX825" fmla="*/ 4980204 w 7467600"/>
              <a:gd name="connsiteY825" fmla="*/ 271903 h 6858000"/>
              <a:gd name="connsiteX826" fmla="*/ 5068068 w 7467600"/>
              <a:gd name="connsiteY826" fmla="*/ 282244 h 6858000"/>
              <a:gd name="connsiteX827" fmla="*/ 5153231 w 7467600"/>
              <a:gd name="connsiteY827" fmla="*/ 292240 h 6858000"/>
              <a:gd name="connsiteX828" fmla="*/ 5426491 w 7467600"/>
              <a:gd name="connsiteY828" fmla="*/ 281128 h 6858000"/>
              <a:gd name="connsiteX829" fmla="*/ 5731212 w 7467600"/>
              <a:gd name="connsiteY829" fmla="*/ 231951 h 6858000"/>
              <a:gd name="connsiteX830" fmla="*/ 5905192 w 7467600"/>
              <a:gd name="connsiteY830" fmla="*/ 163079 h 6858000"/>
              <a:gd name="connsiteX831" fmla="*/ 5944437 w 7467600"/>
              <a:gd name="connsiteY831" fmla="*/ 113829 h 6858000"/>
              <a:gd name="connsiteX832" fmla="*/ 5825032 w 7467600"/>
              <a:gd name="connsiteY832" fmla="*/ 146405 h 6858000"/>
              <a:gd name="connsiteX833" fmla="*/ 4955599 w 7467600"/>
              <a:gd name="connsiteY833" fmla="*/ 247008 h 6858000"/>
              <a:gd name="connsiteX834" fmla="*/ 5210104 w 7467600"/>
              <a:gd name="connsiteY834" fmla="*/ 228123 h 6858000"/>
              <a:gd name="connsiteX835" fmla="*/ 5261015 w 7467600"/>
              <a:gd name="connsiteY835" fmla="*/ 227087 h 6858000"/>
              <a:gd name="connsiteX836" fmla="*/ 5861181 w 7467600"/>
              <a:gd name="connsiteY836" fmla="*/ 143093 h 6858000"/>
              <a:gd name="connsiteX837" fmla="*/ 5961252 w 7467600"/>
              <a:gd name="connsiteY837" fmla="*/ 114820 h 6858000"/>
              <a:gd name="connsiteX838" fmla="*/ 5944437 w 7467600"/>
              <a:gd name="connsiteY838" fmla="*/ 113829 h 6858000"/>
              <a:gd name="connsiteX839" fmla="*/ 3882765 w 7467600"/>
              <a:gd name="connsiteY839" fmla="*/ 0 h 6858000"/>
              <a:gd name="connsiteX840" fmla="*/ 3995099 w 7467600"/>
              <a:gd name="connsiteY840" fmla="*/ 0 h 6858000"/>
              <a:gd name="connsiteX841" fmla="*/ 4163818 w 7467600"/>
              <a:gd name="connsiteY841" fmla="*/ 234104 h 6858000"/>
              <a:gd name="connsiteX842" fmla="*/ 4172099 w 7467600"/>
              <a:gd name="connsiteY842" fmla="*/ 234207 h 6858000"/>
              <a:gd name="connsiteX843" fmla="*/ 4784282 w 7467600"/>
              <a:gd name="connsiteY843" fmla="*/ 276561 h 6858000"/>
              <a:gd name="connsiteX844" fmla="*/ 4801687 w 7467600"/>
              <a:gd name="connsiteY844" fmla="*/ 267764 h 6858000"/>
              <a:gd name="connsiteX845" fmla="*/ 6082788 w 7467600"/>
              <a:gd name="connsiteY845" fmla="*/ 64119 h 6858000"/>
              <a:gd name="connsiteX846" fmla="*/ 6099442 w 7467600"/>
              <a:gd name="connsiteY846" fmla="*/ 82568 h 6858000"/>
              <a:gd name="connsiteX847" fmla="*/ 4804137 w 7467600"/>
              <a:gd name="connsiteY847" fmla="*/ 320931 h 6858000"/>
              <a:gd name="connsiteX848" fmla="*/ 4227047 w 7467600"/>
              <a:gd name="connsiteY848" fmla="*/ 313415 h 6858000"/>
              <a:gd name="connsiteX849" fmla="*/ 4346041 w 7467600"/>
              <a:gd name="connsiteY849" fmla="*/ 456086 h 6858000"/>
              <a:gd name="connsiteX850" fmla="*/ 4870967 w 7467600"/>
              <a:gd name="connsiteY850" fmla="*/ 963061 h 6858000"/>
              <a:gd name="connsiteX851" fmla="*/ 4889647 w 7467600"/>
              <a:gd name="connsiteY851" fmla="*/ 957147 h 6858000"/>
              <a:gd name="connsiteX852" fmla="*/ 5422504 w 7467600"/>
              <a:gd name="connsiteY852" fmla="*/ 805191 h 6858000"/>
              <a:gd name="connsiteX853" fmla="*/ 6087656 w 7467600"/>
              <a:gd name="connsiteY853" fmla="*/ 826703 h 6858000"/>
              <a:gd name="connsiteX854" fmla="*/ 6058717 w 7467600"/>
              <a:gd name="connsiteY854" fmla="*/ 865992 h 6858000"/>
              <a:gd name="connsiteX855" fmla="*/ 4974153 w 7467600"/>
              <a:gd name="connsiteY855" fmla="*/ 1045456 h 6858000"/>
              <a:gd name="connsiteX856" fmla="*/ 5627835 w 7467600"/>
              <a:gd name="connsiteY856" fmla="*/ 1472077 h 6858000"/>
              <a:gd name="connsiteX857" fmla="*/ 5629817 w 7467600"/>
              <a:gd name="connsiteY857" fmla="*/ 1471412 h 6858000"/>
              <a:gd name="connsiteX858" fmla="*/ 5634124 w 7467600"/>
              <a:gd name="connsiteY858" fmla="*/ 1470572 h 6858000"/>
              <a:gd name="connsiteX859" fmla="*/ 5755832 w 7467600"/>
              <a:gd name="connsiteY859" fmla="*/ 1383886 h 6858000"/>
              <a:gd name="connsiteX860" fmla="*/ 6014186 w 7467600"/>
              <a:gd name="connsiteY860" fmla="*/ 1279799 h 6858000"/>
              <a:gd name="connsiteX861" fmla="*/ 6901619 w 7467600"/>
              <a:gd name="connsiteY861" fmla="*/ 1047874 h 6858000"/>
              <a:gd name="connsiteX862" fmla="*/ 6931566 w 7467600"/>
              <a:gd name="connsiteY862" fmla="*/ 1062034 h 6858000"/>
              <a:gd name="connsiteX863" fmla="*/ 5790982 w 7467600"/>
              <a:gd name="connsiteY863" fmla="*/ 1561380 h 6858000"/>
              <a:gd name="connsiteX864" fmla="*/ 6188971 w 7467600"/>
              <a:gd name="connsiteY864" fmla="*/ 1755168 h 6858000"/>
              <a:gd name="connsiteX865" fmla="*/ 6202446 w 7467600"/>
              <a:gd name="connsiteY865" fmla="*/ 1752268 h 6858000"/>
              <a:gd name="connsiteX866" fmla="*/ 7179560 w 7467600"/>
              <a:gd name="connsiteY866" fmla="*/ 1467551 h 6858000"/>
              <a:gd name="connsiteX867" fmla="*/ 7158730 w 7467600"/>
              <a:gd name="connsiteY867" fmla="*/ 1507835 h 6858000"/>
              <a:gd name="connsiteX868" fmla="*/ 6326959 w 7467600"/>
              <a:gd name="connsiteY868" fmla="*/ 1817686 h 6858000"/>
              <a:gd name="connsiteX869" fmla="*/ 6537433 w 7467600"/>
              <a:gd name="connsiteY869" fmla="*/ 1907790 h 6858000"/>
              <a:gd name="connsiteX870" fmla="*/ 6550221 w 7467600"/>
              <a:gd name="connsiteY870" fmla="*/ 1910729 h 6858000"/>
              <a:gd name="connsiteX871" fmla="*/ 6964438 w 7467600"/>
              <a:gd name="connsiteY871" fmla="*/ 2209505 h 6858000"/>
              <a:gd name="connsiteX872" fmla="*/ 7367862 w 7467600"/>
              <a:gd name="connsiteY872" fmla="*/ 2806833 h 6858000"/>
              <a:gd name="connsiteX873" fmla="*/ 7364329 w 7467600"/>
              <a:gd name="connsiteY873" fmla="*/ 2826907 h 6858000"/>
              <a:gd name="connsiteX874" fmla="*/ 7290545 w 7467600"/>
              <a:gd name="connsiteY874" fmla="*/ 2850663 h 6858000"/>
              <a:gd name="connsiteX875" fmla="*/ 6472036 w 7467600"/>
              <a:gd name="connsiteY875" fmla="*/ 1959003 h 6858000"/>
              <a:gd name="connsiteX876" fmla="*/ 5792897 w 7467600"/>
              <a:gd name="connsiteY876" fmla="*/ 1647747 h 6858000"/>
              <a:gd name="connsiteX877" fmla="*/ 5842751 w 7467600"/>
              <a:gd name="connsiteY877" fmla="*/ 1816112 h 6858000"/>
              <a:gd name="connsiteX878" fmla="*/ 5847424 w 7467600"/>
              <a:gd name="connsiteY878" fmla="*/ 1815776 h 6858000"/>
              <a:gd name="connsiteX879" fmla="*/ 6399821 w 7467600"/>
              <a:gd name="connsiteY879" fmla="*/ 2344799 h 6858000"/>
              <a:gd name="connsiteX880" fmla="*/ 6323232 w 7467600"/>
              <a:gd name="connsiteY880" fmla="*/ 2389634 h 6858000"/>
              <a:gd name="connsiteX881" fmla="*/ 5942958 w 7467600"/>
              <a:gd name="connsiteY881" fmla="*/ 2077708 h 6858000"/>
              <a:gd name="connsiteX882" fmla="*/ 5921559 w 7467600"/>
              <a:gd name="connsiteY882" fmla="*/ 2378596 h 6858000"/>
              <a:gd name="connsiteX883" fmla="*/ 5817651 w 7467600"/>
              <a:gd name="connsiteY883" fmla="*/ 3023919 h 6858000"/>
              <a:gd name="connsiteX884" fmla="*/ 5729634 w 7467600"/>
              <a:gd name="connsiteY884" fmla="*/ 3051849 h 6858000"/>
              <a:gd name="connsiteX885" fmla="*/ 5611018 w 7467600"/>
              <a:gd name="connsiteY885" fmla="*/ 2316769 h 6858000"/>
              <a:gd name="connsiteX886" fmla="*/ 5687608 w 7467600"/>
              <a:gd name="connsiteY886" fmla="*/ 2039972 h 6858000"/>
              <a:gd name="connsiteX887" fmla="*/ 5657554 w 7467600"/>
              <a:gd name="connsiteY887" fmla="*/ 1576445 h 6858000"/>
              <a:gd name="connsiteX888" fmla="*/ 5150475 w 7467600"/>
              <a:gd name="connsiteY888" fmla="*/ 1274012 h 6858000"/>
              <a:gd name="connsiteX889" fmla="*/ 5349142 w 7467600"/>
              <a:gd name="connsiteY889" fmla="*/ 2204405 h 6858000"/>
              <a:gd name="connsiteX890" fmla="*/ 5262214 w 7467600"/>
              <a:gd name="connsiteY890" fmla="*/ 2233836 h 6858000"/>
              <a:gd name="connsiteX891" fmla="*/ 4981539 w 7467600"/>
              <a:gd name="connsiteY891" fmla="*/ 1542201 h 6858000"/>
              <a:gd name="connsiteX892" fmla="*/ 4958461 w 7467600"/>
              <a:gd name="connsiteY892" fmla="*/ 1136957 h 6858000"/>
              <a:gd name="connsiteX893" fmla="*/ 4655015 w 7467600"/>
              <a:gd name="connsiteY893" fmla="*/ 891426 h 6858000"/>
              <a:gd name="connsiteX894" fmla="*/ 4348002 w 7467600"/>
              <a:gd name="connsiteY894" fmla="*/ 2205895 h 6858000"/>
              <a:gd name="connsiteX895" fmla="*/ 4262250 w 7467600"/>
              <a:gd name="connsiteY895" fmla="*/ 2219972 h 6858000"/>
              <a:gd name="connsiteX896" fmla="*/ 4550611 w 7467600"/>
              <a:gd name="connsiteY896" fmla="*/ 817540 h 6858000"/>
              <a:gd name="connsiteX897" fmla="*/ 4564418 w 7467600"/>
              <a:gd name="connsiteY897" fmla="*/ 808293 h 6858000"/>
              <a:gd name="connsiteX898" fmla="*/ 4266388 w 7467600"/>
              <a:gd name="connsiteY898" fmla="*/ 500083 h 6858000"/>
              <a:gd name="connsiteX899" fmla="*/ 4032842 w 7467600"/>
              <a:gd name="connsiteY899" fmla="*/ 211809 h 6858000"/>
              <a:gd name="connsiteX900" fmla="*/ 3882765 w 7467600"/>
              <a:gd name="connsiteY900" fmla="*/ 0 h 6858000"/>
              <a:gd name="connsiteX901" fmla="*/ 3721337 w 7467600"/>
              <a:gd name="connsiteY901" fmla="*/ 0 h 6858000"/>
              <a:gd name="connsiteX902" fmla="*/ 3797544 w 7467600"/>
              <a:gd name="connsiteY902" fmla="*/ 0 h 6858000"/>
              <a:gd name="connsiteX903" fmla="*/ 3775734 w 7467600"/>
              <a:gd name="connsiteY903" fmla="*/ 95131 h 6858000"/>
              <a:gd name="connsiteX904" fmla="*/ 3724807 w 7467600"/>
              <a:gd name="connsiteY904" fmla="*/ 272257 h 6858000"/>
              <a:gd name="connsiteX905" fmla="*/ 3726844 w 7467600"/>
              <a:gd name="connsiteY905" fmla="*/ 282988 h 6858000"/>
              <a:gd name="connsiteX906" fmla="*/ 3742664 w 7467600"/>
              <a:gd name="connsiteY906" fmla="*/ 279918 h 6858000"/>
              <a:gd name="connsiteX907" fmla="*/ 4103910 w 7467600"/>
              <a:gd name="connsiteY907" fmla="*/ 1161917 h 6858000"/>
              <a:gd name="connsiteX908" fmla="*/ 4020269 w 7467600"/>
              <a:gd name="connsiteY908" fmla="*/ 1200406 h 6858000"/>
              <a:gd name="connsiteX909" fmla="*/ 3674882 w 7467600"/>
              <a:gd name="connsiteY909" fmla="*/ 488524 h 6858000"/>
              <a:gd name="connsiteX910" fmla="*/ 3132682 w 7467600"/>
              <a:gd name="connsiteY910" fmla="*/ 1072284 h 6858000"/>
              <a:gd name="connsiteX911" fmla="*/ 2716346 w 7467600"/>
              <a:gd name="connsiteY911" fmla="*/ 1276376 h 6858000"/>
              <a:gd name="connsiteX912" fmla="*/ 2716772 w 7467600"/>
              <a:gd name="connsiteY912" fmla="*/ 1255462 h 6858000"/>
              <a:gd name="connsiteX913" fmla="*/ 3471096 w 7467600"/>
              <a:gd name="connsiteY913" fmla="*/ 437072 h 6858000"/>
              <a:gd name="connsiteX914" fmla="*/ 3639057 w 7467600"/>
              <a:gd name="connsiteY914" fmla="*/ 286334 h 6858000"/>
              <a:gd name="connsiteX915" fmla="*/ 3640309 w 7467600"/>
              <a:gd name="connsiteY915" fmla="*/ 284664 h 6858000"/>
              <a:gd name="connsiteX916" fmla="*/ 3646022 w 7467600"/>
              <a:gd name="connsiteY916" fmla="*/ 276711 h 6858000"/>
              <a:gd name="connsiteX917" fmla="*/ 3707943 w 7467600"/>
              <a:gd name="connsiteY917" fmla="*/ 65958 h 6858000"/>
              <a:gd name="connsiteX918" fmla="*/ 3721337 w 7467600"/>
              <a:gd name="connsiteY918" fmla="*/ 0 h 6858000"/>
              <a:gd name="connsiteX919" fmla="*/ 2867960 w 7467600"/>
              <a:gd name="connsiteY919" fmla="*/ 0 h 6858000"/>
              <a:gd name="connsiteX920" fmla="*/ 2926351 w 7467600"/>
              <a:gd name="connsiteY920" fmla="*/ 0 h 6858000"/>
              <a:gd name="connsiteX921" fmla="*/ 2902823 w 7467600"/>
              <a:gd name="connsiteY921" fmla="*/ 262929 h 6858000"/>
              <a:gd name="connsiteX922" fmla="*/ 2940663 w 7467600"/>
              <a:gd name="connsiteY922" fmla="*/ 140884 h 6858000"/>
              <a:gd name="connsiteX923" fmla="*/ 2947039 w 7467600"/>
              <a:gd name="connsiteY923" fmla="*/ 122524 h 6858000"/>
              <a:gd name="connsiteX924" fmla="*/ 2984316 w 7467600"/>
              <a:gd name="connsiteY924" fmla="*/ 0 h 6858000"/>
              <a:gd name="connsiteX925" fmla="*/ 3016114 w 7467600"/>
              <a:gd name="connsiteY925" fmla="*/ 0 h 6858000"/>
              <a:gd name="connsiteX926" fmla="*/ 2979949 w 7467600"/>
              <a:gd name="connsiteY926" fmla="*/ 119274 h 6858000"/>
              <a:gd name="connsiteX927" fmla="*/ 3023879 w 7467600"/>
              <a:gd name="connsiteY927" fmla="*/ 0 h 6858000"/>
              <a:gd name="connsiteX928" fmla="*/ 3105400 w 7467600"/>
              <a:gd name="connsiteY928" fmla="*/ 0 h 6858000"/>
              <a:gd name="connsiteX929" fmla="*/ 3094669 w 7467600"/>
              <a:gd name="connsiteY929" fmla="*/ 30308 h 6858000"/>
              <a:gd name="connsiteX930" fmla="*/ 2901945 w 7467600"/>
              <a:gd name="connsiteY930" fmla="*/ 466538 h 6858000"/>
              <a:gd name="connsiteX931" fmla="*/ 2815209 w 7467600"/>
              <a:gd name="connsiteY931" fmla="*/ 497361 h 6858000"/>
              <a:gd name="connsiteX932" fmla="*/ 2844845 w 7467600"/>
              <a:gd name="connsiteY932" fmla="*/ 127638 h 6858000"/>
              <a:gd name="connsiteX933" fmla="*/ 2867960 w 7467600"/>
              <a:gd name="connsiteY933" fmla="*/ 0 h 6858000"/>
              <a:gd name="connsiteX934" fmla="*/ 1057230 w 7467600"/>
              <a:gd name="connsiteY934" fmla="*/ 0 h 6858000"/>
              <a:gd name="connsiteX935" fmla="*/ 1111003 w 7467600"/>
              <a:gd name="connsiteY935" fmla="*/ 0 h 6858000"/>
              <a:gd name="connsiteX936" fmla="*/ 1125553 w 7467600"/>
              <a:gd name="connsiteY936" fmla="*/ 52588 h 6858000"/>
              <a:gd name="connsiteX937" fmla="*/ 1304276 w 7467600"/>
              <a:gd name="connsiteY937" fmla="*/ 476275 h 6858000"/>
              <a:gd name="connsiteX938" fmla="*/ 1492066 w 7467600"/>
              <a:gd name="connsiteY938" fmla="*/ 886333 h 6858000"/>
              <a:gd name="connsiteX939" fmla="*/ 1423698 w 7467600"/>
              <a:gd name="connsiteY939" fmla="*/ 710817 h 6858000"/>
              <a:gd name="connsiteX940" fmla="*/ 1357609 w 7467600"/>
              <a:gd name="connsiteY940" fmla="*/ 532892 h 6858000"/>
              <a:gd name="connsiteX941" fmla="*/ 1309550 w 7467600"/>
              <a:gd name="connsiteY941" fmla="*/ 374031 h 6858000"/>
              <a:gd name="connsiteX942" fmla="*/ 1193673 w 7467600"/>
              <a:gd name="connsiteY942" fmla="*/ 49533 h 6858000"/>
              <a:gd name="connsiteX943" fmla="*/ 1164391 w 7467600"/>
              <a:gd name="connsiteY943" fmla="*/ 0 h 6858000"/>
              <a:gd name="connsiteX944" fmla="*/ 1200666 w 7467600"/>
              <a:gd name="connsiteY944" fmla="*/ 0 h 6858000"/>
              <a:gd name="connsiteX945" fmla="*/ 1223408 w 7467600"/>
              <a:gd name="connsiteY945" fmla="*/ 38996 h 6858000"/>
              <a:gd name="connsiteX946" fmla="*/ 1339635 w 7467600"/>
              <a:gd name="connsiteY946" fmla="*/ 365517 h 6858000"/>
              <a:gd name="connsiteX947" fmla="*/ 1387469 w 7467600"/>
              <a:gd name="connsiteY947" fmla="*/ 523079 h 6858000"/>
              <a:gd name="connsiteX948" fmla="*/ 1452685 w 7467600"/>
              <a:gd name="connsiteY948" fmla="*/ 699806 h 6858000"/>
              <a:gd name="connsiteX949" fmla="*/ 1492092 w 7467600"/>
              <a:gd name="connsiteY949" fmla="*/ 800424 h 6858000"/>
              <a:gd name="connsiteX950" fmla="*/ 1455302 w 7467600"/>
              <a:gd name="connsiteY950" fmla="*/ 632913 h 6858000"/>
              <a:gd name="connsiteX951" fmla="*/ 1222336 w 7467600"/>
              <a:gd name="connsiteY951" fmla="*/ 9480 h 6858000"/>
              <a:gd name="connsiteX952" fmla="*/ 1214634 w 7467600"/>
              <a:gd name="connsiteY952" fmla="*/ 0 h 6858000"/>
              <a:gd name="connsiteX953" fmla="*/ 1289827 w 7467600"/>
              <a:gd name="connsiteY953" fmla="*/ 0 h 6858000"/>
              <a:gd name="connsiteX954" fmla="*/ 1321076 w 7467600"/>
              <a:gd name="connsiteY954" fmla="*/ 59722 h 6858000"/>
              <a:gd name="connsiteX955" fmla="*/ 1512579 w 7467600"/>
              <a:gd name="connsiteY955" fmla="*/ 626441 h 6858000"/>
              <a:gd name="connsiteX956" fmla="*/ 1506076 w 7467600"/>
              <a:gd name="connsiteY956" fmla="*/ 1089289 h 6858000"/>
              <a:gd name="connsiteX957" fmla="*/ 1486346 w 7467600"/>
              <a:gd name="connsiteY957" fmla="*/ 1079919 h 6858000"/>
              <a:gd name="connsiteX958" fmla="*/ 1070511 w 7467600"/>
              <a:gd name="connsiteY958" fmla="*/ 48609 h 6858000"/>
              <a:gd name="connsiteX959" fmla="*/ 1057230 w 7467600"/>
              <a:gd name="connsiteY959" fmla="*/ 0 h 6858000"/>
              <a:gd name="connsiteX960" fmla="*/ 43151 w 7467600"/>
              <a:gd name="connsiteY960" fmla="*/ 0 h 6858000"/>
              <a:gd name="connsiteX961" fmla="*/ 95283 w 7467600"/>
              <a:gd name="connsiteY961" fmla="*/ 0 h 6858000"/>
              <a:gd name="connsiteX962" fmla="*/ 300708 w 7467600"/>
              <a:gd name="connsiteY962" fmla="*/ 154571 h 6858000"/>
              <a:gd name="connsiteX963" fmla="*/ 530414 w 7467600"/>
              <a:gd name="connsiteY963" fmla="*/ 354673 h 6858000"/>
              <a:gd name="connsiteX964" fmla="*/ 333785 w 7467600"/>
              <a:gd name="connsiteY964" fmla="*/ 161564 h 6858000"/>
              <a:gd name="connsiteX965" fmla="*/ 147005 w 7467600"/>
              <a:gd name="connsiteY965" fmla="*/ 0 h 6858000"/>
              <a:gd name="connsiteX966" fmla="*/ 272509 w 7467600"/>
              <a:gd name="connsiteY966" fmla="*/ 0 h 6858000"/>
              <a:gd name="connsiteX967" fmla="*/ 326276 w 7467600"/>
              <a:gd name="connsiteY967" fmla="*/ 45847 h 6858000"/>
              <a:gd name="connsiteX968" fmla="*/ 823759 w 7467600"/>
              <a:gd name="connsiteY968" fmla="*/ 574145 h 6858000"/>
              <a:gd name="connsiteX969" fmla="*/ 811254 w 7467600"/>
              <a:gd name="connsiteY969" fmla="*/ 665546 h 6858000"/>
              <a:gd name="connsiteX970" fmla="*/ 154042 w 7467600"/>
              <a:gd name="connsiteY970" fmla="*/ 261522 h 6858000"/>
              <a:gd name="connsiteX971" fmla="*/ 13550 w 7467600"/>
              <a:gd name="connsiteY971" fmla="*/ 158423 h 6858000"/>
              <a:gd name="connsiteX972" fmla="*/ 0 w 7467600"/>
              <a:gd name="connsiteY972" fmla="*/ 146618 h 6858000"/>
              <a:gd name="connsiteX973" fmla="*/ 0 w 7467600"/>
              <a:gd name="connsiteY973" fmla="*/ 59161 h 6858000"/>
              <a:gd name="connsiteX974" fmla="*/ 45427 w 7467600"/>
              <a:gd name="connsiteY974" fmla="*/ 101078 h 6858000"/>
              <a:gd name="connsiteX975" fmla="*/ 630103 w 7467600"/>
              <a:gd name="connsiteY975" fmla="*/ 485885 h 6858000"/>
              <a:gd name="connsiteX976" fmla="*/ 532040 w 7467600"/>
              <a:gd name="connsiteY976" fmla="*/ 399359 h 6858000"/>
              <a:gd name="connsiteX977" fmla="*/ 517618 w 7467600"/>
              <a:gd name="connsiteY977" fmla="*/ 385726 h 6858000"/>
              <a:gd name="connsiteX978" fmla="*/ 285074 w 7467600"/>
              <a:gd name="connsiteY978" fmla="*/ 182755 h 6858000"/>
              <a:gd name="connsiteX979" fmla="*/ 43151 w 7467600"/>
              <a:gd name="connsiteY97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7240170 w 7467600"/>
              <a:gd name="connsiteY84" fmla="*/ 5787985 h 6858000"/>
              <a:gd name="connsiteX85" fmla="*/ 6946849 w 7467600"/>
              <a:gd name="connsiteY85" fmla="*/ 5523271 h 6858000"/>
              <a:gd name="connsiteX86" fmla="*/ 6946972 w 7467600"/>
              <a:gd name="connsiteY86" fmla="*/ 5526491 h 6858000"/>
              <a:gd name="connsiteX87" fmla="*/ 7105827 w 7467600"/>
              <a:gd name="connsiteY87" fmla="*/ 5718700 h 6858000"/>
              <a:gd name="connsiteX88" fmla="*/ 7356878 w 7467600"/>
              <a:gd name="connsiteY88" fmla="*/ 5981332 h 6858000"/>
              <a:gd name="connsiteX89" fmla="*/ 7467600 w 7467600"/>
              <a:gd name="connsiteY89" fmla="*/ 6117703 h 6858000"/>
              <a:gd name="connsiteX90" fmla="*/ 7467600 w 7467600"/>
              <a:gd name="connsiteY90" fmla="*/ 6163634 h 6858000"/>
              <a:gd name="connsiteX91" fmla="*/ 7403637 w 7467600"/>
              <a:gd name="connsiteY91" fmla="*/ 6083957 h 6858000"/>
              <a:gd name="connsiteX92" fmla="*/ 7254615 w 7467600"/>
              <a:gd name="connsiteY92" fmla="*/ 5911918 h 6858000"/>
              <a:gd name="connsiteX93" fmla="*/ 7312589 w 7467600"/>
              <a:gd name="connsiteY93" fmla="*/ 5982309 h 6858000"/>
              <a:gd name="connsiteX94" fmla="*/ 7448321 w 7467600"/>
              <a:gd name="connsiteY94" fmla="*/ 6190991 h 6858000"/>
              <a:gd name="connsiteX95" fmla="*/ 7467600 w 7467600"/>
              <a:gd name="connsiteY95" fmla="*/ 6221686 h 6858000"/>
              <a:gd name="connsiteX96" fmla="*/ 7467600 w 7467600"/>
              <a:gd name="connsiteY96" fmla="*/ 6334256 h 6858000"/>
              <a:gd name="connsiteX97" fmla="*/ 7454976 w 7467600"/>
              <a:gd name="connsiteY97" fmla="*/ 6318297 h 6858000"/>
              <a:gd name="connsiteX98" fmla="*/ 7042773 w 7467600"/>
              <a:gd name="connsiteY98" fmla="*/ 5734011 h 6858000"/>
              <a:gd name="connsiteX99" fmla="*/ 6844835 w 7467600"/>
              <a:gd name="connsiteY99" fmla="*/ 5424988 h 6858000"/>
              <a:gd name="connsiteX100" fmla="*/ 1456157 w 7467600"/>
              <a:gd name="connsiteY100" fmla="*/ 5371404 h 6858000"/>
              <a:gd name="connsiteX101" fmla="*/ 1244432 w 7467600"/>
              <a:gd name="connsiteY101" fmla="*/ 5385601 h 6858000"/>
              <a:gd name="connsiteX102" fmla="*/ 973990 w 7467600"/>
              <a:gd name="connsiteY102" fmla="*/ 5424940 h 6858000"/>
              <a:gd name="connsiteX103" fmla="*/ 1103809 w 7467600"/>
              <a:gd name="connsiteY103" fmla="*/ 5433720 h 6858000"/>
              <a:gd name="connsiteX104" fmla="*/ 1123454 w 7467600"/>
              <a:gd name="connsiteY104" fmla="*/ 5435727 h 6858000"/>
              <a:gd name="connsiteX105" fmla="*/ 1737017 w 7467600"/>
              <a:gd name="connsiteY105" fmla="*/ 5452183 h 6858000"/>
              <a:gd name="connsiteX106" fmla="*/ 1824397 w 7467600"/>
              <a:gd name="connsiteY106" fmla="*/ 5447757 h 6858000"/>
              <a:gd name="connsiteX107" fmla="*/ 2070059 w 7467600"/>
              <a:gd name="connsiteY107" fmla="*/ 5441660 h 6858000"/>
              <a:gd name="connsiteX108" fmla="*/ 1456157 w 7467600"/>
              <a:gd name="connsiteY108" fmla="*/ 5371404 h 6858000"/>
              <a:gd name="connsiteX109" fmla="*/ 4988186 w 7467600"/>
              <a:gd name="connsiteY109" fmla="*/ 5216467 h 6858000"/>
              <a:gd name="connsiteX110" fmla="*/ 4777334 w 7467600"/>
              <a:gd name="connsiteY110" fmla="*/ 5406072 h 6858000"/>
              <a:gd name="connsiteX111" fmla="*/ 4718341 w 7467600"/>
              <a:gd name="connsiteY111" fmla="*/ 5468043 h 6858000"/>
              <a:gd name="connsiteX112" fmla="*/ 4604655 w 7467600"/>
              <a:gd name="connsiteY112" fmla="*/ 5583434 h 6858000"/>
              <a:gd name="connsiteX113" fmla="*/ 4565074 w 7467600"/>
              <a:gd name="connsiteY113" fmla="*/ 5618550 h 6858000"/>
              <a:gd name="connsiteX114" fmla="*/ 4988186 w 7467600"/>
              <a:gd name="connsiteY114" fmla="*/ 5216467 h 6858000"/>
              <a:gd name="connsiteX115" fmla="*/ 4978032 w 7467600"/>
              <a:gd name="connsiteY115" fmla="*/ 5183809 h 6858000"/>
              <a:gd name="connsiteX116" fmla="*/ 4463413 w 7467600"/>
              <a:gd name="connsiteY116" fmla="*/ 5615162 h 6858000"/>
              <a:gd name="connsiteX117" fmla="*/ 4358134 w 7467600"/>
              <a:gd name="connsiteY117" fmla="*/ 5742791 h 6858000"/>
              <a:gd name="connsiteX118" fmla="*/ 4376219 w 7467600"/>
              <a:gd name="connsiteY118" fmla="*/ 5729027 h 6858000"/>
              <a:gd name="connsiteX119" fmla="*/ 4582340 w 7467600"/>
              <a:gd name="connsiteY119" fmla="*/ 5561037 h 6858000"/>
              <a:gd name="connsiteX120" fmla="*/ 4694684 w 7467600"/>
              <a:gd name="connsiteY120" fmla="*/ 5447098 h 6858000"/>
              <a:gd name="connsiteX121" fmla="*/ 4754123 w 7467600"/>
              <a:gd name="connsiteY121" fmla="*/ 5384643 h 6858000"/>
              <a:gd name="connsiteX122" fmla="*/ 4978032 w 7467600"/>
              <a:gd name="connsiteY122" fmla="*/ 5183809 h 6858000"/>
              <a:gd name="connsiteX123" fmla="*/ 1903353 w 7467600"/>
              <a:gd name="connsiteY123" fmla="*/ 5044827 h 6858000"/>
              <a:gd name="connsiteX124" fmla="*/ 1936931 w 7467600"/>
              <a:gd name="connsiteY124" fmla="*/ 5093954 h 6858000"/>
              <a:gd name="connsiteX125" fmla="*/ 2195868 w 7467600"/>
              <a:gd name="connsiteY125" fmla="*/ 5396574 h 6858000"/>
              <a:gd name="connsiteX126" fmla="*/ 2088852 w 7467600"/>
              <a:gd name="connsiteY126" fmla="*/ 5166123 h 6858000"/>
              <a:gd name="connsiteX127" fmla="*/ 1958241 w 7467600"/>
              <a:gd name="connsiteY127" fmla="*/ 5067955 h 6858000"/>
              <a:gd name="connsiteX128" fmla="*/ 1903353 w 7467600"/>
              <a:gd name="connsiteY128" fmla="*/ 5044827 h 6858000"/>
              <a:gd name="connsiteX129" fmla="*/ 1979378 w 7467600"/>
              <a:gd name="connsiteY129" fmla="*/ 4769504 h 6858000"/>
              <a:gd name="connsiteX130" fmla="*/ 2882120 w 7467600"/>
              <a:gd name="connsiteY130" fmla="*/ 5064547 h 6858000"/>
              <a:gd name="connsiteX131" fmla="*/ 2793103 w 7467600"/>
              <a:gd name="connsiteY131" fmla="*/ 5039699 h 6858000"/>
              <a:gd name="connsiteX132" fmla="*/ 2770041 w 7467600"/>
              <a:gd name="connsiteY132" fmla="*/ 5033634 h 6858000"/>
              <a:gd name="connsiteX133" fmla="*/ 1979378 w 7467600"/>
              <a:gd name="connsiteY133" fmla="*/ 4769504 h 6858000"/>
              <a:gd name="connsiteX134" fmla="*/ 1927410 w 7467600"/>
              <a:gd name="connsiteY134" fmla="*/ 4716164 h 6858000"/>
              <a:gd name="connsiteX135" fmla="*/ 1959587 w 7467600"/>
              <a:gd name="connsiteY135" fmla="*/ 4728849 h 6858000"/>
              <a:gd name="connsiteX136" fmla="*/ 2777707 w 7467600"/>
              <a:gd name="connsiteY136" fmla="*/ 5003991 h 6858000"/>
              <a:gd name="connsiteX137" fmla="*/ 2800768 w 7467600"/>
              <a:gd name="connsiteY137" fmla="*/ 5010056 h 6858000"/>
              <a:gd name="connsiteX138" fmla="*/ 2879408 w 7467600"/>
              <a:gd name="connsiteY138" fmla="*/ 5031590 h 6858000"/>
              <a:gd name="connsiteX139" fmla="*/ 2862295 w 7467600"/>
              <a:gd name="connsiteY139" fmla="*/ 5022958 h 6858000"/>
              <a:gd name="connsiteX140" fmla="*/ 2813343 w 7467600"/>
              <a:gd name="connsiteY140" fmla="*/ 4998369 h 6858000"/>
              <a:gd name="connsiteX141" fmla="*/ 2646245 w 7467600"/>
              <a:gd name="connsiteY141" fmla="*/ 4930999 h 6858000"/>
              <a:gd name="connsiteX142" fmla="*/ 1999243 w 7467600"/>
              <a:gd name="connsiteY142" fmla="*/ 4730524 h 6858000"/>
              <a:gd name="connsiteX143" fmla="*/ 1979527 w 7467600"/>
              <a:gd name="connsiteY143" fmla="*/ 4726651 h 6858000"/>
              <a:gd name="connsiteX144" fmla="*/ 1927410 w 7467600"/>
              <a:gd name="connsiteY144" fmla="*/ 4716164 h 6858000"/>
              <a:gd name="connsiteX145" fmla="*/ 1997014 w 7467600"/>
              <a:gd name="connsiteY145" fmla="*/ 4698007 h 6858000"/>
              <a:gd name="connsiteX146" fmla="*/ 2005458 w 7467600"/>
              <a:gd name="connsiteY146" fmla="*/ 4699540 h 6858000"/>
              <a:gd name="connsiteX147" fmla="*/ 2657186 w 7467600"/>
              <a:gd name="connsiteY147" fmla="*/ 4901687 h 6858000"/>
              <a:gd name="connsiteX148" fmla="*/ 2826662 w 7467600"/>
              <a:gd name="connsiteY148" fmla="*/ 4970362 h 6858000"/>
              <a:gd name="connsiteX149" fmla="*/ 2876100 w 7467600"/>
              <a:gd name="connsiteY149" fmla="*/ 4995397 h 6858000"/>
              <a:gd name="connsiteX150" fmla="*/ 3042600 w 7467600"/>
              <a:gd name="connsiteY150" fmla="*/ 5059532 h 6858000"/>
              <a:gd name="connsiteX151" fmla="*/ 1997014 w 7467600"/>
              <a:gd name="connsiteY151" fmla="*/ 4698007 h 6858000"/>
              <a:gd name="connsiteX152" fmla="*/ 2305292 w 7467600"/>
              <a:gd name="connsiteY152" fmla="*/ 4219492 h 6858000"/>
              <a:gd name="connsiteX153" fmla="*/ 3360922 w 7467600"/>
              <a:gd name="connsiteY153" fmla="*/ 4529373 h 6858000"/>
              <a:gd name="connsiteX154" fmla="*/ 3492420 w 7467600"/>
              <a:gd name="connsiteY154" fmla="*/ 4510145 h 6858000"/>
              <a:gd name="connsiteX155" fmla="*/ 3364086 w 7467600"/>
              <a:gd name="connsiteY155" fmla="*/ 4480340 h 6858000"/>
              <a:gd name="connsiteX156" fmla="*/ 3225818 w 7467600"/>
              <a:gd name="connsiteY156" fmla="*/ 4411822 h 6858000"/>
              <a:gd name="connsiteX157" fmla="*/ 3129696 w 7467600"/>
              <a:gd name="connsiteY157" fmla="*/ 4360704 h 6858000"/>
              <a:gd name="connsiteX158" fmla="*/ 2814545 w 7467600"/>
              <a:gd name="connsiteY158" fmla="*/ 4282955 h 6858000"/>
              <a:gd name="connsiteX159" fmla="*/ 2305292 w 7467600"/>
              <a:gd name="connsiteY159" fmla="*/ 4219492 h 6858000"/>
              <a:gd name="connsiteX160" fmla="*/ 2626982 w 7467600"/>
              <a:gd name="connsiteY160" fmla="*/ 4206450 h 6858000"/>
              <a:gd name="connsiteX161" fmla="*/ 2490617 w 7467600"/>
              <a:gd name="connsiteY161" fmla="*/ 4206951 h 6858000"/>
              <a:gd name="connsiteX162" fmla="*/ 2819869 w 7467600"/>
              <a:gd name="connsiteY162" fmla="*/ 4252936 h 6858000"/>
              <a:gd name="connsiteX163" fmla="*/ 3143018 w 7467600"/>
              <a:gd name="connsiteY163" fmla="*/ 4332698 h 6858000"/>
              <a:gd name="connsiteX164" fmla="*/ 3241520 w 7467600"/>
              <a:gd name="connsiteY164" fmla="*/ 4385112 h 6858000"/>
              <a:gd name="connsiteX165" fmla="*/ 3374575 w 7467600"/>
              <a:gd name="connsiteY165" fmla="*/ 4451517 h 6858000"/>
              <a:gd name="connsiteX166" fmla="*/ 3505221 w 7467600"/>
              <a:gd name="connsiteY166" fmla="*/ 4480757 h 6858000"/>
              <a:gd name="connsiteX167" fmla="*/ 2626982 w 7467600"/>
              <a:gd name="connsiteY167" fmla="*/ 4206450 h 6858000"/>
              <a:gd name="connsiteX168" fmla="*/ 1310106 w 7467600"/>
              <a:gd name="connsiteY168" fmla="*/ 3943217 h 6858000"/>
              <a:gd name="connsiteX169" fmla="*/ 854994 w 7467600"/>
              <a:gd name="connsiteY169" fmla="*/ 4399136 h 6858000"/>
              <a:gd name="connsiteX170" fmla="*/ 742462 w 7467600"/>
              <a:gd name="connsiteY170" fmla="*/ 4594648 h 6858000"/>
              <a:gd name="connsiteX171" fmla="*/ 820602 w 7467600"/>
              <a:gd name="connsiteY171" fmla="*/ 4485915 h 6858000"/>
              <a:gd name="connsiteX172" fmla="*/ 878295 w 7467600"/>
              <a:gd name="connsiteY172" fmla="*/ 4403594 h 6858000"/>
              <a:gd name="connsiteX173" fmla="*/ 1240607 w 7467600"/>
              <a:gd name="connsiteY173" fmla="*/ 4010401 h 6858000"/>
              <a:gd name="connsiteX174" fmla="*/ 1310106 w 7467600"/>
              <a:gd name="connsiteY174" fmla="*/ 3943217 h 6858000"/>
              <a:gd name="connsiteX175" fmla="*/ 1423113 w 7467600"/>
              <a:gd name="connsiteY175" fmla="*/ 3874565 h 6858000"/>
              <a:gd name="connsiteX176" fmla="*/ 1260565 w 7467600"/>
              <a:gd name="connsiteY176" fmla="*/ 4031982 h 6858000"/>
              <a:gd name="connsiteX177" fmla="*/ 901900 w 7467600"/>
              <a:gd name="connsiteY177" fmla="*/ 4421236 h 6858000"/>
              <a:gd name="connsiteX178" fmla="*/ 845044 w 7467600"/>
              <a:gd name="connsiteY178" fmla="*/ 4502436 h 6858000"/>
              <a:gd name="connsiteX179" fmla="*/ 685926 w 7467600"/>
              <a:gd name="connsiteY179" fmla="*/ 4703069 h 6858000"/>
              <a:gd name="connsiteX180" fmla="*/ 684248 w 7467600"/>
              <a:gd name="connsiteY180" fmla="*/ 4706721 h 6858000"/>
              <a:gd name="connsiteX181" fmla="*/ 1423113 w 7467600"/>
              <a:gd name="connsiteY181" fmla="*/ 3874565 h 6858000"/>
              <a:gd name="connsiteX182" fmla="*/ 3316479 w 7467600"/>
              <a:gd name="connsiteY182" fmla="*/ 3872136 h 6858000"/>
              <a:gd name="connsiteX183" fmla="*/ 3546806 w 7467600"/>
              <a:gd name="connsiteY183" fmla="*/ 4356139 h 6858000"/>
              <a:gd name="connsiteX184" fmla="*/ 3364433 w 7467600"/>
              <a:gd name="connsiteY184" fmla="*/ 3953121 h 6858000"/>
              <a:gd name="connsiteX185" fmla="*/ 3316479 w 7467600"/>
              <a:gd name="connsiteY185" fmla="*/ 3872136 h 6858000"/>
              <a:gd name="connsiteX186" fmla="*/ 3291335 w 7467600"/>
              <a:gd name="connsiteY186" fmla="*/ 3767420 h 6858000"/>
              <a:gd name="connsiteX187" fmla="*/ 3390805 w 7467600"/>
              <a:gd name="connsiteY187" fmla="*/ 3937163 h 6858000"/>
              <a:gd name="connsiteX188" fmla="*/ 3579062 w 7467600"/>
              <a:gd name="connsiteY188" fmla="*/ 4359040 h 6858000"/>
              <a:gd name="connsiteX189" fmla="*/ 3467355 w 7467600"/>
              <a:gd name="connsiteY189" fmla="*/ 3988130 h 6858000"/>
              <a:gd name="connsiteX190" fmla="*/ 3310753 w 7467600"/>
              <a:gd name="connsiteY190" fmla="*/ 3787140 h 6858000"/>
              <a:gd name="connsiteX191" fmla="*/ 3291335 w 7467600"/>
              <a:gd name="connsiteY191" fmla="*/ 3767420 h 6858000"/>
              <a:gd name="connsiteX192" fmla="*/ 1635889 w 7467600"/>
              <a:gd name="connsiteY192" fmla="*/ 3709494 h 6858000"/>
              <a:gd name="connsiteX193" fmla="*/ 1634800 w 7467600"/>
              <a:gd name="connsiteY193" fmla="*/ 3731111 h 6858000"/>
              <a:gd name="connsiteX194" fmla="*/ 1635889 w 7467600"/>
              <a:gd name="connsiteY194" fmla="*/ 3709494 h 6858000"/>
              <a:gd name="connsiteX195" fmla="*/ 1510397 w 7467600"/>
              <a:gd name="connsiteY195" fmla="*/ 3684705 h 6858000"/>
              <a:gd name="connsiteX196" fmla="*/ 1146550 w 7467600"/>
              <a:gd name="connsiteY196" fmla="*/ 3802012 h 6858000"/>
              <a:gd name="connsiteX197" fmla="*/ 698834 w 7467600"/>
              <a:gd name="connsiteY197" fmla="*/ 3952272 h 6858000"/>
              <a:gd name="connsiteX198" fmla="*/ 34256 w 7467600"/>
              <a:gd name="connsiteY198" fmla="*/ 4347603 h 6858000"/>
              <a:gd name="connsiteX199" fmla="*/ 527241 w 7467600"/>
              <a:gd name="connsiteY199" fmla="*/ 4065078 h 6858000"/>
              <a:gd name="connsiteX200" fmla="*/ 1510397 w 7467600"/>
              <a:gd name="connsiteY200" fmla="*/ 3684705 h 6858000"/>
              <a:gd name="connsiteX201" fmla="*/ 1313114 w 7467600"/>
              <a:gd name="connsiteY201" fmla="*/ 3655216 h 6858000"/>
              <a:gd name="connsiteX202" fmla="*/ 1109304 w 7467600"/>
              <a:gd name="connsiteY202" fmla="*/ 3669030 h 6858000"/>
              <a:gd name="connsiteX203" fmla="*/ 8129 w 7467600"/>
              <a:gd name="connsiteY203" fmla="*/ 4330519 h 6858000"/>
              <a:gd name="connsiteX204" fmla="*/ 687572 w 7467600"/>
              <a:gd name="connsiteY204" fmla="*/ 3925629 h 6858000"/>
              <a:gd name="connsiteX205" fmla="*/ 1138365 w 7467600"/>
              <a:gd name="connsiteY205" fmla="*/ 3774515 h 6858000"/>
              <a:gd name="connsiteX206" fmla="*/ 1505579 w 7467600"/>
              <a:gd name="connsiteY206" fmla="*/ 3655526 h 6858000"/>
              <a:gd name="connsiteX207" fmla="*/ 1313114 w 7467600"/>
              <a:gd name="connsiteY207" fmla="*/ 3655216 h 6858000"/>
              <a:gd name="connsiteX208" fmla="*/ 3655073 w 7467600"/>
              <a:gd name="connsiteY208" fmla="*/ 3650884 h 6858000"/>
              <a:gd name="connsiteX209" fmla="*/ 3989938 w 7467600"/>
              <a:gd name="connsiteY209" fmla="*/ 3991685 h 6858000"/>
              <a:gd name="connsiteX210" fmla="*/ 4393907 w 7467600"/>
              <a:gd name="connsiteY210" fmla="*/ 4261258 h 6858000"/>
              <a:gd name="connsiteX211" fmla="*/ 4648051 w 7467600"/>
              <a:gd name="connsiteY211" fmla="*/ 4374051 h 6858000"/>
              <a:gd name="connsiteX212" fmla="*/ 4383389 w 7467600"/>
              <a:gd name="connsiteY212" fmla="*/ 4184369 h 6858000"/>
              <a:gd name="connsiteX213" fmla="*/ 4165508 w 7467600"/>
              <a:gd name="connsiteY213" fmla="*/ 4035196 h 6858000"/>
              <a:gd name="connsiteX214" fmla="*/ 4068162 w 7467600"/>
              <a:gd name="connsiteY214" fmla="*/ 3953394 h 6858000"/>
              <a:gd name="connsiteX215" fmla="*/ 3981416 w 7467600"/>
              <a:gd name="connsiteY215" fmla="*/ 3880482 h 6858000"/>
              <a:gd name="connsiteX216" fmla="*/ 3800147 w 7467600"/>
              <a:gd name="connsiteY216" fmla="*/ 3749872 h 6858000"/>
              <a:gd name="connsiteX217" fmla="*/ 3655073 w 7467600"/>
              <a:gd name="connsiteY217" fmla="*/ 3650884 h 6858000"/>
              <a:gd name="connsiteX218" fmla="*/ 3670252 w 7467600"/>
              <a:gd name="connsiteY218" fmla="*/ 3622798 h 6858000"/>
              <a:gd name="connsiteX219" fmla="*/ 3817258 w 7467600"/>
              <a:gd name="connsiteY219" fmla="*/ 3723577 h 6858000"/>
              <a:gd name="connsiteX220" fmla="*/ 4000461 w 7467600"/>
              <a:gd name="connsiteY220" fmla="*/ 3855966 h 6858000"/>
              <a:gd name="connsiteX221" fmla="*/ 4088180 w 7467600"/>
              <a:gd name="connsiteY221" fmla="*/ 3929774 h 6858000"/>
              <a:gd name="connsiteX222" fmla="*/ 4184555 w 7467600"/>
              <a:gd name="connsiteY222" fmla="*/ 4010683 h 6858000"/>
              <a:gd name="connsiteX223" fmla="*/ 4399563 w 7467600"/>
              <a:gd name="connsiteY223" fmla="*/ 4158106 h 6858000"/>
              <a:gd name="connsiteX224" fmla="*/ 4684469 w 7467600"/>
              <a:gd name="connsiteY224" fmla="*/ 4364680 h 6858000"/>
              <a:gd name="connsiteX225" fmla="*/ 4690271 w 7467600"/>
              <a:gd name="connsiteY225" fmla="*/ 4370034 h 6858000"/>
              <a:gd name="connsiteX226" fmla="*/ 4136093 w 7467600"/>
              <a:gd name="connsiteY226" fmla="*/ 3858466 h 6858000"/>
              <a:gd name="connsiteX227" fmla="*/ 3670252 w 7467600"/>
              <a:gd name="connsiteY227" fmla="*/ 3622798 h 6858000"/>
              <a:gd name="connsiteX228" fmla="*/ 4440129 w 7467600"/>
              <a:gd name="connsiteY228" fmla="*/ 3448571 h 6858000"/>
              <a:gd name="connsiteX229" fmla="*/ 4856525 w 7467600"/>
              <a:gd name="connsiteY229" fmla="*/ 3915351 h 6858000"/>
              <a:gd name="connsiteX230" fmla="*/ 5059055 w 7467600"/>
              <a:gd name="connsiteY230" fmla="*/ 4108918 h 6858000"/>
              <a:gd name="connsiteX231" fmla="*/ 5290070 w 7467600"/>
              <a:gd name="connsiteY231" fmla="*/ 4263619 h 6858000"/>
              <a:gd name="connsiteX232" fmla="*/ 4834991 w 7467600"/>
              <a:gd name="connsiteY232" fmla="*/ 3830985 h 6858000"/>
              <a:gd name="connsiteX233" fmla="*/ 4440129 w 7467600"/>
              <a:gd name="connsiteY233" fmla="*/ 3448571 h 6858000"/>
              <a:gd name="connsiteX234" fmla="*/ 4441737 w 7467600"/>
              <a:gd name="connsiteY234" fmla="*/ 3399734 h 6858000"/>
              <a:gd name="connsiteX235" fmla="*/ 4431236 w 7467600"/>
              <a:gd name="connsiteY235" fmla="*/ 3400954 h 6858000"/>
              <a:gd name="connsiteX236" fmla="*/ 4557150 w 7467600"/>
              <a:gd name="connsiteY236" fmla="*/ 3510023 h 6858000"/>
              <a:gd name="connsiteX237" fmla="*/ 4856936 w 7467600"/>
              <a:gd name="connsiteY237" fmla="*/ 3809146 h 6858000"/>
              <a:gd name="connsiteX238" fmla="*/ 5111996 w 7467600"/>
              <a:gd name="connsiteY238" fmla="*/ 4065759 h 6858000"/>
              <a:gd name="connsiteX239" fmla="*/ 5388878 w 7467600"/>
              <a:gd name="connsiteY239" fmla="*/ 4300185 h 6858000"/>
              <a:gd name="connsiteX240" fmla="*/ 5425556 w 7467600"/>
              <a:gd name="connsiteY240" fmla="*/ 4308967 h 6858000"/>
              <a:gd name="connsiteX241" fmla="*/ 4943646 w 7467600"/>
              <a:gd name="connsiteY241" fmla="*/ 3822916 h 6858000"/>
              <a:gd name="connsiteX242" fmla="*/ 4594837 w 7467600"/>
              <a:gd name="connsiteY242" fmla="*/ 3532274 h 6858000"/>
              <a:gd name="connsiteX243" fmla="*/ 4441737 w 7467600"/>
              <a:gd name="connsiteY243" fmla="*/ 3399734 h 6858000"/>
              <a:gd name="connsiteX244" fmla="*/ 5425834 w 7467600"/>
              <a:gd name="connsiteY244" fmla="*/ 3162785 h 6858000"/>
              <a:gd name="connsiteX245" fmla="*/ 5401644 w 7467600"/>
              <a:gd name="connsiteY245" fmla="*/ 3617847 h 6858000"/>
              <a:gd name="connsiteX246" fmla="*/ 5467256 w 7467600"/>
              <a:gd name="connsiteY246" fmla="*/ 4175494 h 6858000"/>
              <a:gd name="connsiteX247" fmla="*/ 5448069 w 7467600"/>
              <a:gd name="connsiteY247" fmla="*/ 3567554 h 6858000"/>
              <a:gd name="connsiteX248" fmla="*/ 5425834 w 7467600"/>
              <a:gd name="connsiteY248" fmla="*/ 3162785 h 6858000"/>
              <a:gd name="connsiteX249" fmla="*/ 1318687 w 7467600"/>
              <a:gd name="connsiteY249" fmla="*/ 3113840 h 6858000"/>
              <a:gd name="connsiteX250" fmla="*/ 1066793 w 7467600"/>
              <a:gd name="connsiteY250" fmla="*/ 3212171 h 6858000"/>
              <a:gd name="connsiteX251" fmla="*/ 993319 w 7467600"/>
              <a:gd name="connsiteY251" fmla="*/ 3247648 h 6858000"/>
              <a:gd name="connsiteX252" fmla="*/ 853081 w 7467600"/>
              <a:gd name="connsiteY252" fmla="*/ 3312410 h 6858000"/>
              <a:gd name="connsiteX253" fmla="*/ 805957 w 7467600"/>
              <a:gd name="connsiteY253" fmla="*/ 3330443 h 6858000"/>
              <a:gd name="connsiteX254" fmla="*/ 1318687 w 7467600"/>
              <a:gd name="connsiteY254" fmla="*/ 3113840 h 6858000"/>
              <a:gd name="connsiteX255" fmla="*/ 5453702 w 7467600"/>
              <a:gd name="connsiteY255" fmla="*/ 3090882 h 6858000"/>
              <a:gd name="connsiteX256" fmla="*/ 5480135 w 7467600"/>
              <a:gd name="connsiteY256" fmla="*/ 3565802 h 6858000"/>
              <a:gd name="connsiteX257" fmla="*/ 5499023 w 7467600"/>
              <a:gd name="connsiteY257" fmla="*/ 4166310 h 6858000"/>
              <a:gd name="connsiteX258" fmla="*/ 5547022 w 7467600"/>
              <a:gd name="connsiteY258" fmla="*/ 3607838 h 6858000"/>
              <a:gd name="connsiteX259" fmla="*/ 5515964 w 7467600"/>
              <a:gd name="connsiteY259" fmla="*/ 3378541 h 6858000"/>
              <a:gd name="connsiteX260" fmla="*/ 5453702 w 7467600"/>
              <a:gd name="connsiteY260" fmla="*/ 3090882 h 6858000"/>
              <a:gd name="connsiteX261" fmla="*/ 1238695 w 7467600"/>
              <a:gd name="connsiteY261" fmla="*/ 3076820 h 6858000"/>
              <a:gd name="connsiteX262" fmla="*/ 716371 w 7467600"/>
              <a:gd name="connsiteY262" fmla="*/ 3293249 h 6858000"/>
              <a:gd name="connsiteX263" fmla="*/ 579522 w 7467600"/>
              <a:gd name="connsiteY263" fmla="*/ 3371759 h 6858000"/>
              <a:gd name="connsiteX264" fmla="*/ 600288 w 7467600"/>
              <a:gd name="connsiteY264" fmla="*/ 3365555 h 6858000"/>
              <a:gd name="connsiteX265" fmla="*/ 840692 w 7467600"/>
              <a:gd name="connsiteY265" fmla="*/ 3284921 h 6858000"/>
              <a:gd name="connsiteX266" fmla="*/ 979248 w 7467600"/>
              <a:gd name="connsiteY266" fmla="*/ 3221003 h 6858000"/>
              <a:gd name="connsiteX267" fmla="*/ 1053282 w 7467600"/>
              <a:gd name="connsiteY267" fmla="*/ 3185247 h 6858000"/>
              <a:gd name="connsiteX268" fmla="*/ 1320603 w 7467600"/>
              <a:gd name="connsiteY268" fmla="*/ 3081281 h 6858000"/>
              <a:gd name="connsiteX269" fmla="*/ 1238695 w 7467600"/>
              <a:gd name="connsiteY269" fmla="*/ 3076820 h 6858000"/>
              <a:gd name="connsiteX270" fmla="*/ 5425627 w 7467600"/>
              <a:gd name="connsiteY270" fmla="*/ 2954192 h 6858000"/>
              <a:gd name="connsiteX271" fmla="*/ 5470770 w 7467600"/>
              <a:gd name="connsiteY271" fmla="*/ 3005435 h 6858000"/>
              <a:gd name="connsiteX272" fmla="*/ 5519779 w 7467600"/>
              <a:gd name="connsiteY272" fmla="*/ 4359223 h 6858000"/>
              <a:gd name="connsiteX273" fmla="*/ 5520293 w 7467600"/>
              <a:gd name="connsiteY273" fmla="*/ 4360602 h 6858000"/>
              <a:gd name="connsiteX274" fmla="*/ 5767221 w 7467600"/>
              <a:gd name="connsiteY274" fmla="*/ 4665564 h 6858000"/>
              <a:gd name="connsiteX275" fmla="*/ 6937169 w 7467600"/>
              <a:gd name="connsiteY275" fmla="*/ 4815941 h 6858000"/>
              <a:gd name="connsiteX276" fmla="*/ 6953922 w 7467600"/>
              <a:gd name="connsiteY276" fmla="*/ 4890068 h 6858000"/>
              <a:gd name="connsiteX277" fmla="*/ 6071359 w 7467600"/>
              <a:gd name="connsiteY277" fmla="*/ 4770770 h 6858000"/>
              <a:gd name="connsiteX278" fmla="*/ 6038839 w 7467600"/>
              <a:gd name="connsiteY278" fmla="*/ 4764474 h 6858000"/>
              <a:gd name="connsiteX279" fmla="*/ 6038706 w 7467600"/>
              <a:gd name="connsiteY279" fmla="*/ 4763847 h 6858000"/>
              <a:gd name="connsiteX280" fmla="*/ 6037784 w 7467600"/>
              <a:gd name="connsiteY280" fmla="*/ 4764270 h 6858000"/>
              <a:gd name="connsiteX281" fmla="*/ 6038839 w 7467600"/>
              <a:gd name="connsiteY281" fmla="*/ 4764474 h 6858000"/>
              <a:gd name="connsiteX282" fmla="*/ 6040338 w 7467600"/>
              <a:gd name="connsiteY282" fmla="*/ 4771418 h 6858000"/>
              <a:gd name="connsiteX283" fmla="*/ 6024488 w 7467600"/>
              <a:gd name="connsiteY283" fmla="*/ 4809903 h 6858000"/>
              <a:gd name="connsiteX284" fmla="*/ 5599771 w 7467600"/>
              <a:gd name="connsiteY284" fmla="*/ 5509652 h 6858000"/>
              <a:gd name="connsiteX285" fmla="*/ 5548843 w 7467600"/>
              <a:gd name="connsiteY285" fmla="*/ 5563845 h 6858000"/>
              <a:gd name="connsiteX286" fmla="*/ 5940952 w 7467600"/>
              <a:gd name="connsiteY286" fmla="*/ 6250028 h 6858000"/>
              <a:gd name="connsiteX287" fmla="*/ 6043441 w 7467600"/>
              <a:gd name="connsiteY287" fmla="*/ 6665847 h 6858000"/>
              <a:gd name="connsiteX288" fmla="*/ 6093432 w 7467600"/>
              <a:gd name="connsiteY288" fmla="*/ 6858000 h 6858000"/>
              <a:gd name="connsiteX289" fmla="*/ 6034344 w 7467600"/>
              <a:gd name="connsiteY289" fmla="*/ 6858000 h 6858000"/>
              <a:gd name="connsiteX290" fmla="*/ 6026679 w 7467600"/>
              <a:gd name="connsiteY290" fmla="*/ 6836959 h 6858000"/>
              <a:gd name="connsiteX291" fmla="*/ 5800441 w 7467600"/>
              <a:gd name="connsiteY291" fmla="*/ 6335286 h 6858000"/>
              <a:gd name="connsiteX292" fmla="*/ 5526562 w 7467600"/>
              <a:gd name="connsiteY292" fmla="*/ 5705388 h 6858000"/>
              <a:gd name="connsiteX293" fmla="*/ 5519640 w 7467600"/>
              <a:gd name="connsiteY293" fmla="*/ 5683774 h 6858000"/>
              <a:gd name="connsiteX294" fmla="*/ 5844559 w 7467600"/>
              <a:gd name="connsiteY294" fmla="*/ 6553349 h 6858000"/>
              <a:gd name="connsiteX295" fmla="*/ 5975994 w 7467600"/>
              <a:gd name="connsiteY295" fmla="*/ 6858000 h 6858000"/>
              <a:gd name="connsiteX296" fmla="*/ 5898547 w 7467600"/>
              <a:gd name="connsiteY296" fmla="*/ 6858000 h 6858000"/>
              <a:gd name="connsiteX297" fmla="*/ 5682041 w 7467600"/>
              <a:gd name="connsiteY297" fmla="*/ 6355860 h 6858000"/>
              <a:gd name="connsiteX298" fmla="*/ 5461758 w 7467600"/>
              <a:gd name="connsiteY298" fmla="*/ 5820220 h 6858000"/>
              <a:gd name="connsiteX299" fmla="*/ 5237282 w 7467600"/>
              <a:gd name="connsiteY299" fmla="*/ 6579086 h 6858000"/>
              <a:gd name="connsiteX300" fmla="*/ 5115009 w 7467600"/>
              <a:gd name="connsiteY300" fmla="*/ 6858000 h 6858000"/>
              <a:gd name="connsiteX301" fmla="*/ 5028074 w 7467600"/>
              <a:gd name="connsiteY301" fmla="*/ 6858000 h 6858000"/>
              <a:gd name="connsiteX302" fmla="*/ 5079508 w 7467600"/>
              <a:gd name="connsiteY302" fmla="*/ 6749074 h 6858000"/>
              <a:gd name="connsiteX303" fmla="*/ 5371846 w 7467600"/>
              <a:gd name="connsiteY303" fmla="*/ 5924413 h 6858000"/>
              <a:gd name="connsiteX304" fmla="*/ 5270512 w 7467600"/>
              <a:gd name="connsiteY304" fmla="*/ 6138975 h 6858000"/>
              <a:gd name="connsiteX305" fmla="*/ 5062409 w 7467600"/>
              <a:gd name="connsiteY305" fmla="*/ 6653544 h 6858000"/>
              <a:gd name="connsiteX306" fmla="*/ 5036628 w 7467600"/>
              <a:gd name="connsiteY306" fmla="*/ 6754247 h 6858000"/>
              <a:gd name="connsiteX307" fmla="*/ 5009112 w 7467600"/>
              <a:gd name="connsiteY307" fmla="*/ 6858000 h 6858000"/>
              <a:gd name="connsiteX308" fmla="*/ 4976679 w 7467600"/>
              <a:gd name="connsiteY308" fmla="*/ 6858000 h 6858000"/>
              <a:gd name="connsiteX309" fmla="*/ 5006537 w 7467600"/>
              <a:gd name="connsiteY309" fmla="*/ 6747068 h 6858000"/>
              <a:gd name="connsiteX310" fmla="*/ 5032723 w 7467600"/>
              <a:gd name="connsiteY310" fmla="*/ 6644957 h 6858000"/>
              <a:gd name="connsiteX311" fmla="*/ 5242949 w 7467600"/>
              <a:gd name="connsiteY311" fmla="*/ 6125175 h 6858000"/>
              <a:gd name="connsiteX312" fmla="*/ 5286321 w 7467600"/>
              <a:gd name="connsiteY312" fmla="*/ 6033555 h 6858000"/>
              <a:gd name="connsiteX313" fmla="*/ 5008210 w 7467600"/>
              <a:gd name="connsiteY313" fmla="*/ 6649194 h 6858000"/>
              <a:gd name="connsiteX314" fmla="*/ 4986321 w 7467600"/>
              <a:gd name="connsiteY314" fmla="*/ 6765687 h 6858000"/>
              <a:gd name="connsiteX315" fmla="*/ 4973474 w 7467600"/>
              <a:gd name="connsiteY315" fmla="*/ 6858000 h 6858000"/>
              <a:gd name="connsiteX316" fmla="*/ 4907178 w 7467600"/>
              <a:gd name="connsiteY316" fmla="*/ 6858000 h 6858000"/>
              <a:gd name="connsiteX317" fmla="*/ 4910810 w 7467600"/>
              <a:gd name="connsiteY317" fmla="*/ 6829660 h 6858000"/>
              <a:gd name="connsiteX318" fmla="*/ 4987461 w 7467600"/>
              <a:gd name="connsiteY318" fmla="*/ 6432994 h 6858000"/>
              <a:gd name="connsiteX319" fmla="*/ 5179262 w 7467600"/>
              <a:gd name="connsiteY319" fmla="*/ 6035044 h 6858000"/>
              <a:gd name="connsiteX320" fmla="*/ 4689678 w 7467600"/>
              <a:gd name="connsiteY320" fmla="*/ 6440241 h 6858000"/>
              <a:gd name="connsiteX321" fmla="*/ 4477543 w 7467600"/>
              <a:gd name="connsiteY321" fmla="*/ 6674836 h 6858000"/>
              <a:gd name="connsiteX322" fmla="*/ 4329957 w 7467600"/>
              <a:gd name="connsiteY322" fmla="*/ 6858000 h 6858000"/>
              <a:gd name="connsiteX323" fmla="*/ 4218595 w 7467600"/>
              <a:gd name="connsiteY323" fmla="*/ 6858000 h 6858000"/>
              <a:gd name="connsiteX324" fmla="*/ 4368888 w 7467600"/>
              <a:gd name="connsiteY324" fmla="*/ 6668412 h 6858000"/>
              <a:gd name="connsiteX325" fmla="*/ 4563091 w 7467600"/>
              <a:gd name="connsiteY325" fmla="*/ 6442508 h 6858000"/>
              <a:gd name="connsiteX326" fmla="*/ 5387324 w 7467600"/>
              <a:gd name="connsiteY326" fmla="*/ 5705830 h 6858000"/>
              <a:gd name="connsiteX327" fmla="*/ 5073620 w 7467600"/>
              <a:gd name="connsiteY327" fmla="*/ 5955437 h 6858000"/>
              <a:gd name="connsiteX328" fmla="*/ 4689789 w 7467600"/>
              <a:gd name="connsiteY328" fmla="*/ 6268382 h 6858000"/>
              <a:gd name="connsiteX329" fmla="*/ 4418722 w 7467600"/>
              <a:gd name="connsiteY329" fmla="*/ 6570886 h 6858000"/>
              <a:gd name="connsiteX330" fmla="*/ 4214944 w 7467600"/>
              <a:gd name="connsiteY330" fmla="*/ 6858000 h 6858000"/>
              <a:gd name="connsiteX331" fmla="*/ 4177898 w 7467600"/>
              <a:gd name="connsiteY331" fmla="*/ 6858000 h 6858000"/>
              <a:gd name="connsiteX332" fmla="*/ 4391597 w 7467600"/>
              <a:gd name="connsiteY332" fmla="*/ 6556370 h 6858000"/>
              <a:gd name="connsiteX333" fmla="*/ 4668889 w 7467600"/>
              <a:gd name="connsiteY333" fmla="*/ 6246399 h 6858000"/>
              <a:gd name="connsiteX334" fmla="*/ 5055427 w 7467600"/>
              <a:gd name="connsiteY334" fmla="*/ 5931476 h 6858000"/>
              <a:gd name="connsiteX335" fmla="*/ 5371814 w 7467600"/>
              <a:gd name="connsiteY335" fmla="*/ 5678975 h 6858000"/>
              <a:gd name="connsiteX336" fmla="*/ 4987918 w 7467600"/>
              <a:gd name="connsiteY336" fmla="*/ 5838701 h 6858000"/>
              <a:gd name="connsiteX337" fmla="*/ 4317146 w 7467600"/>
              <a:gd name="connsiteY337" fmla="*/ 6587716 h 6858000"/>
              <a:gd name="connsiteX338" fmla="*/ 4171627 w 7467600"/>
              <a:gd name="connsiteY338" fmla="*/ 6858000 h 6858000"/>
              <a:gd name="connsiteX339" fmla="*/ 4081585 w 7467600"/>
              <a:gd name="connsiteY339" fmla="*/ 6858000 h 6858000"/>
              <a:gd name="connsiteX340" fmla="*/ 4238603 w 7467600"/>
              <a:gd name="connsiteY340" fmla="*/ 6559341 h 6858000"/>
              <a:gd name="connsiteX341" fmla="*/ 4778333 w 7467600"/>
              <a:gd name="connsiteY341" fmla="*/ 5873626 h 6858000"/>
              <a:gd name="connsiteX342" fmla="*/ 5414185 w 7467600"/>
              <a:gd name="connsiteY342" fmla="*/ 5573882 h 6858000"/>
              <a:gd name="connsiteX343" fmla="*/ 5959648 w 7467600"/>
              <a:gd name="connsiteY343" fmla="*/ 4760797 h 6858000"/>
              <a:gd name="connsiteX344" fmla="*/ 5355019 w 7467600"/>
              <a:gd name="connsiteY344" fmla="*/ 4734672 h 6858000"/>
              <a:gd name="connsiteX345" fmla="*/ 5083565 w 7467600"/>
              <a:gd name="connsiteY345" fmla="*/ 5179121 h 6858000"/>
              <a:gd name="connsiteX346" fmla="*/ 4713577 w 7467600"/>
              <a:gd name="connsiteY346" fmla="*/ 5616803 h 6858000"/>
              <a:gd name="connsiteX347" fmla="*/ 3989559 w 7467600"/>
              <a:gd name="connsiteY347" fmla="*/ 6145945 h 6858000"/>
              <a:gd name="connsiteX348" fmla="*/ 3939824 w 7467600"/>
              <a:gd name="connsiteY348" fmla="*/ 6066900 h 6858000"/>
              <a:gd name="connsiteX349" fmla="*/ 4584537 w 7467600"/>
              <a:gd name="connsiteY349" fmla="*/ 5324826 h 6858000"/>
              <a:gd name="connsiteX350" fmla="*/ 5037105 w 7467600"/>
              <a:gd name="connsiteY350" fmla="*/ 5088765 h 6858000"/>
              <a:gd name="connsiteX351" fmla="*/ 5039930 w 7467600"/>
              <a:gd name="connsiteY351" fmla="*/ 5089585 h 6858000"/>
              <a:gd name="connsiteX352" fmla="*/ 5263764 w 7467600"/>
              <a:gd name="connsiteY352" fmla="*/ 4735525 h 6858000"/>
              <a:gd name="connsiteX353" fmla="*/ 4086300 w 7467600"/>
              <a:gd name="connsiteY353" fmla="*/ 4884599 h 6858000"/>
              <a:gd name="connsiteX354" fmla="*/ 4085485 w 7467600"/>
              <a:gd name="connsiteY354" fmla="*/ 4899070 h 6858000"/>
              <a:gd name="connsiteX355" fmla="*/ 3871915 w 7467600"/>
              <a:gd name="connsiteY355" fmla="*/ 5253645 h 6858000"/>
              <a:gd name="connsiteX356" fmla="*/ 3799374 w 7467600"/>
              <a:gd name="connsiteY356" fmla="*/ 5466127 h 6858000"/>
              <a:gd name="connsiteX357" fmla="*/ 3498850 w 7467600"/>
              <a:gd name="connsiteY357" fmla="*/ 6661888 h 6858000"/>
              <a:gd name="connsiteX358" fmla="*/ 3399216 w 7467600"/>
              <a:gd name="connsiteY358" fmla="*/ 6858000 h 6858000"/>
              <a:gd name="connsiteX359" fmla="*/ 3303688 w 7467600"/>
              <a:gd name="connsiteY359" fmla="*/ 6858000 h 6858000"/>
              <a:gd name="connsiteX360" fmla="*/ 3391774 w 7467600"/>
              <a:gd name="connsiteY360" fmla="*/ 6697181 h 6858000"/>
              <a:gd name="connsiteX361" fmla="*/ 3735540 w 7467600"/>
              <a:gd name="connsiteY361" fmla="*/ 5546923 h 6858000"/>
              <a:gd name="connsiteX362" fmla="*/ 3729438 w 7467600"/>
              <a:gd name="connsiteY362" fmla="*/ 5569058 h 6858000"/>
              <a:gd name="connsiteX363" fmla="*/ 3707782 w 7467600"/>
              <a:gd name="connsiteY363" fmla="*/ 5644908 h 6858000"/>
              <a:gd name="connsiteX364" fmla="*/ 3583827 w 7467600"/>
              <a:gd name="connsiteY364" fmla="*/ 6039215 h 6858000"/>
              <a:gd name="connsiteX365" fmla="*/ 3547861 w 7467600"/>
              <a:gd name="connsiteY365" fmla="*/ 6129609 h 6858000"/>
              <a:gd name="connsiteX366" fmla="*/ 3490905 w 7467600"/>
              <a:gd name="connsiteY366" fmla="*/ 6277660 h 6858000"/>
              <a:gd name="connsiteX367" fmla="*/ 3455859 w 7467600"/>
              <a:gd name="connsiteY367" fmla="*/ 6391301 h 6858000"/>
              <a:gd name="connsiteX368" fmla="*/ 3429112 w 7467600"/>
              <a:gd name="connsiteY368" fmla="*/ 6479469 h 6858000"/>
              <a:gd name="connsiteX369" fmla="*/ 3304862 w 7467600"/>
              <a:gd name="connsiteY369" fmla="*/ 6796476 h 6858000"/>
              <a:gd name="connsiteX370" fmla="*/ 3276071 w 7467600"/>
              <a:gd name="connsiteY370" fmla="*/ 6858000 h 6858000"/>
              <a:gd name="connsiteX371" fmla="*/ 3240805 w 7467600"/>
              <a:gd name="connsiteY371" fmla="*/ 6858000 h 6858000"/>
              <a:gd name="connsiteX372" fmla="*/ 3275917 w 7467600"/>
              <a:gd name="connsiteY372" fmla="*/ 6783192 h 6858000"/>
              <a:gd name="connsiteX373" fmla="*/ 3399358 w 7467600"/>
              <a:gd name="connsiteY373" fmla="*/ 6469011 h 6858000"/>
              <a:gd name="connsiteX374" fmla="*/ 3425650 w 7467600"/>
              <a:gd name="connsiteY374" fmla="*/ 6381333 h 6858000"/>
              <a:gd name="connsiteX375" fmla="*/ 3460661 w 7467600"/>
              <a:gd name="connsiteY375" fmla="*/ 6266763 h 6858000"/>
              <a:gd name="connsiteX376" fmla="*/ 3518021 w 7467600"/>
              <a:gd name="connsiteY376" fmla="*/ 6117298 h 6858000"/>
              <a:gd name="connsiteX377" fmla="*/ 3554035 w 7467600"/>
              <a:gd name="connsiteY377" fmla="*/ 6027832 h 6858000"/>
              <a:gd name="connsiteX378" fmla="*/ 3677174 w 7467600"/>
              <a:gd name="connsiteY378" fmla="*/ 5636351 h 6858000"/>
              <a:gd name="connsiteX379" fmla="*/ 3698819 w 7467600"/>
              <a:gd name="connsiteY379" fmla="*/ 5560503 h 6858000"/>
              <a:gd name="connsiteX380" fmla="*/ 3702094 w 7467600"/>
              <a:gd name="connsiteY380" fmla="*/ 5549194 h 6858000"/>
              <a:gd name="connsiteX381" fmla="*/ 3398355 w 7467600"/>
              <a:gd name="connsiteY381" fmla="*/ 6094603 h 6858000"/>
              <a:gd name="connsiteX382" fmla="*/ 3193941 w 7467600"/>
              <a:gd name="connsiteY382" fmla="*/ 6798775 h 6858000"/>
              <a:gd name="connsiteX383" fmla="*/ 3184140 w 7467600"/>
              <a:gd name="connsiteY383" fmla="*/ 6858000 h 6858000"/>
              <a:gd name="connsiteX384" fmla="*/ 3099978 w 7467600"/>
              <a:gd name="connsiteY384" fmla="*/ 6858000 h 6858000"/>
              <a:gd name="connsiteX385" fmla="*/ 3101556 w 7467600"/>
              <a:gd name="connsiteY385" fmla="*/ 6843337 h 6858000"/>
              <a:gd name="connsiteX386" fmla="*/ 3370162 w 7467600"/>
              <a:gd name="connsiteY386" fmla="*/ 5785550 h 6858000"/>
              <a:gd name="connsiteX387" fmla="*/ 3746477 w 7467600"/>
              <a:gd name="connsiteY387" fmla="*/ 5377889 h 6858000"/>
              <a:gd name="connsiteX388" fmla="*/ 3863399 w 7467600"/>
              <a:gd name="connsiteY388" fmla="*/ 5087257 h 6858000"/>
              <a:gd name="connsiteX389" fmla="*/ 3968712 w 7467600"/>
              <a:gd name="connsiteY389" fmla="*/ 4913989 h 6858000"/>
              <a:gd name="connsiteX390" fmla="*/ 2792390 w 7467600"/>
              <a:gd name="connsiteY390" fmla="*/ 5382974 h 6858000"/>
              <a:gd name="connsiteX391" fmla="*/ 2714982 w 7467600"/>
              <a:gd name="connsiteY391" fmla="*/ 5427051 h 6858000"/>
              <a:gd name="connsiteX392" fmla="*/ 2813361 w 7467600"/>
              <a:gd name="connsiteY392" fmla="*/ 6023912 h 6858000"/>
              <a:gd name="connsiteX393" fmla="*/ 2688430 w 7467600"/>
              <a:gd name="connsiteY393" fmla="*/ 6801564 h 6858000"/>
              <a:gd name="connsiteX394" fmla="*/ 2629626 w 7467600"/>
              <a:gd name="connsiteY394" fmla="*/ 6763394 h 6858000"/>
              <a:gd name="connsiteX395" fmla="*/ 2565328 w 7467600"/>
              <a:gd name="connsiteY395" fmla="*/ 5516399 h 6858000"/>
              <a:gd name="connsiteX396" fmla="*/ 1922999 w 7467600"/>
              <a:gd name="connsiteY396" fmla="*/ 5980343 h 6858000"/>
              <a:gd name="connsiteX397" fmla="*/ 1950261 w 7467600"/>
              <a:gd name="connsiteY397" fmla="*/ 6405858 h 6858000"/>
              <a:gd name="connsiteX398" fmla="*/ 2365554 w 7467600"/>
              <a:gd name="connsiteY398" fmla="*/ 6759107 h 6858000"/>
              <a:gd name="connsiteX399" fmla="*/ 2424142 w 7467600"/>
              <a:gd name="connsiteY399" fmla="*/ 6858000 h 6858000"/>
              <a:gd name="connsiteX400" fmla="*/ 2395994 w 7467600"/>
              <a:gd name="connsiteY400" fmla="*/ 6858000 h 6858000"/>
              <a:gd name="connsiteX401" fmla="*/ 2392863 w 7467600"/>
              <a:gd name="connsiteY401" fmla="*/ 6852964 h 6858000"/>
              <a:gd name="connsiteX402" fmla="*/ 2017589 w 7467600"/>
              <a:gd name="connsiteY402" fmla="*/ 6493982 h 6858000"/>
              <a:gd name="connsiteX403" fmla="*/ 2147336 w 7467600"/>
              <a:gd name="connsiteY403" fmla="*/ 6594052 h 6858000"/>
              <a:gd name="connsiteX404" fmla="*/ 2207047 w 7467600"/>
              <a:gd name="connsiteY404" fmla="*/ 6654540 h 6858000"/>
              <a:gd name="connsiteX405" fmla="*/ 2299106 w 7467600"/>
              <a:gd name="connsiteY405" fmla="*/ 6778931 h 6858000"/>
              <a:gd name="connsiteX406" fmla="*/ 2314430 w 7467600"/>
              <a:gd name="connsiteY406" fmla="*/ 6801144 h 6858000"/>
              <a:gd name="connsiteX407" fmla="*/ 2352406 w 7467600"/>
              <a:gd name="connsiteY407" fmla="*/ 6858000 h 6858000"/>
              <a:gd name="connsiteX408" fmla="*/ 2314492 w 7467600"/>
              <a:gd name="connsiteY408" fmla="*/ 6858000 h 6858000"/>
              <a:gd name="connsiteX409" fmla="*/ 2288095 w 7467600"/>
              <a:gd name="connsiteY409" fmla="*/ 6818030 h 6858000"/>
              <a:gd name="connsiteX410" fmla="*/ 2272768 w 7467600"/>
              <a:gd name="connsiteY410" fmla="*/ 6795822 h 6858000"/>
              <a:gd name="connsiteX411" fmla="*/ 2182715 w 7467600"/>
              <a:gd name="connsiteY411" fmla="*/ 6675071 h 6858000"/>
              <a:gd name="connsiteX412" fmla="*/ 2032061 w 7467600"/>
              <a:gd name="connsiteY412" fmla="*/ 6541380 h 6858000"/>
              <a:gd name="connsiteX413" fmla="*/ 2257220 w 7467600"/>
              <a:gd name="connsiteY413" fmla="*/ 6826257 h 6858000"/>
              <a:gd name="connsiteX414" fmla="*/ 2281324 w 7467600"/>
              <a:gd name="connsiteY414" fmla="*/ 6858000 h 6858000"/>
              <a:gd name="connsiteX415" fmla="*/ 2242860 w 7467600"/>
              <a:gd name="connsiteY415" fmla="*/ 6858000 h 6858000"/>
              <a:gd name="connsiteX416" fmla="*/ 2232818 w 7467600"/>
              <a:gd name="connsiteY416" fmla="*/ 6844926 h 6858000"/>
              <a:gd name="connsiteX417" fmla="*/ 1990172 w 7467600"/>
              <a:gd name="connsiteY417" fmla="*/ 6542121 h 6858000"/>
              <a:gd name="connsiteX418" fmla="*/ 2124090 w 7467600"/>
              <a:gd name="connsiteY418" fmla="*/ 6761017 h 6858000"/>
              <a:gd name="connsiteX419" fmla="*/ 2200380 w 7467600"/>
              <a:gd name="connsiteY419" fmla="*/ 6858000 h 6858000"/>
              <a:gd name="connsiteX420" fmla="*/ 2147507 w 7467600"/>
              <a:gd name="connsiteY420" fmla="*/ 6858000 h 6858000"/>
              <a:gd name="connsiteX421" fmla="*/ 2070668 w 7467600"/>
              <a:gd name="connsiteY421" fmla="*/ 6761520 h 6858000"/>
              <a:gd name="connsiteX422" fmla="*/ 1975142 w 7467600"/>
              <a:gd name="connsiteY422" fmla="*/ 6585570 h 6858000"/>
              <a:gd name="connsiteX423" fmla="*/ 2050035 w 7467600"/>
              <a:gd name="connsiteY423" fmla="*/ 6813345 h 6858000"/>
              <a:gd name="connsiteX424" fmla="*/ 2063025 w 7467600"/>
              <a:gd name="connsiteY424" fmla="*/ 6858000 h 6858000"/>
              <a:gd name="connsiteX425" fmla="*/ 2021675 w 7467600"/>
              <a:gd name="connsiteY425" fmla="*/ 6858000 h 6858000"/>
              <a:gd name="connsiteX426" fmla="*/ 2019308 w 7467600"/>
              <a:gd name="connsiteY426" fmla="*/ 6847118 h 6858000"/>
              <a:gd name="connsiteX427" fmla="*/ 1938835 w 7467600"/>
              <a:gd name="connsiteY427" fmla="*/ 6551160 h 6858000"/>
              <a:gd name="connsiteX428" fmla="*/ 1953230 w 7467600"/>
              <a:gd name="connsiteY428" fmla="*/ 6759699 h 6858000"/>
              <a:gd name="connsiteX429" fmla="*/ 1956763 w 7467600"/>
              <a:gd name="connsiteY429" fmla="*/ 6778191 h 6858000"/>
              <a:gd name="connsiteX430" fmla="*/ 1967925 w 7467600"/>
              <a:gd name="connsiteY430" fmla="*/ 6858000 h 6858000"/>
              <a:gd name="connsiteX431" fmla="*/ 1936622 w 7467600"/>
              <a:gd name="connsiteY431" fmla="*/ 6858000 h 6858000"/>
              <a:gd name="connsiteX432" fmla="*/ 1926261 w 7467600"/>
              <a:gd name="connsiteY432" fmla="*/ 6784064 h 6858000"/>
              <a:gd name="connsiteX433" fmla="*/ 1922724 w 7467600"/>
              <a:gd name="connsiteY433" fmla="*/ 6765577 h 6858000"/>
              <a:gd name="connsiteX434" fmla="*/ 1904650 w 7467600"/>
              <a:gd name="connsiteY434" fmla="*/ 6639616 h 6858000"/>
              <a:gd name="connsiteX435" fmla="*/ 1885273 w 7467600"/>
              <a:gd name="connsiteY435" fmla="*/ 6858000 h 6858000"/>
              <a:gd name="connsiteX436" fmla="*/ 1854363 w 7467600"/>
              <a:gd name="connsiteY436" fmla="*/ 6858000 h 6858000"/>
              <a:gd name="connsiteX437" fmla="*/ 1880391 w 7467600"/>
              <a:gd name="connsiteY437" fmla="*/ 6603796 h 6858000"/>
              <a:gd name="connsiteX438" fmla="*/ 1818273 w 7467600"/>
              <a:gd name="connsiteY438" fmla="*/ 6715729 h 6858000"/>
              <a:gd name="connsiteX439" fmla="*/ 1794691 w 7467600"/>
              <a:gd name="connsiteY439" fmla="*/ 6843239 h 6858000"/>
              <a:gd name="connsiteX440" fmla="*/ 1794914 w 7467600"/>
              <a:gd name="connsiteY440" fmla="*/ 6858000 h 6858000"/>
              <a:gd name="connsiteX441" fmla="*/ 1746128 w 7467600"/>
              <a:gd name="connsiteY441" fmla="*/ 6858000 h 6858000"/>
              <a:gd name="connsiteX442" fmla="*/ 1753934 w 7467600"/>
              <a:gd name="connsiteY442" fmla="*/ 6724796 h 6858000"/>
              <a:gd name="connsiteX443" fmla="*/ 1792053 w 7467600"/>
              <a:gd name="connsiteY443" fmla="*/ 6572396 h 6858000"/>
              <a:gd name="connsiteX444" fmla="*/ 1862248 w 7467600"/>
              <a:gd name="connsiteY444" fmla="*/ 6266397 h 6858000"/>
              <a:gd name="connsiteX445" fmla="*/ 1862250 w 7467600"/>
              <a:gd name="connsiteY445" fmla="*/ 6033531 h 6858000"/>
              <a:gd name="connsiteX446" fmla="*/ 1211999 w 7467600"/>
              <a:gd name="connsiteY446" fmla="*/ 6683610 h 6858000"/>
              <a:gd name="connsiteX447" fmla="*/ 1213266 w 7467600"/>
              <a:gd name="connsiteY447" fmla="*/ 6691947 h 6858000"/>
              <a:gd name="connsiteX448" fmla="*/ 1203370 w 7467600"/>
              <a:gd name="connsiteY448" fmla="*/ 6850676 h 6858000"/>
              <a:gd name="connsiteX449" fmla="*/ 1203671 w 7467600"/>
              <a:gd name="connsiteY449" fmla="*/ 6858000 h 6858000"/>
              <a:gd name="connsiteX450" fmla="*/ 1143180 w 7467600"/>
              <a:gd name="connsiteY450" fmla="*/ 6858000 h 6858000"/>
              <a:gd name="connsiteX451" fmla="*/ 1142176 w 7467600"/>
              <a:gd name="connsiteY451" fmla="*/ 6766045 h 6858000"/>
              <a:gd name="connsiteX452" fmla="*/ 1067484 w 7467600"/>
              <a:gd name="connsiteY452" fmla="*/ 6858000 h 6858000"/>
              <a:gd name="connsiteX453" fmla="*/ 953928 w 7467600"/>
              <a:gd name="connsiteY453" fmla="*/ 6858000 h 6858000"/>
              <a:gd name="connsiteX454" fmla="*/ 959715 w 7467600"/>
              <a:gd name="connsiteY454" fmla="*/ 6850185 h 6858000"/>
              <a:gd name="connsiteX455" fmla="*/ 1483788 w 7467600"/>
              <a:gd name="connsiteY455" fmla="*/ 6259174 h 6858000"/>
              <a:gd name="connsiteX456" fmla="*/ 1100671 w 7467600"/>
              <a:gd name="connsiteY456" fmla="*/ 6252137 h 6858000"/>
              <a:gd name="connsiteX457" fmla="*/ 1090144 w 7467600"/>
              <a:gd name="connsiteY457" fmla="*/ 6256748 h 6858000"/>
              <a:gd name="connsiteX458" fmla="*/ 1095872 w 7467600"/>
              <a:gd name="connsiteY458" fmla="*/ 6271892 h 6858000"/>
              <a:gd name="connsiteX459" fmla="*/ 262785 w 7467600"/>
              <a:gd name="connsiteY459" fmla="*/ 6845450 h 6858000"/>
              <a:gd name="connsiteX460" fmla="*/ 209968 w 7467600"/>
              <a:gd name="connsiteY460" fmla="*/ 6770713 h 6858000"/>
              <a:gd name="connsiteX461" fmla="*/ 873460 w 7467600"/>
              <a:gd name="connsiteY461" fmla="*/ 6253768 h 6858000"/>
              <a:gd name="connsiteX462" fmla="*/ 192686 w 7467600"/>
              <a:gd name="connsiteY462" fmla="*/ 5849257 h 6858000"/>
              <a:gd name="connsiteX463" fmla="*/ 4696 w 7467600"/>
              <a:gd name="connsiteY463" fmla="*/ 5697668 h 6858000"/>
              <a:gd name="connsiteX464" fmla="*/ 0 w 7467600"/>
              <a:gd name="connsiteY464" fmla="*/ 5689984 h 6858000"/>
              <a:gd name="connsiteX465" fmla="*/ 0 w 7467600"/>
              <a:gd name="connsiteY465" fmla="*/ 5513472 h 6858000"/>
              <a:gd name="connsiteX466" fmla="*/ 174101 w 7467600"/>
              <a:gd name="connsiteY466" fmla="*/ 5620277 h 6858000"/>
              <a:gd name="connsiteX467" fmla="*/ 891800 w 7467600"/>
              <a:gd name="connsiteY467" fmla="*/ 6036935 h 6858000"/>
              <a:gd name="connsiteX468" fmla="*/ 1072219 w 7467600"/>
              <a:gd name="connsiteY468" fmla="*/ 6169443 h 6858000"/>
              <a:gd name="connsiteX469" fmla="*/ 1074117 w 7467600"/>
              <a:gd name="connsiteY469" fmla="*/ 6170301 h 6858000"/>
              <a:gd name="connsiteX470" fmla="*/ 1083114 w 7467600"/>
              <a:gd name="connsiteY470" fmla="*/ 6174131 h 6858000"/>
              <a:gd name="connsiteX471" fmla="*/ 1543010 w 7467600"/>
              <a:gd name="connsiteY471" fmla="*/ 6191140 h 6858000"/>
              <a:gd name="connsiteX472" fmla="*/ 1551080 w 7467600"/>
              <a:gd name="connsiteY472" fmla="*/ 6195006 h 6858000"/>
              <a:gd name="connsiteX473" fmla="*/ 2345443 w 7467600"/>
              <a:gd name="connsiteY473" fmla="*/ 5549882 h 6858000"/>
              <a:gd name="connsiteX474" fmla="*/ 1721499 w 7467600"/>
              <a:gd name="connsiteY474" fmla="*/ 5599969 h 6858000"/>
              <a:gd name="connsiteX475" fmla="*/ 767716 w 7467600"/>
              <a:gd name="connsiteY475" fmla="*/ 5472768 h 6858000"/>
              <a:gd name="connsiteX476" fmla="*/ 722147 w 7467600"/>
              <a:gd name="connsiteY476" fmla="*/ 5393091 h 6858000"/>
              <a:gd name="connsiteX477" fmla="*/ 1485552 w 7467600"/>
              <a:gd name="connsiteY477" fmla="*/ 5313202 h 6858000"/>
              <a:gd name="connsiteX478" fmla="*/ 2143004 w 7467600"/>
              <a:gd name="connsiteY478" fmla="*/ 5402420 h 6858000"/>
              <a:gd name="connsiteX479" fmla="*/ 1933391 w 7467600"/>
              <a:gd name="connsiteY479" fmla="*/ 5156971 h 6858000"/>
              <a:gd name="connsiteX480" fmla="*/ 1827118 w 7467600"/>
              <a:gd name="connsiteY480" fmla="*/ 4968410 h 6858000"/>
              <a:gd name="connsiteX481" fmla="*/ 1837349 w 7467600"/>
              <a:gd name="connsiteY481" fmla="*/ 4956357 h 6858000"/>
              <a:gd name="connsiteX482" fmla="*/ 2162835 w 7467600"/>
              <a:gd name="connsiteY482" fmla="*/ 5187853 h 6858000"/>
              <a:gd name="connsiteX483" fmla="*/ 2257167 w 7467600"/>
              <a:gd name="connsiteY483" fmla="*/ 5462123 h 6858000"/>
              <a:gd name="connsiteX484" fmla="*/ 2261598 w 7467600"/>
              <a:gd name="connsiteY484" fmla="*/ 5467998 h 6858000"/>
              <a:gd name="connsiteX485" fmla="*/ 2437177 w 7467600"/>
              <a:gd name="connsiteY485" fmla="*/ 5479608 h 6858000"/>
              <a:gd name="connsiteX486" fmla="*/ 2445247 w 7467600"/>
              <a:gd name="connsiteY486" fmla="*/ 5483476 h 6858000"/>
              <a:gd name="connsiteX487" fmla="*/ 2743626 w 7467600"/>
              <a:gd name="connsiteY487" fmla="*/ 5304819 h 6858000"/>
              <a:gd name="connsiteX488" fmla="*/ 3048102 w 7467600"/>
              <a:gd name="connsiteY488" fmla="*/ 5150595 h 6858000"/>
              <a:gd name="connsiteX489" fmla="*/ 1799414 w 7467600"/>
              <a:gd name="connsiteY489" fmla="*/ 4694732 h 6858000"/>
              <a:gd name="connsiteX490" fmla="*/ 1771735 w 7467600"/>
              <a:gd name="connsiteY490" fmla="*/ 4619929 h 6858000"/>
              <a:gd name="connsiteX491" fmla="*/ 3104273 w 7467600"/>
              <a:gd name="connsiteY491" fmla="*/ 5076159 h 6858000"/>
              <a:gd name="connsiteX492" fmla="*/ 3113245 w 7467600"/>
              <a:gd name="connsiteY492" fmla="*/ 5090705 h 6858000"/>
              <a:gd name="connsiteX493" fmla="*/ 3126294 w 7467600"/>
              <a:gd name="connsiteY493" fmla="*/ 5114400 h 6858000"/>
              <a:gd name="connsiteX494" fmla="*/ 3937433 w 7467600"/>
              <a:gd name="connsiteY494" fmla="*/ 4830473 h 6858000"/>
              <a:gd name="connsiteX495" fmla="*/ 3590475 w 7467600"/>
              <a:gd name="connsiteY495" fmla="*/ 4597974 h 6858000"/>
              <a:gd name="connsiteX496" fmla="*/ 3100264 w 7467600"/>
              <a:gd name="connsiteY496" fmla="*/ 4579845 h 6858000"/>
              <a:gd name="connsiteX497" fmla="*/ 2183576 w 7467600"/>
              <a:gd name="connsiteY497" fmla="*/ 4227150 h 6858000"/>
              <a:gd name="connsiteX498" fmla="*/ 2151029 w 7467600"/>
              <a:gd name="connsiteY498" fmla="*/ 4146947 h 6858000"/>
              <a:gd name="connsiteX499" fmla="*/ 3563434 w 7467600"/>
              <a:gd name="connsiteY499" fmla="*/ 4469115 h 6858000"/>
              <a:gd name="connsiteX500" fmla="*/ 3177952 w 7467600"/>
              <a:gd name="connsiteY500" fmla="*/ 3657386 h 6858000"/>
              <a:gd name="connsiteX501" fmla="*/ 3189263 w 7467600"/>
              <a:gd name="connsiteY501" fmla="*/ 3625726 h 6858000"/>
              <a:gd name="connsiteX502" fmla="*/ 3560912 w 7467600"/>
              <a:gd name="connsiteY502" fmla="*/ 4079863 h 6858000"/>
              <a:gd name="connsiteX503" fmla="*/ 3626636 w 7467600"/>
              <a:gd name="connsiteY503" fmla="*/ 4512230 h 6858000"/>
              <a:gd name="connsiteX504" fmla="*/ 3653088 w 7467600"/>
              <a:gd name="connsiteY504" fmla="*/ 4521417 h 6858000"/>
              <a:gd name="connsiteX505" fmla="*/ 3988128 w 7467600"/>
              <a:gd name="connsiteY505" fmla="*/ 4817267 h 6858000"/>
              <a:gd name="connsiteX506" fmla="*/ 4830582 w 7467600"/>
              <a:gd name="connsiteY506" fmla="*/ 4676000 h 6858000"/>
              <a:gd name="connsiteX507" fmla="*/ 4830100 w 7467600"/>
              <a:gd name="connsiteY507" fmla="*/ 4675554 h 6858000"/>
              <a:gd name="connsiteX508" fmla="*/ 4036318 w 7467600"/>
              <a:gd name="connsiteY508" fmla="*/ 4147013 h 6858000"/>
              <a:gd name="connsiteX509" fmla="*/ 3432098 w 7467600"/>
              <a:gd name="connsiteY509" fmla="*/ 3537312 h 6858000"/>
              <a:gd name="connsiteX510" fmla="*/ 3446761 w 7467600"/>
              <a:gd name="connsiteY510" fmla="*/ 3461278 h 6858000"/>
              <a:gd name="connsiteX511" fmla="*/ 4419733 w 7467600"/>
              <a:gd name="connsiteY511" fmla="*/ 3963555 h 6858000"/>
              <a:gd name="connsiteX512" fmla="*/ 4781371 w 7467600"/>
              <a:gd name="connsiteY512" fmla="*/ 4458604 h 6858000"/>
              <a:gd name="connsiteX513" fmla="*/ 4780440 w 7467600"/>
              <a:gd name="connsiteY513" fmla="*/ 4470290 h 6858000"/>
              <a:gd name="connsiteX514" fmla="*/ 4898954 w 7467600"/>
              <a:gd name="connsiteY514" fmla="*/ 4662092 h 6858000"/>
              <a:gd name="connsiteX515" fmla="*/ 4900699 w 7467600"/>
              <a:gd name="connsiteY515" fmla="*/ 4670867 h 6858000"/>
              <a:gd name="connsiteX516" fmla="*/ 5714511 w 7467600"/>
              <a:gd name="connsiteY516" fmla="*/ 4663483 h 6858000"/>
              <a:gd name="connsiteX517" fmla="*/ 5464793 w 7467600"/>
              <a:gd name="connsiteY517" fmla="*/ 4393556 h 6858000"/>
              <a:gd name="connsiteX518" fmla="*/ 5461897 w 7467600"/>
              <a:gd name="connsiteY518" fmla="*/ 4390879 h 6858000"/>
              <a:gd name="connsiteX519" fmla="*/ 4294126 w 7467600"/>
              <a:gd name="connsiteY519" fmla="*/ 3303048 h 6858000"/>
              <a:gd name="connsiteX520" fmla="*/ 4305321 w 7467600"/>
              <a:gd name="connsiteY520" fmla="*/ 3256953 h 6858000"/>
              <a:gd name="connsiteX521" fmla="*/ 4949299 w 7467600"/>
              <a:gd name="connsiteY521" fmla="*/ 3766336 h 6858000"/>
              <a:gd name="connsiteX522" fmla="*/ 5291452 w 7467600"/>
              <a:gd name="connsiteY522" fmla="*/ 4076801 h 6858000"/>
              <a:gd name="connsiteX523" fmla="*/ 5434998 w 7467600"/>
              <a:gd name="connsiteY523" fmla="*/ 4254100 h 6858000"/>
              <a:gd name="connsiteX524" fmla="*/ 5351015 w 7467600"/>
              <a:gd name="connsiteY524" fmla="*/ 3760989 h 6858000"/>
              <a:gd name="connsiteX525" fmla="*/ 5413780 w 7467600"/>
              <a:gd name="connsiteY525" fmla="*/ 2966265 h 6858000"/>
              <a:gd name="connsiteX526" fmla="*/ 5425627 w 7467600"/>
              <a:gd name="connsiteY526" fmla="*/ 2954192 h 6858000"/>
              <a:gd name="connsiteX527" fmla="*/ 6604735 w 7467600"/>
              <a:gd name="connsiteY527" fmla="*/ 2041381 h 6858000"/>
              <a:gd name="connsiteX528" fmla="*/ 7204487 w 7467600"/>
              <a:gd name="connsiteY528" fmla="*/ 2742112 h 6858000"/>
              <a:gd name="connsiteX529" fmla="*/ 7131592 w 7467600"/>
              <a:gd name="connsiteY529" fmla="*/ 2672096 h 6858000"/>
              <a:gd name="connsiteX530" fmla="*/ 6996344 w 7467600"/>
              <a:gd name="connsiteY530" fmla="*/ 2518310 h 6858000"/>
              <a:gd name="connsiteX531" fmla="*/ 6735495 w 7467600"/>
              <a:gd name="connsiteY531" fmla="*/ 2196890 h 6858000"/>
              <a:gd name="connsiteX532" fmla="*/ 6721901 w 7467600"/>
              <a:gd name="connsiteY532" fmla="*/ 2179274 h 6858000"/>
              <a:gd name="connsiteX533" fmla="*/ 6604735 w 7467600"/>
              <a:gd name="connsiteY533" fmla="*/ 2041381 h 6858000"/>
              <a:gd name="connsiteX534" fmla="*/ 6591670 w 7467600"/>
              <a:gd name="connsiteY534" fmla="*/ 1988277 h 6858000"/>
              <a:gd name="connsiteX535" fmla="*/ 6747349 w 7467600"/>
              <a:gd name="connsiteY535" fmla="*/ 2160069 h 6858000"/>
              <a:gd name="connsiteX536" fmla="*/ 6760943 w 7467600"/>
              <a:gd name="connsiteY536" fmla="*/ 2177686 h 6858000"/>
              <a:gd name="connsiteX537" fmla="*/ 7021065 w 7467600"/>
              <a:gd name="connsiteY537" fmla="*/ 2498102 h 6858000"/>
              <a:gd name="connsiteX538" fmla="*/ 7155223 w 7467600"/>
              <a:gd name="connsiteY538" fmla="*/ 2650386 h 6858000"/>
              <a:gd name="connsiteX539" fmla="*/ 7203167 w 7467600"/>
              <a:gd name="connsiteY539" fmla="*/ 2697288 h 6858000"/>
              <a:gd name="connsiteX540" fmla="*/ 6937703 w 7467600"/>
              <a:gd name="connsiteY540" fmla="*/ 2321981 h 6858000"/>
              <a:gd name="connsiteX541" fmla="*/ 6591670 w 7467600"/>
              <a:gd name="connsiteY541" fmla="*/ 1988277 h 6858000"/>
              <a:gd name="connsiteX542" fmla="*/ 5798671 w 7467600"/>
              <a:gd name="connsiteY542" fmla="*/ 1981601 h 6858000"/>
              <a:gd name="connsiteX543" fmla="*/ 5754709 w 7467600"/>
              <a:gd name="connsiteY543" fmla="*/ 2071454 h 6858000"/>
              <a:gd name="connsiteX544" fmla="*/ 5763044 w 7467600"/>
              <a:gd name="connsiteY544" fmla="*/ 2842206 h 6858000"/>
              <a:gd name="connsiteX545" fmla="*/ 5764974 w 7467600"/>
              <a:gd name="connsiteY545" fmla="*/ 2799609 h 6858000"/>
              <a:gd name="connsiteX546" fmla="*/ 5767665 w 7467600"/>
              <a:gd name="connsiteY546" fmla="*/ 2666409 h 6858000"/>
              <a:gd name="connsiteX547" fmla="*/ 5763055 w 7467600"/>
              <a:gd name="connsiteY547" fmla="*/ 2579705 h 6858000"/>
              <a:gd name="connsiteX548" fmla="*/ 5758079 w 7467600"/>
              <a:gd name="connsiteY548" fmla="*/ 2492508 h 6858000"/>
              <a:gd name="connsiteX549" fmla="*/ 5779325 w 7467600"/>
              <a:gd name="connsiteY549" fmla="*/ 2197069 h 6858000"/>
              <a:gd name="connsiteX550" fmla="*/ 5798671 w 7467600"/>
              <a:gd name="connsiteY550" fmla="*/ 1981601 h 6858000"/>
              <a:gd name="connsiteX551" fmla="*/ 5829202 w 7467600"/>
              <a:gd name="connsiteY551" fmla="*/ 1971679 h 6858000"/>
              <a:gd name="connsiteX552" fmla="*/ 5809558 w 7467600"/>
              <a:gd name="connsiteY552" fmla="*/ 2198043 h 6858000"/>
              <a:gd name="connsiteX553" fmla="*/ 5788653 w 7467600"/>
              <a:gd name="connsiteY553" fmla="*/ 2489430 h 6858000"/>
              <a:gd name="connsiteX554" fmla="*/ 5793439 w 7467600"/>
              <a:gd name="connsiteY554" fmla="*/ 2575235 h 6858000"/>
              <a:gd name="connsiteX555" fmla="*/ 5796837 w 7467600"/>
              <a:gd name="connsiteY555" fmla="*/ 2637633 h 6858000"/>
              <a:gd name="connsiteX556" fmla="*/ 5818614 w 7467600"/>
              <a:gd name="connsiteY556" fmla="*/ 2473055 h 6858000"/>
              <a:gd name="connsiteX557" fmla="*/ 5829202 w 7467600"/>
              <a:gd name="connsiteY557" fmla="*/ 1971679 h 6858000"/>
              <a:gd name="connsiteX558" fmla="*/ 5911389 w 7467600"/>
              <a:gd name="connsiteY558" fmla="*/ 1898371 h 6858000"/>
              <a:gd name="connsiteX559" fmla="*/ 6237627 w 7467600"/>
              <a:gd name="connsiteY559" fmla="*/ 2231921 h 6858000"/>
              <a:gd name="connsiteX560" fmla="*/ 5911389 w 7467600"/>
              <a:gd name="connsiteY560" fmla="*/ 1898371 h 6858000"/>
              <a:gd name="connsiteX561" fmla="*/ 6944437 w 7467600"/>
              <a:gd name="connsiteY561" fmla="*/ 1575402 h 6858000"/>
              <a:gd name="connsiteX562" fmla="*/ 6304730 w 7467600"/>
              <a:gd name="connsiteY562" fmla="*/ 1766654 h 6858000"/>
              <a:gd name="connsiteX563" fmla="*/ 6944437 w 7467600"/>
              <a:gd name="connsiteY563" fmla="*/ 1575402 h 6858000"/>
              <a:gd name="connsiteX564" fmla="*/ 7019523 w 7467600"/>
              <a:gd name="connsiteY564" fmla="*/ 1519450 h 6858000"/>
              <a:gd name="connsiteX565" fmla="*/ 6298091 w 7467600"/>
              <a:gd name="connsiteY565" fmla="*/ 1737122 h 6858000"/>
              <a:gd name="connsiteX566" fmla="*/ 7019523 w 7467600"/>
              <a:gd name="connsiteY566" fmla="*/ 1519450 h 6858000"/>
              <a:gd name="connsiteX567" fmla="*/ 2399523 w 7467600"/>
              <a:gd name="connsiteY567" fmla="*/ 1428234 h 6858000"/>
              <a:gd name="connsiteX568" fmla="*/ 2224982 w 7467600"/>
              <a:gd name="connsiteY568" fmla="*/ 1826201 h 6858000"/>
              <a:gd name="connsiteX569" fmla="*/ 2096099 w 7467600"/>
              <a:gd name="connsiteY569" fmla="*/ 2345900 h 6858000"/>
              <a:gd name="connsiteX570" fmla="*/ 2283317 w 7467600"/>
              <a:gd name="connsiteY570" fmla="*/ 1796925 h 6858000"/>
              <a:gd name="connsiteX571" fmla="*/ 2399523 w 7467600"/>
              <a:gd name="connsiteY571" fmla="*/ 1428234 h 6858000"/>
              <a:gd name="connsiteX572" fmla="*/ 2448558 w 7467600"/>
              <a:gd name="connsiteY572" fmla="*/ 1373435 h 6858000"/>
              <a:gd name="connsiteX573" fmla="*/ 2312521 w 7467600"/>
              <a:gd name="connsiteY573" fmla="*/ 1806140 h 6858000"/>
              <a:gd name="connsiteX574" fmla="*/ 2127533 w 7467600"/>
              <a:gd name="connsiteY574" fmla="*/ 2348380 h 6858000"/>
              <a:gd name="connsiteX575" fmla="*/ 2358080 w 7467600"/>
              <a:gd name="connsiteY575" fmla="*/ 1866134 h 6858000"/>
              <a:gd name="connsiteX576" fmla="*/ 2407436 w 7467600"/>
              <a:gd name="connsiteY576" fmla="*/ 1651070 h 6858000"/>
              <a:gd name="connsiteX577" fmla="*/ 2448558 w 7467600"/>
              <a:gd name="connsiteY577" fmla="*/ 1373435 h 6858000"/>
              <a:gd name="connsiteX578" fmla="*/ 278707 w 7467600"/>
              <a:gd name="connsiteY578" fmla="*/ 1352270 h 6858000"/>
              <a:gd name="connsiteX579" fmla="*/ 321570 w 7467600"/>
              <a:gd name="connsiteY579" fmla="*/ 1861610 h 6858000"/>
              <a:gd name="connsiteX580" fmla="*/ 294281 w 7467600"/>
              <a:gd name="connsiteY580" fmla="*/ 1440658 h 6858000"/>
              <a:gd name="connsiteX581" fmla="*/ 278707 w 7467600"/>
              <a:gd name="connsiteY581" fmla="*/ 1352270 h 6858000"/>
              <a:gd name="connsiteX582" fmla="*/ 1423821 w 7467600"/>
              <a:gd name="connsiteY582" fmla="*/ 1351958 h 6858000"/>
              <a:gd name="connsiteX583" fmla="*/ 1638521 w 7467600"/>
              <a:gd name="connsiteY583" fmla="*/ 1908470 h 6858000"/>
              <a:gd name="connsiteX584" fmla="*/ 1754199 w 7467600"/>
              <a:gd name="connsiteY584" fmla="*/ 2149284 h 6858000"/>
              <a:gd name="connsiteX585" fmla="*/ 1908359 w 7467600"/>
              <a:gd name="connsiteY585" fmla="*/ 2364988 h 6858000"/>
              <a:gd name="connsiteX586" fmla="*/ 1647661 w 7467600"/>
              <a:gd name="connsiteY586" fmla="*/ 1825945 h 6858000"/>
              <a:gd name="connsiteX587" fmla="*/ 1423821 w 7467600"/>
              <a:gd name="connsiteY587" fmla="*/ 1351958 h 6858000"/>
              <a:gd name="connsiteX588" fmla="*/ 1431890 w 7467600"/>
              <a:gd name="connsiteY588" fmla="*/ 1306475 h 6858000"/>
              <a:gd name="connsiteX589" fmla="*/ 1507597 w 7467600"/>
              <a:gd name="connsiteY589" fmla="*/ 1446132 h 6858000"/>
              <a:gd name="connsiteX590" fmla="*/ 1674586 w 7467600"/>
              <a:gd name="connsiteY590" fmla="*/ 1813832 h 6858000"/>
              <a:gd name="connsiteX591" fmla="*/ 1815950 w 7467600"/>
              <a:gd name="connsiteY591" fmla="*/ 2128564 h 6858000"/>
              <a:gd name="connsiteX592" fmla="*/ 1984242 w 7467600"/>
              <a:gd name="connsiteY592" fmla="*/ 2430829 h 6858000"/>
              <a:gd name="connsiteX593" fmla="*/ 2014023 w 7467600"/>
              <a:gd name="connsiteY593" fmla="*/ 2450995 h 6858000"/>
              <a:gd name="connsiteX594" fmla="*/ 1747337 w 7467600"/>
              <a:gd name="connsiteY594" fmla="*/ 1855264 h 6858000"/>
              <a:gd name="connsiteX595" fmla="*/ 1533749 w 7467600"/>
              <a:gd name="connsiteY595" fmla="*/ 1478656 h 6858000"/>
              <a:gd name="connsiteX596" fmla="*/ 1431890 w 7467600"/>
              <a:gd name="connsiteY596" fmla="*/ 1306475 h 6858000"/>
              <a:gd name="connsiteX597" fmla="*/ 5052692 w 7467600"/>
              <a:gd name="connsiteY597" fmla="*/ 1292994 h 6858000"/>
              <a:gd name="connsiteX598" fmla="*/ 5200661 w 7467600"/>
              <a:gd name="connsiteY598" fmla="*/ 1635186 h 6858000"/>
              <a:gd name="connsiteX599" fmla="*/ 5297138 w 7467600"/>
              <a:gd name="connsiteY599" fmla="*/ 1906351 h 6858000"/>
              <a:gd name="connsiteX600" fmla="*/ 5052692 w 7467600"/>
              <a:gd name="connsiteY600" fmla="*/ 1292994 h 6858000"/>
              <a:gd name="connsiteX601" fmla="*/ 5009948 w 7467600"/>
              <a:gd name="connsiteY601" fmla="*/ 1273619 h 6858000"/>
              <a:gd name="connsiteX602" fmla="*/ 5121777 w 7467600"/>
              <a:gd name="connsiteY602" fmla="*/ 1654213 h 6858000"/>
              <a:gd name="connsiteX603" fmla="*/ 5293545 w 7467600"/>
              <a:gd name="connsiteY603" fmla="*/ 2072247 h 6858000"/>
              <a:gd name="connsiteX604" fmla="*/ 5294042 w 7467600"/>
              <a:gd name="connsiteY604" fmla="*/ 2065019 h 6858000"/>
              <a:gd name="connsiteX605" fmla="*/ 5171936 w 7467600"/>
              <a:gd name="connsiteY605" fmla="*/ 1647613 h 6858000"/>
              <a:gd name="connsiteX606" fmla="*/ 5009948 w 7467600"/>
              <a:gd name="connsiteY606" fmla="*/ 1273619 h 6858000"/>
              <a:gd name="connsiteX607" fmla="*/ 655236 w 7467600"/>
              <a:gd name="connsiteY607" fmla="*/ 1268632 h 6858000"/>
              <a:gd name="connsiteX608" fmla="*/ 839521 w 7467600"/>
              <a:gd name="connsiteY608" fmla="*/ 1685315 h 6858000"/>
              <a:gd name="connsiteX609" fmla="*/ 1109416 w 7467600"/>
              <a:gd name="connsiteY609" fmla="*/ 2061663 h 6858000"/>
              <a:gd name="connsiteX610" fmla="*/ 1298300 w 7467600"/>
              <a:gd name="connsiteY610" fmla="*/ 2247742 h 6858000"/>
              <a:gd name="connsiteX611" fmla="*/ 1125871 w 7467600"/>
              <a:gd name="connsiteY611" fmla="*/ 1989513 h 6858000"/>
              <a:gd name="connsiteX612" fmla="*/ 981574 w 7467600"/>
              <a:gd name="connsiteY612" fmla="*/ 1783157 h 6858000"/>
              <a:gd name="connsiteX613" fmla="*/ 922198 w 7467600"/>
              <a:gd name="connsiteY613" fmla="*/ 1677437 h 6858000"/>
              <a:gd name="connsiteX614" fmla="*/ 869293 w 7467600"/>
              <a:gd name="connsiteY614" fmla="*/ 1583214 h 6858000"/>
              <a:gd name="connsiteX615" fmla="*/ 751431 w 7467600"/>
              <a:gd name="connsiteY615" fmla="*/ 1405731 h 6858000"/>
              <a:gd name="connsiteX616" fmla="*/ 655236 w 7467600"/>
              <a:gd name="connsiteY616" fmla="*/ 1268632 h 6858000"/>
              <a:gd name="connsiteX617" fmla="*/ 6516292 w 7467600"/>
              <a:gd name="connsiteY617" fmla="*/ 1263064 h 6858000"/>
              <a:gd name="connsiteX618" fmla="*/ 5736320 w 7467600"/>
              <a:gd name="connsiteY618" fmla="*/ 1501803 h 6858000"/>
              <a:gd name="connsiteX619" fmla="*/ 6516292 w 7467600"/>
              <a:gd name="connsiteY619" fmla="*/ 1263064 h 6858000"/>
              <a:gd name="connsiteX620" fmla="*/ 291466 w 7467600"/>
              <a:gd name="connsiteY620" fmla="*/ 1250369 h 6858000"/>
              <a:gd name="connsiteX621" fmla="*/ 323180 w 7467600"/>
              <a:gd name="connsiteY621" fmla="*/ 1435283 h 6858000"/>
              <a:gd name="connsiteX622" fmla="*/ 349381 w 7467600"/>
              <a:gd name="connsiteY622" fmla="*/ 1875041 h 6858000"/>
              <a:gd name="connsiteX623" fmla="*/ 374363 w 7467600"/>
              <a:gd name="connsiteY623" fmla="*/ 1506494 h 6858000"/>
              <a:gd name="connsiteX624" fmla="*/ 302168 w 7467600"/>
              <a:gd name="connsiteY624" fmla="*/ 1274495 h 6858000"/>
              <a:gd name="connsiteX625" fmla="*/ 291466 w 7467600"/>
              <a:gd name="connsiteY625" fmla="*/ 1250369 h 6858000"/>
              <a:gd name="connsiteX626" fmla="*/ 678222 w 7467600"/>
              <a:gd name="connsiteY626" fmla="*/ 1248670 h 6858000"/>
              <a:gd name="connsiteX627" fmla="*/ 775536 w 7467600"/>
              <a:gd name="connsiteY627" fmla="*/ 1388015 h 6858000"/>
              <a:gd name="connsiteX628" fmla="*/ 894529 w 7467600"/>
              <a:gd name="connsiteY628" fmla="*/ 1567739 h 6858000"/>
              <a:gd name="connsiteX629" fmla="*/ 948000 w 7467600"/>
              <a:gd name="connsiteY629" fmla="*/ 1663088 h 6858000"/>
              <a:gd name="connsiteX630" fmla="*/ 1006812 w 7467600"/>
              <a:gd name="connsiteY630" fmla="*/ 1767683 h 6858000"/>
              <a:gd name="connsiteX631" fmla="*/ 1149133 w 7467600"/>
              <a:gd name="connsiteY631" fmla="*/ 1971513 h 6858000"/>
              <a:gd name="connsiteX632" fmla="*/ 1333952 w 7467600"/>
              <a:gd name="connsiteY632" fmla="*/ 2251620 h 6858000"/>
              <a:gd name="connsiteX633" fmla="*/ 1337329 w 7467600"/>
              <a:gd name="connsiteY633" fmla="*/ 2258350 h 6858000"/>
              <a:gd name="connsiteX634" fmla="*/ 1014726 w 7467600"/>
              <a:gd name="connsiteY634" fmla="*/ 1615556 h 6858000"/>
              <a:gd name="connsiteX635" fmla="*/ 678222 w 7467600"/>
              <a:gd name="connsiteY635" fmla="*/ 1248670 h 6858000"/>
              <a:gd name="connsiteX636" fmla="*/ 6691602 w 7467600"/>
              <a:gd name="connsiteY636" fmla="*/ 1140573 h 6858000"/>
              <a:gd name="connsiteX637" fmla="*/ 6571100 w 7467600"/>
              <a:gd name="connsiteY637" fmla="*/ 1183662 h 6858000"/>
              <a:gd name="connsiteX638" fmla="*/ 6241687 w 7467600"/>
              <a:gd name="connsiteY638" fmla="*/ 1257600 h 6858000"/>
              <a:gd name="connsiteX639" fmla="*/ 5693009 w 7467600"/>
              <a:gd name="connsiteY639" fmla="*/ 1478256 h 6858000"/>
              <a:gd name="connsiteX640" fmla="*/ 6548420 w 7467600"/>
              <a:gd name="connsiteY640" fmla="*/ 1214599 h 6858000"/>
              <a:gd name="connsiteX641" fmla="*/ 6605473 w 7467600"/>
              <a:gd name="connsiteY641" fmla="*/ 1184686 h 6858000"/>
              <a:gd name="connsiteX642" fmla="*/ 6691602 w 7467600"/>
              <a:gd name="connsiteY642" fmla="*/ 1140573 h 6858000"/>
              <a:gd name="connsiteX643" fmla="*/ 4002475 w 7467600"/>
              <a:gd name="connsiteY643" fmla="*/ 1037802 h 6858000"/>
              <a:gd name="connsiteX644" fmla="*/ 4000324 w 7467600"/>
              <a:gd name="connsiteY644" fmla="*/ 1039362 h 6858000"/>
              <a:gd name="connsiteX645" fmla="*/ 4002862 w 7467600"/>
              <a:gd name="connsiteY645" fmla="*/ 1042866 h 6858000"/>
              <a:gd name="connsiteX646" fmla="*/ 4002475 w 7467600"/>
              <a:gd name="connsiteY646" fmla="*/ 1037802 h 6858000"/>
              <a:gd name="connsiteX647" fmla="*/ 506322 w 7467600"/>
              <a:gd name="connsiteY647" fmla="*/ 1020997 h 6858000"/>
              <a:gd name="connsiteX648" fmla="*/ 533068 w 7467600"/>
              <a:gd name="connsiteY648" fmla="*/ 1029409 h 6858000"/>
              <a:gd name="connsiteX649" fmla="*/ 1232525 w 7467600"/>
              <a:gd name="connsiteY649" fmla="*/ 1804675 h 6858000"/>
              <a:gd name="connsiteX650" fmla="*/ 1388858 w 7467600"/>
              <a:gd name="connsiteY650" fmla="*/ 2368011 h 6858000"/>
              <a:gd name="connsiteX651" fmla="*/ 1384098 w 7467600"/>
              <a:gd name="connsiteY651" fmla="*/ 2378125 h 6858000"/>
              <a:gd name="connsiteX652" fmla="*/ 1425393 w 7467600"/>
              <a:gd name="connsiteY652" fmla="*/ 2589124 h 6858000"/>
              <a:gd name="connsiteX653" fmla="*/ 1424001 w 7467600"/>
              <a:gd name="connsiteY653" fmla="*/ 2597541 h 6858000"/>
              <a:gd name="connsiteX654" fmla="*/ 2152729 w 7467600"/>
              <a:gd name="connsiteY654" fmla="*/ 2864487 h 6858000"/>
              <a:gd name="connsiteX655" fmla="*/ 2020609 w 7467600"/>
              <a:gd name="connsiteY655" fmla="*/ 2539671 h 6858000"/>
              <a:gd name="connsiteX656" fmla="*/ 2018920 w 7467600"/>
              <a:gd name="connsiteY656" fmla="*/ 2536309 h 6858000"/>
              <a:gd name="connsiteX657" fmla="*/ 1342441 w 7467600"/>
              <a:gd name="connsiteY657" fmla="*/ 1173017 h 6858000"/>
              <a:gd name="connsiteX658" fmla="*/ 1367925 w 7467600"/>
              <a:gd name="connsiteY658" fmla="*/ 1135648 h 6858000"/>
              <a:gd name="connsiteX659" fmla="*/ 1771401 w 7467600"/>
              <a:gd name="connsiteY659" fmla="*/ 1806673 h 6858000"/>
              <a:gd name="connsiteX660" fmla="*/ 1972385 w 7467600"/>
              <a:gd name="connsiteY660" fmla="*/ 2198735 h 6858000"/>
              <a:gd name="connsiteX661" fmla="*/ 2040892 w 7467600"/>
              <a:gd name="connsiteY661" fmla="*/ 2405205 h 6858000"/>
              <a:gd name="connsiteX662" fmla="*/ 2131689 w 7467600"/>
              <a:gd name="connsiteY662" fmla="*/ 1936926 h 6858000"/>
              <a:gd name="connsiteX663" fmla="*/ 2454820 w 7467600"/>
              <a:gd name="connsiteY663" fmla="*/ 1248808 h 6858000"/>
              <a:gd name="connsiteX664" fmla="*/ 2492512 w 7467600"/>
              <a:gd name="connsiteY664" fmla="*/ 1302920 h 6858000"/>
              <a:gd name="connsiteX665" fmla="*/ 2081216 w 7467600"/>
              <a:gd name="connsiteY665" fmla="*/ 2527513 h 6858000"/>
              <a:gd name="connsiteX666" fmla="*/ 2081211 w 7467600"/>
              <a:gd name="connsiteY666" fmla="*/ 2528916 h 6858000"/>
              <a:gd name="connsiteX667" fmla="*/ 2199067 w 7467600"/>
              <a:gd name="connsiteY667" fmla="*/ 2884061 h 6858000"/>
              <a:gd name="connsiteX668" fmla="*/ 3192586 w 7467600"/>
              <a:gd name="connsiteY668" fmla="*/ 3411496 h 6858000"/>
              <a:gd name="connsiteX669" fmla="*/ 3182620 w 7467600"/>
              <a:gd name="connsiteY669" fmla="*/ 3483279 h 6858000"/>
              <a:gd name="connsiteX670" fmla="*/ 2435119 w 7467600"/>
              <a:gd name="connsiteY670" fmla="*/ 3080173 h 6858000"/>
              <a:gd name="connsiteX671" fmla="*/ 2410152 w 7467600"/>
              <a:gd name="connsiteY671" fmla="*/ 3063751 h 6858000"/>
              <a:gd name="connsiteX672" fmla="*/ 2408099 w 7467600"/>
              <a:gd name="connsiteY672" fmla="*/ 3064403 h 6858000"/>
              <a:gd name="connsiteX673" fmla="*/ 2407218 w 7467600"/>
              <a:gd name="connsiteY673" fmla="*/ 3070324 h 6858000"/>
              <a:gd name="connsiteX674" fmla="*/ 2380138 w 7467600"/>
              <a:gd name="connsiteY674" fmla="*/ 3099341 h 6858000"/>
              <a:gd name="connsiteX675" fmla="*/ 1765923 w 7467600"/>
              <a:gd name="connsiteY675" fmla="*/ 3581043 h 6858000"/>
              <a:gd name="connsiteX676" fmla="*/ 1702258 w 7467600"/>
              <a:gd name="connsiteY676" fmla="*/ 3612286 h 6858000"/>
              <a:gd name="connsiteX677" fmla="*/ 1538370 w 7467600"/>
              <a:gd name="connsiteY677" fmla="*/ 3811804 h 6858000"/>
              <a:gd name="connsiteX678" fmla="*/ 542867 w 7467600"/>
              <a:gd name="connsiteY678" fmla="*/ 4944092 h 6858000"/>
              <a:gd name="connsiteX679" fmla="*/ 515800 w 7467600"/>
              <a:gd name="connsiteY679" fmla="*/ 4862180 h 6858000"/>
              <a:gd name="connsiteX680" fmla="*/ 909145 w 7467600"/>
              <a:gd name="connsiteY680" fmla="*/ 4199225 h 6858000"/>
              <a:gd name="connsiteX681" fmla="*/ 1214067 w 7467600"/>
              <a:gd name="connsiteY681" fmla="*/ 3908561 h 6858000"/>
              <a:gd name="connsiteX682" fmla="*/ 640967 w 7467600"/>
              <a:gd name="connsiteY682" fmla="*/ 4105601 h 6858000"/>
              <a:gd name="connsiteX683" fmla="*/ 112563 w 7467600"/>
              <a:gd name="connsiteY683" fmla="*/ 4396952 h 6858000"/>
              <a:gd name="connsiteX684" fmla="*/ 0 w 7467600"/>
              <a:gd name="connsiteY684" fmla="*/ 4466006 h 6858000"/>
              <a:gd name="connsiteX685" fmla="*/ 0 w 7467600"/>
              <a:gd name="connsiteY685" fmla="*/ 4233763 h 6858000"/>
              <a:gd name="connsiteX686" fmla="*/ 36881 w 7467600"/>
              <a:gd name="connsiteY686" fmla="*/ 4200118 h 6858000"/>
              <a:gd name="connsiteX687" fmla="*/ 910534 w 7467600"/>
              <a:gd name="connsiteY687" fmla="*/ 3629753 h 6858000"/>
              <a:gd name="connsiteX688" fmla="*/ 1578717 w 7467600"/>
              <a:gd name="connsiteY688" fmla="*/ 3575982 h 6858000"/>
              <a:gd name="connsiteX689" fmla="*/ 2338780 w 7467600"/>
              <a:gd name="connsiteY689" fmla="*/ 3033725 h 6858000"/>
              <a:gd name="connsiteX690" fmla="*/ 1807991 w 7467600"/>
              <a:gd name="connsiteY690" fmla="*/ 2807184 h 6858000"/>
              <a:gd name="connsiteX691" fmla="*/ 1416358 w 7467600"/>
              <a:gd name="connsiteY691" fmla="*/ 3112571 h 6858000"/>
              <a:gd name="connsiteX692" fmla="*/ 939066 w 7467600"/>
              <a:gd name="connsiteY692" fmla="*/ 3378798 h 6858000"/>
              <a:gd name="connsiteX693" fmla="*/ 115099 w 7467600"/>
              <a:gd name="connsiteY693" fmla="*/ 3607650 h 6858000"/>
              <a:gd name="connsiteX694" fmla="*/ 97284 w 7467600"/>
              <a:gd name="connsiteY694" fmla="*/ 3520393 h 6858000"/>
              <a:gd name="connsiteX695" fmla="*/ 922050 w 7467600"/>
              <a:gd name="connsiteY695" fmla="*/ 3074867 h 6858000"/>
              <a:gd name="connsiteX696" fmla="*/ 1405265 w 7467600"/>
              <a:gd name="connsiteY696" fmla="*/ 3016319 h 6858000"/>
              <a:gd name="connsiteX697" fmla="*/ 1407512 w 7467600"/>
              <a:gd name="connsiteY697" fmla="*/ 3018001 h 6858000"/>
              <a:gd name="connsiteX698" fmla="*/ 1726266 w 7467600"/>
              <a:gd name="connsiteY698" fmla="*/ 2777274 h 6858000"/>
              <a:gd name="connsiteX699" fmla="*/ 625390 w 7467600"/>
              <a:gd name="connsiteY699" fmla="*/ 2514541 h 6858000"/>
              <a:gd name="connsiteX700" fmla="*/ 619799 w 7467600"/>
              <a:gd name="connsiteY700" fmla="*/ 2527180 h 6858000"/>
              <a:gd name="connsiteX701" fmla="*/ 310030 w 7467600"/>
              <a:gd name="connsiteY701" fmla="*/ 2771818 h 6858000"/>
              <a:gd name="connsiteX702" fmla="*/ 173877 w 7467600"/>
              <a:gd name="connsiteY702" fmla="*/ 2937056 h 6858000"/>
              <a:gd name="connsiteX703" fmla="*/ 77889 w 7467600"/>
              <a:gd name="connsiteY703" fmla="*/ 3138440 h 6858000"/>
              <a:gd name="connsiteX704" fmla="*/ 0 w 7467600"/>
              <a:gd name="connsiteY704" fmla="*/ 3271395 h 6858000"/>
              <a:gd name="connsiteX705" fmla="*/ 0 w 7467600"/>
              <a:gd name="connsiteY705" fmla="*/ 3153002 h 6858000"/>
              <a:gd name="connsiteX706" fmla="*/ 2386 w 7467600"/>
              <a:gd name="connsiteY706" fmla="*/ 3149203 h 6858000"/>
              <a:gd name="connsiteX707" fmla="*/ 89753 w 7467600"/>
              <a:gd name="connsiteY707" fmla="*/ 2987702 h 6858000"/>
              <a:gd name="connsiteX708" fmla="*/ 76869 w 7467600"/>
              <a:gd name="connsiteY708" fmla="*/ 3005404 h 6858000"/>
              <a:gd name="connsiteX709" fmla="*/ 32049 w 7467600"/>
              <a:gd name="connsiteY709" fmla="*/ 3065814 h 6858000"/>
              <a:gd name="connsiteX710" fmla="*/ 0 w 7467600"/>
              <a:gd name="connsiteY710" fmla="*/ 3108744 h 6858000"/>
              <a:gd name="connsiteX711" fmla="*/ 0 w 7467600"/>
              <a:gd name="connsiteY711" fmla="*/ 3058059 h 6858000"/>
              <a:gd name="connsiteX712" fmla="*/ 7610 w 7467600"/>
              <a:gd name="connsiteY712" fmla="*/ 3047889 h 6858000"/>
              <a:gd name="connsiteX713" fmla="*/ 52419 w 7467600"/>
              <a:gd name="connsiteY713" fmla="*/ 2987479 h 6858000"/>
              <a:gd name="connsiteX714" fmla="*/ 59142 w 7467600"/>
              <a:gd name="connsiteY714" fmla="*/ 2978488 h 6858000"/>
              <a:gd name="connsiteX715" fmla="*/ 0 w 7467600"/>
              <a:gd name="connsiteY715" fmla="*/ 3015334 h 6858000"/>
              <a:gd name="connsiteX716" fmla="*/ 0 w 7467600"/>
              <a:gd name="connsiteY716" fmla="*/ 2914286 h 6858000"/>
              <a:gd name="connsiteX717" fmla="*/ 36383 w 7467600"/>
              <a:gd name="connsiteY717" fmla="*/ 2901128 h 6858000"/>
              <a:gd name="connsiteX718" fmla="*/ 156329 w 7467600"/>
              <a:gd name="connsiteY718" fmla="*/ 2840533 h 6858000"/>
              <a:gd name="connsiteX719" fmla="*/ 358355 w 7467600"/>
              <a:gd name="connsiteY719" fmla="*/ 2620471 h 6858000"/>
              <a:gd name="connsiteX720" fmla="*/ 510577 w 7467600"/>
              <a:gd name="connsiteY720" fmla="*/ 2501244 h 6858000"/>
              <a:gd name="connsiteX721" fmla="*/ 211967 w 7467600"/>
              <a:gd name="connsiteY721" fmla="*/ 2479171 h 6858000"/>
              <a:gd name="connsiteX722" fmla="*/ 0 w 7467600"/>
              <a:gd name="connsiteY722" fmla="*/ 2476398 h 6858000"/>
              <a:gd name="connsiteX723" fmla="*/ 0 w 7467600"/>
              <a:gd name="connsiteY723" fmla="*/ 2389189 h 6858000"/>
              <a:gd name="connsiteX724" fmla="*/ 103062 w 7467600"/>
              <a:gd name="connsiteY724" fmla="*/ 2389518 h 6858000"/>
              <a:gd name="connsiteX725" fmla="*/ 510734 w 7467600"/>
              <a:gd name="connsiteY725" fmla="*/ 2416201 h 6858000"/>
              <a:gd name="connsiteX726" fmla="*/ 279257 w 7467600"/>
              <a:gd name="connsiteY726" fmla="*/ 2092102 h 6858000"/>
              <a:gd name="connsiteX727" fmla="*/ 65265 w 7467600"/>
              <a:gd name="connsiteY727" fmla="*/ 2006049 h 6858000"/>
              <a:gd name="connsiteX728" fmla="*/ 0 w 7467600"/>
              <a:gd name="connsiteY728" fmla="*/ 1982532 h 6858000"/>
              <a:gd name="connsiteX729" fmla="*/ 0 w 7467600"/>
              <a:gd name="connsiteY729" fmla="*/ 1912789 h 6858000"/>
              <a:gd name="connsiteX730" fmla="*/ 97460 w 7467600"/>
              <a:gd name="connsiteY730" fmla="*/ 1953725 h 6858000"/>
              <a:gd name="connsiteX731" fmla="*/ 221272 w 7467600"/>
              <a:gd name="connsiteY731" fmla="*/ 1980766 h 6858000"/>
              <a:gd name="connsiteX732" fmla="*/ 116765 w 7467600"/>
              <a:gd name="connsiteY732" fmla="*/ 1911033 h 6858000"/>
              <a:gd name="connsiteX733" fmla="*/ 16405 w 7467600"/>
              <a:gd name="connsiteY733" fmla="*/ 1803412 h 6858000"/>
              <a:gd name="connsiteX734" fmla="*/ 0 w 7467600"/>
              <a:gd name="connsiteY734" fmla="*/ 1784777 h 6858000"/>
              <a:gd name="connsiteX735" fmla="*/ 0 w 7467600"/>
              <a:gd name="connsiteY735" fmla="*/ 1740082 h 6858000"/>
              <a:gd name="connsiteX736" fmla="*/ 39394 w 7467600"/>
              <a:gd name="connsiteY736" fmla="*/ 1784856 h 6858000"/>
              <a:gd name="connsiteX737" fmla="*/ 135813 w 7467600"/>
              <a:gd name="connsiteY737" fmla="*/ 1888838 h 6858000"/>
              <a:gd name="connsiteX738" fmla="*/ 242575 w 7467600"/>
              <a:gd name="connsiteY738" fmla="*/ 1958841 h 6858000"/>
              <a:gd name="connsiteX739" fmla="*/ 82197 w 7467600"/>
              <a:gd name="connsiteY739" fmla="*/ 1754826 h 6858000"/>
              <a:gd name="connsiteX740" fmla="*/ 0 w 7467600"/>
              <a:gd name="connsiteY740" fmla="*/ 1679650 h 6858000"/>
              <a:gd name="connsiteX741" fmla="*/ 0 w 7467600"/>
              <a:gd name="connsiteY741" fmla="*/ 1602463 h 6858000"/>
              <a:gd name="connsiteX742" fmla="*/ 84689 w 7467600"/>
              <a:gd name="connsiteY742" fmla="*/ 1677442 h 6858000"/>
              <a:gd name="connsiteX743" fmla="*/ 298437 w 7467600"/>
              <a:gd name="connsiteY743" fmla="*/ 1968019 h 6858000"/>
              <a:gd name="connsiteX744" fmla="*/ 227269 w 7467600"/>
              <a:gd name="connsiteY744" fmla="*/ 1114064 h 6858000"/>
              <a:gd name="connsiteX745" fmla="*/ 248003 w 7467600"/>
              <a:gd name="connsiteY745" fmla="*/ 1089613 h 6858000"/>
              <a:gd name="connsiteX746" fmla="*/ 427020 w 7467600"/>
              <a:gd name="connsiteY746" fmla="*/ 1619803 h 6858000"/>
              <a:gd name="connsiteX747" fmla="*/ 340345 w 7467600"/>
              <a:gd name="connsiteY747" fmla="*/ 2027739 h 6858000"/>
              <a:gd name="connsiteX748" fmla="*/ 360865 w 7467600"/>
              <a:gd name="connsiteY748" fmla="*/ 2044827 h 6858000"/>
              <a:gd name="connsiteX749" fmla="*/ 560414 w 7467600"/>
              <a:gd name="connsiteY749" fmla="*/ 2421457 h 6858000"/>
              <a:gd name="connsiteX750" fmla="*/ 1359703 w 7467600"/>
              <a:gd name="connsiteY750" fmla="*/ 2578554 h 6858000"/>
              <a:gd name="connsiteX751" fmla="*/ 1359422 w 7467600"/>
              <a:gd name="connsiteY751" fmla="*/ 2577994 h 6858000"/>
              <a:gd name="connsiteX752" fmla="*/ 828701 w 7467600"/>
              <a:gd name="connsiteY752" fmla="*/ 1839520 h 6858000"/>
              <a:gd name="connsiteX753" fmla="*/ 494427 w 7467600"/>
              <a:gd name="connsiteY753" fmla="*/ 1092333 h 6858000"/>
              <a:gd name="connsiteX754" fmla="*/ 506322 w 7467600"/>
              <a:gd name="connsiteY754" fmla="*/ 1020997 h 6858000"/>
              <a:gd name="connsiteX755" fmla="*/ 4570198 w 7467600"/>
              <a:gd name="connsiteY755" fmla="*/ 978081 h 6858000"/>
              <a:gd name="connsiteX756" fmla="*/ 4523691 w 7467600"/>
              <a:gd name="connsiteY756" fmla="*/ 1127776 h 6858000"/>
              <a:gd name="connsiteX757" fmla="*/ 4509875 w 7467600"/>
              <a:gd name="connsiteY757" fmla="*/ 1167552 h 6858000"/>
              <a:gd name="connsiteX758" fmla="*/ 4478168 w 7467600"/>
              <a:gd name="connsiteY758" fmla="*/ 1260735 h 6858000"/>
              <a:gd name="connsiteX759" fmla="*/ 4409309 w 7467600"/>
              <a:gd name="connsiteY759" fmla="*/ 1666996 h 6858000"/>
              <a:gd name="connsiteX760" fmla="*/ 4370031 w 7467600"/>
              <a:gd name="connsiteY760" fmla="*/ 1955666 h 6858000"/>
              <a:gd name="connsiteX761" fmla="*/ 4570198 w 7467600"/>
              <a:gd name="connsiteY761" fmla="*/ 978081 h 6858000"/>
              <a:gd name="connsiteX762" fmla="*/ 4557898 w 7467600"/>
              <a:gd name="connsiteY762" fmla="*/ 900011 h 6858000"/>
              <a:gd name="connsiteX763" fmla="*/ 4344840 w 7467600"/>
              <a:gd name="connsiteY763" fmla="*/ 1922038 h 6858000"/>
              <a:gd name="connsiteX764" fmla="*/ 4378710 w 7467600"/>
              <a:gd name="connsiteY764" fmla="*/ 1665516 h 6858000"/>
              <a:gd name="connsiteX765" fmla="*/ 4448798 w 7467600"/>
              <a:gd name="connsiteY765" fmla="*/ 1253024 h 6858000"/>
              <a:gd name="connsiteX766" fmla="*/ 4480315 w 7467600"/>
              <a:gd name="connsiteY766" fmla="*/ 1158454 h 6858000"/>
              <a:gd name="connsiteX767" fmla="*/ 4494133 w 7467600"/>
              <a:gd name="connsiteY767" fmla="*/ 1118676 h 6858000"/>
              <a:gd name="connsiteX768" fmla="*/ 4557898 w 7467600"/>
              <a:gd name="connsiteY768" fmla="*/ 900011 h 6858000"/>
              <a:gd name="connsiteX769" fmla="*/ 5870151 w 7467600"/>
              <a:gd name="connsiteY769" fmla="*/ 898890 h 6858000"/>
              <a:gd name="connsiteX770" fmla="*/ 5861335 w 7467600"/>
              <a:gd name="connsiteY770" fmla="*/ 899177 h 6858000"/>
              <a:gd name="connsiteX771" fmla="*/ 5843702 w 7467600"/>
              <a:gd name="connsiteY771" fmla="*/ 899748 h 6858000"/>
              <a:gd name="connsiteX772" fmla="*/ 5651107 w 7467600"/>
              <a:gd name="connsiteY772" fmla="*/ 920306 h 6858000"/>
              <a:gd name="connsiteX773" fmla="*/ 5459407 w 7467600"/>
              <a:gd name="connsiteY773" fmla="*/ 940975 h 6858000"/>
              <a:gd name="connsiteX774" fmla="*/ 5374846 w 7467600"/>
              <a:gd name="connsiteY774" fmla="*/ 941988 h 6858000"/>
              <a:gd name="connsiteX775" fmla="*/ 5256105 w 7467600"/>
              <a:gd name="connsiteY775" fmla="*/ 945632 h 6858000"/>
              <a:gd name="connsiteX776" fmla="*/ 5107071 w 7467600"/>
              <a:gd name="connsiteY776" fmla="*/ 969720 h 6858000"/>
              <a:gd name="connsiteX777" fmla="*/ 4998681 w 7467600"/>
              <a:gd name="connsiteY777" fmla="*/ 988771 h 6858000"/>
              <a:gd name="connsiteX778" fmla="*/ 5870151 w 7467600"/>
              <a:gd name="connsiteY778" fmla="*/ 898890 h 6858000"/>
              <a:gd name="connsiteX779" fmla="*/ 5504425 w 7467600"/>
              <a:gd name="connsiteY779" fmla="*/ 848067 h 6858000"/>
              <a:gd name="connsiteX780" fmla="*/ 4968849 w 7467600"/>
              <a:gd name="connsiteY780" fmla="*/ 962318 h 6858000"/>
              <a:gd name="connsiteX781" fmla="*/ 5104039 w 7467600"/>
              <a:gd name="connsiteY781" fmla="*/ 940634 h 6858000"/>
              <a:gd name="connsiteX782" fmla="*/ 5256311 w 7467600"/>
              <a:gd name="connsiteY782" fmla="*/ 916490 h 6858000"/>
              <a:gd name="connsiteX783" fmla="*/ 5377381 w 7467600"/>
              <a:gd name="connsiteY783" fmla="*/ 912671 h 6858000"/>
              <a:gd name="connsiteX784" fmla="*/ 5460148 w 7467600"/>
              <a:gd name="connsiteY784" fmla="*/ 911442 h 6858000"/>
              <a:gd name="connsiteX785" fmla="*/ 5648971 w 7467600"/>
              <a:gd name="connsiteY785" fmla="*/ 891331 h 6858000"/>
              <a:gd name="connsiteX786" fmla="*/ 5844807 w 7467600"/>
              <a:gd name="connsiteY786" fmla="*/ 870718 h 6858000"/>
              <a:gd name="connsiteX787" fmla="*/ 5862975 w 7467600"/>
              <a:gd name="connsiteY787" fmla="*/ 869756 h 6858000"/>
              <a:gd name="connsiteX788" fmla="*/ 5920887 w 7467600"/>
              <a:gd name="connsiteY788" fmla="*/ 865929 h 6858000"/>
              <a:gd name="connsiteX789" fmla="*/ 5504425 w 7467600"/>
              <a:gd name="connsiteY789" fmla="*/ 848067 h 6858000"/>
              <a:gd name="connsiteX790" fmla="*/ 3607114 w 7467600"/>
              <a:gd name="connsiteY790" fmla="*/ 467441 h 6858000"/>
              <a:gd name="connsiteX791" fmla="*/ 3296242 w 7467600"/>
              <a:gd name="connsiteY791" fmla="*/ 807991 h 6858000"/>
              <a:gd name="connsiteX792" fmla="*/ 3174674 w 7467600"/>
              <a:gd name="connsiteY792" fmla="*/ 919759 h 6858000"/>
              <a:gd name="connsiteX793" fmla="*/ 3042978 w 7467600"/>
              <a:gd name="connsiteY793" fmla="*/ 1054894 h 6858000"/>
              <a:gd name="connsiteX794" fmla="*/ 2968914 w 7467600"/>
              <a:gd name="connsiteY794" fmla="*/ 1133756 h 6858000"/>
              <a:gd name="connsiteX795" fmla="*/ 3103823 w 7467600"/>
              <a:gd name="connsiteY795" fmla="*/ 1026814 h 6858000"/>
              <a:gd name="connsiteX796" fmla="*/ 3607114 w 7467600"/>
              <a:gd name="connsiteY796" fmla="*/ 467441 h 6858000"/>
              <a:gd name="connsiteX797" fmla="*/ 3744487 w 7467600"/>
              <a:gd name="connsiteY797" fmla="*/ 383136 h 6858000"/>
              <a:gd name="connsiteX798" fmla="*/ 3970213 w 7467600"/>
              <a:gd name="connsiteY798" fmla="*/ 995559 h 6858000"/>
              <a:gd name="connsiteX799" fmla="*/ 3744487 w 7467600"/>
              <a:gd name="connsiteY799" fmla="*/ 383136 h 6858000"/>
              <a:gd name="connsiteX800" fmla="*/ 3624562 w 7467600"/>
              <a:gd name="connsiteY800" fmla="*/ 367041 h 6858000"/>
              <a:gd name="connsiteX801" fmla="*/ 3489712 w 7467600"/>
              <a:gd name="connsiteY801" fmla="*/ 485386 h 6858000"/>
              <a:gd name="connsiteX802" fmla="*/ 3182994 w 7467600"/>
              <a:gd name="connsiteY802" fmla="*/ 828265 h 6858000"/>
              <a:gd name="connsiteX803" fmla="*/ 2892114 w 7467600"/>
              <a:gd name="connsiteY803" fmla="*/ 1172635 h 6858000"/>
              <a:gd name="connsiteX804" fmla="*/ 3021459 w 7467600"/>
              <a:gd name="connsiteY804" fmla="*/ 1035385 h 6858000"/>
              <a:gd name="connsiteX805" fmla="*/ 3153873 w 7467600"/>
              <a:gd name="connsiteY805" fmla="*/ 898971 h 6858000"/>
              <a:gd name="connsiteX806" fmla="*/ 3276511 w 7467600"/>
              <a:gd name="connsiteY806" fmla="*/ 786423 h 6858000"/>
              <a:gd name="connsiteX807" fmla="*/ 3584154 w 7467600"/>
              <a:gd name="connsiteY807" fmla="*/ 448218 h 6858000"/>
              <a:gd name="connsiteX808" fmla="*/ 3624562 w 7467600"/>
              <a:gd name="connsiteY808" fmla="*/ 367041 h 6858000"/>
              <a:gd name="connsiteX809" fmla="*/ 3766672 w 7467600"/>
              <a:gd name="connsiteY809" fmla="*/ 359429 h 6858000"/>
              <a:gd name="connsiteX810" fmla="*/ 3996338 w 7467600"/>
              <a:gd name="connsiteY810" fmla="*/ 968237 h 6858000"/>
              <a:gd name="connsiteX811" fmla="*/ 3766672 w 7467600"/>
              <a:gd name="connsiteY811" fmla="*/ 359429 h 6858000"/>
              <a:gd name="connsiteX812" fmla="*/ 5805386 w 7467600"/>
              <a:gd name="connsiteY812" fmla="*/ 239240 h 6858000"/>
              <a:gd name="connsiteX813" fmla="*/ 5736947 w 7467600"/>
              <a:gd name="connsiteY813" fmla="*/ 261367 h 6858000"/>
              <a:gd name="connsiteX814" fmla="*/ 5427012 w 7467600"/>
              <a:gd name="connsiteY814" fmla="*/ 311272 h 6858000"/>
              <a:gd name="connsiteX815" fmla="*/ 5147818 w 7467600"/>
              <a:gd name="connsiteY815" fmla="*/ 322112 h 6858000"/>
              <a:gd name="connsiteX816" fmla="*/ 5060854 w 7467600"/>
              <a:gd name="connsiteY816" fmla="*/ 311882 h 6858000"/>
              <a:gd name="connsiteX817" fmla="*/ 4945989 w 7467600"/>
              <a:gd name="connsiteY817" fmla="*/ 300516 h 6858000"/>
              <a:gd name="connsiteX818" fmla="*/ 5410479 w 7467600"/>
              <a:gd name="connsiteY818" fmla="*/ 348434 h 6858000"/>
              <a:gd name="connsiteX819" fmla="*/ 5805386 w 7467600"/>
              <a:gd name="connsiteY819" fmla="*/ 239240 h 6858000"/>
              <a:gd name="connsiteX820" fmla="*/ 5905192 w 7467600"/>
              <a:gd name="connsiteY820" fmla="*/ 163079 h 6858000"/>
              <a:gd name="connsiteX821" fmla="*/ 5865655 w 7467600"/>
              <a:gd name="connsiteY821" fmla="*/ 171901 h 6858000"/>
              <a:gd name="connsiteX822" fmla="*/ 5259740 w 7467600"/>
              <a:gd name="connsiteY822" fmla="*/ 257013 h 6858000"/>
              <a:gd name="connsiteX823" fmla="*/ 5208466 w 7467600"/>
              <a:gd name="connsiteY823" fmla="*/ 257550 h 6858000"/>
              <a:gd name="connsiteX824" fmla="*/ 4980204 w 7467600"/>
              <a:gd name="connsiteY824" fmla="*/ 271903 h 6858000"/>
              <a:gd name="connsiteX825" fmla="*/ 5068068 w 7467600"/>
              <a:gd name="connsiteY825" fmla="*/ 282244 h 6858000"/>
              <a:gd name="connsiteX826" fmla="*/ 5153231 w 7467600"/>
              <a:gd name="connsiteY826" fmla="*/ 292240 h 6858000"/>
              <a:gd name="connsiteX827" fmla="*/ 5426491 w 7467600"/>
              <a:gd name="connsiteY827" fmla="*/ 281128 h 6858000"/>
              <a:gd name="connsiteX828" fmla="*/ 5731212 w 7467600"/>
              <a:gd name="connsiteY828" fmla="*/ 231951 h 6858000"/>
              <a:gd name="connsiteX829" fmla="*/ 5905192 w 7467600"/>
              <a:gd name="connsiteY829" fmla="*/ 163079 h 6858000"/>
              <a:gd name="connsiteX830" fmla="*/ 5944437 w 7467600"/>
              <a:gd name="connsiteY830" fmla="*/ 113829 h 6858000"/>
              <a:gd name="connsiteX831" fmla="*/ 5825032 w 7467600"/>
              <a:gd name="connsiteY831" fmla="*/ 146405 h 6858000"/>
              <a:gd name="connsiteX832" fmla="*/ 4955599 w 7467600"/>
              <a:gd name="connsiteY832" fmla="*/ 247008 h 6858000"/>
              <a:gd name="connsiteX833" fmla="*/ 5210104 w 7467600"/>
              <a:gd name="connsiteY833" fmla="*/ 228123 h 6858000"/>
              <a:gd name="connsiteX834" fmla="*/ 5261015 w 7467600"/>
              <a:gd name="connsiteY834" fmla="*/ 227087 h 6858000"/>
              <a:gd name="connsiteX835" fmla="*/ 5861181 w 7467600"/>
              <a:gd name="connsiteY835" fmla="*/ 143093 h 6858000"/>
              <a:gd name="connsiteX836" fmla="*/ 5961252 w 7467600"/>
              <a:gd name="connsiteY836" fmla="*/ 114820 h 6858000"/>
              <a:gd name="connsiteX837" fmla="*/ 5944437 w 7467600"/>
              <a:gd name="connsiteY837" fmla="*/ 113829 h 6858000"/>
              <a:gd name="connsiteX838" fmla="*/ 3882765 w 7467600"/>
              <a:gd name="connsiteY838" fmla="*/ 0 h 6858000"/>
              <a:gd name="connsiteX839" fmla="*/ 3995099 w 7467600"/>
              <a:gd name="connsiteY839" fmla="*/ 0 h 6858000"/>
              <a:gd name="connsiteX840" fmla="*/ 4163818 w 7467600"/>
              <a:gd name="connsiteY840" fmla="*/ 234104 h 6858000"/>
              <a:gd name="connsiteX841" fmla="*/ 4172099 w 7467600"/>
              <a:gd name="connsiteY841" fmla="*/ 234207 h 6858000"/>
              <a:gd name="connsiteX842" fmla="*/ 4784282 w 7467600"/>
              <a:gd name="connsiteY842" fmla="*/ 276561 h 6858000"/>
              <a:gd name="connsiteX843" fmla="*/ 4801687 w 7467600"/>
              <a:gd name="connsiteY843" fmla="*/ 267764 h 6858000"/>
              <a:gd name="connsiteX844" fmla="*/ 6082788 w 7467600"/>
              <a:gd name="connsiteY844" fmla="*/ 64119 h 6858000"/>
              <a:gd name="connsiteX845" fmla="*/ 6099442 w 7467600"/>
              <a:gd name="connsiteY845" fmla="*/ 82568 h 6858000"/>
              <a:gd name="connsiteX846" fmla="*/ 4804137 w 7467600"/>
              <a:gd name="connsiteY846" fmla="*/ 320931 h 6858000"/>
              <a:gd name="connsiteX847" fmla="*/ 4227047 w 7467600"/>
              <a:gd name="connsiteY847" fmla="*/ 313415 h 6858000"/>
              <a:gd name="connsiteX848" fmla="*/ 4346041 w 7467600"/>
              <a:gd name="connsiteY848" fmla="*/ 456086 h 6858000"/>
              <a:gd name="connsiteX849" fmla="*/ 4870967 w 7467600"/>
              <a:gd name="connsiteY849" fmla="*/ 963061 h 6858000"/>
              <a:gd name="connsiteX850" fmla="*/ 4889647 w 7467600"/>
              <a:gd name="connsiteY850" fmla="*/ 957147 h 6858000"/>
              <a:gd name="connsiteX851" fmla="*/ 5422504 w 7467600"/>
              <a:gd name="connsiteY851" fmla="*/ 805191 h 6858000"/>
              <a:gd name="connsiteX852" fmla="*/ 6087656 w 7467600"/>
              <a:gd name="connsiteY852" fmla="*/ 826703 h 6858000"/>
              <a:gd name="connsiteX853" fmla="*/ 6058717 w 7467600"/>
              <a:gd name="connsiteY853" fmla="*/ 865992 h 6858000"/>
              <a:gd name="connsiteX854" fmla="*/ 4974153 w 7467600"/>
              <a:gd name="connsiteY854" fmla="*/ 1045456 h 6858000"/>
              <a:gd name="connsiteX855" fmla="*/ 5627835 w 7467600"/>
              <a:gd name="connsiteY855" fmla="*/ 1472077 h 6858000"/>
              <a:gd name="connsiteX856" fmla="*/ 5629817 w 7467600"/>
              <a:gd name="connsiteY856" fmla="*/ 1471412 h 6858000"/>
              <a:gd name="connsiteX857" fmla="*/ 5634124 w 7467600"/>
              <a:gd name="connsiteY857" fmla="*/ 1470572 h 6858000"/>
              <a:gd name="connsiteX858" fmla="*/ 5755832 w 7467600"/>
              <a:gd name="connsiteY858" fmla="*/ 1383886 h 6858000"/>
              <a:gd name="connsiteX859" fmla="*/ 6014186 w 7467600"/>
              <a:gd name="connsiteY859" fmla="*/ 1279799 h 6858000"/>
              <a:gd name="connsiteX860" fmla="*/ 6901619 w 7467600"/>
              <a:gd name="connsiteY860" fmla="*/ 1047874 h 6858000"/>
              <a:gd name="connsiteX861" fmla="*/ 6931566 w 7467600"/>
              <a:gd name="connsiteY861" fmla="*/ 1062034 h 6858000"/>
              <a:gd name="connsiteX862" fmla="*/ 5790982 w 7467600"/>
              <a:gd name="connsiteY862" fmla="*/ 1561380 h 6858000"/>
              <a:gd name="connsiteX863" fmla="*/ 6188971 w 7467600"/>
              <a:gd name="connsiteY863" fmla="*/ 1755168 h 6858000"/>
              <a:gd name="connsiteX864" fmla="*/ 6202446 w 7467600"/>
              <a:gd name="connsiteY864" fmla="*/ 1752268 h 6858000"/>
              <a:gd name="connsiteX865" fmla="*/ 7179560 w 7467600"/>
              <a:gd name="connsiteY865" fmla="*/ 1467551 h 6858000"/>
              <a:gd name="connsiteX866" fmla="*/ 7158730 w 7467600"/>
              <a:gd name="connsiteY866" fmla="*/ 1507835 h 6858000"/>
              <a:gd name="connsiteX867" fmla="*/ 6326959 w 7467600"/>
              <a:gd name="connsiteY867" fmla="*/ 1817686 h 6858000"/>
              <a:gd name="connsiteX868" fmla="*/ 6537433 w 7467600"/>
              <a:gd name="connsiteY868" fmla="*/ 1907790 h 6858000"/>
              <a:gd name="connsiteX869" fmla="*/ 6550221 w 7467600"/>
              <a:gd name="connsiteY869" fmla="*/ 1910729 h 6858000"/>
              <a:gd name="connsiteX870" fmla="*/ 6964438 w 7467600"/>
              <a:gd name="connsiteY870" fmla="*/ 2209505 h 6858000"/>
              <a:gd name="connsiteX871" fmla="*/ 7367862 w 7467600"/>
              <a:gd name="connsiteY871" fmla="*/ 2806833 h 6858000"/>
              <a:gd name="connsiteX872" fmla="*/ 7364329 w 7467600"/>
              <a:gd name="connsiteY872" fmla="*/ 2826907 h 6858000"/>
              <a:gd name="connsiteX873" fmla="*/ 7290545 w 7467600"/>
              <a:gd name="connsiteY873" fmla="*/ 2850663 h 6858000"/>
              <a:gd name="connsiteX874" fmla="*/ 6472036 w 7467600"/>
              <a:gd name="connsiteY874" fmla="*/ 1959003 h 6858000"/>
              <a:gd name="connsiteX875" fmla="*/ 5792897 w 7467600"/>
              <a:gd name="connsiteY875" fmla="*/ 1647747 h 6858000"/>
              <a:gd name="connsiteX876" fmla="*/ 5842751 w 7467600"/>
              <a:gd name="connsiteY876" fmla="*/ 1816112 h 6858000"/>
              <a:gd name="connsiteX877" fmla="*/ 5847424 w 7467600"/>
              <a:gd name="connsiteY877" fmla="*/ 1815776 h 6858000"/>
              <a:gd name="connsiteX878" fmla="*/ 6399821 w 7467600"/>
              <a:gd name="connsiteY878" fmla="*/ 2344799 h 6858000"/>
              <a:gd name="connsiteX879" fmla="*/ 6323232 w 7467600"/>
              <a:gd name="connsiteY879" fmla="*/ 2389634 h 6858000"/>
              <a:gd name="connsiteX880" fmla="*/ 5942958 w 7467600"/>
              <a:gd name="connsiteY880" fmla="*/ 2077708 h 6858000"/>
              <a:gd name="connsiteX881" fmla="*/ 5921559 w 7467600"/>
              <a:gd name="connsiteY881" fmla="*/ 2378596 h 6858000"/>
              <a:gd name="connsiteX882" fmla="*/ 5817651 w 7467600"/>
              <a:gd name="connsiteY882" fmla="*/ 3023919 h 6858000"/>
              <a:gd name="connsiteX883" fmla="*/ 5729634 w 7467600"/>
              <a:gd name="connsiteY883" fmla="*/ 3051849 h 6858000"/>
              <a:gd name="connsiteX884" fmla="*/ 5611018 w 7467600"/>
              <a:gd name="connsiteY884" fmla="*/ 2316769 h 6858000"/>
              <a:gd name="connsiteX885" fmla="*/ 5687608 w 7467600"/>
              <a:gd name="connsiteY885" fmla="*/ 2039972 h 6858000"/>
              <a:gd name="connsiteX886" fmla="*/ 5657554 w 7467600"/>
              <a:gd name="connsiteY886" fmla="*/ 1576445 h 6858000"/>
              <a:gd name="connsiteX887" fmla="*/ 5150475 w 7467600"/>
              <a:gd name="connsiteY887" fmla="*/ 1274012 h 6858000"/>
              <a:gd name="connsiteX888" fmla="*/ 5349142 w 7467600"/>
              <a:gd name="connsiteY888" fmla="*/ 2204405 h 6858000"/>
              <a:gd name="connsiteX889" fmla="*/ 5262214 w 7467600"/>
              <a:gd name="connsiteY889" fmla="*/ 2233836 h 6858000"/>
              <a:gd name="connsiteX890" fmla="*/ 4981539 w 7467600"/>
              <a:gd name="connsiteY890" fmla="*/ 1542201 h 6858000"/>
              <a:gd name="connsiteX891" fmla="*/ 4958461 w 7467600"/>
              <a:gd name="connsiteY891" fmla="*/ 1136957 h 6858000"/>
              <a:gd name="connsiteX892" fmla="*/ 4655015 w 7467600"/>
              <a:gd name="connsiteY892" fmla="*/ 891426 h 6858000"/>
              <a:gd name="connsiteX893" fmla="*/ 4348002 w 7467600"/>
              <a:gd name="connsiteY893" fmla="*/ 2205895 h 6858000"/>
              <a:gd name="connsiteX894" fmla="*/ 4262250 w 7467600"/>
              <a:gd name="connsiteY894" fmla="*/ 2219972 h 6858000"/>
              <a:gd name="connsiteX895" fmla="*/ 4550611 w 7467600"/>
              <a:gd name="connsiteY895" fmla="*/ 817540 h 6858000"/>
              <a:gd name="connsiteX896" fmla="*/ 4564418 w 7467600"/>
              <a:gd name="connsiteY896" fmla="*/ 808293 h 6858000"/>
              <a:gd name="connsiteX897" fmla="*/ 4266388 w 7467600"/>
              <a:gd name="connsiteY897" fmla="*/ 500083 h 6858000"/>
              <a:gd name="connsiteX898" fmla="*/ 4032842 w 7467600"/>
              <a:gd name="connsiteY898" fmla="*/ 211809 h 6858000"/>
              <a:gd name="connsiteX899" fmla="*/ 3882765 w 7467600"/>
              <a:gd name="connsiteY899" fmla="*/ 0 h 6858000"/>
              <a:gd name="connsiteX900" fmla="*/ 3721337 w 7467600"/>
              <a:gd name="connsiteY900" fmla="*/ 0 h 6858000"/>
              <a:gd name="connsiteX901" fmla="*/ 3797544 w 7467600"/>
              <a:gd name="connsiteY901" fmla="*/ 0 h 6858000"/>
              <a:gd name="connsiteX902" fmla="*/ 3775734 w 7467600"/>
              <a:gd name="connsiteY902" fmla="*/ 95131 h 6858000"/>
              <a:gd name="connsiteX903" fmla="*/ 3724807 w 7467600"/>
              <a:gd name="connsiteY903" fmla="*/ 272257 h 6858000"/>
              <a:gd name="connsiteX904" fmla="*/ 3726844 w 7467600"/>
              <a:gd name="connsiteY904" fmla="*/ 282988 h 6858000"/>
              <a:gd name="connsiteX905" fmla="*/ 3742664 w 7467600"/>
              <a:gd name="connsiteY905" fmla="*/ 279918 h 6858000"/>
              <a:gd name="connsiteX906" fmla="*/ 4103910 w 7467600"/>
              <a:gd name="connsiteY906" fmla="*/ 1161917 h 6858000"/>
              <a:gd name="connsiteX907" fmla="*/ 4020269 w 7467600"/>
              <a:gd name="connsiteY907" fmla="*/ 1200406 h 6858000"/>
              <a:gd name="connsiteX908" fmla="*/ 3674882 w 7467600"/>
              <a:gd name="connsiteY908" fmla="*/ 488524 h 6858000"/>
              <a:gd name="connsiteX909" fmla="*/ 3132682 w 7467600"/>
              <a:gd name="connsiteY909" fmla="*/ 1072284 h 6858000"/>
              <a:gd name="connsiteX910" fmla="*/ 2716346 w 7467600"/>
              <a:gd name="connsiteY910" fmla="*/ 1276376 h 6858000"/>
              <a:gd name="connsiteX911" fmla="*/ 2716772 w 7467600"/>
              <a:gd name="connsiteY911" fmla="*/ 1255462 h 6858000"/>
              <a:gd name="connsiteX912" fmla="*/ 3471096 w 7467600"/>
              <a:gd name="connsiteY912" fmla="*/ 437072 h 6858000"/>
              <a:gd name="connsiteX913" fmla="*/ 3639057 w 7467600"/>
              <a:gd name="connsiteY913" fmla="*/ 286334 h 6858000"/>
              <a:gd name="connsiteX914" fmla="*/ 3640309 w 7467600"/>
              <a:gd name="connsiteY914" fmla="*/ 284664 h 6858000"/>
              <a:gd name="connsiteX915" fmla="*/ 3646022 w 7467600"/>
              <a:gd name="connsiteY915" fmla="*/ 276711 h 6858000"/>
              <a:gd name="connsiteX916" fmla="*/ 3707943 w 7467600"/>
              <a:gd name="connsiteY916" fmla="*/ 65958 h 6858000"/>
              <a:gd name="connsiteX917" fmla="*/ 3721337 w 7467600"/>
              <a:gd name="connsiteY917" fmla="*/ 0 h 6858000"/>
              <a:gd name="connsiteX918" fmla="*/ 2867960 w 7467600"/>
              <a:gd name="connsiteY918" fmla="*/ 0 h 6858000"/>
              <a:gd name="connsiteX919" fmla="*/ 2926351 w 7467600"/>
              <a:gd name="connsiteY919" fmla="*/ 0 h 6858000"/>
              <a:gd name="connsiteX920" fmla="*/ 2902823 w 7467600"/>
              <a:gd name="connsiteY920" fmla="*/ 262929 h 6858000"/>
              <a:gd name="connsiteX921" fmla="*/ 2940663 w 7467600"/>
              <a:gd name="connsiteY921" fmla="*/ 140884 h 6858000"/>
              <a:gd name="connsiteX922" fmla="*/ 2947039 w 7467600"/>
              <a:gd name="connsiteY922" fmla="*/ 122524 h 6858000"/>
              <a:gd name="connsiteX923" fmla="*/ 2984316 w 7467600"/>
              <a:gd name="connsiteY923" fmla="*/ 0 h 6858000"/>
              <a:gd name="connsiteX924" fmla="*/ 3016114 w 7467600"/>
              <a:gd name="connsiteY924" fmla="*/ 0 h 6858000"/>
              <a:gd name="connsiteX925" fmla="*/ 2979949 w 7467600"/>
              <a:gd name="connsiteY925" fmla="*/ 119274 h 6858000"/>
              <a:gd name="connsiteX926" fmla="*/ 3023879 w 7467600"/>
              <a:gd name="connsiteY926" fmla="*/ 0 h 6858000"/>
              <a:gd name="connsiteX927" fmla="*/ 3105400 w 7467600"/>
              <a:gd name="connsiteY927" fmla="*/ 0 h 6858000"/>
              <a:gd name="connsiteX928" fmla="*/ 3094669 w 7467600"/>
              <a:gd name="connsiteY928" fmla="*/ 30308 h 6858000"/>
              <a:gd name="connsiteX929" fmla="*/ 2901945 w 7467600"/>
              <a:gd name="connsiteY929" fmla="*/ 466538 h 6858000"/>
              <a:gd name="connsiteX930" fmla="*/ 2815209 w 7467600"/>
              <a:gd name="connsiteY930" fmla="*/ 497361 h 6858000"/>
              <a:gd name="connsiteX931" fmla="*/ 2844845 w 7467600"/>
              <a:gd name="connsiteY931" fmla="*/ 127638 h 6858000"/>
              <a:gd name="connsiteX932" fmla="*/ 2867960 w 7467600"/>
              <a:gd name="connsiteY932" fmla="*/ 0 h 6858000"/>
              <a:gd name="connsiteX933" fmla="*/ 1057230 w 7467600"/>
              <a:gd name="connsiteY933" fmla="*/ 0 h 6858000"/>
              <a:gd name="connsiteX934" fmla="*/ 1111003 w 7467600"/>
              <a:gd name="connsiteY934" fmla="*/ 0 h 6858000"/>
              <a:gd name="connsiteX935" fmla="*/ 1125553 w 7467600"/>
              <a:gd name="connsiteY935" fmla="*/ 52588 h 6858000"/>
              <a:gd name="connsiteX936" fmla="*/ 1304276 w 7467600"/>
              <a:gd name="connsiteY936" fmla="*/ 476275 h 6858000"/>
              <a:gd name="connsiteX937" fmla="*/ 1492066 w 7467600"/>
              <a:gd name="connsiteY937" fmla="*/ 886333 h 6858000"/>
              <a:gd name="connsiteX938" fmla="*/ 1423698 w 7467600"/>
              <a:gd name="connsiteY938" fmla="*/ 710817 h 6858000"/>
              <a:gd name="connsiteX939" fmla="*/ 1357609 w 7467600"/>
              <a:gd name="connsiteY939" fmla="*/ 532892 h 6858000"/>
              <a:gd name="connsiteX940" fmla="*/ 1309550 w 7467600"/>
              <a:gd name="connsiteY940" fmla="*/ 374031 h 6858000"/>
              <a:gd name="connsiteX941" fmla="*/ 1193673 w 7467600"/>
              <a:gd name="connsiteY941" fmla="*/ 49533 h 6858000"/>
              <a:gd name="connsiteX942" fmla="*/ 1164391 w 7467600"/>
              <a:gd name="connsiteY942" fmla="*/ 0 h 6858000"/>
              <a:gd name="connsiteX943" fmla="*/ 1200666 w 7467600"/>
              <a:gd name="connsiteY943" fmla="*/ 0 h 6858000"/>
              <a:gd name="connsiteX944" fmla="*/ 1223408 w 7467600"/>
              <a:gd name="connsiteY944" fmla="*/ 38996 h 6858000"/>
              <a:gd name="connsiteX945" fmla="*/ 1339635 w 7467600"/>
              <a:gd name="connsiteY945" fmla="*/ 365517 h 6858000"/>
              <a:gd name="connsiteX946" fmla="*/ 1387469 w 7467600"/>
              <a:gd name="connsiteY946" fmla="*/ 523079 h 6858000"/>
              <a:gd name="connsiteX947" fmla="*/ 1452685 w 7467600"/>
              <a:gd name="connsiteY947" fmla="*/ 699806 h 6858000"/>
              <a:gd name="connsiteX948" fmla="*/ 1492092 w 7467600"/>
              <a:gd name="connsiteY948" fmla="*/ 800424 h 6858000"/>
              <a:gd name="connsiteX949" fmla="*/ 1455302 w 7467600"/>
              <a:gd name="connsiteY949" fmla="*/ 632913 h 6858000"/>
              <a:gd name="connsiteX950" fmla="*/ 1222336 w 7467600"/>
              <a:gd name="connsiteY950" fmla="*/ 9480 h 6858000"/>
              <a:gd name="connsiteX951" fmla="*/ 1214634 w 7467600"/>
              <a:gd name="connsiteY951" fmla="*/ 0 h 6858000"/>
              <a:gd name="connsiteX952" fmla="*/ 1289827 w 7467600"/>
              <a:gd name="connsiteY952" fmla="*/ 0 h 6858000"/>
              <a:gd name="connsiteX953" fmla="*/ 1321076 w 7467600"/>
              <a:gd name="connsiteY953" fmla="*/ 59722 h 6858000"/>
              <a:gd name="connsiteX954" fmla="*/ 1512579 w 7467600"/>
              <a:gd name="connsiteY954" fmla="*/ 626441 h 6858000"/>
              <a:gd name="connsiteX955" fmla="*/ 1506076 w 7467600"/>
              <a:gd name="connsiteY955" fmla="*/ 1089289 h 6858000"/>
              <a:gd name="connsiteX956" fmla="*/ 1486346 w 7467600"/>
              <a:gd name="connsiteY956" fmla="*/ 1079919 h 6858000"/>
              <a:gd name="connsiteX957" fmla="*/ 1070511 w 7467600"/>
              <a:gd name="connsiteY957" fmla="*/ 48609 h 6858000"/>
              <a:gd name="connsiteX958" fmla="*/ 1057230 w 7467600"/>
              <a:gd name="connsiteY958" fmla="*/ 0 h 6858000"/>
              <a:gd name="connsiteX959" fmla="*/ 43151 w 7467600"/>
              <a:gd name="connsiteY959" fmla="*/ 0 h 6858000"/>
              <a:gd name="connsiteX960" fmla="*/ 95283 w 7467600"/>
              <a:gd name="connsiteY960" fmla="*/ 0 h 6858000"/>
              <a:gd name="connsiteX961" fmla="*/ 300708 w 7467600"/>
              <a:gd name="connsiteY961" fmla="*/ 154571 h 6858000"/>
              <a:gd name="connsiteX962" fmla="*/ 530414 w 7467600"/>
              <a:gd name="connsiteY962" fmla="*/ 354673 h 6858000"/>
              <a:gd name="connsiteX963" fmla="*/ 333785 w 7467600"/>
              <a:gd name="connsiteY963" fmla="*/ 161564 h 6858000"/>
              <a:gd name="connsiteX964" fmla="*/ 147005 w 7467600"/>
              <a:gd name="connsiteY964" fmla="*/ 0 h 6858000"/>
              <a:gd name="connsiteX965" fmla="*/ 272509 w 7467600"/>
              <a:gd name="connsiteY965" fmla="*/ 0 h 6858000"/>
              <a:gd name="connsiteX966" fmla="*/ 326276 w 7467600"/>
              <a:gd name="connsiteY966" fmla="*/ 45847 h 6858000"/>
              <a:gd name="connsiteX967" fmla="*/ 823759 w 7467600"/>
              <a:gd name="connsiteY967" fmla="*/ 574145 h 6858000"/>
              <a:gd name="connsiteX968" fmla="*/ 811254 w 7467600"/>
              <a:gd name="connsiteY968" fmla="*/ 665546 h 6858000"/>
              <a:gd name="connsiteX969" fmla="*/ 154042 w 7467600"/>
              <a:gd name="connsiteY969" fmla="*/ 261522 h 6858000"/>
              <a:gd name="connsiteX970" fmla="*/ 13550 w 7467600"/>
              <a:gd name="connsiteY970" fmla="*/ 158423 h 6858000"/>
              <a:gd name="connsiteX971" fmla="*/ 0 w 7467600"/>
              <a:gd name="connsiteY971" fmla="*/ 146618 h 6858000"/>
              <a:gd name="connsiteX972" fmla="*/ 0 w 7467600"/>
              <a:gd name="connsiteY972" fmla="*/ 59161 h 6858000"/>
              <a:gd name="connsiteX973" fmla="*/ 45427 w 7467600"/>
              <a:gd name="connsiteY973" fmla="*/ 101078 h 6858000"/>
              <a:gd name="connsiteX974" fmla="*/ 630103 w 7467600"/>
              <a:gd name="connsiteY974" fmla="*/ 485885 h 6858000"/>
              <a:gd name="connsiteX975" fmla="*/ 532040 w 7467600"/>
              <a:gd name="connsiteY975" fmla="*/ 399359 h 6858000"/>
              <a:gd name="connsiteX976" fmla="*/ 517618 w 7467600"/>
              <a:gd name="connsiteY976" fmla="*/ 385726 h 6858000"/>
              <a:gd name="connsiteX977" fmla="*/ 285074 w 7467600"/>
              <a:gd name="connsiteY977" fmla="*/ 182755 h 6858000"/>
              <a:gd name="connsiteX978" fmla="*/ 43151 w 7467600"/>
              <a:gd name="connsiteY97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5971257 h 6858000"/>
              <a:gd name="connsiteX83" fmla="*/ 7467600 w 7467600"/>
              <a:gd name="connsiteY83" fmla="*/ 6012219 h 6858000"/>
              <a:gd name="connsiteX84" fmla="*/ 6946849 w 7467600"/>
              <a:gd name="connsiteY84" fmla="*/ 5523271 h 6858000"/>
              <a:gd name="connsiteX85" fmla="*/ 6946972 w 7467600"/>
              <a:gd name="connsiteY85" fmla="*/ 5526491 h 6858000"/>
              <a:gd name="connsiteX86" fmla="*/ 7105827 w 7467600"/>
              <a:gd name="connsiteY86" fmla="*/ 5718700 h 6858000"/>
              <a:gd name="connsiteX87" fmla="*/ 7356878 w 7467600"/>
              <a:gd name="connsiteY87" fmla="*/ 5981332 h 6858000"/>
              <a:gd name="connsiteX88" fmla="*/ 7467600 w 7467600"/>
              <a:gd name="connsiteY88" fmla="*/ 6117703 h 6858000"/>
              <a:gd name="connsiteX89" fmla="*/ 7467600 w 7467600"/>
              <a:gd name="connsiteY89" fmla="*/ 6163634 h 6858000"/>
              <a:gd name="connsiteX90" fmla="*/ 7403637 w 7467600"/>
              <a:gd name="connsiteY90" fmla="*/ 6083957 h 6858000"/>
              <a:gd name="connsiteX91" fmla="*/ 7254615 w 7467600"/>
              <a:gd name="connsiteY91" fmla="*/ 5911918 h 6858000"/>
              <a:gd name="connsiteX92" fmla="*/ 7312589 w 7467600"/>
              <a:gd name="connsiteY92" fmla="*/ 5982309 h 6858000"/>
              <a:gd name="connsiteX93" fmla="*/ 7448321 w 7467600"/>
              <a:gd name="connsiteY93" fmla="*/ 6190991 h 6858000"/>
              <a:gd name="connsiteX94" fmla="*/ 7467600 w 7467600"/>
              <a:gd name="connsiteY94" fmla="*/ 6221686 h 6858000"/>
              <a:gd name="connsiteX95" fmla="*/ 7467600 w 7467600"/>
              <a:gd name="connsiteY95" fmla="*/ 6334256 h 6858000"/>
              <a:gd name="connsiteX96" fmla="*/ 7454976 w 7467600"/>
              <a:gd name="connsiteY96" fmla="*/ 6318297 h 6858000"/>
              <a:gd name="connsiteX97" fmla="*/ 7042773 w 7467600"/>
              <a:gd name="connsiteY97" fmla="*/ 5734011 h 6858000"/>
              <a:gd name="connsiteX98" fmla="*/ 6844835 w 7467600"/>
              <a:gd name="connsiteY98" fmla="*/ 5424988 h 6858000"/>
              <a:gd name="connsiteX99" fmla="*/ 1456157 w 7467600"/>
              <a:gd name="connsiteY99" fmla="*/ 5371404 h 6858000"/>
              <a:gd name="connsiteX100" fmla="*/ 1244432 w 7467600"/>
              <a:gd name="connsiteY100" fmla="*/ 5385601 h 6858000"/>
              <a:gd name="connsiteX101" fmla="*/ 973990 w 7467600"/>
              <a:gd name="connsiteY101" fmla="*/ 5424940 h 6858000"/>
              <a:gd name="connsiteX102" fmla="*/ 1103809 w 7467600"/>
              <a:gd name="connsiteY102" fmla="*/ 5433720 h 6858000"/>
              <a:gd name="connsiteX103" fmla="*/ 1123454 w 7467600"/>
              <a:gd name="connsiteY103" fmla="*/ 5435727 h 6858000"/>
              <a:gd name="connsiteX104" fmla="*/ 1737017 w 7467600"/>
              <a:gd name="connsiteY104" fmla="*/ 5452183 h 6858000"/>
              <a:gd name="connsiteX105" fmla="*/ 1824397 w 7467600"/>
              <a:gd name="connsiteY105" fmla="*/ 5447757 h 6858000"/>
              <a:gd name="connsiteX106" fmla="*/ 2070059 w 7467600"/>
              <a:gd name="connsiteY106" fmla="*/ 5441660 h 6858000"/>
              <a:gd name="connsiteX107" fmla="*/ 1456157 w 7467600"/>
              <a:gd name="connsiteY107" fmla="*/ 5371404 h 6858000"/>
              <a:gd name="connsiteX108" fmla="*/ 4988186 w 7467600"/>
              <a:gd name="connsiteY108" fmla="*/ 5216467 h 6858000"/>
              <a:gd name="connsiteX109" fmla="*/ 4777334 w 7467600"/>
              <a:gd name="connsiteY109" fmla="*/ 5406072 h 6858000"/>
              <a:gd name="connsiteX110" fmla="*/ 4718341 w 7467600"/>
              <a:gd name="connsiteY110" fmla="*/ 5468043 h 6858000"/>
              <a:gd name="connsiteX111" fmla="*/ 4604655 w 7467600"/>
              <a:gd name="connsiteY111" fmla="*/ 5583434 h 6858000"/>
              <a:gd name="connsiteX112" fmla="*/ 4565074 w 7467600"/>
              <a:gd name="connsiteY112" fmla="*/ 5618550 h 6858000"/>
              <a:gd name="connsiteX113" fmla="*/ 4988186 w 7467600"/>
              <a:gd name="connsiteY113" fmla="*/ 5216467 h 6858000"/>
              <a:gd name="connsiteX114" fmla="*/ 4978032 w 7467600"/>
              <a:gd name="connsiteY114" fmla="*/ 5183809 h 6858000"/>
              <a:gd name="connsiteX115" fmla="*/ 4463413 w 7467600"/>
              <a:gd name="connsiteY115" fmla="*/ 5615162 h 6858000"/>
              <a:gd name="connsiteX116" fmla="*/ 4358134 w 7467600"/>
              <a:gd name="connsiteY116" fmla="*/ 5742791 h 6858000"/>
              <a:gd name="connsiteX117" fmla="*/ 4376219 w 7467600"/>
              <a:gd name="connsiteY117" fmla="*/ 5729027 h 6858000"/>
              <a:gd name="connsiteX118" fmla="*/ 4582340 w 7467600"/>
              <a:gd name="connsiteY118" fmla="*/ 5561037 h 6858000"/>
              <a:gd name="connsiteX119" fmla="*/ 4694684 w 7467600"/>
              <a:gd name="connsiteY119" fmla="*/ 5447098 h 6858000"/>
              <a:gd name="connsiteX120" fmla="*/ 4754123 w 7467600"/>
              <a:gd name="connsiteY120" fmla="*/ 5384643 h 6858000"/>
              <a:gd name="connsiteX121" fmla="*/ 4978032 w 7467600"/>
              <a:gd name="connsiteY121" fmla="*/ 5183809 h 6858000"/>
              <a:gd name="connsiteX122" fmla="*/ 1903353 w 7467600"/>
              <a:gd name="connsiteY122" fmla="*/ 5044827 h 6858000"/>
              <a:gd name="connsiteX123" fmla="*/ 1936931 w 7467600"/>
              <a:gd name="connsiteY123" fmla="*/ 5093954 h 6858000"/>
              <a:gd name="connsiteX124" fmla="*/ 2195868 w 7467600"/>
              <a:gd name="connsiteY124" fmla="*/ 5396574 h 6858000"/>
              <a:gd name="connsiteX125" fmla="*/ 2088852 w 7467600"/>
              <a:gd name="connsiteY125" fmla="*/ 5166123 h 6858000"/>
              <a:gd name="connsiteX126" fmla="*/ 1958241 w 7467600"/>
              <a:gd name="connsiteY126" fmla="*/ 5067955 h 6858000"/>
              <a:gd name="connsiteX127" fmla="*/ 1903353 w 7467600"/>
              <a:gd name="connsiteY127" fmla="*/ 5044827 h 6858000"/>
              <a:gd name="connsiteX128" fmla="*/ 1979378 w 7467600"/>
              <a:gd name="connsiteY128" fmla="*/ 4769504 h 6858000"/>
              <a:gd name="connsiteX129" fmla="*/ 2882120 w 7467600"/>
              <a:gd name="connsiteY129" fmla="*/ 5064547 h 6858000"/>
              <a:gd name="connsiteX130" fmla="*/ 2793103 w 7467600"/>
              <a:gd name="connsiteY130" fmla="*/ 5039699 h 6858000"/>
              <a:gd name="connsiteX131" fmla="*/ 2770041 w 7467600"/>
              <a:gd name="connsiteY131" fmla="*/ 5033634 h 6858000"/>
              <a:gd name="connsiteX132" fmla="*/ 1979378 w 7467600"/>
              <a:gd name="connsiteY132" fmla="*/ 4769504 h 6858000"/>
              <a:gd name="connsiteX133" fmla="*/ 1927410 w 7467600"/>
              <a:gd name="connsiteY133" fmla="*/ 4716164 h 6858000"/>
              <a:gd name="connsiteX134" fmla="*/ 1959587 w 7467600"/>
              <a:gd name="connsiteY134" fmla="*/ 4728849 h 6858000"/>
              <a:gd name="connsiteX135" fmla="*/ 2777707 w 7467600"/>
              <a:gd name="connsiteY135" fmla="*/ 5003991 h 6858000"/>
              <a:gd name="connsiteX136" fmla="*/ 2800768 w 7467600"/>
              <a:gd name="connsiteY136" fmla="*/ 5010056 h 6858000"/>
              <a:gd name="connsiteX137" fmla="*/ 2879408 w 7467600"/>
              <a:gd name="connsiteY137" fmla="*/ 5031590 h 6858000"/>
              <a:gd name="connsiteX138" fmla="*/ 2862295 w 7467600"/>
              <a:gd name="connsiteY138" fmla="*/ 5022958 h 6858000"/>
              <a:gd name="connsiteX139" fmla="*/ 2813343 w 7467600"/>
              <a:gd name="connsiteY139" fmla="*/ 4998369 h 6858000"/>
              <a:gd name="connsiteX140" fmla="*/ 2646245 w 7467600"/>
              <a:gd name="connsiteY140" fmla="*/ 4930999 h 6858000"/>
              <a:gd name="connsiteX141" fmla="*/ 1999243 w 7467600"/>
              <a:gd name="connsiteY141" fmla="*/ 4730524 h 6858000"/>
              <a:gd name="connsiteX142" fmla="*/ 1979527 w 7467600"/>
              <a:gd name="connsiteY142" fmla="*/ 4726651 h 6858000"/>
              <a:gd name="connsiteX143" fmla="*/ 1927410 w 7467600"/>
              <a:gd name="connsiteY143" fmla="*/ 4716164 h 6858000"/>
              <a:gd name="connsiteX144" fmla="*/ 1997014 w 7467600"/>
              <a:gd name="connsiteY144" fmla="*/ 4698007 h 6858000"/>
              <a:gd name="connsiteX145" fmla="*/ 2005458 w 7467600"/>
              <a:gd name="connsiteY145" fmla="*/ 4699540 h 6858000"/>
              <a:gd name="connsiteX146" fmla="*/ 2657186 w 7467600"/>
              <a:gd name="connsiteY146" fmla="*/ 4901687 h 6858000"/>
              <a:gd name="connsiteX147" fmla="*/ 2826662 w 7467600"/>
              <a:gd name="connsiteY147" fmla="*/ 4970362 h 6858000"/>
              <a:gd name="connsiteX148" fmla="*/ 2876100 w 7467600"/>
              <a:gd name="connsiteY148" fmla="*/ 4995397 h 6858000"/>
              <a:gd name="connsiteX149" fmla="*/ 3042600 w 7467600"/>
              <a:gd name="connsiteY149" fmla="*/ 5059532 h 6858000"/>
              <a:gd name="connsiteX150" fmla="*/ 1997014 w 7467600"/>
              <a:gd name="connsiteY150" fmla="*/ 4698007 h 6858000"/>
              <a:gd name="connsiteX151" fmla="*/ 2305292 w 7467600"/>
              <a:gd name="connsiteY151" fmla="*/ 4219492 h 6858000"/>
              <a:gd name="connsiteX152" fmla="*/ 3360922 w 7467600"/>
              <a:gd name="connsiteY152" fmla="*/ 4529373 h 6858000"/>
              <a:gd name="connsiteX153" fmla="*/ 3492420 w 7467600"/>
              <a:gd name="connsiteY153" fmla="*/ 4510145 h 6858000"/>
              <a:gd name="connsiteX154" fmla="*/ 3364086 w 7467600"/>
              <a:gd name="connsiteY154" fmla="*/ 4480340 h 6858000"/>
              <a:gd name="connsiteX155" fmla="*/ 3225818 w 7467600"/>
              <a:gd name="connsiteY155" fmla="*/ 4411822 h 6858000"/>
              <a:gd name="connsiteX156" fmla="*/ 3129696 w 7467600"/>
              <a:gd name="connsiteY156" fmla="*/ 4360704 h 6858000"/>
              <a:gd name="connsiteX157" fmla="*/ 2814545 w 7467600"/>
              <a:gd name="connsiteY157" fmla="*/ 4282955 h 6858000"/>
              <a:gd name="connsiteX158" fmla="*/ 2305292 w 7467600"/>
              <a:gd name="connsiteY158" fmla="*/ 4219492 h 6858000"/>
              <a:gd name="connsiteX159" fmla="*/ 2626982 w 7467600"/>
              <a:gd name="connsiteY159" fmla="*/ 4206450 h 6858000"/>
              <a:gd name="connsiteX160" fmla="*/ 2490617 w 7467600"/>
              <a:gd name="connsiteY160" fmla="*/ 4206951 h 6858000"/>
              <a:gd name="connsiteX161" fmla="*/ 2819869 w 7467600"/>
              <a:gd name="connsiteY161" fmla="*/ 4252936 h 6858000"/>
              <a:gd name="connsiteX162" fmla="*/ 3143018 w 7467600"/>
              <a:gd name="connsiteY162" fmla="*/ 4332698 h 6858000"/>
              <a:gd name="connsiteX163" fmla="*/ 3241520 w 7467600"/>
              <a:gd name="connsiteY163" fmla="*/ 4385112 h 6858000"/>
              <a:gd name="connsiteX164" fmla="*/ 3374575 w 7467600"/>
              <a:gd name="connsiteY164" fmla="*/ 4451517 h 6858000"/>
              <a:gd name="connsiteX165" fmla="*/ 3505221 w 7467600"/>
              <a:gd name="connsiteY165" fmla="*/ 4480757 h 6858000"/>
              <a:gd name="connsiteX166" fmla="*/ 2626982 w 7467600"/>
              <a:gd name="connsiteY166" fmla="*/ 4206450 h 6858000"/>
              <a:gd name="connsiteX167" fmla="*/ 1310106 w 7467600"/>
              <a:gd name="connsiteY167" fmla="*/ 3943217 h 6858000"/>
              <a:gd name="connsiteX168" fmla="*/ 854994 w 7467600"/>
              <a:gd name="connsiteY168" fmla="*/ 4399136 h 6858000"/>
              <a:gd name="connsiteX169" fmla="*/ 742462 w 7467600"/>
              <a:gd name="connsiteY169" fmla="*/ 4594648 h 6858000"/>
              <a:gd name="connsiteX170" fmla="*/ 820602 w 7467600"/>
              <a:gd name="connsiteY170" fmla="*/ 4485915 h 6858000"/>
              <a:gd name="connsiteX171" fmla="*/ 878295 w 7467600"/>
              <a:gd name="connsiteY171" fmla="*/ 4403594 h 6858000"/>
              <a:gd name="connsiteX172" fmla="*/ 1240607 w 7467600"/>
              <a:gd name="connsiteY172" fmla="*/ 4010401 h 6858000"/>
              <a:gd name="connsiteX173" fmla="*/ 1310106 w 7467600"/>
              <a:gd name="connsiteY173" fmla="*/ 3943217 h 6858000"/>
              <a:gd name="connsiteX174" fmla="*/ 1423113 w 7467600"/>
              <a:gd name="connsiteY174" fmla="*/ 3874565 h 6858000"/>
              <a:gd name="connsiteX175" fmla="*/ 1260565 w 7467600"/>
              <a:gd name="connsiteY175" fmla="*/ 4031982 h 6858000"/>
              <a:gd name="connsiteX176" fmla="*/ 901900 w 7467600"/>
              <a:gd name="connsiteY176" fmla="*/ 4421236 h 6858000"/>
              <a:gd name="connsiteX177" fmla="*/ 845044 w 7467600"/>
              <a:gd name="connsiteY177" fmla="*/ 4502436 h 6858000"/>
              <a:gd name="connsiteX178" fmla="*/ 685926 w 7467600"/>
              <a:gd name="connsiteY178" fmla="*/ 4703069 h 6858000"/>
              <a:gd name="connsiteX179" fmla="*/ 684248 w 7467600"/>
              <a:gd name="connsiteY179" fmla="*/ 4706721 h 6858000"/>
              <a:gd name="connsiteX180" fmla="*/ 1423113 w 7467600"/>
              <a:gd name="connsiteY180" fmla="*/ 3874565 h 6858000"/>
              <a:gd name="connsiteX181" fmla="*/ 3316479 w 7467600"/>
              <a:gd name="connsiteY181" fmla="*/ 3872136 h 6858000"/>
              <a:gd name="connsiteX182" fmla="*/ 3546806 w 7467600"/>
              <a:gd name="connsiteY182" fmla="*/ 4356139 h 6858000"/>
              <a:gd name="connsiteX183" fmla="*/ 3364433 w 7467600"/>
              <a:gd name="connsiteY183" fmla="*/ 3953121 h 6858000"/>
              <a:gd name="connsiteX184" fmla="*/ 3316479 w 7467600"/>
              <a:gd name="connsiteY184" fmla="*/ 3872136 h 6858000"/>
              <a:gd name="connsiteX185" fmla="*/ 3291335 w 7467600"/>
              <a:gd name="connsiteY185" fmla="*/ 3767420 h 6858000"/>
              <a:gd name="connsiteX186" fmla="*/ 3390805 w 7467600"/>
              <a:gd name="connsiteY186" fmla="*/ 3937163 h 6858000"/>
              <a:gd name="connsiteX187" fmla="*/ 3579062 w 7467600"/>
              <a:gd name="connsiteY187" fmla="*/ 4359040 h 6858000"/>
              <a:gd name="connsiteX188" fmla="*/ 3467355 w 7467600"/>
              <a:gd name="connsiteY188" fmla="*/ 3988130 h 6858000"/>
              <a:gd name="connsiteX189" fmla="*/ 3310753 w 7467600"/>
              <a:gd name="connsiteY189" fmla="*/ 3787140 h 6858000"/>
              <a:gd name="connsiteX190" fmla="*/ 3291335 w 7467600"/>
              <a:gd name="connsiteY190" fmla="*/ 3767420 h 6858000"/>
              <a:gd name="connsiteX191" fmla="*/ 1635889 w 7467600"/>
              <a:gd name="connsiteY191" fmla="*/ 3709494 h 6858000"/>
              <a:gd name="connsiteX192" fmla="*/ 1634800 w 7467600"/>
              <a:gd name="connsiteY192" fmla="*/ 3731111 h 6858000"/>
              <a:gd name="connsiteX193" fmla="*/ 1635889 w 7467600"/>
              <a:gd name="connsiteY193" fmla="*/ 3709494 h 6858000"/>
              <a:gd name="connsiteX194" fmla="*/ 1510397 w 7467600"/>
              <a:gd name="connsiteY194" fmla="*/ 3684705 h 6858000"/>
              <a:gd name="connsiteX195" fmla="*/ 1146550 w 7467600"/>
              <a:gd name="connsiteY195" fmla="*/ 3802012 h 6858000"/>
              <a:gd name="connsiteX196" fmla="*/ 698834 w 7467600"/>
              <a:gd name="connsiteY196" fmla="*/ 3952272 h 6858000"/>
              <a:gd name="connsiteX197" fmla="*/ 34256 w 7467600"/>
              <a:gd name="connsiteY197" fmla="*/ 4347603 h 6858000"/>
              <a:gd name="connsiteX198" fmla="*/ 527241 w 7467600"/>
              <a:gd name="connsiteY198" fmla="*/ 4065078 h 6858000"/>
              <a:gd name="connsiteX199" fmla="*/ 1510397 w 7467600"/>
              <a:gd name="connsiteY199" fmla="*/ 3684705 h 6858000"/>
              <a:gd name="connsiteX200" fmla="*/ 1313114 w 7467600"/>
              <a:gd name="connsiteY200" fmla="*/ 3655216 h 6858000"/>
              <a:gd name="connsiteX201" fmla="*/ 1109304 w 7467600"/>
              <a:gd name="connsiteY201" fmla="*/ 3669030 h 6858000"/>
              <a:gd name="connsiteX202" fmla="*/ 8129 w 7467600"/>
              <a:gd name="connsiteY202" fmla="*/ 4330519 h 6858000"/>
              <a:gd name="connsiteX203" fmla="*/ 687572 w 7467600"/>
              <a:gd name="connsiteY203" fmla="*/ 3925629 h 6858000"/>
              <a:gd name="connsiteX204" fmla="*/ 1138365 w 7467600"/>
              <a:gd name="connsiteY204" fmla="*/ 3774515 h 6858000"/>
              <a:gd name="connsiteX205" fmla="*/ 1505579 w 7467600"/>
              <a:gd name="connsiteY205" fmla="*/ 3655526 h 6858000"/>
              <a:gd name="connsiteX206" fmla="*/ 1313114 w 7467600"/>
              <a:gd name="connsiteY206" fmla="*/ 3655216 h 6858000"/>
              <a:gd name="connsiteX207" fmla="*/ 3655073 w 7467600"/>
              <a:gd name="connsiteY207" fmla="*/ 3650884 h 6858000"/>
              <a:gd name="connsiteX208" fmla="*/ 3989938 w 7467600"/>
              <a:gd name="connsiteY208" fmla="*/ 3991685 h 6858000"/>
              <a:gd name="connsiteX209" fmla="*/ 4393907 w 7467600"/>
              <a:gd name="connsiteY209" fmla="*/ 4261258 h 6858000"/>
              <a:gd name="connsiteX210" fmla="*/ 4648051 w 7467600"/>
              <a:gd name="connsiteY210" fmla="*/ 4374051 h 6858000"/>
              <a:gd name="connsiteX211" fmla="*/ 4383389 w 7467600"/>
              <a:gd name="connsiteY211" fmla="*/ 4184369 h 6858000"/>
              <a:gd name="connsiteX212" fmla="*/ 4165508 w 7467600"/>
              <a:gd name="connsiteY212" fmla="*/ 4035196 h 6858000"/>
              <a:gd name="connsiteX213" fmla="*/ 4068162 w 7467600"/>
              <a:gd name="connsiteY213" fmla="*/ 3953394 h 6858000"/>
              <a:gd name="connsiteX214" fmla="*/ 3981416 w 7467600"/>
              <a:gd name="connsiteY214" fmla="*/ 3880482 h 6858000"/>
              <a:gd name="connsiteX215" fmla="*/ 3800147 w 7467600"/>
              <a:gd name="connsiteY215" fmla="*/ 3749872 h 6858000"/>
              <a:gd name="connsiteX216" fmla="*/ 3655073 w 7467600"/>
              <a:gd name="connsiteY216" fmla="*/ 3650884 h 6858000"/>
              <a:gd name="connsiteX217" fmla="*/ 3670252 w 7467600"/>
              <a:gd name="connsiteY217" fmla="*/ 3622798 h 6858000"/>
              <a:gd name="connsiteX218" fmla="*/ 3817258 w 7467600"/>
              <a:gd name="connsiteY218" fmla="*/ 3723577 h 6858000"/>
              <a:gd name="connsiteX219" fmla="*/ 4000461 w 7467600"/>
              <a:gd name="connsiteY219" fmla="*/ 3855966 h 6858000"/>
              <a:gd name="connsiteX220" fmla="*/ 4088180 w 7467600"/>
              <a:gd name="connsiteY220" fmla="*/ 3929774 h 6858000"/>
              <a:gd name="connsiteX221" fmla="*/ 4184555 w 7467600"/>
              <a:gd name="connsiteY221" fmla="*/ 4010683 h 6858000"/>
              <a:gd name="connsiteX222" fmla="*/ 4399563 w 7467600"/>
              <a:gd name="connsiteY222" fmla="*/ 4158106 h 6858000"/>
              <a:gd name="connsiteX223" fmla="*/ 4684469 w 7467600"/>
              <a:gd name="connsiteY223" fmla="*/ 4364680 h 6858000"/>
              <a:gd name="connsiteX224" fmla="*/ 4690271 w 7467600"/>
              <a:gd name="connsiteY224" fmla="*/ 4370034 h 6858000"/>
              <a:gd name="connsiteX225" fmla="*/ 4136093 w 7467600"/>
              <a:gd name="connsiteY225" fmla="*/ 3858466 h 6858000"/>
              <a:gd name="connsiteX226" fmla="*/ 3670252 w 7467600"/>
              <a:gd name="connsiteY226" fmla="*/ 3622798 h 6858000"/>
              <a:gd name="connsiteX227" fmla="*/ 4440129 w 7467600"/>
              <a:gd name="connsiteY227" fmla="*/ 3448571 h 6858000"/>
              <a:gd name="connsiteX228" fmla="*/ 4856525 w 7467600"/>
              <a:gd name="connsiteY228" fmla="*/ 3915351 h 6858000"/>
              <a:gd name="connsiteX229" fmla="*/ 5059055 w 7467600"/>
              <a:gd name="connsiteY229" fmla="*/ 4108918 h 6858000"/>
              <a:gd name="connsiteX230" fmla="*/ 5290070 w 7467600"/>
              <a:gd name="connsiteY230" fmla="*/ 4263619 h 6858000"/>
              <a:gd name="connsiteX231" fmla="*/ 4834991 w 7467600"/>
              <a:gd name="connsiteY231" fmla="*/ 3830985 h 6858000"/>
              <a:gd name="connsiteX232" fmla="*/ 4440129 w 7467600"/>
              <a:gd name="connsiteY232" fmla="*/ 3448571 h 6858000"/>
              <a:gd name="connsiteX233" fmla="*/ 4441737 w 7467600"/>
              <a:gd name="connsiteY233" fmla="*/ 3399734 h 6858000"/>
              <a:gd name="connsiteX234" fmla="*/ 4431236 w 7467600"/>
              <a:gd name="connsiteY234" fmla="*/ 3400954 h 6858000"/>
              <a:gd name="connsiteX235" fmla="*/ 4557150 w 7467600"/>
              <a:gd name="connsiteY235" fmla="*/ 3510023 h 6858000"/>
              <a:gd name="connsiteX236" fmla="*/ 4856936 w 7467600"/>
              <a:gd name="connsiteY236" fmla="*/ 3809146 h 6858000"/>
              <a:gd name="connsiteX237" fmla="*/ 5111996 w 7467600"/>
              <a:gd name="connsiteY237" fmla="*/ 4065759 h 6858000"/>
              <a:gd name="connsiteX238" fmla="*/ 5388878 w 7467600"/>
              <a:gd name="connsiteY238" fmla="*/ 4300185 h 6858000"/>
              <a:gd name="connsiteX239" fmla="*/ 5425556 w 7467600"/>
              <a:gd name="connsiteY239" fmla="*/ 4308967 h 6858000"/>
              <a:gd name="connsiteX240" fmla="*/ 4943646 w 7467600"/>
              <a:gd name="connsiteY240" fmla="*/ 3822916 h 6858000"/>
              <a:gd name="connsiteX241" fmla="*/ 4594837 w 7467600"/>
              <a:gd name="connsiteY241" fmla="*/ 3532274 h 6858000"/>
              <a:gd name="connsiteX242" fmla="*/ 4441737 w 7467600"/>
              <a:gd name="connsiteY242" fmla="*/ 3399734 h 6858000"/>
              <a:gd name="connsiteX243" fmla="*/ 5425834 w 7467600"/>
              <a:gd name="connsiteY243" fmla="*/ 3162785 h 6858000"/>
              <a:gd name="connsiteX244" fmla="*/ 5401644 w 7467600"/>
              <a:gd name="connsiteY244" fmla="*/ 3617847 h 6858000"/>
              <a:gd name="connsiteX245" fmla="*/ 5467256 w 7467600"/>
              <a:gd name="connsiteY245" fmla="*/ 4175494 h 6858000"/>
              <a:gd name="connsiteX246" fmla="*/ 5448069 w 7467600"/>
              <a:gd name="connsiteY246" fmla="*/ 3567554 h 6858000"/>
              <a:gd name="connsiteX247" fmla="*/ 5425834 w 7467600"/>
              <a:gd name="connsiteY247" fmla="*/ 3162785 h 6858000"/>
              <a:gd name="connsiteX248" fmla="*/ 1318687 w 7467600"/>
              <a:gd name="connsiteY248" fmla="*/ 3113840 h 6858000"/>
              <a:gd name="connsiteX249" fmla="*/ 1066793 w 7467600"/>
              <a:gd name="connsiteY249" fmla="*/ 3212171 h 6858000"/>
              <a:gd name="connsiteX250" fmla="*/ 993319 w 7467600"/>
              <a:gd name="connsiteY250" fmla="*/ 3247648 h 6858000"/>
              <a:gd name="connsiteX251" fmla="*/ 853081 w 7467600"/>
              <a:gd name="connsiteY251" fmla="*/ 3312410 h 6858000"/>
              <a:gd name="connsiteX252" fmla="*/ 805957 w 7467600"/>
              <a:gd name="connsiteY252" fmla="*/ 3330443 h 6858000"/>
              <a:gd name="connsiteX253" fmla="*/ 1318687 w 7467600"/>
              <a:gd name="connsiteY253" fmla="*/ 3113840 h 6858000"/>
              <a:gd name="connsiteX254" fmla="*/ 5453702 w 7467600"/>
              <a:gd name="connsiteY254" fmla="*/ 3090882 h 6858000"/>
              <a:gd name="connsiteX255" fmla="*/ 5480135 w 7467600"/>
              <a:gd name="connsiteY255" fmla="*/ 3565802 h 6858000"/>
              <a:gd name="connsiteX256" fmla="*/ 5499023 w 7467600"/>
              <a:gd name="connsiteY256" fmla="*/ 4166310 h 6858000"/>
              <a:gd name="connsiteX257" fmla="*/ 5547022 w 7467600"/>
              <a:gd name="connsiteY257" fmla="*/ 3607838 h 6858000"/>
              <a:gd name="connsiteX258" fmla="*/ 5515964 w 7467600"/>
              <a:gd name="connsiteY258" fmla="*/ 3378541 h 6858000"/>
              <a:gd name="connsiteX259" fmla="*/ 5453702 w 7467600"/>
              <a:gd name="connsiteY259" fmla="*/ 3090882 h 6858000"/>
              <a:gd name="connsiteX260" fmla="*/ 1238695 w 7467600"/>
              <a:gd name="connsiteY260" fmla="*/ 3076820 h 6858000"/>
              <a:gd name="connsiteX261" fmla="*/ 716371 w 7467600"/>
              <a:gd name="connsiteY261" fmla="*/ 3293249 h 6858000"/>
              <a:gd name="connsiteX262" fmla="*/ 579522 w 7467600"/>
              <a:gd name="connsiteY262" fmla="*/ 3371759 h 6858000"/>
              <a:gd name="connsiteX263" fmla="*/ 600288 w 7467600"/>
              <a:gd name="connsiteY263" fmla="*/ 3365555 h 6858000"/>
              <a:gd name="connsiteX264" fmla="*/ 840692 w 7467600"/>
              <a:gd name="connsiteY264" fmla="*/ 3284921 h 6858000"/>
              <a:gd name="connsiteX265" fmla="*/ 979248 w 7467600"/>
              <a:gd name="connsiteY265" fmla="*/ 3221003 h 6858000"/>
              <a:gd name="connsiteX266" fmla="*/ 1053282 w 7467600"/>
              <a:gd name="connsiteY266" fmla="*/ 3185247 h 6858000"/>
              <a:gd name="connsiteX267" fmla="*/ 1320603 w 7467600"/>
              <a:gd name="connsiteY267" fmla="*/ 3081281 h 6858000"/>
              <a:gd name="connsiteX268" fmla="*/ 1238695 w 7467600"/>
              <a:gd name="connsiteY268" fmla="*/ 3076820 h 6858000"/>
              <a:gd name="connsiteX269" fmla="*/ 5425627 w 7467600"/>
              <a:gd name="connsiteY269" fmla="*/ 2954192 h 6858000"/>
              <a:gd name="connsiteX270" fmla="*/ 5470770 w 7467600"/>
              <a:gd name="connsiteY270" fmla="*/ 3005435 h 6858000"/>
              <a:gd name="connsiteX271" fmla="*/ 5519779 w 7467600"/>
              <a:gd name="connsiteY271" fmla="*/ 4359223 h 6858000"/>
              <a:gd name="connsiteX272" fmla="*/ 5520293 w 7467600"/>
              <a:gd name="connsiteY272" fmla="*/ 4360602 h 6858000"/>
              <a:gd name="connsiteX273" fmla="*/ 5767221 w 7467600"/>
              <a:gd name="connsiteY273" fmla="*/ 4665564 h 6858000"/>
              <a:gd name="connsiteX274" fmla="*/ 6937169 w 7467600"/>
              <a:gd name="connsiteY274" fmla="*/ 4815941 h 6858000"/>
              <a:gd name="connsiteX275" fmla="*/ 6953922 w 7467600"/>
              <a:gd name="connsiteY275" fmla="*/ 4890068 h 6858000"/>
              <a:gd name="connsiteX276" fmla="*/ 6071359 w 7467600"/>
              <a:gd name="connsiteY276" fmla="*/ 4770770 h 6858000"/>
              <a:gd name="connsiteX277" fmla="*/ 6038839 w 7467600"/>
              <a:gd name="connsiteY277" fmla="*/ 4764474 h 6858000"/>
              <a:gd name="connsiteX278" fmla="*/ 6038706 w 7467600"/>
              <a:gd name="connsiteY278" fmla="*/ 4763847 h 6858000"/>
              <a:gd name="connsiteX279" fmla="*/ 6037784 w 7467600"/>
              <a:gd name="connsiteY279" fmla="*/ 4764270 h 6858000"/>
              <a:gd name="connsiteX280" fmla="*/ 6038839 w 7467600"/>
              <a:gd name="connsiteY280" fmla="*/ 4764474 h 6858000"/>
              <a:gd name="connsiteX281" fmla="*/ 6040338 w 7467600"/>
              <a:gd name="connsiteY281" fmla="*/ 4771418 h 6858000"/>
              <a:gd name="connsiteX282" fmla="*/ 6024488 w 7467600"/>
              <a:gd name="connsiteY282" fmla="*/ 4809903 h 6858000"/>
              <a:gd name="connsiteX283" fmla="*/ 5599771 w 7467600"/>
              <a:gd name="connsiteY283" fmla="*/ 5509652 h 6858000"/>
              <a:gd name="connsiteX284" fmla="*/ 5548843 w 7467600"/>
              <a:gd name="connsiteY284" fmla="*/ 5563845 h 6858000"/>
              <a:gd name="connsiteX285" fmla="*/ 5940952 w 7467600"/>
              <a:gd name="connsiteY285" fmla="*/ 6250028 h 6858000"/>
              <a:gd name="connsiteX286" fmla="*/ 6043441 w 7467600"/>
              <a:gd name="connsiteY286" fmla="*/ 6665847 h 6858000"/>
              <a:gd name="connsiteX287" fmla="*/ 6093432 w 7467600"/>
              <a:gd name="connsiteY287" fmla="*/ 6858000 h 6858000"/>
              <a:gd name="connsiteX288" fmla="*/ 6034344 w 7467600"/>
              <a:gd name="connsiteY288" fmla="*/ 6858000 h 6858000"/>
              <a:gd name="connsiteX289" fmla="*/ 6026679 w 7467600"/>
              <a:gd name="connsiteY289" fmla="*/ 6836959 h 6858000"/>
              <a:gd name="connsiteX290" fmla="*/ 5800441 w 7467600"/>
              <a:gd name="connsiteY290" fmla="*/ 6335286 h 6858000"/>
              <a:gd name="connsiteX291" fmla="*/ 5526562 w 7467600"/>
              <a:gd name="connsiteY291" fmla="*/ 5705388 h 6858000"/>
              <a:gd name="connsiteX292" fmla="*/ 5519640 w 7467600"/>
              <a:gd name="connsiteY292" fmla="*/ 5683774 h 6858000"/>
              <a:gd name="connsiteX293" fmla="*/ 5844559 w 7467600"/>
              <a:gd name="connsiteY293" fmla="*/ 6553349 h 6858000"/>
              <a:gd name="connsiteX294" fmla="*/ 5975994 w 7467600"/>
              <a:gd name="connsiteY294" fmla="*/ 6858000 h 6858000"/>
              <a:gd name="connsiteX295" fmla="*/ 5898547 w 7467600"/>
              <a:gd name="connsiteY295" fmla="*/ 6858000 h 6858000"/>
              <a:gd name="connsiteX296" fmla="*/ 5682041 w 7467600"/>
              <a:gd name="connsiteY296" fmla="*/ 6355860 h 6858000"/>
              <a:gd name="connsiteX297" fmla="*/ 5461758 w 7467600"/>
              <a:gd name="connsiteY297" fmla="*/ 5820220 h 6858000"/>
              <a:gd name="connsiteX298" fmla="*/ 5237282 w 7467600"/>
              <a:gd name="connsiteY298" fmla="*/ 6579086 h 6858000"/>
              <a:gd name="connsiteX299" fmla="*/ 5115009 w 7467600"/>
              <a:gd name="connsiteY299" fmla="*/ 6858000 h 6858000"/>
              <a:gd name="connsiteX300" fmla="*/ 5028074 w 7467600"/>
              <a:gd name="connsiteY300" fmla="*/ 6858000 h 6858000"/>
              <a:gd name="connsiteX301" fmla="*/ 5079508 w 7467600"/>
              <a:gd name="connsiteY301" fmla="*/ 6749074 h 6858000"/>
              <a:gd name="connsiteX302" fmla="*/ 5371846 w 7467600"/>
              <a:gd name="connsiteY302" fmla="*/ 5924413 h 6858000"/>
              <a:gd name="connsiteX303" fmla="*/ 5270512 w 7467600"/>
              <a:gd name="connsiteY303" fmla="*/ 6138975 h 6858000"/>
              <a:gd name="connsiteX304" fmla="*/ 5062409 w 7467600"/>
              <a:gd name="connsiteY304" fmla="*/ 6653544 h 6858000"/>
              <a:gd name="connsiteX305" fmla="*/ 5036628 w 7467600"/>
              <a:gd name="connsiteY305" fmla="*/ 6754247 h 6858000"/>
              <a:gd name="connsiteX306" fmla="*/ 5009112 w 7467600"/>
              <a:gd name="connsiteY306" fmla="*/ 6858000 h 6858000"/>
              <a:gd name="connsiteX307" fmla="*/ 4976679 w 7467600"/>
              <a:gd name="connsiteY307" fmla="*/ 6858000 h 6858000"/>
              <a:gd name="connsiteX308" fmla="*/ 5006537 w 7467600"/>
              <a:gd name="connsiteY308" fmla="*/ 6747068 h 6858000"/>
              <a:gd name="connsiteX309" fmla="*/ 5032723 w 7467600"/>
              <a:gd name="connsiteY309" fmla="*/ 6644957 h 6858000"/>
              <a:gd name="connsiteX310" fmla="*/ 5242949 w 7467600"/>
              <a:gd name="connsiteY310" fmla="*/ 6125175 h 6858000"/>
              <a:gd name="connsiteX311" fmla="*/ 5286321 w 7467600"/>
              <a:gd name="connsiteY311" fmla="*/ 6033555 h 6858000"/>
              <a:gd name="connsiteX312" fmla="*/ 5008210 w 7467600"/>
              <a:gd name="connsiteY312" fmla="*/ 6649194 h 6858000"/>
              <a:gd name="connsiteX313" fmla="*/ 4986321 w 7467600"/>
              <a:gd name="connsiteY313" fmla="*/ 6765687 h 6858000"/>
              <a:gd name="connsiteX314" fmla="*/ 4973474 w 7467600"/>
              <a:gd name="connsiteY314" fmla="*/ 6858000 h 6858000"/>
              <a:gd name="connsiteX315" fmla="*/ 4907178 w 7467600"/>
              <a:gd name="connsiteY315" fmla="*/ 6858000 h 6858000"/>
              <a:gd name="connsiteX316" fmla="*/ 4910810 w 7467600"/>
              <a:gd name="connsiteY316" fmla="*/ 6829660 h 6858000"/>
              <a:gd name="connsiteX317" fmla="*/ 4987461 w 7467600"/>
              <a:gd name="connsiteY317" fmla="*/ 6432994 h 6858000"/>
              <a:gd name="connsiteX318" fmla="*/ 5179262 w 7467600"/>
              <a:gd name="connsiteY318" fmla="*/ 6035044 h 6858000"/>
              <a:gd name="connsiteX319" fmla="*/ 4689678 w 7467600"/>
              <a:gd name="connsiteY319" fmla="*/ 6440241 h 6858000"/>
              <a:gd name="connsiteX320" fmla="*/ 4477543 w 7467600"/>
              <a:gd name="connsiteY320" fmla="*/ 6674836 h 6858000"/>
              <a:gd name="connsiteX321" fmla="*/ 4329957 w 7467600"/>
              <a:gd name="connsiteY321" fmla="*/ 6858000 h 6858000"/>
              <a:gd name="connsiteX322" fmla="*/ 4218595 w 7467600"/>
              <a:gd name="connsiteY322" fmla="*/ 6858000 h 6858000"/>
              <a:gd name="connsiteX323" fmla="*/ 4368888 w 7467600"/>
              <a:gd name="connsiteY323" fmla="*/ 6668412 h 6858000"/>
              <a:gd name="connsiteX324" fmla="*/ 4563091 w 7467600"/>
              <a:gd name="connsiteY324" fmla="*/ 6442508 h 6858000"/>
              <a:gd name="connsiteX325" fmla="*/ 5387324 w 7467600"/>
              <a:gd name="connsiteY325" fmla="*/ 5705830 h 6858000"/>
              <a:gd name="connsiteX326" fmla="*/ 5073620 w 7467600"/>
              <a:gd name="connsiteY326" fmla="*/ 5955437 h 6858000"/>
              <a:gd name="connsiteX327" fmla="*/ 4689789 w 7467600"/>
              <a:gd name="connsiteY327" fmla="*/ 6268382 h 6858000"/>
              <a:gd name="connsiteX328" fmla="*/ 4418722 w 7467600"/>
              <a:gd name="connsiteY328" fmla="*/ 6570886 h 6858000"/>
              <a:gd name="connsiteX329" fmla="*/ 4214944 w 7467600"/>
              <a:gd name="connsiteY329" fmla="*/ 6858000 h 6858000"/>
              <a:gd name="connsiteX330" fmla="*/ 4177898 w 7467600"/>
              <a:gd name="connsiteY330" fmla="*/ 6858000 h 6858000"/>
              <a:gd name="connsiteX331" fmla="*/ 4391597 w 7467600"/>
              <a:gd name="connsiteY331" fmla="*/ 6556370 h 6858000"/>
              <a:gd name="connsiteX332" fmla="*/ 4668889 w 7467600"/>
              <a:gd name="connsiteY332" fmla="*/ 6246399 h 6858000"/>
              <a:gd name="connsiteX333" fmla="*/ 5055427 w 7467600"/>
              <a:gd name="connsiteY333" fmla="*/ 5931476 h 6858000"/>
              <a:gd name="connsiteX334" fmla="*/ 5371814 w 7467600"/>
              <a:gd name="connsiteY334" fmla="*/ 5678975 h 6858000"/>
              <a:gd name="connsiteX335" fmla="*/ 4987918 w 7467600"/>
              <a:gd name="connsiteY335" fmla="*/ 5838701 h 6858000"/>
              <a:gd name="connsiteX336" fmla="*/ 4317146 w 7467600"/>
              <a:gd name="connsiteY336" fmla="*/ 6587716 h 6858000"/>
              <a:gd name="connsiteX337" fmla="*/ 4171627 w 7467600"/>
              <a:gd name="connsiteY337" fmla="*/ 6858000 h 6858000"/>
              <a:gd name="connsiteX338" fmla="*/ 4081585 w 7467600"/>
              <a:gd name="connsiteY338" fmla="*/ 6858000 h 6858000"/>
              <a:gd name="connsiteX339" fmla="*/ 4238603 w 7467600"/>
              <a:gd name="connsiteY339" fmla="*/ 6559341 h 6858000"/>
              <a:gd name="connsiteX340" fmla="*/ 4778333 w 7467600"/>
              <a:gd name="connsiteY340" fmla="*/ 5873626 h 6858000"/>
              <a:gd name="connsiteX341" fmla="*/ 5414185 w 7467600"/>
              <a:gd name="connsiteY341" fmla="*/ 5573882 h 6858000"/>
              <a:gd name="connsiteX342" fmla="*/ 5959648 w 7467600"/>
              <a:gd name="connsiteY342" fmla="*/ 4760797 h 6858000"/>
              <a:gd name="connsiteX343" fmla="*/ 5355019 w 7467600"/>
              <a:gd name="connsiteY343" fmla="*/ 4734672 h 6858000"/>
              <a:gd name="connsiteX344" fmla="*/ 5083565 w 7467600"/>
              <a:gd name="connsiteY344" fmla="*/ 5179121 h 6858000"/>
              <a:gd name="connsiteX345" fmla="*/ 4713577 w 7467600"/>
              <a:gd name="connsiteY345" fmla="*/ 5616803 h 6858000"/>
              <a:gd name="connsiteX346" fmla="*/ 3989559 w 7467600"/>
              <a:gd name="connsiteY346" fmla="*/ 6145945 h 6858000"/>
              <a:gd name="connsiteX347" fmla="*/ 3939824 w 7467600"/>
              <a:gd name="connsiteY347" fmla="*/ 6066900 h 6858000"/>
              <a:gd name="connsiteX348" fmla="*/ 4584537 w 7467600"/>
              <a:gd name="connsiteY348" fmla="*/ 5324826 h 6858000"/>
              <a:gd name="connsiteX349" fmla="*/ 5037105 w 7467600"/>
              <a:gd name="connsiteY349" fmla="*/ 5088765 h 6858000"/>
              <a:gd name="connsiteX350" fmla="*/ 5039930 w 7467600"/>
              <a:gd name="connsiteY350" fmla="*/ 5089585 h 6858000"/>
              <a:gd name="connsiteX351" fmla="*/ 5263764 w 7467600"/>
              <a:gd name="connsiteY351" fmla="*/ 4735525 h 6858000"/>
              <a:gd name="connsiteX352" fmla="*/ 4086300 w 7467600"/>
              <a:gd name="connsiteY352" fmla="*/ 4884599 h 6858000"/>
              <a:gd name="connsiteX353" fmla="*/ 4085485 w 7467600"/>
              <a:gd name="connsiteY353" fmla="*/ 4899070 h 6858000"/>
              <a:gd name="connsiteX354" fmla="*/ 3871915 w 7467600"/>
              <a:gd name="connsiteY354" fmla="*/ 5253645 h 6858000"/>
              <a:gd name="connsiteX355" fmla="*/ 3799374 w 7467600"/>
              <a:gd name="connsiteY355" fmla="*/ 5466127 h 6858000"/>
              <a:gd name="connsiteX356" fmla="*/ 3498850 w 7467600"/>
              <a:gd name="connsiteY356" fmla="*/ 6661888 h 6858000"/>
              <a:gd name="connsiteX357" fmla="*/ 3399216 w 7467600"/>
              <a:gd name="connsiteY357" fmla="*/ 6858000 h 6858000"/>
              <a:gd name="connsiteX358" fmla="*/ 3303688 w 7467600"/>
              <a:gd name="connsiteY358" fmla="*/ 6858000 h 6858000"/>
              <a:gd name="connsiteX359" fmla="*/ 3391774 w 7467600"/>
              <a:gd name="connsiteY359" fmla="*/ 6697181 h 6858000"/>
              <a:gd name="connsiteX360" fmla="*/ 3735540 w 7467600"/>
              <a:gd name="connsiteY360" fmla="*/ 5546923 h 6858000"/>
              <a:gd name="connsiteX361" fmla="*/ 3729438 w 7467600"/>
              <a:gd name="connsiteY361" fmla="*/ 5569058 h 6858000"/>
              <a:gd name="connsiteX362" fmla="*/ 3707782 w 7467600"/>
              <a:gd name="connsiteY362" fmla="*/ 5644908 h 6858000"/>
              <a:gd name="connsiteX363" fmla="*/ 3583827 w 7467600"/>
              <a:gd name="connsiteY363" fmla="*/ 6039215 h 6858000"/>
              <a:gd name="connsiteX364" fmla="*/ 3547861 w 7467600"/>
              <a:gd name="connsiteY364" fmla="*/ 6129609 h 6858000"/>
              <a:gd name="connsiteX365" fmla="*/ 3490905 w 7467600"/>
              <a:gd name="connsiteY365" fmla="*/ 6277660 h 6858000"/>
              <a:gd name="connsiteX366" fmla="*/ 3455859 w 7467600"/>
              <a:gd name="connsiteY366" fmla="*/ 6391301 h 6858000"/>
              <a:gd name="connsiteX367" fmla="*/ 3429112 w 7467600"/>
              <a:gd name="connsiteY367" fmla="*/ 6479469 h 6858000"/>
              <a:gd name="connsiteX368" fmla="*/ 3304862 w 7467600"/>
              <a:gd name="connsiteY368" fmla="*/ 6796476 h 6858000"/>
              <a:gd name="connsiteX369" fmla="*/ 3276071 w 7467600"/>
              <a:gd name="connsiteY369" fmla="*/ 6858000 h 6858000"/>
              <a:gd name="connsiteX370" fmla="*/ 3240805 w 7467600"/>
              <a:gd name="connsiteY370" fmla="*/ 6858000 h 6858000"/>
              <a:gd name="connsiteX371" fmla="*/ 3275917 w 7467600"/>
              <a:gd name="connsiteY371" fmla="*/ 6783192 h 6858000"/>
              <a:gd name="connsiteX372" fmla="*/ 3399358 w 7467600"/>
              <a:gd name="connsiteY372" fmla="*/ 6469011 h 6858000"/>
              <a:gd name="connsiteX373" fmla="*/ 3425650 w 7467600"/>
              <a:gd name="connsiteY373" fmla="*/ 6381333 h 6858000"/>
              <a:gd name="connsiteX374" fmla="*/ 3460661 w 7467600"/>
              <a:gd name="connsiteY374" fmla="*/ 6266763 h 6858000"/>
              <a:gd name="connsiteX375" fmla="*/ 3518021 w 7467600"/>
              <a:gd name="connsiteY375" fmla="*/ 6117298 h 6858000"/>
              <a:gd name="connsiteX376" fmla="*/ 3554035 w 7467600"/>
              <a:gd name="connsiteY376" fmla="*/ 6027832 h 6858000"/>
              <a:gd name="connsiteX377" fmla="*/ 3677174 w 7467600"/>
              <a:gd name="connsiteY377" fmla="*/ 5636351 h 6858000"/>
              <a:gd name="connsiteX378" fmla="*/ 3698819 w 7467600"/>
              <a:gd name="connsiteY378" fmla="*/ 5560503 h 6858000"/>
              <a:gd name="connsiteX379" fmla="*/ 3702094 w 7467600"/>
              <a:gd name="connsiteY379" fmla="*/ 5549194 h 6858000"/>
              <a:gd name="connsiteX380" fmla="*/ 3398355 w 7467600"/>
              <a:gd name="connsiteY380" fmla="*/ 6094603 h 6858000"/>
              <a:gd name="connsiteX381" fmla="*/ 3193941 w 7467600"/>
              <a:gd name="connsiteY381" fmla="*/ 6798775 h 6858000"/>
              <a:gd name="connsiteX382" fmla="*/ 3184140 w 7467600"/>
              <a:gd name="connsiteY382" fmla="*/ 6858000 h 6858000"/>
              <a:gd name="connsiteX383" fmla="*/ 3099978 w 7467600"/>
              <a:gd name="connsiteY383" fmla="*/ 6858000 h 6858000"/>
              <a:gd name="connsiteX384" fmla="*/ 3101556 w 7467600"/>
              <a:gd name="connsiteY384" fmla="*/ 6843337 h 6858000"/>
              <a:gd name="connsiteX385" fmla="*/ 3370162 w 7467600"/>
              <a:gd name="connsiteY385" fmla="*/ 5785550 h 6858000"/>
              <a:gd name="connsiteX386" fmla="*/ 3746477 w 7467600"/>
              <a:gd name="connsiteY386" fmla="*/ 5377889 h 6858000"/>
              <a:gd name="connsiteX387" fmla="*/ 3863399 w 7467600"/>
              <a:gd name="connsiteY387" fmla="*/ 5087257 h 6858000"/>
              <a:gd name="connsiteX388" fmla="*/ 3968712 w 7467600"/>
              <a:gd name="connsiteY388" fmla="*/ 4913989 h 6858000"/>
              <a:gd name="connsiteX389" fmla="*/ 2792390 w 7467600"/>
              <a:gd name="connsiteY389" fmla="*/ 5382974 h 6858000"/>
              <a:gd name="connsiteX390" fmla="*/ 2714982 w 7467600"/>
              <a:gd name="connsiteY390" fmla="*/ 5427051 h 6858000"/>
              <a:gd name="connsiteX391" fmla="*/ 2813361 w 7467600"/>
              <a:gd name="connsiteY391" fmla="*/ 6023912 h 6858000"/>
              <a:gd name="connsiteX392" fmla="*/ 2688430 w 7467600"/>
              <a:gd name="connsiteY392" fmla="*/ 6801564 h 6858000"/>
              <a:gd name="connsiteX393" fmla="*/ 2629626 w 7467600"/>
              <a:gd name="connsiteY393" fmla="*/ 6763394 h 6858000"/>
              <a:gd name="connsiteX394" fmla="*/ 2565328 w 7467600"/>
              <a:gd name="connsiteY394" fmla="*/ 5516399 h 6858000"/>
              <a:gd name="connsiteX395" fmla="*/ 1922999 w 7467600"/>
              <a:gd name="connsiteY395" fmla="*/ 5980343 h 6858000"/>
              <a:gd name="connsiteX396" fmla="*/ 1950261 w 7467600"/>
              <a:gd name="connsiteY396" fmla="*/ 6405858 h 6858000"/>
              <a:gd name="connsiteX397" fmla="*/ 2365554 w 7467600"/>
              <a:gd name="connsiteY397" fmla="*/ 6759107 h 6858000"/>
              <a:gd name="connsiteX398" fmla="*/ 2424142 w 7467600"/>
              <a:gd name="connsiteY398" fmla="*/ 6858000 h 6858000"/>
              <a:gd name="connsiteX399" fmla="*/ 2395994 w 7467600"/>
              <a:gd name="connsiteY399" fmla="*/ 6858000 h 6858000"/>
              <a:gd name="connsiteX400" fmla="*/ 2392863 w 7467600"/>
              <a:gd name="connsiteY400" fmla="*/ 6852964 h 6858000"/>
              <a:gd name="connsiteX401" fmla="*/ 2017589 w 7467600"/>
              <a:gd name="connsiteY401" fmla="*/ 6493982 h 6858000"/>
              <a:gd name="connsiteX402" fmla="*/ 2147336 w 7467600"/>
              <a:gd name="connsiteY402" fmla="*/ 6594052 h 6858000"/>
              <a:gd name="connsiteX403" fmla="*/ 2207047 w 7467600"/>
              <a:gd name="connsiteY403" fmla="*/ 6654540 h 6858000"/>
              <a:gd name="connsiteX404" fmla="*/ 2299106 w 7467600"/>
              <a:gd name="connsiteY404" fmla="*/ 6778931 h 6858000"/>
              <a:gd name="connsiteX405" fmla="*/ 2314430 w 7467600"/>
              <a:gd name="connsiteY405" fmla="*/ 6801144 h 6858000"/>
              <a:gd name="connsiteX406" fmla="*/ 2352406 w 7467600"/>
              <a:gd name="connsiteY406" fmla="*/ 6858000 h 6858000"/>
              <a:gd name="connsiteX407" fmla="*/ 2314492 w 7467600"/>
              <a:gd name="connsiteY407" fmla="*/ 6858000 h 6858000"/>
              <a:gd name="connsiteX408" fmla="*/ 2288095 w 7467600"/>
              <a:gd name="connsiteY408" fmla="*/ 6818030 h 6858000"/>
              <a:gd name="connsiteX409" fmla="*/ 2272768 w 7467600"/>
              <a:gd name="connsiteY409" fmla="*/ 6795822 h 6858000"/>
              <a:gd name="connsiteX410" fmla="*/ 2182715 w 7467600"/>
              <a:gd name="connsiteY410" fmla="*/ 6675071 h 6858000"/>
              <a:gd name="connsiteX411" fmla="*/ 2032061 w 7467600"/>
              <a:gd name="connsiteY411" fmla="*/ 6541380 h 6858000"/>
              <a:gd name="connsiteX412" fmla="*/ 2257220 w 7467600"/>
              <a:gd name="connsiteY412" fmla="*/ 6826257 h 6858000"/>
              <a:gd name="connsiteX413" fmla="*/ 2281324 w 7467600"/>
              <a:gd name="connsiteY413" fmla="*/ 6858000 h 6858000"/>
              <a:gd name="connsiteX414" fmla="*/ 2242860 w 7467600"/>
              <a:gd name="connsiteY414" fmla="*/ 6858000 h 6858000"/>
              <a:gd name="connsiteX415" fmla="*/ 2232818 w 7467600"/>
              <a:gd name="connsiteY415" fmla="*/ 6844926 h 6858000"/>
              <a:gd name="connsiteX416" fmla="*/ 1990172 w 7467600"/>
              <a:gd name="connsiteY416" fmla="*/ 6542121 h 6858000"/>
              <a:gd name="connsiteX417" fmla="*/ 2124090 w 7467600"/>
              <a:gd name="connsiteY417" fmla="*/ 6761017 h 6858000"/>
              <a:gd name="connsiteX418" fmla="*/ 2200380 w 7467600"/>
              <a:gd name="connsiteY418" fmla="*/ 6858000 h 6858000"/>
              <a:gd name="connsiteX419" fmla="*/ 2147507 w 7467600"/>
              <a:gd name="connsiteY419" fmla="*/ 6858000 h 6858000"/>
              <a:gd name="connsiteX420" fmla="*/ 2070668 w 7467600"/>
              <a:gd name="connsiteY420" fmla="*/ 6761520 h 6858000"/>
              <a:gd name="connsiteX421" fmla="*/ 1975142 w 7467600"/>
              <a:gd name="connsiteY421" fmla="*/ 6585570 h 6858000"/>
              <a:gd name="connsiteX422" fmla="*/ 2050035 w 7467600"/>
              <a:gd name="connsiteY422" fmla="*/ 6813345 h 6858000"/>
              <a:gd name="connsiteX423" fmla="*/ 2063025 w 7467600"/>
              <a:gd name="connsiteY423" fmla="*/ 6858000 h 6858000"/>
              <a:gd name="connsiteX424" fmla="*/ 2021675 w 7467600"/>
              <a:gd name="connsiteY424" fmla="*/ 6858000 h 6858000"/>
              <a:gd name="connsiteX425" fmla="*/ 2019308 w 7467600"/>
              <a:gd name="connsiteY425" fmla="*/ 6847118 h 6858000"/>
              <a:gd name="connsiteX426" fmla="*/ 1938835 w 7467600"/>
              <a:gd name="connsiteY426" fmla="*/ 6551160 h 6858000"/>
              <a:gd name="connsiteX427" fmla="*/ 1953230 w 7467600"/>
              <a:gd name="connsiteY427" fmla="*/ 6759699 h 6858000"/>
              <a:gd name="connsiteX428" fmla="*/ 1956763 w 7467600"/>
              <a:gd name="connsiteY428" fmla="*/ 6778191 h 6858000"/>
              <a:gd name="connsiteX429" fmla="*/ 1967925 w 7467600"/>
              <a:gd name="connsiteY429" fmla="*/ 6858000 h 6858000"/>
              <a:gd name="connsiteX430" fmla="*/ 1936622 w 7467600"/>
              <a:gd name="connsiteY430" fmla="*/ 6858000 h 6858000"/>
              <a:gd name="connsiteX431" fmla="*/ 1926261 w 7467600"/>
              <a:gd name="connsiteY431" fmla="*/ 6784064 h 6858000"/>
              <a:gd name="connsiteX432" fmla="*/ 1922724 w 7467600"/>
              <a:gd name="connsiteY432" fmla="*/ 6765577 h 6858000"/>
              <a:gd name="connsiteX433" fmla="*/ 1904650 w 7467600"/>
              <a:gd name="connsiteY433" fmla="*/ 6639616 h 6858000"/>
              <a:gd name="connsiteX434" fmla="*/ 1885273 w 7467600"/>
              <a:gd name="connsiteY434" fmla="*/ 6858000 h 6858000"/>
              <a:gd name="connsiteX435" fmla="*/ 1854363 w 7467600"/>
              <a:gd name="connsiteY435" fmla="*/ 6858000 h 6858000"/>
              <a:gd name="connsiteX436" fmla="*/ 1880391 w 7467600"/>
              <a:gd name="connsiteY436" fmla="*/ 6603796 h 6858000"/>
              <a:gd name="connsiteX437" fmla="*/ 1818273 w 7467600"/>
              <a:gd name="connsiteY437" fmla="*/ 6715729 h 6858000"/>
              <a:gd name="connsiteX438" fmla="*/ 1794691 w 7467600"/>
              <a:gd name="connsiteY438" fmla="*/ 6843239 h 6858000"/>
              <a:gd name="connsiteX439" fmla="*/ 1794914 w 7467600"/>
              <a:gd name="connsiteY439" fmla="*/ 6858000 h 6858000"/>
              <a:gd name="connsiteX440" fmla="*/ 1746128 w 7467600"/>
              <a:gd name="connsiteY440" fmla="*/ 6858000 h 6858000"/>
              <a:gd name="connsiteX441" fmla="*/ 1753934 w 7467600"/>
              <a:gd name="connsiteY441" fmla="*/ 6724796 h 6858000"/>
              <a:gd name="connsiteX442" fmla="*/ 1792053 w 7467600"/>
              <a:gd name="connsiteY442" fmla="*/ 6572396 h 6858000"/>
              <a:gd name="connsiteX443" fmla="*/ 1862248 w 7467600"/>
              <a:gd name="connsiteY443" fmla="*/ 6266397 h 6858000"/>
              <a:gd name="connsiteX444" fmla="*/ 1862250 w 7467600"/>
              <a:gd name="connsiteY444" fmla="*/ 6033531 h 6858000"/>
              <a:gd name="connsiteX445" fmla="*/ 1211999 w 7467600"/>
              <a:gd name="connsiteY445" fmla="*/ 6683610 h 6858000"/>
              <a:gd name="connsiteX446" fmla="*/ 1213266 w 7467600"/>
              <a:gd name="connsiteY446" fmla="*/ 6691947 h 6858000"/>
              <a:gd name="connsiteX447" fmla="*/ 1203370 w 7467600"/>
              <a:gd name="connsiteY447" fmla="*/ 6850676 h 6858000"/>
              <a:gd name="connsiteX448" fmla="*/ 1203671 w 7467600"/>
              <a:gd name="connsiteY448" fmla="*/ 6858000 h 6858000"/>
              <a:gd name="connsiteX449" fmla="*/ 1143180 w 7467600"/>
              <a:gd name="connsiteY449" fmla="*/ 6858000 h 6858000"/>
              <a:gd name="connsiteX450" fmla="*/ 1142176 w 7467600"/>
              <a:gd name="connsiteY450" fmla="*/ 6766045 h 6858000"/>
              <a:gd name="connsiteX451" fmla="*/ 1067484 w 7467600"/>
              <a:gd name="connsiteY451" fmla="*/ 6858000 h 6858000"/>
              <a:gd name="connsiteX452" fmla="*/ 953928 w 7467600"/>
              <a:gd name="connsiteY452" fmla="*/ 6858000 h 6858000"/>
              <a:gd name="connsiteX453" fmla="*/ 959715 w 7467600"/>
              <a:gd name="connsiteY453" fmla="*/ 6850185 h 6858000"/>
              <a:gd name="connsiteX454" fmla="*/ 1483788 w 7467600"/>
              <a:gd name="connsiteY454" fmla="*/ 6259174 h 6858000"/>
              <a:gd name="connsiteX455" fmla="*/ 1100671 w 7467600"/>
              <a:gd name="connsiteY455" fmla="*/ 6252137 h 6858000"/>
              <a:gd name="connsiteX456" fmla="*/ 1090144 w 7467600"/>
              <a:gd name="connsiteY456" fmla="*/ 6256748 h 6858000"/>
              <a:gd name="connsiteX457" fmla="*/ 1095872 w 7467600"/>
              <a:gd name="connsiteY457" fmla="*/ 6271892 h 6858000"/>
              <a:gd name="connsiteX458" fmla="*/ 262785 w 7467600"/>
              <a:gd name="connsiteY458" fmla="*/ 6845450 h 6858000"/>
              <a:gd name="connsiteX459" fmla="*/ 209968 w 7467600"/>
              <a:gd name="connsiteY459" fmla="*/ 6770713 h 6858000"/>
              <a:gd name="connsiteX460" fmla="*/ 873460 w 7467600"/>
              <a:gd name="connsiteY460" fmla="*/ 6253768 h 6858000"/>
              <a:gd name="connsiteX461" fmla="*/ 192686 w 7467600"/>
              <a:gd name="connsiteY461" fmla="*/ 5849257 h 6858000"/>
              <a:gd name="connsiteX462" fmla="*/ 4696 w 7467600"/>
              <a:gd name="connsiteY462" fmla="*/ 5697668 h 6858000"/>
              <a:gd name="connsiteX463" fmla="*/ 0 w 7467600"/>
              <a:gd name="connsiteY463" fmla="*/ 5689984 h 6858000"/>
              <a:gd name="connsiteX464" fmla="*/ 0 w 7467600"/>
              <a:gd name="connsiteY464" fmla="*/ 5513472 h 6858000"/>
              <a:gd name="connsiteX465" fmla="*/ 174101 w 7467600"/>
              <a:gd name="connsiteY465" fmla="*/ 5620277 h 6858000"/>
              <a:gd name="connsiteX466" fmla="*/ 891800 w 7467600"/>
              <a:gd name="connsiteY466" fmla="*/ 6036935 h 6858000"/>
              <a:gd name="connsiteX467" fmla="*/ 1072219 w 7467600"/>
              <a:gd name="connsiteY467" fmla="*/ 6169443 h 6858000"/>
              <a:gd name="connsiteX468" fmla="*/ 1074117 w 7467600"/>
              <a:gd name="connsiteY468" fmla="*/ 6170301 h 6858000"/>
              <a:gd name="connsiteX469" fmla="*/ 1083114 w 7467600"/>
              <a:gd name="connsiteY469" fmla="*/ 6174131 h 6858000"/>
              <a:gd name="connsiteX470" fmla="*/ 1543010 w 7467600"/>
              <a:gd name="connsiteY470" fmla="*/ 6191140 h 6858000"/>
              <a:gd name="connsiteX471" fmla="*/ 1551080 w 7467600"/>
              <a:gd name="connsiteY471" fmla="*/ 6195006 h 6858000"/>
              <a:gd name="connsiteX472" fmla="*/ 2345443 w 7467600"/>
              <a:gd name="connsiteY472" fmla="*/ 5549882 h 6858000"/>
              <a:gd name="connsiteX473" fmla="*/ 1721499 w 7467600"/>
              <a:gd name="connsiteY473" fmla="*/ 5599969 h 6858000"/>
              <a:gd name="connsiteX474" fmla="*/ 767716 w 7467600"/>
              <a:gd name="connsiteY474" fmla="*/ 5472768 h 6858000"/>
              <a:gd name="connsiteX475" fmla="*/ 722147 w 7467600"/>
              <a:gd name="connsiteY475" fmla="*/ 5393091 h 6858000"/>
              <a:gd name="connsiteX476" fmla="*/ 1485552 w 7467600"/>
              <a:gd name="connsiteY476" fmla="*/ 5313202 h 6858000"/>
              <a:gd name="connsiteX477" fmla="*/ 2143004 w 7467600"/>
              <a:gd name="connsiteY477" fmla="*/ 5402420 h 6858000"/>
              <a:gd name="connsiteX478" fmla="*/ 1933391 w 7467600"/>
              <a:gd name="connsiteY478" fmla="*/ 5156971 h 6858000"/>
              <a:gd name="connsiteX479" fmla="*/ 1827118 w 7467600"/>
              <a:gd name="connsiteY479" fmla="*/ 4968410 h 6858000"/>
              <a:gd name="connsiteX480" fmla="*/ 1837349 w 7467600"/>
              <a:gd name="connsiteY480" fmla="*/ 4956357 h 6858000"/>
              <a:gd name="connsiteX481" fmla="*/ 2162835 w 7467600"/>
              <a:gd name="connsiteY481" fmla="*/ 5187853 h 6858000"/>
              <a:gd name="connsiteX482" fmla="*/ 2257167 w 7467600"/>
              <a:gd name="connsiteY482" fmla="*/ 5462123 h 6858000"/>
              <a:gd name="connsiteX483" fmla="*/ 2261598 w 7467600"/>
              <a:gd name="connsiteY483" fmla="*/ 5467998 h 6858000"/>
              <a:gd name="connsiteX484" fmla="*/ 2437177 w 7467600"/>
              <a:gd name="connsiteY484" fmla="*/ 5479608 h 6858000"/>
              <a:gd name="connsiteX485" fmla="*/ 2445247 w 7467600"/>
              <a:gd name="connsiteY485" fmla="*/ 5483476 h 6858000"/>
              <a:gd name="connsiteX486" fmla="*/ 2743626 w 7467600"/>
              <a:gd name="connsiteY486" fmla="*/ 5304819 h 6858000"/>
              <a:gd name="connsiteX487" fmla="*/ 3048102 w 7467600"/>
              <a:gd name="connsiteY487" fmla="*/ 5150595 h 6858000"/>
              <a:gd name="connsiteX488" fmla="*/ 1799414 w 7467600"/>
              <a:gd name="connsiteY488" fmla="*/ 4694732 h 6858000"/>
              <a:gd name="connsiteX489" fmla="*/ 1771735 w 7467600"/>
              <a:gd name="connsiteY489" fmla="*/ 4619929 h 6858000"/>
              <a:gd name="connsiteX490" fmla="*/ 3104273 w 7467600"/>
              <a:gd name="connsiteY490" fmla="*/ 5076159 h 6858000"/>
              <a:gd name="connsiteX491" fmla="*/ 3113245 w 7467600"/>
              <a:gd name="connsiteY491" fmla="*/ 5090705 h 6858000"/>
              <a:gd name="connsiteX492" fmla="*/ 3126294 w 7467600"/>
              <a:gd name="connsiteY492" fmla="*/ 5114400 h 6858000"/>
              <a:gd name="connsiteX493" fmla="*/ 3937433 w 7467600"/>
              <a:gd name="connsiteY493" fmla="*/ 4830473 h 6858000"/>
              <a:gd name="connsiteX494" fmla="*/ 3590475 w 7467600"/>
              <a:gd name="connsiteY494" fmla="*/ 4597974 h 6858000"/>
              <a:gd name="connsiteX495" fmla="*/ 3100264 w 7467600"/>
              <a:gd name="connsiteY495" fmla="*/ 4579845 h 6858000"/>
              <a:gd name="connsiteX496" fmla="*/ 2183576 w 7467600"/>
              <a:gd name="connsiteY496" fmla="*/ 4227150 h 6858000"/>
              <a:gd name="connsiteX497" fmla="*/ 2151029 w 7467600"/>
              <a:gd name="connsiteY497" fmla="*/ 4146947 h 6858000"/>
              <a:gd name="connsiteX498" fmla="*/ 3563434 w 7467600"/>
              <a:gd name="connsiteY498" fmla="*/ 4469115 h 6858000"/>
              <a:gd name="connsiteX499" fmla="*/ 3177952 w 7467600"/>
              <a:gd name="connsiteY499" fmla="*/ 3657386 h 6858000"/>
              <a:gd name="connsiteX500" fmla="*/ 3189263 w 7467600"/>
              <a:gd name="connsiteY500" fmla="*/ 3625726 h 6858000"/>
              <a:gd name="connsiteX501" fmla="*/ 3560912 w 7467600"/>
              <a:gd name="connsiteY501" fmla="*/ 4079863 h 6858000"/>
              <a:gd name="connsiteX502" fmla="*/ 3626636 w 7467600"/>
              <a:gd name="connsiteY502" fmla="*/ 4512230 h 6858000"/>
              <a:gd name="connsiteX503" fmla="*/ 3653088 w 7467600"/>
              <a:gd name="connsiteY503" fmla="*/ 4521417 h 6858000"/>
              <a:gd name="connsiteX504" fmla="*/ 3988128 w 7467600"/>
              <a:gd name="connsiteY504" fmla="*/ 4817267 h 6858000"/>
              <a:gd name="connsiteX505" fmla="*/ 4830582 w 7467600"/>
              <a:gd name="connsiteY505" fmla="*/ 4676000 h 6858000"/>
              <a:gd name="connsiteX506" fmla="*/ 4830100 w 7467600"/>
              <a:gd name="connsiteY506" fmla="*/ 4675554 h 6858000"/>
              <a:gd name="connsiteX507" fmla="*/ 4036318 w 7467600"/>
              <a:gd name="connsiteY507" fmla="*/ 4147013 h 6858000"/>
              <a:gd name="connsiteX508" fmla="*/ 3432098 w 7467600"/>
              <a:gd name="connsiteY508" fmla="*/ 3537312 h 6858000"/>
              <a:gd name="connsiteX509" fmla="*/ 3446761 w 7467600"/>
              <a:gd name="connsiteY509" fmla="*/ 3461278 h 6858000"/>
              <a:gd name="connsiteX510" fmla="*/ 4419733 w 7467600"/>
              <a:gd name="connsiteY510" fmla="*/ 3963555 h 6858000"/>
              <a:gd name="connsiteX511" fmla="*/ 4781371 w 7467600"/>
              <a:gd name="connsiteY511" fmla="*/ 4458604 h 6858000"/>
              <a:gd name="connsiteX512" fmla="*/ 4780440 w 7467600"/>
              <a:gd name="connsiteY512" fmla="*/ 4470290 h 6858000"/>
              <a:gd name="connsiteX513" fmla="*/ 4898954 w 7467600"/>
              <a:gd name="connsiteY513" fmla="*/ 4662092 h 6858000"/>
              <a:gd name="connsiteX514" fmla="*/ 4900699 w 7467600"/>
              <a:gd name="connsiteY514" fmla="*/ 4670867 h 6858000"/>
              <a:gd name="connsiteX515" fmla="*/ 5714511 w 7467600"/>
              <a:gd name="connsiteY515" fmla="*/ 4663483 h 6858000"/>
              <a:gd name="connsiteX516" fmla="*/ 5464793 w 7467600"/>
              <a:gd name="connsiteY516" fmla="*/ 4393556 h 6858000"/>
              <a:gd name="connsiteX517" fmla="*/ 5461897 w 7467600"/>
              <a:gd name="connsiteY517" fmla="*/ 4390879 h 6858000"/>
              <a:gd name="connsiteX518" fmla="*/ 4294126 w 7467600"/>
              <a:gd name="connsiteY518" fmla="*/ 3303048 h 6858000"/>
              <a:gd name="connsiteX519" fmla="*/ 4305321 w 7467600"/>
              <a:gd name="connsiteY519" fmla="*/ 3256953 h 6858000"/>
              <a:gd name="connsiteX520" fmla="*/ 4949299 w 7467600"/>
              <a:gd name="connsiteY520" fmla="*/ 3766336 h 6858000"/>
              <a:gd name="connsiteX521" fmla="*/ 5291452 w 7467600"/>
              <a:gd name="connsiteY521" fmla="*/ 4076801 h 6858000"/>
              <a:gd name="connsiteX522" fmla="*/ 5434998 w 7467600"/>
              <a:gd name="connsiteY522" fmla="*/ 4254100 h 6858000"/>
              <a:gd name="connsiteX523" fmla="*/ 5351015 w 7467600"/>
              <a:gd name="connsiteY523" fmla="*/ 3760989 h 6858000"/>
              <a:gd name="connsiteX524" fmla="*/ 5413780 w 7467600"/>
              <a:gd name="connsiteY524" fmla="*/ 2966265 h 6858000"/>
              <a:gd name="connsiteX525" fmla="*/ 5425627 w 7467600"/>
              <a:gd name="connsiteY525" fmla="*/ 2954192 h 6858000"/>
              <a:gd name="connsiteX526" fmla="*/ 6604735 w 7467600"/>
              <a:gd name="connsiteY526" fmla="*/ 2041381 h 6858000"/>
              <a:gd name="connsiteX527" fmla="*/ 7204487 w 7467600"/>
              <a:gd name="connsiteY527" fmla="*/ 2742112 h 6858000"/>
              <a:gd name="connsiteX528" fmla="*/ 7131592 w 7467600"/>
              <a:gd name="connsiteY528" fmla="*/ 2672096 h 6858000"/>
              <a:gd name="connsiteX529" fmla="*/ 6996344 w 7467600"/>
              <a:gd name="connsiteY529" fmla="*/ 2518310 h 6858000"/>
              <a:gd name="connsiteX530" fmla="*/ 6735495 w 7467600"/>
              <a:gd name="connsiteY530" fmla="*/ 2196890 h 6858000"/>
              <a:gd name="connsiteX531" fmla="*/ 6721901 w 7467600"/>
              <a:gd name="connsiteY531" fmla="*/ 2179274 h 6858000"/>
              <a:gd name="connsiteX532" fmla="*/ 6604735 w 7467600"/>
              <a:gd name="connsiteY532" fmla="*/ 2041381 h 6858000"/>
              <a:gd name="connsiteX533" fmla="*/ 6591670 w 7467600"/>
              <a:gd name="connsiteY533" fmla="*/ 1988277 h 6858000"/>
              <a:gd name="connsiteX534" fmla="*/ 6747349 w 7467600"/>
              <a:gd name="connsiteY534" fmla="*/ 2160069 h 6858000"/>
              <a:gd name="connsiteX535" fmla="*/ 6760943 w 7467600"/>
              <a:gd name="connsiteY535" fmla="*/ 2177686 h 6858000"/>
              <a:gd name="connsiteX536" fmla="*/ 7021065 w 7467600"/>
              <a:gd name="connsiteY536" fmla="*/ 2498102 h 6858000"/>
              <a:gd name="connsiteX537" fmla="*/ 7155223 w 7467600"/>
              <a:gd name="connsiteY537" fmla="*/ 2650386 h 6858000"/>
              <a:gd name="connsiteX538" fmla="*/ 7203167 w 7467600"/>
              <a:gd name="connsiteY538" fmla="*/ 2697288 h 6858000"/>
              <a:gd name="connsiteX539" fmla="*/ 6937703 w 7467600"/>
              <a:gd name="connsiteY539" fmla="*/ 2321981 h 6858000"/>
              <a:gd name="connsiteX540" fmla="*/ 6591670 w 7467600"/>
              <a:gd name="connsiteY540" fmla="*/ 1988277 h 6858000"/>
              <a:gd name="connsiteX541" fmla="*/ 5798671 w 7467600"/>
              <a:gd name="connsiteY541" fmla="*/ 1981601 h 6858000"/>
              <a:gd name="connsiteX542" fmla="*/ 5754709 w 7467600"/>
              <a:gd name="connsiteY542" fmla="*/ 2071454 h 6858000"/>
              <a:gd name="connsiteX543" fmla="*/ 5763044 w 7467600"/>
              <a:gd name="connsiteY543" fmla="*/ 2842206 h 6858000"/>
              <a:gd name="connsiteX544" fmla="*/ 5764974 w 7467600"/>
              <a:gd name="connsiteY544" fmla="*/ 2799609 h 6858000"/>
              <a:gd name="connsiteX545" fmla="*/ 5767665 w 7467600"/>
              <a:gd name="connsiteY545" fmla="*/ 2666409 h 6858000"/>
              <a:gd name="connsiteX546" fmla="*/ 5763055 w 7467600"/>
              <a:gd name="connsiteY546" fmla="*/ 2579705 h 6858000"/>
              <a:gd name="connsiteX547" fmla="*/ 5758079 w 7467600"/>
              <a:gd name="connsiteY547" fmla="*/ 2492508 h 6858000"/>
              <a:gd name="connsiteX548" fmla="*/ 5779325 w 7467600"/>
              <a:gd name="connsiteY548" fmla="*/ 2197069 h 6858000"/>
              <a:gd name="connsiteX549" fmla="*/ 5798671 w 7467600"/>
              <a:gd name="connsiteY549" fmla="*/ 1981601 h 6858000"/>
              <a:gd name="connsiteX550" fmla="*/ 5829202 w 7467600"/>
              <a:gd name="connsiteY550" fmla="*/ 1971679 h 6858000"/>
              <a:gd name="connsiteX551" fmla="*/ 5809558 w 7467600"/>
              <a:gd name="connsiteY551" fmla="*/ 2198043 h 6858000"/>
              <a:gd name="connsiteX552" fmla="*/ 5788653 w 7467600"/>
              <a:gd name="connsiteY552" fmla="*/ 2489430 h 6858000"/>
              <a:gd name="connsiteX553" fmla="*/ 5793439 w 7467600"/>
              <a:gd name="connsiteY553" fmla="*/ 2575235 h 6858000"/>
              <a:gd name="connsiteX554" fmla="*/ 5796837 w 7467600"/>
              <a:gd name="connsiteY554" fmla="*/ 2637633 h 6858000"/>
              <a:gd name="connsiteX555" fmla="*/ 5818614 w 7467600"/>
              <a:gd name="connsiteY555" fmla="*/ 2473055 h 6858000"/>
              <a:gd name="connsiteX556" fmla="*/ 5829202 w 7467600"/>
              <a:gd name="connsiteY556" fmla="*/ 1971679 h 6858000"/>
              <a:gd name="connsiteX557" fmla="*/ 5911389 w 7467600"/>
              <a:gd name="connsiteY557" fmla="*/ 1898371 h 6858000"/>
              <a:gd name="connsiteX558" fmla="*/ 6237627 w 7467600"/>
              <a:gd name="connsiteY558" fmla="*/ 2231921 h 6858000"/>
              <a:gd name="connsiteX559" fmla="*/ 5911389 w 7467600"/>
              <a:gd name="connsiteY559" fmla="*/ 1898371 h 6858000"/>
              <a:gd name="connsiteX560" fmla="*/ 6944437 w 7467600"/>
              <a:gd name="connsiteY560" fmla="*/ 1575402 h 6858000"/>
              <a:gd name="connsiteX561" fmla="*/ 6304730 w 7467600"/>
              <a:gd name="connsiteY561" fmla="*/ 1766654 h 6858000"/>
              <a:gd name="connsiteX562" fmla="*/ 6944437 w 7467600"/>
              <a:gd name="connsiteY562" fmla="*/ 1575402 h 6858000"/>
              <a:gd name="connsiteX563" fmla="*/ 7019523 w 7467600"/>
              <a:gd name="connsiteY563" fmla="*/ 1519450 h 6858000"/>
              <a:gd name="connsiteX564" fmla="*/ 6298091 w 7467600"/>
              <a:gd name="connsiteY564" fmla="*/ 1737122 h 6858000"/>
              <a:gd name="connsiteX565" fmla="*/ 7019523 w 7467600"/>
              <a:gd name="connsiteY565" fmla="*/ 1519450 h 6858000"/>
              <a:gd name="connsiteX566" fmla="*/ 2399523 w 7467600"/>
              <a:gd name="connsiteY566" fmla="*/ 1428234 h 6858000"/>
              <a:gd name="connsiteX567" fmla="*/ 2224982 w 7467600"/>
              <a:gd name="connsiteY567" fmla="*/ 1826201 h 6858000"/>
              <a:gd name="connsiteX568" fmla="*/ 2096099 w 7467600"/>
              <a:gd name="connsiteY568" fmla="*/ 2345900 h 6858000"/>
              <a:gd name="connsiteX569" fmla="*/ 2283317 w 7467600"/>
              <a:gd name="connsiteY569" fmla="*/ 1796925 h 6858000"/>
              <a:gd name="connsiteX570" fmla="*/ 2399523 w 7467600"/>
              <a:gd name="connsiteY570" fmla="*/ 1428234 h 6858000"/>
              <a:gd name="connsiteX571" fmla="*/ 2448558 w 7467600"/>
              <a:gd name="connsiteY571" fmla="*/ 1373435 h 6858000"/>
              <a:gd name="connsiteX572" fmla="*/ 2312521 w 7467600"/>
              <a:gd name="connsiteY572" fmla="*/ 1806140 h 6858000"/>
              <a:gd name="connsiteX573" fmla="*/ 2127533 w 7467600"/>
              <a:gd name="connsiteY573" fmla="*/ 2348380 h 6858000"/>
              <a:gd name="connsiteX574" fmla="*/ 2358080 w 7467600"/>
              <a:gd name="connsiteY574" fmla="*/ 1866134 h 6858000"/>
              <a:gd name="connsiteX575" fmla="*/ 2407436 w 7467600"/>
              <a:gd name="connsiteY575" fmla="*/ 1651070 h 6858000"/>
              <a:gd name="connsiteX576" fmla="*/ 2448558 w 7467600"/>
              <a:gd name="connsiteY576" fmla="*/ 1373435 h 6858000"/>
              <a:gd name="connsiteX577" fmla="*/ 278707 w 7467600"/>
              <a:gd name="connsiteY577" fmla="*/ 1352270 h 6858000"/>
              <a:gd name="connsiteX578" fmla="*/ 321570 w 7467600"/>
              <a:gd name="connsiteY578" fmla="*/ 1861610 h 6858000"/>
              <a:gd name="connsiteX579" fmla="*/ 294281 w 7467600"/>
              <a:gd name="connsiteY579" fmla="*/ 1440658 h 6858000"/>
              <a:gd name="connsiteX580" fmla="*/ 278707 w 7467600"/>
              <a:gd name="connsiteY580" fmla="*/ 1352270 h 6858000"/>
              <a:gd name="connsiteX581" fmla="*/ 1423821 w 7467600"/>
              <a:gd name="connsiteY581" fmla="*/ 1351958 h 6858000"/>
              <a:gd name="connsiteX582" fmla="*/ 1638521 w 7467600"/>
              <a:gd name="connsiteY582" fmla="*/ 1908470 h 6858000"/>
              <a:gd name="connsiteX583" fmla="*/ 1754199 w 7467600"/>
              <a:gd name="connsiteY583" fmla="*/ 2149284 h 6858000"/>
              <a:gd name="connsiteX584" fmla="*/ 1908359 w 7467600"/>
              <a:gd name="connsiteY584" fmla="*/ 2364988 h 6858000"/>
              <a:gd name="connsiteX585" fmla="*/ 1647661 w 7467600"/>
              <a:gd name="connsiteY585" fmla="*/ 1825945 h 6858000"/>
              <a:gd name="connsiteX586" fmla="*/ 1423821 w 7467600"/>
              <a:gd name="connsiteY586" fmla="*/ 1351958 h 6858000"/>
              <a:gd name="connsiteX587" fmla="*/ 1431890 w 7467600"/>
              <a:gd name="connsiteY587" fmla="*/ 1306475 h 6858000"/>
              <a:gd name="connsiteX588" fmla="*/ 1507597 w 7467600"/>
              <a:gd name="connsiteY588" fmla="*/ 1446132 h 6858000"/>
              <a:gd name="connsiteX589" fmla="*/ 1674586 w 7467600"/>
              <a:gd name="connsiteY589" fmla="*/ 1813832 h 6858000"/>
              <a:gd name="connsiteX590" fmla="*/ 1815950 w 7467600"/>
              <a:gd name="connsiteY590" fmla="*/ 2128564 h 6858000"/>
              <a:gd name="connsiteX591" fmla="*/ 1984242 w 7467600"/>
              <a:gd name="connsiteY591" fmla="*/ 2430829 h 6858000"/>
              <a:gd name="connsiteX592" fmla="*/ 2014023 w 7467600"/>
              <a:gd name="connsiteY592" fmla="*/ 2450995 h 6858000"/>
              <a:gd name="connsiteX593" fmla="*/ 1747337 w 7467600"/>
              <a:gd name="connsiteY593" fmla="*/ 1855264 h 6858000"/>
              <a:gd name="connsiteX594" fmla="*/ 1533749 w 7467600"/>
              <a:gd name="connsiteY594" fmla="*/ 1478656 h 6858000"/>
              <a:gd name="connsiteX595" fmla="*/ 1431890 w 7467600"/>
              <a:gd name="connsiteY595" fmla="*/ 1306475 h 6858000"/>
              <a:gd name="connsiteX596" fmla="*/ 5052692 w 7467600"/>
              <a:gd name="connsiteY596" fmla="*/ 1292994 h 6858000"/>
              <a:gd name="connsiteX597" fmla="*/ 5200661 w 7467600"/>
              <a:gd name="connsiteY597" fmla="*/ 1635186 h 6858000"/>
              <a:gd name="connsiteX598" fmla="*/ 5297138 w 7467600"/>
              <a:gd name="connsiteY598" fmla="*/ 1906351 h 6858000"/>
              <a:gd name="connsiteX599" fmla="*/ 5052692 w 7467600"/>
              <a:gd name="connsiteY599" fmla="*/ 1292994 h 6858000"/>
              <a:gd name="connsiteX600" fmla="*/ 5009948 w 7467600"/>
              <a:gd name="connsiteY600" fmla="*/ 1273619 h 6858000"/>
              <a:gd name="connsiteX601" fmla="*/ 5121777 w 7467600"/>
              <a:gd name="connsiteY601" fmla="*/ 1654213 h 6858000"/>
              <a:gd name="connsiteX602" fmla="*/ 5293545 w 7467600"/>
              <a:gd name="connsiteY602" fmla="*/ 2072247 h 6858000"/>
              <a:gd name="connsiteX603" fmla="*/ 5294042 w 7467600"/>
              <a:gd name="connsiteY603" fmla="*/ 2065019 h 6858000"/>
              <a:gd name="connsiteX604" fmla="*/ 5171936 w 7467600"/>
              <a:gd name="connsiteY604" fmla="*/ 1647613 h 6858000"/>
              <a:gd name="connsiteX605" fmla="*/ 5009948 w 7467600"/>
              <a:gd name="connsiteY605" fmla="*/ 1273619 h 6858000"/>
              <a:gd name="connsiteX606" fmla="*/ 655236 w 7467600"/>
              <a:gd name="connsiteY606" fmla="*/ 1268632 h 6858000"/>
              <a:gd name="connsiteX607" fmla="*/ 839521 w 7467600"/>
              <a:gd name="connsiteY607" fmla="*/ 1685315 h 6858000"/>
              <a:gd name="connsiteX608" fmla="*/ 1109416 w 7467600"/>
              <a:gd name="connsiteY608" fmla="*/ 2061663 h 6858000"/>
              <a:gd name="connsiteX609" fmla="*/ 1298300 w 7467600"/>
              <a:gd name="connsiteY609" fmla="*/ 2247742 h 6858000"/>
              <a:gd name="connsiteX610" fmla="*/ 1125871 w 7467600"/>
              <a:gd name="connsiteY610" fmla="*/ 1989513 h 6858000"/>
              <a:gd name="connsiteX611" fmla="*/ 981574 w 7467600"/>
              <a:gd name="connsiteY611" fmla="*/ 1783157 h 6858000"/>
              <a:gd name="connsiteX612" fmla="*/ 922198 w 7467600"/>
              <a:gd name="connsiteY612" fmla="*/ 1677437 h 6858000"/>
              <a:gd name="connsiteX613" fmla="*/ 869293 w 7467600"/>
              <a:gd name="connsiteY613" fmla="*/ 1583214 h 6858000"/>
              <a:gd name="connsiteX614" fmla="*/ 751431 w 7467600"/>
              <a:gd name="connsiteY614" fmla="*/ 1405731 h 6858000"/>
              <a:gd name="connsiteX615" fmla="*/ 655236 w 7467600"/>
              <a:gd name="connsiteY615" fmla="*/ 1268632 h 6858000"/>
              <a:gd name="connsiteX616" fmla="*/ 6516292 w 7467600"/>
              <a:gd name="connsiteY616" fmla="*/ 1263064 h 6858000"/>
              <a:gd name="connsiteX617" fmla="*/ 5736320 w 7467600"/>
              <a:gd name="connsiteY617" fmla="*/ 1501803 h 6858000"/>
              <a:gd name="connsiteX618" fmla="*/ 6516292 w 7467600"/>
              <a:gd name="connsiteY618" fmla="*/ 1263064 h 6858000"/>
              <a:gd name="connsiteX619" fmla="*/ 291466 w 7467600"/>
              <a:gd name="connsiteY619" fmla="*/ 1250369 h 6858000"/>
              <a:gd name="connsiteX620" fmla="*/ 323180 w 7467600"/>
              <a:gd name="connsiteY620" fmla="*/ 1435283 h 6858000"/>
              <a:gd name="connsiteX621" fmla="*/ 349381 w 7467600"/>
              <a:gd name="connsiteY621" fmla="*/ 1875041 h 6858000"/>
              <a:gd name="connsiteX622" fmla="*/ 374363 w 7467600"/>
              <a:gd name="connsiteY622" fmla="*/ 1506494 h 6858000"/>
              <a:gd name="connsiteX623" fmla="*/ 302168 w 7467600"/>
              <a:gd name="connsiteY623" fmla="*/ 1274495 h 6858000"/>
              <a:gd name="connsiteX624" fmla="*/ 291466 w 7467600"/>
              <a:gd name="connsiteY624" fmla="*/ 1250369 h 6858000"/>
              <a:gd name="connsiteX625" fmla="*/ 678222 w 7467600"/>
              <a:gd name="connsiteY625" fmla="*/ 1248670 h 6858000"/>
              <a:gd name="connsiteX626" fmla="*/ 775536 w 7467600"/>
              <a:gd name="connsiteY626" fmla="*/ 1388015 h 6858000"/>
              <a:gd name="connsiteX627" fmla="*/ 894529 w 7467600"/>
              <a:gd name="connsiteY627" fmla="*/ 1567739 h 6858000"/>
              <a:gd name="connsiteX628" fmla="*/ 948000 w 7467600"/>
              <a:gd name="connsiteY628" fmla="*/ 1663088 h 6858000"/>
              <a:gd name="connsiteX629" fmla="*/ 1006812 w 7467600"/>
              <a:gd name="connsiteY629" fmla="*/ 1767683 h 6858000"/>
              <a:gd name="connsiteX630" fmla="*/ 1149133 w 7467600"/>
              <a:gd name="connsiteY630" fmla="*/ 1971513 h 6858000"/>
              <a:gd name="connsiteX631" fmla="*/ 1333952 w 7467600"/>
              <a:gd name="connsiteY631" fmla="*/ 2251620 h 6858000"/>
              <a:gd name="connsiteX632" fmla="*/ 1337329 w 7467600"/>
              <a:gd name="connsiteY632" fmla="*/ 2258350 h 6858000"/>
              <a:gd name="connsiteX633" fmla="*/ 1014726 w 7467600"/>
              <a:gd name="connsiteY633" fmla="*/ 1615556 h 6858000"/>
              <a:gd name="connsiteX634" fmla="*/ 678222 w 7467600"/>
              <a:gd name="connsiteY634" fmla="*/ 1248670 h 6858000"/>
              <a:gd name="connsiteX635" fmla="*/ 6691602 w 7467600"/>
              <a:gd name="connsiteY635" fmla="*/ 1140573 h 6858000"/>
              <a:gd name="connsiteX636" fmla="*/ 6571100 w 7467600"/>
              <a:gd name="connsiteY636" fmla="*/ 1183662 h 6858000"/>
              <a:gd name="connsiteX637" fmla="*/ 6241687 w 7467600"/>
              <a:gd name="connsiteY637" fmla="*/ 1257600 h 6858000"/>
              <a:gd name="connsiteX638" fmla="*/ 5693009 w 7467600"/>
              <a:gd name="connsiteY638" fmla="*/ 1478256 h 6858000"/>
              <a:gd name="connsiteX639" fmla="*/ 6548420 w 7467600"/>
              <a:gd name="connsiteY639" fmla="*/ 1214599 h 6858000"/>
              <a:gd name="connsiteX640" fmla="*/ 6605473 w 7467600"/>
              <a:gd name="connsiteY640" fmla="*/ 1184686 h 6858000"/>
              <a:gd name="connsiteX641" fmla="*/ 6691602 w 7467600"/>
              <a:gd name="connsiteY641" fmla="*/ 1140573 h 6858000"/>
              <a:gd name="connsiteX642" fmla="*/ 4002475 w 7467600"/>
              <a:gd name="connsiteY642" fmla="*/ 1037802 h 6858000"/>
              <a:gd name="connsiteX643" fmla="*/ 4000324 w 7467600"/>
              <a:gd name="connsiteY643" fmla="*/ 1039362 h 6858000"/>
              <a:gd name="connsiteX644" fmla="*/ 4002862 w 7467600"/>
              <a:gd name="connsiteY644" fmla="*/ 1042866 h 6858000"/>
              <a:gd name="connsiteX645" fmla="*/ 4002475 w 7467600"/>
              <a:gd name="connsiteY645" fmla="*/ 1037802 h 6858000"/>
              <a:gd name="connsiteX646" fmla="*/ 506322 w 7467600"/>
              <a:gd name="connsiteY646" fmla="*/ 1020997 h 6858000"/>
              <a:gd name="connsiteX647" fmla="*/ 533068 w 7467600"/>
              <a:gd name="connsiteY647" fmla="*/ 1029409 h 6858000"/>
              <a:gd name="connsiteX648" fmla="*/ 1232525 w 7467600"/>
              <a:gd name="connsiteY648" fmla="*/ 1804675 h 6858000"/>
              <a:gd name="connsiteX649" fmla="*/ 1388858 w 7467600"/>
              <a:gd name="connsiteY649" fmla="*/ 2368011 h 6858000"/>
              <a:gd name="connsiteX650" fmla="*/ 1384098 w 7467600"/>
              <a:gd name="connsiteY650" fmla="*/ 2378125 h 6858000"/>
              <a:gd name="connsiteX651" fmla="*/ 1425393 w 7467600"/>
              <a:gd name="connsiteY651" fmla="*/ 2589124 h 6858000"/>
              <a:gd name="connsiteX652" fmla="*/ 1424001 w 7467600"/>
              <a:gd name="connsiteY652" fmla="*/ 2597541 h 6858000"/>
              <a:gd name="connsiteX653" fmla="*/ 2152729 w 7467600"/>
              <a:gd name="connsiteY653" fmla="*/ 2864487 h 6858000"/>
              <a:gd name="connsiteX654" fmla="*/ 2020609 w 7467600"/>
              <a:gd name="connsiteY654" fmla="*/ 2539671 h 6858000"/>
              <a:gd name="connsiteX655" fmla="*/ 2018920 w 7467600"/>
              <a:gd name="connsiteY655" fmla="*/ 2536309 h 6858000"/>
              <a:gd name="connsiteX656" fmla="*/ 1342441 w 7467600"/>
              <a:gd name="connsiteY656" fmla="*/ 1173017 h 6858000"/>
              <a:gd name="connsiteX657" fmla="*/ 1367925 w 7467600"/>
              <a:gd name="connsiteY657" fmla="*/ 1135648 h 6858000"/>
              <a:gd name="connsiteX658" fmla="*/ 1771401 w 7467600"/>
              <a:gd name="connsiteY658" fmla="*/ 1806673 h 6858000"/>
              <a:gd name="connsiteX659" fmla="*/ 1972385 w 7467600"/>
              <a:gd name="connsiteY659" fmla="*/ 2198735 h 6858000"/>
              <a:gd name="connsiteX660" fmla="*/ 2040892 w 7467600"/>
              <a:gd name="connsiteY660" fmla="*/ 2405205 h 6858000"/>
              <a:gd name="connsiteX661" fmla="*/ 2131689 w 7467600"/>
              <a:gd name="connsiteY661" fmla="*/ 1936926 h 6858000"/>
              <a:gd name="connsiteX662" fmla="*/ 2454820 w 7467600"/>
              <a:gd name="connsiteY662" fmla="*/ 1248808 h 6858000"/>
              <a:gd name="connsiteX663" fmla="*/ 2492512 w 7467600"/>
              <a:gd name="connsiteY663" fmla="*/ 1302920 h 6858000"/>
              <a:gd name="connsiteX664" fmla="*/ 2081216 w 7467600"/>
              <a:gd name="connsiteY664" fmla="*/ 2527513 h 6858000"/>
              <a:gd name="connsiteX665" fmla="*/ 2081211 w 7467600"/>
              <a:gd name="connsiteY665" fmla="*/ 2528916 h 6858000"/>
              <a:gd name="connsiteX666" fmla="*/ 2199067 w 7467600"/>
              <a:gd name="connsiteY666" fmla="*/ 2884061 h 6858000"/>
              <a:gd name="connsiteX667" fmla="*/ 3192586 w 7467600"/>
              <a:gd name="connsiteY667" fmla="*/ 3411496 h 6858000"/>
              <a:gd name="connsiteX668" fmla="*/ 3182620 w 7467600"/>
              <a:gd name="connsiteY668" fmla="*/ 3483279 h 6858000"/>
              <a:gd name="connsiteX669" fmla="*/ 2435119 w 7467600"/>
              <a:gd name="connsiteY669" fmla="*/ 3080173 h 6858000"/>
              <a:gd name="connsiteX670" fmla="*/ 2410152 w 7467600"/>
              <a:gd name="connsiteY670" fmla="*/ 3063751 h 6858000"/>
              <a:gd name="connsiteX671" fmla="*/ 2408099 w 7467600"/>
              <a:gd name="connsiteY671" fmla="*/ 3064403 h 6858000"/>
              <a:gd name="connsiteX672" fmla="*/ 2407218 w 7467600"/>
              <a:gd name="connsiteY672" fmla="*/ 3070324 h 6858000"/>
              <a:gd name="connsiteX673" fmla="*/ 2380138 w 7467600"/>
              <a:gd name="connsiteY673" fmla="*/ 3099341 h 6858000"/>
              <a:gd name="connsiteX674" fmla="*/ 1765923 w 7467600"/>
              <a:gd name="connsiteY674" fmla="*/ 3581043 h 6858000"/>
              <a:gd name="connsiteX675" fmla="*/ 1702258 w 7467600"/>
              <a:gd name="connsiteY675" fmla="*/ 3612286 h 6858000"/>
              <a:gd name="connsiteX676" fmla="*/ 1538370 w 7467600"/>
              <a:gd name="connsiteY676" fmla="*/ 3811804 h 6858000"/>
              <a:gd name="connsiteX677" fmla="*/ 542867 w 7467600"/>
              <a:gd name="connsiteY677" fmla="*/ 4944092 h 6858000"/>
              <a:gd name="connsiteX678" fmla="*/ 515800 w 7467600"/>
              <a:gd name="connsiteY678" fmla="*/ 4862180 h 6858000"/>
              <a:gd name="connsiteX679" fmla="*/ 909145 w 7467600"/>
              <a:gd name="connsiteY679" fmla="*/ 4199225 h 6858000"/>
              <a:gd name="connsiteX680" fmla="*/ 1214067 w 7467600"/>
              <a:gd name="connsiteY680" fmla="*/ 3908561 h 6858000"/>
              <a:gd name="connsiteX681" fmla="*/ 640967 w 7467600"/>
              <a:gd name="connsiteY681" fmla="*/ 4105601 h 6858000"/>
              <a:gd name="connsiteX682" fmla="*/ 112563 w 7467600"/>
              <a:gd name="connsiteY682" fmla="*/ 4396952 h 6858000"/>
              <a:gd name="connsiteX683" fmla="*/ 0 w 7467600"/>
              <a:gd name="connsiteY683" fmla="*/ 4466006 h 6858000"/>
              <a:gd name="connsiteX684" fmla="*/ 0 w 7467600"/>
              <a:gd name="connsiteY684" fmla="*/ 4233763 h 6858000"/>
              <a:gd name="connsiteX685" fmla="*/ 36881 w 7467600"/>
              <a:gd name="connsiteY685" fmla="*/ 4200118 h 6858000"/>
              <a:gd name="connsiteX686" fmla="*/ 910534 w 7467600"/>
              <a:gd name="connsiteY686" fmla="*/ 3629753 h 6858000"/>
              <a:gd name="connsiteX687" fmla="*/ 1578717 w 7467600"/>
              <a:gd name="connsiteY687" fmla="*/ 3575982 h 6858000"/>
              <a:gd name="connsiteX688" fmla="*/ 2338780 w 7467600"/>
              <a:gd name="connsiteY688" fmla="*/ 3033725 h 6858000"/>
              <a:gd name="connsiteX689" fmla="*/ 1807991 w 7467600"/>
              <a:gd name="connsiteY689" fmla="*/ 2807184 h 6858000"/>
              <a:gd name="connsiteX690" fmla="*/ 1416358 w 7467600"/>
              <a:gd name="connsiteY690" fmla="*/ 3112571 h 6858000"/>
              <a:gd name="connsiteX691" fmla="*/ 939066 w 7467600"/>
              <a:gd name="connsiteY691" fmla="*/ 3378798 h 6858000"/>
              <a:gd name="connsiteX692" fmla="*/ 115099 w 7467600"/>
              <a:gd name="connsiteY692" fmla="*/ 3607650 h 6858000"/>
              <a:gd name="connsiteX693" fmla="*/ 97284 w 7467600"/>
              <a:gd name="connsiteY693" fmla="*/ 3520393 h 6858000"/>
              <a:gd name="connsiteX694" fmla="*/ 922050 w 7467600"/>
              <a:gd name="connsiteY694" fmla="*/ 3074867 h 6858000"/>
              <a:gd name="connsiteX695" fmla="*/ 1405265 w 7467600"/>
              <a:gd name="connsiteY695" fmla="*/ 3016319 h 6858000"/>
              <a:gd name="connsiteX696" fmla="*/ 1407512 w 7467600"/>
              <a:gd name="connsiteY696" fmla="*/ 3018001 h 6858000"/>
              <a:gd name="connsiteX697" fmla="*/ 1726266 w 7467600"/>
              <a:gd name="connsiteY697" fmla="*/ 2777274 h 6858000"/>
              <a:gd name="connsiteX698" fmla="*/ 625390 w 7467600"/>
              <a:gd name="connsiteY698" fmla="*/ 2514541 h 6858000"/>
              <a:gd name="connsiteX699" fmla="*/ 619799 w 7467600"/>
              <a:gd name="connsiteY699" fmla="*/ 2527180 h 6858000"/>
              <a:gd name="connsiteX700" fmla="*/ 310030 w 7467600"/>
              <a:gd name="connsiteY700" fmla="*/ 2771818 h 6858000"/>
              <a:gd name="connsiteX701" fmla="*/ 173877 w 7467600"/>
              <a:gd name="connsiteY701" fmla="*/ 2937056 h 6858000"/>
              <a:gd name="connsiteX702" fmla="*/ 77889 w 7467600"/>
              <a:gd name="connsiteY702" fmla="*/ 3138440 h 6858000"/>
              <a:gd name="connsiteX703" fmla="*/ 0 w 7467600"/>
              <a:gd name="connsiteY703" fmla="*/ 3271395 h 6858000"/>
              <a:gd name="connsiteX704" fmla="*/ 0 w 7467600"/>
              <a:gd name="connsiteY704" fmla="*/ 3153002 h 6858000"/>
              <a:gd name="connsiteX705" fmla="*/ 2386 w 7467600"/>
              <a:gd name="connsiteY705" fmla="*/ 3149203 h 6858000"/>
              <a:gd name="connsiteX706" fmla="*/ 89753 w 7467600"/>
              <a:gd name="connsiteY706" fmla="*/ 2987702 h 6858000"/>
              <a:gd name="connsiteX707" fmla="*/ 76869 w 7467600"/>
              <a:gd name="connsiteY707" fmla="*/ 3005404 h 6858000"/>
              <a:gd name="connsiteX708" fmla="*/ 32049 w 7467600"/>
              <a:gd name="connsiteY708" fmla="*/ 3065814 h 6858000"/>
              <a:gd name="connsiteX709" fmla="*/ 0 w 7467600"/>
              <a:gd name="connsiteY709" fmla="*/ 3108744 h 6858000"/>
              <a:gd name="connsiteX710" fmla="*/ 0 w 7467600"/>
              <a:gd name="connsiteY710" fmla="*/ 3058059 h 6858000"/>
              <a:gd name="connsiteX711" fmla="*/ 7610 w 7467600"/>
              <a:gd name="connsiteY711" fmla="*/ 3047889 h 6858000"/>
              <a:gd name="connsiteX712" fmla="*/ 52419 w 7467600"/>
              <a:gd name="connsiteY712" fmla="*/ 2987479 h 6858000"/>
              <a:gd name="connsiteX713" fmla="*/ 59142 w 7467600"/>
              <a:gd name="connsiteY713" fmla="*/ 2978488 h 6858000"/>
              <a:gd name="connsiteX714" fmla="*/ 0 w 7467600"/>
              <a:gd name="connsiteY714" fmla="*/ 3015334 h 6858000"/>
              <a:gd name="connsiteX715" fmla="*/ 0 w 7467600"/>
              <a:gd name="connsiteY715" fmla="*/ 2914286 h 6858000"/>
              <a:gd name="connsiteX716" fmla="*/ 36383 w 7467600"/>
              <a:gd name="connsiteY716" fmla="*/ 2901128 h 6858000"/>
              <a:gd name="connsiteX717" fmla="*/ 156329 w 7467600"/>
              <a:gd name="connsiteY717" fmla="*/ 2840533 h 6858000"/>
              <a:gd name="connsiteX718" fmla="*/ 358355 w 7467600"/>
              <a:gd name="connsiteY718" fmla="*/ 2620471 h 6858000"/>
              <a:gd name="connsiteX719" fmla="*/ 510577 w 7467600"/>
              <a:gd name="connsiteY719" fmla="*/ 2501244 h 6858000"/>
              <a:gd name="connsiteX720" fmla="*/ 211967 w 7467600"/>
              <a:gd name="connsiteY720" fmla="*/ 2479171 h 6858000"/>
              <a:gd name="connsiteX721" fmla="*/ 0 w 7467600"/>
              <a:gd name="connsiteY721" fmla="*/ 2476398 h 6858000"/>
              <a:gd name="connsiteX722" fmla="*/ 0 w 7467600"/>
              <a:gd name="connsiteY722" fmla="*/ 2389189 h 6858000"/>
              <a:gd name="connsiteX723" fmla="*/ 103062 w 7467600"/>
              <a:gd name="connsiteY723" fmla="*/ 2389518 h 6858000"/>
              <a:gd name="connsiteX724" fmla="*/ 510734 w 7467600"/>
              <a:gd name="connsiteY724" fmla="*/ 2416201 h 6858000"/>
              <a:gd name="connsiteX725" fmla="*/ 279257 w 7467600"/>
              <a:gd name="connsiteY725" fmla="*/ 2092102 h 6858000"/>
              <a:gd name="connsiteX726" fmla="*/ 65265 w 7467600"/>
              <a:gd name="connsiteY726" fmla="*/ 2006049 h 6858000"/>
              <a:gd name="connsiteX727" fmla="*/ 0 w 7467600"/>
              <a:gd name="connsiteY727" fmla="*/ 1982532 h 6858000"/>
              <a:gd name="connsiteX728" fmla="*/ 0 w 7467600"/>
              <a:gd name="connsiteY728" fmla="*/ 1912789 h 6858000"/>
              <a:gd name="connsiteX729" fmla="*/ 97460 w 7467600"/>
              <a:gd name="connsiteY729" fmla="*/ 1953725 h 6858000"/>
              <a:gd name="connsiteX730" fmla="*/ 221272 w 7467600"/>
              <a:gd name="connsiteY730" fmla="*/ 1980766 h 6858000"/>
              <a:gd name="connsiteX731" fmla="*/ 116765 w 7467600"/>
              <a:gd name="connsiteY731" fmla="*/ 1911033 h 6858000"/>
              <a:gd name="connsiteX732" fmla="*/ 16405 w 7467600"/>
              <a:gd name="connsiteY732" fmla="*/ 1803412 h 6858000"/>
              <a:gd name="connsiteX733" fmla="*/ 0 w 7467600"/>
              <a:gd name="connsiteY733" fmla="*/ 1784777 h 6858000"/>
              <a:gd name="connsiteX734" fmla="*/ 0 w 7467600"/>
              <a:gd name="connsiteY734" fmla="*/ 1740082 h 6858000"/>
              <a:gd name="connsiteX735" fmla="*/ 39394 w 7467600"/>
              <a:gd name="connsiteY735" fmla="*/ 1784856 h 6858000"/>
              <a:gd name="connsiteX736" fmla="*/ 135813 w 7467600"/>
              <a:gd name="connsiteY736" fmla="*/ 1888838 h 6858000"/>
              <a:gd name="connsiteX737" fmla="*/ 242575 w 7467600"/>
              <a:gd name="connsiteY737" fmla="*/ 1958841 h 6858000"/>
              <a:gd name="connsiteX738" fmla="*/ 82197 w 7467600"/>
              <a:gd name="connsiteY738" fmla="*/ 1754826 h 6858000"/>
              <a:gd name="connsiteX739" fmla="*/ 0 w 7467600"/>
              <a:gd name="connsiteY739" fmla="*/ 1679650 h 6858000"/>
              <a:gd name="connsiteX740" fmla="*/ 0 w 7467600"/>
              <a:gd name="connsiteY740" fmla="*/ 1602463 h 6858000"/>
              <a:gd name="connsiteX741" fmla="*/ 84689 w 7467600"/>
              <a:gd name="connsiteY741" fmla="*/ 1677442 h 6858000"/>
              <a:gd name="connsiteX742" fmla="*/ 298437 w 7467600"/>
              <a:gd name="connsiteY742" fmla="*/ 1968019 h 6858000"/>
              <a:gd name="connsiteX743" fmla="*/ 227269 w 7467600"/>
              <a:gd name="connsiteY743" fmla="*/ 1114064 h 6858000"/>
              <a:gd name="connsiteX744" fmla="*/ 248003 w 7467600"/>
              <a:gd name="connsiteY744" fmla="*/ 1089613 h 6858000"/>
              <a:gd name="connsiteX745" fmla="*/ 427020 w 7467600"/>
              <a:gd name="connsiteY745" fmla="*/ 1619803 h 6858000"/>
              <a:gd name="connsiteX746" fmla="*/ 340345 w 7467600"/>
              <a:gd name="connsiteY746" fmla="*/ 2027739 h 6858000"/>
              <a:gd name="connsiteX747" fmla="*/ 360865 w 7467600"/>
              <a:gd name="connsiteY747" fmla="*/ 2044827 h 6858000"/>
              <a:gd name="connsiteX748" fmla="*/ 560414 w 7467600"/>
              <a:gd name="connsiteY748" fmla="*/ 2421457 h 6858000"/>
              <a:gd name="connsiteX749" fmla="*/ 1359703 w 7467600"/>
              <a:gd name="connsiteY749" fmla="*/ 2578554 h 6858000"/>
              <a:gd name="connsiteX750" fmla="*/ 1359422 w 7467600"/>
              <a:gd name="connsiteY750" fmla="*/ 2577994 h 6858000"/>
              <a:gd name="connsiteX751" fmla="*/ 828701 w 7467600"/>
              <a:gd name="connsiteY751" fmla="*/ 1839520 h 6858000"/>
              <a:gd name="connsiteX752" fmla="*/ 494427 w 7467600"/>
              <a:gd name="connsiteY752" fmla="*/ 1092333 h 6858000"/>
              <a:gd name="connsiteX753" fmla="*/ 506322 w 7467600"/>
              <a:gd name="connsiteY753" fmla="*/ 1020997 h 6858000"/>
              <a:gd name="connsiteX754" fmla="*/ 4570198 w 7467600"/>
              <a:gd name="connsiteY754" fmla="*/ 978081 h 6858000"/>
              <a:gd name="connsiteX755" fmla="*/ 4523691 w 7467600"/>
              <a:gd name="connsiteY755" fmla="*/ 1127776 h 6858000"/>
              <a:gd name="connsiteX756" fmla="*/ 4509875 w 7467600"/>
              <a:gd name="connsiteY756" fmla="*/ 1167552 h 6858000"/>
              <a:gd name="connsiteX757" fmla="*/ 4478168 w 7467600"/>
              <a:gd name="connsiteY757" fmla="*/ 1260735 h 6858000"/>
              <a:gd name="connsiteX758" fmla="*/ 4409309 w 7467600"/>
              <a:gd name="connsiteY758" fmla="*/ 1666996 h 6858000"/>
              <a:gd name="connsiteX759" fmla="*/ 4370031 w 7467600"/>
              <a:gd name="connsiteY759" fmla="*/ 1955666 h 6858000"/>
              <a:gd name="connsiteX760" fmla="*/ 4570198 w 7467600"/>
              <a:gd name="connsiteY760" fmla="*/ 978081 h 6858000"/>
              <a:gd name="connsiteX761" fmla="*/ 4557898 w 7467600"/>
              <a:gd name="connsiteY761" fmla="*/ 900011 h 6858000"/>
              <a:gd name="connsiteX762" fmla="*/ 4344840 w 7467600"/>
              <a:gd name="connsiteY762" fmla="*/ 1922038 h 6858000"/>
              <a:gd name="connsiteX763" fmla="*/ 4378710 w 7467600"/>
              <a:gd name="connsiteY763" fmla="*/ 1665516 h 6858000"/>
              <a:gd name="connsiteX764" fmla="*/ 4448798 w 7467600"/>
              <a:gd name="connsiteY764" fmla="*/ 1253024 h 6858000"/>
              <a:gd name="connsiteX765" fmla="*/ 4480315 w 7467600"/>
              <a:gd name="connsiteY765" fmla="*/ 1158454 h 6858000"/>
              <a:gd name="connsiteX766" fmla="*/ 4494133 w 7467600"/>
              <a:gd name="connsiteY766" fmla="*/ 1118676 h 6858000"/>
              <a:gd name="connsiteX767" fmla="*/ 4557898 w 7467600"/>
              <a:gd name="connsiteY767" fmla="*/ 900011 h 6858000"/>
              <a:gd name="connsiteX768" fmla="*/ 5870151 w 7467600"/>
              <a:gd name="connsiteY768" fmla="*/ 898890 h 6858000"/>
              <a:gd name="connsiteX769" fmla="*/ 5861335 w 7467600"/>
              <a:gd name="connsiteY769" fmla="*/ 899177 h 6858000"/>
              <a:gd name="connsiteX770" fmla="*/ 5843702 w 7467600"/>
              <a:gd name="connsiteY770" fmla="*/ 899748 h 6858000"/>
              <a:gd name="connsiteX771" fmla="*/ 5651107 w 7467600"/>
              <a:gd name="connsiteY771" fmla="*/ 920306 h 6858000"/>
              <a:gd name="connsiteX772" fmla="*/ 5459407 w 7467600"/>
              <a:gd name="connsiteY772" fmla="*/ 940975 h 6858000"/>
              <a:gd name="connsiteX773" fmla="*/ 5374846 w 7467600"/>
              <a:gd name="connsiteY773" fmla="*/ 941988 h 6858000"/>
              <a:gd name="connsiteX774" fmla="*/ 5256105 w 7467600"/>
              <a:gd name="connsiteY774" fmla="*/ 945632 h 6858000"/>
              <a:gd name="connsiteX775" fmla="*/ 5107071 w 7467600"/>
              <a:gd name="connsiteY775" fmla="*/ 969720 h 6858000"/>
              <a:gd name="connsiteX776" fmla="*/ 4998681 w 7467600"/>
              <a:gd name="connsiteY776" fmla="*/ 988771 h 6858000"/>
              <a:gd name="connsiteX777" fmla="*/ 5870151 w 7467600"/>
              <a:gd name="connsiteY777" fmla="*/ 898890 h 6858000"/>
              <a:gd name="connsiteX778" fmla="*/ 5504425 w 7467600"/>
              <a:gd name="connsiteY778" fmla="*/ 848067 h 6858000"/>
              <a:gd name="connsiteX779" fmla="*/ 4968849 w 7467600"/>
              <a:gd name="connsiteY779" fmla="*/ 962318 h 6858000"/>
              <a:gd name="connsiteX780" fmla="*/ 5104039 w 7467600"/>
              <a:gd name="connsiteY780" fmla="*/ 940634 h 6858000"/>
              <a:gd name="connsiteX781" fmla="*/ 5256311 w 7467600"/>
              <a:gd name="connsiteY781" fmla="*/ 916490 h 6858000"/>
              <a:gd name="connsiteX782" fmla="*/ 5377381 w 7467600"/>
              <a:gd name="connsiteY782" fmla="*/ 912671 h 6858000"/>
              <a:gd name="connsiteX783" fmla="*/ 5460148 w 7467600"/>
              <a:gd name="connsiteY783" fmla="*/ 911442 h 6858000"/>
              <a:gd name="connsiteX784" fmla="*/ 5648971 w 7467600"/>
              <a:gd name="connsiteY784" fmla="*/ 891331 h 6858000"/>
              <a:gd name="connsiteX785" fmla="*/ 5844807 w 7467600"/>
              <a:gd name="connsiteY785" fmla="*/ 870718 h 6858000"/>
              <a:gd name="connsiteX786" fmla="*/ 5862975 w 7467600"/>
              <a:gd name="connsiteY786" fmla="*/ 869756 h 6858000"/>
              <a:gd name="connsiteX787" fmla="*/ 5920887 w 7467600"/>
              <a:gd name="connsiteY787" fmla="*/ 865929 h 6858000"/>
              <a:gd name="connsiteX788" fmla="*/ 5504425 w 7467600"/>
              <a:gd name="connsiteY788" fmla="*/ 848067 h 6858000"/>
              <a:gd name="connsiteX789" fmla="*/ 3607114 w 7467600"/>
              <a:gd name="connsiteY789" fmla="*/ 467441 h 6858000"/>
              <a:gd name="connsiteX790" fmla="*/ 3296242 w 7467600"/>
              <a:gd name="connsiteY790" fmla="*/ 807991 h 6858000"/>
              <a:gd name="connsiteX791" fmla="*/ 3174674 w 7467600"/>
              <a:gd name="connsiteY791" fmla="*/ 919759 h 6858000"/>
              <a:gd name="connsiteX792" fmla="*/ 3042978 w 7467600"/>
              <a:gd name="connsiteY792" fmla="*/ 1054894 h 6858000"/>
              <a:gd name="connsiteX793" fmla="*/ 2968914 w 7467600"/>
              <a:gd name="connsiteY793" fmla="*/ 1133756 h 6858000"/>
              <a:gd name="connsiteX794" fmla="*/ 3103823 w 7467600"/>
              <a:gd name="connsiteY794" fmla="*/ 1026814 h 6858000"/>
              <a:gd name="connsiteX795" fmla="*/ 3607114 w 7467600"/>
              <a:gd name="connsiteY795" fmla="*/ 467441 h 6858000"/>
              <a:gd name="connsiteX796" fmla="*/ 3744487 w 7467600"/>
              <a:gd name="connsiteY796" fmla="*/ 383136 h 6858000"/>
              <a:gd name="connsiteX797" fmla="*/ 3970213 w 7467600"/>
              <a:gd name="connsiteY797" fmla="*/ 995559 h 6858000"/>
              <a:gd name="connsiteX798" fmla="*/ 3744487 w 7467600"/>
              <a:gd name="connsiteY798" fmla="*/ 383136 h 6858000"/>
              <a:gd name="connsiteX799" fmla="*/ 3624562 w 7467600"/>
              <a:gd name="connsiteY799" fmla="*/ 367041 h 6858000"/>
              <a:gd name="connsiteX800" fmla="*/ 3489712 w 7467600"/>
              <a:gd name="connsiteY800" fmla="*/ 485386 h 6858000"/>
              <a:gd name="connsiteX801" fmla="*/ 3182994 w 7467600"/>
              <a:gd name="connsiteY801" fmla="*/ 828265 h 6858000"/>
              <a:gd name="connsiteX802" fmla="*/ 2892114 w 7467600"/>
              <a:gd name="connsiteY802" fmla="*/ 1172635 h 6858000"/>
              <a:gd name="connsiteX803" fmla="*/ 3021459 w 7467600"/>
              <a:gd name="connsiteY803" fmla="*/ 1035385 h 6858000"/>
              <a:gd name="connsiteX804" fmla="*/ 3153873 w 7467600"/>
              <a:gd name="connsiteY804" fmla="*/ 898971 h 6858000"/>
              <a:gd name="connsiteX805" fmla="*/ 3276511 w 7467600"/>
              <a:gd name="connsiteY805" fmla="*/ 786423 h 6858000"/>
              <a:gd name="connsiteX806" fmla="*/ 3584154 w 7467600"/>
              <a:gd name="connsiteY806" fmla="*/ 448218 h 6858000"/>
              <a:gd name="connsiteX807" fmla="*/ 3624562 w 7467600"/>
              <a:gd name="connsiteY807" fmla="*/ 367041 h 6858000"/>
              <a:gd name="connsiteX808" fmla="*/ 3766672 w 7467600"/>
              <a:gd name="connsiteY808" fmla="*/ 359429 h 6858000"/>
              <a:gd name="connsiteX809" fmla="*/ 3996338 w 7467600"/>
              <a:gd name="connsiteY809" fmla="*/ 968237 h 6858000"/>
              <a:gd name="connsiteX810" fmla="*/ 3766672 w 7467600"/>
              <a:gd name="connsiteY810" fmla="*/ 359429 h 6858000"/>
              <a:gd name="connsiteX811" fmla="*/ 5805386 w 7467600"/>
              <a:gd name="connsiteY811" fmla="*/ 239240 h 6858000"/>
              <a:gd name="connsiteX812" fmla="*/ 5736947 w 7467600"/>
              <a:gd name="connsiteY812" fmla="*/ 261367 h 6858000"/>
              <a:gd name="connsiteX813" fmla="*/ 5427012 w 7467600"/>
              <a:gd name="connsiteY813" fmla="*/ 311272 h 6858000"/>
              <a:gd name="connsiteX814" fmla="*/ 5147818 w 7467600"/>
              <a:gd name="connsiteY814" fmla="*/ 322112 h 6858000"/>
              <a:gd name="connsiteX815" fmla="*/ 5060854 w 7467600"/>
              <a:gd name="connsiteY815" fmla="*/ 311882 h 6858000"/>
              <a:gd name="connsiteX816" fmla="*/ 4945989 w 7467600"/>
              <a:gd name="connsiteY816" fmla="*/ 300516 h 6858000"/>
              <a:gd name="connsiteX817" fmla="*/ 5410479 w 7467600"/>
              <a:gd name="connsiteY817" fmla="*/ 348434 h 6858000"/>
              <a:gd name="connsiteX818" fmla="*/ 5805386 w 7467600"/>
              <a:gd name="connsiteY818" fmla="*/ 239240 h 6858000"/>
              <a:gd name="connsiteX819" fmla="*/ 5905192 w 7467600"/>
              <a:gd name="connsiteY819" fmla="*/ 163079 h 6858000"/>
              <a:gd name="connsiteX820" fmla="*/ 5865655 w 7467600"/>
              <a:gd name="connsiteY820" fmla="*/ 171901 h 6858000"/>
              <a:gd name="connsiteX821" fmla="*/ 5259740 w 7467600"/>
              <a:gd name="connsiteY821" fmla="*/ 257013 h 6858000"/>
              <a:gd name="connsiteX822" fmla="*/ 5208466 w 7467600"/>
              <a:gd name="connsiteY822" fmla="*/ 257550 h 6858000"/>
              <a:gd name="connsiteX823" fmla="*/ 4980204 w 7467600"/>
              <a:gd name="connsiteY823" fmla="*/ 271903 h 6858000"/>
              <a:gd name="connsiteX824" fmla="*/ 5068068 w 7467600"/>
              <a:gd name="connsiteY824" fmla="*/ 282244 h 6858000"/>
              <a:gd name="connsiteX825" fmla="*/ 5153231 w 7467600"/>
              <a:gd name="connsiteY825" fmla="*/ 292240 h 6858000"/>
              <a:gd name="connsiteX826" fmla="*/ 5426491 w 7467600"/>
              <a:gd name="connsiteY826" fmla="*/ 281128 h 6858000"/>
              <a:gd name="connsiteX827" fmla="*/ 5731212 w 7467600"/>
              <a:gd name="connsiteY827" fmla="*/ 231951 h 6858000"/>
              <a:gd name="connsiteX828" fmla="*/ 5905192 w 7467600"/>
              <a:gd name="connsiteY828" fmla="*/ 163079 h 6858000"/>
              <a:gd name="connsiteX829" fmla="*/ 5944437 w 7467600"/>
              <a:gd name="connsiteY829" fmla="*/ 113829 h 6858000"/>
              <a:gd name="connsiteX830" fmla="*/ 5825032 w 7467600"/>
              <a:gd name="connsiteY830" fmla="*/ 146405 h 6858000"/>
              <a:gd name="connsiteX831" fmla="*/ 4955599 w 7467600"/>
              <a:gd name="connsiteY831" fmla="*/ 247008 h 6858000"/>
              <a:gd name="connsiteX832" fmla="*/ 5210104 w 7467600"/>
              <a:gd name="connsiteY832" fmla="*/ 228123 h 6858000"/>
              <a:gd name="connsiteX833" fmla="*/ 5261015 w 7467600"/>
              <a:gd name="connsiteY833" fmla="*/ 227087 h 6858000"/>
              <a:gd name="connsiteX834" fmla="*/ 5861181 w 7467600"/>
              <a:gd name="connsiteY834" fmla="*/ 143093 h 6858000"/>
              <a:gd name="connsiteX835" fmla="*/ 5961252 w 7467600"/>
              <a:gd name="connsiteY835" fmla="*/ 114820 h 6858000"/>
              <a:gd name="connsiteX836" fmla="*/ 5944437 w 7467600"/>
              <a:gd name="connsiteY836" fmla="*/ 113829 h 6858000"/>
              <a:gd name="connsiteX837" fmla="*/ 3882765 w 7467600"/>
              <a:gd name="connsiteY837" fmla="*/ 0 h 6858000"/>
              <a:gd name="connsiteX838" fmla="*/ 3995099 w 7467600"/>
              <a:gd name="connsiteY838" fmla="*/ 0 h 6858000"/>
              <a:gd name="connsiteX839" fmla="*/ 4163818 w 7467600"/>
              <a:gd name="connsiteY839" fmla="*/ 234104 h 6858000"/>
              <a:gd name="connsiteX840" fmla="*/ 4172099 w 7467600"/>
              <a:gd name="connsiteY840" fmla="*/ 234207 h 6858000"/>
              <a:gd name="connsiteX841" fmla="*/ 4784282 w 7467600"/>
              <a:gd name="connsiteY841" fmla="*/ 276561 h 6858000"/>
              <a:gd name="connsiteX842" fmla="*/ 4801687 w 7467600"/>
              <a:gd name="connsiteY842" fmla="*/ 267764 h 6858000"/>
              <a:gd name="connsiteX843" fmla="*/ 6082788 w 7467600"/>
              <a:gd name="connsiteY843" fmla="*/ 64119 h 6858000"/>
              <a:gd name="connsiteX844" fmla="*/ 6099442 w 7467600"/>
              <a:gd name="connsiteY844" fmla="*/ 82568 h 6858000"/>
              <a:gd name="connsiteX845" fmla="*/ 4804137 w 7467600"/>
              <a:gd name="connsiteY845" fmla="*/ 320931 h 6858000"/>
              <a:gd name="connsiteX846" fmla="*/ 4227047 w 7467600"/>
              <a:gd name="connsiteY846" fmla="*/ 313415 h 6858000"/>
              <a:gd name="connsiteX847" fmla="*/ 4346041 w 7467600"/>
              <a:gd name="connsiteY847" fmla="*/ 456086 h 6858000"/>
              <a:gd name="connsiteX848" fmla="*/ 4870967 w 7467600"/>
              <a:gd name="connsiteY848" fmla="*/ 963061 h 6858000"/>
              <a:gd name="connsiteX849" fmla="*/ 4889647 w 7467600"/>
              <a:gd name="connsiteY849" fmla="*/ 957147 h 6858000"/>
              <a:gd name="connsiteX850" fmla="*/ 5422504 w 7467600"/>
              <a:gd name="connsiteY850" fmla="*/ 805191 h 6858000"/>
              <a:gd name="connsiteX851" fmla="*/ 6087656 w 7467600"/>
              <a:gd name="connsiteY851" fmla="*/ 826703 h 6858000"/>
              <a:gd name="connsiteX852" fmla="*/ 6058717 w 7467600"/>
              <a:gd name="connsiteY852" fmla="*/ 865992 h 6858000"/>
              <a:gd name="connsiteX853" fmla="*/ 4974153 w 7467600"/>
              <a:gd name="connsiteY853" fmla="*/ 1045456 h 6858000"/>
              <a:gd name="connsiteX854" fmla="*/ 5627835 w 7467600"/>
              <a:gd name="connsiteY854" fmla="*/ 1472077 h 6858000"/>
              <a:gd name="connsiteX855" fmla="*/ 5629817 w 7467600"/>
              <a:gd name="connsiteY855" fmla="*/ 1471412 h 6858000"/>
              <a:gd name="connsiteX856" fmla="*/ 5634124 w 7467600"/>
              <a:gd name="connsiteY856" fmla="*/ 1470572 h 6858000"/>
              <a:gd name="connsiteX857" fmla="*/ 5755832 w 7467600"/>
              <a:gd name="connsiteY857" fmla="*/ 1383886 h 6858000"/>
              <a:gd name="connsiteX858" fmla="*/ 6014186 w 7467600"/>
              <a:gd name="connsiteY858" fmla="*/ 1279799 h 6858000"/>
              <a:gd name="connsiteX859" fmla="*/ 6901619 w 7467600"/>
              <a:gd name="connsiteY859" fmla="*/ 1047874 h 6858000"/>
              <a:gd name="connsiteX860" fmla="*/ 6931566 w 7467600"/>
              <a:gd name="connsiteY860" fmla="*/ 1062034 h 6858000"/>
              <a:gd name="connsiteX861" fmla="*/ 5790982 w 7467600"/>
              <a:gd name="connsiteY861" fmla="*/ 1561380 h 6858000"/>
              <a:gd name="connsiteX862" fmla="*/ 6188971 w 7467600"/>
              <a:gd name="connsiteY862" fmla="*/ 1755168 h 6858000"/>
              <a:gd name="connsiteX863" fmla="*/ 6202446 w 7467600"/>
              <a:gd name="connsiteY863" fmla="*/ 1752268 h 6858000"/>
              <a:gd name="connsiteX864" fmla="*/ 7179560 w 7467600"/>
              <a:gd name="connsiteY864" fmla="*/ 1467551 h 6858000"/>
              <a:gd name="connsiteX865" fmla="*/ 7158730 w 7467600"/>
              <a:gd name="connsiteY865" fmla="*/ 1507835 h 6858000"/>
              <a:gd name="connsiteX866" fmla="*/ 6326959 w 7467600"/>
              <a:gd name="connsiteY866" fmla="*/ 1817686 h 6858000"/>
              <a:gd name="connsiteX867" fmla="*/ 6537433 w 7467600"/>
              <a:gd name="connsiteY867" fmla="*/ 1907790 h 6858000"/>
              <a:gd name="connsiteX868" fmla="*/ 6550221 w 7467600"/>
              <a:gd name="connsiteY868" fmla="*/ 1910729 h 6858000"/>
              <a:gd name="connsiteX869" fmla="*/ 6964438 w 7467600"/>
              <a:gd name="connsiteY869" fmla="*/ 2209505 h 6858000"/>
              <a:gd name="connsiteX870" fmla="*/ 7367862 w 7467600"/>
              <a:gd name="connsiteY870" fmla="*/ 2806833 h 6858000"/>
              <a:gd name="connsiteX871" fmla="*/ 7364329 w 7467600"/>
              <a:gd name="connsiteY871" fmla="*/ 2826907 h 6858000"/>
              <a:gd name="connsiteX872" fmla="*/ 7290545 w 7467600"/>
              <a:gd name="connsiteY872" fmla="*/ 2850663 h 6858000"/>
              <a:gd name="connsiteX873" fmla="*/ 6472036 w 7467600"/>
              <a:gd name="connsiteY873" fmla="*/ 1959003 h 6858000"/>
              <a:gd name="connsiteX874" fmla="*/ 5792897 w 7467600"/>
              <a:gd name="connsiteY874" fmla="*/ 1647747 h 6858000"/>
              <a:gd name="connsiteX875" fmla="*/ 5842751 w 7467600"/>
              <a:gd name="connsiteY875" fmla="*/ 1816112 h 6858000"/>
              <a:gd name="connsiteX876" fmla="*/ 5847424 w 7467600"/>
              <a:gd name="connsiteY876" fmla="*/ 1815776 h 6858000"/>
              <a:gd name="connsiteX877" fmla="*/ 6399821 w 7467600"/>
              <a:gd name="connsiteY877" fmla="*/ 2344799 h 6858000"/>
              <a:gd name="connsiteX878" fmla="*/ 6323232 w 7467600"/>
              <a:gd name="connsiteY878" fmla="*/ 2389634 h 6858000"/>
              <a:gd name="connsiteX879" fmla="*/ 5942958 w 7467600"/>
              <a:gd name="connsiteY879" fmla="*/ 2077708 h 6858000"/>
              <a:gd name="connsiteX880" fmla="*/ 5921559 w 7467600"/>
              <a:gd name="connsiteY880" fmla="*/ 2378596 h 6858000"/>
              <a:gd name="connsiteX881" fmla="*/ 5817651 w 7467600"/>
              <a:gd name="connsiteY881" fmla="*/ 3023919 h 6858000"/>
              <a:gd name="connsiteX882" fmla="*/ 5729634 w 7467600"/>
              <a:gd name="connsiteY882" fmla="*/ 3051849 h 6858000"/>
              <a:gd name="connsiteX883" fmla="*/ 5611018 w 7467600"/>
              <a:gd name="connsiteY883" fmla="*/ 2316769 h 6858000"/>
              <a:gd name="connsiteX884" fmla="*/ 5687608 w 7467600"/>
              <a:gd name="connsiteY884" fmla="*/ 2039972 h 6858000"/>
              <a:gd name="connsiteX885" fmla="*/ 5657554 w 7467600"/>
              <a:gd name="connsiteY885" fmla="*/ 1576445 h 6858000"/>
              <a:gd name="connsiteX886" fmla="*/ 5150475 w 7467600"/>
              <a:gd name="connsiteY886" fmla="*/ 1274012 h 6858000"/>
              <a:gd name="connsiteX887" fmla="*/ 5349142 w 7467600"/>
              <a:gd name="connsiteY887" fmla="*/ 2204405 h 6858000"/>
              <a:gd name="connsiteX888" fmla="*/ 5262214 w 7467600"/>
              <a:gd name="connsiteY888" fmla="*/ 2233836 h 6858000"/>
              <a:gd name="connsiteX889" fmla="*/ 4981539 w 7467600"/>
              <a:gd name="connsiteY889" fmla="*/ 1542201 h 6858000"/>
              <a:gd name="connsiteX890" fmla="*/ 4958461 w 7467600"/>
              <a:gd name="connsiteY890" fmla="*/ 1136957 h 6858000"/>
              <a:gd name="connsiteX891" fmla="*/ 4655015 w 7467600"/>
              <a:gd name="connsiteY891" fmla="*/ 891426 h 6858000"/>
              <a:gd name="connsiteX892" fmla="*/ 4348002 w 7467600"/>
              <a:gd name="connsiteY892" fmla="*/ 2205895 h 6858000"/>
              <a:gd name="connsiteX893" fmla="*/ 4262250 w 7467600"/>
              <a:gd name="connsiteY893" fmla="*/ 2219972 h 6858000"/>
              <a:gd name="connsiteX894" fmla="*/ 4550611 w 7467600"/>
              <a:gd name="connsiteY894" fmla="*/ 817540 h 6858000"/>
              <a:gd name="connsiteX895" fmla="*/ 4564418 w 7467600"/>
              <a:gd name="connsiteY895" fmla="*/ 808293 h 6858000"/>
              <a:gd name="connsiteX896" fmla="*/ 4266388 w 7467600"/>
              <a:gd name="connsiteY896" fmla="*/ 500083 h 6858000"/>
              <a:gd name="connsiteX897" fmla="*/ 4032842 w 7467600"/>
              <a:gd name="connsiteY897" fmla="*/ 211809 h 6858000"/>
              <a:gd name="connsiteX898" fmla="*/ 3882765 w 7467600"/>
              <a:gd name="connsiteY898" fmla="*/ 0 h 6858000"/>
              <a:gd name="connsiteX899" fmla="*/ 3721337 w 7467600"/>
              <a:gd name="connsiteY899" fmla="*/ 0 h 6858000"/>
              <a:gd name="connsiteX900" fmla="*/ 3797544 w 7467600"/>
              <a:gd name="connsiteY900" fmla="*/ 0 h 6858000"/>
              <a:gd name="connsiteX901" fmla="*/ 3775734 w 7467600"/>
              <a:gd name="connsiteY901" fmla="*/ 95131 h 6858000"/>
              <a:gd name="connsiteX902" fmla="*/ 3724807 w 7467600"/>
              <a:gd name="connsiteY902" fmla="*/ 272257 h 6858000"/>
              <a:gd name="connsiteX903" fmla="*/ 3726844 w 7467600"/>
              <a:gd name="connsiteY903" fmla="*/ 282988 h 6858000"/>
              <a:gd name="connsiteX904" fmla="*/ 3742664 w 7467600"/>
              <a:gd name="connsiteY904" fmla="*/ 279918 h 6858000"/>
              <a:gd name="connsiteX905" fmla="*/ 4103910 w 7467600"/>
              <a:gd name="connsiteY905" fmla="*/ 1161917 h 6858000"/>
              <a:gd name="connsiteX906" fmla="*/ 4020269 w 7467600"/>
              <a:gd name="connsiteY906" fmla="*/ 1200406 h 6858000"/>
              <a:gd name="connsiteX907" fmla="*/ 3674882 w 7467600"/>
              <a:gd name="connsiteY907" fmla="*/ 488524 h 6858000"/>
              <a:gd name="connsiteX908" fmla="*/ 3132682 w 7467600"/>
              <a:gd name="connsiteY908" fmla="*/ 1072284 h 6858000"/>
              <a:gd name="connsiteX909" fmla="*/ 2716346 w 7467600"/>
              <a:gd name="connsiteY909" fmla="*/ 1276376 h 6858000"/>
              <a:gd name="connsiteX910" fmla="*/ 2716772 w 7467600"/>
              <a:gd name="connsiteY910" fmla="*/ 1255462 h 6858000"/>
              <a:gd name="connsiteX911" fmla="*/ 3471096 w 7467600"/>
              <a:gd name="connsiteY911" fmla="*/ 437072 h 6858000"/>
              <a:gd name="connsiteX912" fmla="*/ 3639057 w 7467600"/>
              <a:gd name="connsiteY912" fmla="*/ 286334 h 6858000"/>
              <a:gd name="connsiteX913" fmla="*/ 3640309 w 7467600"/>
              <a:gd name="connsiteY913" fmla="*/ 284664 h 6858000"/>
              <a:gd name="connsiteX914" fmla="*/ 3646022 w 7467600"/>
              <a:gd name="connsiteY914" fmla="*/ 276711 h 6858000"/>
              <a:gd name="connsiteX915" fmla="*/ 3707943 w 7467600"/>
              <a:gd name="connsiteY915" fmla="*/ 65958 h 6858000"/>
              <a:gd name="connsiteX916" fmla="*/ 3721337 w 7467600"/>
              <a:gd name="connsiteY916" fmla="*/ 0 h 6858000"/>
              <a:gd name="connsiteX917" fmla="*/ 2867960 w 7467600"/>
              <a:gd name="connsiteY917" fmla="*/ 0 h 6858000"/>
              <a:gd name="connsiteX918" fmla="*/ 2926351 w 7467600"/>
              <a:gd name="connsiteY918" fmla="*/ 0 h 6858000"/>
              <a:gd name="connsiteX919" fmla="*/ 2902823 w 7467600"/>
              <a:gd name="connsiteY919" fmla="*/ 262929 h 6858000"/>
              <a:gd name="connsiteX920" fmla="*/ 2940663 w 7467600"/>
              <a:gd name="connsiteY920" fmla="*/ 140884 h 6858000"/>
              <a:gd name="connsiteX921" fmla="*/ 2947039 w 7467600"/>
              <a:gd name="connsiteY921" fmla="*/ 122524 h 6858000"/>
              <a:gd name="connsiteX922" fmla="*/ 2984316 w 7467600"/>
              <a:gd name="connsiteY922" fmla="*/ 0 h 6858000"/>
              <a:gd name="connsiteX923" fmla="*/ 3016114 w 7467600"/>
              <a:gd name="connsiteY923" fmla="*/ 0 h 6858000"/>
              <a:gd name="connsiteX924" fmla="*/ 2979949 w 7467600"/>
              <a:gd name="connsiteY924" fmla="*/ 119274 h 6858000"/>
              <a:gd name="connsiteX925" fmla="*/ 3023879 w 7467600"/>
              <a:gd name="connsiteY925" fmla="*/ 0 h 6858000"/>
              <a:gd name="connsiteX926" fmla="*/ 3105400 w 7467600"/>
              <a:gd name="connsiteY926" fmla="*/ 0 h 6858000"/>
              <a:gd name="connsiteX927" fmla="*/ 3094669 w 7467600"/>
              <a:gd name="connsiteY927" fmla="*/ 30308 h 6858000"/>
              <a:gd name="connsiteX928" fmla="*/ 2901945 w 7467600"/>
              <a:gd name="connsiteY928" fmla="*/ 466538 h 6858000"/>
              <a:gd name="connsiteX929" fmla="*/ 2815209 w 7467600"/>
              <a:gd name="connsiteY929" fmla="*/ 497361 h 6858000"/>
              <a:gd name="connsiteX930" fmla="*/ 2844845 w 7467600"/>
              <a:gd name="connsiteY930" fmla="*/ 127638 h 6858000"/>
              <a:gd name="connsiteX931" fmla="*/ 2867960 w 7467600"/>
              <a:gd name="connsiteY931" fmla="*/ 0 h 6858000"/>
              <a:gd name="connsiteX932" fmla="*/ 1057230 w 7467600"/>
              <a:gd name="connsiteY932" fmla="*/ 0 h 6858000"/>
              <a:gd name="connsiteX933" fmla="*/ 1111003 w 7467600"/>
              <a:gd name="connsiteY933" fmla="*/ 0 h 6858000"/>
              <a:gd name="connsiteX934" fmla="*/ 1125553 w 7467600"/>
              <a:gd name="connsiteY934" fmla="*/ 52588 h 6858000"/>
              <a:gd name="connsiteX935" fmla="*/ 1304276 w 7467600"/>
              <a:gd name="connsiteY935" fmla="*/ 476275 h 6858000"/>
              <a:gd name="connsiteX936" fmla="*/ 1492066 w 7467600"/>
              <a:gd name="connsiteY936" fmla="*/ 886333 h 6858000"/>
              <a:gd name="connsiteX937" fmla="*/ 1423698 w 7467600"/>
              <a:gd name="connsiteY937" fmla="*/ 710817 h 6858000"/>
              <a:gd name="connsiteX938" fmla="*/ 1357609 w 7467600"/>
              <a:gd name="connsiteY938" fmla="*/ 532892 h 6858000"/>
              <a:gd name="connsiteX939" fmla="*/ 1309550 w 7467600"/>
              <a:gd name="connsiteY939" fmla="*/ 374031 h 6858000"/>
              <a:gd name="connsiteX940" fmla="*/ 1193673 w 7467600"/>
              <a:gd name="connsiteY940" fmla="*/ 49533 h 6858000"/>
              <a:gd name="connsiteX941" fmla="*/ 1164391 w 7467600"/>
              <a:gd name="connsiteY941" fmla="*/ 0 h 6858000"/>
              <a:gd name="connsiteX942" fmla="*/ 1200666 w 7467600"/>
              <a:gd name="connsiteY942" fmla="*/ 0 h 6858000"/>
              <a:gd name="connsiteX943" fmla="*/ 1223408 w 7467600"/>
              <a:gd name="connsiteY943" fmla="*/ 38996 h 6858000"/>
              <a:gd name="connsiteX944" fmla="*/ 1339635 w 7467600"/>
              <a:gd name="connsiteY944" fmla="*/ 365517 h 6858000"/>
              <a:gd name="connsiteX945" fmla="*/ 1387469 w 7467600"/>
              <a:gd name="connsiteY945" fmla="*/ 523079 h 6858000"/>
              <a:gd name="connsiteX946" fmla="*/ 1452685 w 7467600"/>
              <a:gd name="connsiteY946" fmla="*/ 699806 h 6858000"/>
              <a:gd name="connsiteX947" fmla="*/ 1492092 w 7467600"/>
              <a:gd name="connsiteY947" fmla="*/ 800424 h 6858000"/>
              <a:gd name="connsiteX948" fmla="*/ 1455302 w 7467600"/>
              <a:gd name="connsiteY948" fmla="*/ 632913 h 6858000"/>
              <a:gd name="connsiteX949" fmla="*/ 1222336 w 7467600"/>
              <a:gd name="connsiteY949" fmla="*/ 9480 h 6858000"/>
              <a:gd name="connsiteX950" fmla="*/ 1214634 w 7467600"/>
              <a:gd name="connsiteY950" fmla="*/ 0 h 6858000"/>
              <a:gd name="connsiteX951" fmla="*/ 1289827 w 7467600"/>
              <a:gd name="connsiteY951" fmla="*/ 0 h 6858000"/>
              <a:gd name="connsiteX952" fmla="*/ 1321076 w 7467600"/>
              <a:gd name="connsiteY952" fmla="*/ 59722 h 6858000"/>
              <a:gd name="connsiteX953" fmla="*/ 1512579 w 7467600"/>
              <a:gd name="connsiteY953" fmla="*/ 626441 h 6858000"/>
              <a:gd name="connsiteX954" fmla="*/ 1506076 w 7467600"/>
              <a:gd name="connsiteY954" fmla="*/ 1089289 h 6858000"/>
              <a:gd name="connsiteX955" fmla="*/ 1486346 w 7467600"/>
              <a:gd name="connsiteY955" fmla="*/ 1079919 h 6858000"/>
              <a:gd name="connsiteX956" fmla="*/ 1070511 w 7467600"/>
              <a:gd name="connsiteY956" fmla="*/ 48609 h 6858000"/>
              <a:gd name="connsiteX957" fmla="*/ 1057230 w 7467600"/>
              <a:gd name="connsiteY957" fmla="*/ 0 h 6858000"/>
              <a:gd name="connsiteX958" fmla="*/ 43151 w 7467600"/>
              <a:gd name="connsiteY958" fmla="*/ 0 h 6858000"/>
              <a:gd name="connsiteX959" fmla="*/ 95283 w 7467600"/>
              <a:gd name="connsiteY959" fmla="*/ 0 h 6858000"/>
              <a:gd name="connsiteX960" fmla="*/ 300708 w 7467600"/>
              <a:gd name="connsiteY960" fmla="*/ 154571 h 6858000"/>
              <a:gd name="connsiteX961" fmla="*/ 530414 w 7467600"/>
              <a:gd name="connsiteY961" fmla="*/ 354673 h 6858000"/>
              <a:gd name="connsiteX962" fmla="*/ 333785 w 7467600"/>
              <a:gd name="connsiteY962" fmla="*/ 161564 h 6858000"/>
              <a:gd name="connsiteX963" fmla="*/ 147005 w 7467600"/>
              <a:gd name="connsiteY963" fmla="*/ 0 h 6858000"/>
              <a:gd name="connsiteX964" fmla="*/ 272509 w 7467600"/>
              <a:gd name="connsiteY964" fmla="*/ 0 h 6858000"/>
              <a:gd name="connsiteX965" fmla="*/ 326276 w 7467600"/>
              <a:gd name="connsiteY965" fmla="*/ 45847 h 6858000"/>
              <a:gd name="connsiteX966" fmla="*/ 823759 w 7467600"/>
              <a:gd name="connsiteY966" fmla="*/ 574145 h 6858000"/>
              <a:gd name="connsiteX967" fmla="*/ 811254 w 7467600"/>
              <a:gd name="connsiteY967" fmla="*/ 665546 h 6858000"/>
              <a:gd name="connsiteX968" fmla="*/ 154042 w 7467600"/>
              <a:gd name="connsiteY968" fmla="*/ 261522 h 6858000"/>
              <a:gd name="connsiteX969" fmla="*/ 13550 w 7467600"/>
              <a:gd name="connsiteY969" fmla="*/ 158423 h 6858000"/>
              <a:gd name="connsiteX970" fmla="*/ 0 w 7467600"/>
              <a:gd name="connsiteY970" fmla="*/ 146618 h 6858000"/>
              <a:gd name="connsiteX971" fmla="*/ 0 w 7467600"/>
              <a:gd name="connsiteY971" fmla="*/ 59161 h 6858000"/>
              <a:gd name="connsiteX972" fmla="*/ 45427 w 7467600"/>
              <a:gd name="connsiteY972" fmla="*/ 101078 h 6858000"/>
              <a:gd name="connsiteX973" fmla="*/ 630103 w 7467600"/>
              <a:gd name="connsiteY973" fmla="*/ 485885 h 6858000"/>
              <a:gd name="connsiteX974" fmla="*/ 532040 w 7467600"/>
              <a:gd name="connsiteY974" fmla="*/ 399359 h 6858000"/>
              <a:gd name="connsiteX975" fmla="*/ 517618 w 7467600"/>
              <a:gd name="connsiteY975" fmla="*/ 385726 h 6858000"/>
              <a:gd name="connsiteX976" fmla="*/ 285074 w 7467600"/>
              <a:gd name="connsiteY976" fmla="*/ 182755 h 6858000"/>
              <a:gd name="connsiteX977" fmla="*/ 43151 w 7467600"/>
              <a:gd name="connsiteY97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467600 w 7467600"/>
              <a:gd name="connsiteY78" fmla="*/ 5925131 h 6858000"/>
              <a:gd name="connsiteX79" fmla="*/ 7271900 w 7467600"/>
              <a:gd name="connsiteY79" fmla="*/ 5734551 h 6858000"/>
              <a:gd name="connsiteX80" fmla="*/ 7015907 w 7467600"/>
              <a:gd name="connsiteY80" fmla="*/ 5541548 h 6858000"/>
              <a:gd name="connsiteX81" fmla="*/ 7259646 w 7467600"/>
              <a:gd name="connsiteY81" fmla="*/ 5765985 h 6858000"/>
              <a:gd name="connsiteX82" fmla="*/ 7467600 w 7467600"/>
              <a:gd name="connsiteY82" fmla="*/ 6012219 h 6858000"/>
              <a:gd name="connsiteX83" fmla="*/ 6946849 w 7467600"/>
              <a:gd name="connsiteY83" fmla="*/ 5523271 h 6858000"/>
              <a:gd name="connsiteX84" fmla="*/ 6946972 w 7467600"/>
              <a:gd name="connsiteY84" fmla="*/ 5526491 h 6858000"/>
              <a:gd name="connsiteX85" fmla="*/ 7105827 w 7467600"/>
              <a:gd name="connsiteY85" fmla="*/ 5718700 h 6858000"/>
              <a:gd name="connsiteX86" fmla="*/ 7356878 w 7467600"/>
              <a:gd name="connsiteY86" fmla="*/ 5981332 h 6858000"/>
              <a:gd name="connsiteX87" fmla="*/ 7467600 w 7467600"/>
              <a:gd name="connsiteY87" fmla="*/ 6117703 h 6858000"/>
              <a:gd name="connsiteX88" fmla="*/ 7467600 w 7467600"/>
              <a:gd name="connsiteY88" fmla="*/ 6163634 h 6858000"/>
              <a:gd name="connsiteX89" fmla="*/ 7403637 w 7467600"/>
              <a:gd name="connsiteY89" fmla="*/ 6083957 h 6858000"/>
              <a:gd name="connsiteX90" fmla="*/ 7254615 w 7467600"/>
              <a:gd name="connsiteY90" fmla="*/ 5911918 h 6858000"/>
              <a:gd name="connsiteX91" fmla="*/ 7312589 w 7467600"/>
              <a:gd name="connsiteY91" fmla="*/ 5982309 h 6858000"/>
              <a:gd name="connsiteX92" fmla="*/ 7448321 w 7467600"/>
              <a:gd name="connsiteY92" fmla="*/ 6190991 h 6858000"/>
              <a:gd name="connsiteX93" fmla="*/ 7467600 w 7467600"/>
              <a:gd name="connsiteY93" fmla="*/ 6221686 h 6858000"/>
              <a:gd name="connsiteX94" fmla="*/ 7467600 w 7467600"/>
              <a:gd name="connsiteY94" fmla="*/ 6334256 h 6858000"/>
              <a:gd name="connsiteX95" fmla="*/ 7454976 w 7467600"/>
              <a:gd name="connsiteY95" fmla="*/ 6318297 h 6858000"/>
              <a:gd name="connsiteX96" fmla="*/ 7042773 w 7467600"/>
              <a:gd name="connsiteY96" fmla="*/ 5734011 h 6858000"/>
              <a:gd name="connsiteX97" fmla="*/ 6844835 w 7467600"/>
              <a:gd name="connsiteY97" fmla="*/ 5424988 h 6858000"/>
              <a:gd name="connsiteX98" fmla="*/ 1456157 w 7467600"/>
              <a:gd name="connsiteY98" fmla="*/ 5371404 h 6858000"/>
              <a:gd name="connsiteX99" fmla="*/ 1244432 w 7467600"/>
              <a:gd name="connsiteY99" fmla="*/ 5385601 h 6858000"/>
              <a:gd name="connsiteX100" fmla="*/ 973990 w 7467600"/>
              <a:gd name="connsiteY100" fmla="*/ 5424940 h 6858000"/>
              <a:gd name="connsiteX101" fmla="*/ 1103809 w 7467600"/>
              <a:gd name="connsiteY101" fmla="*/ 5433720 h 6858000"/>
              <a:gd name="connsiteX102" fmla="*/ 1123454 w 7467600"/>
              <a:gd name="connsiteY102" fmla="*/ 5435727 h 6858000"/>
              <a:gd name="connsiteX103" fmla="*/ 1737017 w 7467600"/>
              <a:gd name="connsiteY103" fmla="*/ 5452183 h 6858000"/>
              <a:gd name="connsiteX104" fmla="*/ 1824397 w 7467600"/>
              <a:gd name="connsiteY104" fmla="*/ 5447757 h 6858000"/>
              <a:gd name="connsiteX105" fmla="*/ 2070059 w 7467600"/>
              <a:gd name="connsiteY105" fmla="*/ 5441660 h 6858000"/>
              <a:gd name="connsiteX106" fmla="*/ 1456157 w 7467600"/>
              <a:gd name="connsiteY106" fmla="*/ 5371404 h 6858000"/>
              <a:gd name="connsiteX107" fmla="*/ 4988186 w 7467600"/>
              <a:gd name="connsiteY107" fmla="*/ 5216467 h 6858000"/>
              <a:gd name="connsiteX108" fmla="*/ 4777334 w 7467600"/>
              <a:gd name="connsiteY108" fmla="*/ 5406072 h 6858000"/>
              <a:gd name="connsiteX109" fmla="*/ 4718341 w 7467600"/>
              <a:gd name="connsiteY109" fmla="*/ 5468043 h 6858000"/>
              <a:gd name="connsiteX110" fmla="*/ 4604655 w 7467600"/>
              <a:gd name="connsiteY110" fmla="*/ 5583434 h 6858000"/>
              <a:gd name="connsiteX111" fmla="*/ 4565074 w 7467600"/>
              <a:gd name="connsiteY111" fmla="*/ 5618550 h 6858000"/>
              <a:gd name="connsiteX112" fmla="*/ 4988186 w 7467600"/>
              <a:gd name="connsiteY112" fmla="*/ 5216467 h 6858000"/>
              <a:gd name="connsiteX113" fmla="*/ 4978032 w 7467600"/>
              <a:gd name="connsiteY113" fmla="*/ 5183809 h 6858000"/>
              <a:gd name="connsiteX114" fmla="*/ 4463413 w 7467600"/>
              <a:gd name="connsiteY114" fmla="*/ 5615162 h 6858000"/>
              <a:gd name="connsiteX115" fmla="*/ 4358134 w 7467600"/>
              <a:gd name="connsiteY115" fmla="*/ 5742791 h 6858000"/>
              <a:gd name="connsiteX116" fmla="*/ 4376219 w 7467600"/>
              <a:gd name="connsiteY116" fmla="*/ 5729027 h 6858000"/>
              <a:gd name="connsiteX117" fmla="*/ 4582340 w 7467600"/>
              <a:gd name="connsiteY117" fmla="*/ 5561037 h 6858000"/>
              <a:gd name="connsiteX118" fmla="*/ 4694684 w 7467600"/>
              <a:gd name="connsiteY118" fmla="*/ 5447098 h 6858000"/>
              <a:gd name="connsiteX119" fmla="*/ 4754123 w 7467600"/>
              <a:gd name="connsiteY119" fmla="*/ 5384643 h 6858000"/>
              <a:gd name="connsiteX120" fmla="*/ 4978032 w 7467600"/>
              <a:gd name="connsiteY120" fmla="*/ 5183809 h 6858000"/>
              <a:gd name="connsiteX121" fmla="*/ 1903353 w 7467600"/>
              <a:gd name="connsiteY121" fmla="*/ 5044827 h 6858000"/>
              <a:gd name="connsiteX122" fmla="*/ 1936931 w 7467600"/>
              <a:gd name="connsiteY122" fmla="*/ 5093954 h 6858000"/>
              <a:gd name="connsiteX123" fmla="*/ 2195868 w 7467600"/>
              <a:gd name="connsiteY123" fmla="*/ 5396574 h 6858000"/>
              <a:gd name="connsiteX124" fmla="*/ 2088852 w 7467600"/>
              <a:gd name="connsiteY124" fmla="*/ 5166123 h 6858000"/>
              <a:gd name="connsiteX125" fmla="*/ 1958241 w 7467600"/>
              <a:gd name="connsiteY125" fmla="*/ 5067955 h 6858000"/>
              <a:gd name="connsiteX126" fmla="*/ 1903353 w 7467600"/>
              <a:gd name="connsiteY126" fmla="*/ 5044827 h 6858000"/>
              <a:gd name="connsiteX127" fmla="*/ 1979378 w 7467600"/>
              <a:gd name="connsiteY127" fmla="*/ 4769504 h 6858000"/>
              <a:gd name="connsiteX128" fmla="*/ 2882120 w 7467600"/>
              <a:gd name="connsiteY128" fmla="*/ 5064547 h 6858000"/>
              <a:gd name="connsiteX129" fmla="*/ 2793103 w 7467600"/>
              <a:gd name="connsiteY129" fmla="*/ 5039699 h 6858000"/>
              <a:gd name="connsiteX130" fmla="*/ 2770041 w 7467600"/>
              <a:gd name="connsiteY130" fmla="*/ 5033634 h 6858000"/>
              <a:gd name="connsiteX131" fmla="*/ 1979378 w 7467600"/>
              <a:gd name="connsiteY131" fmla="*/ 4769504 h 6858000"/>
              <a:gd name="connsiteX132" fmla="*/ 1927410 w 7467600"/>
              <a:gd name="connsiteY132" fmla="*/ 4716164 h 6858000"/>
              <a:gd name="connsiteX133" fmla="*/ 1959587 w 7467600"/>
              <a:gd name="connsiteY133" fmla="*/ 4728849 h 6858000"/>
              <a:gd name="connsiteX134" fmla="*/ 2777707 w 7467600"/>
              <a:gd name="connsiteY134" fmla="*/ 5003991 h 6858000"/>
              <a:gd name="connsiteX135" fmla="*/ 2800768 w 7467600"/>
              <a:gd name="connsiteY135" fmla="*/ 5010056 h 6858000"/>
              <a:gd name="connsiteX136" fmla="*/ 2879408 w 7467600"/>
              <a:gd name="connsiteY136" fmla="*/ 5031590 h 6858000"/>
              <a:gd name="connsiteX137" fmla="*/ 2862295 w 7467600"/>
              <a:gd name="connsiteY137" fmla="*/ 5022958 h 6858000"/>
              <a:gd name="connsiteX138" fmla="*/ 2813343 w 7467600"/>
              <a:gd name="connsiteY138" fmla="*/ 4998369 h 6858000"/>
              <a:gd name="connsiteX139" fmla="*/ 2646245 w 7467600"/>
              <a:gd name="connsiteY139" fmla="*/ 4930999 h 6858000"/>
              <a:gd name="connsiteX140" fmla="*/ 1999243 w 7467600"/>
              <a:gd name="connsiteY140" fmla="*/ 4730524 h 6858000"/>
              <a:gd name="connsiteX141" fmla="*/ 1979527 w 7467600"/>
              <a:gd name="connsiteY141" fmla="*/ 4726651 h 6858000"/>
              <a:gd name="connsiteX142" fmla="*/ 1927410 w 7467600"/>
              <a:gd name="connsiteY142" fmla="*/ 4716164 h 6858000"/>
              <a:gd name="connsiteX143" fmla="*/ 1997014 w 7467600"/>
              <a:gd name="connsiteY143" fmla="*/ 4698007 h 6858000"/>
              <a:gd name="connsiteX144" fmla="*/ 2005458 w 7467600"/>
              <a:gd name="connsiteY144" fmla="*/ 4699540 h 6858000"/>
              <a:gd name="connsiteX145" fmla="*/ 2657186 w 7467600"/>
              <a:gd name="connsiteY145" fmla="*/ 4901687 h 6858000"/>
              <a:gd name="connsiteX146" fmla="*/ 2826662 w 7467600"/>
              <a:gd name="connsiteY146" fmla="*/ 4970362 h 6858000"/>
              <a:gd name="connsiteX147" fmla="*/ 2876100 w 7467600"/>
              <a:gd name="connsiteY147" fmla="*/ 4995397 h 6858000"/>
              <a:gd name="connsiteX148" fmla="*/ 3042600 w 7467600"/>
              <a:gd name="connsiteY148" fmla="*/ 5059532 h 6858000"/>
              <a:gd name="connsiteX149" fmla="*/ 1997014 w 7467600"/>
              <a:gd name="connsiteY149" fmla="*/ 4698007 h 6858000"/>
              <a:gd name="connsiteX150" fmla="*/ 2305292 w 7467600"/>
              <a:gd name="connsiteY150" fmla="*/ 4219492 h 6858000"/>
              <a:gd name="connsiteX151" fmla="*/ 3360922 w 7467600"/>
              <a:gd name="connsiteY151" fmla="*/ 4529373 h 6858000"/>
              <a:gd name="connsiteX152" fmla="*/ 3492420 w 7467600"/>
              <a:gd name="connsiteY152" fmla="*/ 4510145 h 6858000"/>
              <a:gd name="connsiteX153" fmla="*/ 3364086 w 7467600"/>
              <a:gd name="connsiteY153" fmla="*/ 4480340 h 6858000"/>
              <a:gd name="connsiteX154" fmla="*/ 3225818 w 7467600"/>
              <a:gd name="connsiteY154" fmla="*/ 4411822 h 6858000"/>
              <a:gd name="connsiteX155" fmla="*/ 3129696 w 7467600"/>
              <a:gd name="connsiteY155" fmla="*/ 4360704 h 6858000"/>
              <a:gd name="connsiteX156" fmla="*/ 2814545 w 7467600"/>
              <a:gd name="connsiteY156" fmla="*/ 4282955 h 6858000"/>
              <a:gd name="connsiteX157" fmla="*/ 2305292 w 7467600"/>
              <a:gd name="connsiteY157" fmla="*/ 4219492 h 6858000"/>
              <a:gd name="connsiteX158" fmla="*/ 2626982 w 7467600"/>
              <a:gd name="connsiteY158" fmla="*/ 4206450 h 6858000"/>
              <a:gd name="connsiteX159" fmla="*/ 2490617 w 7467600"/>
              <a:gd name="connsiteY159" fmla="*/ 4206951 h 6858000"/>
              <a:gd name="connsiteX160" fmla="*/ 2819869 w 7467600"/>
              <a:gd name="connsiteY160" fmla="*/ 4252936 h 6858000"/>
              <a:gd name="connsiteX161" fmla="*/ 3143018 w 7467600"/>
              <a:gd name="connsiteY161" fmla="*/ 4332698 h 6858000"/>
              <a:gd name="connsiteX162" fmla="*/ 3241520 w 7467600"/>
              <a:gd name="connsiteY162" fmla="*/ 4385112 h 6858000"/>
              <a:gd name="connsiteX163" fmla="*/ 3374575 w 7467600"/>
              <a:gd name="connsiteY163" fmla="*/ 4451517 h 6858000"/>
              <a:gd name="connsiteX164" fmla="*/ 3505221 w 7467600"/>
              <a:gd name="connsiteY164" fmla="*/ 4480757 h 6858000"/>
              <a:gd name="connsiteX165" fmla="*/ 2626982 w 7467600"/>
              <a:gd name="connsiteY165" fmla="*/ 4206450 h 6858000"/>
              <a:gd name="connsiteX166" fmla="*/ 1310106 w 7467600"/>
              <a:gd name="connsiteY166" fmla="*/ 3943217 h 6858000"/>
              <a:gd name="connsiteX167" fmla="*/ 854994 w 7467600"/>
              <a:gd name="connsiteY167" fmla="*/ 4399136 h 6858000"/>
              <a:gd name="connsiteX168" fmla="*/ 742462 w 7467600"/>
              <a:gd name="connsiteY168" fmla="*/ 4594648 h 6858000"/>
              <a:gd name="connsiteX169" fmla="*/ 820602 w 7467600"/>
              <a:gd name="connsiteY169" fmla="*/ 4485915 h 6858000"/>
              <a:gd name="connsiteX170" fmla="*/ 878295 w 7467600"/>
              <a:gd name="connsiteY170" fmla="*/ 4403594 h 6858000"/>
              <a:gd name="connsiteX171" fmla="*/ 1240607 w 7467600"/>
              <a:gd name="connsiteY171" fmla="*/ 4010401 h 6858000"/>
              <a:gd name="connsiteX172" fmla="*/ 1310106 w 7467600"/>
              <a:gd name="connsiteY172" fmla="*/ 3943217 h 6858000"/>
              <a:gd name="connsiteX173" fmla="*/ 1423113 w 7467600"/>
              <a:gd name="connsiteY173" fmla="*/ 3874565 h 6858000"/>
              <a:gd name="connsiteX174" fmla="*/ 1260565 w 7467600"/>
              <a:gd name="connsiteY174" fmla="*/ 4031982 h 6858000"/>
              <a:gd name="connsiteX175" fmla="*/ 901900 w 7467600"/>
              <a:gd name="connsiteY175" fmla="*/ 4421236 h 6858000"/>
              <a:gd name="connsiteX176" fmla="*/ 845044 w 7467600"/>
              <a:gd name="connsiteY176" fmla="*/ 4502436 h 6858000"/>
              <a:gd name="connsiteX177" fmla="*/ 685926 w 7467600"/>
              <a:gd name="connsiteY177" fmla="*/ 4703069 h 6858000"/>
              <a:gd name="connsiteX178" fmla="*/ 684248 w 7467600"/>
              <a:gd name="connsiteY178" fmla="*/ 4706721 h 6858000"/>
              <a:gd name="connsiteX179" fmla="*/ 1423113 w 7467600"/>
              <a:gd name="connsiteY179" fmla="*/ 3874565 h 6858000"/>
              <a:gd name="connsiteX180" fmla="*/ 3316479 w 7467600"/>
              <a:gd name="connsiteY180" fmla="*/ 3872136 h 6858000"/>
              <a:gd name="connsiteX181" fmla="*/ 3546806 w 7467600"/>
              <a:gd name="connsiteY181" fmla="*/ 4356139 h 6858000"/>
              <a:gd name="connsiteX182" fmla="*/ 3364433 w 7467600"/>
              <a:gd name="connsiteY182" fmla="*/ 3953121 h 6858000"/>
              <a:gd name="connsiteX183" fmla="*/ 3316479 w 7467600"/>
              <a:gd name="connsiteY183" fmla="*/ 3872136 h 6858000"/>
              <a:gd name="connsiteX184" fmla="*/ 3291335 w 7467600"/>
              <a:gd name="connsiteY184" fmla="*/ 3767420 h 6858000"/>
              <a:gd name="connsiteX185" fmla="*/ 3390805 w 7467600"/>
              <a:gd name="connsiteY185" fmla="*/ 3937163 h 6858000"/>
              <a:gd name="connsiteX186" fmla="*/ 3579062 w 7467600"/>
              <a:gd name="connsiteY186" fmla="*/ 4359040 h 6858000"/>
              <a:gd name="connsiteX187" fmla="*/ 3467355 w 7467600"/>
              <a:gd name="connsiteY187" fmla="*/ 3988130 h 6858000"/>
              <a:gd name="connsiteX188" fmla="*/ 3310753 w 7467600"/>
              <a:gd name="connsiteY188" fmla="*/ 3787140 h 6858000"/>
              <a:gd name="connsiteX189" fmla="*/ 3291335 w 7467600"/>
              <a:gd name="connsiteY189" fmla="*/ 3767420 h 6858000"/>
              <a:gd name="connsiteX190" fmla="*/ 1635889 w 7467600"/>
              <a:gd name="connsiteY190" fmla="*/ 3709494 h 6858000"/>
              <a:gd name="connsiteX191" fmla="*/ 1634800 w 7467600"/>
              <a:gd name="connsiteY191" fmla="*/ 3731111 h 6858000"/>
              <a:gd name="connsiteX192" fmla="*/ 1635889 w 7467600"/>
              <a:gd name="connsiteY192" fmla="*/ 3709494 h 6858000"/>
              <a:gd name="connsiteX193" fmla="*/ 1510397 w 7467600"/>
              <a:gd name="connsiteY193" fmla="*/ 3684705 h 6858000"/>
              <a:gd name="connsiteX194" fmla="*/ 1146550 w 7467600"/>
              <a:gd name="connsiteY194" fmla="*/ 3802012 h 6858000"/>
              <a:gd name="connsiteX195" fmla="*/ 698834 w 7467600"/>
              <a:gd name="connsiteY195" fmla="*/ 3952272 h 6858000"/>
              <a:gd name="connsiteX196" fmla="*/ 34256 w 7467600"/>
              <a:gd name="connsiteY196" fmla="*/ 4347603 h 6858000"/>
              <a:gd name="connsiteX197" fmla="*/ 527241 w 7467600"/>
              <a:gd name="connsiteY197" fmla="*/ 4065078 h 6858000"/>
              <a:gd name="connsiteX198" fmla="*/ 1510397 w 7467600"/>
              <a:gd name="connsiteY198" fmla="*/ 3684705 h 6858000"/>
              <a:gd name="connsiteX199" fmla="*/ 1313114 w 7467600"/>
              <a:gd name="connsiteY199" fmla="*/ 3655216 h 6858000"/>
              <a:gd name="connsiteX200" fmla="*/ 1109304 w 7467600"/>
              <a:gd name="connsiteY200" fmla="*/ 3669030 h 6858000"/>
              <a:gd name="connsiteX201" fmla="*/ 8129 w 7467600"/>
              <a:gd name="connsiteY201" fmla="*/ 4330519 h 6858000"/>
              <a:gd name="connsiteX202" fmla="*/ 687572 w 7467600"/>
              <a:gd name="connsiteY202" fmla="*/ 3925629 h 6858000"/>
              <a:gd name="connsiteX203" fmla="*/ 1138365 w 7467600"/>
              <a:gd name="connsiteY203" fmla="*/ 3774515 h 6858000"/>
              <a:gd name="connsiteX204" fmla="*/ 1505579 w 7467600"/>
              <a:gd name="connsiteY204" fmla="*/ 3655526 h 6858000"/>
              <a:gd name="connsiteX205" fmla="*/ 1313114 w 7467600"/>
              <a:gd name="connsiteY205" fmla="*/ 3655216 h 6858000"/>
              <a:gd name="connsiteX206" fmla="*/ 3655073 w 7467600"/>
              <a:gd name="connsiteY206" fmla="*/ 3650884 h 6858000"/>
              <a:gd name="connsiteX207" fmla="*/ 3989938 w 7467600"/>
              <a:gd name="connsiteY207" fmla="*/ 3991685 h 6858000"/>
              <a:gd name="connsiteX208" fmla="*/ 4393907 w 7467600"/>
              <a:gd name="connsiteY208" fmla="*/ 4261258 h 6858000"/>
              <a:gd name="connsiteX209" fmla="*/ 4648051 w 7467600"/>
              <a:gd name="connsiteY209" fmla="*/ 4374051 h 6858000"/>
              <a:gd name="connsiteX210" fmla="*/ 4383389 w 7467600"/>
              <a:gd name="connsiteY210" fmla="*/ 4184369 h 6858000"/>
              <a:gd name="connsiteX211" fmla="*/ 4165508 w 7467600"/>
              <a:gd name="connsiteY211" fmla="*/ 4035196 h 6858000"/>
              <a:gd name="connsiteX212" fmla="*/ 4068162 w 7467600"/>
              <a:gd name="connsiteY212" fmla="*/ 3953394 h 6858000"/>
              <a:gd name="connsiteX213" fmla="*/ 3981416 w 7467600"/>
              <a:gd name="connsiteY213" fmla="*/ 3880482 h 6858000"/>
              <a:gd name="connsiteX214" fmla="*/ 3800147 w 7467600"/>
              <a:gd name="connsiteY214" fmla="*/ 3749872 h 6858000"/>
              <a:gd name="connsiteX215" fmla="*/ 3655073 w 7467600"/>
              <a:gd name="connsiteY215" fmla="*/ 3650884 h 6858000"/>
              <a:gd name="connsiteX216" fmla="*/ 3670252 w 7467600"/>
              <a:gd name="connsiteY216" fmla="*/ 3622798 h 6858000"/>
              <a:gd name="connsiteX217" fmla="*/ 3817258 w 7467600"/>
              <a:gd name="connsiteY217" fmla="*/ 3723577 h 6858000"/>
              <a:gd name="connsiteX218" fmla="*/ 4000461 w 7467600"/>
              <a:gd name="connsiteY218" fmla="*/ 3855966 h 6858000"/>
              <a:gd name="connsiteX219" fmla="*/ 4088180 w 7467600"/>
              <a:gd name="connsiteY219" fmla="*/ 3929774 h 6858000"/>
              <a:gd name="connsiteX220" fmla="*/ 4184555 w 7467600"/>
              <a:gd name="connsiteY220" fmla="*/ 4010683 h 6858000"/>
              <a:gd name="connsiteX221" fmla="*/ 4399563 w 7467600"/>
              <a:gd name="connsiteY221" fmla="*/ 4158106 h 6858000"/>
              <a:gd name="connsiteX222" fmla="*/ 4684469 w 7467600"/>
              <a:gd name="connsiteY222" fmla="*/ 4364680 h 6858000"/>
              <a:gd name="connsiteX223" fmla="*/ 4690271 w 7467600"/>
              <a:gd name="connsiteY223" fmla="*/ 4370034 h 6858000"/>
              <a:gd name="connsiteX224" fmla="*/ 4136093 w 7467600"/>
              <a:gd name="connsiteY224" fmla="*/ 3858466 h 6858000"/>
              <a:gd name="connsiteX225" fmla="*/ 3670252 w 7467600"/>
              <a:gd name="connsiteY225" fmla="*/ 3622798 h 6858000"/>
              <a:gd name="connsiteX226" fmla="*/ 4440129 w 7467600"/>
              <a:gd name="connsiteY226" fmla="*/ 3448571 h 6858000"/>
              <a:gd name="connsiteX227" fmla="*/ 4856525 w 7467600"/>
              <a:gd name="connsiteY227" fmla="*/ 3915351 h 6858000"/>
              <a:gd name="connsiteX228" fmla="*/ 5059055 w 7467600"/>
              <a:gd name="connsiteY228" fmla="*/ 4108918 h 6858000"/>
              <a:gd name="connsiteX229" fmla="*/ 5290070 w 7467600"/>
              <a:gd name="connsiteY229" fmla="*/ 4263619 h 6858000"/>
              <a:gd name="connsiteX230" fmla="*/ 4834991 w 7467600"/>
              <a:gd name="connsiteY230" fmla="*/ 3830985 h 6858000"/>
              <a:gd name="connsiteX231" fmla="*/ 4440129 w 7467600"/>
              <a:gd name="connsiteY231" fmla="*/ 3448571 h 6858000"/>
              <a:gd name="connsiteX232" fmla="*/ 4441737 w 7467600"/>
              <a:gd name="connsiteY232" fmla="*/ 3399734 h 6858000"/>
              <a:gd name="connsiteX233" fmla="*/ 4431236 w 7467600"/>
              <a:gd name="connsiteY233" fmla="*/ 3400954 h 6858000"/>
              <a:gd name="connsiteX234" fmla="*/ 4557150 w 7467600"/>
              <a:gd name="connsiteY234" fmla="*/ 3510023 h 6858000"/>
              <a:gd name="connsiteX235" fmla="*/ 4856936 w 7467600"/>
              <a:gd name="connsiteY235" fmla="*/ 3809146 h 6858000"/>
              <a:gd name="connsiteX236" fmla="*/ 5111996 w 7467600"/>
              <a:gd name="connsiteY236" fmla="*/ 4065759 h 6858000"/>
              <a:gd name="connsiteX237" fmla="*/ 5388878 w 7467600"/>
              <a:gd name="connsiteY237" fmla="*/ 4300185 h 6858000"/>
              <a:gd name="connsiteX238" fmla="*/ 5425556 w 7467600"/>
              <a:gd name="connsiteY238" fmla="*/ 4308967 h 6858000"/>
              <a:gd name="connsiteX239" fmla="*/ 4943646 w 7467600"/>
              <a:gd name="connsiteY239" fmla="*/ 3822916 h 6858000"/>
              <a:gd name="connsiteX240" fmla="*/ 4594837 w 7467600"/>
              <a:gd name="connsiteY240" fmla="*/ 3532274 h 6858000"/>
              <a:gd name="connsiteX241" fmla="*/ 4441737 w 7467600"/>
              <a:gd name="connsiteY241" fmla="*/ 3399734 h 6858000"/>
              <a:gd name="connsiteX242" fmla="*/ 5425834 w 7467600"/>
              <a:gd name="connsiteY242" fmla="*/ 3162785 h 6858000"/>
              <a:gd name="connsiteX243" fmla="*/ 5401644 w 7467600"/>
              <a:gd name="connsiteY243" fmla="*/ 3617847 h 6858000"/>
              <a:gd name="connsiteX244" fmla="*/ 5467256 w 7467600"/>
              <a:gd name="connsiteY244" fmla="*/ 4175494 h 6858000"/>
              <a:gd name="connsiteX245" fmla="*/ 5448069 w 7467600"/>
              <a:gd name="connsiteY245" fmla="*/ 3567554 h 6858000"/>
              <a:gd name="connsiteX246" fmla="*/ 5425834 w 7467600"/>
              <a:gd name="connsiteY246" fmla="*/ 3162785 h 6858000"/>
              <a:gd name="connsiteX247" fmla="*/ 1318687 w 7467600"/>
              <a:gd name="connsiteY247" fmla="*/ 3113840 h 6858000"/>
              <a:gd name="connsiteX248" fmla="*/ 1066793 w 7467600"/>
              <a:gd name="connsiteY248" fmla="*/ 3212171 h 6858000"/>
              <a:gd name="connsiteX249" fmla="*/ 993319 w 7467600"/>
              <a:gd name="connsiteY249" fmla="*/ 3247648 h 6858000"/>
              <a:gd name="connsiteX250" fmla="*/ 853081 w 7467600"/>
              <a:gd name="connsiteY250" fmla="*/ 3312410 h 6858000"/>
              <a:gd name="connsiteX251" fmla="*/ 805957 w 7467600"/>
              <a:gd name="connsiteY251" fmla="*/ 3330443 h 6858000"/>
              <a:gd name="connsiteX252" fmla="*/ 1318687 w 7467600"/>
              <a:gd name="connsiteY252" fmla="*/ 3113840 h 6858000"/>
              <a:gd name="connsiteX253" fmla="*/ 5453702 w 7467600"/>
              <a:gd name="connsiteY253" fmla="*/ 3090882 h 6858000"/>
              <a:gd name="connsiteX254" fmla="*/ 5480135 w 7467600"/>
              <a:gd name="connsiteY254" fmla="*/ 3565802 h 6858000"/>
              <a:gd name="connsiteX255" fmla="*/ 5499023 w 7467600"/>
              <a:gd name="connsiteY255" fmla="*/ 4166310 h 6858000"/>
              <a:gd name="connsiteX256" fmla="*/ 5547022 w 7467600"/>
              <a:gd name="connsiteY256" fmla="*/ 3607838 h 6858000"/>
              <a:gd name="connsiteX257" fmla="*/ 5515964 w 7467600"/>
              <a:gd name="connsiteY257" fmla="*/ 3378541 h 6858000"/>
              <a:gd name="connsiteX258" fmla="*/ 5453702 w 7467600"/>
              <a:gd name="connsiteY258" fmla="*/ 3090882 h 6858000"/>
              <a:gd name="connsiteX259" fmla="*/ 1238695 w 7467600"/>
              <a:gd name="connsiteY259" fmla="*/ 3076820 h 6858000"/>
              <a:gd name="connsiteX260" fmla="*/ 716371 w 7467600"/>
              <a:gd name="connsiteY260" fmla="*/ 3293249 h 6858000"/>
              <a:gd name="connsiteX261" fmla="*/ 579522 w 7467600"/>
              <a:gd name="connsiteY261" fmla="*/ 3371759 h 6858000"/>
              <a:gd name="connsiteX262" fmla="*/ 600288 w 7467600"/>
              <a:gd name="connsiteY262" fmla="*/ 3365555 h 6858000"/>
              <a:gd name="connsiteX263" fmla="*/ 840692 w 7467600"/>
              <a:gd name="connsiteY263" fmla="*/ 3284921 h 6858000"/>
              <a:gd name="connsiteX264" fmla="*/ 979248 w 7467600"/>
              <a:gd name="connsiteY264" fmla="*/ 3221003 h 6858000"/>
              <a:gd name="connsiteX265" fmla="*/ 1053282 w 7467600"/>
              <a:gd name="connsiteY265" fmla="*/ 3185247 h 6858000"/>
              <a:gd name="connsiteX266" fmla="*/ 1320603 w 7467600"/>
              <a:gd name="connsiteY266" fmla="*/ 3081281 h 6858000"/>
              <a:gd name="connsiteX267" fmla="*/ 1238695 w 7467600"/>
              <a:gd name="connsiteY267" fmla="*/ 3076820 h 6858000"/>
              <a:gd name="connsiteX268" fmla="*/ 5425627 w 7467600"/>
              <a:gd name="connsiteY268" fmla="*/ 2954192 h 6858000"/>
              <a:gd name="connsiteX269" fmla="*/ 5470770 w 7467600"/>
              <a:gd name="connsiteY269" fmla="*/ 3005435 h 6858000"/>
              <a:gd name="connsiteX270" fmla="*/ 5519779 w 7467600"/>
              <a:gd name="connsiteY270" fmla="*/ 4359223 h 6858000"/>
              <a:gd name="connsiteX271" fmla="*/ 5520293 w 7467600"/>
              <a:gd name="connsiteY271" fmla="*/ 4360602 h 6858000"/>
              <a:gd name="connsiteX272" fmla="*/ 5767221 w 7467600"/>
              <a:gd name="connsiteY272" fmla="*/ 4665564 h 6858000"/>
              <a:gd name="connsiteX273" fmla="*/ 6937169 w 7467600"/>
              <a:gd name="connsiteY273" fmla="*/ 4815941 h 6858000"/>
              <a:gd name="connsiteX274" fmla="*/ 6953922 w 7467600"/>
              <a:gd name="connsiteY274" fmla="*/ 4890068 h 6858000"/>
              <a:gd name="connsiteX275" fmla="*/ 6071359 w 7467600"/>
              <a:gd name="connsiteY275" fmla="*/ 4770770 h 6858000"/>
              <a:gd name="connsiteX276" fmla="*/ 6038839 w 7467600"/>
              <a:gd name="connsiteY276" fmla="*/ 4764474 h 6858000"/>
              <a:gd name="connsiteX277" fmla="*/ 6038706 w 7467600"/>
              <a:gd name="connsiteY277" fmla="*/ 4763847 h 6858000"/>
              <a:gd name="connsiteX278" fmla="*/ 6037784 w 7467600"/>
              <a:gd name="connsiteY278" fmla="*/ 4764270 h 6858000"/>
              <a:gd name="connsiteX279" fmla="*/ 6038839 w 7467600"/>
              <a:gd name="connsiteY279" fmla="*/ 4764474 h 6858000"/>
              <a:gd name="connsiteX280" fmla="*/ 6040338 w 7467600"/>
              <a:gd name="connsiteY280" fmla="*/ 4771418 h 6858000"/>
              <a:gd name="connsiteX281" fmla="*/ 6024488 w 7467600"/>
              <a:gd name="connsiteY281" fmla="*/ 4809903 h 6858000"/>
              <a:gd name="connsiteX282" fmla="*/ 5599771 w 7467600"/>
              <a:gd name="connsiteY282" fmla="*/ 5509652 h 6858000"/>
              <a:gd name="connsiteX283" fmla="*/ 5548843 w 7467600"/>
              <a:gd name="connsiteY283" fmla="*/ 5563845 h 6858000"/>
              <a:gd name="connsiteX284" fmla="*/ 5940952 w 7467600"/>
              <a:gd name="connsiteY284" fmla="*/ 6250028 h 6858000"/>
              <a:gd name="connsiteX285" fmla="*/ 6043441 w 7467600"/>
              <a:gd name="connsiteY285" fmla="*/ 6665847 h 6858000"/>
              <a:gd name="connsiteX286" fmla="*/ 6093432 w 7467600"/>
              <a:gd name="connsiteY286" fmla="*/ 6858000 h 6858000"/>
              <a:gd name="connsiteX287" fmla="*/ 6034344 w 7467600"/>
              <a:gd name="connsiteY287" fmla="*/ 6858000 h 6858000"/>
              <a:gd name="connsiteX288" fmla="*/ 6026679 w 7467600"/>
              <a:gd name="connsiteY288" fmla="*/ 6836959 h 6858000"/>
              <a:gd name="connsiteX289" fmla="*/ 5800441 w 7467600"/>
              <a:gd name="connsiteY289" fmla="*/ 6335286 h 6858000"/>
              <a:gd name="connsiteX290" fmla="*/ 5526562 w 7467600"/>
              <a:gd name="connsiteY290" fmla="*/ 5705388 h 6858000"/>
              <a:gd name="connsiteX291" fmla="*/ 5519640 w 7467600"/>
              <a:gd name="connsiteY291" fmla="*/ 5683774 h 6858000"/>
              <a:gd name="connsiteX292" fmla="*/ 5844559 w 7467600"/>
              <a:gd name="connsiteY292" fmla="*/ 6553349 h 6858000"/>
              <a:gd name="connsiteX293" fmla="*/ 5975994 w 7467600"/>
              <a:gd name="connsiteY293" fmla="*/ 6858000 h 6858000"/>
              <a:gd name="connsiteX294" fmla="*/ 5898547 w 7467600"/>
              <a:gd name="connsiteY294" fmla="*/ 6858000 h 6858000"/>
              <a:gd name="connsiteX295" fmla="*/ 5682041 w 7467600"/>
              <a:gd name="connsiteY295" fmla="*/ 6355860 h 6858000"/>
              <a:gd name="connsiteX296" fmla="*/ 5461758 w 7467600"/>
              <a:gd name="connsiteY296" fmla="*/ 5820220 h 6858000"/>
              <a:gd name="connsiteX297" fmla="*/ 5237282 w 7467600"/>
              <a:gd name="connsiteY297" fmla="*/ 6579086 h 6858000"/>
              <a:gd name="connsiteX298" fmla="*/ 5115009 w 7467600"/>
              <a:gd name="connsiteY298" fmla="*/ 6858000 h 6858000"/>
              <a:gd name="connsiteX299" fmla="*/ 5028074 w 7467600"/>
              <a:gd name="connsiteY299" fmla="*/ 6858000 h 6858000"/>
              <a:gd name="connsiteX300" fmla="*/ 5079508 w 7467600"/>
              <a:gd name="connsiteY300" fmla="*/ 6749074 h 6858000"/>
              <a:gd name="connsiteX301" fmla="*/ 5371846 w 7467600"/>
              <a:gd name="connsiteY301" fmla="*/ 5924413 h 6858000"/>
              <a:gd name="connsiteX302" fmla="*/ 5270512 w 7467600"/>
              <a:gd name="connsiteY302" fmla="*/ 6138975 h 6858000"/>
              <a:gd name="connsiteX303" fmla="*/ 5062409 w 7467600"/>
              <a:gd name="connsiteY303" fmla="*/ 6653544 h 6858000"/>
              <a:gd name="connsiteX304" fmla="*/ 5036628 w 7467600"/>
              <a:gd name="connsiteY304" fmla="*/ 6754247 h 6858000"/>
              <a:gd name="connsiteX305" fmla="*/ 5009112 w 7467600"/>
              <a:gd name="connsiteY305" fmla="*/ 6858000 h 6858000"/>
              <a:gd name="connsiteX306" fmla="*/ 4976679 w 7467600"/>
              <a:gd name="connsiteY306" fmla="*/ 6858000 h 6858000"/>
              <a:gd name="connsiteX307" fmla="*/ 5006537 w 7467600"/>
              <a:gd name="connsiteY307" fmla="*/ 6747068 h 6858000"/>
              <a:gd name="connsiteX308" fmla="*/ 5032723 w 7467600"/>
              <a:gd name="connsiteY308" fmla="*/ 6644957 h 6858000"/>
              <a:gd name="connsiteX309" fmla="*/ 5242949 w 7467600"/>
              <a:gd name="connsiteY309" fmla="*/ 6125175 h 6858000"/>
              <a:gd name="connsiteX310" fmla="*/ 5286321 w 7467600"/>
              <a:gd name="connsiteY310" fmla="*/ 6033555 h 6858000"/>
              <a:gd name="connsiteX311" fmla="*/ 5008210 w 7467600"/>
              <a:gd name="connsiteY311" fmla="*/ 6649194 h 6858000"/>
              <a:gd name="connsiteX312" fmla="*/ 4986321 w 7467600"/>
              <a:gd name="connsiteY312" fmla="*/ 6765687 h 6858000"/>
              <a:gd name="connsiteX313" fmla="*/ 4973474 w 7467600"/>
              <a:gd name="connsiteY313" fmla="*/ 6858000 h 6858000"/>
              <a:gd name="connsiteX314" fmla="*/ 4907178 w 7467600"/>
              <a:gd name="connsiteY314" fmla="*/ 6858000 h 6858000"/>
              <a:gd name="connsiteX315" fmla="*/ 4910810 w 7467600"/>
              <a:gd name="connsiteY315" fmla="*/ 6829660 h 6858000"/>
              <a:gd name="connsiteX316" fmla="*/ 4987461 w 7467600"/>
              <a:gd name="connsiteY316" fmla="*/ 6432994 h 6858000"/>
              <a:gd name="connsiteX317" fmla="*/ 5179262 w 7467600"/>
              <a:gd name="connsiteY317" fmla="*/ 6035044 h 6858000"/>
              <a:gd name="connsiteX318" fmla="*/ 4689678 w 7467600"/>
              <a:gd name="connsiteY318" fmla="*/ 6440241 h 6858000"/>
              <a:gd name="connsiteX319" fmla="*/ 4477543 w 7467600"/>
              <a:gd name="connsiteY319" fmla="*/ 6674836 h 6858000"/>
              <a:gd name="connsiteX320" fmla="*/ 4329957 w 7467600"/>
              <a:gd name="connsiteY320" fmla="*/ 6858000 h 6858000"/>
              <a:gd name="connsiteX321" fmla="*/ 4218595 w 7467600"/>
              <a:gd name="connsiteY321" fmla="*/ 6858000 h 6858000"/>
              <a:gd name="connsiteX322" fmla="*/ 4368888 w 7467600"/>
              <a:gd name="connsiteY322" fmla="*/ 6668412 h 6858000"/>
              <a:gd name="connsiteX323" fmla="*/ 4563091 w 7467600"/>
              <a:gd name="connsiteY323" fmla="*/ 6442508 h 6858000"/>
              <a:gd name="connsiteX324" fmla="*/ 5387324 w 7467600"/>
              <a:gd name="connsiteY324" fmla="*/ 5705830 h 6858000"/>
              <a:gd name="connsiteX325" fmla="*/ 5073620 w 7467600"/>
              <a:gd name="connsiteY325" fmla="*/ 5955437 h 6858000"/>
              <a:gd name="connsiteX326" fmla="*/ 4689789 w 7467600"/>
              <a:gd name="connsiteY326" fmla="*/ 6268382 h 6858000"/>
              <a:gd name="connsiteX327" fmla="*/ 4418722 w 7467600"/>
              <a:gd name="connsiteY327" fmla="*/ 6570886 h 6858000"/>
              <a:gd name="connsiteX328" fmla="*/ 4214944 w 7467600"/>
              <a:gd name="connsiteY328" fmla="*/ 6858000 h 6858000"/>
              <a:gd name="connsiteX329" fmla="*/ 4177898 w 7467600"/>
              <a:gd name="connsiteY329" fmla="*/ 6858000 h 6858000"/>
              <a:gd name="connsiteX330" fmla="*/ 4391597 w 7467600"/>
              <a:gd name="connsiteY330" fmla="*/ 6556370 h 6858000"/>
              <a:gd name="connsiteX331" fmla="*/ 4668889 w 7467600"/>
              <a:gd name="connsiteY331" fmla="*/ 6246399 h 6858000"/>
              <a:gd name="connsiteX332" fmla="*/ 5055427 w 7467600"/>
              <a:gd name="connsiteY332" fmla="*/ 5931476 h 6858000"/>
              <a:gd name="connsiteX333" fmla="*/ 5371814 w 7467600"/>
              <a:gd name="connsiteY333" fmla="*/ 5678975 h 6858000"/>
              <a:gd name="connsiteX334" fmla="*/ 4987918 w 7467600"/>
              <a:gd name="connsiteY334" fmla="*/ 5838701 h 6858000"/>
              <a:gd name="connsiteX335" fmla="*/ 4317146 w 7467600"/>
              <a:gd name="connsiteY335" fmla="*/ 6587716 h 6858000"/>
              <a:gd name="connsiteX336" fmla="*/ 4171627 w 7467600"/>
              <a:gd name="connsiteY336" fmla="*/ 6858000 h 6858000"/>
              <a:gd name="connsiteX337" fmla="*/ 4081585 w 7467600"/>
              <a:gd name="connsiteY337" fmla="*/ 6858000 h 6858000"/>
              <a:gd name="connsiteX338" fmla="*/ 4238603 w 7467600"/>
              <a:gd name="connsiteY338" fmla="*/ 6559341 h 6858000"/>
              <a:gd name="connsiteX339" fmla="*/ 4778333 w 7467600"/>
              <a:gd name="connsiteY339" fmla="*/ 5873626 h 6858000"/>
              <a:gd name="connsiteX340" fmla="*/ 5414185 w 7467600"/>
              <a:gd name="connsiteY340" fmla="*/ 5573882 h 6858000"/>
              <a:gd name="connsiteX341" fmla="*/ 5959648 w 7467600"/>
              <a:gd name="connsiteY341" fmla="*/ 4760797 h 6858000"/>
              <a:gd name="connsiteX342" fmla="*/ 5355019 w 7467600"/>
              <a:gd name="connsiteY342" fmla="*/ 4734672 h 6858000"/>
              <a:gd name="connsiteX343" fmla="*/ 5083565 w 7467600"/>
              <a:gd name="connsiteY343" fmla="*/ 5179121 h 6858000"/>
              <a:gd name="connsiteX344" fmla="*/ 4713577 w 7467600"/>
              <a:gd name="connsiteY344" fmla="*/ 5616803 h 6858000"/>
              <a:gd name="connsiteX345" fmla="*/ 3989559 w 7467600"/>
              <a:gd name="connsiteY345" fmla="*/ 6145945 h 6858000"/>
              <a:gd name="connsiteX346" fmla="*/ 3939824 w 7467600"/>
              <a:gd name="connsiteY346" fmla="*/ 6066900 h 6858000"/>
              <a:gd name="connsiteX347" fmla="*/ 4584537 w 7467600"/>
              <a:gd name="connsiteY347" fmla="*/ 5324826 h 6858000"/>
              <a:gd name="connsiteX348" fmla="*/ 5037105 w 7467600"/>
              <a:gd name="connsiteY348" fmla="*/ 5088765 h 6858000"/>
              <a:gd name="connsiteX349" fmla="*/ 5039930 w 7467600"/>
              <a:gd name="connsiteY349" fmla="*/ 5089585 h 6858000"/>
              <a:gd name="connsiteX350" fmla="*/ 5263764 w 7467600"/>
              <a:gd name="connsiteY350" fmla="*/ 4735525 h 6858000"/>
              <a:gd name="connsiteX351" fmla="*/ 4086300 w 7467600"/>
              <a:gd name="connsiteY351" fmla="*/ 4884599 h 6858000"/>
              <a:gd name="connsiteX352" fmla="*/ 4085485 w 7467600"/>
              <a:gd name="connsiteY352" fmla="*/ 4899070 h 6858000"/>
              <a:gd name="connsiteX353" fmla="*/ 3871915 w 7467600"/>
              <a:gd name="connsiteY353" fmla="*/ 5253645 h 6858000"/>
              <a:gd name="connsiteX354" fmla="*/ 3799374 w 7467600"/>
              <a:gd name="connsiteY354" fmla="*/ 5466127 h 6858000"/>
              <a:gd name="connsiteX355" fmla="*/ 3498850 w 7467600"/>
              <a:gd name="connsiteY355" fmla="*/ 6661888 h 6858000"/>
              <a:gd name="connsiteX356" fmla="*/ 3399216 w 7467600"/>
              <a:gd name="connsiteY356" fmla="*/ 6858000 h 6858000"/>
              <a:gd name="connsiteX357" fmla="*/ 3303688 w 7467600"/>
              <a:gd name="connsiteY357" fmla="*/ 6858000 h 6858000"/>
              <a:gd name="connsiteX358" fmla="*/ 3391774 w 7467600"/>
              <a:gd name="connsiteY358" fmla="*/ 6697181 h 6858000"/>
              <a:gd name="connsiteX359" fmla="*/ 3735540 w 7467600"/>
              <a:gd name="connsiteY359" fmla="*/ 5546923 h 6858000"/>
              <a:gd name="connsiteX360" fmla="*/ 3729438 w 7467600"/>
              <a:gd name="connsiteY360" fmla="*/ 5569058 h 6858000"/>
              <a:gd name="connsiteX361" fmla="*/ 3707782 w 7467600"/>
              <a:gd name="connsiteY361" fmla="*/ 5644908 h 6858000"/>
              <a:gd name="connsiteX362" fmla="*/ 3583827 w 7467600"/>
              <a:gd name="connsiteY362" fmla="*/ 6039215 h 6858000"/>
              <a:gd name="connsiteX363" fmla="*/ 3547861 w 7467600"/>
              <a:gd name="connsiteY363" fmla="*/ 6129609 h 6858000"/>
              <a:gd name="connsiteX364" fmla="*/ 3490905 w 7467600"/>
              <a:gd name="connsiteY364" fmla="*/ 6277660 h 6858000"/>
              <a:gd name="connsiteX365" fmla="*/ 3455859 w 7467600"/>
              <a:gd name="connsiteY365" fmla="*/ 6391301 h 6858000"/>
              <a:gd name="connsiteX366" fmla="*/ 3429112 w 7467600"/>
              <a:gd name="connsiteY366" fmla="*/ 6479469 h 6858000"/>
              <a:gd name="connsiteX367" fmla="*/ 3304862 w 7467600"/>
              <a:gd name="connsiteY367" fmla="*/ 6796476 h 6858000"/>
              <a:gd name="connsiteX368" fmla="*/ 3276071 w 7467600"/>
              <a:gd name="connsiteY368" fmla="*/ 6858000 h 6858000"/>
              <a:gd name="connsiteX369" fmla="*/ 3240805 w 7467600"/>
              <a:gd name="connsiteY369" fmla="*/ 6858000 h 6858000"/>
              <a:gd name="connsiteX370" fmla="*/ 3275917 w 7467600"/>
              <a:gd name="connsiteY370" fmla="*/ 6783192 h 6858000"/>
              <a:gd name="connsiteX371" fmla="*/ 3399358 w 7467600"/>
              <a:gd name="connsiteY371" fmla="*/ 6469011 h 6858000"/>
              <a:gd name="connsiteX372" fmla="*/ 3425650 w 7467600"/>
              <a:gd name="connsiteY372" fmla="*/ 6381333 h 6858000"/>
              <a:gd name="connsiteX373" fmla="*/ 3460661 w 7467600"/>
              <a:gd name="connsiteY373" fmla="*/ 6266763 h 6858000"/>
              <a:gd name="connsiteX374" fmla="*/ 3518021 w 7467600"/>
              <a:gd name="connsiteY374" fmla="*/ 6117298 h 6858000"/>
              <a:gd name="connsiteX375" fmla="*/ 3554035 w 7467600"/>
              <a:gd name="connsiteY375" fmla="*/ 6027832 h 6858000"/>
              <a:gd name="connsiteX376" fmla="*/ 3677174 w 7467600"/>
              <a:gd name="connsiteY376" fmla="*/ 5636351 h 6858000"/>
              <a:gd name="connsiteX377" fmla="*/ 3698819 w 7467600"/>
              <a:gd name="connsiteY377" fmla="*/ 5560503 h 6858000"/>
              <a:gd name="connsiteX378" fmla="*/ 3702094 w 7467600"/>
              <a:gd name="connsiteY378" fmla="*/ 5549194 h 6858000"/>
              <a:gd name="connsiteX379" fmla="*/ 3398355 w 7467600"/>
              <a:gd name="connsiteY379" fmla="*/ 6094603 h 6858000"/>
              <a:gd name="connsiteX380" fmla="*/ 3193941 w 7467600"/>
              <a:gd name="connsiteY380" fmla="*/ 6798775 h 6858000"/>
              <a:gd name="connsiteX381" fmla="*/ 3184140 w 7467600"/>
              <a:gd name="connsiteY381" fmla="*/ 6858000 h 6858000"/>
              <a:gd name="connsiteX382" fmla="*/ 3099978 w 7467600"/>
              <a:gd name="connsiteY382" fmla="*/ 6858000 h 6858000"/>
              <a:gd name="connsiteX383" fmla="*/ 3101556 w 7467600"/>
              <a:gd name="connsiteY383" fmla="*/ 6843337 h 6858000"/>
              <a:gd name="connsiteX384" fmla="*/ 3370162 w 7467600"/>
              <a:gd name="connsiteY384" fmla="*/ 5785550 h 6858000"/>
              <a:gd name="connsiteX385" fmla="*/ 3746477 w 7467600"/>
              <a:gd name="connsiteY385" fmla="*/ 5377889 h 6858000"/>
              <a:gd name="connsiteX386" fmla="*/ 3863399 w 7467600"/>
              <a:gd name="connsiteY386" fmla="*/ 5087257 h 6858000"/>
              <a:gd name="connsiteX387" fmla="*/ 3968712 w 7467600"/>
              <a:gd name="connsiteY387" fmla="*/ 4913989 h 6858000"/>
              <a:gd name="connsiteX388" fmla="*/ 2792390 w 7467600"/>
              <a:gd name="connsiteY388" fmla="*/ 5382974 h 6858000"/>
              <a:gd name="connsiteX389" fmla="*/ 2714982 w 7467600"/>
              <a:gd name="connsiteY389" fmla="*/ 5427051 h 6858000"/>
              <a:gd name="connsiteX390" fmla="*/ 2813361 w 7467600"/>
              <a:gd name="connsiteY390" fmla="*/ 6023912 h 6858000"/>
              <a:gd name="connsiteX391" fmla="*/ 2688430 w 7467600"/>
              <a:gd name="connsiteY391" fmla="*/ 6801564 h 6858000"/>
              <a:gd name="connsiteX392" fmla="*/ 2629626 w 7467600"/>
              <a:gd name="connsiteY392" fmla="*/ 6763394 h 6858000"/>
              <a:gd name="connsiteX393" fmla="*/ 2565328 w 7467600"/>
              <a:gd name="connsiteY393" fmla="*/ 5516399 h 6858000"/>
              <a:gd name="connsiteX394" fmla="*/ 1922999 w 7467600"/>
              <a:gd name="connsiteY394" fmla="*/ 5980343 h 6858000"/>
              <a:gd name="connsiteX395" fmla="*/ 1950261 w 7467600"/>
              <a:gd name="connsiteY395" fmla="*/ 6405858 h 6858000"/>
              <a:gd name="connsiteX396" fmla="*/ 2365554 w 7467600"/>
              <a:gd name="connsiteY396" fmla="*/ 6759107 h 6858000"/>
              <a:gd name="connsiteX397" fmla="*/ 2424142 w 7467600"/>
              <a:gd name="connsiteY397" fmla="*/ 6858000 h 6858000"/>
              <a:gd name="connsiteX398" fmla="*/ 2395994 w 7467600"/>
              <a:gd name="connsiteY398" fmla="*/ 6858000 h 6858000"/>
              <a:gd name="connsiteX399" fmla="*/ 2392863 w 7467600"/>
              <a:gd name="connsiteY399" fmla="*/ 6852964 h 6858000"/>
              <a:gd name="connsiteX400" fmla="*/ 2017589 w 7467600"/>
              <a:gd name="connsiteY400" fmla="*/ 6493982 h 6858000"/>
              <a:gd name="connsiteX401" fmla="*/ 2147336 w 7467600"/>
              <a:gd name="connsiteY401" fmla="*/ 6594052 h 6858000"/>
              <a:gd name="connsiteX402" fmla="*/ 2207047 w 7467600"/>
              <a:gd name="connsiteY402" fmla="*/ 6654540 h 6858000"/>
              <a:gd name="connsiteX403" fmla="*/ 2299106 w 7467600"/>
              <a:gd name="connsiteY403" fmla="*/ 6778931 h 6858000"/>
              <a:gd name="connsiteX404" fmla="*/ 2314430 w 7467600"/>
              <a:gd name="connsiteY404" fmla="*/ 6801144 h 6858000"/>
              <a:gd name="connsiteX405" fmla="*/ 2352406 w 7467600"/>
              <a:gd name="connsiteY405" fmla="*/ 6858000 h 6858000"/>
              <a:gd name="connsiteX406" fmla="*/ 2314492 w 7467600"/>
              <a:gd name="connsiteY406" fmla="*/ 6858000 h 6858000"/>
              <a:gd name="connsiteX407" fmla="*/ 2288095 w 7467600"/>
              <a:gd name="connsiteY407" fmla="*/ 6818030 h 6858000"/>
              <a:gd name="connsiteX408" fmla="*/ 2272768 w 7467600"/>
              <a:gd name="connsiteY408" fmla="*/ 6795822 h 6858000"/>
              <a:gd name="connsiteX409" fmla="*/ 2182715 w 7467600"/>
              <a:gd name="connsiteY409" fmla="*/ 6675071 h 6858000"/>
              <a:gd name="connsiteX410" fmla="*/ 2032061 w 7467600"/>
              <a:gd name="connsiteY410" fmla="*/ 6541380 h 6858000"/>
              <a:gd name="connsiteX411" fmla="*/ 2257220 w 7467600"/>
              <a:gd name="connsiteY411" fmla="*/ 6826257 h 6858000"/>
              <a:gd name="connsiteX412" fmla="*/ 2281324 w 7467600"/>
              <a:gd name="connsiteY412" fmla="*/ 6858000 h 6858000"/>
              <a:gd name="connsiteX413" fmla="*/ 2242860 w 7467600"/>
              <a:gd name="connsiteY413" fmla="*/ 6858000 h 6858000"/>
              <a:gd name="connsiteX414" fmla="*/ 2232818 w 7467600"/>
              <a:gd name="connsiteY414" fmla="*/ 6844926 h 6858000"/>
              <a:gd name="connsiteX415" fmla="*/ 1990172 w 7467600"/>
              <a:gd name="connsiteY415" fmla="*/ 6542121 h 6858000"/>
              <a:gd name="connsiteX416" fmla="*/ 2124090 w 7467600"/>
              <a:gd name="connsiteY416" fmla="*/ 6761017 h 6858000"/>
              <a:gd name="connsiteX417" fmla="*/ 2200380 w 7467600"/>
              <a:gd name="connsiteY417" fmla="*/ 6858000 h 6858000"/>
              <a:gd name="connsiteX418" fmla="*/ 2147507 w 7467600"/>
              <a:gd name="connsiteY418" fmla="*/ 6858000 h 6858000"/>
              <a:gd name="connsiteX419" fmla="*/ 2070668 w 7467600"/>
              <a:gd name="connsiteY419" fmla="*/ 6761520 h 6858000"/>
              <a:gd name="connsiteX420" fmla="*/ 1975142 w 7467600"/>
              <a:gd name="connsiteY420" fmla="*/ 6585570 h 6858000"/>
              <a:gd name="connsiteX421" fmla="*/ 2050035 w 7467600"/>
              <a:gd name="connsiteY421" fmla="*/ 6813345 h 6858000"/>
              <a:gd name="connsiteX422" fmla="*/ 2063025 w 7467600"/>
              <a:gd name="connsiteY422" fmla="*/ 6858000 h 6858000"/>
              <a:gd name="connsiteX423" fmla="*/ 2021675 w 7467600"/>
              <a:gd name="connsiteY423" fmla="*/ 6858000 h 6858000"/>
              <a:gd name="connsiteX424" fmla="*/ 2019308 w 7467600"/>
              <a:gd name="connsiteY424" fmla="*/ 6847118 h 6858000"/>
              <a:gd name="connsiteX425" fmla="*/ 1938835 w 7467600"/>
              <a:gd name="connsiteY425" fmla="*/ 6551160 h 6858000"/>
              <a:gd name="connsiteX426" fmla="*/ 1953230 w 7467600"/>
              <a:gd name="connsiteY426" fmla="*/ 6759699 h 6858000"/>
              <a:gd name="connsiteX427" fmla="*/ 1956763 w 7467600"/>
              <a:gd name="connsiteY427" fmla="*/ 6778191 h 6858000"/>
              <a:gd name="connsiteX428" fmla="*/ 1967925 w 7467600"/>
              <a:gd name="connsiteY428" fmla="*/ 6858000 h 6858000"/>
              <a:gd name="connsiteX429" fmla="*/ 1936622 w 7467600"/>
              <a:gd name="connsiteY429" fmla="*/ 6858000 h 6858000"/>
              <a:gd name="connsiteX430" fmla="*/ 1926261 w 7467600"/>
              <a:gd name="connsiteY430" fmla="*/ 6784064 h 6858000"/>
              <a:gd name="connsiteX431" fmla="*/ 1922724 w 7467600"/>
              <a:gd name="connsiteY431" fmla="*/ 6765577 h 6858000"/>
              <a:gd name="connsiteX432" fmla="*/ 1904650 w 7467600"/>
              <a:gd name="connsiteY432" fmla="*/ 6639616 h 6858000"/>
              <a:gd name="connsiteX433" fmla="*/ 1885273 w 7467600"/>
              <a:gd name="connsiteY433" fmla="*/ 6858000 h 6858000"/>
              <a:gd name="connsiteX434" fmla="*/ 1854363 w 7467600"/>
              <a:gd name="connsiteY434" fmla="*/ 6858000 h 6858000"/>
              <a:gd name="connsiteX435" fmla="*/ 1880391 w 7467600"/>
              <a:gd name="connsiteY435" fmla="*/ 6603796 h 6858000"/>
              <a:gd name="connsiteX436" fmla="*/ 1818273 w 7467600"/>
              <a:gd name="connsiteY436" fmla="*/ 6715729 h 6858000"/>
              <a:gd name="connsiteX437" fmla="*/ 1794691 w 7467600"/>
              <a:gd name="connsiteY437" fmla="*/ 6843239 h 6858000"/>
              <a:gd name="connsiteX438" fmla="*/ 1794914 w 7467600"/>
              <a:gd name="connsiteY438" fmla="*/ 6858000 h 6858000"/>
              <a:gd name="connsiteX439" fmla="*/ 1746128 w 7467600"/>
              <a:gd name="connsiteY439" fmla="*/ 6858000 h 6858000"/>
              <a:gd name="connsiteX440" fmla="*/ 1753934 w 7467600"/>
              <a:gd name="connsiteY440" fmla="*/ 6724796 h 6858000"/>
              <a:gd name="connsiteX441" fmla="*/ 1792053 w 7467600"/>
              <a:gd name="connsiteY441" fmla="*/ 6572396 h 6858000"/>
              <a:gd name="connsiteX442" fmla="*/ 1862248 w 7467600"/>
              <a:gd name="connsiteY442" fmla="*/ 6266397 h 6858000"/>
              <a:gd name="connsiteX443" fmla="*/ 1862250 w 7467600"/>
              <a:gd name="connsiteY443" fmla="*/ 6033531 h 6858000"/>
              <a:gd name="connsiteX444" fmla="*/ 1211999 w 7467600"/>
              <a:gd name="connsiteY444" fmla="*/ 6683610 h 6858000"/>
              <a:gd name="connsiteX445" fmla="*/ 1213266 w 7467600"/>
              <a:gd name="connsiteY445" fmla="*/ 6691947 h 6858000"/>
              <a:gd name="connsiteX446" fmla="*/ 1203370 w 7467600"/>
              <a:gd name="connsiteY446" fmla="*/ 6850676 h 6858000"/>
              <a:gd name="connsiteX447" fmla="*/ 1203671 w 7467600"/>
              <a:gd name="connsiteY447" fmla="*/ 6858000 h 6858000"/>
              <a:gd name="connsiteX448" fmla="*/ 1143180 w 7467600"/>
              <a:gd name="connsiteY448" fmla="*/ 6858000 h 6858000"/>
              <a:gd name="connsiteX449" fmla="*/ 1142176 w 7467600"/>
              <a:gd name="connsiteY449" fmla="*/ 6766045 h 6858000"/>
              <a:gd name="connsiteX450" fmla="*/ 1067484 w 7467600"/>
              <a:gd name="connsiteY450" fmla="*/ 6858000 h 6858000"/>
              <a:gd name="connsiteX451" fmla="*/ 953928 w 7467600"/>
              <a:gd name="connsiteY451" fmla="*/ 6858000 h 6858000"/>
              <a:gd name="connsiteX452" fmla="*/ 959715 w 7467600"/>
              <a:gd name="connsiteY452" fmla="*/ 6850185 h 6858000"/>
              <a:gd name="connsiteX453" fmla="*/ 1483788 w 7467600"/>
              <a:gd name="connsiteY453" fmla="*/ 6259174 h 6858000"/>
              <a:gd name="connsiteX454" fmla="*/ 1100671 w 7467600"/>
              <a:gd name="connsiteY454" fmla="*/ 6252137 h 6858000"/>
              <a:gd name="connsiteX455" fmla="*/ 1090144 w 7467600"/>
              <a:gd name="connsiteY455" fmla="*/ 6256748 h 6858000"/>
              <a:gd name="connsiteX456" fmla="*/ 1095872 w 7467600"/>
              <a:gd name="connsiteY456" fmla="*/ 6271892 h 6858000"/>
              <a:gd name="connsiteX457" fmla="*/ 262785 w 7467600"/>
              <a:gd name="connsiteY457" fmla="*/ 6845450 h 6858000"/>
              <a:gd name="connsiteX458" fmla="*/ 209968 w 7467600"/>
              <a:gd name="connsiteY458" fmla="*/ 6770713 h 6858000"/>
              <a:gd name="connsiteX459" fmla="*/ 873460 w 7467600"/>
              <a:gd name="connsiteY459" fmla="*/ 6253768 h 6858000"/>
              <a:gd name="connsiteX460" fmla="*/ 192686 w 7467600"/>
              <a:gd name="connsiteY460" fmla="*/ 5849257 h 6858000"/>
              <a:gd name="connsiteX461" fmla="*/ 4696 w 7467600"/>
              <a:gd name="connsiteY461" fmla="*/ 5697668 h 6858000"/>
              <a:gd name="connsiteX462" fmla="*/ 0 w 7467600"/>
              <a:gd name="connsiteY462" fmla="*/ 5689984 h 6858000"/>
              <a:gd name="connsiteX463" fmla="*/ 0 w 7467600"/>
              <a:gd name="connsiteY463" fmla="*/ 5513472 h 6858000"/>
              <a:gd name="connsiteX464" fmla="*/ 174101 w 7467600"/>
              <a:gd name="connsiteY464" fmla="*/ 5620277 h 6858000"/>
              <a:gd name="connsiteX465" fmla="*/ 891800 w 7467600"/>
              <a:gd name="connsiteY465" fmla="*/ 6036935 h 6858000"/>
              <a:gd name="connsiteX466" fmla="*/ 1072219 w 7467600"/>
              <a:gd name="connsiteY466" fmla="*/ 6169443 h 6858000"/>
              <a:gd name="connsiteX467" fmla="*/ 1074117 w 7467600"/>
              <a:gd name="connsiteY467" fmla="*/ 6170301 h 6858000"/>
              <a:gd name="connsiteX468" fmla="*/ 1083114 w 7467600"/>
              <a:gd name="connsiteY468" fmla="*/ 6174131 h 6858000"/>
              <a:gd name="connsiteX469" fmla="*/ 1543010 w 7467600"/>
              <a:gd name="connsiteY469" fmla="*/ 6191140 h 6858000"/>
              <a:gd name="connsiteX470" fmla="*/ 1551080 w 7467600"/>
              <a:gd name="connsiteY470" fmla="*/ 6195006 h 6858000"/>
              <a:gd name="connsiteX471" fmla="*/ 2345443 w 7467600"/>
              <a:gd name="connsiteY471" fmla="*/ 5549882 h 6858000"/>
              <a:gd name="connsiteX472" fmla="*/ 1721499 w 7467600"/>
              <a:gd name="connsiteY472" fmla="*/ 5599969 h 6858000"/>
              <a:gd name="connsiteX473" fmla="*/ 767716 w 7467600"/>
              <a:gd name="connsiteY473" fmla="*/ 5472768 h 6858000"/>
              <a:gd name="connsiteX474" fmla="*/ 722147 w 7467600"/>
              <a:gd name="connsiteY474" fmla="*/ 5393091 h 6858000"/>
              <a:gd name="connsiteX475" fmla="*/ 1485552 w 7467600"/>
              <a:gd name="connsiteY475" fmla="*/ 5313202 h 6858000"/>
              <a:gd name="connsiteX476" fmla="*/ 2143004 w 7467600"/>
              <a:gd name="connsiteY476" fmla="*/ 5402420 h 6858000"/>
              <a:gd name="connsiteX477" fmla="*/ 1933391 w 7467600"/>
              <a:gd name="connsiteY477" fmla="*/ 5156971 h 6858000"/>
              <a:gd name="connsiteX478" fmla="*/ 1827118 w 7467600"/>
              <a:gd name="connsiteY478" fmla="*/ 4968410 h 6858000"/>
              <a:gd name="connsiteX479" fmla="*/ 1837349 w 7467600"/>
              <a:gd name="connsiteY479" fmla="*/ 4956357 h 6858000"/>
              <a:gd name="connsiteX480" fmla="*/ 2162835 w 7467600"/>
              <a:gd name="connsiteY480" fmla="*/ 5187853 h 6858000"/>
              <a:gd name="connsiteX481" fmla="*/ 2257167 w 7467600"/>
              <a:gd name="connsiteY481" fmla="*/ 5462123 h 6858000"/>
              <a:gd name="connsiteX482" fmla="*/ 2261598 w 7467600"/>
              <a:gd name="connsiteY482" fmla="*/ 5467998 h 6858000"/>
              <a:gd name="connsiteX483" fmla="*/ 2437177 w 7467600"/>
              <a:gd name="connsiteY483" fmla="*/ 5479608 h 6858000"/>
              <a:gd name="connsiteX484" fmla="*/ 2445247 w 7467600"/>
              <a:gd name="connsiteY484" fmla="*/ 5483476 h 6858000"/>
              <a:gd name="connsiteX485" fmla="*/ 2743626 w 7467600"/>
              <a:gd name="connsiteY485" fmla="*/ 5304819 h 6858000"/>
              <a:gd name="connsiteX486" fmla="*/ 3048102 w 7467600"/>
              <a:gd name="connsiteY486" fmla="*/ 5150595 h 6858000"/>
              <a:gd name="connsiteX487" fmla="*/ 1799414 w 7467600"/>
              <a:gd name="connsiteY487" fmla="*/ 4694732 h 6858000"/>
              <a:gd name="connsiteX488" fmla="*/ 1771735 w 7467600"/>
              <a:gd name="connsiteY488" fmla="*/ 4619929 h 6858000"/>
              <a:gd name="connsiteX489" fmla="*/ 3104273 w 7467600"/>
              <a:gd name="connsiteY489" fmla="*/ 5076159 h 6858000"/>
              <a:gd name="connsiteX490" fmla="*/ 3113245 w 7467600"/>
              <a:gd name="connsiteY490" fmla="*/ 5090705 h 6858000"/>
              <a:gd name="connsiteX491" fmla="*/ 3126294 w 7467600"/>
              <a:gd name="connsiteY491" fmla="*/ 5114400 h 6858000"/>
              <a:gd name="connsiteX492" fmla="*/ 3937433 w 7467600"/>
              <a:gd name="connsiteY492" fmla="*/ 4830473 h 6858000"/>
              <a:gd name="connsiteX493" fmla="*/ 3590475 w 7467600"/>
              <a:gd name="connsiteY493" fmla="*/ 4597974 h 6858000"/>
              <a:gd name="connsiteX494" fmla="*/ 3100264 w 7467600"/>
              <a:gd name="connsiteY494" fmla="*/ 4579845 h 6858000"/>
              <a:gd name="connsiteX495" fmla="*/ 2183576 w 7467600"/>
              <a:gd name="connsiteY495" fmla="*/ 4227150 h 6858000"/>
              <a:gd name="connsiteX496" fmla="*/ 2151029 w 7467600"/>
              <a:gd name="connsiteY496" fmla="*/ 4146947 h 6858000"/>
              <a:gd name="connsiteX497" fmla="*/ 3563434 w 7467600"/>
              <a:gd name="connsiteY497" fmla="*/ 4469115 h 6858000"/>
              <a:gd name="connsiteX498" fmla="*/ 3177952 w 7467600"/>
              <a:gd name="connsiteY498" fmla="*/ 3657386 h 6858000"/>
              <a:gd name="connsiteX499" fmla="*/ 3189263 w 7467600"/>
              <a:gd name="connsiteY499" fmla="*/ 3625726 h 6858000"/>
              <a:gd name="connsiteX500" fmla="*/ 3560912 w 7467600"/>
              <a:gd name="connsiteY500" fmla="*/ 4079863 h 6858000"/>
              <a:gd name="connsiteX501" fmla="*/ 3626636 w 7467600"/>
              <a:gd name="connsiteY501" fmla="*/ 4512230 h 6858000"/>
              <a:gd name="connsiteX502" fmla="*/ 3653088 w 7467600"/>
              <a:gd name="connsiteY502" fmla="*/ 4521417 h 6858000"/>
              <a:gd name="connsiteX503" fmla="*/ 3988128 w 7467600"/>
              <a:gd name="connsiteY503" fmla="*/ 4817267 h 6858000"/>
              <a:gd name="connsiteX504" fmla="*/ 4830582 w 7467600"/>
              <a:gd name="connsiteY504" fmla="*/ 4676000 h 6858000"/>
              <a:gd name="connsiteX505" fmla="*/ 4830100 w 7467600"/>
              <a:gd name="connsiteY505" fmla="*/ 4675554 h 6858000"/>
              <a:gd name="connsiteX506" fmla="*/ 4036318 w 7467600"/>
              <a:gd name="connsiteY506" fmla="*/ 4147013 h 6858000"/>
              <a:gd name="connsiteX507" fmla="*/ 3432098 w 7467600"/>
              <a:gd name="connsiteY507" fmla="*/ 3537312 h 6858000"/>
              <a:gd name="connsiteX508" fmla="*/ 3446761 w 7467600"/>
              <a:gd name="connsiteY508" fmla="*/ 3461278 h 6858000"/>
              <a:gd name="connsiteX509" fmla="*/ 4419733 w 7467600"/>
              <a:gd name="connsiteY509" fmla="*/ 3963555 h 6858000"/>
              <a:gd name="connsiteX510" fmla="*/ 4781371 w 7467600"/>
              <a:gd name="connsiteY510" fmla="*/ 4458604 h 6858000"/>
              <a:gd name="connsiteX511" fmla="*/ 4780440 w 7467600"/>
              <a:gd name="connsiteY511" fmla="*/ 4470290 h 6858000"/>
              <a:gd name="connsiteX512" fmla="*/ 4898954 w 7467600"/>
              <a:gd name="connsiteY512" fmla="*/ 4662092 h 6858000"/>
              <a:gd name="connsiteX513" fmla="*/ 4900699 w 7467600"/>
              <a:gd name="connsiteY513" fmla="*/ 4670867 h 6858000"/>
              <a:gd name="connsiteX514" fmla="*/ 5714511 w 7467600"/>
              <a:gd name="connsiteY514" fmla="*/ 4663483 h 6858000"/>
              <a:gd name="connsiteX515" fmla="*/ 5464793 w 7467600"/>
              <a:gd name="connsiteY515" fmla="*/ 4393556 h 6858000"/>
              <a:gd name="connsiteX516" fmla="*/ 5461897 w 7467600"/>
              <a:gd name="connsiteY516" fmla="*/ 4390879 h 6858000"/>
              <a:gd name="connsiteX517" fmla="*/ 4294126 w 7467600"/>
              <a:gd name="connsiteY517" fmla="*/ 3303048 h 6858000"/>
              <a:gd name="connsiteX518" fmla="*/ 4305321 w 7467600"/>
              <a:gd name="connsiteY518" fmla="*/ 3256953 h 6858000"/>
              <a:gd name="connsiteX519" fmla="*/ 4949299 w 7467600"/>
              <a:gd name="connsiteY519" fmla="*/ 3766336 h 6858000"/>
              <a:gd name="connsiteX520" fmla="*/ 5291452 w 7467600"/>
              <a:gd name="connsiteY520" fmla="*/ 4076801 h 6858000"/>
              <a:gd name="connsiteX521" fmla="*/ 5434998 w 7467600"/>
              <a:gd name="connsiteY521" fmla="*/ 4254100 h 6858000"/>
              <a:gd name="connsiteX522" fmla="*/ 5351015 w 7467600"/>
              <a:gd name="connsiteY522" fmla="*/ 3760989 h 6858000"/>
              <a:gd name="connsiteX523" fmla="*/ 5413780 w 7467600"/>
              <a:gd name="connsiteY523" fmla="*/ 2966265 h 6858000"/>
              <a:gd name="connsiteX524" fmla="*/ 5425627 w 7467600"/>
              <a:gd name="connsiteY524" fmla="*/ 2954192 h 6858000"/>
              <a:gd name="connsiteX525" fmla="*/ 6604735 w 7467600"/>
              <a:gd name="connsiteY525" fmla="*/ 2041381 h 6858000"/>
              <a:gd name="connsiteX526" fmla="*/ 7204487 w 7467600"/>
              <a:gd name="connsiteY526" fmla="*/ 2742112 h 6858000"/>
              <a:gd name="connsiteX527" fmla="*/ 7131592 w 7467600"/>
              <a:gd name="connsiteY527" fmla="*/ 2672096 h 6858000"/>
              <a:gd name="connsiteX528" fmla="*/ 6996344 w 7467600"/>
              <a:gd name="connsiteY528" fmla="*/ 2518310 h 6858000"/>
              <a:gd name="connsiteX529" fmla="*/ 6735495 w 7467600"/>
              <a:gd name="connsiteY529" fmla="*/ 2196890 h 6858000"/>
              <a:gd name="connsiteX530" fmla="*/ 6721901 w 7467600"/>
              <a:gd name="connsiteY530" fmla="*/ 2179274 h 6858000"/>
              <a:gd name="connsiteX531" fmla="*/ 6604735 w 7467600"/>
              <a:gd name="connsiteY531" fmla="*/ 2041381 h 6858000"/>
              <a:gd name="connsiteX532" fmla="*/ 6591670 w 7467600"/>
              <a:gd name="connsiteY532" fmla="*/ 1988277 h 6858000"/>
              <a:gd name="connsiteX533" fmla="*/ 6747349 w 7467600"/>
              <a:gd name="connsiteY533" fmla="*/ 2160069 h 6858000"/>
              <a:gd name="connsiteX534" fmla="*/ 6760943 w 7467600"/>
              <a:gd name="connsiteY534" fmla="*/ 2177686 h 6858000"/>
              <a:gd name="connsiteX535" fmla="*/ 7021065 w 7467600"/>
              <a:gd name="connsiteY535" fmla="*/ 2498102 h 6858000"/>
              <a:gd name="connsiteX536" fmla="*/ 7155223 w 7467600"/>
              <a:gd name="connsiteY536" fmla="*/ 2650386 h 6858000"/>
              <a:gd name="connsiteX537" fmla="*/ 7203167 w 7467600"/>
              <a:gd name="connsiteY537" fmla="*/ 2697288 h 6858000"/>
              <a:gd name="connsiteX538" fmla="*/ 6937703 w 7467600"/>
              <a:gd name="connsiteY538" fmla="*/ 2321981 h 6858000"/>
              <a:gd name="connsiteX539" fmla="*/ 6591670 w 7467600"/>
              <a:gd name="connsiteY539" fmla="*/ 1988277 h 6858000"/>
              <a:gd name="connsiteX540" fmla="*/ 5798671 w 7467600"/>
              <a:gd name="connsiteY540" fmla="*/ 1981601 h 6858000"/>
              <a:gd name="connsiteX541" fmla="*/ 5754709 w 7467600"/>
              <a:gd name="connsiteY541" fmla="*/ 2071454 h 6858000"/>
              <a:gd name="connsiteX542" fmla="*/ 5763044 w 7467600"/>
              <a:gd name="connsiteY542" fmla="*/ 2842206 h 6858000"/>
              <a:gd name="connsiteX543" fmla="*/ 5764974 w 7467600"/>
              <a:gd name="connsiteY543" fmla="*/ 2799609 h 6858000"/>
              <a:gd name="connsiteX544" fmla="*/ 5767665 w 7467600"/>
              <a:gd name="connsiteY544" fmla="*/ 2666409 h 6858000"/>
              <a:gd name="connsiteX545" fmla="*/ 5763055 w 7467600"/>
              <a:gd name="connsiteY545" fmla="*/ 2579705 h 6858000"/>
              <a:gd name="connsiteX546" fmla="*/ 5758079 w 7467600"/>
              <a:gd name="connsiteY546" fmla="*/ 2492508 h 6858000"/>
              <a:gd name="connsiteX547" fmla="*/ 5779325 w 7467600"/>
              <a:gd name="connsiteY547" fmla="*/ 2197069 h 6858000"/>
              <a:gd name="connsiteX548" fmla="*/ 5798671 w 7467600"/>
              <a:gd name="connsiteY548" fmla="*/ 1981601 h 6858000"/>
              <a:gd name="connsiteX549" fmla="*/ 5829202 w 7467600"/>
              <a:gd name="connsiteY549" fmla="*/ 1971679 h 6858000"/>
              <a:gd name="connsiteX550" fmla="*/ 5809558 w 7467600"/>
              <a:gd name="connsiteY550" fmla="*/ 2198043 h 6858000"/>
              <a:gd name="connsiteX551" fmla="*/ 5788653 w 7467600"/>
              <a:gd name="connsiteY551" fmla="*/ 2489430 h 6858000"/>
              <a:gd name="connsiteX552" fmla="*/ 5793439 w 7467600"/>
              <a:gd name="connsiteY552" fmla="*/ 2575235 h 6858000"/>
              <a:gd name="connsiteX553" fmla="*/ 5796837 w 7467600"/>
              <a:gd name="connsiteY553" fmla="*/ 2637633 h 6858000"/>
              <a:gd name="connsiteX554" fmla="*/ 5818614 w 7467600"/>
              <a:gd name="connsiteY554" fmla="*/ 2473055 h 6858000"/>
              <a:gd name="connsiteX555" fmla="*/ 5829202 w 7467600"/>
              <a:gd name="connsiteY555" fmla="*/ 1971679 h 6858000"/>
              <a:gd name="connsiteX556" fmla="*/ 5911389 w 7467600"/>
              <a:gd name="connsiteY556" fmla="*/ 1898371 h 6858000"/>
              <a:gd name="connsiteX557" fmla="*/ 6237627 w 7467600"/>
              <a:gd name="connsiteY557" fmla="*/ 2231921 h 6858000"/>
              <a:gd name="connsiteX558" fmla="*/ 5911389 w 7467600"/>
              <a:gd name="connsiteY558" fmla="*/ 1898371 h 6858000"/>
              <a:gd name="connsiteX559" fmla="*/ 6944437 w 7467600"/>
              <a:gd name="connsiteY559" fmla="*/ 1575402 h 6858000"/>
              <a:gd name="connsiteX560" fmla="*/ 6304730 w 7467600"/>
              <a:gd name="connsiteY560" fmla="*/ 1766654 h 6858000"/>
              <a:gd name="connsiteX561" fmla="*/ 6944437 w 7467600"/>
              <a:gd name="connsiteY561" fmla="*/ 1575402 h 6858000"/>
              <a:gd name="connsiteX562" fmla="*/ 7019523 w 7467600"/>
              <a:gd name="connsiteY562" fmla="*/ 1519450 h 6858000"/>
              <a:gd name="connsiteX563" fmla="*/ 6298091 w 7467600"/>
              <a:gd name="connsiteY563" fmla="*/ 1737122 h 6858000"/>
              <a:gd name="connsiteX564" fmla="*/ 7019523 w 7467600"/>
              <a:gd name="connsiteY564" fmla="*/ 1519450 h 6858000"/>
              <a:gd name="connsiteX565" fmla="*/ 2399523 w 7467600"/>
              <a:gd name="connsiteY565" fmla="*/ 1428234 h 6858000"/>
              <a:gd name="connsiteX566" fmla="*/ 2224982 w 7467600"/>
              <a:gd name="connsiteY566" fmla="*/ 1826201 h 6858000"/>
              <a:gd name="connsiteX567" fmla="*/ 2096099 w 7467600"/>
              <a:gd name="connsiteY567" fmla="*/ 2345900 h 6858000"/>
              <a:gd name="connsiteX568" fmla="*/ 2283317 w 7467600"/>
              <a:gd name="connsiteY568" fmla="*/ 1796925 h 6858000"/>
              <a:gd name="connsiteX569" fmla="*/ 2399523 w 7467600"/>
              <a:gd name="connsiteY569" fmla="*/ 1428234 h 6858000"/>
              <a:gd name="connsiteX570" fmla="*/ 2448558 w 7467600"/>
              <a:gd name="connsiteY570" fmla="*/ 1373435 h 6858000"/>
              <a:gd name="connsiteX571" fmla="*/ 2312521 w 7467600"/>
              <a:gd name="connsiteY571" fmla="*/ 1806140 h 6858000"/>
              <a:gd name="connsiteX572" fmla="*/ 2127533 w 7467600"/>
              <a:gd name="connsiteY572" fmla="*/ 2348380 h 6858000"/>
              <a:gd name="connsiteX573" fmla="*/ 2358080 w 7467600"/>
              <a:gd name="connsiteY573" fmla="*/ 1866134 h 6858000"/>
              <a:gd name="connsiteX574" fmla="*/ 2407436 w 7467600"/>
              <a:gd name="connsiteY574" fmla="*/ 1651070 h 6858000"/>
              <a:gd name="connsiteX575" fmla="*/ 2448558 w 7467600"/>
              <a:gd name="connsiteY575" fmla="*/ 1373435 h 6858000"/>
              <a:gd name="connsiteX576" fmla="*/ 278707 w 7467600"/>
              <a:gd name="connsiteY576" fmla="*/ 1352270 h 6858000"/>
              <a:gd name="connsiteX577" fmla="*/ 321570 w 7467600"/>
              <a:gd name="connsiteY577" fmla="*/ 1861610 h 6858000"/>
              <a:gd name="connsiteX578" fmla="*/ 294281 w 7467600"/>
              <a:gd name="connsiteY578" fmla="*/ 1440658 h 6858000"/>
              <a:gd name="connsiteX579" fmla="*/ 278707 w 7467600"/>
              <a:gd name="connsiteY579" fmla="*/ 1352270 h 6858000"/>
              <a:gd name="connsiteX580" fmla="*/ 1423821 w 7467600"/>
              <a:gd name="connsiteY580" fmla="*/ 1351958 h 6858000"/>
              <a:gd name="connsiteX581" fmla="*/ 1638521 w 7467600"/>
              <a:gd name="connsiteY581" fmla="*/ 1908470 h 6858000"/>
              <a:gd name="connsiteX582" fmla="*/ 1754199 w 7467600"/>
              <a:gd name="connsiteY582" fmla="*/ 2149284 h 6858000"/>
              <a:gd name="connsiteX583" fmla="*/ 1908359 w 7467600"/>
              <a:gd name="connsiteY583" fmla="*/ 2364988 h 6858000"/>
              <a:gd name="connsiteX584" fmla="*/ 1647661 w 7467600"/>
              <a:gd name="connsiteY584" fmla="*/ 1825945 h 6858000"/>
              <a:gd name="connsiteX585" fmla="*/ 1423821 w 7467600"/>
              <a:gd name="connsiteY585" fmla="*/ 1351958 h 6858000"/>
              <a:gd name="connsiteX586" fmla="*/ 1431890 w 7467600"/>
              <a:gd name="connsiteY586" fmla="*/ 1306475 h 6858000"/>
              <a:gd name="connsiteX587" fmla="*/ 1507597 w 7467600"/>
              <a:gd name="connsiteY587" fmla="*/ 1446132 h 6858000"/>
              <a:gd name="connsiteX588" fmla="*/ 1674586 w 7467600"/>
              <a:gd name="connsiteY588" fmla="*/ 1813832 h 6858000"/>
              <a:gd name="connsiteX589" fmla="*/ 1815950 w 7467600"/>
              <a:gd name="connsiteY589" fmla="*/ 2128564 h 6858000"/>
              <a:gd name="connsiteX590" fmla="*/ 1984242 w 7467600"/>
              <a:gd name="connsiteY590" fmla="*/ 2430829 h 6858000"/>
              <a:gd name="connsiteX591" fmla="*/ 2014023 w 7467600"/>
              <a:gd name="connsiteY591" fmla="*/ 2450995 h 6858000"/>
              <a:gd name="connsiteX592" fmla="*/ 1747337 w 7467600"/>
              <a:gd name="connsiteY592" fmla="*/ 1855264 h 6858000"/>
              <a:gd name="connsiteX593" fmla="*/ 1533749 w 7467600"/>
              <a:gd name="connsiteY593" fmla="*/ 1478656 h 6858000"/>
              <a:gd name="connsiteX594" fmla="*/ 1431890 w 7467600"/>
              <a:gd name="connsiteY594" fmla="*/ 1306475 h 6858000"/>
              <a:gd name="connsiteX595" fmla="*/ 5052692 w 7467600"/>
              <a:gd name="connsiteY595" fmla="*/ 1292994 h 6858000"/>
              <a:gd name="connsiteX596" fmla="*/ 5200661 w 7467600"/>
              <a:gd name="connsiteY596" fmla="*/ 1635186 h 6858000"/>
              <a:gd name="connsiteX597" fmla="*/ 5297138 w 7467600"/>
              <a:gd name="connsiteY597" fmla="*/ 1906351 h 6858000"/>
              <a:gd name="connsiteX598" fmla="*/ 5052692 w 7467600"/>
              <a:gd name="connsiteY598" fmla="*/ 1292994 h 6858000"/>
              <a:gd name="connsiteX599" fmla="*/ 5009948 w 7467600"/>
              <a:gd name="connsiteY599" fmla="*/ 1273619 h 6858000"/>
              <a:gd name="connsiteX600" fmla="*/ 5121777 w 7467600"/>
              <a:gd name="connsiteY600" fmla="*/ 1654213 h 6858000"/>
              <a:gd name="connsiteX601" fmla="*/ 5293545 w 7467600"/>
              <a:gd name="connsiteY601" fmla="*/ 2072247 h 6858000"/>
              <a:gd name="connsiteX602" fmla="*/ 5294042 w 7467600"/>
              <a:gd name="connsiteY602" fmla="*/ 2065019 h 6858000"/>
              <a:gd name="connsiteX603" fmla="*/ 5171936 w 7467600"/>
              <a:gd name="connsiteY603" fmla="*/ 1647613 h 6858000"/>
              <a:gd name="connsiteX604" fmla="*/ 5009948 w 7467600"/>
              <a:gd name="connsiteY604" fmla="*/ 1273619 h 6858000"/>
              <a:gd name="connsiteX605" fmla="*/ 655236 w 7467600"/>
              <a:gd name="connsiteY605" fmla="*/ 1268632 h 6858000"/>
              <a:gd name="connsiteX606" fmla="*/ 839521 w 7467600"/>
              <a:gd name="connsiteY606" fmla="*/ 1685315 h 6858000"/>
              <a:gd name="connsiteX607" fmla="*/ 1109416 w 7467600"/>
              <a:gd name="connsiteY607" fmla="*/ 2061663 h 6858000"/>
              <a:gd name="connsiteX608" fmla="*/ 1298300 w 7467600"/>
              <a:gd name="connsiteY608" fmla="*/ 2247742 h 6858000"/>
              <a:gd name="connsiteX609" fmla="*/ 1125871 w 7467600"/>
              <a:gd name="connsiteY609" fmla="*/ 1989513 h 6858000"/>
              <a:gd name="connsiteX610" fmla="*/ 981574 w 7467600"/>
              <a:gd name="connsiteY610" fmla="*/ 1783157 h 6858000"/>
              <a:gd name="connsiteX611" fmla="*/ 922198 w 7467600"/>
              <a:gd name="connsiteY611" fmla="*/ 1677437 h 6858000"/>
              <a:gd name="connsiteX612" fmla="*/ 869293 w 7467600"/>
              <a:gd name="connsiteY612" fmla="*/ 1583214 h 6858000"/>
              <a:gd name="connsiteX613" fmla="*/ 751431 w 7467600"/>
              <a:gd name="connsiteY613" fmla="*/ 1405731 h 6858000"/>
              <a:gd name="connsiteX614" fmla="*/ 655236 w 7467600"/>
              <a:gd name="connsiteY614" fmla="*/ 1268632 h 6858000"/>
              <a:gd name="connsiteX615" fmla="*/ 6516292 w 7467600"/>
              <a:gd name="connsiteY615" fmla="*/ 1263064 h 6858000"/>
              <a:gd name="connsiteX616" fmla="*/ 5736320 w 7467600"/>
              <a:gd name="connsiteY616" fmla="*/ 1501803 h 6858000"/>
              <a:gd name="connsiteX617" fmla="*/ 6516292 w 7467600"/>
              <a:gd name="connsiteY617" fmla="*/ 1263064 h 6858000"/>
              <a:gd name="connsiteX618" fmla="*/ 291466 w 7467600"/>
              <a:gd name="connsiteY618" fmla="*/ 1250369 h 6858000"/>
              <a:gd name="connsiteX619" fmla="*/ 323180 w 7467600"/>
              <a:gd name="connsiteY619" fmla="*/ 1435283 h 6858000"/>
              <a:gd name="connsiteX620" fmla="*/ 349381 w 7467600"/>
              <a:gd name="connsiteY620" fmla="*/ 1875041 h 6858000"/>
              <a:gd name="connsiteX621" fmla="*/ 374363 w 7467600"/>
              <a:gd name="connsiteY621" fmla="*/ 1506494 h 6858000"/>
              <a:gd name="connsiteX622" fmla="*/ 302168 w 7467600"/>
              <a:gd name="connsiteY622" fmla="*/ 1274495 h 6858000"/>
              <a:gd name="connsiteX623" fmla="*/ 291466 w 7467600"/>
              <a:gd name="connsiteY623" fmla="*/ 1250369 h 6858000"/>
              <a:gd name="connsiteX624" fmla="*/ 678222 w 7467600"/>
              <a:gd name="connsiteY624" fmla="*/ 1248670 h 6858000"/>
              <a:gd name="connsiteX625" fmla="*/ 775536 w 7467600"/>
              <a:gd name="connsiteY625" fmla="*/ 1388015 h 6858000"/>
              <a:gd name="connsiteX626" fmla="*/ 894529 w 7467600"/>
              <a:gd name="connsiteY626" fmla="*/ 1567739 h 6858000"/>
              <a:gd name="connsiteX627" fmla="*/ 948000 w 7467600"/>
              <a:gd name="connsiteY627" fmla="*/ 1663088 h 6858000"/>
              <a:gd name="connsiteX628" fmla="*/ 1006812 w 7467600"/>
              <a:gd name="connsiteY628" fmla="*/ 1767683 h 6858000"/>
              <a:gd name="connsiteX629" fmla="*/ 1149133 w 7467600"/>
              <a:gd name="connsiteY629" fmla="*/ 1971513 h 6858000"/>
              <a:gd name="connsiteX630" fmla="*/ 1333952 w 7467600"/>
              <a:gd name="connsiteY630" fmla="*/ 2251620 h 6858000"/>
              <a:gd name="connsiteX631" fmla="*/ 1337329 w 7467600"/>
              <a:gd name="connsiteY631" fmla="*/ 2258350 h 6858000"/>
              <a:gd name="connsiteX632" fmla="*/ 1014726 w 7467600"/>
              <a:gd name="connsiteY632" fmla="*/ 1615556 h 6858000"/>
              <a:gd name="connsiteX633" fmla="*/ 678222 w 7467600"/>
              <a:gd name="connsiteY633" fmla="*/ 1248670 h 6858000"/>
              <a:gd name="connsiteX634" fmla="*/ 6691602 w 7467600"/>
              <a:gd name="connsiteY634" fmla="*/ 1140573 h 6858000"/>
              <a:gd name="connsiteX635" fmla="*/ 6571100 w 7467600"/>
              <a:gd name="connsiteY635" fmla="*/ 1183662 h 6858000"/>
              <a:gd name="connsiteX636" fmla="*/ 6241687 w 7467600"/>
              <a:gd name="connsiteY636" fmla="*/ 1257600 h 6858000"/>
              <a:gd name="connsiteX637" fmla="*/ 5693009 w 7467600"/>
              <a:gd name="connsiteY637" fmla="*/ 1478256 h 6858000"/>
              <a:gd name="connsiteX638" fmla="*/ 6548420 w 7467600"/>
              <a:gd name="connsiteY638" fmla="*/ 1214599 h 6858000"/>
              <a:gd name="connsiteX639" fmla="*/ 6605473 w 7467600"/>
              <a:gd name="connsiteY639" fmla="*/ 1184686 h 6858000"/>
              <a:gd name="connsiteX640" fmla="*/ 6691602 w 7467600"/>
              <a:gd name="connsiteY640" fmla="*/ 1140573 h 6858000"/>
              <a:gd name="connsiteX641" fmla="*/ 4002475 w 7467600"/>
              <a:gd name="connsiteY641" fmla="*/ 1037802 h 6858000"/>
              <a:gd name="connsiteX642" fmla="*/ 4000324 w 7467600"/>
              <a:gd name="connsiteY642" fmla="*/ 1039362 h 6858000"/>
              <a:gd name="connsiteX643" fmla="*/ 4002862 w 7467600"/>
              <a:gd name="connsiteY643" fmla="*/ 1042866 h 6858000"/>
              <a:gd name="connsiteX644" fmla="*/ 4002475 w 7467600"/>
              <a:gd name="connsiteY644" fmla="*/ 1037802 h 6858000"/>
              <a:gd name="connsiteX645" fmla="*/ 506322 w 7467600"/>
              <a:gd name="connsiteY645" fmla="*/ 1020997 h 6858000"/>
              <a:gd name="connsiteX646" fmla="*/ 533068 w 7467600"/>
              <a:gd name="connsiteY646" fmla="*/ 1029409 h 6858000"/>
              <a:gd name="connsiteX647" fmla="*/ 1232525 w 7467600"/>
              <a:gd name="connsiteY647" fmla="*/ 1804675 h 6858000"/>
              <a:gd name="connsiteX648" fmla="*/ 1388858 w 7467600"/>
              <a:gd name="connsiteY648" fmla="*/ 2368011 h 6858000"/>
              <a:gd name="connsiteX649" fmla="*/ 1384098 w 7467600"/>
              <a:gd name="connsiteY649" fmla="*/ 2378125 h 6858000"/>
              <a:gd name="connsiteX650" fmla="*/ 1425393 w 7467600"/>
              <a:gd name="connsiteY650" fmla="*/ 2589124 h 6858000"/>
              <a:gd name="connsiteX651" fmla="*/ 1424001 w 7467600"/>
              <a:gd name="connsiteY651" fmla="*/ 2597541 h 6858000"/>
              <a:gd name="connsiteX652" fmla="*/ 2152729 w 7467600"/>
              <a:gd name="connsiteY652" fmla="*/ 2864487 h 6858000"/>
              <a:gd name="connsiteX653" fmla="*/ 2020609 w 7467600"/>
              <a:gd name="connsiteY653" fmla="*/ 2539671 h 6858000"/>
              <a:gd name="connsiteX654" fmla="*/ 2018920 w 7467600"/>
              <a:gd name="connsiteY654" fmla="*/ 2536309 h 6858000"/>
              <a:gd name="connsiteX655" fmla="*/ 1342441 w 7467600"/>
              <a:gd name="connsiteY655" fmla="*/ 1173017 h 6858000"/>
              <a:gd name="connsiteX656" fmla="*/ 1367925 w 7467600"/>
              <a:gd name="connsiteY656" fmla="*/ 1135648 h 6858000"/>
              <a:gd name="connsiteX657" fmla="*/ 1771401 w 7467600"/>
              <a:gd name="connsiteY657" fmla="*/ 1806673 h 6858000"/>
              <a:gd name="connsiteX658" fmla="*/ 1972385 w 7467600"/>
              <a:gd name="connsiteY658" fmla="*/ 2198735 h 6858000"/>
              <a:gd name="connsiteX659" fmla="*/ 2040892 w 7467600"/>
              <a:gd name="connsiteY659" fmla="*/ 2405205 h 6858000"/>
              <a:gd name="connsiteX660" fmla="*/ 2131689 w 7467600"/>
              <a:gd name="connsiteY660" fmla="*/ 1936926 h 6858000"/>
              <a:gd name="connsiteX661" fmla="*/ 2454820 w 7467600"/>
              <a:gd name="connsiteY661" fmla="*/ 1248808 h 6858000"/>
              <a:gd name="connsiteX662" fmla="*/ 2492512 w 7467600"/>
              <a:gd name="connsiteY662" fmla="*/ 1302920 h 6858000"/>
              <a:gd name="connsiteX663" fmla="*/ 2081216 w 7467600"/>
              <a:gd name="connsiteY663" fmla="*/ 2527513 h 6858000"/>
              <a:gd name="connsiteX664" fmla="*/ 2081211 w 7467600"/>
              <a:gd name="connsiteY664" fmla="*/ 2528916 h 6858000"/>
              <a:gd name="connsiteX665" fmla="*/ 2199067 w 7467600"/>
              <a:gd name="connsiteY665" fmla="*/ 2884061 h 6858000"/>
              <a:gd name="connsiteX666" fmla="*/ 3192586 w 7467600"/>
              <a:gd name="connsiteY666" fmla="*/ 3411496 h 6858000"/>
              <a:gd name="connsiteX667" fmla="*/ 3182620 w 7467600"/>
              <a:gd name="connsiteY667" fmla="*/ 3483279 h 6858000"/>
              <a:gd name="connsiteX668" fmla="*/ 2435119 w 7467600"/>
              <a:gd name="connsiteY668" fmla="*/ 3080173 h 6858000"/>
              <a:gd name="connsiteX669" fmla="*/ 2410152 w 7467600"/>
              <a:gd name="connsiteY669" fmla="*/ 3063751 h 6858000"/>
              <a:gd name="connsiteX670" fmla="*/ 2408099 w 7467600"/>
              <a:gd name="connsiteY670" fmla="*/ 3064403 h 6858000"/>
              <a:gd name="connsiteX671" fmla="*/ 2407218 w 7467600"/>
              <a:gd name="connsiteY671" fmla="*/ 3070324 h 6858000"/>
              <a:gd name="connsiteX672" fmla="*/ 2380138 w 7467600"/>
              <a:gd name="connsiteY672" fmla="*/ 3099341 h 6858000"/>
              <a:gd name="connsiteX673" fmla="*/ 1765923 w 7467600"/>
              <a:gd name="connsiteY673" fmla="*/ 3581043 h 6858000"/>
              <a:gd name="connsiteX674" fmla="*/ 1702258 w 7467600"/>
              <a:gd name="connsiteY674" fmla="*/ 3612286 h 6858000"/>
              <a:gd name="connsiteX675" fmla="*/ 1538370 w 7467600"/>
              <a:gd name="connsiteY675" fmla="*/ 3811804 h 6858000"/>
              <a:gd name="connsiteX676" fmla="*/ 542867 w 7467600"/>
              <a:gd name="connsiteY676" fmla="*/ 4944092 h 6858000"/>
              <a:gd name="connsiteX677" fmla="*/ 515800 w 7467600"/>
              <a:gd name="connsiteY677" fmla="*/ 4862180 h 6858000"/>
              <a:gd name="connsiteX678" fmla="*/ 909145 w 7467600"/>
              <a:gd name="connsiteY678" fmla="*/ 4199225 h 6858000"/>
              <a:gd name="connsiteX679" fmla="*/ 1214067 w 7467600"/>
              <a:gd name="connsiteY679" fmla="*/ 3908561 h 6858000"/>
              <a:gd name="connsiteX680" fmla="*/ 640967 w 7467600"/>
              <a:gd name="connsiteY680" fmla="*/ 4105601 h 6858000"/>
              <a:gd name="connsiteX681" fmla="*/ 112563 w 7467600"/>
              <a:gd name="connsiteY681" fmla="*/ 4396952 h 6858000"/>
              <a:gd name="connsiteX682" fmla="*/ 0 w 7467600"/>
              <a:gd name="connsiteY682" fmla="*/ 4466006 h 6858000"/>
              <a:gd name="connsiteX683" fmla="*/ 0 w 7467600"/>
              <a:gd name="connsiteY683" fmla="*/ 4233763 h 6858000"/>
              <a:gd name="connsiteX684" fmla="*/ 36881 w 7467600"/>
              <a:gd name="connsiteY684" fmla="*/ 4200118 h 6858000"/>
              <a:gd name="connsiteX685" fmla="*/ 910534 w 7467600"/>
              <a:gd name="connsiteY685" fmla="*/ 3629753 h 6858000"/>
              <a:gd name="connsiteX686" fmla="*/ 1578717 w 7467600"/>
              <a:gd name="connsiteY686" fmla="*/ 3575982 h 6858000"/>
              <a:gd name="connsiteX687" fmla="*/ 2338780 w 7467600"/>
              <a:gd name="connsiteY687" fmla="*/ 3033725 h 6858000"/>
              <a:gd name="connsiteX688" fmla="*/ 1807991 w 7467600"/>
              <a:gd name="connsiteY688" fmla="*/ 2807184 h 6858000"/>
              <a:gd name="connsiteX689" fmla="*/ 1416358 w 7467600"/>
              <a:gd name="connsiteY689" fmla="*/ 3112571 h 6858000"/>
              <a:gd name="connsiteX690" fmla="*/ 939066 w 7467600"/>
              <a:gd name="connsiteY690" fmla="*/ 3378798 h 6858000"/>
              <a:gd name="connsiteX691" fmla="*/ 115099 w 7467600"/>
              <a:gd name="connsiteY691" fmla="*/ 3607650 h 6858000"/>
              <a:gd name="connsiteX692" fmla="*/ 97284 w 7467600"/>
              <a:gd name="connsiteY692" fmla="*/ 3520393 h 6858000"/>
              <a:gd name="connsiteX693" fmla="*/ 922050 w 7467600"/>
              <a:gd name="connsiteY693" fmla="*/ 3074867 h 6858000"/>
              <a:gd name="connsiteX694" fmla="*/ 1405265 w 7467600"/>
              <a:gd name="connsiteY694" fmla="*/ 3016319 h 6858000"/>
              <a:gd name="connsiteX695" fmla="*/ 1407512 w 7467600"/>
              <a:gd name="connsiteY695" fmla="*/ 3018001 h 6858000"/>
              <a:gd name="connsiteX696" fmla="*/ 1726266 w 7467600"/>
              <a:gd name="connsiteY696" fmla="*/ 2777274 h 6858000"/>
              <a:gd name="connsiteX697" fmla="*/ 625390 w 7467600"/>
              <a:gd name="connsiteY697" fmla="*/ 2514541 h 6858000"/>
              <a:gd name="connsiteX698" fmla="*/ 619799 w 7467600"/>
              <a:gd name="connsiteY698" fmla="*/ 2527180 h 6858000"/>
              <a:gd name="connsiteX699" fmla="*/ 310030 w 7467600"/>
              <a:gd name="connsiteY699" fmla="*/ 2771818 h 6858000"/>
              <a:gd name="connsiteX700" fmla="*/ 173877 w 7467600"/>
              <a:gd name="connsiteY700" fmla="*/ 2937056 h 6858000"/>
              <a:gd name="connsiteX701" fmla="*/ 77889 w 7467600"/>
              <a:gd name="connsiteY701" fmla="*/ 3138440 h 6858000"/>
              <a:gd name="connsiteX702" fmla="*/ 0 w 7467600"/>
              <a:gd name="connsiteY702" fmla="*/ 3271395 h 6858000"/>
              <a:gd name="connsiteX703" fmla="*/ 0 w 7467600"/>
              <a:gd name="connsiteY703" fmla="*/ 3153002 h 6858000"/>
              <a:gd name="connsiteX704" fmla="*/ 2386 w 7467600"/>
              <a:gd name="connsiteY704" fmla="*/ 3149203 h 6858000"/>
              <a:gd name="connsiteX705" fmla="*/ 89753 w 7467600"/>
              <a:gd name="connsiteY705" fmla="*/ 2987702 h 6858000"/>
              <a:gd name="connsiteX706" fmla="*/ 76869 w 7467600"/>
              <a:gd name="connsiteY706" fmla="*/ 3005404 h 6858000"/>
              <a:gd name="connsiteX707" fmla="*/ 32049 w 7467600"/>
              <a:gd name="connsiteY707" fmla="*/ 3065814 h 6858000"/>
              <a:gd name="connsiteX708" fmla="*/ 0 w 7467600"/>
              <a:gd name="connsiteY708" fmla="*/ 3108744 h 6858000"/>
              <a:gd name="connsiteX709" fmla="*/ 0 w 7467600"/>
              <a:gd name="connsiteY709" fmla="*/ 3058059 h 6858000"/>
              <a:gd name="connsiteX710" fmla="*/ 7610 w 7467600"/>
              <a:gd name="connsiteY710" fmla="*/ 3047889 h 6858000"/>
              <a:gd name="connsiteX711" fmla="*/ 52419 w 7467600"/>
              <a:gd name="connsiteY711" fmla="*/ 2987479 h 6858000"/>
              <a:gd name="connsiteX712" fmla="*/ 59142 w 7467600"/>
              <a:gd name="connsiteY712" fmla="*/ 2978488 h 6858000"/>
              <a:gd name="connsiteX713" fmla="*/ 0 w 7467600"/>
              <a:gd name="connsiteY713" fmla="*/ 3015334 h 6858000"/>
              <a:gd name="connsiteX714" fmla="*/ 0 w 7467600"/>
              <a:gd name="connsiteY714" fmla="*/ 2914286 h 6858000"/>
              <a:gd name="connsiteX715" fmla="*/ 36383 w 7467600"/>
              <a:gd name="connsiteY715" fmla="*/ 2901128 h 6858000"/>
              <a:gd name="connsiteX716" fmla="*/ 156329 w 7467600"/>
              <a:gd name="connsiteY716" fmla="*/ 2840533 h 6858000"/>
              <a:gd name="connsiteX717" fmla="*/ 358355 w 7467600"/>
              <a:gd name="connsiteY717" fmla="*/ 2620471 h 6858000"/>
              <a:gd name="connsiteX718" fmla="*/ 510577 w 7467600"/>
              <a:gd name="connsiteY718" fmla="*/ 2501244 h 6858000"/>
              <a:gd name="connsiteX719" fmla="*/ 211967 w 7467600"/>
              <a:gd name="connsiteY719" fmla="*/ 2479171 h 6858000"/>
              <a:gd name="connsiteX720" fmla="*/ 0 w 7467600"/>
              <a:gd name="connsiteY720" fmla="*/ 2476398 h 6858000"/>
              <a:gd name="connsiteX721" fmla="*/ 0 w 7467600"/>
              <a:gd name="connsiteY721" fmla="*/ 2389189 h 6858000"/>
              <a:gd name="connsiteX722" fmla="*/ 103062 w 7467600"/>
              <a:gd name="connsiteY722" fmla="*/ 2389518 h 6858000"/>
              <a:gd name="connsiteX723" fmla="*/ 510734 w 7467600"/>
              <a:gd name="connsiteY723" fmla="*/ 2416201 h 6858000"/>
              <a:gd name="connsiteX724" fmla="*/ 279257 w 7467600"/>
              <a:gd name="connsiteY724" fmla="*/ 2092102 h 6858000"/>
              <a:gd name="connsiteX725" fmla="*/ 65265 w 7467600"/>
              <a:gd name="connsiteY725" fmla="*/ 2006049 h 6858000"/>
              <a:gd name="connsiteX726" fmla="*/ 0 w 7467600"/>
              <a:gd name="connsiteY726" fmla="*/ 1982532 h 6858000"/>
              <a:gd name="connsiteX727" fmla="*/ 0 w 7467600"/>
              <a:gd name="connsiteY727" fmla="*/ 1912789 h 6858000"/>
              <a:gd name="connsiteX728" fmla="*/ 97460 w 7467600"/>
              <a:gd name="connsiteY728" fmla="*/ 1953725 h 6858000"/>
              <a:gd name="connsiteX729" fmla="*/ 221272 w 7467600"/>
              <a:gd name="connsiteY729" fmla="*/ 1980766 h 6858000"/>
              <a:gd name="connsiteX730" fmla="*/ 116765 w 7467600"/>
              <a:gd name="connsiteY730" fmla="*/ 1911033 h 6858000"/>
              <a:gd name="connsiteX731" fmla="*/ 16405 w 7467600"/>
              <a:gd name="connsiteY731" fmla="*/ 1803412 h 6858000"/>
              <a:gd name="connsiteX732" fmla="*/ 0 w 7467600"/>
              <a:gd name="connsiteY732" fmla="*/ 1784777 h 6858000"/>
              <a:gd name="connsiteX733" fmla="*/ 0 w 7467600"/>
              <a:gd name="connsiteY733" fmla="*/ 1740082 h 6858000"/>
              <a:gd name="connsiteX734" fmla="*/ 39394 w 7467600"/>
              <a:gd name="connsiteY734" fmla="*/ 1784856 h 6858000"/>
              <a:gd name="connsiteX735" fmla="*/ 135813 w 7467600"/>
              <a:gd name="connsiteY735" fmla="*/ 1888838 h 6858000"/>
              <a:gd name="connsiteX736" fmla="*/ 242575 w 7467600"/>
              <a:gd name="connsiteY736" fmla="*/ 1958841 h 6858000"/>
              <a:gd name="connsiteX737" fmla="*/ 82197 w 7467600"/>
              <a:gd name="connsiteY737" fmla="*/ 1754826 h 6858000"/>
              <a:gd name="connsiteX738" fmla="*/ 0 w 7467600"/>
              <a:gd name="connsiteY738" fmla="*/ 1679650 h 6858000"/>
              <a:gd name="connsiteX739" fmla="*/ 0 w 7467600"/>
              <a:gd name="connsiteY739" fmla="*/ 1602463 h 6858000"/>
              <a:gd name="connsiteX740" fmla="*/ 84689 w 7467600"/>
              <a:gd name="connsiteY740" fmla="*/ 1677442 h 6858000"/>
              <a:gd name="connsiteX741" fmla="*/ 298437 w 7467600"/>
              <a:gd name="connsiteY741" fmla="*/ 1968019 h 6858000"/>
              <a:gd name="connsiteX742" fmla="*/ 227269 w 7467600"/>
              <a:gd name="connsiteY742" fmla="*/ 1114064 h 6858000"/>
              <a:gd name="connsiteX743" fmla="*/ 248003 w 7467600"/>
              <a:gd name="connsiteY743" fmla="*/ 1089613 h 6858000"/>
              <a:gd name="connsiteX744" fmla="*/ 427020 w 7467600"/>
              <a:gd name="connsiteY744" fmla="*/ 1619803 h 6858000"/>
              <a:gd name="connsiteX745" fmla="*/ 340345 w 7467600"/>
              <a:gd name="connsiteY745" fmla="*/ 2027739 h 6858000"/>
              <a:gd name="connsiteX746" fmla="*/ 360865 w 7467600"/>
              <a:gd name="connsiteY746" fmla="*/ 2044827 h 6858000"/>
              <a:gd name="connsiteX747" fmla="*/ 560414 w 7467600"/>
              <a:gd name="connsiteY747" fmla="*/ 2421457 h 6858000"/>
              <a:gd name="connsiteX748" fmla="*/ 1359703 w 7467600"/>
              <a:gd name="connsiteY748" fmla="*/ 2578554 h 6858000"/>
              <a:gd name="connsiteX749" fmla="*/ 1359422 w 7467600"/>
              <a:gd name="connsiteY749" fmla="*/ 2577994 h 6858000"/>
              <a:gd name="connsiteX750" fmla="*/ 828701 w 7467600"/>
              <a:gd name="connsiteY750" fmla="*/ 1839520 h 6858000"/>
              <a:gd name="connsiteX751" fmla="*/ 494427 w 7467600"/>
              <a:gd name="connsiteY751" fmla="*/ 1092333 h 6858000"/>
              <a:gd name="connsiteX752" fmla="*/ 506322 w 7467600"/>
              <a:gd name="connsiteY752" fmla="*/ 1020997 h 6858000"/>
              <a:gd name="connsiteX753" fmla="*/ 4570198 w 7467600"/>
              <a:gd name="connsiteY753" fmla="*/ 978081 h 6858000"/>
              <a:gd name="connsiteX754" fmla="*/ 4523691 w 7467600"/>
              <a:gd name="connsiteY754" fmla="*/ 1127776 h 6858000"/>
              <a:gd name="connsiteX755" fmla="*/ 4509875 w 7467600"/>
              <a:gd name="connsiteY755" fmla="*/ 1167552 h 6858000"/>
              <a:gd name="connsiteX756" fmla="*/ 4478168 w 7467600"/>
              <a:gd name="connsiteY756" fmla="*/ 1260735 h 6858000"/>
              <a:gd name="connsiteX757" fmla="*/ 4409309 w 7467600"/>
              <a:gd name="connsiteY757" fmla="*/ 1666996 h 6858000"/>
              <a:gd name="connsiteX758" fmla="*/ 4370031 w 7467600"/>
              <a:gd name="connsiteY758" fmla="*/ 1955666 h 6858000"/>
              <a:gd name="connsiteX759" fmla="*/ 4570198 w 7467600"/>
              <a:gd name="connsiteY759" fmla="*/ 978081 h 6858000"/>
              <a:gd name="connsiteX760" fmla="*/ 4557898 w 7467600"/>
              <a:gd name="connsiteY760" fmla="*/ 900011 h 6858000"/>
              <a:gd name="connsiteX761" fmla="*/ 4344840 w 7467600"/>
              <a:gd name="connsiteY761" fmla="*/ 1922038 h 6858000"/>
              <a:gd name="connsiteX762" fmla="*/ 4378710 w 7467600"/>
              <a:gd name="connsiteY762" fmla="*/ 1665516 h 6858000"/>
              <a:gd name="connsiteX763" fmla="*/ 4448798 w 7467600"/>
              <a:gd name="connsiteY763" fmla="*/ 1253024 h 6858000"/>
              <a:gd name="connsiteX764" fmla="*/ 4480315 w 7467600"/>
              <a:gd name="connsiteY764" fmla="*/ 1158454 h 6858000"/>
              <a:gd name="connsiteX765" fmla="*/ 4494133 w 7467600"/>
              <a:gd name="connsiteY765" fmla="*/ 1118676 h 6858000"/>
              <a:gd name="connsiteX766" fmla="*/ 4557898 w 7467600"/>
              <a:gd name="connsiteY766" fmla="*/ 900011 h 6858000"/>
              <a:gd name="connsiteX767" fmla="*/ 5870151 w 7467600"/>
              <a:gd name="connsiteY767" fmla="*/ 898890 h 6858000"/>
              <a:gd name="connsiteX768" fmla="*/ 5861335 w 7467600"/>
              <a:gd name="connsiteY768" fmla="*/ 899177 h 6858000"/>
              <a:gd name="connsiteX769" fmla="*/ 5843702 w 7467600"/>
              <a:gd name="connsiteY769" fmla="*/ 899748 h 6858000"/>
              <a:gd name="connsiteX770" fmla="*/ 5651107 w 7467600"/>
              <a:gd name="connsiteY770" fmla="*/ 920306 h 6858000"/>
              <a:gd name="connsiteX771" fmla="*/ 5459407 w 7467600"/>
              <a:gd name="connsiteY771" fmla="*/ 940975 h 6858000"/>
              <a:gd name="connsiteX772" fmla="*/ 5374846 w 7467600"/>
              <a:gd name="connsiteY772" fmla="*/ 941988 h 6858000"/>
              <a:gd name="connsiteX773" fmla="*/ 5256105 w 7467600"/>
              <a:gd name="connsiteY773" fmla="*/ 945632 h 6858000"/>
              <a:gd name="connsiteX774" fmla="*/ 5107071 w 7467600"/>
              <a:gd name="connsiteY774" fmla="*/ 969720 h 6858000"/>
              <a:gd name="connsiteX775" fmla="*/ 4998681 w 7467600"/>
              <a:gd name="connsiteY775" fmla="*/ 988771 h 6858000"/>
              <a:gd name="connsiteX776" fmla="*/ 5870151 w 7467600"/>
              <a:gd name="connsiteY776" fmla="*/ 898890 h 6858000"/>
              <a:gd name="connsiteX777" fmla="*/ 5504425 w 7467600"/>
              <a:gd name="connsiteY777" fmla="*/ 848067 h 6858000"/>
              <a:gd name="connsiteX778" fmla="*/ 4968849 w 7467600"/>
              <a:gd name="connsiteY778" fmla="*/ 962318 h 6858000"/>
              <a:gd name="connsiteX779" fmla="*/ 5104039 w 7467600"/>
              <a:gd name="connsiteY779" fmla="*/ 940634 h 6858000"/>
              <a:gd name="connsiteX780" fmla="*/ 5256311 w 7467600"/>
              <a:gd name="connsiteY780" fmla="*/ 916490 h 6858000"/>
              <a:gd name="connsiteX781" fmla="*/ 5377381 w 7467600"/>
              <a:gd name="connsiteY781" fmla="*/ 912671 h 6858000"/>
              <a:gd name="connsiteX782" fmla="*/ 5460148 w 7467600"/>
              <a:gd name="connsiteY782" fmla="*/ 911442 h 6858000"/>
              <a:gd name="connsiteX783" fmla="*/ 5648971 w 7467600"/>
              <a:gd name="connsiteY783" fmla="*/ 891331 h 6858000"/>
              <a:gd name="connsiteX784" fmla="*/ 5844807 w 7467600"/>
              <a:gd name="connsiteY784" fmla="*/ 870718 h 6858000"/>
              <a:gd name="connsiteX785" fmla="*/ 5862975 w 7467600"/>
              <a:gd name="connsiteY785" fmla="*/ 869756 h 6858000"/>
              <a:gd name="connsiteX786" fmla="*/ 5920887 w 7467600"/>
              <a:gd name="connsiteY786" fmla="*/ 865929 h 6858000"/>
              <a:gd name="connsiteX787" fmla="*/ 5504425 w 7467600"/>
              <a:gd name="connsiteY787" fmla="*/ 848067 h 6858000"/>
              <a:gd name="connsiteX788" fmla="*/ 3607114 w 7467600"/>
              <a:gd name="connsiteY788" fmla="*/ 467441 h 6858000"/>
              <a:gd name="connsiteX789" fmla="*/ 3296242 w 7467600"/>
              <a:gd name="connsiteY789" fmla="*/ 807991 h 6858000"/>
              <a:gd name="connsiteX790" fmla="*/ 3174674 w 7467600"/>
              <a:gd name="connsiteY790" fmla="*/ 919759 h 6858000"/>
              <a:gd name="connsiteX791" fmla="*/ 3042978 w 7467600"/>
              <a:gd name="connsiteY791" fmla="*/ 1054894 h 6858000"/>
              <a:gd name="connsiteX792" fmla="*/ 2968914 w 7467600"/>
              <a:gd name="connsiteY792" fmla="*/ 1133756 h 6858000"/>
              <a:gd name="connsiteX793" fmla="*/ 3103823 w 7467600"/>
              <a:gd name="connsiteY793" fmla="*/ 1026814 h 6858000"/>
              <a:gd name="connsiteX794" fmla="*/ 3607114 w 7467600"/>
              <a:gd name="connsiteY794" fmla="*/ 467441 h 6858000"/>
              <a:gd name="connsiteX795" fmla="*/ 3744487 w 7467600"/>
              <a:gd name="connsiteY795" fmla="*/ 383136 h 6858000"/>
              <a:gd name="connsiteX796" fmla="*/ 3970213 w 7467600"/>
              <a:gd name="connsiteY796" fmla="*/ 995559 h 6858000"/>
              <a:gd name="connsiteX797" fmla="*/ 3744487 w 7467600"/>
              <a:gd name="connsiteY797" fmla="*/ 383136 h 6858000"/>
              <a:gd name="connsiteX798" fmla="*/ 3624562 w 7467600"/>
              <a:gd name="connsiteY798" fmla="*/ 367041 h 6858000"/>
              <a:gd name="connsiteX799" fmla="*/ 3489712 w 7467600"/>
              <a:gd name="connsiteY799" fmla="*/ 485386 h 6858000"/>
              <a:gd name="connsiteX800" fmla="*/ 3182994 w 7467600"/>
              <a:gd name="connsiteY800" fmla="*/ 828265 h 6858000"/>
              <a:gd name="connsiteX801" fmla="*/ 2892114 w 7467600"/>
              <a:gd name="connsiteY801" fmla="*/ 1172635 h 6858000"/>
              <a:gd name="connsiteX802" fmla="*/ 3021459 w 7467600"/>
              <a:gd name="connsiteY802" fmla="*/ 1035385 h 6858000"/>
              <a:gd name="connsiteX803" fmla="*/ 3153873 w 7467600"/>
              <a:gd name="connsiteY803" fmla="*/ 898971 h 6858000"/>
              <a:gd name="connsiteX804" fmla="*/ 3276511 w 7467600"/>
              <a:gd name="connsiteY804" fmla="*/ 786423 h 6858000"/>
              <a:gd name="connsiteX805" fmla="*/ 3584154 w 7467600"/>
              <a:gd name="connsiteY805" fmla="*/ 448218 h 6858000"/>
              <a:gd name="connsiteX806" fmla="*/ 3624562 w 7467600"/>
              <a:gd name="connsiteY806" fmla="*/ 367041 h 6858000"/>
              <a:gd name="connsiteX807" fmla="*/ 3766672 w 7467600"/>
              <a:gd name="connsiteY807" fmla="*/ 359429 h 6858000"/>
              <a:gd name="connsiteX808" fmla="*/ 3996338 w 7467600"/>
              <a:gd name="connsiteY808" fmla="*/ 968237 h 6858000"/>
              <a:gd name="connsiteX809" fmla="*/ 3766672 w 7467600"/>
              <a:gd name="connsiteY809" fmla="*/ 359429 h 6858000"/>
              <a:gd name="connsiteX810" fmla="*/ 5805386 w 7467600"/>
              <a:gd name="connsiteY810" fmla="*/ 239240 h 6858000"/>
              <a:gd name="connsiteX811" fmla="*/ 5736947 w 7467600"/>
              <a:gd name="connsiteY811" fmla="*/ 261367 h 6858000"/>
              <a:gd name="connsiteX812" fmla="*/ 5427012 w 7467600"/>
              <a:gd name="connsiteY812" fmla="*/ 311272 h 6858000"/>
              <a:gd name="connsiteX813" fmla="*/ 5147818 w 7467600"/>
              <a:gd name="connsiteY813" fmla="*/ 322112 h 6858000"/>
              <a:gd name="connsiteX814" fmla="*/ 5060854 w 7467600"/>
              <a:gd name="connsiteY814" fmla="*/ 311882 h 6858000"/>
              <a:gd name="connsiteX815" fmla="*/ 4945989 w 7467600"/>
              <a:gd name="connsiteY815" fmla="*/ 300516 h 6858000"/>
              <a:gd name="connsiteX816" fmla="*/ 5410479 w 7467600"/>
              <a:gd name="connsiteY816" fmla="*/ 348434 h 6858000"/>
              <a:gd name="connsiteX817" fmla="*/ 5805386 w 7467600"/>
              <a:gd name="connsiteY817" fmla="*/ 239240 h 6858000"/>
              <a:gd name="connsiteX818" fmla="*/ 5905192 w 7467600"/>
              <a:gd name="connsiteY818" fmla="*/ 163079 h 6858000"/>
              <a:gd name="connsiteX819" fmla="*/ 5865655 w 7467600"/>
              <a:gd name="connsiteY819" fmla="*/ 171901 h 6858000"/>
              <a:gd name="connsiteX820" fmla="*/ 5259740 w 7467600"/>
              <a:gd name="connsiteY820" fmla="*/ 257013 h 6858000"/>
              <a:gd name="connsiteX821" fmla="*/ 5208466 w 7467600"/>
              <a:gd name="connsiteY821" fmla="*/ 257550 h 6858000"/>
              <a:gd name="connsiteX822" fmla="*/ 4980204 w 7467600"/>
              <a:gd name="connsiteY822" fmla="*/ 271903 h 6858000"/>
              <a:gd name="connsiteX823" fmla="*/ 5068068 w 7467600"/>
              <a:gd name="connsiteY823" fmla="*/ 282244 h 6858000"/>
              <a:gd name="connsiteX824" fmla="*/ 5153231 w 7467600"/>
              <a:gd name="connsiteY824" fmla="*/ 292240 h 6858000"/>
              <a:gd name="connsiteX825" fmla="*/ 5426491 w 7467600"/>
              <a:gd name="connsiteY825" fmla="*/ 281128 h 6858000"/>
              <a:gd name="connsiteX826" fmla="*/ 5731212 w 7467600"/>
              <a:gd name="connsiteY826" fmla="*/ 231951 h 6858000"/>
              <a:gd name="connsiteX827" fmla="*/ 5905192 w 7467600"/>
              <a:gd name="connsiteY827" fmla="*/ 163079 h 6858000"/>
              <a:gd name="connsiteX828" fmla="*/ 5944437 w 7467600"/>
              <a:gd name="connsiteY828" fmla="*/ 113829 h 6858000"/>
              <a:gd name="connsiteX829" fmla="*/ 5825032 w 7467600"/>
              <a:gd name="connsiteY829" fmla="*/ 146405 h 6858000"/>
              <a:gd name="connsiteX830" fmla="*/ 4955599 w 7467600"/>
              <a:gd name="connsiteY830" fmla="*/ 247008 h 6858000"/>
              <a:gd name="connsiteX831" fmla="*/ 5210104 w 7467600"/>
              <a:gd name="connsiteY831" fmla="*/ 228123 h 6858000"/>
              <a:gd name="connsiteX832" fmla="*/ 5261015 w 7467600"/>
              <a:gd name="connsiteY832" fmla="*/ 227087 h 6858000"/>
              <a:gd name="connsiteX833" fmla="*/ 5861181 w 7467600"/>
              <a:gd name="connsiteY833" fmla="*/ 143093 h 6858000"/>
              <a:gd name="connsiteX834" fmla="*/ 5961252 w 7467600"/>
              <a:gd name="connsiteY834" fmla="*/ 114820 h 6858000"/>
              <a:gd name="connsiteX835" fmla="*/ 5944437 w 7467600"/>
              <a:gd name="connsiteY835" fmla="*/ 113829 h 6858000"/>
              <a:gd name="connsiteX836" fmla="*/ 3882765 w 7467600"/>
              <a:gd name="connsiteY836" fmla="*/ 0 h 6858000"/>
              <a:gd name="connsiteX837" fmla="*/ 3995099 w 7467600"/>
              <a:gd name="connsiteY837" fmla="*/ 0 h 6858000"/>
              <a:gd name="connsiteX838" fmla="*/ 4163818 w 7467600"/>
              <a:gd name="connsiteY838" fmla="*/ 234104 h 6858000"/>
              <a:gd name="connsiteX839" fmla="*/ 4172099 w 7467600"/>
              <a:gd name="connsiteY839" fmla="*/ 234207 h 6858000"/>
              <a:gd name="connsiteX840" fmla="*/ 4784282 w 7467600"/>
              <a:gd name="connsiteY840" fmla="*/ 276561 h 6858000"/>
              <a:gd name="connsiteX841" fmla="*/ 4801687 w 7467600"/>
              <a:gd name="connsiteY841" fmla="*/ 267764 h 6858000"/>
              <a:gd name="connsiteX842" fmla="*/ 6082788 w 7467600"/>
              <a:gd name="connsiteY842" fmla="*/ 64119 h 6858000"/>
              <a:gd name="connsiteX843" fmla="*/ 6099442 w 7467600"/>
              <a:gd name="connsiteY843" fmla="*/ 82568 h 6858000"/>
              <a:gd name="connsiteX844" fmla="*/ 4804137 w 7467600"/>
              <a:gd name="connsiteY844" fmla="*/ 320931 h 6858000"/>
              <a:gd name="connsiteX845" fmla="*/ 4227047 w 7467600"/>
              <a:gd name="connsiteY845" fmla="*/ 313415 h 6858000"/>
              <a:gd name="connsiteX846" fmla="*/ 4346041 w 7467600"/>
              <a:gd name="connsiteY846" fmla="*/ 456086 h 6858000"/>
              <a:gd name="connsiteX847" fmla="*/ 4870967 w 7467600"/>
              <a:gd name="connsiteY847" fmla="*/ 963061 h 6858000"/>
              <a:gd name="connsiteX848" fmla="*/ 4889647 w 7467600"/>
              <a:gd name="connsiteY848" fmla="*/ 957147 h 6858000"/>
              <a:gd name="connsiteX849" fmla="*/ 5422504 w 7467600"/>
              <a:gd name="connsiteY849" fmla="*/ 805191 h 6858000"/>
              <a:gd name="connsiteX850" fmla="*/ 6087656 w 7467600"/>
              <a:gd name="connsiteY850" fmla="*/ 826703 h 6858000"/>
              <a:gd name="connsiteX851" fmla="*/ 6058717 w 7467600"/>
              <a:gd name="connsiteY851" fmla="*/ 865992 h 6858000"/>
              <a:gd name="connsiteX852" fmla="*/ 4974153 w 7467600"/>
              <a:gd name="connsiteY852" fmla="*/ 1045456 h 6858000"/>
              <a:gd name="connsiteX853" fmla="*/ 5627835 w 7467600"/>
              <a:gd name="connsiteY853" fmla="*/ 1472077 h 6858000"/>
              <a:gd name="connsiteX854" fmla="*/ 5629817 w 7467600"/>
              <a:gd name="connsiteY854" fmla="*/ 1471412 h 6858000"/>
              <a:gd name="connsiteX855" fmla="*/ 5634124 w 7467600"/>
              <a:gd name="connsiteY855" fmla="*/ 1470572 h 6858000"/>
              <a:gd name="connsiteX856" fmla="*/ 5755832 w 7467600"/>
              <a:gd name="connsiteY856" fmla="*/ 1383886 h 6858000"/>
              <a:gd name="connsiteX857" fmla="*/ 6014186 w 7467600"/>
              <a:gd name="connsiteY857" fmla="*/ 1279799 h 6858000"/>
              <a:gd name="connsiteX858" fmla="*/ 6901619 w 7467600"/>
              <a:gd name="connsiteY858" fmla="*/ 1047874 h 6858000"/>
              <a:gd name="connsiteX859" fmla="*/ 6931566 w 7467600"/>
              <a:gd name="connsiteY859" fmla="*/ 1062034 h 6858000"/>
              <a:gd name="connsiteX860" fmla="*/ 5790982 w 7467600"/>
              <a:gd name="connsiteY860" fmla="*/ 1561380 h 6858000"/>
              <a:gd name="connsiteX861" fmla="*/ 6188971 w 7467600"/>
              <a:gd name="connsiteY861" fmla="*/ 1755168 h 6858000"/>
              <a:gd name="connsiteX862" fmla="*/ 6202446 w 7467600"/>
              <a:gd name="connsiteY862" fmla="*/ 1752268 h 6858000"/>
              <a:gd name="connsiteX863" fmla="*/ 7179560 w 7467600"/>
              <a:gd name="connsiteY863" fmla="*/ 1467551 h 6858000"/>
              <a:gd name="connsiteX864" fmla="*/ 7158730 w 7467600"/>
              <a:gd name="connsiteY864" fmla="*/ 1507835 h 6858000"/>
              <a:gd name="connsiteX865" fmla="*/ 6326959 w 7467600"/>
              <a:gd name="connsiteY865" fmla="*/ 1817686 h 6858000"/>
              <a:gd name="connsiteX866" fmla="*/ 6537433 w 7467600"/>
              <a:gd name="connsiteY866" fmla="*/ 1907790 h 6858000"/>
              <a:gd name="connsiteX867" fmla="*/ 6550221 w 7467600"/>
              <a:gd name="connsiteY867" fmla="*/ 1910729 h 6858000"/>
              <a:gd name="connsiteX868" fmla="*/ 6964438 w 7467600"/>
              <a:gd name="connsiteY868" fmla="*/ 2209505 h 6858000"/>
              <a:gd name="connsiteX869" fmla="*/ 7367862 w 7467600"/>
              <a:gd name="connsiteY869" fmla="*/ 2806833 h 6858000"/>
              <a:gd name="connsiteX870" fmla="*/ 7364329 w 7467600"/>
              <a:gd name="connsiteY870" fmla="*/ 2826907 h 6858000"/>
              <a:gd name="connsiteX871" fmla="*/ 7290545 w 7467600"/>
              <a:gd name="connsiteY871" fmla="*/ 2850663 h 6858000"/>
              <a:gd name="connsiteX872" fmla="*/ 6472036 w 7467600"/>
              <a:gd name="connsiteY872" fmla="*/ 1959003 h 6858000"/>
              <a:gd name="connsiteX873" fmla="*/ 5792897 w 7467600"/>
              <a:gd name="connsiteY873" fmla="*/ 1647747 h 6858000"/>
              <a:gd name="connsiteX874" fmla="*/ 5842751 w 7467600"/>
              <a:gd name="connsiteY874" fmla="*/ 1816112 h 6858000"/>
              <a:gd name="connsiteX875" fmla="*/ 5847424 w 7467600"/>
              <a:gd name="connsiteY875" fmla="*/ 1815776 h 6858000"/>
              <a:gd name="connsiteX876" fmla="*/ 6399821 w 7467600"/>
              <a:gd name="connsiteY876" fmla="*/ 2344799 h 6858000"/>
              <a:gd name="connsiteX877" fmla="*/ 6323232 w 7467600"/>
              <a:gd name="connsiteY877" fmla="*/ 2389634 h 6858000"/>
              <a:gd name="connsiteX878" fmla="*/ 5942958 w 7467600"/>
              <a:gd name="connsiteY878" fmla="*/ 2077708 h 6858000"/>
              <a:gd name="connsiteX879" fmla="*/ 5921559 w 7467600"/>
              <a:gd name="connsiteY879" fmla="*/ 2378596 h 6858000"/>
              <a:gd name="connsiteX880" fmla="*/ 5817651 w 7467600"/>
              <a:gd name="connsiteY880" fmla="*/ 3023919 h 6858000"/>
              <a:gd name="connsiteX881" fmla="*/ 5729634 w 7467600"/>
              <a:gd name="connsiteY881" fmla="*/ 3051849 h 6858000"/>
              <a:gd name="connsiteX882" fmla="*/ 5611018 w 7467600"/>
              <a:gd name="connsiteY882" fmla="*/ 2316769 h 6858000"/>
              <a:gd name="connsiteX883" fmla="*/ 5687608 w 7467600"/>
              <a:gd name="connsiteY883" fmla="*/ 2039972 h 6858000"/>
              <a:gd name="connsiteX884" fmla="*/ 5657554 w 7467600"/>
              <a:gd name="connsiteY884" fmla="*/ 1576445 h 6858000"/>
              <a:gd name="connsiteX885" fmla="*/ 5150475 w 7467600"/>
              <a:gd name="connsiteY885" fmla="*/ 1274012 h 6858000"/>
              <a:gd name="connsiteX886" fmla="*/ 5349142 w 7467600"/>
              <a:gd name="connsiteY886" fmla="*/ 2204405 h 6858000"/>
              <a:gd name="connsiteX887" fmla="*/ 5262214 w 7467600"/>
              <a:gd name="connsiteY887" fmla="*/ 2233836 h 6858000"/>
              <a:gd name="connsiteX888" fmla="*/ 4981539 w 7467600"/>
              <a:gd name="connsiteY888" fmla="*/ 1542201 h 6858000"/>
              <a:gd name="connsiteX889" fmla="*/ 4958461 w 7467600"/>
              <a:gd name="connsiteY889" fmla="*/ 1136957 h 6858000"/>
              <a:gd name="connsiteX890" fmla="*/ 4655015 w 7467600"/>
              <a:gd name="connsiteY890" fmla="*/ 891426 h 6858000"/>
              <a:gd name="connsiteX891" fmla="*/ 4348002 w 7467600"/>
              <a:gd name="connsiteY891" fmla="*/ 2205895 h 6858000"/>
              <a:gd name="connsiteX892" fmla="*/ 4262250 w 7467600"/>
              <a:gd name="connsiteY892" fmla="*/ 2219972 h 6858000"/>
              <a:gd name="connsiteX893" fmla="*/ 4550611 w 7467600"/>
              <a:gd name="connsiteY893" fmla="*/ 817540 h 6858000"/>
              <a:gd name="connsiteX894" fmla="*/ 4564418 w 7467600"/>
              <a:gd name="connsiteY894" fmla="*/ 808293 h 6858000"/>
              <a:gd name="connsiteX895" fmla="*/ 4266388 w 7467600"/>
              <a:gd name="connsiteY895" fmla="*/ 500083 h 6858000"/>
              <a:gd name="connsiteX896" fmla="*/ 4032842 w 7467600"/>
              <a:gd name="connsiteY896" fmla="*/ 211809 h 6858000"/>
              <a:gd name="connsiteX897" fmla="*/ 3882765 w 7467600"/>
              <a:gd name="connsiteY897" fmla="*/ 0 h 6858000"/>
              <a:gd name="connsiteX898" fmla="*/ 3721337 w 7467600"/>
              <a:gd name="connsiteY898" fmla="*/ 0 h 6858000"/>
              <a:gd name="connsiteX899" fmla="*/ 3797544 w 7467600"/>
              <a:gd name="connsiteY899" fmla="*/ 0 h 6858000"/>
              <a:gd name="connsiteX900" fmla="*/ 3775734 w 7467600"/>
              <a:gd name="connsiteY900" fmla="*/ 95131 h 6858000"/>
              <a:gd name="connsiteX901" fmla="*/ 3724807 w 7467600"/>
              <a:gd name="connsiteY901" fmla="*/ 272257 h 6858000"/>
              <a:gd name="connsiteX902" fmla="*/ 3726844 w 7467600"/>
              <a:gd name="connsiteY902" fmla="*/ 282988 h 6858000"/>
              <a:gd name="connsiteX903" fmla="*/ 3742664 w 7467600"/>
              <a:gd name="connsiteY903" fmla="*/ 279918 h 6858000"/>
              <a:gd name="connsiteX904" fmla="*/ 4103910 w 7467600"/>
              <a:gd name="connsiteY904" fmla="*/ 1161917 h 6858000"/>
              <a:gd name="connsiteX905" fmla="*/ 4020269 w 7467600"/>
              <a:gd name="connsiteY905" fmla="*/ 1200406 h 6858000"/>
              <a:gd name="connsiteX906" fmla="*/ 3674882 w 7467600"/>
              <a:gd name="connsiteY906" fmla="*/ 488524 h 6858000"/>
              <a:gd name="connsiteX907" fmla="*/ 3132682 w 7467600"/>
              <a:gd name="connsiteY907" fmla="*/ 1072284 h 6858000"/>
              <a:gd name="connsiteX908" fmla="*/ 2716346 w 7467600"/>
              <a:gd name="connsiteY908" fmla="*/ 1276376 h 6858000"/>
              <a:gd name="connsiteX909" fmla="*/ 2716772 w 7467600"/>
              <a:gd name="connsiteY909" fmla="*/ 1255462 h 6858000"/>
              <a:gd name="connsiteX910" fmla="*/ 3471096 w 7467600"/>
              <a:gd name="connsiteY910" fmla="*/ 437072 h 6858000"/>
              <a:gd name="connsiteX911" fmla="*/ 3639057 w 7467600"/>
              <a:gd name="connsiteY911" fmla="*/ 286334 h 6858000"/>
              <a:gd name="connsiteX912" fmla="*/ 3640309 w 7467600"/>
              <a:gd name="connsiteY912" fmla="*/ 284664 h 6858000"/>
              <a:gd name="connsiteX913" fmla="*/ 3646022 w 7467600"/>
              <a:gd name="connsiteY913" fmla="*/ 276711 h 6858000"/>
              <a:gd name="connsiteX914" fmla="*/ 3707943 w 7467600"/>
              <a:gd name="connsiteY914" fmla="*/ 65958 h 6858000"/>
              <a:gd name="connsiteX915" fmla="*/ 3721337 w 7467600"/>
              <a:gd name="connsiteY915" fmla="*/ 0 h 6858000"/>
              <a:gd name="connsiteX916" fmla="*/ 2867960 w 7467600"/>
              <a:gd name="connsiteY916" fmla="*/ 0 h 6858000"/>
              <a:gd name="connsiteX917" fmla="*/ 2926351 w 7467600"/>
              <a:gd name="connsiteY917" fmla="*/ 0 h 6858000"/>
              <a:gd name="connsiteX918" fmla="*/ 2902823 w 7467600"/>
              <a:gd name="connsiteY918" fmla="*/ 262929 h 6858000"/>
              <a:gd name="connsiteX919" fmla="*/ 2940663 w 7467600"/>
              <a:gd name="connsiteY919" fmla="*/ 140884 h 6858000"/>
              <a:gd name="connsiteX920" fmla="*/ 2947039 w 7467600"/>
              <a:gd name="connsiteY920" fmla="*/ 122524 h 6858000"/>
              <a:gd name="connsiteX921" fmla="*/ 2984316 w 7467600"/>
              <a:gd name="connsiteY921" fmla="*/ 0 h 6858000"/>
              <a:gd name="connsiteX922" fmla="*/ 3016114 w 7467600"/>
              <a:gd name="connsiteY922" fmla="*/ 0 h 6858000"/>
              <a:gd name="connsiteX923" fmla="*/ 2979949 w 7467600"/>
              <a:gd name="connsiteY923" fmla="*/ 119274 h 6858000"/>
              <a:gd name="connsiteX924" fmla="*/ 3023879 w 7467600"/>
              <a:gd name="connsiteY924" fmla="*/ 0 h 6858000"/>
              <a:gd name="connsiteX925" fmla="*/ 3105400 w 7467600"/>
              <a:gd name="connsiteY925" fmla="*/ 0 h 6858000"/>
              <a:gd name="connsiteX926" fmla="*/ 3094669 w 7467600"/>
              <a:gd name="connsiteY926" fmla="*/ 30308 h 6858000"/>
              <a:gd name="connsiteX927" fmla="*/ 2901945 w 7467600"/>
              <a:gd name="connsiteY927" fmla="*/ 466538 h 6858000"/>
              <a:gd name="connsiteX928" fmla="*/ 2815209 w 7467600"/>
              <a:gd name="connsiteY928" fmla="*/ 497361 h 6858000"/>
              <a:gd name="connsiteX929" fmla="*/ 2844845 w 7467600"/>
              <a:gd name="connsiteY929" fmla="*/ 127638 h 6858000"/>
              <a:gd name="connsiteX930" fmla="*/ 2867960 w 7467600"/>
              <a:gd name="connsiteY930" fmla="*/ 0 h 6858000"/>
              <a:gd name="connsiteX931" fmla="*/ 1057230 w 7467600"/>
              <a:gd name="connsiteY931" fmla="*/ 0 h 6858000"/>
              <a:gd name="connsiteX932" fmla="*/ 1111003 w 7467600"/>
              <a:gd name="connsiteY932" fmla="*/ 0 h 6858000"/>
              <a:gd name="connsiteX933" fmla="*/ 1125553 w 7467600"/>
              <a:gd name="connsiteY933" fmla="*/ 52588 h 6858000"/>
              <a:gd name="connsiteX934" fmla="*/ 1304276 w 7467600"/>
              <a:gd name="connsiteY934" fmla="*/ 476275 h 6858000"/>
              <a:gd name="connsiteX935" fmla="*/ 1492066 w 7467600"/>
              <a:gd name="connsiteY935" fmla="*/ 886333 h 6858000"/>
              <a:gd name="connsiteX936" fmla="*/ 1423698 w 7467600"/>
              <a:gd name="connsiteY936" fmla="*/ 710817 h 6858000"/>
              <a:gd name="connsiteX937" fmla="*/ 1357609 w 7467600"/>
              <a:gd name="connsiteY937" fmla="*/ 532892 h 6858000"/>
              <a:gd name="connsiteX938" fmla="*/ 1309550 w 7467600"/>
              <a:gd name="connsiteY938" fmla="*/ 374031 h 6858000"/>
              <a:gd name="connsiteX939" fmla="*/ 1193673 w 7467600"/>
              <a:gd name="connsiteY939" fmla="*/ 49533 h 6858000"/>
              <a:gd name="connsiteX940" fmla="*/ 1164391 w 7467600"/>
              <a:gd name="connsiteY940" fmla="*/ 0 h 6858000"/>
              <a:gd name="connsiteX941" fmla="*/ 1200666 w 7467600"/>
              <a:gd name="connsiteY941" fmla="*/ 0 h 6858000"/>
              <a:gd name="connsiteX942" fmla="*/ 1223408 w 7467600"/>
              <a:gd name="connsiteY942" fmla="*/ 38996 h 6858000"/>
              <a:gd name="connsiteX943" fmla="*/ 1339635 w 7467600"/>
              <a:gd name="connsiteY943" fmla="*/ 365517 h 6858000"/>
              <a:gd name="connsiteX944" fmla="*/ 1387469 w 7467600"/>
              <a:gd name="connsiteY944" fmla="*/ 523079 h 6858000"/>
              <a:gd name="connsiteX945" fmla="*/ 1452685 w 7467600"/>
              <a:gd name="connsiteY945" fmla="*/ 699806 h 6858000"/>
              <a:gd name="connsiteX946" fmla="*/ 1492092 w 7467600"/>
              <a:gd name="connsiteY946" fmla="*/ 800424 h 6858000"/>
              <a:gd name="connsiteX947" fmla="*/ 1455302 w 7467600"/>
              <a:gd name="connsiteY947" fmla="*/ 632913 h 6858000"/>
              <a:gd name="connsiteX948" fmla="*/ 1222336 w 7467600"/>
              <a:gd name="connsiteY948" fmla="*/ 9480 h 6858000"/>
              <a:gd name="connsiteX949" fmla="*/ 1214634 w 7467600"/>
              <a:gd name="connsiteY949" fmla="*/ 0 h 6858000"/>
              <a:gd name="connsiteX950" fmla="*/ 1289827 w 7467600"/>
              <a:gd name="connsiteY950" fmla="*/ 0 h 6858000"/>
              <a:gd name="connsiteX951" fmla="*/ 1321076 w 7467600"/>
              <a:gd name="connsiteY951" fmla="*/ 59722 h 6858000"/>
              <a:gd name="connsiteX952" fmla="*/ 1512579 w 7467600"/>
              <a:gd name="connsiteY952" fmla="*/ 626441 h 6858000"/>
              <a:gd name="connsiteX953" fmla="*/ 1506076 w 7467600"/>
              <a:gd name="connsiteY953" fmla="*/ 1089289 h 6858000"/>
              <a:gd name="connsiteX954" fmla="*/ 1486346 w 7467600"/>
              <a:gd name="connsiteY954" fmla="*/ 1079919 h 6858000"/>
              <a:gd name="connsiteX955" fmla="*/ 1070511 w 7467600"/>
              <a:gd name="connsiteY955" fmla="*/ 48609 h 6858000"/>
              <a:gd name="connsiteX956" fmla="*/ 1057230 w 7467600"/>
              <a:gd name="connsiteY956" fmla="*/ 0 h 6858000"/>
              <a:gd name="connsiteX957" fmla="*/ 43151 w 7467600"/>
              <a:gd name="connsiteY957" fmla="*/ 0 h 6858000"/>
              <a:gd name="connsiteX958" fmla="*/ 95283 w 7467600"/>
              <a:gd name="connsiteY958" fmla="*/ 0 h 6858000"/>
              <a:gd name="connsiteX959" fmla="*/ 300708 w 7467600"/>
              <a:gd name="connsiteY959" fmla="*/ 154571 h 6858000"/>
              <a:gd name="connsiteX960" fmla="*/ 530414 w 7467600"/>
              <a:gd name="connsiteY960" fmla="*/ 354673 h 6858000"/>
              <a:gd name="connsiteX961" fmla="*/ 333785 w 7467600"/>
              <a:gd name="connsiteY961" fmla="*/ 161564 h 6858000"/>
              <a:gd name="connsiteX962" fmla="*/ 147005 w 7467600"/>
              <a:gd name="connsiteY962" fmla="*/ 0 h 6858000"/>
              <a:gd name="connsiteX963" fmla="*/ 272509 w 7467600"/>
              <a:gd name="connsiteY963" fmla="*/ 0 h 6858000"/>
              <a:gd name="connsiteX964" fmla="*/ 326276 w 7467600"/>
              <a:gd name="connsiteY964" fmla="*/ 45847 h 6858000"/>
              <a:gd name="connsiteX965" fmla="*/ 823759 w 7467600"/>
              <a:gd name="connsiteY965" fmla="*/ 574145 h 6858000"/>
              <a:gd name="connsiteX966" fmla="*/ 811254 w 7467600"/>
              <a:gd name="connsiteY966" fmla="*/ 665546 h 6858000"/>
              <a:gd name="connsiteX967" fmla="*/ 154042 w 7467600"/>
              <a:gd name="connsiteY967" fmla="*/ 261522 h 6858000"/>
              <a:gd name="connsiteX968" fmla="*/ 13550 w 7467600"/>
              <a:gd name="connsiteY968" fmla="*/ 158423 h 6858000"/>
              <a:gd name="connsiteX969" fmla="*/ 0 w 7467600"/>
              <a:gd name="connsiteY969" fmla="*/ 146618 h 6858000"/>
              <a:gd name="connsiteX970" fmla="*/ 0 w 7467600"/>
              <a:gd name="connsiteY970" fmla="*/ 59161 h 6858000"/>
              <a:gd name="connsiteX971" fmla="*/ 45427 w 7467600"/>
              <a:gd name="connsiteY971" fmla="*/ 101078 h 6858000"/>
              <a:gd name="connsiteX972" fmla="*/ 630103 w 7467600"/>
              <a:gd name="connsiteY972" fmla="*/ 485885 h 6858000"/>
              <a:gd name="connsiteX973" fmla="*/ 532040 w 7467600"/>
              <a:gd name="connsiteY973" fmla="*/ 399359 h 6858000"/>
              <a:gd name="connsiteX974" fmla="*/ 517618 w 7467600"/>
              <a:gd name="connsiteY974" fmla="*/ 385726 h 6858000"/>
              <a:gd name="connsiteX975" fmla="*/ 285074 w 7467600"/>
              <a:gd name="connsiteY975" fmla="*/ 182755 h 6858000"/>
              <a:gd name="connsiteX976" fmla="*/ 43151 w 7467600"/>
              <a:gd name="connsiteY97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6844835 w 7467600"/>
              <a:gd name="connsiteY74" fmla="*/ 5424988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6844835 w 7467600"/>
              <a:gd name="connsiteY96" fmla="*/ 5424988 h 6858000"/>
              <a:gd name="connsiteX97" fmla="*/ 1456157 w 7467600"/>
              <a:gd name="connsiteY97" fmla="*/ 5371404 h 6858000"/>
              <a:gd name="connsiteX98" fmla="*/ 1244432 w 7467600"/>
              <a:gd name="connsiteY98" fmla="*/ 5385601 h 6858000"/>
              <a:gd name="connsiteX99" fmla="*/ 973990 w 7467600"/>
              <a:gd name="connsiteY99" fmla="*/ 5424940 h 6858000"/>
              <a:gd name="connsiteX100" fmla="*/ 1103809 w 7467600"/>
              <a:gd name="connsiteY100" fmla="*/ 5433720 h 6858000"/>
              <a:gd name="connsiteX101" fmla="*/ 1123454 w 7467600"/>
              <a:gd name="connsiteY101" fmla="*/ 5435727 h 6858000"/>
              <a:gd name="connsiteX102" fmla="*/ 1737017 w 7467600"/>
              <a:gd name="connsiteY102" fmla="*/ 5452183 h 6858000"/>
              <a:gd name="connsiteX103" fmla="*/ 1824397 w 7467600"/>
              <a:gd name="connsiteY103" fmla="*/ 5447757 h 6858000"/>
              <a:gd name="connsiteX104" fmla="*/ 2070059 w 7467600"/>
              <a:gd name="connsiteY104" fmla="*/ 5441660 h 6858000"/>
              <a:gd name="connsiteX105" fmla="*/ 1456157 w 7467600"/>
              <a:gd name="connsiteY105" fmla="*/ 5371404 h 6858000"/>
              <a:gd name="connsiteX106" fmla="*/ 4988186 w 7467600"/>
              <a:gd name="connsiteY106" fmla="*/ 5216467 h 6858000"/>
              <a:gd name="connsiteX107" fmla="*/ 4777334 w 7467600"/>
              <a:gd name="connsiteY107" fmla="*/ 5406072 h 6858000"/>
              <a:gd name="connsiteX108" fmla="*/ 4718341 w 7467600"/>
              <a:gd name="connsiteY108" fmla="*/ 5468043 h 6858000"/>
              <a:gd name="connsiteX109" fmla="*/ 4604655 w 7467600"/>
              <a:gd name="connsiteY109" fmla="*/ 5583434 h 6858000"/>
              <a:gd name="connsiteX110" fmla="*/ 4565074 w 7467600"/>
              <a:gd name="connsiteY110" fmla="*/ 5618550 h 6858000"/>
              <a:gd name="connsiteX111" fmla="*/ 4988186 w 7467600"/>
              <a:gd name="connsiteY111" fmla="*/ 5216467 h 6858000"/>
              <a:gd name="connsiteX112" fmla="*/ 4978032 w 7467600"/>
              <a:gd name="connsiteY112" fmla="*/ 5183809 h 6858000"/>
              <a:gd name="connsiteX113" fmla="*/ 4463413 w 7467600"/>
              <a:gd name="connsiteY113" fmla="*/ 5615162 h 6858000"/>
              <a:gd name="connsiteX114" fmla="*/ 4358134 w 7467600"/>
              <a:gd name="connsiteY114" fmla="*/ 5742791 h 6858000"/>
              <a:gd name="connsiteX115" fmla="*/ 4376219 w 7467600"/>
              <a:gd name="connsiteY115" fmla="*/ 5729027 h 6858000"/>
              <a:gd name="connsiteX116" fmla="*/ 4582340 w 7467600"/>
              <a:gd name="connsiteY116" fmla="*/ 5561037 h 6858000"/>
              <a:gd name="connsiteX117" fmla="*/ 4694684 w 7467600"/>
              <a:gd name="connsiteY117" fmla="*/ 5447098 h 6858000"/>
              <a:gd name="connsiteX118" fmla="*/ 4754123 w 7467600"/>
              <a:gd name="connsiteY118" fmla="*/ 5384643 h 6858000"/>
              <a:gd name="connsiteX119" fmla="*/ 4978032 w 7467600"/>
              <a:gd name="connsiteY119" fmla="*/ 5183809 h 6858000"/>
              <a:gd name="connsiteX120" fmla="*/ 1903353 w 7467600"/>
              <a:gd name="connsiteY120" fmla="*/ 5044827 h 6858000"/>
              <a:gd name="connsiteX121" fmla="*/ 1936931 w 7467600"/>
              <a:gd name="connsiteY121" fmla="*/ 5093954 h 6858000"/>
              <a:gd name="connsiteX122" fmla="*/ 2195868 w 7467600"/>
              <a:gd name="connsiteY122" fmla="*/ 5396574 h 6858000"/>
              <a:gd name="connsiteX123" fmla="*/ 2088852 w 7467600"/>
              <a:gd name="connsiteY123" fmla="*/ 5166123 h 6858000"/>
              <a:gd name="connsiteX124" fmla="*/ 1958241 w 7467600"/>
              <a:gd name="connsiteY124" fmla="*/ 5067955 h 6858000"/>
              <a:gd name="connsiteX125" fmla="*/ 1903353 w 7467600"/>
              <a:gd name="connsiteY125" fmla="*/ 5044827 h 6858000"/>
              <a:gd name="connsiteX126" fmla="*/ 1979378 w 7467600"/>
              <a:gd name="connsiteY126" fmla="*/ 4769504 h 6858000"/>
              <a:gd name="connsiteX127" fmla="*/ 2882120 w 7467600"/>
              <a:gd name="connsiteY127" fmla="*/ 5064547 h 6858000"/>
              <a:gd name="connsiteX128" fmla="*/ 2793103 w 7467600"/>
              <a:gd name="connsiteY128" fmla="*/ 5039699 h 6858000"/>
              <a:gd name="connsiteX129" fmla="*/ 2770041 w 7467600"/>
              <a:gd name="connsiteY129" fmla="*/ 5033634 h 6858000"/>
              <a:gd name="connsiteX130" fmla="*/ 1979378 w 7467600"/>
              <a:gd name="connsiteY130" fmla="*/ 4769504 h 6858000"/>
              <a:gd name="connsiteX131" fmla="*/ 1927410 w 7467600"/>
              <a:gd name="connsiteY131" fmla="*/ 4716164 h 6858000"/>
              <a:gd name="connsiteX132" fmla="*/ 1959587 w 7467600"/>
              <a:gd name="connsiteY132" fmla="*/ 4728849 h 6858000"/>
              <a:gd name="connsiteX133" fmla="*/ 2777707 w 7467600"/>
              <a:gd name="connsiteY133" fmla="*/ 5003991 h 6858000"/>
              <a:gd name="connsiteX134" fmla="*/ 2800768 w 7467600"/>
              <a:gd name="connsiteY134" fmla="*/ 5010056 h 6858000"/>
              <a:gd name="connsiteX135" fmla="*/ 2879408 w 7467600"/>
              <a:gd name="connsiteY135" fmla="*/ 5031590 h 6858000"/>
              <a:gd name="connsiteX136" fmla="*/ 2862295 w 7467600"/>
              <a:gd name="connsiteY136" fmla="*/ 5022958 h 6858000"/>
              <a:gd name="connsiteX137" fmla="*/ 2813343 w 7467600"/>
              <a:gd name="connsiteY137" fmla="*/ 4998369 h 6858000"/>
              <a:gd name="connsiteX138" fmla="*/ 2646245 w 7467600"/>
              <a:gd name="connsiteY138" fmla="*/ 4930999 h 6858000"/>
              <a:gd name="connsiteX139" fmla="*/ 1999243 w 7467600"/>
              <a:gd name="connsiteY139" fmla="*/ 4730524 h 6858000"/>
              <a:gd name="connsiteX140" fmla="*/ 1979527 w 7467600"/>
              <a:gd name="connsiteY140" fmla="*/ 4726651 h 6858000"/>
              <a:gd name="connsiteX141" fmla="*/ 1927410 w 7467600"/>
              <a:gd name="connsiteY141" fmla="*/ 4716164 h 6858000"/>
              <a:gd name="connsiteX142" fmla="*/ 1997014 w 7467600"/>
              <a:gd name="connsiteY142" fmla="*/ 4698007 h 6858000"/>
              <a:gd name="connsiteX143" fmla="*/ 2005458 w 7467600"/>
              <a:gd name="connsiteY143" fmla="*/ 4699540 h 6858000"/>
              <a:gd name="connsiteX144" fmla="*/ 2657186 w 7467600"/>
              <a:gd name="connsiteY144" fmla="*/ 4901687 h 6858000"/>
              <a:gd name="connsiteX145" fmla="*/ 2826662 w 7467600"/>
              <a:gd name="connsiteY145" fmla="*/ 4970362 h 6858000"/>
              <a:gd name="connsiteX146" fmla="*/ 2876100 w 7467600"/>
              <a:gd name="connsiteY146" fmla="*/ 4995397 h 6858000"/>
              <a:gd name="connsiteX147" fmla="*/ 3042600 w 7467600"/>
              <a:gd name="connsiteY147" fmla="*/ 5059532 h 6858000"/>
              <a:gd name="connsiteX148" fmla="*/ 1997014 w 7467600"/>
              <a:gd name="connsiteY148" fmla="*/ 4698007 h 6858000"/>
              <a:gd name="connsiteX149" fmla="*/ 2305292 w 7467600"/>
              <a:gd name="connsiteY149" fmla="*/ 4219492 h 6858000"/>
              <a:gd name="connsiteX150" fmla="*/ 3360922 w 7467600"/>
              <a:gd name="connsiteY150" fmla="*/ 4529373 h 6858000"/>
              <a:gd name="connsiteX151" fmla="*/ 3492420 w 7467600"/>
              <a:gd name="connsiteY151" fmla="*/ 4510145 h 6858000"/>
              <a:gd name="connsiteX152" fmla="*/ 3364086 w 7467600"/>
              <a:gd name="connsiteY152" fmla="*/ 4480340 h 6858000"/>
              <a:gd name="connsiteX153" fmla="*/ 3225818 w 7467600"/>
              <a:gd name="connsiteY153" fmla="*/ 4411822 h 6858000"/>
              <a:gd name="connsiteX154" fmla="*/ 3129696 w 7467600"/>
              <a:gd name="connsiteY154" fmla="*/ 4360704 h 6858000"/>
              <a:gd name="connsiteX155" fmla="*/ 2814545 w 7467600"/>
              <a:gd name="connsiteY155" fmla="*/ 4282955 h 6858000"/>
              <a:gd name="connsiteX156" fmla="*/ 2305292 w 7467600"/>
              <a:gd name="connsiteY156" fmla="*/ 4219492 h 6858000"/>
              <a:gd name="connsiteX157" fmla="*/ 2626982 w 7467600"/>
              <a:gd name="connsiteY157" fmla="*/ 4206450 h 6858000"/>
              <a:gd name="connsiteX158" fmla="*/ 2490617 w 7467600"/>
              <a:gd name="connsiteY158" fmla="*/ 4206951 h 6858000"/>
              <a:gd name="connsiteX159" fmla="*/ 2819869 w 7467600"/>
              <a:gd name="connsiteY159" fmla="*/ 4252936 h 6858000"/>
              <a:gd name="connsiteX160" fmla="*/ 3143018 w 7467600"/>
              <a:gd name="connsiteY160" fmla="*/ 4332698 h 6858000"/>
              <a:gd name="connsiteX161" fmla="*/ 3241520 w 7467600"/>
              <a:gd name="connsiteY161" fmla="*/ 4385112 h 6858000"/>
              <a:gd name="connsiteX162" fmla="*/ 3374575 w 7467600"/>
              <a:gd name="connsiteY162" fmla="*/ 4451517 h 6858000"/>
              <a:gd name="connsiteX163" fmla="*/ 3505221 w 7467600"/>
              <a:gd name="connsiteY163" fmla="*/ 4480757 h 6858000"/>
              <a:gd name="connsiteX164" fmla="*/ 2626982 w 7467600"/>
              <a:gd name="connsiteY164" fmla="*/ 4206450 h 6858000"/>
              <a:gd name="connsiteX165" fmla="*/ 1310106 w 7467600"/>
              <a:gd name="connsiteY165" fmla="*/ 3943217 h 6858000"/>
              <a:gd name="connsiteX166" fmla="*/ 854994 w 7467600"/>
              <a:gd name="connsiteY166" fmla="*/ 4399136 h 6858000"/>
              <a:gd name="connsiteX167" fmla="*/ 742462 w 7467600"/>
              <a:gd name="connsiteY167" fmla="*/ 4594648 h 6858000"/>
              <a:gd name="connsiteX168" fmla="*/ 820602 w 7467600"/>
              <a:gd name="connsiteY168" fmla="*/ 4485915 h 6858000"/>
              <a:gd name="connsiteX169" fmla="*/ 878295 w 7467600"/>
              <a:gd name="connsiteY169" fmla="*/ 4403594 h 6858000"/>
              <a:gd name="connsiteX170" fmla="*/ 1240607 w 7467600"/>
              <a:gd name="connsiteY170" fmla="*/ 4010401 h 6858000"/>
              <a:gd name="connsiteX171" fmla="*/ 1310106 w 7467600"/>
              <a:gd name="connsiteY171" fmla="*/ 3943217 h 6858000"/>
              <a:gd name="connsiteX172" fmla="*/ 1423113 w 7467600"/>
              <a:gd name="connsiteY172" fmla="*/ 3874565 h 6858000"/>
              <a:gd name="connsiteX173" fmla="*/ 1260565 w 7467600"/>
              <a:gd name="connsiteY173" fmla="*/ 4031982 h 6858000"/>
              <a:gd name="connsiteX174" fmla="*/ 901900 w 7467600"/>
              <a:gd name="connsiteY174" fmla="*/ 4421236 h 6858000"/>
              <a:gd name="connsiteX175" fmla="*/ 845044 w 7467600"/>
              <a:gd name="connsiteY175" fmla="*/ 4502436 h 6858000"/>
              <a:gd name="connsiteX176" fmla="*/ 685926 w 7467600"/>
              <a:gd name="connsiteY176" fmla="*/ 4703069 h 6858000"/>
              <a:gd name="connsiteX177" fmla="*/ 684248 w 7467600"/>
              <a:gd name="connsiteY177" fmla="*/ 4706721 h 6858000"/>
              <a:gd name="connsiteX178" fmla="*/ 1423113 w 7467600"/>
              <a:gd name="connsiteY178" fmla="*/ 3874565 h 6858000"/>
              <a:gd name="connsiteX179" fmla="*/ 3316479 w 7467600"/>
              <a:gd name="connsiteY179" fmla="*/ 3872136 h 6858000"/>
              <a:gd name="connsiteX180" fmla="*/ 3546806 w 7467600"/>
              <a:gd name="connsiteY180" fmla="*/ 4356139 h 6858000"/>
              <a:gd name="connsiteX181" fmla="*/ 3364433 w 7467600"/>
              <a:gd name="connsiteY181" fmla="*/ 3953121 h 6858000"/>
              <a:gd name="connsiteX182" fmla="*/ 3316479 w 7467600"/>
              <a:gd name="connsiteY182" fmla="*/ 3872136 h 6858000"/>
              <a:gd name="connsiteX183" fmla="*/ 3291335 w 7467600"/>
              <a:gd name="connsiteY183" fmla="*/ 3767420 h 6858000"/>
              <a:gd name="connsiteX184" fmla="*/ 3390805 w 7467600"/>
              <a:gd name="connsiteY184" fmla="*/ 3937163 h 6858000"/>
              <a:gd name="connsiteX185" fmla="*/ 3579062 w 7467600"/>
              <a:gd name="connsiteY185" fmla="*/ 4359040 h 6858000"/>
              <a:gd name="connsiteX186" fmla="*/ 3467355 w 7467600"/>
              <a:gd name="connsiteY186" fmla="*/ 3988130 h 6858000"/>
              <a:gd name="connsiteX187" fmla="*/ 3310753 w 7467600"/>
              <a:gd name="connsiteY187" fmla="*/ 3787140 h 6858000"/>
              <a:gd name="connsiteX188" fmla="*/ 3291335 w 7467600"/>
              <a:gd name="connsiteY188" fmla="*/ 3767420 h 6858000"/>
              <a:gd name="connsiteX189" fmla="*/ 1635889 w 7467600"/>
              <a:gd name="connsiteY189" fmla="*/ 3709494 h 6858000"/>
              <a:gd name="connsiteX190" fmla="*/ 1634800 w 7467600"/>
              <a:gd name="connsiteY190" fmla="*/ 3731111 h 6858000"/>
              <a:gd name="connsiteX191" fmla="*/ 1635889 w 7467600"/>
              <a:gd name="connsiteY191" fmla="*/ 3709494 h 6858000"/>
              <a:gd name="connsiteX192" fmla="*/ 1510397 w 7467600"/>
              <a:gd name="connsiteY192" fmla="*/ 3684705 h 6858000"/>
              <a:gd name="connsiteX193" fmla="*/ 1146550 w 7467600"/>
              <a:gd name="connsiteY193" fmla="*/ 3802012 h 6858000"/>
              <a:gd name="connsiteX194" fmla="*/ 698834 w 7467600"/>
              <a:gd name="connsiteY194" fmla="*/ 3952272 h 6858000"/>
              <a:gd name="connsiteX195" fmla="*/ 34256 w 7467600"/>
              <a:gd name="connsiteY195" fmla="*/ 4347603 h 6858000"/>
              <a:gd name="connsiteX196" fmla="*/ 527241 w 7467600"/>
              <a:gd name="connsiteY196" fmla="*/ 4065078 h 6858000"/>
              <a:gd name="connsiteX197" fmla="*/ 1510397 w 7467600"/>
              <a:gd name="connsiteY197" fmla="*/ 3684705 h 6858000"/>
              <a:gd name="connsiteX198" fmla="*/ 1313114 w 7467600"/>
              <a:gd name="connsiteY198" fmla="*/ 3655216 h 6858000"/>
              <a:gd name="connsiteX199" fmla="*/ 1109304 w 7467600"/>
              <a:gd name="connsiteY199" fmla="*/ 3669030 h 6858000"/>
              <a:gd name="connsiteX200" fmla="*/ 8129 w 7467600"/>
              <a:gd name="connsiteY200" fmla="*/ 4330519 h 6858000"/>
              <a:gd name="connsiteX201" fmla="*/ 687572 w 7467600"/>
              <a:gd name="connsiteY201" fmla="*/ 3925629 h 6858000"/>
              <a:gd name="connsiteX202" fmla="*/ 1138365 w 7467600"/>
              <a:gd name="connsiteY202" fmla="*/ 3774515 h 6858000"/>
              <a:gd name="connsiteX203" fmla="*/ 1505579 w 7467600"/>
              <a:gd name="connsiteY203" fmla="*/ 3655526 h 6858000"/>
              <a:gd name="connsiteX204" fmla="*/ 1313114 w 7467600"/>
              <a:gd name="connsiteY204" fmla="*/ 3655216 h 6858000"/>
              <a:gd name="connsiteX205" fmla="*/ 3655073 w 7467600"/>
              <a:gd name="connsiteY205" fmla="*/ 3650884 h 6858000"/>
              <a:gd name="connsiteX206" fmla="*/ 3989938 w 7467600"/>
              <a:gd name="connsiteY206" fmla="*/ 3991685 h 6858000"/>
              <a:gd name="connsiteX207" fmla="*/ 4393907 w 7467600"/>
              <a:gd name="connsiteY207" fmla="*/ 4261258 h 6858000"/>
              <a:gd name="connsiteX208" fmla="*/ 4648051 w 7467600"/>
              <a:gd name="connsiteY208" fmla="*/ 4374051 h 6858000"/>
              <a:gd name="connsiteX209" fmla="*/ 4383389 w 7467600"/>
              <a:gd name="connsiteY209" fmla="*/ 4184369 h 6858000"/>
              <a:gd name="connsiteX210" fmla="*/ 4165508 w 7467600"/>
              <a:gd name="connsiteY210" fmla="*/ 4035196 h 6858000"/>
              <a:gd name="connsiteX211" fmla="*/ 4068162 w 7467600"/>
              <a:gd name="connsiteY211" fmla="*/ 3953394 h 6858000"/>
              <a:gd name="connsiteX212" fmla="*/ 3981416 w 7467600"/>
              <a:gd name="connsiteY212" fmla="*/ 3880482 h 6858000"/>
              <a:gd name="connsiteX213" fmla="*/ 3800147 w 7467600"/>
              <a:gd name="connsiteY213" fmla="*/ 3749872 h 6858000"/>
              <a:gd name="connsiteX214" fmla="*/ 3655073 w 7467600"/>
              <a:gd name="connsiteY214" fmla="*/ 3650884 h 6858000"/>
              <a:gd name="connsiteX215" fmla="*/ 3670252 w 7467600"/>
              <a:gd name="connsiteY215" fmla="*/ 3622798 h 6858000"/>
              <a:gd name="connsiteX216" fmla="*/ 3817258 w 7467600"/>
              <a:gd name="connsiteY216" fmla="*/ 3723577 h 6858000"/>
              <a:gd name="connsiteX217" fmla="*/ 4000461 w 7467600"/>
              <a:gd name="connsiteY217" fmla="*/ 3855966 h 6858000"/>
              <a:gd name="connsiteX218" fmla="*/ 4088180 w 7467600"/>
              <a:gd name="connsiteY218" fmla="*/ 3929774 h 6858000"/>
              <a:gd name="connsiteX219" fmla="*/ 4184555 w 7467600"/>
              <a:gd name="connsiteY219" fmla="*/ 4010683 h 6858000"/>
              <a:gd name="connsiteX220" fmla="*/ 4399563 w 7467600"/>
              <a:gd name="connsiteY220" fmla="*/ 4158106 h 6858000"/>
              <a:gd name="connsiteX221" fmla="*/ 4684469 w 7467600"/>
              <a:gd name="connsiteY221" fmla="*/ 4364680 h 6858000"/>
              <a:gd name="connsiteX222" fmla="*/ 4690271 w 7467600"/>
              <a:gd name="connsiteY222" fmla="*/ 4370034 h 6858000"/>
              <a:gd name="connsiteX223" fmla="*/ 4136093 w 7467600"/>
              <a:gd name="connsiteY223" fmla="*/ 3858466 h 6858000"/>
              <a:gd name="connsiteX224" fmla="*/ 3670252 w 7467600"/>
              <a:gd name="connsiteY224" fmla="*/ 3622798 h 6858000"/>
              <a:gd name="connsiteX225" fmla="*/ 4440129 w 7467600"/>
              <a:gd name="connsiteY225" fmla="*/ 3448571 h 6858000"/>
              <a:gd name="connsiteX226" fmla="*/ 4856525 w 7467600"/>
              <a:gd name="connsiteY226" fmla="*/ 3915351 h 6858000"/>
              <a:gd name="connsiteX227" fmla="*/ 5059055 w 7467600"/>
              <a:gd name="connsiteY227" fmla="*/ 4108918 h 6858000"/>
              <a:gd name="connsiteX228" fmla="*/ 5290070 w 7467600"/>
              <a:gd name="connsiteY228" fmla="*/ 4263619 h 6858000"/>
              <a:gd name="connsiteX229" fmla="*/ 4834991 w 7467600"/>
              <a:gd name="connsiteY229" fmla="*/ 3830985 h 6858000"/>
              <a:gd name="connsiteX230" fmla="*/ 4440129 w 7467600"/>
              <a:gd name="connsiteY230" fmla="*/ 3448571 h 6858000"/>
              <a:gd name="connsiteX231" fmla="*/ 4441737 w 7467600"/>
              <a:gd name="connsiteY231" fmla="*/ 3399734 h 6858000"/>
              <a:gd name="connsiteX232" fmla="*/ 4431236 w 7467600"/>
              <a:gd name="connsiteY232" fmla="*/ 3400954 h 6858000"/>
              <a:gd name="connsiteX233" fmla="*/ 4557150 w 7467600"/>
              <a:gd name="connsiteY233" fmla="*/ 3510023 h 6858000"/>
              <a:gd name="connsiteX234" fmla="*/ 4856936 w 7467600"/>
              <a:gd name="connsiteY234" fmla="*/ 3809146 h 6858000"/>
              <a:gd name="connsiteX235" fmla="*/ 5111996 w 7467600"/>
              <a:gd name="connsiteY235" fmla="*/ 4065759 h 6858000"/>
              <a:gd name="connsiteX236" fmla="*/ 5388878 w 7467600"/>
              <a:gd name="connsiteY236" fmla="*/ 4300185 h 6858000"/>
              <a:gd name="connsiteX237" fmla="*/ 5425556 w 7467600"/>
              <a:gd name="connsiteY237" fmla="*/ 4308967 h 6858000"/>
              <a:gd name="connsiteX238" fmla="*/ 4943646 w 7467600"/>
              <a:gd name="connsiteY238" fmla="*/ 3822916 h 6858000"/>
              <a:gd name="connsiteX239" fmla="*/ 4594837 w 7467600"/>
              <a:gd name="connsiteY239" fmla="*/ 3532274 h 6858000"/>
              <a:gd name="connsiteX240" fmla="*/ 4441737 w 7467600"/>
              <a:gd name="connsiteY240" fmla="*/ 3399734 h 6858000"/>
              <a:gd name="connsiteX241" fmla="*/ 5425834 w 7467600"/>
              <a:gd name="connsiteY241" fmla="*/ 3162785 h 6858000"/>
              <a:gd name="connsiteX242" fmla="*/ 5401644 w 7467600"/>
              <a:gd name="connsiteY242" fmla="*/ 3617847 h 6858000"/>
              <a:gd name="connsiteX243" fmla="*/ 5467256 w 7467600"/>
              <a:gd name="connsiteY243" fmla="*/ 4175494 h 6858000"/>
              <a:gd name="connsiteX244" fmla="*/ 5448069 w 7467600"/>
              <a:gd name="connsiteY244" fmla="*/ 3567554 h 6858000"/>
              <a:gd name="connsiteX245" fmla="*/ 5425834 w 7467600"/>
              <a:gd name="connsiteY245" fmla="*/ 3162785 h 6858000"/>
              <a:gd name="connsiteX246" fmla="*/ 1318687 w 7467600"/>
              <a:gd name="connsiteY246" fmla="*/ 3113840 h 6858000"/>
              <a:gd name="connsiteX247" fmla="*/ 1066793 w 7467600"/>
              <a:gd name="connsiteY247" fmla="*/ 3212171 h 6858000"/>
              <a:gd name="connsiteX248" fmla="*/ 993319 w 7467600"/>
              <a:gd name="connsiteY248" fmla="*/ 3247648 h 6858000"/>
              <a:gd name="connsiteX249" fmla="*/ 853081 w 7467600"/>
              <a:gd name="connsiteY249" fmla="*/ 3312410 h 6858000"/>
              <a:gd name="connsiteX250" fmla="*/ 805957 w 7467600"/>
              <a:gd name="connsiteY250" fmla="*/ 3330443 h 6858000"/>
              <a:gd name="connsiteX251" fmla="*/ 1318687 w 7467600"/>
              <a:gd name="connsiteY251" fmla="*/ 3113840 h 6858000"/>
              <a:gd name="connsiteX252" fmla="*/ 5453702 w 7467600"/>
              <a:gd name="connsiteY252" fmla="*/ 3090882 h 6858000"/>
              <a:gd name="connsiteX253" fmla="*/ 5480135 w 7467600"/>
              <a:gd name="connsiteY253" fmla="*/ 3565802 h 6858000"/>
              <a:gd name="connsiteX254" fmla="*/ 5499023 w 7467600"/>
              <a:gd name="connsiteY254" fmla="*/ 4166310 h 6858000"/>
              <a:gd name="connsiteX255" fmla="*/ 5547022 w 7467600"/>
              <a:gd name="connsiteY255" fmla="*/ 3607838 h 6858000"/>
              <a:gd name="connsiteX256" fmla="*/ 5515964 w 7467600"/>
              <a:gd name="connsiteY256" fmla="*/ 3378541 h 6858000"/>
              <a:gd name="connsiteX257" fmla="*/ 5453702 w 7467600"/>
              <a:gd name="connsiteY257" fmla="*/ 3090882 h 6858000"/>
              <a:gd name="connsiteX258" fmla="*/ 1238695 w 7467600"/>
              <a:gd name="connsiteY258" fmla="*/ 3076820 h 6858000"/>
              <a:gd name="connsiteX259" fmla="*/ 716371 w 7467600"/>
              <a:gd name="connsiteY259" fmla="*/ 3293249 h 6858000"/>
              <a:gd name="connsiteX260" fmla="*/ 579522 w 7467600"/>
              <a:gd name="connsiteY260" fmla="*/ 3371759 h 6858000"/>
              <a:gd name="connsiteX261" fmla="*/ 600288 w 7467600"/>
              <a:gd name="connsiteY261" fmla="*/ 3365555 h 6858000"/>
              <a:gd name="connsiteX262" fmla="*/ 840692 w 7467600"/>
              <a:gd name="connsiteY262" fmla="*/ 3284921 h 6858000"/>
              <a:gd name="connsiteX263" fmla="*/ 979248 w 7467600"/>
              <a:gd name="connsiteY263" fmla="*/ 3221003 h 6858000"/>
              <a:gd name="connsiteX264" fmla="*/ 1053282 w 7467600"/>
              <a:gd name="connsiteY264" fmla="*/ 3185247 h 6858000"/>
              <a:gd name="connsiteX265" fmla="*/ 1320603 w 7467600"/>
              <a:gd name="connsiteY265" fmla="*/ 3081281 h 6858000"/>
              <a:gd name="connsiteX266" fmla="*/ 1238695 w 7467600"/>
              <a:gd name="connsiteY266" fmla="*/ 3076820 h 6858000"/>
              <a:gd name="connsiteX267" fmla="*/ 5425627 w 7467600"/>
              <a:gd name="connsiteY267" fmla="*/ 2954192 h 6858000"/>
              <a:gd name="connsiteX268" fmla="*/ 5470770 w 7467600"/>
              <a:gd name="connsiteY268" fmla="*/ 3005435 h 6858000"/>
              <a:gd name="connsiteX269" fmla="*/ 5519779 w 7467600"/>
              <a:gd name="connsiteY269" fmla="*/ 4359223 h 6858000"/>
              <a:gd name="connsiteX270" fmla="*/ 5520293 w 7467600"/>
              <a:gd name="connsiteY270" fmla="*/ 4360602 h 6858000"/>
              <a:gd name="connsiteX271" fmla="*/ 5767221 w 7467600"/>
              <a:gd name="connsiteY271" fmla="*/ 4665564 h 6858000"/>
              <a:gd name="connsiteX272" fmla="*/ 6937169 w 7467600"/>
              <a:gd name="connsiteY272" fmla="*/ 4815941 h 6858000"/>
              <a:gd name="connsiteX273" fmla="*/ 6953922 w 7467600"/>
              <a:gd name="connsiteY273" fmla="*/ 4890068 h 6858000"/>
              <a:gd name="connsiteX274" fmla="*/ 6071359 w 7467600"/>
              <a:gd name="connsiteY274" fmla="*/ 4770770 h 6858000"/>
              <a:gd name="connsiteX275" fmla="*/ 6038839 w 7467600"/>
              <a:gd name="connsiteY275" fmla="*/ 4764474 h 6858000"/>
              <a:gd name="connsiteX276" fmla="*/ 6038706 w 7467600"/>
              <a:gd name="connsiteY276" fmla="*/ 4763847 h 6858000"/>
              <a:gd name="connsiteX277" fmla="*/ 6037784 w 7467600"/>
              <a:gd name="connsiteY277" fmla="*/ 4764270 h 6858000"/>
              <a:gd name="connsiteX278" fmla="*/ 6038839 w 7467600"/>
              <a:gd name="connsiteY278" fmla="*/ 4764474 h 6858000"/>
              <a:gd name="connsiteX279" fmla="*/ 6040338 w 7467600"/>
              <a:gd name="connsiteY279" fmla="*/ 4771418 h 6858000"/>
              <a:gd name="connsiteX280" fmla="*/ 6024488 w 7467600"/>
              <a:gd name="connsiteY280" fmla="*/ 4809903 h 6858000"/>
              <a:gd name="connsiteX281" fmla="*/ 5599771 w 7467600"/>
              <a:gd name="connsiteY281" fmla="*/ 5509652 h 6858000"/>
              <a:gd name="connsiteX282" fmla="*/ 5548843 w 7467600"/>
              <a:gd name="connsiteY282" fmla="*/ 5563845 h 6858000"/>
              <a:gd name="connsiteX283" fmla="*/ 5940952 w 7467600"/>
              <a:gd name="connsiteY283" fmla="*/ 6250028 h 6858000"/>
              <a:gd name="connsiteX284" fmla="*/ 6043441 w 7467600"/>
              <a:gd name="connsiteY284" fmla="*/ 6665847 h 6858000"/>
              <a:gd name="connsiteX285" fmla="*/ 6093432 w 7467600"/>
              <a:gd name="connsiteY285" fmla="*/ 6858000 h 6858000"/>
              <a:gd name="connsiteX286" fmla="*/ 6034344 w 7467600"/>
              <a:gd name="connsiteY286" fmla="*/ 6858000 h 6858000"/>
              <a:gd name="connsiteX287" fmla="*/ 6026679 w 7467600"/>
              <a:gd name="connsiteY287" fmla="*/ 6836959 h 6858000"/>
              <a:gd name="connsiteX288" fmla="*/ 5800441 w 7467600"/>
              <a:gd name="connsiteY288" fmla="*/ 6335286 h 6858000"/>
              <a:gd name="connsiteX289" fmla="*/ 5526562 w 7467600"/>
              <a:gd name="connsiteY289" fmla="*/ 5705388 h 6858000"/>
              <a:gd name="connsiteX290" fmla="*/ 5519640 w 7467600"/>
              <a:gd name="connsiteY290" fmla="*/ 5683774 h 6858000"/>
              <a:gd name="connsiteX291" fmla="*/ 5844559 w 7467600"/>
              <a:gd name="connsiteY291" fmla="*/ 6553349 h 6858000"/>
              <a:gd name="connsiteX292" fmla="*/ 5975994 w 7467600"/>
              <a:gd name="connsiteY292" fmla="*/ 6858000 h 6858000"/>
              <a:gd name="connsiteX293" fmla="*/ 5898547 w 7467600"/>
              <a:gd name="connsiteY293" fmla="*/ 6858000 h 6858000"/>
              <a:gd name="connsiteX294" fmla="*/ 5682041 w 7467600"/>
              <a:gd name="connsiteY294" fmla="*/ 6355860 h 6858000"/>
              <a:gd name="connsiteX295" fmla="*/ 5461758 w 7467600"/>
              <a:gd name="connsiteY295" fmla="*/ 5820220 h 6858000"/>
              <a:gd name="connsiteX296" fmla="*/ 5237282 w 7467600"/>
              <a:gd name="connsiteY296" fmla="*/ 6579086 h 6858000"/>
              <a:gd name="connsiteX297" fmla="*/ 5115009 w 7467600"/>
              <a:gd name="connsiteY297" fmla="*/ 6858000 h 6858000"/>
              <a:gd name="connsiteX298" fmla="*/ 5028074 w 7467600"/>
              <a:gd name="connsiteY298" fmla="*/ 6858000 h 6858000"/>
              <a:gd name="connsiteX299" fmla="*/ 5079508 w 7467600"/>
              <a:gd name="connsiteY299" fmla="*/ 6749074 h 6858000"/>
              <a:gd name="connsiteX300" fmla="*/ 5371846 w 7467600"/>
              <a:gd name="connsiteY300" fmla="*/ 5924413 h 6858000"/>
              <a:gd name="connsiteX301" fmla="*/ 5270512 w 7467600"/>
              <a:gd name="connsiteY301" fmla="*/ 6138975 h 6858000"/>
              <a:gd name="connsiteX302" fmla="*/ 5062409 w 7467600"/>
              <a:gd name="connsiteY302" fmla="*/ 6653544 h 6858000"/>
              <a:gd name="connsiteX303" fmla="*/ 5036628 w 7467600"/>
              <a:gd name="connsiteY303" fmla="*/ 6754247 h 6858000"/>
              <a:gd name="connsiteX304" fmla="*/ 5009112 w 7467600"/>
              <a:gd name="connsiteY304" fmla="*/ 6858000 h 6858000"/>
              <a:gd name="connsiteX305" fmla="*/ 4976679 w 7467600"/>
              <a:gd name="connsiteY305" fmla="*/ 6858000 h 6858000"/>
              <a:gd name="connsiteX306" fmla="*/ 5006537 w 7467600"/>
              <a:gd name="connsiteY306" fmla="*/ 6747068 h 6858000"/>
              <a:gd name="connsiteX307" fmla="*/ 5032723 w 7467600"/>
              <a:gd name="connsiteY307" fmla="*/ 6644957 h 6858000"/>
              <a:gd name="connsiteX308" fmla="*/ 5242949 w 7467600"/>
              <a:gd name="connsiteY308" fmla="*/ 6125175 h 6858000"/>
              <a:gd name="connsiteX309" fmla="*/ 5286321 w 7467600"/>
              <a:gd name="connsiteY309" fmla="*/ 6033555 h 6858000"/>
              <a:gd name="connsiteX310" fmla="*/ 5008210 w 7467600"/>
              <a:gd name="connsiteY310" fmla="*/ 6649194 h 6858000"/>
              <a:gd name="connsiteX311" fmla="*/ 4986321 w 7467600"/>
              <a:gd name="connsiteY311" fmla="*/ 6765687 h 6858000"/>
              <a:gd name="connsiteX312" fmla="*/ 4973474 w 7467600"/>
              <a:gd name="connsiteY312" fmla="*/ 6858000 h 6858000"/>
              <a:gd name="connsiteX313" fmla="*/ 4907178 w 7467600"/>
              <a:gd name="connsiteY313" fmla="*/ 6858000 h 6858000"/>
              <a:gd name="connsiteX314" fmla="*/ 4910810 w 7467600"/>
              <a:gd name="connsiteY314" fmla="*/ 6829660 h 6858000"/>
              <a:gd name="connsiteX315" fmla="*/ 4987461 w 7467600"/>
              <a:gd name="connsiteY315" fmla="*/ 6432994 h 6858000"/>
              <a:gd name="connsiteX316" fmla="*/ 5179262 w 7467600"/>
              <a:gd name="connsiteY316" fmla="*/ 6035044 h 6858000"/>
              <a:gd name="connsiteX317" fmla="*/ 4689678 w 7467600"/>
              <a:gd name="connsiteY317" fmla="*/ 6440241 h 6858000"/>
              <a:gd name="connsiteX318" fmla="*/ 4477543 w 7467600"/>
              <a:gd name="connsiteY318" fmla="*/ 6674836 h 6858000"/>
              <a:gd name="connsiteX319" fmla="*/ 4329957 w 7467600"/>
              <a:gd name="connsiteY319" fmla="*/ 6858000 h 6858000"/>
              <a:gd name="connsiteX320" fmla="*/ 4218595 w 7467600"/>
              <a:gd name="connsiteY320" fmla="*/ 6858000 h 6858000"/>
              <a:gd name="connsiteX321" fmla="*/ 4368888 w 7467600"/>
              <a:gd name="connsiteY321" fmla="*/ 6668412 h 6858000"/>
              <a:gd name="connsiteX322" fmla="*/ 4563091 w 7467600"/>
              <a:gd name="connsiteY322" fmla="*/ 6442508 h 6858000"/>
              <a:gd name="connsiteX323" fmla="*/ 5387324 w 7467600"/>
              <a:gd name="connsiteY323" fmla="*/ 5705830 h 6858000"/>
              <a:gd name="connsiteX324" fmla="*/ 5073620 w 7467600"/>
              <a:gd name="connsiteY324" fmla="*/ 5955437 h 6858000"/>
              <a:gd name="connsiteX325" fmla="*/ 4689789 w 7467600"/>
              <a:gd name="connsiteY325" fmla="*/ 6268382 h 6858000"/>
              <a:gd name="connsiteX326" fmla="*/ 4418722 w 7467600"/>
              <a:gd name="connsiteY326" fmla="*/ 6570886 h 6858000"/>
              <a:gd name="connsiteX327" fmla="*/ 4214944 w 7467600"/>
              <a:gd name="connsiteY327" fmla="*/ 6858000 h 6858000"/>
              <a:gd name="connsiteX328" fmla="*/ 4177898 w 7467600"/>
              <a:gd name="connsiteY328" fmla="*/ 6858000 h 6858000"/>
              <a:gd name="connsiteX329" fmla="*/ 4391597 w 7467600"/>
              <a:gd name="connsiteY329" fmla="*/ 6556370 h 6858000"/>
              <a:gd name="connsiteX330" fmla="*/ 4668889 w 7467600"/>
              <a:gd name="connsiteY330" fmla="*/ 6246399 h 6858000"/>
              <a:gd name="connsiteX331" fmla="*/ 5055427 w 7467600"/>
              <a:gd name="connsiteY331" fmla="*/ 5931476 h 6858000"/>
              <a:gd name="connsiteX332" fmla="*/ 5371814 w 7467600"/>
              <a:gd name="connsiteY332" fmla="*/ 5678975 h 6858000"/>
              <a:gd name="connsiteX333" fmla="*/ 4987918 w 7467600"/>
              <a:gd name="connsiteY333" fmla="*/ 5838701 h 6858000"/>
              <a:gd name="connsiteX334" fmla="*/ 4317146 w 7467600"/>
              <a:gd name="connsiteY334" fmla="*/ 6587716 h 6858000"/>
              <a:gd name="connsiteX335" fmla="*/ 4171627 w 7467600"/>
              <a:gd name="connsiteY335" fmla="*/ 6858000 h 6858000"/>
              <a:gd name="connsiteX336" fmla="*/ 4081585 w 7467600"/>
              <a:gd name="connsiteY336" fmla="*/ 6858000 h 6858000"/>
              <a:gd name="connsiteX337" fmla="*/ 4238603 w 7467600"/>
              <a:gd name="connsiteY337" fmla="*/ 6559341 h 6858000"/>
              <a:gd name="connsiteX338" fmla="*/ 4778333 w 7467600"/>
              <a:gd name="connsiteY338" fmla="*/ 5873626 h 6858000"/>
              <a:gd name="connsiteX339" fmla="*/ 5414185 w 7467600"/>
              <a:gd name="connsiteY339" fmla="*/ 5573882 h 6858000"/>
              <a:gd name="connsiteX340" fmla="*/ 5959648 w 7467600"/>
              <a:gd name="connsiteY340" fmla="*/ 4760797 h 6858000"/>
              <a:gd name="connsiteX341" fmla="*/ 5355019 w 7467600"/>
              <a:gd name="connsiteY341" fmla="*/ 4734672 h 6858000"/>
              <a:gd name="connsiteX342" fmla="*/ 5083565 w 7467600"/>
              <a:gd name="connsiteY342" fmla="*/ 5179121 h 6858000"/>
              <a:gd name="connsiteX343" fmla="*/ 4713577 w 7467600"/>
              <a:gd name="connsiteY343" fmla="*/ 5616803 h 6858000"/>
              <a:gd name="connsiteX344" fmla="*/ 3989559 w 7467600"/>
              <a:gd name="connsiteY344" fmla="*/ 6145945 h 6858000"/>
              <a:gd name="connsiteX345" fmla="*/ 3939824 w 7467600"/>
              <a:gd name="connsiteY345" fmla="*/ 6066900 h 6858000"/>
              <a:gd name="connsiteX346" fmla="*/ 4584537 w 7467600"/>
              <a:gd name="connsiteY346" fmla="*/ 5324826 h 6858000"/>
              <a:gd name="connsiteX347" fmla="*/ 5037105 w 7467600"/>
              <a:gd name="connsiteY347" fmla="*/ 5088765 h 6858000"/>
              <a:gd name="connsiteX348" fmla="*/ 5039930 w 7467600"/>
              <a:gd name="connsiteY348" fmla="*/ 5089585 h 6858000"/>
              <a:gd name="connsiteX349" fmla="*/ 5263764 w 7467600"/>
              <a:gd name="connsiteY349" fmla="*/ 4735525 h 6858000"/>
              <a:gd name="connsiteX350" fmla="*/ 4086300 w 7467600"/>
              <a:gd name="connsiteY350" fmla="*/ 4884599 h 6858000"/>
              <a:gd name="connsiteX351" fmla="*/ 4085485 w 7467600"/>
              <a:gd name="connsiteY351" fmla="*/ 4899070 h 6858000"/>
              <a:gd name="connsiteX352" fmla="*/ 3871915 w 7467600"/>
              <a:gd name="connsiteY352" fmla="*/ 5253645 h 6858000"/>
              <a:gd name="connsiteX353" fmla="*/ 3799374 w 7467600"/>
              <a:gd name="connsiteY353" fmla="*/ 5466127 h 6858000"/>
              <a:gd name="connsiteX354" fmla="*/ 3498850 w 7467600"/>
              <a:gd name="connsiteY354" fmla="*/ 6661888 h 6858000"/>
              <a:gd name="connsiteX355" fmla="*/ 3399216 w 7467600"/>
              <a:gd name="connsiteY355" fmla="*/ 6858000 h 6858000"/>
              <a:gd name="connsiteX356" fmla="*/ 3303688 w 7467600"/>
              <a:gd name="connsiteY356" fmla="*/ 6858000 h 6858000"/>
              <a:gd name="connsiteX357" fmla="*/ 3391774 w 7467600"/>
              <a:gd name="connsiteY357" fmla="*/ 6697181 h 6858000"/>
              <a:gd name="connsiteX358" fmla="*/ 3735540 w 7467600"/>
              <a:gd name="connsiteY358" fmla="*/ 5546923 h 6858000"/>
              <a:gd name="connsiteX359" fmla="*/ 3729438 w 7467600"/>
              <a:gd name="connsiteY359" fmla="*/ 5569058 h 6858000"/>
              <a:gd name="connsiteX360" fmla="*/ 3707782 w 7467600"/>
              <a:gd name="connsiteY360" fmla="*/ 5644908 h 6858000"/>
              <a:gd name="connsiteX361" fmla="*/ 3583827 w 7467600"/>
              <a:gd name="connsiteY361" fmla="*/ 6039215 h 6858000"/>
              <a:gd name="connsiteX362" fmla="*/ 3547861 w 7467600"/>
              <a:gd name="connsiteY362" fmla="*/ 6129609 h 6858000"/>
              <a:gd name="connsiteX363" fmla="*/ 3490905 w 7467600"/>
              <a:gd name="connsiteY363" fmla="*/ 6277660 h 6858000"/>
              <a:gd name="connsiteX364" fmla="*/ 3455859 w 7467600"/>
              <a:gd name="connsiteY364" fmla="*/ 6391301 h 6858000"/>
              <a:gd name="connsiteX365" fmla="*/ 3429112 w 7467600"/>
              <a:gd name="connsiteY365" fmla="*/ 6479469 h 6858000"/>
              <a:gd name="connsiteX366" fmla="*/ 3304862 w 7467600"/>
              <a:gd name="connsiteY366" fmla="*/ 6796476 h 6858000"/>
              <a:gd name="connsiteX367" fmla="*/ 3276071 w 7467600"/>
              <a:gd name="connsiteY367" fmla="*/ 6858000 h 6858000"/>
              <a:gd name="connsiteX368" fmla="*/ 3240805 w 7467600"/>
              <a:gd name="connsiteY368" fmla="*/ 6858000 h 6858000"/>
              <a:gd name="connsiteX369" fmla="*/ 3275917 w 7467600"/>
              <a:gd name="connsiteY369" fmla="*/ 6783192 h 6858000"/>
              <a:gd name="connsiteX370" fmla="*/ 3399358 w 7467600"/>
              <a:gd name="connsiteY370" fmla="*/ 6469011 h 6858000"/>
              <a:gd name="connsiteX371" fmla="*/ 3425650 w 7467600"/>
              <a:gd name="connsiteY371" fmla="*/ 6381333 h 6858000"/>
              <a:gd name="connsiteX372" fmla="*/ 3460661 w 7467600"/>
              <a:gd name="connsiteY372" fmla="*/ 6266763 h 6858000"/>
              <a:gd name="connsiteX373" fmla="*/ 3518021 w 7467600"/>
              <a:gd name="connsiteY373" fmla="*/ 6117298 h 6858000"/>
              <a:gd name="connsiteX374" fmla="*/ 3554035 w 7467600"/>
              <a:gd name="connsiteY374" fmla="*/ 6027832 h 6858000"/>
              <a:gd name="connsiteX375" fmla="*/ 3677174 w 7467600"/>
              <a:gd name="connsiteY375" fmla="*/ 5636351 h 6858000"/>
              <a:gd name="connsiteX376" fmla="*/ 3698819 w 7467600"/>
              <a:gd name="connsiteY376" fmla="*/ 5560503 h 6858000"/>
              <a:gd name="connsiteX377" fmla="*/ 3702094 w 7467600"/>
              <a:gd name="connsiteY377" fmla="*/ 5549194 h 6858000"/>
              <a:gd name="connsiteX378" fmla="*/ 3398355 w 7467600"/>
              <a:gd name="connsiteY378" fmla="*/ 6094603 h 6858000"/>
              <a:gd name="connsiteX379" fmla="*/ 3193941 w 7467600"/>
              <a:gd name="connsiteY379" fmla="*/ 6798775 h 6858000"/>
              <a:gd name="connsiteX380" fmla="*/ 3184140 w 7467600"/>
              <a:gd name="connsiteY380" fmla="*/ 6858000 h 6858000"/>
              <a:gd name="connsiteX381" fmla="*/ 3099978 w 7467600"/>
              <a:gd name="connsiteY381" fmla="*/ 6858000 h 6858000"/>
              <a:gd name="connsiteX382" fmla="*/ 3101556 w 7467600"/>
              <a:gd name="connsiteY382" fmla="*/ 6843337 h 6858000"/>
              <a:gd name="connsiteX383" fmla="*/ 3370162 w 7467600"/>
              <a:gd name="connsiteY383" fmla="*/ 5785550 h 6858000"/>
              <a:gd name="connsiteX384" fmla="*/ 3746477 w 7467600"/>
              <a:gd name="connsiteY384" fmla="*/ 5377889 h 6858000"/>
              <a:gd name="connsiteX385" fmla="*/ 3863399 w 7467600"/>
              <a:gd name="connsiteY385" fmla="*/ 5087257 h 6858000"/>
              <a:gd name="connsiteX386" fmla="*/ 3968712 w 7467600"/>
              <a:gd name="connsiteY386" fmla="*/ 4913989 h 6858000"/>
              <a:gd name="connsiteX387" fmla="*/ 2792390 w 7467600"/>
              <a:gd name="connsiteY387" fmla="*/ 5382974 h 6858000"/>
              <a:gd name="connsiteX388" fmla="*/ 2714982 w 7467600"/>
              <a:gd name="connsiteY388" fmla="*/ 5427051 h 6858000"/>
              <a:gd name="connsiteX389" fmla="*/ 2813361 w 7467600"/>
              <a:gd name="connsiteY389" fmla="*/ 6023912 h 6858000"/>
              <a:gd name="connsiteX390" fmla="*/ 2688430 w 7467600"/>
              <a:gd name="connsiteY390" fmla="*/ 6801564 h 6858000"/>
              <a:gd name="connsiteX391" fmla="*/ 2629626 w 7467600"/>
              <a:gd name="connsiteY391" fmla="*/ 6763394 h 6858000"/>
              <a:gd name="connsiteX392" fmla="*/ 2565328 w 7467600"/>
              <a:gd name="connsiteY392" fmla="*/ 5516399 h 6858000"/>
              <a:gd name="connsiteX393" fmla="*/ 1922999 w 7467600"/>
              <a:gd name="connsiteY393" fmla="*/ 5980343 h 6858000"/>
              <a:gd name="connsiteX394" fmla="*/ 1950261 w 7467600"/>
              <a:gd name="connsiteY394" fmla="*/ 6405858 h 6858000"/>
              <a:gd name="connsiteX395" fmla="*/ 2365554 w 7467600"/>
              <a:gd name="connsiteY395" fmla="*/ 6759107 h 6858000"/>
              <a:gd name="connsiteX396" fmla="*/ 2424142 w 7467600"/>
              <a:gd name="connsiteY396" fmla="*/ 6858000 h 6858000"/>
              <a:gd name="connsiteX397" fmla="*/ 2395994 w 7467600"/>
              <a:gd name="connsiteY397" fmla="*/ 6858000 h 6858000"/>
              <a:gd name="connsiteX398" fmla="*/ 2392863 w 7467600"/>
              <a:gd name="connsiteY398" fmla="*/ 6852964 h 6858000"/>
              <a:gd name="connsiteX399" fmla="*/ 2017589 w 7467600"/>
              <a:gd name="connsiteY399" fmla="*/ 6493982 h 6858000"/>
              <a:gd name="connsiteX400" fmla="*/ 2147336 w 7467600"/>
              <a:gd name="connsiteY400" fmla="*/ 6594052 h 6858000"/>
              <a:gd name="connsiteX401" fmla="*/ 2207047 w 7467600"/>
              <a:gd name="connsiteY401" fmla="*/ 6654540 h 6858000"/>
              <a:gd name="connsiteX402" fmla="*/ 2299106 w 7467600"/>
              <a:gd name="connsiteY402" fmla="*/ 6778931 h 6858000"/>
              <a:gd name="connsiteX403" fmla="*/ 2314430 w 7467600"/>
              <a:gd name="connsiteY403" fmla="*/ 6801144 h 6858000"/>
              <a:gd name="connsiteX404" fmla="*/ 2352406 w 7467600"/>
              <a:gd name="connsiteY404" fmla="*/ 6858000 h 6858000"/>
              <a:gd name="connsiteX405" fmla="*/ 2314492 w 7467600"/>
              <a:gd name="connsiteY405" fmla="*/ 6858000 h 6858000"/>
              <a:gd name="connsiteX406" fmla="*/ 2288095 w 7467600"/>
              <a:gd name="connsiteY406" fmla="*/ 6818030 h 6858000"/>
              <a:gd name="connsiteX407" fmla="*/ 2272768 w 7467600"/>
              <a:gd name="connsiteY407" fmla="*/ 6795822 h 6858000"/>
              <a:gd name="connsiteX408" fmla="*/ 2182715 w 7467600"/>
              <a:gd name="connsiteY408" fmla="*/ 6675071 h 6858000"/>
              <a:gd name="connsiteX409" fmla="*/ 2032061 w 7467600"/>
              <a:gd name="connsiteY409" fmla="*/ 6541380 h 6858000"/>
              <a:gd name="connsiteX410" fmla="*/ 2257220 w 7467600"/>
              <a:gd name="connsiteY410" fmla="*/ 6826257 h 6858000"/>
              <a:gd name="connsiteX411" fmla="*/ 2281324 w 7467600"/>
              <a:gd name="connsiteY411" fmla="*/ 6858000 h 6858000"/>
              <a:gd name="connsiteX412" fmla="*/ 2242860 w 7467600"/>
              <a:gd name="connsiteY412" fmla="*/ 6858000 h 6858000"/>
              <a:gd name="connsiteX413" fmla="*/ 2232818 w 7467600"/>
              <a:gd name="connsiteY413" fmla="*/ 6844926 h 6858000"/>
              <a:gd name="connsiteX414" fmla="*/ 1990172 w 7467600"/>
              <a:gd name="connsiteY414" fmla="*/ 6542121 h 6858000"/>
              <a:gd name="connsiteX415" fmla="*/ 2124090 w 7467600"/>
              <a:gd name="connsiteY415" fmla="*/ 6761017 h 6858000"/>
              <a:gd name="connsiteX416" fmla="*/ 2200380 w 7467600"/>
              <a:gd name="connsiteY416" fmla="*/ 6858000 h 6858000"/>
              <a:gd name="connsiteX417" fmla="*/ 2147507 w 7467600"/>
              <a:gd name="connsiteY417" fmla="*/ 6858000 h 6858000"/>
              <a:gd name="connsiteX418" fmla="*/ 2070668 w 7467600"/>
              <a:gd name="connsiteY418" fmla="*/ 6761520 h 6858000"/>
              <a:gd name="connsiteX419" fmla="*/ 1975142 w 7467600"/>
              <a:gd name="connsiteY419" fmla="*/ 6585570 h 6858000"/>
              <a:gd name="connsiteX420" fmla="*/ 2050035 w 7467600"/>
              <a:gd name="connsiteY420" fmla="*/ 6813345 h 6858000"/>
              <a:gd name="connsiteX421" fmla="*/ 2063025 w 7467600"/>
              <a:gd name="connsiteY421" fmla="*/ 6858000 h 6858000"/>
              <a:gd name="connsiteX422" fmla="*/ 2021675 w 7467600"/>
              <a:gd name="connsiteY422" fmla="*/ 6858000 h 6858000"/>
              <a:gd name="connsiteX423" fmla="*/ 2019308 w 7467600"/>
              <a:gd name="connsiteY423" fmla="*/ 6847118 h 6858000"/>
              <a:gd name="connsiteX424" fmla="*/ 1938835 w 7467600"/>
              <a:gd name="connsiteY424" fmla="*/ 6551160 h 6858000"/>
              <a:gd name="connsiteX425" fmla="*/ 1953230 w 7467600"/>
              <a:gd name="connsiteY425" fmla="*/ 6759699 h 6858000"/>
              <a:gd name="connsiteX426" fmla="*/ 1956763 w 7467600"/>
              <a:gd name="connsiteY426" fmla="*/ 6778191 h 6858000"/>
              <a:gd name="connsiteX427" fmla="*/ 1967925 w 7467600"/>
              <a:gd name="connsiteY427" fmla="*/ 6858000 h 6858000"/>
              <a:gd name="connsiteX428" fmla="*/ 1936622 w 7467600"/>
              <a:gd name="connsiteY428" fmla="*/ 6858000 h 6858000"/>
              <a:gd name="connsiteX429" fmla="*/ 1926261 w 7467600"/>
              <a:gd name="connsiteY429" fmla="*/ 6784064 h 6858000"/>
              <a:gd name="connsiteX430" fmla="*/ 1922724 w 7467600"/>
              <a:gd name="connsiteY430" fmla="*/ 6765577 h 6858000"/>
              <a:gd name="connsiteX431" fmla="*/ 1904650 w 7467600"/>
              <a:gd name="connsiteY431" fmla="*/ 6639616 h 6858000"/>
              <a:gd name="connsiteX432" fmla="*/ 1885273 w 7467600"/>
              <a:gd name="connsiteY432" fmla="*/ 6858000 h 6858000"/>
              <a:gd name="connsiteX433" fmla="*/ 1854363 w 7467600"/>
              <a:gd name="connsiteY433" fmla="*/ 6858000 h 6858000"/>
              <a:gd name="connsiteX434" fmla="*/ 1880391 w 7467600"/>
              <a:gd name="connsiteY434" fmla="*/ 6603796 h 6858000"/>
              <a:gd name="connsiteX435" fmla="*/ 1818273 w 7467600"/>
              <a:gd name="connsiteY435" fmla="*/ 6715729 h 6858000"/>
              <a:gd name="connsiteX436" fmla="*/ 1794691 w 7467600"/>
              <a:gd name="connsiteY436" fmla="*/ 6843239 h 6858000"/>
              <a:gd name="connsiteX437" fmla="*/ 1794914 w 7467600"/>
              <a:gd name="connsiteY437" fmla="*/ 6858000 h 6858000"/>
              <a:gd name="connsiteX438" fmla="*/ 1746128 w 7467600"/>
              <a:gd name="connsiteY438" fmla="*/ 6858000 h 6858000"/>
              <a:gd name="connsiteX439" fmla="*/ 1753934 w 7467600"/>
              <a:gd name="connsiteY439" fmla="*/ 6724796 h 6858000"/>
              <a:gd name="connsiteX440" fmla="*/ 1792053 w 7467600"/>
              <a:gd name="connsiteY440" fmla="*/ 6572396 h 6858000"/>
              <a:gd name="connsiteX441" fmla="*/ 1862248 w 7467600"/>
              <a:gd name="connsiteY441" fmla="*/ 6266397 h 6858000"/>
              <a:gd name="connsiteX442" fmla="*/ 1862250 w 7467600"/>
              <a:gd name="connsiteY442" fmla="*/ 6033531 h 6858000"/>
              <a:gd name="connsiteX443" fmla="*/ 1211999 w 7467600"/>
              <a:gd name="connsiteY443" fmla="*/ 6683610 h 6858000"/>
              <a:gd name="connsiteX444" fmla="*/ 1213266 w 7467600"/>
              <a:gd name="connsiteY444" fmla="*/ 6691947 h 6858000"/>
              <a:gd name="connsiteX445" fmla="*/ 1203370 w 7467600"/>
              <a:gd name="connsiteY445" fmla="*/ 6850676 h 6858000"/>
              <a:gd name="connsiteX446" fmla="*/ 1203671 w 7467600"/>
              <a:gd name="connsiteY446" fmla="*/ 6858000 h 6858000"/>
              <a:gd name="connsiteX447" fmla="*/ 1143180 w 7467600"/>
              <a:gd name="connsiteY447" fmla="*/ 6858000 h 6858000"/>
              <a:gd name="connsiteX448" fmla="*/ 1142176 w 7467600"/>
              <a:gd name="connsiteY448" fmla="*/ 6766045 h 6858000"/>
              <a:gd name="connsiteX449" fmla="*/ 1067484 w 7467600"/>
              <a:gd name="connsiteY449" fmla="*/ 6858000 h 6858000"/>
              <a:gd name="connsiteX450" fmla="*/ 953928 w 7467600"/>
              <a:gd name="connsiteY450" fmla="*/ 6858000 h 6858000"/>
              <a:gd name="connsiteX451" fmla="*/ 959715 w 7467600"/>
              <a:gd name="connsiteY451" fmla="*/ 6850185 h 6858000"/>
              <a:gd name="connsiteX452" fmla="*/ 1483788 w 7467600"/>
              <a:gd name="connsiteY452" fmla="*/ 6259174 h 6858000"/>
              <a:gd name="connsiteX453" fmla="*/ 1100671 w 7467600"/>
              <a:gd name="connsiteY453" fmla="*/ 6252137 h 6858000"/>
              <a:gd name="connsiteX454" fmla="*/ 1090144 w 7467600"/>
              <a:gd name="connsiteY454" fmla="*/ 6256748 h 6858000"/>
              <a:gd name="connsiteX455" fmla="*/ 1095872 w 7467600"/>
              <a:gd name="connsiteY455" fmla="*/ 6271892 h 6858000"/>
              <a:gd name="connsiteX456" fmla="*/ 262785 w 7467600"/>
              <a:gd name="connsiteY456" fmla="*/ 6845450 h 6858000"/>
              <a:gd name="connsiteX457" fmla="*/ 209968 w 7467600"/>
              <a:gd name="connsiteY457" fmla="*/ 6770713 h 6858000"/>
              <a:gd name="connsiteX458" fmla="*/ 873460 w 7467600"/>
              <a:gd name="connsiteY458" fmla="*/ 6253768 h 6858000"/>
              <a:gd name="connsiteX459" fmla="*/ 192686 w 7467600"/>
              <a:gd name="connsiteY459" fmla="*/ 5849257 h 6858000"/>
              <a:gd name="connsiteX460" fmla="*/ 4696 w 7467600"/>
              <a:gd name="connsiteY460" fmla="*/ 5697668 h 6858000"/>
              <a:gd name="connsiteX461" fmla="*/ 0 w 7467600"/>
              <a:gd name="connsiteY461" fmla="*/ 5689984 h 6858000"/>
              <a:gd name="connsiteX462" fmla="*/ 0 w 7467600"/>
              <a:gd name="connsiteY462" fmla="*/ 5513472 h 6858000"/>
              <a:gd name="connsiteX463" fmla="*/ 174101 w 7467600"/>
              <a:gd name="connsiteY463" fmla="*/ 5620277 h 6858000"/>
              <a:gd name="connsiteX464" fmla="*/ 891800 w 7467600"/>
              <a:gd name="connsiteY464" fmla="*/ 6036935 h 6858000"/>
              <a:gd name="connsiteX465" fmla="*/ 1072219 w 7467600"/>
              <a:gd name="connsiteY465" fmla="*/ 6169443 h 6858000"/>
              <a:gd name="connsiteX466" fmla="*/ 1074117 w 7467600"/>
              <a:gd name="connsiteY466" fmla="*/ 6170301 h 6858000"/>
              <a:gd name="connsiteX467" fmla="*/ 1083114 w 7467600"/>
              <a:gd name="connsiteY467" fmla="*/ 6174131 h 6858000"/>
              <a:gd name="connsiteX468" fmla="*/ 1543010 w 7467600"/>
              <a:gd name="connsiteY468" fmla="*/ 6191140 h 6858000"/>
              <a:gd name="connsiteX469" fmla="*/ 1551080 w 7467600"/>
              <a:gd name="connsiteY469" fmla="*/ 6195006 h 6858000"/>
              <a:gd name="connsiteX470" fmla="*/ 2345443 w 7467600"/>
              <a:gd name="connsiteY470" fmla="*/ 5549882 h 6858000"/>
              <a:gd name="connsiteX471" fmla="*/ 1721499 w 7467600"/>
              <a:gd name="connsiteY471" fmla="*/ 5599969 h 6858000"/>
              <a:gd name="connsiteX472" fmla="*/ 767716 w 7467600"/>
              <a:gd name="connsiteY472" fmla="*/ 5472768 h 6858000"/>
              <a:gd name="connsiteX473" fmla="*/ 722147 w 7467600"/>
              <a:gd name="connsiteY473" fmla="*/ 5393091 h 6858000"/>
              <a:gd name="connsiteX474" fmla="*/ 1485552 w 7467600"/>
              <a:gd name="connsiteY474" fmla="*/ 5313202 h 6858000"/>
              <a:gd name="connsiteX475" fmla="*/ 2143004 w 7467600"/>
              <a:gd name="connsiteY475" fmla="*/ 5402420 h 6858000"/>
              <a:gd name="connsiteX476" fmla="*/ 1933391 w 7467600"/>
              <a:gd name="connsiteY476" fmla="*/ 5156971 h 6858000"/>
              <a:gd name="connsiteX477" fmla="*/ 1827118 w 7467600"/>
              <a:gd name="connsiteY477" fmla="*/ 4968410 h 6858000"/>
              <a:gd name="connsiteX478" fmla="*/ 1837349 w 7467600"/>
              <a:gd name="connsiteY478" fmla="*/ 4956357 h 6858000"/>
              <a:gd name="connsiteX479" fmla="*/ 2162835 w 7467600"/>
              <a:gd name="connsiteY479" fmla="*/ 5187853 h 6858000"/>
              <a:gd name="connsiteX480" fmla="*/ 2257167 w 7467600"/>
              <a:gd name="connsiteY480" fmla="*/ 5462123 h 6858000"/>
              <a:gd name="connsiteX481" fmla="*/ 2261598 w 7467600"/>
              <a:gd name="connsiteY481" fmla="*/ 5467998 h 6858000"/>
              <a:gd name="connsiteX482" fmla="*/ 2437177 w 7467600"/>
              <a:gd name="connsiteY482" fmla="*/ 5479608 h 6858000"/>
              <a:gd name="connsiteX483" fmla="*/ 2445247 w 7467600"/>
              <a:gd name="connsiteY483" fmla="*/ 5483476 h 6858000"/>
              <a:gd name="connsiteX484" fmla="*/ 2743626 w 7467600"/>
              <a:gd name="connsiteY484" fmla="*/ 5304819 h 6858000"/>
              <a:gd name="connsiteX485" fmla="*/ 3048102 w 7467600"/>
              <a:gd name="connsiteY485" fmla="*/ 5150595 h 6858000"/>
              <a:gd name="connsiteX486" fmla="*/ 1799414 w 7467600"/>
              <a:gd name="connsiteY486" fmla="*/ 4694732 h 6858000"/>
              <a:gd name="connsiteX487" fmla="*/ 1771735 w 7467600"/>
              <a:gd name="connsiteY487" fmla="*/ 4619929 h 6858000"/>
              <a:gd name="connsiteX488" fmla="*/ 3104273 w 7467600"/>
              <a:gd name="connsiteY488" fmla="*/ 5076159 h 6858000"/>
              <a:gd name="connsiteX489" fmla="*/ 3113245 w 7467600"/>
              <a:gd name="connsiteY489" fmla="*/ 5090705 h 6858000"/>
              <a:gd name="connsiteX490" fmla="*/ 3126294 w 7467600"/>
              <a:gd name="connsiteY490" fmla="*/ 5114400 h 6858000"/>
              <a:gd name="connsiteX491" fmla="*/ 3937433 w 7467600"/>
              <a:gd name="connsiteY491" fmla="*/ 4830473 h 6858000"/>
              <a:gd name="connsiteX492" fmla="*/ 3590475 w 7467600"/>
              <a:gd name="connsiteY492" fmla="*/ 4597974 h 6858000"/>
              <a:gd name="connsiteX493" fmla="*/ 3100264 w 7467600"/>
              <a:gd name="connsiteY493" fmla="*/ 4579845 h 6858000"/>
              <a:gd name="connsiteX494" fmla="*/ 2183576 w 7467600"/>
              <a:gd name="connsiteY494" fmla="*/ 4227150 h 6858000"/>
              <a:gd name="connsiteX495" fmla="*/ 2151029 w 7467600"/>
              <a:gd name="connsiteY495" fmla="*/ 4146947 h 6858000"/>
              <a:gd name="connsiteX496" fmla="*/ 3563434 w 7467600"/>
              <a:gd name="connsiteY496" fmla="*/ 4469115 h 6858000"/>
              <a:gd name="connsiteX497" fmla="*/ 3177952 w 7467600"/>
              <a:gd name="connsiteY497" fmla="*/ 3657386 h 6858000"/>
              <a:gd name="connsiteX498" fmla="*/ 3189263 w 7467600"/>
              <a:gd name="connsiteY498" fmla="*/ 3625726 h 6858000"/>
              <a:gd name="connsiteX499" fmla="*/ 3560912 w 7467600"/>
              <a:gd name="connsiteY499" fmla="*/ 4079863 h 6858000"/>
              <a:gd name="connsiteX500" fmla="*/ 3626636 w 7467600"/>
              <a:gd name="connsiteY500" fmla="*/ 4512230 h 6858000"/>
              <a:gd name="connsiteX501" fmla="*/ 3653088 w 7467600"/>
              <a:gd name="connsiteY501" fmla="*/ 4521417 h 6858000"/>
              <a:gd name="connsiteX502" fmla="*/ 3988128 w 7467600"/>
              <a:gd name="connsiteY502" fmla="*/ 4817267 h 6858000"/>
              <a:gd name="connsiteX503" fmla="*/ 4830582 w 7467600"/>
              <a:gd name="connsiteY503" fmla="*/ 4676000 h 6858000"/>
              <a:gd name="connsiteX504" fmla="*/ 4830100 w 7467600"/>
              <a:gd name="connsiteY504" fmla="*/ 4675554 h 6858000"/>
              <a:gd name="connsiteX505" fmla="*/ 4036318 w 7467600"/>
              <a:gd name="connsiteY505" fmla="*/ 4147013 h 6858000"/>
              <a:gd name="connsiteX506" fmla="*/ 3432098 w 7467600"/>
              <a:gd name="connsiteY506" fmla="*/ 3537312 h 6858000"/>
              <a:gd name="connsiteX507" fmla="*/ 3446761 w 7467600"/>
              <a:gd name="connsiteY507" fmla="*/ 3461278 h 6858000"/>
              <a:gd name="connsiteX508" fmla="*/ 4419733 w 7467600"/>
              <a:gd name="connsiteY508" fmla="*/ 3963555 h 6858000"/>
              <a:gd name="connsiteX509" fmla="*/ 4781371 w 7467600"/>
              <a:gd name="connsiteY509" fmla="*/ 4458604 h 6858000"/>
              <a:gd name="connsiteX510" fmla="*/ 4780440 w 7467600"/>
              <a:gd name="connsiteY510" fmla="*/ 4470290 h 6858000"/>
              <a:gd name="connsiteX511" fmla="*/ 4898954 w 7467600"/>
              <a:gd name="connsiteY511" fmla="*/ 4662092 h 6858000"/>
              <a:gd name="connsiteX512" fmla="*/ 4900699 w 7467600"/>
              <a:gd name="connsiteY512" fmla="*/ 4670867 h 6858000"/>
              <a:gd name="connsiteX513" fmla="*/ 5714511 w 7467600"/>
              <a:gd name="connsiteY513" fmla="*/ 4663483 h 6858000"/>
              <a:gd name="connsiteX514" fmla="*/ 5464793 w 7467600"/>
              <a:gd name="connsiteY514" fmla="*/ 4393556 h 6858000"/>
              <a:gd name="connsiteX515" fmla="*/ 5461897 w 7467600"/>
              <a:gd name="connsiteY515" fmla="*/ 4390879 h 6858000"/>
              <a:gd name="connsiteX516" fmla="*/ 4294126 w 7467600"/>
              <a:gd name="connsiteY516" fmla="*/ 3303048 h 6858000"/>
              <a:gd name="connsiteX517" fmla="*/ 4305321 w 7467600"/>
              <a:gd name="connsiteY517" fmla="*/ 3256953 h 6858000"/>
              <a:gd name="connsiteX518" fmla="*/ 4949299 w 7467600"/>
              <a:gd name="connsiteY518" fmla="*/ 3766336 h 6858000"/>
              <a:gd name="connsiteX519" fmla="*/ 5291452 w 7467600"/>
              <a:gd name="connsiteY519" fmla="*/ 4076801 h 6858000"/>
              <a:gd name="connsiteX520" fmla="*/ 5434998 w 7467600"/>
              <a:gd name="connsiteY520" fmla="*/ 4254100 h 6858000"/>
              <a:gd name="connsiteX521" fmla="*/ 5351015 w 7467600"/>
              <a:gd name="connsiteY521" fmla="*/ 3760989 h 6858000"/>
              <a:gd name="connsiteX522" fmla="*/ 5413780 w 7467600"/>
              <a:gd name="connsiteY522" fmla="*/ 2966265 h 6858000"/>
              <a:gd name="connsiteX523" fmla="*/ 5425627 w 7467600"/>
              <a:gd name="connsiteY523" fmla="*/ 2954192 h 6858000"/>
              <a:gd name="connsiteX524" fmla="*/ 6604735 w 7467600"/>
              <a:gd name="connsiteY524" fmla="*/ 2041381 h 6858000"/>
              <a:gd name="connsiteX525" fmla="*/ 7204487 w 7467600"/>
              <a:gd name="connsiteY525" fmla="*/ 2742112 h 6858000"/>
              <a:gd name="connsiteX526" fmla="*/ 7131592 w 7467600"/>
              <a:gd name="connsiteY526" fmla="*/ 2672096 h 6858000"/>
              <a:gd name="connsiteX527" fmla="*/ 6996344 w 7467600"/>
              <a:gd name="connsiteY527" fmla="*/ 2518310 h 6858000"/>
              <a:gd name="connsiteX528" fmla="*/ 6735495 w 7467600"/>
              <a:gd name="connsiteY528" fmla="*/ 2196890 h 6858000"/>
              <a:gd name="connsiteX529" fmla="*/ 6721901 w 7467600"/>
              <a:gd name="connsiteY529" fmla="*/ 2179274 h 6858000"/>
              <a:gd name="connsiteX530" fmla="*/ 6604735 w 7467600"/>
              <a:gd name="connsiteY530" fmla="*/ 2041381 h 6858000"/>
              <a:gd name="connsiteX531" fmla="*/ 6591670 w 7467600"/>
              <a:gd name="connsiteY531" fmla="*/ 1988277 h 6858000"/>
              <a:gd name="connsiteX532" fmla="*/ 6747349 w 7467600"/>
              <a:gd name="connsiteY532" fmla="*/ 2160069 h 6858000"/>
              <a:gd name="connsiteX533" fmla="*/ 6760943 w 7467600"/>
              <a:gd name="connsiteY533" fmla="*/ 2177686 h 6858000"/>
              <a:gd name="connsiteX534" fmla="*/ 7021065 w 7467600"/>
              <a:gd name="connsiteY534" fmla="*/ 2498102 h 6858000"/>
              <a:gd name="connsiteX535" fmla="*/ 7155223 w 7467600"/>
              <a:gd name="connsiteY535" fmla="*/ 2650386 h 6858000"/>
              <a:gd name="connsiteX536" fmla="*/ 7203167 w 7467600"/>
              <a:gd name="connsiteY536" fmla="*/ 2697288 h 6858000"/>
              <a:gd name="connsiteX537" fmla="*/ 6937703 w 7467600"/>
              <a:gd name="connsiteY537" fmla="*/ 2321981 h 6858000"/>
              <a:gd name="connsiteX538" fmla="*/ 6591670 w 7467600"/>
              <a:gd name="connsiteY538" fmla="*/ 1988277 h 6858000"/>
              <a:gd name="connsiteX539" fmla="*/ 5798671 w 7467600"/>
              <a:gd name="connsiteY539" fmla="*/ 1981601 h 6858000"/>
              <a:gd name="connsiteX540" fmla="*/ 5754709 w 7467600"/>
              <a:gd name="connsiteY540" fmla="*/ 2071454 h 6858000"/>
              <a:gd name="connsiteX541" fmla="*/ 5763044 w 7467600"/>
              <a:gd name="connsiteY541" fmla="*/ 2842206 h 6858000"/>
              <a:gd name="connsiteX542" fmla="*/ 5764974 w 7467600"/>
              <a:gd name="connsiteY542" fmla="*/ 2799609 h 6858000"/>
              <a:gd name="connsiteX543" fmla="*/ 5767665 w 7467600"/>
              <a:gd name="connsiteY543" fmla="*/ 2666409 h 6858000"/>
              <a:gd name="connsiteX544" fmla="*/ 5763055 w 7467600"/>
              <a:gd name="connsiteY544" fmla="*/ 2579705 h 6858000"/>
              <a:gd name="connsiteX545" fmla="*/ 5758079 w 7467600"/>
              <a:gd name="connsiteY545" fmla="*/ 2492508 h 6858000"/>
              <a:gd name="connsiteX546" fmla="*/ 5779325 w 7467600"/>
              <a:gd name="connsiteY546" fmla="*/ 2197069 h 6858000"/>
              <a:gd name="connsiteX547" fmla="*/ 5798671 w 7467600"/>
              <a:gd name="connsiteY547" fmla="*/ 1981601 h 6858000"/>
              <a:gd name="connsiteX548" fmla="*/ 5829202 w 7467600"/>
              <a:gd name="connsiteY548" fmla="*/ 1971679 h 6858000"/>
              <a:gd name="connsiteX549" fmla="*/ 5809558 w 7467600"/>
              <a:gd name="connsiteY549" fmla="*/ 2198043 h 6858000"/>
              <a:gd name="connsiteX550" fmla="*/ 5788653 w 7467600"/>
              <a:gd name="connsiteY550" fmla="*/ 2489430 h 6858000"/>
              <a:gd name="connsiteX551" fmla="*/ 5793439 w 7467600"/>
              <a:gd name="connsiteY551" fmla="*/ 2575235 h 6858000"/>
              <a:gd name="connsiteX552" fmla="*/ 5796837 w 7467600"/>
              <a:gd name="connsiteY552" fmla="*/ 2637633 h 6858000"/>
              <a:gd name="connsiteX553" fmla="*/ 5818614 w 7467600"/>
              <a:gd name="connsiteY553" fmla="*/ 2473055 h 6858000"/>
              <a:gd name="connsiteX554" fmla="*/ 5829202 w 7467600"/>
              <a:gd name="connsiteY554" fmla="*/ 1971679 h 6858000"/>
              <a:gd name="connsiteX555" fmla="*/ 5911389 w 7467600"/>
              <a:gd name="connsiteY555" fmla="*/ 1898371 h 6858000"/>
              <a:gd name="connsiteX556" fmla="*/ 6237627 w 7467600"/>
              <a:gd name="connsiteY556" fmla="*/ 2231921 h 6858000"/>
              <a:gd name="connsiteX557" fmla="*/ 5911389 w 7467600"/>
              <a:gd name="connsiteY557" fmla="*/ 1898371 h 6858000"/>
              <a:gd name="connsiteX558" fmla="*/ 6944437 w 7467600"/>
              <a:gd name="connsiteY558" fmla="*/ 1575402 h 6858000"/>
              <a:gd name="connsiteX559" fmla="*/ 6304730 w 7467600"/>
              <a:gd name="connsiteY559" fmla="*/ 1766654 h 6858000"/>
              <a:gd name="connsiteX560" fmla="*/ 6944437 w 7467600"/>
              <a:gd name="connsiteY560" fmla="*/ 1575402 h 6858000"/>
              <a:gd name="connsiteX561" fmla="*/ 7019523 w 7467600"/>
              <a:gd name="connsiteY561" fmla="*/ 1519450 h 6858000"/>
              <a:gd name="connsiteX562" fmla="*/ 6298091 w 7467600"/>
              <a:gd name="connsiteY562" fmla="*/ 1737122 h 6858000"/>
              <a:gd name="connsiteX563" fmla="*/ 7019523 w 7467600"/>
              <a:gd name="connsiteY563" fmla="*/ 1519450 h 6858000"/>
              <a:gd name="connsiteX564" fmla="*/ 2399523 w 7467600"/>
              <a:gd name="connsiteY564" fmla="*/ 1428234 h 6858000"/>
              <a:gd name="connsiteX565" fmla="*/ 2224982 w 7467600"/>
              <a:gd name="connsiteY565" fmla="*/ 1826201 h 6858000"/>
              <a:gd name="connsiteX566" fmla="*/ 2096099 w 7467600"/>
              <a:gd name="connsiteY566" fmla="*/ 2345900 h 6858000"/>
              <a:gd name="connsiteX567" fmla="*/ 2283317 w 7467600"/>
              <a:gd name="connsiteY567" fmla="*/ 1796925 h 6858000"/>
              <a:gd name="connsiteX568" fmla="*/ 2399523 w 7467600"/>
              <a:gd name="connsiteY568" fmla="*/ 1428234 h 6858000"/>
              <a:gd name="connsiteX569" fmla="*/ 2448558 w 7467600"/>
              <a:gd name="connsiteY569" fmla="*/ 1373435 h 6858000"/>
              <a:gd name="connsiteX570" fmla="*/ 2312521 w 7467600"/>
              <a:gd name="connsiteY570" fmla="*/ 1806140 h 6858000"/>
              <a:gd name="connsiteX571" fmla="*/ 2127533 w 7467600"/>
              <a:gd name="connsiteY571" fmla="*/ 2348380 h 6858000"/>
              <a:gd name="connsiteX572" fmla="*/ 2358080 w 7467600"/>
              <a:gd name="connsiteY572" fmla="*/ 1866134 h 6858000"/>
              <a:gd name="connsiteX573" fmla="*/ 2407436 w 7467600"/>
              <a:gd name="connsiteY573" fmla="*/ 1651070 h 6858000"/>
              <a:gd name="connsiteX574" fmla="*/ 2448558 w 7467600"/>
              <a:gd name="connsiteY574" fmla="*/ 1373435 h 6858000"/>
              <a:gd name="connsiteX575" fmla="*/ 278707 w 7467600"/>
              <a:gd name="connsiteY575" fmla="*/ 1352270 h 6858000"/>
              <a:gd name="connsiteX576" fmla="*/ 321570 w 7467600"/>
              <a:gd name="connsiteY576" fmla="*/ 1861610 h 6858000"/>
              <a:gd name="connsiteX577" fmla="*/ 294281 w 7467600"/>
              <a:gd name="connsiteY577" fmla="*/ 1440658 h 6858000"/>
              <a:gd name="connsiteX578" fmla="*/ 278707 w 7467600"/>
              <a:gd name="connsiteY578" fmla="*/ 1352270 h 6858000"/>
              <a:gd name="connsiteX579" fmla="*/ 1423821 w 7467600"/>
              <a:gd name="connsiteY579" fmla="*/ 1351958 h 6858000"/>
              <a:gd name="connsiteX580" fmla="*/ 1638521 w 7467600"/>
              <a:gd name="connsiteY580" fmla="*/ 1908470 h 6858000"/>
              <a:gd name="connsiteX581" fmla="*/ 1754199 w 7467600"/>
              <a:gd name="connsiteY581" fmla="*/ 2149284 h 6858000"/>
              <a:gd name="connsiteX582" fmla="*/ 1908359 w 7467600"/>
              <a:gd name="connsiteY582" fmla="*/ 2364988 h 6858000"/>
              <a:gd name="connsiteX583" fmla="*/ 1647661 w 7467600"/>
              <a:gd name="connsiteY583" fmla="*/ 1825945 h 6858000"/>
              <a:gd name="connsiteX584" fmla="*/ 1423821 w 7467600"/>
              <a:gd name="connsiteY584" fmla="*/ 1351958 h 6858000"/>
              <a:gd name="connsiteX585" fmla="*/ 1431890 w 7467600"/>
              <a:gd name="connsiteY585" fmla="*/ 1306475 h 6858000"/>
              <a:gd name="connsiteX586" fmla="*/ 1507597 w 7467600"/>
              <a:gd name="connsiteY586" fmla="*/ 1446132 h 6858000"/>
              <a:gd name="connsiteX587" fmla="*/ 1674586 w 7467600"/>
              <a:gd name="connsiteY587" fmla="*/ 1813832 h 6858000"/>
              <a:gd name="connsiteX588" fmla="*/ 1815950 w 7467600"/>
              <a:gd name="connsiteY588" fmla="*/ 2128564 h 6858000"/>
              <a:gd name="connsiteX589" fmla="*/ 1984242 w 7467600"/>
              <a:gd name="connsiteY589" fmla="*/ 2430829 h 6858000"/>
              <a:gd name="connsiteX590" fmla="*/ 2014023 w 7467600"/>
              <a:gd name="connsiteY590" fmla="*/ 2450995 h 6858000"/>
              <a:gd name="connsiteX591" fmla="*/ 1747337 w 7467600"/>
              <a:gd name="connsiteY591" fmla="*/ 1855264 h 6858000"/>
              <a:gd name="connsiteX592" fmla="*/ 1533749 w 7467600"/>
              <a:gd name="connsiteY592" fmla="*/ 1478656 h 6858000"/>
              <a:gd name="connsiteX593" fmla="*/ 1431890 w 7467600"/>
              <a:gd name="connsiteY593" fmla="*/ 1306475 h 6858000"/>
              <a:gd name="connsiteX594" fmla="*/ 5052692 w 7467600"/>
              <a:gd name="connsiteY594" fmla="*/ 1292994 h 6858000"/>
              <a:gd name="connsiteX595" fmla="*/ 5200661 w 7467600"/>
              <a:gd name="connsiteY595" fmla="*/ 1635186 h 6858000"/>
              <a:gd name="connsiteX596" fmla="*/ 5297138 w 7467600"/>
              <a:gd name="connsiteY596" fmla="*/ 1906351 h 6858000"/>
              <a:gd name="connsiteX597" fmla="*/ 5052692 w 7467600"/>
              <a:gd name="connsiteY597" fmla="*/ 1292994 h 6858000"/>
              <a:gd name="connsiteX598" fmla="*/ 5009948 w 7467600"/>
              <a:gd name="connsiteY598" fmla="*/ 1273619 h 6858000"/>
              <a:gd name="connsiteX599" fmla="*/ 5121777 w 7467600"/>
              <a:gd name="connsiteY599" fmla="*/ 1654213 h 6858000"/>
              <a:gd name="connsiteX600" fmla="*/ 5293545 w 7467600"/>
              <a:gd name="connsiteY600" fmla="*/ 2072247 h 6858000"/>
              <a:gd name="connsiteX601" fmla="*/ 5294042 w 7467600"/>
              <a:gd name="connsiteY601" fmla="*/ 2065019 h 6858000"/>
              <a:gd name="connsiteX602" fmla="*/ 5171936 w 7467600"/>
              <a:gd name="connsiteY602" fmla="*/ 1647613 h 6858000"/>
              <a:gd name="connsiteX603" fmla="*/ 5009948 w 7467600"/>
              <a:gd name="connsiteY603" fmla="*/ 1273619 h 6858000"/>
              <a:gd name="connsiteX604" fmla="*/ 655236 w 7467600"/>
              <a:gd name="connsiteY604" fmla="*/ 1268632 h 6858000"/>
              <a:gd name="connsiteX605" fmla="*/ 839521 w 7467600"/>
              <a:gd name="connsiteY605" fmla="*/ 1685315 h 6858000"/>
              <a:gd name="connsiteX606" fmla="*/ 1109416 w 7467600"/>
              <a:gd name="connsiteY606" fmla="*/ 2061663 h 6858000"/>
              <a:gd name="connsiteX607" fmla="*/ 1298300 w 7467600"/>
              <a:gd name="connsiteY607" fmla="*/ 2247742 h 6858000"/>
              <a:gd name="connsiteX608" fmla="*/ 1125871 w 7467600"/>
              <a:gd name="connsiteY608" fmla="*/ 1989513 h 6858000"/>
              <a:gd name="connsiteX609" fmla="*/ 981574 w 7467600"/>
              <a:gd name="connsiteY609" fmla="*/ 1783157 h 6858000"/>
              <a:gd name="connsiteX610" fmla="*/ 922198 w 7467600"/>
              <a:gd name="connsiteY610" fmla="*/ 1677437 h 6858000"/>
              <a:gd name="connsiteX611" fmla="*/ 869293 w 7467600"/>
              <a:gd name="connsiteY611" fmla="*/ 1583214 h 6858000"/>
              <a:gd name="connsiteX612" fmla="*/ 751431 w 7467600"/>
              <a:gd name="connsiteY612" fmla="*/ 1405731 h 6858000"/>
              <a:gd name="connsiteX613" fmla="*/ 655236 w 7467600"/>
              <a:gd name="connsiteY613" fmla="*/ 1268632 h 6858000"/>
              <a:gd name="connsiteX614" fmla="*/ 6516292 w 7467600"/>
              <a:gd name="connsiteY614" fmla="*/ 1263064 h 6858000"/>
              <a:gd name="connsiteX615" fmla="*/ 5736320 w 7467600"/>
              <a:gd name="connsiteY615" fmla="*/ 1501803 h 6858000"/>
              <a:gd name="connsiteX616" fmla="*/ 6516292 w 7467600"/>
              <a:gd name="connsiteY616" fmla="*/ 1263064 h 6858000"/>
              <a:gd name="connsiteX617" fmla="*/ 291466 w 7467600"/>
              <a:gd name="connsiteY617" fmla="*/ 1250369 h 6858000"/>
              <a:gd name="connsiteX618" fmla="*/ 323180 w 7467600"/>
              <a:gd name="connsiteY618" fmla="*/ 1435283 h 6858000"/>
              <a:gd name="connsiteX619" fmla="*/ 349381 w 7467600"/>
              <a:gd name="connsiteY619" fmla="*/ 1875041 h 6858000"/>
              <a:gd name="connsiteX620" fmla="*/ 374363 w 7467600"/>
              <a:gd name="connsiteY620" fmla="*/ 1506494 h 6858000"/>
              <a:gd name="connsiteX621" fmla="*/ 302168 w 7467600"/>
              <a:gd name="connsiteY621" fmla="*/ 1274495 h 6858000"/>
              <a:gd name="connsiteX622" fmla="*/ 291466 w 7467600"/>
              <a:gd name="connsiteY622" fmla="*/ 1250369 h 6858000"/>
              <a:gd name="connsiteX623" fmla="*/ 678222 w 7467600"/>
              <a:gd name="connsiteY623" fmla="*/ 1248670 h 6858000"/>
              <a:gd name="connsiteX624" fmla="*/ 775536 w 7467600"/>
              <a:gd name="connsiteY624" fmla="*/ 1388015 h 6858000"/>
              <a:gd name="connsiteX625" fmla="*/ 894529 w 7467600"/>
              <a:gd name="connsiteY625" fmla="*/ 1567739 h 6858000"/>
              <a:gd name="connsiteX626" fmla="*/ 948000 w 7467600"/>
              <a:gd name="connsiteY626" fmla="*/ 1663088 h 6858000"/>
              <a:gd name="connsiteX627" fmla="*/ 1006812 w 7467600"/>
              <a:gd name="connsiteY627" fmla="*/ 1767683 h 6858000"/>
              <a:gd name="connsiteX628" fmla="*/ 1149133 w 7467600"/>
              <a:gd name="connsiteY628" fmla="*/ 1971513 h 6858000"/>
              <a:gd name="connsiteX629" fmla="*/ 1333952 w 7467600"/>
              <a:gd name="connsiteY629" fmla="*/ 2251620 h 6858000"/>
              <a:gd name="connsiteX630" fmla="*/ 1337329 w 7467600"/>
              <a:gd name="connsiteY630" fmla="*/ 2258350 h 6858000"/>
              <a:gd name="connsiteX631" fmla="*/ 1014726 w 7467600"/>
              <a:gd name="connsiteY631" fmla="*/ 1615556 h 6858000"/>
              <a:gd name="connsiteX632" fmla="*/ 678222 w 7467600"/>
              <a:gd name="connsiteY632" fmla="*/ 1248670 h 6858000"/>
              <a:gd name="connsiteX633" fmla="*/ 6691602 w 7467600"/>
              <a:gd name="connsiteY633" fmla="*/ 1140573 h 6858000"/>
              <a:gd name="connsiteX634" fmla="*/ 6571100 w 7467600"/>
              <a:gd name="connsiteY634" fmla="*/ 1183662 h 6858000"/>
              <a:gd name="connsiteX635" fmla="*/ 6241687 w 7467600"/>
              <a:gd name="connsiteY635" fmla="*/ 1257600 h 6858000"/>
              <a:gd name="connsiteX636" fmla="*/ 5693009 w 7467600"/>
              <a:gd name="connsiteY636" fmla="*/ 1478256 h 6858000"/>
              <a:gd name="connsiteX637" fmla="*/ 6548420 w 7467600"/>
              <a:gd name="connsiteY637" fmla="*/ 1214599 h 6858000"/>
              <a:gd name="connsiteX638" fmla="*/ 6605473 w 7467600"/>
              <a:gd name="connsiteY638" fmla="*/ 1184686 h 6858000"/>
              <a:gd name="connsiteX639" fmla="*/ 6691602 w 7467600"/>
              <a:gd name="connsiteY639" fmla="*/ 1140573 h 6858000"/>
              <a:gd name="connsiteX640" fmla="*/ 4002475 w 7467600"/>
              <a:gd name="connsiteY640" fmla="*/ 1037802 h 6858000"/>
              <a:gd name="connsiteX641" fmla="*/ 4000324 w 7467600"/>
              <a:gd name="connsiteY641" fmla="*/ 1039362 h 6858000"/>
              <a:gd name="connsiteX642" fmla="*/ 4002862 w 7467600"/>
              <a:gd name="connsiteY642" fmla="*/ 1042866 h 6858000"/>
              <a:gd name="connsiteX643" fmla="*/ 4002475 w 7467600"/>
              <a:gd name="connsiteY643" fmla="*/ 1037802 h 6858000"/>
              <a:gd name="connsiteX644" fmla="*/ 506322 w 7467600"/>
              <a:gd name="connsiteY644" fmla="*/ 1020997 h 6858000"/>
              <a:gd name="connsiteX645" fmla="*/ 533068 w 7467600"/>
              <a:gd name="connsiteY645" fmla="*/ 1029409 h 6858000"/>
              <a:gd name="connsiteX646" fmla="*/ 1232525 w 7467600"/>
              <a:gd name="connsiteY646" fmla="*/ 1804675 h 6858000"/>
              <a:gd name="connsiteX647" fmla="*/ 1388858 w 7467600"/>
              <a:gd name="connsiteY647" fmla="*/ 2368011 h 6858000"/>
              <a:gd name="connsiteX648" fmla="*/ 1384098 w 7467600"/>
              <a:gd name="connsiteY648" fmla="*/ 2378125 h 6858000"/>
              <a:gd name="connsiteX649" fmla="*/ 1425393 w 7467600"/>
              <a:gd name="connsiteY649" fmla="*/ 2589124 h 6858000"/>
              <a:gd name="connsiteX650" fmla="*/ 1424001 w 7467600"/>
              <a:gd name="connsiteY650" fmla="*/ 2597541 h 6858000"/>
              <a:gd name="connsiteX651" fmla="*/ 2152729 w 7467600"/>
              <a:gd name="connsiteY651" fmla="*/ 2864487 h 6858000"/>
              <a:gd name="connsiteX652" fmla="*/ 2020609 w 7467600"/>
              <a:gd name="connsiteY652" fmla="*/ 2539671 h 6858000"/>
              <a:gd name="connsiteX653" fmla="*/ 2018920 w 7467600"/>
              <a:gd name="connsiteY653" fmla="*/ 2536309 h 6858000"/>
              <a:gd name="connsiteX654" fmla="*/ 1342441 w 7467600"/>
              <a:gd name="connsiteY654" fmla="*/ 1173017 h 6858000"/>
              <a:gd name="connsiteX655" fmla="*/ 1367925 w 7467600"/>
              <a:gd name="connsiteY655" fmla="*/ 1135648 h 6858000"/>
              <a:gd name="connsiteX656" fmla="*/ 1771401 w 7467600"/>
              <a:gd name="connsiteY656" fmla="*/ 1806673 h 6858000"/>
              <a:gd name="connsiteX657" fmla="*/ 1972385 w 7467600"/>
              <a:gd name="connsiteY657" fmla="*/ 2198735 h 6858000"/>
              <a:gd name="connsiteX658" fmla="*/ 2040892 w 7467600"/>
              <a:gd name="connsiteY658" fmla="*/ 2405205 h 6858000"/>
              <a:gd name="connsiteX659" fmla="*/ 2131689 w 7467600"/>
              <a:gd name="connsiteY659" fmla="*/ 1936926 h 6858000"/>
              <a:gd name="connsiteX660" fmla="*/ 2454820 w 7467600"/>
              <a:gd name="connsiteY660" fmla="*/ 1248808 h 6858000"/>
              <a:gd name="connsiteX661" fmla="*/ 2492512 w 7467600"/>
              <a:gd name="connsiteY661" fmla="*/ 1302920 h 6858000"/>
              <a:gd name="connsiteX662" fmla="*/ 2081216 w 7467600"/>
              <a:gd name="connsiteY662" fmla="*/ 2527513 h 6858000"/>
              <a:gd name="connsiteX663" fmla="*/ 2081211 w 7467600"/>
              <a:gd name="connsiteY663" fmla="*/ 2528916 h 6858000"/>
              <a:gd name="connsiteX664" fmla="*/ 2199067 w 7467600"/>
              <a:gd name="connsiteY664" fmla="*/ 2884061 h 6858000"/>
              <a:gd name="connsiteX665" fmla="*/ 3192586 w 7467600"/>
              <a:gd name="connsiteY665" fmla="*/ 3411496 h 6858000"/>
              <a:gd name="connsiteX666" fmla="*/ 3182620 w 7467600"/>
              <a:gd name="connsiteY666" fmla="*/ 3483279 h 6858000"/>
              <a:gd name="connsiteX667" fmla="*/ 2435119 w 7467600"/>
              <a:gd name="connsiteY667" fmla="*/ 3080173 h 6858000"/>
              <a:gd name="connsiteX668" fmla="*/ 2410152 w 7467600"/>
              <a:gd name="connsiteY668" fmla="*/ 3063751 h 6858000"/>
              <a:gd name="connsiteX669" fmla="*/ 2408099 w 7467600"/>
              <a:gd name="connsiteY669" fmla="*/ 3064403 h 6858000"/>
              <a:gd name="connsiteX670" fmla="*/ 2407218 w 7467600"/>
              <a:gd name="connsiteY670" fmla="*/ 3070324 h 6858000"/>
              <a:gd name="connsiteX671" fmla="*/ 2380138 w 7467600"/>
              <a:gd name="connsiteY671" fmla="*/ 3099341 h 6858000"/>
              <a:gd name="connsiteX672" fmla="*/ 1765923 w 7467600"/>
              <a:gd name="connsiteY672" fmla="*/ 3581043 h 6858000"/>
              <a:gd name="connsiteX673" fmla="*/ 1702258 w 7467600"/>
              <a:gd name="connsiteY673" fmla="*/ 3612286 h 6858000"/>
              <a:gd name="connsiteX674" fmla="*/ 1538370 w 7467600"/>
              <a:gd name="connsiteY674" fmla="*/ 3811804 h 6858000"/>
              <a:gd name="connsiteX675" fmla="*/ 542867 w 7467600"/>
              <a:gd name="connsiteY675" fmla="*/ 4944092 h 6858000"/>
              <a:gd name="connsiteX676" fmla="*/ 515800 w 7467600"/>
              <a:gd name="connsiteY676" fmla="*/ 4862180 h 6858000"/>
              <a:gd name="connsiteX677" fmla="*/ 909145 w 7467600"/>
              <a:gd name="connsiteY677" fmla="*/ 4199225 h 6858000"/>
              <a:gd name="connsiteX678" fmla="*/ 1214067 w 7467600"/>
              <a:gd name="connsiteY678" fmla="*/ 3908561 h 6858000"/>
              <a:gd name="connsiteX679" fmla="*/ 640967 w 7467600"/>
              <a:gd name="connsiteY679" fmla="*/ 4105601 h 6858000"/>
              <a:gd name="connsiteX680" fmla="*/ 112563 w 7467600"/>
              <a:gd name="connsiteY680" fmla="*/ 4396952 h 6858000"/>
              <a:gd name="connsiteX681" fmla="*/ 0 w 7467600"/>
              <a:gd name="connsiteY681" fmla="*/ 4466006 h 6858000"/>
              <a:gd name="connsiteX682" fmla="*/ 0 w 7467600"/>
              <a:gd name="connsiteY682" fmla="*/ 4233763 h 6858000"/>
              <a:gd name="connsiteX683" fmla="*/ 36881 w 7467600"/>
              <a:gd name="connsiteY683" fmla="*/ 4200118 h 6858000"/>
              <a:gd name="connsiteX684" fmla="*/ 910534 w 7467600"/>
              <a:gd name="connsiteY684" fmla="*/ 3629753 h 6858000"/>
              <a:gd name="connsiteX685" fmla="*/ 1578717 w 7467600"/>
              <a:gd name="connsiteY685" fmla="*/ 3575982 h 6858000"/>
              <a:gd name="connsiteX686" fmla="*/ 2338780 w 7467600"/>
              <a:gd name="connsiteY686" fmla="*/ 3033725 h 6858000"/>
              <a:gd name="connsiteX687" fmla="*/ 1807991 w 7467600"/>
              <a:gd name="connsiteY687" fmla="*/ 2807184 h 6858000"/>
              <a:gd name="connsiteX688" fmla="*/ 1416358 w 7467600"/>
              <a:gd name="connsiteY688" fmla="*/ 3112571 h 6858000"/>
              <a:gd name="connsiteX689" fmla="*/ 939066 w 7467600"/>
              <a:gd name="connsiteY689" fmla="*/ 3378798 h 6858000"/>
              <a:gd name="connsiteX690" fmla="*/ 115099 w 7467600"/>
              <a:gd name="connsiteY690" fmla="*/ 3607650 h 6858000"/>
              <a:gd name="connsiteX691" fmla="*/ 97284 w 7467600"/>
              <a:gd name="connsiteY691" fmla="*/ 3520393 h 6858000"/>
              <a:gd name="connsiteX692" fmla="*/ 922050 w 7467600"/>
              <a:gd name="connsiteY692" fmla="*/ 3074867 h 6858000"/>
              <a:gd name="connsiteX693" fmla="*/ 1405265 w 7467600"/>
              <a:gd name="connsiteY693" fmla="*/ 3016319 h 6858000"/>
              <a:gd name="connsiteX694" fmla="*/ 1407512 w 7467600"/>
              <a:gd name="connsiteY694" fmla="*/ 3018001 h 6858000"/>
              <a:gd name="connsiteX695" fmla="*/ 1726266 w 7467600"/>
              <a:gd name="connsiteY695" fmla="*/ 2777274 h 6858000"/>
              <a:gd name="connsiteX696" fmla="*/ 625390 w 7467600"/>
              <a:gd name="connsiteY696" fmla="*/ 2514541 h 6858000"/>
              <a:gd name="connsiteX697" fmla="*/ 619799 w 7467600"/>
              <a:gd name="connsiteY697" fmla="*/ 2527180 h 6858000"/>
              <a:gd name="connsiteX698" fmla="*/ 310030 w 7467600"/>
              <a:gd name="connsiteY698" fmla="*/ 2771818 h 6858000"/>
              <a:gd name="connsiteX699" fmla="*/ 173877 w 7467600"/>
              <a:gd name="connsiteY699" fmla="*/ 2937056 h 6858000"/>
              <a:gd name="connsiteX700" fmla="*/ 77889 w 7467600"/>
              <a:gd name="connsiteY700" fmla="*/ 3138440 h 6858000"/>
              <a:gd name="connsiteX701" fmla="*/ 0 w 7467600"/>
              <a:gd name="connsiteY701" fmla="*/ 3271395 h 6858000"/>
              <a:gd name="connsiteX702" fmla="*/ 0 w 7467600"/>
              <a:gd name="connsiteY702" fmla="*/ 3153002 h 6858000"/>
              <a:gd name="connsiteX703" fmla="*/ 2386 w 7467600"/>
              <a:gd name="connsiteY703" fmla="*/ 3149203 h 6858000"/>
              <a:gd name="connsiteX704" fmla="*/ 89753 w 7467600"/>
              <a:gd name="connsiteY704" fmla="*/ 2987702 h 6858000"/>
              <a:gd name="connsiteX705" fmla="*/ 76869 w 7467600"/>
              <a:gd name="connsiteY705" fmla="*/ 3005404 h 6858000"/>
              <a:gd name="connsiteX706" fmla="*/ 32049 w 7467600"/>
              <a:gd name="connsiteY706" fmla="*/ 3065814 h 6858000"/>
              <a:gd name="connsiteX707" fmla="*/ 0 w 7467600"/>
              <a:gd name="connsiteY707" fmla="*/ 3108744 h 6858000"/>
              <a:gd name="connsiteX708" fmla="*/ 0 w 7467600"/>
              <a:gd name="connsiteY708" fmla="*/ 3058059 h 6858000"/>
              <a:gd name="connsiteX709" fmla="*/ 7610 w 7467600"/>
              <a:gd name="connsiteY709" fmla="*/ 3047889 h 6858000"/>
              <a:gd name="connsiteX710" fmla="*/ 52419 w 7467600"/>
              <a:gd name="connsiteY710" fmla="*/ 2987479 h 6858000"/>
              <a:gd name="connsiteX711" fmla="*/ 59142 w 7467600"/>
              <a:gd name="connsiteY711" fmla="*/ 2978488 h 6858000"/>
              <a:gd name="connsiteX712" fmla="*/ 0 w 7467600"/>
              <a:gd name="connsiteY712" fmla="*/ 3015334 h 6858000"/>
              <a:gd name="connsiteX713" fmla="*/ 0 w 7467600"/>
              <a:gd name="connsiteY713" fmla="*/ 2914286 h 6858000"/>
              <a:gd name="connsiteX714" fmla="*/ 36383 w 7467600"/>
              <a:gd name="connsiteY714" fmla="*/ 2901128 h 6858000"/>
              <a:gd name="connsiteX715" fmla="*/ 156329 w 7467600"/>
              <a:gd name="connsiteY715" fmla="*/ 2840533 h 6858000"/>
              <a:gd name="connsiteX716" fmla="*/ 358355 w 7467600"/>
              <a:gd name="connsiteY716" fmla="*/ 2620471 h 6858000"/>
              <a:gd name="connsiteX717" fmla="*/ 510577 w 7467600"/>
              <a:gd name="connsiteY717" fmla="*/ 2501244 h 6858000"/>
              <a:gd name="connsiteX718" fmla="*/ 211967 w 7467600"/>
              <a:gd name="connsiteY718" fmla="*/ 2479171 h 6858000"/>
              <a:gd name="connsiteX719" fmla="*/ 0 w 7467600"/>
              <a:gd name="connsiteY719" fmla="*/ 2476398 h 6858000"/>
              <a:gd name="connsiteX720" fmla="*/ 0 w 7467600"/>
              <a:gd name="connsiteY720" fmla="*/ 2389189 h 6858000"/>
              <a:gd name="connsiteX721" fmla="*/ 103062 w 7467600"/>
              <a:gd name="connsiteY721" fmla="*/ 2389518 h 6858000"/>
              <a:gd name="connsiteX722" fmla="*/ 510734 w 7467600"/>
              <a:gd name="connsiteY722" fmla="*/ 2416201 h 6858000"/>
              <a:gd name="connsiteX723" fmla="*/ 279257 w 7467600"/>
              <a:gd name="connsiteY723" fmla="*/ 2092102 h 6858000"/>
              <a:gd name="connsiteX724" fmla="*/ 65265 w 7467600"/>
              <a:gd name="connsiteY724" fmla="*/ 2006049 h 6858000"/>
              <a:gd name="connsiteX725" fmla="*/ 0 w 7467600"/>
              <a:gd name="connsiteY725" fmla="*/ 1982532 h 6858000"/>
              <a:gd name="connsiteX726" fmla="*/ 0 w 7467600"/>
              <a:gd name="connsiteY726" fmla="*/ 1912789 h 6858000"/>
              <a:gd name="connsiteX727" fmla="*/ 97460 w 7467600"/>
              <a:gd name="connsiteY727" fmla="*/ 1953725 h 6858000"/>
              <a:gd name="connsiteX728" fmla="*/ 221272 w 7467600"/>
              <a:gd name="connsiteY728" fmla="*/ 1980766 h 6858000"/>
              <a:gd name="connsiteX729" fmla="*/ 116765 w 7467600"/>
              <a:gd name="connsiteY729" fmla="*/ 1911033 h 6858000"/>
              <a:gd name="connsiteX730" fmla="*/ 16405 w 7467600"/>
              <a:gd name="connsiteY730" fmla="*/ 1803412 h 6858000"/>
              <a:gd name="connsiteX731" fmla="*/ 0 w 7467600"/>
              <a:gd name="connsiteY731" fmla="*/ 1784777 h 6858000"/>
              <a:gd name="connsiteX732" fmla="*/ 0 w 7467600"/>
              <a:gd name="connsiteY732" fmla="*/ 1740082 h 6858000"/>
              <a:gd name="connsiteX733" fmla="*/ 39394 w 7467600"/>
              <a:gd name="connsiteY733" fmla="*/ 1784856 h 6858000"/>
              <a:gd name="connsiteX734" fmla="*/ 135813 w 7467600"/>
              <a:gd name="connsiteY734" fmla="*/ 1888838 h 6858000"/>
              <a:gd name="connsiteX735" fmla="*/ 242575 w 7467600"/>
              <a:gd name="connsiteY735" fmla="*/ 1958841 h 6858000"/>
              <a:gd name="connsiteX736" fmla="*/ 82197 w 7467600"/>
              <a:gd name="connsiteY736" fmla="*/ 1754826 h 6858000"/>
              <a:gd name="connsiteX737" fmla="*/ 0 w 7467600"/>
              <a:gd name="connsiteY737" fmla="*/ 1679650 h 6858000"/>
              <a:gd name="connsiteX738" fmla="*/ 0 w 7467600"/>
              <a:gd name="connsiteY738" fmla="*/ 1602463 h 6858000"/>
              <a:gd name="connsiteX739" fmla="*/ 84689 w 7467600"/>
              <a:gd name="connsiteY739" fmla="*/ 1677442 h 6858000"/>
              <a:gd name="connsiteX740" fmla="*/ 298437 w 7467600"/>
              <a:gd name="connsiteY740" fmla="*/ 1968019 h 6858000"/>
              <a:gd name="connsiteX741" fmla="*/ 227269 w 7467600"/>
              <a:gd name="connsiteY741" fmla="*/ 1114064 h 6858000"/>
              <a:gd name="connsiteX742" fmla="*/ 248003 w 7467600"/>
              <a:gd name="connsiteY742" fmla="*/ 1089613 h 6858000"/>
              <a:gd name="connsiteX743" fmla="*/ 427020 w 7467600"/>
              <a:gd name="connsiteY743" fmla="*/ 1619803 h 6858000"/>
              <a:gd name="connsiteX744" fmla="*/ 340345 w 7467600"/>
              <a:gd name="connsiteY744" fmla="*/ 2027739 h 6858000"/>
              <a:gd name="connsiteX745" fmla="*/ 360865 w 7467600"/>
              <a:gd name="connsiteY745" fmla="*/ 2044827 h 6858000"/>
              <a:gd name="connsiteX746" fmla="*/ 560414 w 7467600"/>
              <a:gd name="connsiteY746" fmla="*/ 2421457 h 6858000"/>
              <a:gd name="connsiteX747" fmla="*/ 1359703 w 7467600"/>
              <a:gd name="connsiteY747" fmla="*/ 2578554 h 6858000"/>
              <a:gd name="connsiteX748" fmla="*/ 1359422 w 7467600"/>
              <a:gd name="connsiteY748" fmla="*/ 2577994 h 6858000"/>
              <a:gd name="connsiteX749" fmla="*/ 828701 w 7467600"/>
              <a:gd name="connsiteY749" fmla="*/ 1839520 h 6858000"/>
              <a:gd name="connsiteX750" fmla="*/ 494427 w 7467600"/>
              <a:gd name="connsiteY750" fmla="*/ 1092333 h 6858000"/>
              <a:gd name="connsiteX751" fmla="*/ 506322 w 7467600"/>
              <a:gd name="connsiteY751" fmla="*/ 1020997 h 6858000"/>
              <a:gd name="connsiteX752" fmla="*/ 4570198 w 7467600"/>
              <a:gd name="connsiteY752" fmla="*/ 978081 h 6858000"/>
              <a:gd name="connsiteX753" fmla="*/ 4523691 w 7467600"/>
              <a:gd name="connsiteY753" fmla="*/ 1127776 h 6858000"/>
              <a:gd name="connsiteX754" fmla="*/ 4509875 w 7467600"/>
              <a:gd name="connsiteY754" fmla="*/ 1167552 h 6858000"/>
              <a:gd name="connsiteX755" fmla="*/ 4478168 w 7467600"/>
              <a:gd name="connsiteY755" fmla="*/ 1260735 h 6858000"/>
              <a:gd name="connsiteX756" fmla="*/ 4409309 w 7467600"/>
              <a:gd name="connsiteY756" fmla="*/ 1666996 h 6858000"/>
              <a:gd name="connsiteX757" fmla="*/ 4370031 w 7467600"/>
              <a:gd name="connsiteY757" fmla="*/ 1955666 h 6858000"/>
              <a:gd name="connsiteX758" fmla="*/ 4570198 w 7467600"/>
              <a:gd name="connsiteY758" fmla="*/ 978081 h 6858000"/>
              <a:gd name="connsiteX759" fmla="*/ 4557898 w 7467600"/>
              <a:gd name="connsiteY759" fmla="*/ 900011 h 6858000"/>
              <a:gd name="connsiteX760" fmla="*/ 4344840 w 7467600"/>
              <a:gd name="connsiteY760" fmla="*/ 1922038 h 6858000"/>
              <a:gd name="connsiteX761" fmla="*/ 4378710 w 7467600"/>
              <a:gd name="connsiteY761" fmla="*/ 1665516 h 6858000"/>
              <a:gd name="connsiteX762" fmla="*/ 4448798 w 7467600"/>
              <a:gd name="connsiteY762" fmla="*/ 1253024 h 6858000"/>
              <a:gd name="connsiteX763" fmla="*/ 4480315 w 7467600"/>
              <a:gd name="connsiteY763" fmla="*/ 1158454 h 6858000"/>
              <a:gd name="connsiteX764" fmla="*/ 4494133 w 7467600"/>
              <a:gd name="connsiteY764" fmla="*/ 1118676 h 6858000"/>
              <a:gd name="connsiteX765" fmla="*/ 4557898 w 7467600"/>
              <a:gd name="connsiteY765" fmla="*/ 900011 h 6858000"/>
              <a:gd name="connsiteX766" fmla="*/ 5870151 w 7467600"/>
              <a:gd name="connsiteY766" fmla="*/ 898890 h 6858000"/>
              <a:gd name="connsiteX767" fmla="*/ 5861335 w 7467600"/>
              <a:gd name="connsiteY767" fmla="*/ 899177 h 6858000"/>
              <a:gd name="connsiteX768" fmla="*/ 5843702 w 7467600"/>
              <a:gd name="connsiteY768" fmla="*/ 899748 h 6858000"/>
              <a:gd name="connsiteX769" fmla="*/ 5651107 w 7467600"/>
              <a:gd name="connsiteY769" fmla="*/ 920306 h 6858000"/>
              <a:gd name="connsiteX770" fmla="*/ 5459407 w 7467600"/>
              <a:gd name="connsiteY770" fmla="*/ 940975 h 6858000"/>
              <a:gd name="connsiteX771" fmla="*/ 5374846 w 7467600"/>
              <a:gd name="connsiteY771" fmla="*/ 941988 h 6858000"/>
              <a:gd name="connsiteX772" fmla="*/ 5256105 w 7467600"/>
              <a:gd name="connsiteY772" fmla="*/ 945632 h 6858000"/>
              <a:gd name="connsiteX773" fmla="*/ 5107071 w 7467600"/>
              <a:gd name="connsiteY773" fmla="*/ 969720 h 6858000"/>
              <a:gd name="connsiteX774" fmla="*/ 4998681 w 7467600"/>
              <a:gd name="connsiteY774" fmla="*/ 988771 h 6858000"/>
              <a:gd name="connsiteX775" fmla="*/ 5870151 w 7467600"/>
              <a:gd name="connsiteY775" fmla="*/ 898890 h 6858000"/>
              <a:gd name="connsiteX776" fmla="*/ 5504425 w 7467600"/>
              <a:gd name="connsiteY776" fmla="*/ 848067 h 6858000"/>
              <a:gd name="connsiteX777" fmla="*/ 4968849 w 7467600"/>
              <a:gd name="connsiteY777" fmla="*/ 962318 h 6858000"/>
              <a:gd name="connsiteX778" fmla="*/ 5104039 w 7467600"/>
              <a:gd name="connsiteY778" fmla="*/ 940634 h 6858000"/>
              <a:gd name="connsiteX779" fmla="*/ 5256311 w 7467600"/>
              <a:gd name="connsiteY779" fmla="*/ 916490 h 6858000"/>
              <a:gd name="connsiteX780" fmla="*/ 5377381 w 7467600"/>
              <a:gd name="connsiteY780" fmla="*/ 912671 h 6858000"/>
              <a:gd name="connsiteX781" fmla="*/ 5460148 w 7467600"/>
              <a:gd name="connsiteY781" fmla="*/ 911442 h 6858000"/>
              <a:gd name="connsiteX782" fmla="*/ 5648971 w 7467600"/>
              <a:gd name="connsiteY782" fmla="*/ 891331 h 6858000"/>
              <a:gd name="connsiteX783" fmla="*/ 5844807 w 7467600"/>
              <a:gd name="connsiteY783" fmla="*/ 870718 h 6858000"/>
              <a:gd name="connsiteX784" fmla="*/ 5862975 w 7467600"/>
              <a:gd name="connsiteY784" fmla="*/ 869756 h 6858000"/>
              <a:gd name="connsiteX785" fmla="*/ 5920887 w 7467600"/>
              <a:gd name="connsiteY785" fmla="*/ 865929 h 6858000"/>
              <a:gd name="connsiteX786" fmla="*/ 5504425 w 7467600"/>
              <a:gd name="connsiteY786" fmla="*/ 848067 h 6858000"/>
              <a:gd name="connsiteX787" fmla="*/ 3607114 w 7467600"/>
              <a:gd name="connsiteY787" fmla="*/ 467441 h 6858000"/>
              <a:gd name="connsiteX788" fmla="*/ 3296242 w 7467600"/>
              <a:gd name="connsiteY788" fmla="*/ 807991 h 6858000"/>
              <a:gd name="connsiteX789" fmla="*/ 3174674 w 7467600"/>
              <a:gd name="connsiteY789" fmla="*/ 919759 h 6858000"/>
              <a:gd name="connsiteX790" fmla="*/ 3042978 w 7467600"/>
              <a:gd name="connsiteY790" fmla="*/ 1054894 h 6858000"/>
              <a:gd name="connsiteX791" fmla="*/ 2968914 w 7467600"/>
              <a:gd name="connsiteY791" fmla="*/ 1133756 h 6858000"/>
              <a:gd name="connsiteX792" fmla="*/ 3103823 w 7467600"/>
              <a:gd name="connsiteY792" fmla="*/ 1026814 h 6858000"/>
              <a:gd name="connsiteX793" fmla="*/ 3607114 w 7467600"/>
              <a:gd name="connsiteY793" fmla="*/ 467441 h 6858000"/>
              <a:gd name="connsiteX794" fmla="*/ 3744487 w 7467600"/>
              <a:gd name="connsiteY794" fmla="*/ 383136 h 6858000"/>
              <a:gd name="connsiteX795" fmla="*/ 3970213 w 7467600"/>
              <a:gd name="connsiteY795" fmla="*/ 995559 h 6858000"/>
              <a:gd name="connsiteX796" fmla="*/ 3744487 w 7467600"/>
              <a:gd name="connsiteY796" fmla="*/ 383136 h 6858000"/>
              <a:gd name="connsiteX797" fmla="*/ 3624562 w 7467600"/>
              <a:gd name="connsiteY797" fmla="*/ 367041 h 6858000"/>
              <a:gd name="connsiteX798" fmla="*/ 3489712 w 7467600"/>
              <a:gd name="connsiteY798" fmla="*/ 485386 h 6858000"/>
              <a:gd name="connsiteX799" fmla="*/ 3182994 w 7467600"/>
              <a:gd name="connsiteY799" fmla="*/ 828265 h 6858000"/>
              <a:gd name="connsiteX800" fmla="*/ 2892114 w 7467600"/>
              <a:gd name="connsiteY800" fmla="*/ 1172635 h 6858000"/>
              <a:gd name="connsiteX801" fmla="*/ 3021459 w 7467600"/>
              <a:gd name="connsiteY801" fmla="*/ 1035385 h 6858000"/>
              <a:gd name="connsiteX802" fmla="*/ 3153873 w 7467600"/>
              <a:gd name="connsiteY802" fmla="*/ 898971 h 6858000"/>
              <a:gd name="connsiteX803" fmla="*/ 3276511 w 7467600"/>
              <a:gd name="connsiteY803" fmla="*/ 786423 h 6858000"/>
              <a:gd name="connsiteX804" fmla="*/ 3584154 w 7467600"/>
              <a:gd name="connsiteY804" fmla="*/ 448218 h 6858000"/>
              <a:gd name="connsiteX805" fmla="*/ 3624562 w 7467600"/>
              <a:gd name="connsiteY805" fmla="*/ 367041 h 6858000"/>
              <a:gd name="connsiteX806" fmla="*/ 3766672 w 7467600"/>
              <a:gd name="connsiteY806" fmla="*/ 359429 h 6858000"/>
              <a:gd name="connsiteX807" fmla="*/ 3996338 w 7467600"/>
              <a:gd name="connsiteY807" fmla="*/ 968237 h 6858000"/>
              <a:gd name="connsiteX808" fmla="*/ 3766672 w 7467600"/>
              <a:gd name="connsiteY808" fmla="*/ 359429 h 6858000"/>
              <a:gd name="connsiteX809" fmla="*/ 5805386 w 7467600"/>
              <a:gd name="connsiteY809" fmla="*/ 239240 h 6858000"/>
              <a:gd name="connsiteX810" fmla="*/ 5736947 w 7467600"/>
              <a:gd name="connsiteY810" fmla="*/ 261367 h 6858000"/>
              <a:gd name="connsiteX811" fmla="*/ 5427012 w 7467600"/>
              <a:gd name="connsiteY811" fmla="*/ 311272 h 6858000"/>
              <a:gd name="connsiteX812" fmla="*/ 5147818 w 7467600"/>
              <a:gd name="connsiteY812" fmla="*/ 322112 h 6858000"/>
              <a:gd name="connsiteX813" fmla="*/ 5060854 w 7467600"/>
              <a:gd name="connsiteY813" fmla="*/ 311882 h 6858000"/>
              <a:gd name="connsiteX814" fmla="*/ 4945989 w 7467600"/>
              <a:gd name="connsiteY814" fmla="*/ 300516 h 6858000"/>
              <a:gd name="connsiteX815" fmla="*/ 5410479 w 7467600"/>
              <a:gd name="connsiteY815" fmla="*/ 348434 h 6858000"/>
              <a:gd name="connsiteX816" fmla="*/ 5805386 w 7467600"/>
              <a:gd name="connsiteY816" fmla="*/ 239240 h 6858000"/>
              <a:gd name="connsiteX817" fmla="*/ 5905192 w 7467600"/>
              <a:gd name="connsiteY817" fmla="*/ 163079 h 6858000"/>
              <a:gd name="connsiteX818" fmla="*/ 5865655 w 7467600"/>
              <a:gd name="connsiteY818" fmla="*/ 171901 h 6858000"/>
              <a:gd name="connsiteX819" fmla="*/ 5259740 w 7467600"/>
              <a:gd name="connsiteY819" fmla="*/ 257013 h 6858000"/>
              <a:gd name="connsiteX820" fmla="*/ 5208466 w 7467600"/>
              <a:gd name="connsiteY820" fmla="*/ 257550 h 6858000"/>
              <a:gd name="connsiteX821" fmla="*/ 4980204 w 7467600"/>
              <a:gd name="connsiteY821" fmla="*/ 271903 h 6858000"/>
              <a:gd name="connsiteX822" fmla="*/ 5068068 w 7467600"/>
              <a:gd name="connsiteY822" fmla="*/ 282244 h 6858000"/>
              <a:gd name="connsiteX823" fmla="*/ 5153231 w 7467600"/>
              <a:gd name="connsiteY823" fmla="*/ 292240 h 6858000"/>
              <a:gd name="connsiteX824" fmla="*/ 5426491 w 7467600"/>
              <a:gd name="connsiteY824" fmla="*/ 281128 h 6858000"/>
              <a:gd name="connsiteX825" fmla="*/ 5731212 w 7467600"/>
              <a:gd name="connsiteY825" fmla="*/ 231951 h 6858000"/>
              <a:gd name="connsiteX826" fmla="*/ 5905192 w 7467600"/>
              <a:gd name="connsiteY826" fmla="*/ 163079 h 6858000"/>
              <a:gd name="connsiteX827" fmla="*/ 5944437 w 7467600"/>
              <a:gd name="connsiteY827" fmla="*/ 113829 h 6858000"/>
              <a:gd name="connsiteX828" fmla="*/ 5825032 w 7467600"/>
              <a:gd name="connsiteY828" fmla="*/ 146405 h 6858000"/>
              <a:gd name="connsiteX829" fmla="*/ 4955599 w 7467600"/>
              <a:gd name="connsiteY829" fmla="*/ 247008 h 6858000"/>
              <a:gd name="connsiteX830" fmla="*/ 5210104 w 7467600"/>
              <a:gd name="connsiteY830" fmla="*/ 228123 h 6858000"/>
              <a:gd name="connsiteX831" fmla="*/ 5261015 w 7467600"/>
              <a:gd name="connsiteY831" fmla="*/ 227087 h 6858000"/>
              <a:gd name="connsiteX832" fmla="*/ 5861181 w 7467600"/>
              <a:gd name="connsiteY832" fmla="*/ 143093 h 6858000"/>
              <a:gd name="connsiteX833" fmla="*/ 5961252 w 7467600"/>
              <a:gd name="connsiteY833" fmla="*/ 114820 h 6858000"/>
              <a:gd name="connsiteX834" fmla="*/ 5944437 w 7467600"/>
              <a:gd name="connsiteY834" fmla="*/ 113829 h 6858000"/>
              <a:gd name="connsiteX835" fmla="*/ 3882765 w 7467600"/>
              <a:gd name="connsiteY835" fmla="*/ 0 h 6858000"/>
              <a:gd name="connsiteX836" fmla="*/ 3995099 w 7467600"/>
              <a:gd name="connsiteY836" fmla="*/ 0 h 6858000"/>
              <a:gd name="connsiteX837" fmla="*/ 4163818 w 7467600"/>
              <a:gd name="connsiteY837" fmla="*/ 234104 h 6858000"/>
              <a:gd name="connsiteX838" fmla="*/ 4172099 w 7467600"/>
              <a:gd name="connsiteY838" fmla="*/ 234207 h 6858000"/>
              <a:gd name="connsiteX839" fmla="*/ 4784282 w 7467600"/>
              <a:gd name="connsiteY839" fmla="*/ 276561 h 6858000"/>
              <a:gd name="connsiteX840" fmla="*/ 4801687 w 7467600"/>
              <a:gd name="connsiteY840" fmla="*/ 267764 h 6858000"/>
              <a:gd name="connsiteX841" fmla="*/ 6082788 w 7467600"/>
              <a:gd name="connsiteY841" fmla="*/ 64119 h 6858000"/>
              <a:gd name="connsiteX842" fmla="*/ 6099442 w 7467600"/>
              <a:gd name="connsiteY842" fmla="*/ 82568 h 6858000"/>
              <a:gd name="connsiteX843" fmla="*/ 4804137 w 7467600"/>
              <a:gd name="connsiteY843" fmla="*/ 320931 h 6858000"/>
              <a:gd name="connsiteX844" fmla="*/ 4227047 w 7467600"/>
              <a:gd name="connsiteY844" fmla="*/ 313415 h 6858000"/>
              <a:gd name="connsiteX845" fmla="*/ 4346041 w 7467600"/>
              <a:gd name="connsiteY845" fmla="*/ 456086 h 6858000"/>
              <a:gd name="connsiteX846" fmla="*/ 4870967 w 7467600"/>
              <a:gd name="connsiteY846" fmla="*/ 963061 h 6858000"/>
              <a:gd name="connsiteX847" fmla="*/ 4889647 w 7467600"/>
              <a:gd name="connsiteY847" fmla="*/ 957147 h 6858000"/>
              <a:gd name="connsiteX848" fmla="*/ 5422504 w 7467600"/>
              <a:gd name="connsiteY848" fmla="*/ 805191 h 6858000"/>
              <a:gd name="connsiteX849" fmla="*/ 6087656 w 7467600"/>
              <a:gd name="connsiteY849" fmla="*/ 826703 h 6858000"/>
              <a:gd name="connsiteX850" fmla="*/ 6058717 w 7467600"/>
              <a:gd name="connsiteY850" fmla="*/ 865992 h 6858000"/>
              <a:gd name="connsiteX851" fmla="*/ 4974153 w 7467600"/>
              <a:gd name="connsiteY851" fmla="*/ 1045456 h 6858000"/>
              <a:gd name="connsiteX852" fmla="*/ 5627835 w 7467600"/>
              <a:gd name="connsiteY852" fmla="*/ 1472077 h 6858000"/>
              <a:gd name="connsiteX853" fmla="*/ 5629817 w 7467600"/>
              <a:gd name="connsiteY853" fmla="*/ 1471412 h 6858000"/>
              <a:gd name="connsiteX854" fmla="*/ 5634124 w 7467600"/>
              <a:gd name="connsiteY854" fmla="*/ 1470572 h 6858000"/>
              <a:gd name="connsiteX855" fmla="*/ 5755832 w 7467600"/>
              <a:gd name="connsiteY855" fmla="*/ 1383886 h 6858000"/>
              <a:gd name="connsiteX856" fmla="*/ 6014186 w 7467600"/>
              <a:gd name="connsiteY856" fmla="*/ 1279799 h 6858000"/>
              <a:gd name="connsiteX857" fmla="*/ 6901619 w 7467600"/>
              <a:gd name="connsiteY857" fmla="*/ 1047874 h 6858000"/>
              <a:gd name="connsiteX858" fmla="*/ 6931566 w 7467600"/>
              <a:gd name="connsiteY858" fmla="*/ 1062034 h 6858000"/>
              <a:gd name="connsiteX859" fmla="*/ 5790982 w 7467600"/>
              <a:gd name="connsiteY859" fmla="*/ 1561380 h 6858000"/>
              <a:gd name="connsiteX860" fmla="*/ 6188971 w 7467600"/>
              <a:gd name="connsiteY860" fmla="*/ 1755168 h 6858000"/>
              <a:gd name="connsiteX861" fmla="*/ 6202446 w 7467600"/>
              <a:gd name="connsiteY861" fmla="*/ 1752268 h 6858000"/>
              <a:gd name="connsiteX862" fmla="*/ 7179560 w 7467600"/>
              <a:gd name="connsiteY862" fmla="*/ 1467551 h 6858000"/>
              <a:gd name="connsiteX863" fmla="*/ 7158730 w 7467600"/>
              <a:gd name="connsiteY863" fmla="*/ 1507835 h 6858000"/>
              <a:gd name="connsiteX864" fmla="*/ 6326959 w 7467600"/>
              <a:gd name="connsiteY864" fmla="*/ 1817686 h 6858000"/>
              <a:gd name="connsiteX865" fmla="*/ 6537433 w 7467600"/>
              <a:gd name="connsiteY865" fmla="*/ 1907790 h 6858000"/>
              <a:gd name="connsiteX866" fmla="*/ 6550221 w 7467600"/>
              <a:gd name="connsiteY866" fmla="*/ 1910729 h 6858000"/>
              <a:gd name="connsiteX867" fmla="*/ 6964438 w 7467600"/>
              <a:gd name="connsiteY867" fmla="*/ 2209505 h 6858000"/>
              <a:gd name="connsiteX868" fmla="*/ 7367862 w 7467600"/>
              <a:gd name="connsiteY868" fmla="*/ 2806833 h 6858000"/>
              <a:gd name="connsiteX869" fmla="*/ 7364329 w 7467600"/>
              <a:gd name="connsiteY869" fmla="*/ 2826907 h 6858000"/>
              <a:gd name="connsiteX870" fmla="*/ 7290545 w 7467600"/>
              <a:gd name="connsiteY870" fmla="*/ 2850663 h 6858000"/>
              <a:gd name="connsiteX871" fmla="*/ 6472036 w 7467600"/>
              <a:gd name="connsiteY871" fmla="*/ 1959003 h 6858000"/>
              <a:gd name="connsiteX872" fmla="*/ 5792897 w 7467600"/>
              <a:gd name="connsiteY872" fmla="*/ 1647747 h 6858000"/>
              <a:gd name="connsiteX873" fmla="*/ 5842751 w 7467600"/>
              <a:gd name="connsiteY873" fmla="*/ 1816112 h 6858000"/>
              <a:gd name="connsiteX874" fmla="*/ 5847424 w 7467600"/>
              <a:gd name="connsiteY874" fmla="*/ 1815776 h 6858000"/>
              <a:gd name="connsiteX875" fmla="*/ 6399821 w 7467600"/>
              <a:gd name="connsiteY875" fmla="*/ 2344799 h 6858000"/>
              <a:gd name="connsiteX876" fmla="*/ 6323232 w 7467600"/>
              <a:gd name="connsiteY876" fmla="*/ 2389634 h 6858000"/>
              <a:gd name="connsiteX877" fmla="*/ 5942958 w 7467600"/>
              <a:gd name="connsiteY877" fmla="*/ 2077708 h 6858000"/>
              <a:gd name="connsiteX878" fmla="*/ 5921559 w 7467600"/>
              <a:gd name="connsiteY878" fmla="*/ 2378596 h 6858000"/>
              <a:gd name="connsiteX879" fmla="*/ 5817651 w 7467600"/>
              <a:gd name="connsiteY879" fmla="*/ 3023919 h 6858000"/>
              <a:gd name="connsiteX880" fmla="*/ 5729634 w 7467600"/>
              <a:gd name="connsiteY880" fmla="*/ 3051849 h 6858000"/>
              <a:gd name="connsiteX881" fmla="*/ 5611018 w 7467600"/>
              <a:gd name="connsiteY881" fmla="*/ 2316769 h 6858000"/>
              <a:gd name="connsiteX882" fmla="*/ 5687608 w 7467600"/>
              <a:gd name="connsiteY882" fmla="*/ 2039972 h 6858000"/>
              <a:gd name="connsiteX883" fmla="*/ 5657554 w 7467600"/>
              <a:gd name="connsiteY883" fmla="*/ 1576445 h 6858000"/>
              <a:gd name="connsiteX884" fmla="*/ 5150475 w 7467600"/>
              <a:gd name="connsiteY884" fmla="*/ 1274012 h 6858000"/>
              <a:gd name="connsiteX885" fmla="*/ 5349142 w 7467600"/>
              <a:gd name="connsiteY885" fmla="*/ 2204405 h 6858000"/>
              <a:gd name="connsiteX886" fmla="*/ 5262214 w 7467600"/>
              <a:gd name="connsiteY886" fmla="*/ 2233836 h 6858000"/>
              <a:gd name="connsiteX887" fmla="*/ 4981539 w 7467600"/>
              <a:gd name="connsiteY887" fmla="*/ 1542201 h 6858000"/>
              <a:gd name="connsiteX888" fmla="*/ 4958461 w 7467600"/>
              <a:gd name="connsiteY888" fmla="*/ 1136957 h 6858000"/>
              <a:gd name="connsiteX889" fmla="*/ 4655015 w 7467600"/>
              <a:gd name="connsiteY889" fmla="*/ 891426 h 6858000"/>
              <a:gd name="connsiteX890" fmla="*/ 4348002 w 7467600"/>
              <a:gd name="connsiteY890" fmla="*/ 2205895 h 6858000"/>
              <a:gd name="connsiteX891" fmla="*/ 4262250 w 7467600"/>
              <a:gd name="connsiteY891" fmla="*/ 2219972 h 6858000"/>
              <a:gd name="connsiteX892" fmla="*/ 4550611 w 7467600"/>
              <a:gd name="connsiteY892" fmla="*/ 817540 h 6858000"/>
              <a:gd name="connsiteX893" fmla="*/ 4564418 w 7467600"/>
              <a:gd name="connsiteY893" fmla="*/ 808293 h 6858000"/>
              <a:gd name="connsiteX894" fmla="*/ 4266388 w 7467600"/>
              <a:gd name="connsiteY894" fmla="*/ 500083 h 6858000"/>
              <a:gd name="connsiteX895" fmla="*/ 4032842 w 7467600"/>
              <a:gd name="connsiteY895" fmla="*/ 211809 h 6858000"/>
              <a:gd name="connsiteX896" fmla="*/ 3882765 w 7467600"/>
              <a:gd name="connsiteY896" fmla="*/ 0 h 6858000"/>
              <a:gd name="connsiteX897" fmla="*/ 3721337 w 7467600"/>
              <a:gd name="connsiteY897" fmla="*/ 0 h 6858000"/>
              <a:gd name="connsiteX898" fmla="*/ 3797544 w 7467600"/>
              <a:gd name="connsiteY898" fmla="*/ 0 h 6858000"/>
              <a:gd name="connsiteX899" fmla="*/ 3775734 w 7467600"/>
              <a:gd name="connsiteY899" fmla="*/ 95131 h 6858000"/>
              <a:gd name="connsiteX900" fmla="*/ 3724807 w 7467600"/>
              <a:gd name="connsiteY900" fmla="*/ 272257 h 6858000"/>
              <a:gd name="connsiteX901" fmla="*/ 3726844 w 7467600"/>
              <a:gd name="connsiteY901" fmla="*/ 282988 h 6858000"/>
              <a:gd name="connsiteX902" fmla="*/ 3742664 w 7467600"/>
              <a:gd name="connsiteY902" fmla="*/ 279918 h 6858000"/>
              <a:gd name="connsiteX903" fmla="*/ 4103910 w 7467600"/>
              <a:gd name="connsiteY903" fmla="*/ 1161917 h 6858000"/>
              <a:gd name="connsiteX904" fmla="*/ 4020269 w 7467600"/>
              <a:gd name="connsiteY904" fmla="*/ 1200406 h 6858000"/>
              <a:gd name="connsiteX905" fmla="*/ 3674882 w 7467600"/>
              <a:gd name="connsiteY905" fmla="*/ 488524 h 6858000"/>
              <a:gd name="connsiteX906" fmla="*/ 3132682 w 7467600"/>
              <a:gd name="connsiteY906" fmla="*/ 1072284 h 6858000"/>
              <a:gd name="connsiteX907" fmla="*/ 2716346 w 7467600"/>
              <a:gd name="connsiteY907" fmla="*/ 1276376 h 6858000"/>
              <a:gd name="connsiteX908" fmla="*/ 2716772 w 7467600"/>
              <a:gd name="connsiteY908" fmla="*/ 1255462 h 6858000"/>
              <a:gd name="connsiteX909" fmla="*/ 3471096 w 7467600"/>
              <a:gd name="connsiteY909" fmla="*/ 437072 h 6858000"/>
              <a:gd name="connsiteX910" fmla="*/ 3639057 w 7467600"/>
              <a:gd name="connsiteY910" fmla="*/ 286334 h 6858000"/>
              <a:gd name="connsiteX911" fmla="*/ 3640309 w 7467600"/>
              <a:gd name="connsiteY911" fmla="*/ 284664 h 6858000"/>
              <a:gd name="connsiteX912" fmla="*/ 3646022 w 7467600"/>
              <a:gd name="connsiteY912" fmla="*/ 276711 h 6858000"/>
              <a:gd name="connsiteX913" fmla="*/ 3707943 w 7467600"/>
              <a:gd name="connsiteY913" fmla="*/ 65958 h 6858000"/>
              <a:gd name="connsiteX914" fmla="*/ 3721337 w 7467600"/>
              <a:gd name="connsiteY914" fmla="*/ 0 h 6858000"/>
              <a:gd name="connsiteX915" fmla="*/ 2867960 w 7467600"/>
              <a:gd name="connsiteY915" fmla="*/ 0 h 6858000"/>
              <a:gd name="connsiteX916" fmla="*/ 2926351 w 7467600"/>
              <a:gd name="connsiteY916" fmla="*/ 0 h 6858000"/>
              <a:gd name="connsiteX917" fmla="*/ 2902823 w 7467600"/>
              <a:gd name="connsiteY917" fmla="*/ 262929 h 6858000"/>
              <a:gd name="connsiteX918" fmla="*/ 2940663 w 7467600"/>
              <a:gd name="connsiteY918" fmla="*/ 140884 h 6858000"/>
              <a:gd name="connsiteX919" fmla="*/ 2947039 w 7467600"/>
              <a:gd name="connsiteY919" fmla="*/ 122524 h 6858000"/>
              <a:gd name="connsiteX920" fmla="*/ 2984316 w 7467600"/>
              <a:gd name="connsiteY920" fmla="*/ 0 h 6858000"/>
              <a:gd name="connsiteX921" fmla="*/ 3016114 w 7467600"/>
              <a:gd name="connsiteY921" fmla="*/ 0 h 6858000"/>
              <a:gd name="connsiteX922" fmla="*/ 2979949 w 7467600"/>
              <a:gd name="connsiteY922" fmla="*/ 119274 h 6858000"/>
              <a:gd name="connsiteX923" fmla="*/ 3023879 w 7467600"/>
              <a:gd name="connsiteY923" fmla="*/ 0 h 6858000"/>
              <a:gd name="connsiteX924" fmla="*/ 3105400 w 7467600"/>
              <a:gd name="connsiteY924" fmla="*/ 0 h 6858000"/>
              <a:gd name="connsiteX925" fmla="*/ 3094669 w 7467600"/>
              <a:gd name="connsiteY925" fmla="*/ 30308 h 6858000"/>
              <a:gd name="connsiteX926" fmla="*/ 2901945 w 7467600"/>
              <a:gd name="connsiteY926" fmla="*/ 466538 h 6858000"/>
              <a:gd name="connsiteX927" fmla="*/ 2815209 w 7467600"/>
              <a:gd name="connsiteY927" fmla="*/ 497361 h 6858000"/>
              <a:gd name="connsiteX928" fmla="*/ 2844845 w 7467600"/>
              <a:gd name="connsiteY928" fmla="*/ 127638 h 6858000"/>
              <a:gd name="connsiteX929" fmla="*/ 2867960 w 7467600"/>
              <a:gd name="connsiteY929" fmla="*/ 0 h 6858000"/>
              <a:gd name="connsiteX930" fmla="*/ 1057230 w 7467600"/>
              <a:gd name="connsiteY930" fmla="*/ 0 h 6858000"/>
              <a:gd name="connsiteX931" fmla="*/ 1111003 w 7467600"/>
              <a:gd name="connsiteY931" fmla="*/ 0 h 6858000"/>
              <a:gd name="connsiteX932" fmla="*/ 1125553 w 7467600"/>
              <a:gd name="connsiteY932" fmla="*/ 52588 h 6858000"/>
              <a:gd name="connsiteX933" fmla="*/ 1304276 w 7467600"/>
              <a:gd name="connsiteY933" fmla="*/ 476275 h 6858000"/>
              <a:gd name="connsiteX934" fmla="*/ 1492066 w 7467600"/>
              <a:gd name="connsiteY934" fmla="*/ 886333 h 6858000"/>
              <a:gd name="connsiteX935" fmla="*/ 1423698 w 7467600"/>
              <a:gd name="connsiteY935" fmla="*/ 710817 h 6858000"/>
              <a:gd name="connsiteX936" fmla="*/ 1357609 w 7467600"/>
              <a:gd name="connsiteY936" fmla="*/ 532892 h 6858000"/>
              <a:gd name="connsiteX937" fmla="*/ 1309550 w 7467600"/>
              <a:gd name="connsiteY937" fmla="*/ 374031 h 6858000"/>
              <a:gd name="connsiteX938" fmla="*/ 1193673 w 7467600"/>
              <a:gd name="connsiteY938" fmla="*/ 49533 h 6858000"/>
              <a:gd name="connsiteX939" fmla="*/ 1164391 w 7467600"/>
              <a:gd name="connsiteY939" fmla="*/ 0 h 6858000"/>
              <a:gd name="connsiteX940" fmla="*/ 1200666 w 7467600"/>
              <a:gd name="connsiteY940" fmla="*/ 0 h 6858000"/>
              <a:gd name="connsiteX941" fmla="*/ 1223408 w 7467600"/>
              <a:gd name="connsiteY941" fmla="*/ 38996 h 6858000"/>
              <a:gd name="connsiteX942" fmla="*/ 1339635 w 7467600"/>
              <a:gd name="connsiteY942" fmla="*/ 365517 h 6858000"/>
              <a:gd name="connsiteX943" fmla="*/ 1387469 w 7467600"/>
              <a:gd name="connsiteY943" fmla="*/ 523079 h 6858000"/>
              <a:gd name="connsiteX944" fmla="*/ 1452685 w 7467600"/>
              <a:gd name="connsiteY944" fmla="*/ 699806 h 6858000"/>
              <a:gd name="connsiteX945" fmla="*/ 1492092 w 7467600"/>
              <a:gd name="connsiteY945" fmla="*/ 800424 h 6858000"/>
              <a:gd name="connsiteX946" fmla="*/ 1455302 w 7467600"/>
              <a:gd name="connsiteY946" fmla="*/ 632913 h 6858000"/>
              <a:gd name="connsiteX947" fmla="*/ 1222336 w 7467600"/>
              <a:gd name="connsiteY947" fmla="*/ 9480 h 6858000"/>
              <a:gd name="connsiteX948" fmla="*/ 1214634 w 7467600"/>
              <a:gd name="connsiteY948" fmla="*/ 0 h 6858000"/>
              <a:gd name="connsiteX949" fmla="*/ 1289827 w 7467600"/>
              <a:gd name="connsiteY949" fmla="*/ 0 h 6858000"/>
              <a:gd name="connsiteX950" fmla="*/ 1321076 w 7467600"/>
              <a:gd name="connsiteY950" fmla="*/ 59722 h 6858000"/>
              <a:gd name="connsiteX951" fmla="*/ 1512579 w 7467600"/>
              <a:gd name="connsiteY951" fmla="*/ 626441 h 6858000"/>
              <a:gd name="connsiteX952" fmla="*/ 1506076 w 7467600"/>
              <a:gd name="connsiteY952" fmla="*/ 1089289 h 6858000"/>
              <a:gd name="connsiteX953" fmla="*/ 1486346 w 7467600"/>
              <a:gd name="connsiteY953" fmla="*/ 1079919 h 6858000"/>
              <a:gd name="connsiteX954" fmla="*/ 1070511 w 7467600"/>
              <a:gd name="connsiteY954" fmla="*/ 48609 h 6858000"/>
              <a:gd name="connsiteX955" fmla="*/ 1057230 w 7467600"/>
              <a:gd name="connsiteY955" fmla="*/ 0 h 6858000"/>
              <a:gd name="connsiteX956" fmla="*/ 43151 w 7467600"/>
              <a:gd name="connsiteY956" fmla="*/ 0 h 6858000"/>
              <a:gd name="connsiteX957" fmla="*/ 95283 w 7467600"/>
              <a:gd name="connsiteY957" fmla="*/ 0 h 6858000"/>
              <a:gd name="connsiteX958" fmla="*/ 300708 w 7467600"/>
              <a:gd name="connsiteY958" fmla="*/ 154571 h 6858000"/>
              <a:gd name="connsiteX959" fmla="*/ 530414 w 7467600"/>
              <a:gd name="connsiteY959" fmla="*/ 354673 h 6858000"/>
              <a:gd name="connsiteX960" fmla="*/ 333785 w 7467600"/>
              <a:gd name="connsiteY960" fmla="*/ 161564 h 6858000"/>
              <a:gd name="connsiteX961" fmla="*/ 147005 w 7467600"/>
              <a:gd name="connsiteY961" fmla="*/ 0 h 6858000"/>
              <a:gd name="connsiteX962" fmla="*/ 272509 w 7467600"/>
              <a:gd name="connsiteY962" fmla="*/ 0 h 6858000"/>
              <a:gd name="connsiteX963" fmla="*/ 326276 w 7467600"/>
              <a:gd name="connsiteY963" fmla="*/ 45847 h 6858000"/>
              <a:gd name="connsiteX964" fmla="*/ 823759 w 7467600"/>
              <a:gd name="connsiteY964" fmla="*/ 574145 h 6858000"/>
              <a:gd name="connsiteX965" fmla="*/ 811254 w 7467600"/>
              <a:gd name="connsiteY965" fmla="*/ 665546 h 6858000"/>
              <a:gd name="connsiteX966" fmla="*/ 154042 w 7467600"/>
              <a:gd name="connsiteY966" fmla="*/ 261522 h 6858000"/>
              <a:gd name="connsiteX967" fmla="*/ 13550 w 7467600"/>
              <a:gd name="connsiteY967" fmla="*/ 158423 h 6858000"/>
              <a:gd name="connsiteX968" fmla="*/ 0 w 7467600"/>
              <a:gd name="connsiteY968" fmla="*/ 146618 h 6858000"/>
              <a:gd name="connsiteX969" fmla="*/ 0 w 7467600"/>
              <a:gd name="connsiteY969" fmla="*/ 59161 h 6858000"/>
              <a:gd name="connsiteX970" fmla="*/ 45427 w 7467600"/>
              <a:gd name="connsiteY970" fmla="*/ 101078 h 6858000"/>
              <a:gd name="connsiteX971" fmla="*/ 630103 w 7467600"/>
              <a:gd name="connsiteY971" fmla="*/ 485885 h 6858000"/>
              <a:gd name="connsiteX972" fmla="*/ 532040 w 7467600"/>
              <a:gd name="connsiteY972" fmla="*/ 399359 h 6858000"/>
              <a:gd name="connsiteX973" fmla="*/ 517618 w 7467600"/>
              <a:gd name="connsiteY973" fmla="*/ 385726 h 6858000"/>
              <a:gd name="connsiteX974" fmla="*/ 285074 w 7467600"/>
              <a:gd name="connsiteY974" fmla="*/ 182755 h 6858000"/>
              <a:gd name="connsiteX975" fmla="*/ 43151 w 7467600"/>
              <a:gd name="connsiteY97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6946972 w 7467600"/>
              <a:gd name="connsiteY83" fmla="*/ 5526491 h 6858000"/>
              <a:gd name="connsiteX84" fmla="*/ 7105827 w 7467600"/>
              <a:gd name="connsiteY84" fmla="*/ 5718700 h 6858000"/>
              <a:gd name="connsiteX85" fmla="*/ 7356878 w 7467600"/>
              <a:gd name="connsiteY85" fmla="*/ 5981332 h 6858000"/>
              <a:gd name="connsiteX86" fmla="*/ 7467600 w 7467600"/>
              <a:gd name="connsiteY86" fmla="*/ 6117703 h 6858000"/>
              <a:gd name="connsiteX87" fmla="*/ 7467600 w 7467600"/>
              <a:gd name="connsiteY87" fmla="*/ 6163634 h 6858000"/>
              <a:gd name="connsiteX88" fmla="*/ 7403637 w 7467600"/>
              <a:gd name="connsiteY88" fmla="*/ 6083957 h 6858000"/>
              <a:gd name="connsiteX89" fmla="*/ 7254615 w 7467600"/>
              <a:gd name="connsiteY89" fmla="*/ 5911918 h 6858000"/>
              <a:gd name="connsiteX90" fmla="*/ 7312589 w 7467600"/>
              <a:gd name="connsiteY90" fmla="*/ 5982309 h 6858000"/>
              <a:gd name="connsiteX91" fmla="*/ 7448321 w 7467600"/>
              <a:gd name="connsiteY91" fmla="*/ 6190991 h 6858000"/>
              <a:gd name="connsiteX92" fmla="*/ 7467600 w 7467600"/>
              <a:gd name="connsiteY92" fmla="*/ 6221686 h 6858000"/>
              <a:gd name="connsiteX93" fmla="*/ 7467600 w 7467600"/>
              <a:gd name="connsiteY93" fmla="*/ 6334256 h 6858000"/>
              <a:gd name="connsiteX94" fmla="*/ 7454976 w 7467600"/>
              <a:gd name="connsiteY94" fmla="*/ 6318297 h 6858000"/>
              <a:gd name="connsiteX95" fmla="*/ 7042773 w 7467600"/>
              <a:gd name="connsiteY95" fmla="*/ 5734011 h 6858000"/>
              <a:gd name="connsiteX96" fmla="*/ 1456157 w 7467600"/>
              <a:gd name="connsiteY96" fmla="*/ 5371404 h 6858000"/>
              <a:gd name="connsiteX97" fmla="*/ 1244432 w 7467600"/>
              <a:gd name="connsiteY97" fmla="*/ 5385601 h 6858000"/>
              <a:gd name="connsiteX98" fmla="*/ 973990 w 7467600"/>
              <a:gd name="connsiteY98" fmla="*/ 5424940 h 6858000"/>
              <a:gd name="connsiteX99" fmla="*/ 1103809 w 7467600"/>
              <a:gd name="connsiteY99" fmla="*/ 5433720 h 6858000"/>
              <a:gd name="connsiteX100" fmla="*/ 1123454 w 7467600"/>
              <a:gd name="connsiteY100" fmla="*/ 5435727 h 6858000"/>
              <a:gd name="connsiteX101" fmla="*/ 1737017 w 7467600"/>
              <a:gd name="connsiteY101" fmla="*/ 5452183 h 6858000"/>
              <a:gd name="connsiteX102" fmla="*/ 1824397 w 7467600"/>
              <a:gd name="connsiteY102" fmla="*/ 5447757 h 6858000"/>
              <a:gd name="connsiteX103" fmla="*/ 2070059 w 7467600"/>
              <a:gd name="connsiteY103" fmla="*/ 5441660 h 6858000"/>
              <a:gd name="connsiteX104" fmla="*/ 1456157 w 7467600"/>
              <a:gd name="connsiteY104" fmla="*/ 5371404 h 6858000"/>
              <a:gd name="connsiteX105" fmla="*/ 4988186 w 7467600"/>
              <a:gd name="connsiteY105" fmla="*/ 5216467 h 6858000"/>
              <a:gd name="connsiteX106" fmla="*/ 4777334 w 7467600"/>
              <a:gd name="connsiteY106" fmla="*/ 5406072 h 6858000"/>
              <a:gd name="connsiteX107" fmla="*/ 4718341 w 7467600"/>
              <a:gd name="connsiteY107" fmla="*/ 5468043 h 6858000"/>
              <a:gd name="connsiteX108" fmla="*/ 4604655 w 7467600"/>
              <a:gd name="connsiteY108" fmla="*/ 5583434 h 6858000"/>
              <a:gd name="connsiteX109" fmla="*/ 4565074 w 7467600"/>
              <a:gd name="connsiteY109" fmla="*/ 5618550 h 6858000"/>
              <a:gd name="connsiteX110" fmla="*/ 4988186 w 7467600"/>
              <a:gd name="connsiteY110" fmla="*/ 5216467 h 6858000"/>
              <a:gd name="connsiteX111" fmla="*/ 4978032 w 7467600"/>
              <a:gd name="connsiteY111" fmla="*/ 5183809 h 6858000"/>
              <a:gd name="connsiteX112" fmla="*/ 4463413 w 7467600"/>
              <a:gd name="connsiteY112" fmla="*/ 5615162 h 6858000"/>
              <a:gd name="connsiteX113" fmla="*/ 4358134 w 7467600"/>
              <a:gd name="connsiteY113" fmla="*/ 5742791 h 6858000"/>
              <a:gd name="connsiteX114" fmla="*/ 4376219 w 7467600"/>
              <a:gd name="connsiteY114" fmla="*/ 5729027 h 6858000"/>
              <a:gd name="connsiteX115" fmla="*/ 4582340 w 7467600"/>
              <a:gd name="connsiteY115" fmla="*/ 5561037 h 6858000"/>
              <a:gd name="connsiteX116" fmla="*/ 4694684 w 7467600"/>
              <a:gd name="connsiteY116" fmla="*/ 5447098 h 6858000"/>
              <a:gd name="connsiteX117" fmla="*/ 4754123 w 7467600"/>
              <a:gd name="connsiteY117" fmla="*/ 5384643 h 6858000"/>
              <a:gd name="connsiteX118" fmla="*/ 4978032 w 7467600"/>
              <a:gd name="connsiteY118" fmla="*/ 5183809 h 6858000"/>
              <a:gd name="connsiteX119" fmla="*/ 1903353 w 7467600"/>
              <a:gd name="connsiteY119" fmla="*/ 5044827 h 6858000"/>
              <a:gd name="connsiteX120" fmla="*/ 1936931 w 7467600"/>
              <a:gd name="connsiteY120" fmla="*/ 5093954 h 6858000"/>
              <a:gd name="connsiteX121" fmla="*/ 2195868 w 7467600"/>
              <a:gd name="connsiteY121" fmla="*/ 5396574 h 6858000"/>
              <a:gd name="connsiteX122" fmla="*/ 2088852 w 7467600"/>
              <a:gd name="connsiteY122" fmla="*/ 5166123 h 6858000"/>
              <a:gd name="connsiteX123" fmla="*/ 1958241 w 7467600"/>
              <a:gd name="connsiteY123" fmla="*/ 5067955 h 6858000"/>
              <a:gd name="connsiteX124" fmla="*/ 1903353 w 7467600"/>
              <a:gd name="connsiteY124" fmla="*/ 5044827 h 6858000"/>
              <a:gd name="connsiteX125" fmla="*/ 1979378 w 7467600"/>
              <a:gd name="connsiteY125" fmla="*/ 4769504 h 6858000"/>
              <a:gd name="connsiteX126" fmla="*/ 2882120 w 7467600"/>
              <a:gd name="connsiteY126" fmla="*/ 5064547 h 6858000"/>
              <a:gd name="connsiteX127" fmla="*/ 2793103 w 7467600"/>
              <a:gd name="connsiteY127" fmla="*/ 5039699 h 6858000"/>
              <a:gd name="connsiteX128" fmla="*/ 2770041 w 7467600"/>
              <a:gd name="connsiteY128" fmla="*/ 5033634 h 6858000"/>
              <a:gd name="connsiteX129" fmla="*/ 1979378 w 7467600"/>
              <a:gd name="connsiteY129" fmla="*/ 4769504 h 6858000"/>
              <a:gd name="connsiteX130" fmla="*/ 1927410 w 7467600"/>
              <a:gd name="connsiteY130" fmla="*/ 4716164 h 6858000"/>
              <a:gd name="connsiteX131" fmla="*/ 1959587 w 7467600"/>
              <a:gd name="connsiteY131" fmla="*/ 4728849 h 6858000"/>
              <a:gd name="connsiteX132" fmla="*/ 2777707 w 7467600"/>
              <a:gd name="connsiteY132" fmla="*/ 5003991 h 6858000"/>
              <a:gd name="connsiteX133" fmla="*/ 2800768 w 7467600"/>
              <a:gd name="connsiteY133" fmla="*/ 5010056 h 6858000"/>
              <a:gd name="connsiteX134" fmla="*/ 2879408 w 7467600"/>
              <a:gd name="connsiteY134" fmla="*/ 5031590 h 6858000"/>
              <a:gd name="connsiteX135" fmla="*/ 2862295 w 7467600"/>
              <a:gd name="connsiteY135" fmla="*/ 5022958 h 6858000"/>
              <a:gd name="connsiteX136" fmla="*/ 2813343 w 7467600"/>
              <a:gd name="connsiteY136" fmla="*/ 4998369 h 6858000"/>
              <a:gd name="connsiteX137" fmla="*/ 2646245 w 7467600"/>
              <a:gd name="connsiteY137" fmla="*/ 4930999 h 6858000"/>
              <a:gd name="connsiteX138" fmla="*/ 1999243 w 7467600"/>
              <a:gd name="connsiteY138" fmla="*/ 4730524 h 6858000"/>
              <a:gd name="connsiteX139" fmla="*/ 1979527 w 7467600"/>
              <a:gd name="connsiteY139" fmla="*/ 4726651 h 6858000"/>
              <a:gd name="connsiteX140" fmla="*/ 1927410 w 7467600"/>
              <a:gd name="connsiteY140" fmla="*/ 4716164 h 6858000"/>
              <a:gd name="connsiteX141" fmla="*/ 1997014 w 7467600"/>
              <a:gd name="connsiteY141" fmla="*/ 4698007 h 6858000"/>
              <a:gd name="connsiteX142" fmla="*/ 2005458 w 7467600"/>
              <a:gd name="connsiteY142" fmla="*/ 4699540 h 6858000"/>
              <a:gd name="connsiteX143" fmla="*/ 2657186 w 7467600"/>
              <a:gd name="connsiteY143" fmla="*/ 4901687 h 6858000"/>
              <a:gd name="connsiteX144" fmla="*/ 2826662 w 7467600"/>
              <a:gd name="connsiteY144" fmla="*/ 4970362 h 6858000"/>
              <a:gd name="connsiteX145" fmla="*/ 2876100 w 7467600"/>
              <a:gd name="connsiteY145" fmla="*/ 4995397 h 6858000"/>
              <a:gd name="connsiteX146" fmla="*/ 3042600 w 7467600"/>
              <a:gd name="connsiteY146" fmla="*/ 5059532 h 6858000"/>
              <a:gd name="connsiteX147" fmla="*/ 1997014 w 7467600"/>
              <a:gd name="connsiteY147" fmla="*/ 4698007 h 6858000"/>
              <a:gd name="connsiteX148" fmla="*/ 2305292 w 7467600"/>
              <a:gd name="connsiteY148" fmla="*/ 4219492 h 6858000"/>
              <a:gd name="connsiteX149" fmla="*/ 3360922 w 7467600"/>
              <a:gd name="connsiteY149" fmla="*/ 4529373 h 6858000"/>
              <a:gd name="connsiteX150" fmla="*/ 3492420 w 7467600"/>
              <a:gd name="connsiteY150" fmla="*/ 4510145 h 6858000"/>
              <a:gd name="connsiteX151" fmla="*/ 3364086 w 7467600"/>
              <a:gd name="connsiteY151" fmla="*/ 4480340 h 6858000"/>
              <a:gd name="connsiteX152" fmla="*/ 3225818 w 7467600"/>
              <a:gd name="connsiteY152" fmla="*/ 4411822 h 6858000"/>
              <a:gd name="connsiteX153" fmla="*/ 3129696 w 7467600"/>
              <a:gd name="connsiteY153" fmla="*/ 4360704 h 6858000"/>
              <a:gd name="connsiteX154" fmla="*/ 2814545 w 7467600"/>
              <a:gd name="connsiteY154" fmla="*/ 4282955 h 6858000"/>
              <a:gd name="connsiteX155" fmla="*/ 2305292 w 7467600"/>
              <a:gd name="connsiteY155" fmla="*/ 4219492 h 6858000"/>
              <a:gd name="connsiteX156" fmla="*/ 2626982 w 7467600"/>
              <a:gd name="connsiteY156" fmla="*/ 4206450 h 6858000"/>
              <a:gd name="connsiteX157" fmla="*/ 2490617 w 7467600"/>
              <a:gd name="connsiteY157" fmla="*/ 4206951 h 6858000"/>
              <a:gd name="connsiteX158" fmla="*/ 2819869 w 7467600"/>
              <a:gd name="connsiteY158" fmla="*/ 4252936 h 6858000"/>
              <a:gd name="connsiteX159" fmla="*/ 3143018 w 7467600"/>
              <a:gd name="connsiteY159" fmla="*/ 4332698 h 6858000"/>
              <a:gd name="connsiteX160" fmla="*/ 3241520 w 7467600"/>
              <a:gd name="connsiteY160" fmla="*/ 4385112 h 6858000"/>
              <a:gd name="connsiteX161" fmla="*/ 3374575 w 7467600"/>
              <a:gd name="connsiteY161" fmla="*/ 4451517 h 6858000"/>
              <a:gd name="connsiteX162" fmla="*/ 3505221 w 7467600"/>
              <a:gd name="connsiteY162" fmla="*/ 4480757 h 6858000"/>
              <a:gd name="connsiteX163" fmla="*/ 2626982 w 7467600"/>
              <a:gd name="connsiteY163" fmla="*/ 4206450 h 6858000"/>
              <a:gd name="connsiteX164" fmla="*/ 1310106 w 7467600"/>
              <a:gd name="connsiteY164" fmla="*/ 3943217 h 6858000"/>
              <a:gd name="connsiteX165" fmla="*/ 854994 w 7467600"/>
              <a:gd name="connsiteY165" fmla="*/ 4399136 h 6858000"/>
              <a:gd name="connsiteX166" fmla="*/ 742462 w 7467600"/>
              <a:gd name="connsiteY166" fmla="*/ 4594648 h 6858000"/>
              <a:gd name="connsiteX167" fmla="*/ 820602 w 7467600"/>
              <a:gd name="connsiteY167" fmla="*/ 4485915 h 6858000"/>
              <a:gd name="connsiteX168" fmla="*/ 878295 w 7467600"/>
              <a:gd name="connsiteY168" fmla="*/ 4403594 h 6858000"/>
              <a:gd name="connsiteX169" fmla="*/ 1240607 w 7467600"/>
              <a:gd name="connsiteY169" fmla="*/ 4010401 h 6858000"/>
              <a:gd name="connsiteX170" fmla="*/ 1310106 w 7467600"/>
              <a:gd name="connsiteY170" fmla="*/ 3943217 h 6858000"/>
              <a:gd name="connsiteX171" fmla="*/ 1423113 w 7467600"/>
              <a:gd name="connsiteY171" fmla="*/ 3874565 h 6858000"/>
              <a:gd name="connsiteX172" fmla="*/ 1260565 w 7467600"/>
              <a:gd name="connsiteY172" fmla="*/ 4031982 h 6858000"/>
              <a:gd name="connsiteX173" fmla="*/ 901900 w 7467600"/>
              <a:gd name="connsiteY173" fmla="*/ 4421236 h 6858000"/>
              <a:gd name="connsiteX174" fmla="*/ 845044 w 7467600"/>
              <a:gd name="connsiteY174" fmla="*/ 4502436 h 6858000"/>
              <a:gd name="connsiteX175" fmla="*/ 685926 w 7467600"/>
              <a:gd name="connsiteY175" fmla="*/ 4703069 h 6858000"/>
              <a:gd name="connsiteX176" fmla="*/ 684248 w 7467600"/>
              <a:gd name="connsiteY176" fmla="*/ 4706721 h 6858000"/>
              <a:gd name="connsiteX177" fmla="*/ 1423113 w 7467600"/>
              <a:gd name="connsiteY177" fmla="*/ 3874565 h 6858000"/>
              <a:gd name="connsiteX178" fmla="*/ 3316479 w 7467600"/>
              <a:gd name="connsiteY178" fmla="*/ 3872136 h 6858000"/>
              <a:gd name="connsiteX179" fmla="*/ 3546806 w 7467600"/>
              <a:gd name="connsiteY179" fmla="*/ 4356139 h 6858000"/>
              <a:gd name="connsiteX180" fmla="*/ 3364433 w 7467600"/>
              <a:gd name="connsiteY180" fmla="*/ 3953121 h 6858000"/>
              <a:gd name="connsiteX181" fmla="*/ 3316479 w 7467600"/>
              <a:gd name="connsiteY181" fmla="*/ 3872136 h 6858000"/>
              <a:gd name="connsiteX182" fmla="*/ 3291335 w 7467600"/>
              <a:gd name="connsiteY182" fmla="*/ 3767420 h 6858000"/>
              <a:gd name="connsiteX183" fmla="*/ 3390805 w 7467600"/>
              <a:gd name="connsiteY183" fmla="*/ 3937163 h 6858000"/>
              <a:gd name="connsiteX184" fmla="*/ 3579062 w 7467600"/>
              <a:gd name="connsiteY184" fmla="*/ 4359040 h 6858000"/>
              <a:gd name="connsiteX185" fmla="*/ 3467355 w 7467600"/>
              <a:gd name="connsiteY185" fmla="*/ 3988130 h 6858000"/>
              <a:gd name="connsiteX186" fmla="*/ 3310753 w 7467600"/>
              <a:gd name="connsiteY186" fmla="*/ 3787140 h 6858000"/>
              <a:gd name="connsiteX187" fmla="*/ 3291335 w 7467600"/>
              <a:gd name="connsiteY187" fmla="*/ 3767420 h 6858000"/>
              <a:gd name="connsiteX188" fmla="*/ 1635889 w 7467600"/>
              <a:gd name="connsiteY188" fmla="*/ 3709494 h 6858000"/>
              <a:gd name="connsiteX189" fmla="*/ 1634800 w 7467600"/>
              <a:gd name="connsiteY189" fmla="*/ 3731111 h 6858000"/>
              <a:gd name="connsiteX190" fmla="*/ 1635889 w 7467600"/>
              <a:gd name="connsiteY190" fmla="*/ 3709494 h 6858000"/>
              <a:gd name="connsiteX191" fmla="*/ 1510397 w 7467600"/>
              <a:gd name="connsiteY191" fmla="*/ 3684705 h 6858000"/>
              <a:gd name="connsiteX192" fmla="*/ 1146550 w 7467600"/>
              <a:gd name="connsiteY192" fmla="*/ 3802012 h 6858000"/>
              <a:gd name="connsiteX193" fmla="*/ 698834 w 7467600"/>
              <a:gd name="connsiteY193" fmla="*/ 3952272 h 6858000"/>
              <a:gd name="connsiteX194" fmla="*/ 34256 w 7467600"/>
              <a:gd name="connsiteY194" fmla="*/ 4347603 h 6858000"/>
              <a:gd name="connsiteX195" fmla="*/ 527241 w 7467600"/>
              <a:gd name="connsiteY195" fmla="*/ 4065078 h 6858000"/>
              <a:gd name="connsiteX196" fmla="*/ 1510397 w 7467600"/>
              <a:gd name="connsiteY196" fmla="*/ 3684705 h 6858000"/>
              <a:gd name="connsiteX197" fmla="*/ 1313114 w 7467600"/>
              <a:gd name="connsiteY197" fmla="*/ 3655216 h 6858000"/>
              <a:gd name="connsiteX198" fmla="*/ 1109304 w 7467600"/>
              <a:gd name="connsiteY198" fmla="*/ 3669030 h 6858000"/>
              <a:gd name="connsiteX199" fmla="*/ 8129 w 7467600"/>
              <a:gd name="connsiteY199" fmla="*/ 4330519 h 6858000"/>
              <a:gd name="connsiteX200" fmla="*/ 687572 w 7467600"/>
              <a:gd name="connsiteY200" fmla="*/ 3925629 h 6858000"/>
              <a:gd name="connsiteX201" fmla="*/ 1138365 w 7467600"/>
              <a:gd name="connsiteY201" fmla="*/ 3774515 h 6858000"/>
              <a:gd name="connsiteX202" fmla="*/ 1505579 w 7467600"/>
              <a:gd name="connsiteY202" fmla="*/ 3655526 h 6858000"/>
              <a:gd name="connsiteX203" fmla="*/ 1313114 w 7467600"/>
              <a:gd name="connsiteY203" fmla="*/ 3655216 h 6858000"/>
              <a:gd name="connsiteX204" fmla="*/ 3655073 w 7467600"/>
              <a:gd name="connsiteY204" fmla="*/ 3650884 h 6858000"/>
              <a:gd name="connsiteX205" fmla="*/ 3989938 w 7467600"/>
              <a:gd name="connsiteY205" fmla="*/ 3991685 h 6858000"/>
              <a:gd name="connsiteX206" fmla="*/ 4393907 w 7467600"/>
              <a:gd name="connsiteY206" fmla="*/ 4261258 h 6858000"/>
              <a:gd name="connsiteX207" fmla="*/ 4648051 w 7467600"/>
              <a:gd name="connsiteY207" fmla="*/ 4374051 h 6858000"/>
              <a:gd name="connsiteX208" fmla="*/ 4383389 w 7467600"/>
              <a:gd name="connsiteY208" fmla="*/ 4184369 h 6858000"/>
              <a:gd name="connsiteX209" fmla="*/ 4165508 w 7467600"/>
              <a:gd name="connsiteY209" fmla="*/ 4035196 h 6858000"/>
              <a:gd name="connsiteX210" fmla="*/ 4068162 w 7467600"/>
              <a:gd name="connsiteY210" fmla="*/ 3953394 h 6858000"/>
              <a:gd name="connsiteX211" fmla="*/ 3981416 w 7467600"/>
              <a:gd name="connsiteY211" fmla="*/ 3880482 h 6858000"/>
              <a:gd name="connsiteX212" fmla="*/ 3800147 w 7467600"/>
              <a:gd name="connsiteY212" fmla="*/ 3749872 h 6858000"/>
              <a:gd name="connsiteX213" fmla="*/ 3655073 w 7467600"/>
              <a:gd name="connsiteY213" fmla="*/ 3650884 h 6858000"/>
              <a:gd name="connsiteX214" fmla="*/ 3670252 w 7467600"/>
              <a:gd name="connsiteY214" fmla="*/ 3622798 h 6858000"/>
              <a:gd name="connsiteX215" fmla="*/ 3817258 w 7467600"/>
              <a:gd name="connsiteY215" fmla="*/ 3723577 h 6858000"/>
              <a:gd name="connsiteX216" fmla="*/ 4000461 w 7467600"/>
              <a:gd name="connsiteY216" fmla="*/ 3855966 h 6858000"/>
              <a:gd name="connsiteX217" fmla="*/ 4088180 w 7467600"/>
              <a:gd name="connsiteY217" fmla="*/ 3929774 h 6858000"/>
              <a:gd name="connsiteX218" fmla="*/ 4184555 w 7467600"/>
              <a:gd name="connsiteY218" fmla="*/ 4010683 h 6858000"/>
              <a:gd name="connsiteX219" fmla="*/ 4399563 w 7467600"/>
              <a:gd name="connsiteY219" fmla="*/ 4158106 h 6858000"/>
              <a:gd name="connsiteX220" fmla="*/ 4684469 w 7467600"/>
              <a:gd name="connsiteY220" fmla="*/ 4364680 h 6858000"/>
              <a:gd name="connsiteX221" fmla="*/ 4690271 w 7467600"/>
              <a:gd name="connsiteY221" fmla="*/ 4370034 h 6858000"/>
              <a:gd name="connsiteX222" fmla="*/ 4136093 w 7467600"/>
              <a:gd name="connsiteY222" fmla="*/ 3858466 h 6858000"/>
              <a:gd name="connsiteX223" fmla="*/ 3670252 w 7467600"/>
              <a:gd name="connsiteY223" fmla="*/ 3622798 h 6858000"/>
              <a:gd name="connsiteX224" fmla="*/ 4440129 w 7467600"/>
              <a:gd name="connsiteY224" fmla="*/ 3448571 h 6858000"/>
              <a:gd name="connsiteX225" fmla="*/ 4856525 w 7467600"/>
              <a:gd name="connsiteY225" fmla="*/ 3915351 h 6858000"/>
              <a:gd name="connsiteX226" fmla="*/ 5059055 w 7467600"/>
              <a:gd name="connsiteY226" fmla="*/ 4108918 h 6858000"/>
              <a:gd name="connsiteX227" fmla="*/ 5290070 w 7467600"/>
              <a:gd name="connsiteY227" fmla="*/ 4263619 h 6858000"/>
              <a:gd name="connsiteX228" fmla="*/ 4834991 w 7467600"/>
              <a:gd name="connsiteY228" fmla="*/ 3830985 h 6858000"/>
              <a:gd name="connsiteX229" fmla="*/ 4440129 w 7467600"/>
              <a:gd name="connsiteY229" fmla="*/ 3448571 h 6858000"/>
              <a:gd name="connsiteX230" fmla="*/ 4441737 w 7467600"/>
              <a:gd name="connsiteY230" fmla="*/ 3399734 h 6858000"/>
              <a:gd name="connsiteX231" fmla="*/ 4431236 w 7467600"/>
              <a:gd name="connsiteY231" fmla="*/ 3400954 h 6858000"/>
              <a:gd name="connsiteX232" fmla="*/ 4557150 w 7467600"/>
              <a:gd name="connsiteY232" fmla="*/ 3510023 h 6858000"/>
              <a:gd name="connsiteX233" fmla="*/ 4856936 w 7467600"/>
              <a:gd name="connsiteY233" fmla="*/ 3809146 h 6858000"/>
              <a:gd name="connsiteX234" fmla="*/ 5111996 w 7467600"/>
              <a:gd name="connsiteY234" fmla="*/ 4065759 h 6858000"/>
              <a:gd name="connsiteX235" fmla="*/ 5388878 w 7467600"/>
              <a:gd name="connsiteY235" fmla="*/ 4300185 h 6858000"/>
              <a:gd name="connsiteX236" fmla="*/ 5425556 w 7467600"/>
              <a:gd name="connsiteY236" fmla="*/ 4308967 h 6858000"/>
              <a:gd name="connsiteX237" fmla="*/ 4943646 w 7467600"/>
              <a:gd name="connsiteY237" fmla="*/ 3822916 h 6858000"/>
              <a:gd name="connsiteX238" fmla="*/ 4594837 w 7467600"/>
              <a:gd name="connsiteY238" fmla="*/ 3532274 h 6858000"/>
              <a:gd name="connsiteX239" fmla="*/ 4441737 w 7467600"/>
              <a:gd name="connsiteY239" fmla="*/ 3399734 h 6858000"/>
              <a:gd name="connsiteX240" fmla="*/ 5425834 w 7467600"/>
              <a:gd name="connsiteY240" fmla="*/ 3162785 h 6858000"/>
              <a:gd name="connsiteX241" fmla="*/ 5401644 w 7467600"/>
              <a:gd name="connsiteY241" fmla="*/ 3617847 h 6858000"/>
              <a:gd name="connsiteX242" fmla="*/ 5467256 w 7467600"/>
              <a:gd name="connsiteY242" fmla="*/ 4175494 h 6858000"/>
              <a:gd name="connsiteX243" fmla="*/ 5448069 w 7467600"/>
              <a:gd name="connsiteY243" fmla="*/ 3567554 h 6858000"/>
              <a:gd name="connsiteX244" fmla="*/ 5425834 w 7467600"/>
              <a:gd name="connsiteY244" fmla="*/ 3162785 h 6858000"/>
              <a:gd name="connsiteX245" fmla="*/ 1318687 w 7467600"/>
              <a:gd name="connsiteY245" fmla="*/ 3113840 h 6858000"/>
              <a:gd name="connsiteX246" fmla="*/ 1066793 w 7467600"/>
              <a:gd name="connsiteY246" fmla="*/ 3212171 h 6858000"/>
              <a:gd name="connsiteX247" fmla="*/ 993319 w 7467600"/>
              <a:gd name="connsiteY247" fmla="*/ 3247648 h 6858000"/>
              <a:gd name="connsiteX248" fmla="*/ 853081 w 7467600"/>
              <a:gd name="connsiteY248" fmla="*/ 3312410 h 6858000"/>
              <a:gd name="connsiteX249" fmla="*/ 805957 w 7467600"/>
              <a:gd name="connsiteY249" fmla="*/ 3330443 h 6858000"/>
              <a:gd name="connsiteX250" fmla="*/ 1318687 w 7467600"/>
              <a:gd name="connsiteY250" fmla="*/ 3113840 h 6858000"/>
              <a:gd name="connsiteX251" fmla="*/ 5453702 w 7467600"/>
              <a:gd name="connsiteY251" fmla="*/ 3090882 h 6858000"/>
              <a:gd name="connsiteX252" fmla="*/ 5480135 w 7467600"/>
              <a:gd name="connsiteY252" fmla="*/ 3565802 h 6858000"/>
              <a:gd name="connsiteX253" fmla="*/ 5499023 w 7467600"/>
              <a:gd name="connsiteY253" fmla="*/ 4166310 h 6858000"/>
              <a:gd name="connsiteX254" fmla="*/ 5547022 w 7467600"/>
              <a:gd name="connsiteY254" fmla="*/ 3607838 h 6858000"/>
              <a:gd name="connsiteX255" fmla="*/ 5515964 w 7467600"/>
              <a:gd name="connsiteY255" fmla="*/ 3378541 h 6858000"/>
              <a:gd name="connsiteX256" fmla="*/ 5453702 w 7467600"/>
              <a:gd name="connsiteY256" fmla="*/ 3090882 h 6858000"/>
              <a:gd name="connsiteX257" fmla="*/ 1238695 w 7467600"/>
              <a:gd name="connsiteY257" fmla="*/ 3076820 h 6858000"/>
              <a:gd name="connsiteX258" fmla="*/ 716371 w 7467600"/>
              <a:gd name="connsiteY258" fmla="*/ 3293249 h 6858000"/>
              <a:gd name="connsiteX259" fmla="*/ 579522 w 7467600"/>
              <a:gd name="connsiteY259" fmla="*/ 3371759 h 6858000"/>
              <a:gd name="connsiteX260" fmla="*/ 600288 w 7467600"/>
              <a:gd name="connsiteY260" fmla="*/ 3365555 h 6858000"/>
              <a:gd name="connsiteX261" fmla="*/ 840692 w 7467600"/>
              <a:gd name="connsiteY261" fmla="*/ 3284921 h 6858000"/>
              <a:gd name="connsiteX262" fmla="*/ 979248 w 7467600"/>
              <a:gd name="connsiteY262" fmla="*/ 3221003 h 6858000"/>
              <a:gd name="connsiteX263" fmla="*/ 1053282 w 7467600"/>
              <a:gd name="connsiteY263" fmla="*/ 3185247 h 6858000"/>
              <a:gd name="connsiteX264" fmla="*/ 1320603 w 7467600"/>
              <a:gd name="connsiteY264" fmla="*/ 3081281 h 6858000"/>
              <a:gd name="connsiteX265" fmla="*/ 1238695 w 7467600"/>
              <a:gd name="connsiteY265" fmla="*/ 3076820 h 6858000"/>
              <a:gd name="connsiteX266" fmla="*/ 5425627 w 7467600"/>
              <a:gd name="connsiteY266" fmla="*/ 2954192 h 6858000"/>
              <a:gd name="connsiteX267" fmla="*/ 5470770 w 7467600"/>
              <a:gd name="connsiteY267" fmla="*/ 3005435 h 6858000"/>
              <a:gd name="connsiteX268" fmla="*/ 5519779 w 7467600"/>
              <a:gd name="connsiteY268" fmla="*/ 4359223 h 6858000"/>
              <a:gd name="connsiteX269" fmla="*/ 5520293 w 7467600"/>
              <a:gd name="connsiteY269" fmla="*/ 4360602 h 6858000"/>
              <a:gd name="connsiteX270" fmla="*/ 5767221 w 7467600"/>
              <a:gd name="connsiteY270" fmla="*/ 4665564 h 6858000"/>
              <a:gd name="connsiteX271" fmla="*/ 6937169 w 7467600"/>
              <a:gd name="connsiteY271" fmla="*/ 4815941 h 6858000"/>
              <a:gd name="connsiteX272" fmla="*/ 6953922 w 7467600"/>
              <a:gd name="connsiteY272" fmla="*/ 4890068 h 6858000"/>
              <a:gd name="connsiteX273" fmla="*/ 6071359 w 7467600"/>
              <a:gd name="connsiteY273" fmla="*/ 4770770 h 6858000"/>
              <a:gd name="connsiteX274" fmla="*/ 6038839 w 7467600"/>
              <a:gd name="connsiteY274" fmla="*/ 4764474 h 6858000"/>
              <a:gd name="connsiteX275" fmla="*/ 6038706 w 7467600"/>
              <a:gd name="connsiteY275" fmla="*/ 4763847 h 6858000"/>
              <a:gd name="connsiteX276" fmla="*/ 6037784 w 7467600"/>
              <a:gd name="connsiteY276" fmla="*/ 4764270 h 6858000"/>
              <a:gd name="connsiteX277" fmla="*/ 6038839 w 7467600"/>
              <a:gd name="connsiteY277" fmla="*/ 4764474 h 6858000"/>
              <a:gd name="connsiteX278" fmla="*/ 6040338 w 7467600"/>
              <a:gd name="connsiteY278" fmla="*/ 4771418 h 6858000"/>
              <a:gd name="connsiteX279" fmla="*/ 6024488 w 7467600"/>
              <a:gd name="connsiteY279" fmla="*/ 4809903 h 6858000"/>
              <a:gd name="connsiteX280" fmla="*/ 5599771 w 7467600"/>
              <a:gd name="connsiteY280" fmla="*/ 5509652 h 6858000"/>
              <a:gd name="connsiteX281" fmla="*/ 5548843 w 7467600"/>
              <a:gd name="connsiteY281" fmla="*/ 5563845 h 6858000"/>
              <a:gd name="connsiteX282" fmla="*/ 5940952 w 7467600"/>
              <a:gd name="connsiteY282" fmla="*/ 6250028 h 6858000"/>
              <a:gd name="connsiteX283" fmla="*/ 6043441 w 7467600"/>
              <a:gd name="connsiteY283" fmla="*/ 6665847 h 6858000"/>
              <a:gd name="connsiteX284" fmla="*/ 6093432 w 7467600"/>
              <a:gd name="connsiteY284" fmla="*/ 6858000 h 6858000"/>
              <a:gd name="connsiteX285" fmla="*/ 6034344 w 7467600"/>
              <a:gd name="connsiteY285" fmla="*/ 6858000 h 6858000"/>
              <a:gd name="connsiteX286" fmla="*/ 6026679 w 7467600"/>
              <a:gd name="connsiteY286" fmla="*/ 6836959 h 6858000"/>
              <a:gd name="connsiteX287" fmla="*/ 5800441 w 7467600"/>
              <a:gd name="connsiteY287" fmla="*/ 6335286 h 6858000"/>
              <a:gd name="connsiteX288" fmla="*/ 5526562 w 7467600"/>
              <a:gd name="connsiteY288" fmla="*/ 5705388 h 6858000"/>
              <a:gd name="connsiteX289" fmla="*/ 5519640 w 7467600"/>
              <a:gd name="connsiteY289" fmla="*/ 5683774 h 6858000"/>
              <a:gd name="connsiteX290" fmla="*/ 5844559 w 7467600"/>
              <a:gd name="connsiteY290" fmla="*/ 6553349 h 6858000"/>
              <a:gd name="connsiteX291" fmla="*/ 5975994 w 7467600"/>
              <a:gd name="connsiteY291" fmla="*/ 6858000 h 6858000"/>
              <a:gd name="connsiteX292" fmla="*/ 5898547 w 7467600"/>
              <a:gd name="connsiteY292" fmla="*/ 6858000 h 6858000"/>
              <a:gd name="connsiteX293" fmla="*/ 5682041 w 7467600"/>
              <a:gd name="connsiteY293" fmla="*/ 6355860 h 6858000"/>
              <a:gd name="connsiteX294" fmla="*/ 5461758 w 7467600"/>
              <a:gd name="connsiteY294" fmla="*/ 5820220 h 6858000"/>
              <a:gd name="connsiteX295" fmla="*/ 5237282 w 7467600"/>
              <a:gd name="connsiteY295" fmla="*/ 6579086 h 6858000"/>
              <a:gd name="connsiteX296" fmla="*/ 5115009 w 7467600"/>
              <a:gd name="connsiteY296" fmla="*/ 6858000 h 6858000"/>
              <a:gd name="connsiteX297" fmla="*/ 5028074 w 7467600"/>
              <a:gd name="connsiteY297" fmla="*/ 6858000 h 6858000"/>
              <a:gd name="connsiteX298" fmla="*/ 5079508 w 7467600"/>
              <a:gd name="connsiteY298" fmla="*/ 6749074 h 6858000"/>
              <a:gd name="connsiteX299" fmla="*/ 5371846 w 7467600"/>
              <a:gd name="connsiteY299" fmla="*/ 5924413 h 6858000"/>
              <a:gd name="connsiteX300" fmla="*/ 5270512 w 7467600"/>
              <a:gd name="connsiteY300" fmla="*/ 6138975 h 6858000"/>
              <a:gd name="connsiteX301" fmla="*/ 5062409 w 7467600"/>
              <a:gd name="connsiteY301" fmla="*/ 6653544 h 6858000"/>
              <a:gd name="connsiteX302" fmla="*/ 5036628 w 7467600"/>
              <a:gd name="connsiteY302" fmla="*/ 6754247 h 6858000"/>
              <a:gd name="connsiteX303" fmla="*/ 5009112 w 7467600"/>
              <a:gd name="connsiteY303" fmla="*/ 6858000 h 6858000"/>
              <a:gd name="connsiteX304" fmla="*/ 4976679 w 7467600"/>
              <a:gd name="connsiteY304" fmla="*/ 6858000 h 6858000"/>
              <a:gd name="connsiteX305" fmla="*/ 5006537 w 7467600"/>
              <a:gd name="connsiteY305" fmla="*/ 6747068 h 6858000"/>
              <a:gd name="connsiteX306" fmla="*/ 5032723 w 7467600"/>
              <a:gd name="connsiteY306" fmla="*/ 6644957 h 6858000"/>
              <a:gd name="connsiteX307" fmla="*/ 5242949 w 7467600"/>
              <a:gd name="connsiteY307" fmla="*/ 6125175 h 6858000"/>
              <a:gd name="connsiteX308" fmla="*/ 5286321 w 7467600"/>
              <a:gd name="connsiteY308" fmla="*/ 6033555 h 6858000"/>
              <a:gd name="connsiteX309" fmla="*/ 5008210 w 7467600"/>
              <a:gd name="connsiteY309" fmla="*/ 6649194 h 6858000"/>
              <a:gd name="connsiteX310" fmla="*/ 4986321 w 7467600"/>
              <a:gd name="connsiteY310" fmla="*/ 6765687 h 6858000"/>
              <a:gd name="connsiteX311" fmla="*/ 4973474 w 7467600"/>
              <a:gd name="connsiteY311" fmla="*/ 6858000 h 6858000"/>
              <a:gd name="connsiteX312" fmla="*/ 4907178 w 7467600"/>
              <a:gd name="connsiteY312" fmla="*/ 6858000 h 6858000"/>
              <a:gd name="connsiteX313" fmla="*/ 4910810 w 7467600"/>
              <a:gd name="connsiteY313" fmla="*/ 6829660 h 6858000"/>
              <a:gd name="connsiteX314" fmla="*/ 4987461 w 7467600"/>
              <a:gd name="connsiteY314" fmla="*/ 6432994 h 6858000"/>
              <a:gd name="connsiteX315" fmla="*/ 5179262 w 7467600"/>
              <a:gd name="connsiteY315" fmla="*/ 6035044 h 6858000"/>
              <a:gd name="connsiteX316" fmla="*/ 4689678 w 7467600"/>
              <a:gd name="connsiteY316" fmla="*/ 6440241 h 6858000"/>
              <a:gd name="connsiteX317" fmla="*/ 4477543 w 7467600"/>
              <a:gd name="connsiteY317" fmla="*/ 6674836 h 6858000"/>
              <a:gd name="connsiteX318" fmla="*/ 4329957 w 7467600"/>
              <a:gd name="connsiteY318" fmla="*/ 6858000 h 6858000"/>
              <a:gd name="connsiteX319" fmla="*/ 4218595 w 7467600"/>
              <a:gd name="connsiteY319" fmla="*/ 6858000 h 6858000"/>
              <a:gd name="connsiteX320" fmla="*/ 4368888 w 7467600"/>
              <a:gd name="connsiteY320" fmla="*/ 6668412 h 6858000"/>
              <a:gd name="connsiteX321" fmla="*/ 4563091 w 7467600"/>
              <a:gd name="connsiteY321" fmla="*/ 6442508 h 6858000"/>
              <a:gd name="connsiteX322" fmla="*/ 5387324 w 7467600"/>
              <a:gd name="connsiteY322" fmla="*/ 5705830 h 6858000"/>
              <a:gd name="connsiteX323" fmla="*/ 5073620 w 7467600"/>
              <a:gd name="connsiteY323" fmla="*/ 5955437 h 6858000"/>
              <a:gd name="connsiteX324" fmla="*/ 4689789 w 7467600"/>
              <a:gd name="connsiteY324" fmla="*/ 6268382 h 6858000"/>
              <a:gd name="connsiteX325" fmla="*/ 4418722 w 7467600"/>
              <a:gd name="connsiteY325" fmla="*/ 6570886 h 6858000"/>
              <a:gd name="connsiteX326" fmla="*/ 4214944 w 7467600"/>
              <a:gd name="connsiteY326" fmla="*/ 6858000 h 6858000"/>
              <a:gd name="connsiteX327" fmla="*/ 4177898 w 7467600"/>
              <a:gd name="connsiteY327" fmla="*/ 6858000 h 6858000"/>
              <a:gd name="connsiteX328" fmla="*/ 4391597 w 7467600"/>
              <a:gd name="connsiteY328" fmla="*/ 6556370 h 6858000"/>
              <a:gd name="connsiteX329" fmla="*/ 4668889 w 7467600"/>
              <a:gd name="connsiteY329" fmla="*/ 6246399 h 6858000"/>
              <a:gd name="connsiteX330" fmla="*/ 5055427 w 7467600"/>
              <a:gd name="connsiteY330" fmla="*/ 5931476 h 6858000"/>
              <a:gd name="connsiteX331" fmla="*/ 5371814 w 7467600"/>
              <a:gd name="connsiteY331" fmla="*/ 5678975 h 6858000"/>
              <a:gd name="connsiteX332" fmla="*/ 4987918 w 7467600"/>
              <a:gd name="connsiteY332" fmla="*/ 5838701 h 6858000"/>
              <a:gd name="connsiteX333" fmla="*/ 4317146 w 7467600"/>
              <a:gd name="connsiteY333" fmla="*/ 6587716 h 6858000"/>
              <a:gd name="connsiteX334" fmla="*/ 4171627 w 7467600"/>
              <a:gd name="connsiteY334" fmla="*/ 6858000 h 6858000"/>
              <a:gd name="connsiteX335" fmla="*/ 4081585 w 7467600"/>
              <a:gd name="connsiteY335" fmla="*/ 6858000 h 6858000"/>
              <a:gd name="connsiteX336" fmla="*/ 4238603 w 7467600"/>
              <a:gd name="connsiteY336" fmla="*/ 6559341 h 6858000"/>
              <a:gd name="connsiteX337" fmla="*/ 4778333 w 7467600"/>
              <a:gd name="connsiteY337" fmla="*/ 5873626 h 6858000"/>
              <a:gd name="connsiteX338" fmla="*/ 5414185 w 7467600"/>
              <a:gd name="connsiteY338" fmla="*/ 5573882 h 6858000"/>
              <a:gd name="connsiteX339" fmla="*/ 5959648 w 7467600"/>
              <a:gd name="connsiteY339" fmla="*/ 4760797 h 6858000"/>
              <a:gd name="connsiteX340" fmla="*/ 5355019 w 7467600"/>
              <a:gd name="connsiteY340" fmla="*/ 4734672 h 6858000"/>
              <a:gd name="connsiteX341" fmla="*/ 5083565 w 7467600"/>
              <a:gd name="connsiteY341" fmla="*/ 5179121 h 6858000"/>
              <a:gd name="connsiteX342" fmla="*/ 4713577 w 7467600"/>
              <a:gd name="connsiteY342" fmla="*/ 5616803 h 6858000"/>
              <a:gd name="connsiteX343" fmla="*/ 3989559 w 7467600"/>
              <a:gd name="connsiteY343" fmla="*/ 6145945 h 6858000"/>
              <a:gd name="connsiteX344" fmla="*/ 3939824 w 7467600"/>
              <a:gd name="connsiteY344" fmla="*/ 6066900 h 6858000"/>
              <a:gd name="connsiteX345" fmla="*/ 4584537 w 7467600"/>
              <a:gd name="connsiteY345" fmla="*/ 5324826 h 6858000"/>
              <a:gd name="connsiteX346" fmla="*/ 5037105 w 7467600"/>
              <a:gd name="connsiteY346" fmla="*/ 5088765 h 6858000"/>
              <a:gd name="connsiteX347" fmla="*/ 5039930 w 7467600"/>
              <a:gd name="connsiteY347" fmla="*/ 5089585 h 6858000"/>
              <a:gd name="connsiteX348" fmla="*/ 5263764 w 7467600"/>
              <a:gd name="connsiteY348" fmla="*/ 4735525 h 6858000"/>
              <a:gd name="connsiteX349" fmla="*/ 4086300 w 7467600"/>
              <a:gd name="connsiteY349" fmla="*/ 4884599 h 6858000"/>
              <a:gd name="connsiteX350" fmla="*/ 4085485 w 7467600"/>
              <a:gd name="connsiteY350" fmla="*/ 4899070 h 6858000"/>
              <a:gd name="connsiteX351" fmla="*/ 3871915 w 7467600"/>
              <a:gd name="connsiteY351" fmla="*/ 5253645 h 6858000"/>
              <a:gd name="connsiteX352" fmla="*/ 3799374 w 7467600"/>
              <a:gd name="connsiteY352" fmla="*/ 5466127 h 6858000"/>
              <a:gd name="connsiteX353" fmla="*/ 3498850 w 7467600"/>
              <a:gd name="connsiteY353" fmla="*/ 6661888 h 6858000"/>
              <a:gd name="connsiteX354" fmla="*/ 3399216 w 7467600"/>
              <a:gd name="connsiteY354" fmla="*/ 6858000 h 6858000"/>
              <a:gd name="connsiteX355" fmla="*/ 3303688 w 7467600"/>
              <a:gd name="connsiteY355" fmla="*/ 6858000 h 6858000"/>
              <a:gd name="connsiteX356" fmla="*/ 3391774 w 7467600"/>
              <a:gd name="connsiteY356" fmla="*/ 6697181 h 6858000"/>
              <a:gd name="connsiteX357" fmla="*/ 3735540 w 7467600"/>
              <a:gd name="connsiteY357" fmla="*/ 5546923 h 6858000"/>
              <a:gd name="connsiteX358" fmla="*/ 3729438 w 7467600"/>
              <a:gd name="connsiteY358" fmla="*/ 5569058 h 6858000"/>
              <a:gd name="connsiteX359" fmla="*/ 3707782 w 7467600"/>
              <a:gd name="connsiteY359" fmla="*/ 5644908 h 6858000"/>
              <a:gd name="connsiteX360" fmla="*/ 3583827 w 7467600"/>
              <a:gd name="connsiteY360" fmla="*/ 6039215 h 6858000"/>
              <a:gd name="connsiteX361" fmla="*/ 3547861 w 7467600"/>
              <a:gd name="connsiteY361" fmla="*/ 6129609 h 6858000"/>
              <a:gd name="connsiteX362" fmla="*/ 3490905 w 7467600"/>
              <a:gd name="connsiteY362" fmla="*/ 6277660 h 6858000"/>
              <a:gd name="connsiteX363" fmla="*/ 3455859 w 7467600"/>
              <a:gd name="connsiteY363" fmla="*/ 6391301 h 6858000"/>
              <a:gd name="connsiteX364" fmla="*/ 3429112 w 7467600"/>
              <a:gd name="connsiteY364" fmla="*/ 6479469 h 6858000"/>
              <a:gd name="connsiteX365" fmla="*/ 3304862 w 7467600"/>
              <a:gd name="connsiteY365" fmla="*/ 6796476 h 6858000"/>
              <a:gd name="connsiteX366" fmla="*/ 3276071 w 7467600"/>
              <a:gd name="connsiteY366" fmla="*/ 6858000 h 6858000"/>
              <a:gd name="connsiteX367" fmla="*/ 3240805 w 7467600"/>
              <a:gd name="connsiteY367" fmla="*/ 6858000 h 6858000"/>
              <a:gd name="connsiteX368" fmla="*/ 3275917 w 7467600"/>
              <a:gd name="connsiteY368" fmla="*/ 6783192 h 6858000"/>
              <a:gd name="connsiteX369" fmla="*/ 3399358 w 7467600"/>
              <a:gd name="connsiteY369" fmla="*/ 6469011 h 6858000"/>
              <a:gd name="connsiteX370" fmla="*/ 3425650 w 7467600"/>
              <a:gd name="connsiteY370" fmla="*/ 6381333 h 6858000"/>
              <a:gd name="connsiteX371" fmla="*/ 3460661 w 7467600"/>
              <a:gd name="connsiteY371" fmla="*/ 6266763 h 6858000"/>
              <a:gd name="connsiteX372" fmla="*/ 3518021 w 7467600"/>
              <a:gd name="connsiteY372" fmla="*/ 6117298 h 6858000"/>
              <a:gd name="connsiteX373" fmla="*/ 3554035 w 7467600"/>
              <a:gd name="connsiteY373" fmla="*/ 6027832 h 6858000"/>
              <a:gd name="connsiteX374" fmla="*/ 3677174 w 7467600"/>
              <a:gd name="connsiteY374" fmla="*/ 5636351 h 6858000"/>
              <a:gd name="connsiteX375" fmla="*/ 3698819 w 7467600"/>
              <a:gd name="connsiteY375" fmla="*/ 5560503 h 6858000"/>
              <a:gd name="connsiteX376" fmla="*/ 3702094 w 7467600"/>
              <a:gd name="connsiteY376" fmla="*/ 5549194 h 6858000"/>
              <a:gd name="connsiteX377" fmla="*/ 3398355 w 7467600"/>
              <a:gd name="connsiteY377" fmla="*/ 6094603 h 6858000"/>
              <a:gd name="connsiteX378" fmla="*/ 3193941 w 7467600"/>
              <a:gd name="connsiteY378" fmla="*/ 6798775 h 6858000"/>
              <a:gd name="connsiteX379" fmla="*/ 3184140 w 7467600"/>
              <a:gd name="connsiteY379" fmla="*/ 6858000 h 6858000"/>
              <a:gd name="connsiteX380" fmla="*/ 3099978 w 7467600"/>
              <a:gd name="connsiteY380" fmla="*/ 6858000 h 6858000"/>
              <a:gd name="connsiteX381" fmla="*/ 3101556 w 7467600"/>
              <a:gd name="connsiteY381" fmla="*/ 6843337 h 6858000"/>
              <a:gd name="connsiteX382" fmla="*/ 3370162 w 7467600"/>
              <a:gd name="connsiteY382" fmla="*/ 5785550 h 6858000"/>
              <a:gd name="connsiteX383" fmla="*/ 3746477 w 7467600"/>
              <a:gd name="connsiteY383" fmla="*/ 5377889 h 6858000"/>
              <a:gd name="connsiteX384" fmla="*/ 3863399 w 7467600"/>
              <a:gd name="connsiteY384" fmla="*/ 5087257 h 6858000"/>
              <a:gd name="connsiteX385" fmla="*/ 3968712 w 7467600"/>
              <a:gd name="connsiteY385" fmla="*/ 4913989 h 6858000"/>
              <a:gd name="connsiteX386" fmla="*/ 2792390 w 7467600"/>
              <a:gd name="connsiteY386" fmla="*/ 5382974 h 6858000"/>
              <a:gd name="connsiteX387" fmla="*/ 2714982 w 7467600"/>
              <a:gd name="connsiteY387" fmla="*/ 5427051 h 6858000"/>
              <a:gd name="connsiteX388" fmla="*/ 2813361 w 7467600"/>
              <a:gd name="connsiteY388" fmla="*/ 6023912 h 6858000"/>
              <a:gd name="connsiteX389" fmla="*/ 2688430 w 7467600"/>
              <a:gd name="connsiteY389" fmla="*/ 6801564 h 6858000"/>
              <a:gd name="connsiteX390" fmla="*/ 2629626 w 7467600"/>
              <a:gd name="connsiteY390" fmla="*/ 6763394 h 6858000"/>
              <a:gd name="connsiteX391" fmla="*/ 2565328 w 7467600"/>
              <a:gd name="connsiteY391" fmla="*/ 5516399 h 6858000"/>
              <a:gd name="connsiteX392" fmla="*/ 1922999 w 7467600"/>
              <a:gd name="connsiteY392" fmla="*/ 5980343 h 6858000"/>
              <a:gd name="connsiteX393" fmla="*/ 1950261 w 7467600"/>
              <a:gd name="connsiteY393" fmla="*/ 6405858 h 6858000"/>
              <a:gd name="connsiteX394" fmla="*/ 2365554 w 7467600"/>
              <a:gd name="connsiteY394" fmla="*/ 6759107 h 6858000"/>
              <a:gd name="connsiteX395" fmla="*/ 2424142 w 7467600"/>
              <a:gd name="connsiteY395" fmla="*/ 6858000 h 6858000"/>
              <a:gd name="connsiteX396" fmla="*/ 2395994 w 7467600"/>
              <a:gd name="connsiteY396" fmla="*/ 6858000 h 6858000"/>
              <a:gd name="connsiteX397" fmla="*/ 2392863 w 7467600"/>
              <a:gd name="connsiteY397" fmla="*/ 6852964 h 6858000"/>
              <a:gd name="connsiteX398" fmla="*/ 2017589 w 7467600"/>
              <a:gd name="connsiteY398" fmla="*/ 6493982 h 6858000"/>
              <a:gd name="connsiteX399" fmla="*/ 2147336 w 7467600"/>
              <a:gd name="connsiteY399" fmla="*/ 6594052 h 6858000"/>
              <a:gd name="connsiteX400" fmla="*/ 2207047 w 7467600"/>
              <a:gd name="connsiteY400" fmla="*/ 6654540 h 6858000"/>
              <a:gd name="connsiteX401" fmla="*/ 2299106 w 7467600"/>
              <a:gd name="connsiteY401" fmla="*/ 6778931 h 6858000"/>
              <a:gd name="connsiteX402" fmla="*/ 2314430 w 7467600"/>
              <a:gd name="connsiteY402" fmla="*/ 6801144 h 6858000"/>
              <a:gd name="connsiteX403" fmla="*/ 2352406 w 7467600"/>
              <a:gd name="connsiteY403" fmla="*/ 6858000 h 6858000"/>
              <a:gd name="connsiteX404" fmla="*/ 2314492 w 7467600"/>
              <a:gd name="connsiteY404" fmla="*/ 6858000 h 6858000"/>
              <a:gd name="connsiteX405" fmla="*/ 2288095 w 7467600"/>
              <a:gd name="connsiteY405" fmla="*/ 6818030 h 6858000"/>
              <a:gd name="connsiteX406" fmla="*/ 2272768 w 7467600"/>
              <a:gd name="connsiteY406" fmla="*/ 6795822 h 6858000"/>
              <a:gd name="connsiteX407" fmla="*/ 2182715 w 7467600"/>
              <a:gd name="connsiteY407" fmla="*/ 6675071 h 6858000"/>
              <a:gd name="connsiteX408" fmla="*/ 2032061 w 7467600"/>
              <a:gd name="connsiteY408" fmla="*/ 6541380 h 6858000"/>
              <a:gd name="connsiteX409" fmla="*/ 2257220 w 7467600"/>
              <a:gd name="connsiteY409" fmla="*/ 6826257 h 6858000"/>
              <a:gd name="connsiteX410" fmla="*/ 2281324 w 7467600"/>
              <a:gd name="connsiteY410" fmla="*/ 6858000 h 6858000"/>
              <a:gd name="connsiteX411" fmla="*/ 2242860 w 7467600"/>
              <a:gd name="connsiteY411" fmla="*/ 6858000 h 6858000"/>
              <a:gd name="connsiteX412" fmla="*/ 2232818 w 7467600"/>
              <a:gd name="connsiteY412" fmla="*/ 6844926 h 6858000"/>
              <a:gd name="connsiteX413" fmla="*/ 1990172 w 7467600"/>
              <a:gd name="connsiteY413" fmla="*/ 6542121 h 6858000"/>
              <a:gd name="connsiteX414" fmla="*/ 2124090 w 7467600"/>
              <a:gd name="connsiteY414" fmla="*/ 6761017 h 6858000"/>
              <a:gd name="connsiteX415" fmla="*/ 2200380 w 7467600"/>
              <a:gd name="connsiteY415" fmla="*/ 6858000 h 6858000"/>
              <a:gd name="connsiteX416" fmla="*/ 2147507 w 7467600"/>
              <a:gd name="connsiteY416" fmla="*/ 6858000 h 6858000"/>
              <a:gd name="connsiteX417" fmla="*/ 2070668 w 7467600"/>
              <a:gd name="connsiteY417" fmla="*/ 6761520 h 6858000"/>
              <a:gd name="connsiteX418" fmla="*/ 1975142 w 7467600"/>
              <a:gd name="connsiteY418" fmla="*/ 6585570 h 6858000"/>
              <a:gd name="connsiteX419" fmla="*/ 2050035 w 7467600"/>
              <a:gd name="connsiteY419" fmla="*/ 6813345 h 6858000"/>
              <a:gd name="connsiteX420" fmla="*/ 2063025 w 7467600"/>
              <a:gd name="connsiteY420" fmla="*/ 6858000 h 6858000"/>
              <a:gd name="connsiteX421" fmla="*/ 2021675 w 7467600"/>
              <a:gd name="connsiteY421" fmla="*/ 6858000 h 6858000"/>
              <a:gd name="connsiteX422" fmla="*/ 2019308 w 7467600"/>
              <a:gd name="connsiteY422" fmla="*/ 6847118 h 6858000"/>
              <a:gd name="connsiteX423" fmla="*/ 1938835 w 7467600"/>
              <a:gd name="connsiteY423" fmla="*/ 6551160 h 6858000"/>
              <a:gd name="connsiteX424" fmla="*/ 1953230 w 7467600"/>
              <a:gd name="connsiteY424" fmla="*/ 6759699 h 6858000"/>
              <a:gd name="connsiteX425" fmla="*/ 1956763 w 7467600"/>
              <a:gd name="connsiteY425" fmla="*/ 6778191 h 6858000"/>
              <a:gd name="connsiteX426" fmla="*/ 1967925 w 7467600"/>
              <a:gd name="connsiteY426" fmla="*/ 6858000 h 6858000"/>
              <a:gd name="connsiteX427" fmla="*/ 1936622 w 7467600"/>
              <a:gd name="connsiteY427" fmla="*/ 6858000 h 6858000"/>
              <a:gd name="connsiteX428" fmla="*/ 1926261 w 7467600"/>
              <a:gd name="connsiteY428" fmla="*/ 6784064 h 6858000"/>
              <a:gd name="connsiteX429" fmla="*/ 1922724 w 7467600"/>
              <a:gd name="connsiteY429" fmla="*/ 6765577 h 6858000"/>
              <a:gd name="connsiteX430" fmla="*/ 1904650 w 7467600"/>
              <a:gd name="connsiteY430" fmla="*/ 6639616 h 6858000"/>
              <a:gd name="connsiteX431" fmla="*/ 1885273 w 7467600"/>
              <a:gd name="connsiteY431" fmla="*/ 6858000 h 6858000"/>
              <a:gd name="connsiteX432" fmla="*/ 1854363 w 7467600"/>
              <a:gd name="connsiteY432" fmla="*/ 6858000 h 6858000"/>
              <a:gd name="connsiteX433" fmla="*/ 1880391 w 7467600"/>
              <a:gd name="connsiteY433" fmla="*/ 6603796 h 6858000"/>
              <a:gd name="connsiteX434" fmla="*/ 1818273 w 7467600"/>
              <a:gd name="connsiteY434" fmla="*/ 6715729 h 6858000"/>
              <a:gd name="connsiteX435" fmla="*/ 1794691 w 7467600"/>
              <a:gd name="connsiteY435" fmla="*/ 6843239 h 6858000"/>
              <a:gd name="connsiteX436" fmla="*/ 1794914 w 7467600"/>
              <a:gd name="connsiteY436" fmla="*/ 6858000 h 6858000"/>
              <a:gd name="connsiteX437" fmla="*/ 1746128 w 7467600"/>
              <a:gd name="connsiteY437" fmla="*/ 6858000 h 6858000"/>
              <a:gd name="connsiteX438" fmla="*/ 1753934 w 7467600"/>
              <a:gd name="connsiteY438" fmla="*/ 6724796 h 6858000"/>
              <a:gd name="connsiteX439" fmla="*/ 1792053 w 7467600"/>
              <a:gd name="connsiteY439" fmla="*/ 6572396 h 6858000"/>
              <a:gd name="connsiteX440" fmla="*/ 1862248 w 7467600"/>
              <a:gd name="connsiteY440" fmla="*/ 6266397 h 6858000"/>
              <a:gd name="connsiteX441" fmla="*/ 1862250 w 7467600"/>
              <a:gd name="connsiteY441" fmla="*/ 6033531 h 6858000"/>
              <a:gd name="connsiteX442" fmla="*/ 1211999 w 7467600"/>
              <a:gd name="connsiteY442" fmla="*/ 6683610 h 6858000"/>
              <a:gd name="connsiteX443" fmla="*/ 1213266 w 7467600"/>
              <a:gd name="connsiteY443" fmla="*/ 6691947 h 6858000"/>
              <a:gd name="connsiteX444" fmla="*/ 1203370 w 7467600"/>
              <a:gd name="connsiteY444" fmla="*/ 6850676 h 6858000"/>
              <a:gd name="connsiteX445" fmla="*/ 1203671 w 7467600"/>
              <a:gd name="connsiteY445" fmla="*/ 6858000 h 6858000"/>
              <a:gd name="connsiteX446" fmla="*/ 1143180 w 7467600"/>
              <a:gd name="connsiteY446" fmla="*/ 6858000 h 6858000"/>
              <a:gd name="connsiteX447" fmla="*/ 1142176 w 7467600"/>
              <a:gd name="connsiteY447" fmla="*/ 6766045 h 6858000"/>
              <a:gd name="connsiteX448" fmla="*/ 1067484 w 7467600"/>
              <a:gd name="connsiteY448" fmla="*/ 6858000 h 6858000"/>
              <a:gd name="connsiteX449" fmla="*/ 953928 w 7467600"/>
              <a:gd name="connsiteY449" fmla="*/ 6858000 h 6858000"/>
              <a:gd name="connsiteX450" fmla="*/ 959715 w 7467600"/>
              <a:gd name="connsiteY450" fmla="*/ 6850185 h 6858000"/>
              <a:gd name="connsiteX451" fmla="*/ 1483788 w 7467600"/>
              <a:gd name="connsiteY451" fmla="*/ 6259174 h 6858000"/>
              <a:gd name="connsiteX452" fmla="*/ 1100671 w 7467600"/>
              <a:gd name="connsiteY452" fmla="*/ 6252137 h 6858000"/>
              <a:gd name="connsiteX453" fmla="*/ 1090144 w 7467600"/>
              <a:gd name="connsiteY453" fmla="*/ 6256748 h 6858000"/>
              <a:gd name="connsiteX454" fmla="*/ 1095872 w 7467600"/>
              <a:gd name="connsiteY454" fmla="*/ 6271892 h 6858000"/>
              <a:gd name="connsiteX455" fmla="*/ 262785 w 7467600"/>
              <a:gd name="connsiteY455" fmla="*/ 6845450 h 6858000"/>
              <a:gd name="connsiteX456" fmla="*/ 209968 w 7467600"/>
              <a:gd name="connsiteY456" fmla="*/ 6770713 h 6858000"/>
              <a:gd name="connsiteX457" fmla="*/ 873460 w 7467600"/>
              <a:gd name="connsiteY457" fmla="*/ 6253768 h 6858000"/>
              <a:gd name="connsiteX458" fmla="*/ 192686 w 7467600"/>
              <a:gd name="connsiteY458" fmla="*/ 5849257 h 6858000"/>
              <a:gd name="connsiteX459" fmla="*/ 4696 w 7467600"/>
              <a:gd name="connsiteY459" fmla="*/ 5697668 h 6858000"/>
              <a:gd name="connsiteX460" fmla="*/ 0 w 7467600"/>
              <a:gd name="connsiteY460" fmla="*/ 5689984 h 6858000"/>
              <a:gd name="connsiteX461" fmla="*/ 0 w 7467600"/>
              <a:gd name="connsiteY461" fmla="*/ 5513472 h 6858000"/>
              <a:gd name="connsiteX462" fmla="*/ 174101 w 7467600"/>
              <a:gd name="connsiteY462" fmla="*/ 5620277 h 6858000"/>
              <a:gd name="connsiteX463" fmla="*/ 891800 w 7467600"/>
              <a:gd name="connsiteY463" fmla="*/ 6036935 h 6858000"/>
              <a:gd name="connsiteX464" fmla="*/ 1072219 w 7467600"/>
              <a:gd name="connsiteY464" fmla="*/ 6169443 h 6858000"/>
              <a:gd name="connsiteX465" fmla="*/ 1074117 w 7467600"/>
              <a:gd name="connsiteY465" fmla="*/ 6170301 h 6858000"/>
              <a:gd name="connsiteX466" fmla="*/ 1083114 w 7467600"/>
              <a:gd name="connsiteY466" fmla="*/ 6174131 h 6858000"/>
              <a:gd name="connsiteX467" fmla="*/ 1543010 w 7467600"/>
              <a:gd name="connsiteY467" fmla="*/ 6191140 h 6858000"/>
              <a:gd name="connsiteX468" fmla="*/ 1551080 w 7467600"/>
              <a:gd name="connsiteY468" fmla="*/ 6195006 h 6858000"/>
              <a:gd name="connsiteX469" fmla="*/ 2345443 w 7467600"/>
              <a:gd name="connsiteY469" fmla="*/ 5549882 h 6858000"/>
              <a:gd name="connsiteX470" fmla="*/ 1721499 w 7467600"/>
              <a:gd name="connsiteY470" fmla="*/ 5599969 h 6858000"/>
              <a:gd name="connsiteX471" fmla="*/ 767716 w 7467600"/>
              <a:gd name="connsiteY471" fmla="*/ 5472768 h 6858000"/>
              <a:gd name="connsiteX472" fmla="*/ 722147 w 7467600"/>
              <a:gd name="connsiteY472" fmla="*/ 5393091 h 6858000"/>
              <a:gd name="connsiteX473" fmla="*/ 1485552 w 7467600"/>
              <a:gd name="connsiteY473" fmla="*/ 5313202 h 6858000"/>
              <a:gd name="connsiteX474" fmla="*/ 2143004 w 7467600"/>
              <a:gd name="connsiteY474" fmla="*/ 5402420 h 6858000"/>
              <a:gd name="connsiteX475" fmla="*/ 1933391 w 7467600"/>
              <a:gd name="connsiteY475" fmla="*/ 5156971 h 6858000"/>
              <a:gd name="connsiteX476" fmla="*/ 1827118 w 7467600"/>
              <a:gd name="connsiteY476" fmla="*/ 4968410 h 6858000"/>
              <a:gd name="connsiteX477" fmla="*/ 1837349 w 7467600"/>
              <a:gd name="connsiteY477" fmla="*/ 4956357 h 6858000"/>
              <a:gd name="connsiteX478" fmla="*/ 2162835 w 7467600"/>
              <a:gd name="connsiteY478" fmla="*/ 5187853 h 6858000"/>
              <a:gd name="connsiteX479" fmla="*/ 2257167 w 7467600"/>
              <a:gd name="connsiteY479" fmla="*/ 5462123 h 6858000"/>
              <a:gd name="connsiteX480" fmla="*/ 2261598 w 7467600"/>
              <a:gd name="connsiteY480" fmla="*/ 5467998 h 6858000"/>
              <a:gd name="connsiteX481" fmla="*/ 2437177 w 7467600"/>
              <a:gd name="connsiteY481" fmla="*/ 5479608 h 6858000"/>
              <a:gd name="connsiteX482" fmla="*/ 2445247 w 7467600"/>
              <a:gd name="connsiteY482" fmla="*/ 5483476 h 6858000"/>
              <a:gd name="connsiteX483" fmla="*/ 2743626 w 7467600"/>
              <a:gd name="connsiteY483" fmla="*/ 5304819 h 6858000"/>
              <a:gd name="connsiteX484" fmla="*/ 3048102 w 7467600"/>
              <a:gd name="connsiteY484" fmla="*/ 5150595 h 6858000"/>
              <a:gd name="connsiteX485" fmla="*/ 1799414 w 7467600"/>
              <a:gd name="connsiteY485" fmla="*/ 4694732 h 6858000"/>
              <a:gd name="connsiteX486" fmla="*/ 1771735 w 7467600"/>
              <a:gd name="connsiteY486" fmla="*/ 4619929 h 6858000"/>
              <a:gd name="connsiteX487" fmla="*/ 3104273 w 7467600"/>
              <a:gd name="connsiteY487" fmla="*/ 5076159 h 6858000"/>
              <a:gd name="connsiteX488" fmla="*/ 3113245 w 7467600"/>
              <a:gd name="connsiteY488" fmla="*/ 5090705 h 6858000"/>
              <a:gd name="connsiteX489" fmla="*/ 3126294 w 7467600"/>
              <a:gd name="connsiteY489" fmla="*/ 5114400 h 6858000"/>
              <a:gd name="connsiteX490" fmla="*/ 3937433 w 7467600"/>
              <a:gd name="connsiteY490" fmla="*/ 4830473 h 6858000"/>
              <a:gd name="connsiteX491" fmla="*/ 3590475 w 7467600"/>
              <a:gd name="connsiteY491" fmla="*/ 4597974 h 6858000"/>
              <a:gd name="connsiteX492" fmla="*/ 3100264 w 7467600"/>
              <a:gd name="connsiteY492" fmla="*/ 4579845 h 6858000"/>
              <a:gd name="connsiteX493" fmla="*/ 2183576 w 7467600"/>
              <a:gd name="connsiteY493" fmla="*/ 4227150 h 6858000"/>
              <a:gd name="connsiteX494" fmla="*/ 2151029 w 7467600"/>
              <a:gd name="connsiteY494" fmla="*/ 4146947 h 6858000"/>
              <a:gd name="connsiteX495" fmla="*/ 3563434 w 7467600"/>
              <a:gd name="connsiteY495" fmla="*/ 4469115 h 6858000"/>
              <a:gd name="connsiteX496" fmla="*/ 3177952 w 7467600"/>
              <a:gd name="connsiteY496" fmla="*/ 3657386 h 6858000"/>
              <a:gd name="connsiteX497" fmla="*/ 3189263 w 7467600"/>
              <a:gd name="connsiteY497" fmla="*/ 3625726 h 6858000"/>
              <a:gd name="connsiteX498" fmla="*/ 3560912 w 7467600"/>
              <a:gd name="connsiteY498" fmla="*/ 4079863 h 6858000"/>
              <a:gd name="connsiteX499" fmla="*/ 3626636 w 7467600"/>
              <a:gd name="connsiteY499" fmla="*/ 4512230 h 6858000"/>
              <a:gd name="connsiteX500" fmla="*/ 3653088 w 7467600"/>
              <a:gd name="connsiteY500" fmla="*/ 4521417 h 6858000"/>
              <a:gd name="connsiteX501" fmla="*/ 3988128 w 7467600"/>
              <a:gd name="connsiteY501" fmla="*/ 4817267 h 6858000"/>
              <a:gd name="connsiteX502" fmla="*/ 4830582 w 7467600"/>
              <a:gd name="connsiteY502" fmla="*/ 4676000 h 6858000"/>
              <a:gd name="connsiteX503" fmla="*/ 4830100 w 7467600"/>
              <a:gd name="connsiteY503" fmla="*/ 4675554 h 6858000"/>
              <a:gd name="connsiteX504" fmla="*/ 4036318 w 7467600"/>
              <a:gd name="connsiteY504" fmla="*/ 4147013 h 6858000"/>
              <a:gd name="connsiteX505" fmla="*/ 3432098 w 7467600"/>
              <a:gd name="connsiteY505" fmla="*/ 3537312 h 6858000"/>
              <a:gd name="connsiteX506" fmla="*/ 3446761 w 7467600"/>
              <a:gd name="connsiteY506" fmla="*/ 3461278 h 6858000"/>
              <a:gd name="connsiteX507" fmla="*/ 4419733 w 7467600"/>
              <a:gd name="connsiteY507" fmla="*/ 3963555 h 6858000"/>
              <a:gd name="connsiteX508" fmla="*/ 4781371 w 7467600"/>
              <a:gd name="connsiteY508" fmla="*/ 4458604 h 6858000"/>
              <a:gd name="connsiteX509" fmla="*/ 4780440 w 7467600"/>
              <a:gd name="connsiteY509" fmla="*/ 4470290 h 6858000"/>
              <a:gd name="connsiteX510" fmla="*/ 4898954 w 7467600"/>
              <a:gd name="connsiteY510" fmla="*/ 4662092 h 6858000"/>
              <a:gd name="connsiteX511" fmla="*/ 4900699 w 7467600"/>
              <a:gd name="connsiteY511" fmla="*/ 4670867 h 6858000"/>
              <a:gd name="connsiteX512" fmla="*/ 5714511 w 7467600"/>
              <a:gd name="connsiteY512" fmla="*/ 4663483 h 6858000"/>
              <a:gd name="connsiteX513" fmla="*/ 5464793 w 7467600"/>
              <a:gd name="connsiteY513" fmla="*/ 4393556 h 6858000"/>
              <a:gd name="connsiteX514" fmla="*/ 5461897 w 7467600"/>
              <a:gd name="connsiteY514" fmla="*/ 4390879 h 6858000"/>
              <a:gd name="connsiteX515" fmla="*/ 4294126 w 7467600"/>
              <a:gd name="connsiteY515" fmla="*/ 3303048 h 6858000"/>
              <a:gd name="connsiteX516" fmla="*/ 4305321 w 7467600"/>
              <a:gd name="connsiteY516" fmla="*/ 3256953 h 6858000"/>
              <a:gd name="connsiteX517" fmla="*/ 4949299 w 7467600"/>
              <a:gd name="connsiteY517" fmla="*/ 3766336 h 6858000"/>
              <a:gd name="connsiteX518" fmla="*/ 5291452 w 7467600"/>
              <a:gd name="connsiteY518" fmla="*/ 4076801 h 6858000"/>
              <a:gd name="connsiteX519" fmla="*/ 5434998 w 7467600"/>
              <a:gd name="connsiteY519" fmla="*/ 4254100 h 6858000"/>
              <a:gd name="connsiteX520" fmla="*/ 5351015 w 7467600"/>
              <a:gd name="connsiteY520" fmla="*/ 3760989 h 6858000"/>
              <a:gd name="connsiteX521" fmla="*/ 5413780 w 7467600"/>
              <a:gd name="connsiteY521" fmla="*/ 2966265 h 6858000"/>
              <a:gd name="connsiteX522" fmla="*/ 5425627 w 7467600"/>
              <a:gd name="connsiteY522" fmla="*/ 2954192 h 6858000"/>
              <a:gd name="connsiteX523" fmla="*/ 6604735 w 7467600"/>
              <a:gd name="connsiteY523" fmla="*/ 2041381 h 6858000"/>
              <a:gd name="connsiteX524" fmla="*/ 7204487 w 7467600"/>
              <a:gd name="connsiteY524" fmla="*/ 2742112 h 6858000"/>
              <a:gd name="connsiteX525" fmla="*/ 7131592 w 7467600"/>
              <a:gd name="connsiteY525" fmla="*/ 2672096 h 6858000"/>
              <a:gd name="connsiteX526" fmla="*/ 6996344 w 7467600"/>
              <a:gd name="connsiteY526" fmla="*/ 2518310 h 6858000"/>
              <a:gd name="connsiteX527" fmla="*/ 6735495 w 7467600"/>
              <a:gd name="connsiteY527" fmla="*/ 2196890 h 6858000"/>
              <a:gd name="connsiteX528" fmla="*/ 6721901 w 7467600"/>
              <a:gd name="connsiteY528" fmla="*/ 2179274 h 6858000"/>
              <a:gd name="connsiteX529" fmla="*/ 6604735 w 7467600"/>
              <a:gd name="connsiteY529" fmla="*/ 2041381 h 6858000"/>
              <a:gd name="connsiteX530" fmla="*/ 6591670 w 7467600"/>
              <a:gd name="connsiteY530" fmla="*/ 1988277 h 6858000"/>
              <a:gd name="connsiteX531" fmla="*/ 6747349 w 7467600"/>
              <a:gd name="connsiteY531" fmla="*/ 2160069 h 6858000"/>
              <a:gd name="connsiteX532" fmla="*/ 6760943 w 7467600"/>
              <a:gd name="connsiteY532" fmla="*/ 2177686 h 6858000"/>
              <a:gd name="connsiteX533" fmla="*/ 7021065 w 7467600"/>
              <a:gd name="connsiteY533" fmla="*/ 2498102 h 6858000"/>
              <a:gd name="connsiteX534" fmla="*/ 7155223 w 7467600"/>
              <a:gd name="connsiteY534" fmla="*/ 2650386 h 6858000"/>
              <a:gd name="connsiteX535" fmla="*/ 7203167 w 7467600"/>
              <a:gd name="connsiteY535" fmla="*/ 2697288 h 6858000"/>
              <a:gd name="connsiteX536" fmla="*/ 6937703 w 7467600"/>
              <a:gd name="connsiteY536" fmla="*/ 2321981 h 6858000"/>
              <a:gd name="connsiteX537" fmla="*/ 6591670 w 7467600"/>
              <a:gd name="connsiteY537" fmla="*/ 1988277 h 6858000"/>
              <a:gd name="connsiteX538" fmla="*/ 5798671 w 7467600"/>
              <a:gd name="connsiteY538" fmla="*/ 1981601 h 6858000"/>
              <a:gd name="connsiteX539" fmla="*/ 5754709 w 7467600"/>
              <a:gd name="connsiteY539" fmla="*/ 2071454 h 6858000"/>
              <a:gd name="connsiteX540" fmla="*/ 5763044 w 7467600"/>
              <a:gd name="connsiteY540" fmla="*/ 2842206 h 6858000"/>
              <a:gd name="connsiteX541" fmla="*/ 5764974 w 7467600"/>
              <a:gd name="connsiteY541" fmla="*/ 2799609 h 6858000"/>
              <a:gd name="connsiteX542" fmla="*/ 5767665 w 7467600"/>
              <a:gd name="connsiteY542" fmla="*/ 2666409 h 6858000"/>
              <a:gd name="connsiteX543" fmla="*/ 5763055 w 7467600"/>
              <a:gd name="connsiteY543" fmla="*/ 2579705 h 6858000"/>
              <a:gd name="connsiteX544" fmla="*/ 5758079 w 7467600"/>
              <a:gd name="connsiteY544" fmla="*/ 2492508 h 6858000"/>
              <a:gd name="connsiteX545" fmla="*/ 5779325 w 7467600"/>
              <a:gd name="connsiteY545" fmla="*/ 2197069 h 6858000"/>
              <a:gd name="connsiteX546" fmla="*/ 5798671 w 7467600"/>
              <a:gd name="connsiteY546" fmla="*/ 1981601 h 6858000"/>
              <a:gd name="connsiteX547" fmla="*/ 5829202 w 7467600"/>
              <a:gd name="connsiteY547" fmla="*/ 1971679 h 6858000"/>
              <a:gd name="connsiteX548" fmla="*/ 5809558 w 7467600"/>
              <a:gd name="connsiteY548" fmla="*/ 2198043 h 6858000"/>
              <a:gd name="connsiteX549" fmla="*/ 5788653 w 7467600"/>
              <a:gd name="connsiteY549" fmla="*/ 2489430 h 6858000"/>
              <a:gd name="connsiteX550" fmla="*/ 5793439 w 7467600"/>
              <a:gd name="connsiteY550" fmla="*/ 2575235 h 6858000"/>
              <a:gd name="connsiteX551" fmla="*/ 5796837 w 7467600"/>
              <a:gd name="connsiteY551" fmla="*/ 2637633 h 6858000"/>
              <a:gd name="connsiteX552" fmla="*/ 5818614 w 7467600"/>
              <a:gd name="connsiteY552" fmla="*/ 2473055 h 6858000"/>
              <a:gd name="connsiteX553" fmla="*/ 5829202 w 7467600"/>
              <a:gd name="connsiteY553" fmla="*/ 1971679 h 6858000"/>
              <a:gd name="connsiteX554" fmla="*/ 5911389 w 7467600"/>
              <a:gd name="connsiteY554" fmla="*/ 1898371 h 6858000"/>
              <a:gd name="connsiteX555" fmla="*/ 6237627 w 7467600"/>
              <a:gd name="connsiteY555" fmla="*/ 2231921 h 6858000"/>
              <a:gd name="connsiteX556" fmla="*/ 5911389 w 7467600"/>
              <a:gd name="connsiteY556" fmla="*/ 1898371 h 6858000"/>
              <a:gd name="connsiteX557" fmla="*/ 6944437 w 7467600"/>
              <a:gd name="connsiteY557" fmla="*/ 1575402 h 6858000"/>
              <a:gd name="connsiteX558" fmla="*/ 6304730 w 7467600"/>
              <a:gd name="connsiteY558" fmla="*/ 1766654 h 6858000"/>
              <a:gd name="connsiteX559" fmla="*/ 6944437 w 7467600"/>
              <a:gd name="connsiteY559" fmla="*/ 1575402 h 6858000"/>
              <a:gd name="connsiteX560" fmla="*/ 7019523 w 7467600"/>
              <a:gd name="connsiteY560" fmla="*/ 1519450 h 6858000"/>
              <a:gd name="connsiteX561" fmla="*/ 6298091 w 7467600"/>
              <a:gd name="connsiteY561" fmla="*/ 1737122 h 6858000"/>
              <a:gd name="connsiteX562" fmla="*/ 7019523 w 7467600"/>
              <a:gd name="connsiteY562" fmla="*/ 1519450 h 6858000"/>
              <a:gd name="connsiteX563" fmla="*/ 2399523 w 7467600"/>
              <a:gd name="connsiteY563" fmla="*/ 1428234 h 6858000"/>
              <a:gd name="connsiteX564" fmla="*/ 2224982 w 7467600"/>
              <a:gd name="connsiteY564" fmla="*/ 1826201 h 6858000"/>
              <a:gd name="connsiteX565" fmla="*/ 2096099 w 7467600"/>
              <a:gd name="connsiteY565" fmla="*/ 2345900 h 6858000"/>
              <a:gd name="connsiteX566" fmla="*/ 2283317 w 7467600"/>
              <a:gd name="connsiteY566" fmla="*/ 1796925 h 6858000"/>
              <a:gd name="connsiteX567" fmla="*/ 2399523 w 7467600"/>
              <a:gd name="connsiteY567" fmla="*/ 1428234 h 6858000"/>
              <a:gd name="connsiteX568" fmla="*/ 2448558 w 7467600"/>
              <a:gd name="connsiteY568" fmla="*/ 1373435 h 6858000"/>
              <a:gd name="connsiteX569" fmla="*/ 2312521 w 7467600"/>
              <a:gd name="connsiteY569" fmla="*/ 1806140 h 6858000"/>
              <a:gd name="connsiteX570" fmla="*/ 2127533 w 7467600"/>
              <a:gd name="connsiteY570" fmla="*/ 2348380 h 6858000"/>
              <a:gd name="connsiteX571" fmla="*/ 2358080 w 7467600"/>
              <a:gd name="connsiteY571" fmla="*/ 1866134 h 6858000"/>
              <a:gd name="connsiteX572" fmla="*/ 2407436 w 7467600"/>
              <a:gd name="connsiteY572" fmla="*/ 1651070 h 6858000"/>
              <a:gd name="connsiteX573" fmla="*/ 2448558 w 7467600"/>
              <a:gd name="connsiteY573" fmla="*/ 1373435 h 6858000"/>
              <a:gd name="connsiteX574" fmla="*/ 278707 w 7467600"/>
              <a:gd name="connsiteY574" fmla="*/ 1352270 h 6858000"/>
              <a:gd name="connsiteX575" fmla="*/ 321570 w 7467600"/>
              <a:gd name="connsiteY575" fmla="*/ 1861610 h 6858000"/>
              <a:gd name="connsiteX576" fmla="*/ 294281 w 7467600"/>
              <a:gd name="connsiteY576" fmla="*/ 1440658 h 6858000"/>
              <a:gd name="connsiteX577" fmla="*/ 278707 w 7467600"/>
              <a:gd name="connsiteY577" fmla="*/ 1352270 h 6858000"/>
              <a:gd name="connsiteX578" fmla="*/ 1423821 w 7467600"/>
              <a:gd name="connsiteY578" fmla="*/ 1351958 h 6858000"/>
              <a:gd name="connsiteX579" fmla="*/ 1638521 w 7467600"/>
              <a:gd name="connsiteY579" fmla="*/ 1908470 h 6858000"/>
              <a:gd name="connsiteX580" fmla="*/ 1754199 w 7467600"/>
              <a:gd name="connsiteY580" fmla="*/ 2149284 h 6858000"/>
              <a:gd name="connsiteX581" fmla="*/ 1908359 w 7467600"/>
              <a:gd name="connsiteY581" fmla="*/ 2364988 h 6858000"/>
              <a:gd name="connsiteX582" fmla="*/ 1647661 w 7467600"/>
              <a:gd name="connsiteY582" fmla="*/ 1825945 h 6858000"/>
              <a:gd name="connsiteX583" fmla="*/ 1423821 w 7467600"/>
              <a:gd name="connsiteY583" fmla="*/ 1351958 h 6858000"/>
              <a:gd name="connsiteX584" fmla="*/ 1431890 w 7467600"/>
              <a:gd name="connsiteY584" fmla="*/ 1306475 h 6858000"/>
              <a:gd name="connsiteX585" fmla="*/ 1507597 w 7467600"/>
              <a:gd name="connsiteY585" fmla="*/ 1446132 h 6858000"/>
              <a:gd name="connsiteX586" fmla="*/ 1674586 w 7467600"/>
              <a:gd name="connsiteY586" fmla="*/ 1813832 h 6858000"/>
              <a:gd name="connsiteX587" fmla="*/ 1815950 w 7467600"/>
              <a:gd name="connsiteY587" fmla="*/ 2128564 h 6858000"/>
              <a:gd name="connsiteX588" fmla="*/ 1984242 w 7467600"/>
              <a:gd name="connsiteY588" fmla="*/ 2430829 h 6858000"/>
              <a:gd name="connsiteX589" fmla="*/ 2014023 w 7467600"/>
              <a:gd name="connsiteY589" fmla="*/ 2450995 h 6858000"/>
              <a:gd name="connsiteX590" fmla="*/ 1747337 w 7467600"/>
              <a:gd name="connsiteY590" fmla="*/ 1855264 h 6858000"/>
              <a:gd name="connsiteX591" fmla="*/ 1533749 w 7467600"/>
              <a:gd name="connsiteY591" fmla="*/ 1478656 h 6858000"/>
              <a:gd name="connsiteX592" fmla="*/ 1431890 w 7467600"/>
              <a:gd name="connsiteY592" fmla="*/ 1306475 h 6858000"/>
              <a:gd name="connsiteX593" fmla="*/ 5052692 w 7467600"/>
              <a:gd name="connsiteY593" fmla="*/ 1292994 h 6858000"/>
              <a:gd name="connsiteX594" fmla="*/ 5200661 w 7467600"/>
              <a:gd name="connsiteY594" fmla="*/ 1635186 h 6858000"/>
              <a:gd name="connsiteX595" fmla="*/ 5297138 w 7467600"/>
              <a:gd name="connsiteY595" fmla="*/ 1906351 h 6858000"/>
              <a:gd name="connsiteX596" fmla="*/ 5052692 w 7467600"/>
              <a:gd name="connsiteY596" fmla="*/ 1292994 h 6858000"/>
              <a:gd name="connsiteX597" fmla="*/ 5009948 w 7467600"/>
              <a:gd name="connsiteY597" fmla="*/ 1273619 h 6858000"/>
              <a:gd name="connsiteX598" fmla="*/ 5121777 w 7467600"/>
              <a:gd name="connsiteY598" fmla="*/ 1654213 h 6858000"/>
              <a:gd name="connsiteX599" fmla="*/ 5293545 w 7467600"/>
              <a:gd name="connsiteY599" fmla="*/ 2072247 h 6858000"/>
              <a:gd name="connsiteX600" fmla="*/ 5294042 w 7467600"/>
              <a:gd name="connsiteY600" fmla="*/ 2065019 h 6858000"/>
              <a:gd name="connsiteX601" fmla="*/ 5171936 w 7467600"/>
              <a:gd name="connsiteY601" fmla="*/ 1647613 h 6858000"/>
              <a:gd name="connsiteX602" fmla="*/ 5009948 w 7467600"/>
              <a:gd name="connsiteY602" fmla="*/ 1273619 h 6858000"/>
              <a:gd name="connsiteX603" fmla="*/ 655236 w 7467600"/>
              <a:gd name="connsiteY603" fmla="*/ 1268632 h 6858000"/>
              <a:gd name="connsiteX604" fmla="*/ 839521 w 7467600"/>
              <a:gd name="connsiteY604" fmla="*/ 1685315 h 6858000"/>
              <a:gd name="connsiteX605" fmla="*/ 1109416 w 7467600"/>
              <a:gd name="connsiteY605" fmla="*/ 2061663 h 6858000"/>
              <a:gd name="connsiteX606" fmla="*/ 1298300 w 7467600"/>
              <a:gd name="connsiteY606" fmla="*/ 2247742 h 6858000"/>
              <a:gd name="connsiteX607" fmla="*/ 1125871 w 7467600"/>
              <a:gd name="connsiteY607" fmla="*/ 1989513 h 6858000"/>
              <a:gd name="connsiteX608" fmla="*/ 981574 w 7467600"/>
              <a:gd name="connsiteY608" fmla="*/ 1783157 h 6858000"/>
              <a:gd name="connsiteX609" fmla="*/ 922198 w 7467600"/>
              <a:gd name="connsiteY609" fmla="*/ 1677437 h 6858000"/>
              <a:gd name="connsiteX610" fmla="*/ 869293 w 7467600"/>
              <a:gd name="connsiteY610" fmla="*/ 1583214 h 6858000"/>
              <a:gd name="connsiteX611" fmla="*/ 751431 w 7467600"/>
              <a:gd name="connsiteY611" fmla="*/ 1405731 h 6858000"/>
              <a:gd name="connsiteX612" fmla="*/ 655236 w 7467600"/>
              <a:gd name="connsiteY612" fmla="*/ 1268632 h 6858000"/>
              <a:gd name="connsiteX613" fmla="*/ 6516292 w 7467600"/>
              <a:gd name="connsiteY613" fmla="*/ 1263064 h 6858000"/>
              <a:gd name="connsiteX614" fmla="*/ 5736320 w 7467600"/>
              <a:gd name="connsiteY614" fmla="*/ 1501803 h 6858000"/>
              <a:gd name="connsiteX615" fmla="*/ 6516292 w 7467600"/>
              <a:gd name="connsiteY615" fmla="*/ 1263064 h 6858000"/>
              <a:gd name="connsiteX616" fmla="*/ 291466 w 7467600"/>
              <a:gd name="connsiteY616" fmla="*/ 1250369 h 6858000"/>
              <a:gd name="connsiteX617" fmla="*/ 323180 w 7467600"/>
              <a:gd name="connsiteY617" fmla="*/ 1435283 h 6858000"/>
              <a:gd name="connsiteX618" fmla="*/ 349381 w 7467600"/>
              <a:gd name="connsiteY618" fmla="*/ 1875041 h 6858000"/>
              <a:gd name="connsiteX619" fmla="*/ 374363 w 7467600"/>
              <a:gd name="connsiteY619" fmla="*/ 1506494 h 6858000"/>
              <a:gd name="connsiteX620" fmla="*/ 302168 w 7467600"/>
              <a:gd name="connsiteY620" fmla="*/ 1274495 h 6858000"/>
              <a:gd name="connsiteX621" fmla="*/ 291466 w 7467600"/>
              <a:gd name="connsiteY621" fmla="*/ 1250369 h 6858000"/>
              <a:gd name="connsiteX622" fmla="*/ 678222 w 7467600"/>
              <a:gd name="connsiteY622" fmla="*/ 1248670 h 6858000"/>
              <a:gd name="connsiteX623" fmla="*/ 775536 w 7467600"/>
              <a:gd name="connsiteY623" fmla="*/ 1388015 h 6858000"/>
              <a:gd name="connsiteX624" fmla="*/ 894529 w 7467600"/>
              <a:gd name="connsiteY624" fmla="*/ 1567739 h 6858000"/>
              <a:gd name="connsiteX625" fmla="*/ 948000 w 7467600"/>
              <a:gd name="connsiteY625" fmla="*/ 1663088 h 6858000"/>
              <a:gd name="connsiteX626" fmla="*/ 1006812 w 7467600"/>
              <a:gd name="connsiteY626" fmla="*/ 1767683 h 6858000"/>
              <a:gd name="connsiteX627" fmla="*/ 1149133 w 7467600"/>
              <a:gd name="connsiteY627" fmla="*/ 1971513 h 6858000"/>
              <a:gd name="connsiteX628" fmla="*/ 1333952 w 7467600"/>
              <a:gd name="connsiteY628" fmla="*/ 2251620 h 6858000"/>
              <a:gd name="connsiteX629" fmla="*/ 1337329 w 7467600"/>
              <a:gd name="connsiteY629" fmla="*/ 2258350 h 6858000"/>
              <a:gd name="connsiteX630" fmla="*/ 1014726 w 7467600"/>
              <a:gd name="connsiteY630" fmla="*/ 1615556 h 6858000"/>
              <a:gd name="connsiteX631" fmla="*/ 678222 w 7467600"/>
              <a:gd name="connsiteY631" fmla="*/ 1248670 h 6858000"/>
              <a:gd name="connsiteX632" fmla="*/ 6691602 w 7467600"/>
              <a:gd name="connsiteY632" fmla="*/ 1140573 h 6858000"/>
              <a:gd name="connsiteX633" fmla="*/ 6571100 w 7467600"/>
              <a:gd name="connsiteY633" fmla="*/ 1183662 h 6858000"/>
              <a:gd name="connsiteX634" fmla="*/ 6241687 w 7467600"/>
              <a:gd name="connsiteY634" fmla="*/ 1257600 h 6858000"/>
              <a:gd name="connsiteX635" fmla="*/ 5693009 w 7467600"/>
              <a:gd name="connsiteY635" fmla="*/ 1478256 h 6858000"/>
              <a:gd name="connsiteX636" fmla="*/ 6548420 w 7467600"/>
              <a:gd name="connsiteY636" fmla="*/ 1214599 h 6858000"/>
              <a:gd name="connsiteX637" fmla="*/ 6605473 w 7467600"/>
              <a:gd name="connsiteY637" fmla="*/ 1184686 h 6858000"/>
              <a:gd name="connsiteX638" fmla="*/ 6691602 w 7467600"/>
              <a:gd name="connsiteY638" fmla="*/ 1140573 h 6858000"/>
              <a:gd name="connsiteX639" fmla="*/ 4002475 w 7467600"/>
              <a:gd name="connsiteY639" fmla="*/ 1037802 h 6858000"/>
              <a:gd name="connsiteX640" fmla="*/ 4000324 w 7467600"/>
              <a:gd name="connsiteY640" fmla="*/ 1039362 h 6858000"/>
              <a:gd name="connsiteX641" fmla="*/ 4002862 w 7467600"/>
              <a:gd name="connsiteY641" fmla="*/ 1042866 h 6858000"/>
              <a:gd name="connsiteX642" fmla="*/ 4002475 w 7467600"/>
              <a:gd name="connsiteY642" fmla="*/ 1037802 h 6858000"/>
              <a:gd name="connsiteX643" fmla="*/ 506322 w 7467600"/>
              <a:gd name="connsiteY643" fmla="*/ 1020997 h 6858000"/>
              <a:gd name="connsiteX644" fmla="*/ 533068 w 7467600"/>
              <a:gd name="connsiteY644" fmla="*/ 1029409 h 6858000"/>
              <a:gd name="connsiteX645" fmla="*/ 1232525 w 7467600"/>
              <a:gd name="connsiteY645" fmla="*/ 1804675 h 6858000"/>
              <a:gd name="connsiteX646" fmla="*/ 1388858 w 7467600"/>
              <a:gd name="connsiteY646" fmla="*/ 2368011 h 6858000"/>
              <a:gd name="connsiteX647" fmla="*/ 1384098 w 7467600"/>
              <a:gd name="connsiteY647" fmla="*/ 2378125 h 6858000"/>
              <a:gd name="connsiteX648" fmla="*/ 1425393 w 7467600"/>
              <a:gd name="connsiteY648" fmla="*/ 2589124 h 6858000"/>
              <a:gd name="connsiteX649" fmla="*/ 1424001 w 7467600"/>
              <a:gd name="connsiteY649" fmla="*/ 2597541 h 6858000"/>
              <a:gd name="connsiteX650" fmla="*/ 2152729 w 7467600"/>
              <a:gd name="connsiteY650" fmla="*/ 2864487 h 6858000"/>
              <a:gd name="connsiteX651" fmla="*/ 2020609 w 7467600"/>
              <a:gd name="connsiteY651" fmla="*/ 2539671 h 6858000"/>
              <a:gd name="connsiteX652" fmla="*/ 2018920 w 7467600"/>
              <a:gd name="connsiteY652" fmla="*/ 2536309 h 6858000"/>
              <a:gd name="connsiteX653" fmla="*/ 1342441 w 7467600"/>
              <a:gd name="connsiteY653" fmla="*/ 1173017 h 6858000"/>
              <a:gd name="connsiteX654" fmla="*/ 1367925 w 7467600"/>
              <a:gd name="connsiteY654" fmla="*/ 1135648 h 6858000"/>
              <a:gd name="connsiteX655" fmla="*/ 1771401 w 7467600"/>
              <a:gd name="connsiteY655" fmla="*/ 1806673 h 6858000"/>
              <a:gd name="connsiteX656" fmla="*/ 1972385 w 7467600"/>
              <a:gd name="connsiteY656" fmla="*/ 2198735 h 6858000"/>
              <a:gd name="connsiteX657" fmla="*/ 2040892 w 7467600"/>
              <a:gd name="connsiteY657" fmla="*/ 2405205 h 6858000"/>
              <a:gd name="connsiteX658" fmla="*/ 2131689 w 7467600"/>
              <a:gd name="connsiteY658" fmla="*/ 1936926 h 6858000"/>
              <a:gd name="connsiteX659" fmla="*/ 2454820 w 7467600"/>
              <a:gd name="connsiteY659" fmla="*/ 1248808 h 6858000"/>
              <a:gd name="connsiteX660" fmla="*/ 2492512 w 7467600"/>
              <a:gd name="connsiteY660" fmla="*/ 1302920 h 6858000"/>
              <a:gd name="connsiteX661" fmla="*/ 2081216 w 7467600"/>
              <a:gd name="connsiteY661" fmla="*/ 2527513 h 6858000"/>
              <a:gd name="connsiteX662" fmla="*/ 2081211 w 7467600"/>
              <a:gd name="connsiteY662" fmla="*/ 2528916 h 6858000"/>
              <a:gd name="connsiteX663" fmla="*/ 2199067 w 7467600"/>
              <a:gd name="connsiteY663" fmla="*/ 2884061 h 6858000"/>
              <a:gd name="connsiteX664" fmla="*/ 3192586 w 7467600"/>
              <a:gd name="connsiteY664" fmla="*/ 3411496 h 6858000"/>
              <a:gd name="connsiteX665" fmla="*/ 3182620 w 7467600"/>
              <a:gd name="connsiteY665" fmla="*/ 3483279 h 6858000"/>
              <a:gd name="connsiteX666" fmla="*/ 2435119 w 7467600"/>
              <a:gd name="connsiteY666" fmla="*/ 3080173 h 6858000"/>
              <a:gd name="connsiteX667" fmla="*/ 2410152 w 7467600"/>
              <a:gd name="connsiteY667" fmla="*/ 3063751 h 6858000"/>
              <a:gd name="connsiteX668" fmla="*/ 2408099 w 7467600"/>
              <a:gd name="connsiteY668" fmla="*/ 3064403 h 6858000"/>
              <a:gd name="connsiteX669" fmla="*/ 2407218 w 7467600"/>
              <a:gd name="connsiteY669" fmla="*/ 3070324 h 6858000"/>
              <a:gd name="connsiteX670" fmla="*/ 2380138 w 7467600"/>
              <a:gd name="connsiteY670" fmla="*/ 3099341 h 6858000"/>
              <a:gd name="connsiteX671" fmla="*/ 1765923 w 7467600"/>
              <a:gd name="connsiteY671" fmla="*/ 3581043 h 6858000"/>
              <a:gd name="connsiteX672" fmla="*/ 1702258 w 7467600"/>
              <a:gd name="connsiteY672" fmla="*/ 3612286 h 6858000"/>
              <a:gd name="connsiteX673" fmla="*/ 1538370 w 7467600"/>
              <a:gd name="connsiteY673" fmla="*/ 3811804 h 6858000"/>
              <a:gd name="connsiteX674" fmla="*/ 542867 w 7467600"/>
              <a:gd name="connsiteY674" fmla="*/ 4944092 h 6858000"/>
              <a:gd name="connsiteX675" fmla="*/ 515800 w 7467600"/>
              <a:gd name="connsiteY675" fmla="*/ 4862180 h 6858000"/>
              <a:gd name="connsiteX676" fmla="*/ 909145 w 7467600"/>
              <a:gd name="connsiteY676" fmla="*/ 4199225 h 6858000"/>
              <a:gd name="connsiteX677" fmla="*/ 1214067 w 7467600"/>
              <a:gd name="connsiteY677" fmla="*/ 3908561 h 6858000"/>
              <a:gd name="connsiteX678" fmla="*/ 640967 w 7467600"/>
              <a:gd name="connsiteY678" fmla="*/ 4105601 h 6858000"/>
              <a:gd name="connsiteX679" fmla="*/ 112563 w 7467600"/>
              <a:gd name="connsiteY679" fmla="*/ 4396952 h 6858000"/>
              <a:gd name="connsiteX680" fmla="*/ 0 w 7467600"/>
              <a:gd name="connsiteY680" fmla="*/ 4466006 h 6858000"/>
              <a:gd name="connsiteX681" fmla="*/ 0 w 7467600"/>
              <a:gd name="connsiteY681" fmla="*/ 4233763 h 6858000"/>
              <a:gd name="connsiteX682" fmla="*/ 36881 w 7467600"/>
              <a:gd name="connsiteY682" fmla="*/ 4200118 h 6858000"/>
              <a:gd name="connsiteX683" fmla="*/ 910534 w 7467600"/>
              <a:gd name="connsiteY683" fmla="*/ 3629753 h 6858000"/>
              <a:gd name="connsiteX684" fmla="*/ 1578717 w 7467600"/>
              <a:gd name="connsiteY684" fmla="*/ 3575982 h 6858000"/>
              <a:gd name="connsiteX685" fmla="*/ 2338780 w 7467600"/>
              <a:gd name="connsiteY685" fmla="*/ 3033725 h 6858000"/>
              <a:gd name="connsiteX686" fmla="*/ 1807991 w 7467600"/>
              <a:gd name="connsiteY686" fmla="*/ 2807184 h 6858000"/>
              <a:gd name="connsiteX687" fmla="*/ 1416358 w 7467600"/>
              <a:gd name="connsiteY687" fmla="*/ 3112571 h 6858000"/>
              <a:gd name="connsiteX688" fmla="*/ 939066 w 7467600"/>
              <a:gd name="connsiteY688" fmla="*/ 3378798 h 6858000"/>
              <a:gd name="connsiteX689" fmla="*/ 115099 w 7467600"/>
              <a:gd name="connsiteY689" fmla="*/ 3607650 h 6858000"/>
              <a:gd name="connsiteX690" fmla="*/ 97284 w 7467600"/>
              <a:gd name="connsiteY690" fmla="*/ 3520393 h 6858000"/>
              <a:gd name="connsiteX691" fmla="*/ 922050 w 7467600"/>
              <a:gd name="connsiteY691" fmla="*/ 3074867 h 6858000"/>
              <a:gd name="connsiteX692" fmla="*/ 1405265 w 7467600"/>
              <a:gd name="connsiteY692" fmla="*/ 3016319 h 6858000"/>
              <a:gd name="connsiteX693" fmla="*/ 1407512 w 7467600"/>
              <a:gd name="connsiteY693" fmla="*/ 3018001 h 6858000"/>
              <a:gd name="connsiteX694" fmla="*/ 1726266 w 7467600"/>
              <a:gd name="connsiteY694" fmla="*/ 2777274 h 6858000"/>
              <a:gd name="connsiteX695" fmla="*/ 625390 w 7467600"/>
              <a:gd name="connsiteY695" fmla="*/ 2514541 h 6858000"/>
              <a:gd name="connsiteX696" fmla="*/ 619799 w 7467600"/>
              <a:gd name="connsiteY696" fmla="*/ 2527180 h 6858000"/>
              <a:gd name="connsiteX697" fmla="*/ 310030 w 7467600"/>
              <a:gd name="connsiteY697" fmla="*/ 2771818 h 6858000"/>
              <a:gd name="connsiteX698" fmla="*/ 173877 w 7467600"/>
              <a:gd name="connsiteY698" fmla="*/ 2937056 h 6858000"/>
              <a:gd name="connsiteX699" fmla="*/ 77889 w 7467600"/>
              <a:gd name="connsiteY699" fmla="*/ 3138440 h 6858000"/>
              <a:gd name="connsiteX700" fmla="*/ 0 w 7467600"/>
              <a:gd name="connsiteY700" fmla="*/ 3271395 h 6858000"/>
              <a:gd name="connsiteX701" fmla="*/ 0 w 7467600"/>
              <a:gd name="connsiteY701" fmla="*/ 3153002 h 6858000"/>
              <a:gd name="connsiteX702" fmla="*/ 2386 w 7467600"/>
              <a:gd name="connsiteY702" fmla="*/ 3149203 h 6858000"/>
              <a:gd name="connsiteX703" fmla="*/ 89753 w 7467600"/>
              <a:gd name="connsiteY703" fmla="*/ 2987702 h 6858000"/>
              <a:gd name="connsiteX704" fmla="*/ 76869 w 7467600"/>
              <a:gd name="connsiteY704" fmla="*/ 3005404 h 6858000"/>
              <a:gd name="connsiteX705" fmla="*/ 32049 w 7467600"/>
              <a:gd name="connsiteY705" fmla="*/ 3065814 h 6858000"/>
              <a:gd name="connsiteX706" fmla="*/ 0 w 7467600"/>
              <a:gd name="connsiteY706" fmla="*/ 3108744 h 6858000"/>
              <a:gd name="connsiteX707" fmla="*/ 0 w 7467600"/>
              <a:gd name="connsiteY707" fmla="*/ 3058059 h 6858000"/>
              <a:gd name="connsiteX708" fmla="*/ 7610 w 7467600"/>
              <a:gd name="connsiteY708" fmla="*/ 3047889 h 6858000"/>
              <a:gd name="connsiteX709" fmla="*/ 52419 w 7467600"/>
              <a:gd name="connsiteY709" fmla="*/ 2987479 h 6858000"/>
              <a:gd name="connsiteX710" fmla="*/ 59142 w 7467600"/>
              <a:gd name="connsiteY710" fmla="*/ 2978488 h 6858000"/>
              <a:gd name="connsiteX711" fmla="*/ 0 w 7467600"/>
              <a:gd name="connsiteY711" fmla="*/ 3015334 h 6858000"/>
              <a:gd name="connsiteX712" fmla="*/ 0 w 7467600"/>
              <a:gd name="connsiteY712" fmla="*/ 2914286 h 6858000"/>
              <a:gd name="connsiteX713" fmla="*/ 36383 w 7467600"/>
              <a:gd name="connsiteY713" fmla="*/ 2901128 h 6858000"/>
              <a:gd name="connsiteX714" fmla="*/ 156329 w 7467600"/>
              <a:gd name="connsiteY714" fmla="*/ 2840533 h 6858000"/>
              <a:gd name="connsiteX715" fmla="*/ 358355 w 7467600"/>
              <a:gd name="connsiteY715" fmla="*/ 2620471 h 6858000"/>
              <a:gd name="connsiteX716" fmla="*/ 510577 w 7467600"/>
              <a:gd name="connsiteY716" fmla="*/ 2501244 h 6858000"/>
              <a:gd name="connsiteX717" fmla="*/ 211967 w 7467600"/>
              <a:gd name="connsiteY717" fmla="*/ 2479171 h 6858000"/>
              <a:gd name="connsiteX718" fmla="*/ 0 w 7467600"/>
              <a:gd name="connsiteY718" fmla="*/ 2476398 h 6858000"/>
              <a:gd name="connsiteX719" fmla="*/ 0 w 7467600"/>
              <a:gd name="connsiteY719" fmla="*/ 2389189 h 6858000"/>
              <a:gd name="connsiteX720" fmla="*/ 103062 w 7467600"/>
              <a:gd name="connsiteY720" fmla="*/ 2389518 h 6858000"/>
              <a:gd name="connsiteX721" fmla="*/ 510734 w 7467600"/>
              <a:gd name="connsiteY721" fmla="*/ 2416201 h 6858000"/>
              <a:gd name="connsiteX722" fmla="*/ 279257 w 7467600"/>
              <a:gd name="connsiteY722" fmla="*/ 2092102 h 6858000"/>
              <a:gd name="connsiteX723" fmla="*/ 65265 w 7467600"/>
              <a:gd name="connsiteY723" fmla="*/ 2006049 h 6858000"/>
              <a:gd name="connsiteX724" fmla="*/ 0 w 7467600"/>
              <a:gd name="connsiteY724" fmla="*/ 1982532 h 6858000"/>
              <a:gd name="connsiteX725" fmla="*/ 0 w 7467600"/>
              <a:gd name="connsiteY725" fmla="*/ 1912789 h 6858000"/>
              <a:gd name="connsiteX726" fmla="*/ 97460 w 7467600"/>
              <a:gd name="connsiteY726" fmla="*/ 1953725 h 6858000"/>
              <a:gd name="connsiteX727" fmla="*/ 221272 w 7467600"/>
              <a:gd name="connsiteY727" fmla="*/ 1980766 h 6858000"/>
              <a:gd name="connsiteX728" fmla="*/ 116765 w 7467600"/>
              <a:gd name="connsiteY728" fmla="*/ 1911033 h 6858000"/>
              <a:gd name="connsiteX729" fmla="*/ 16405 w 7467600"/>
              <a:gd name="connsiteY729" fmla="*/ 1803412 h 6858000"/>
              <a:gd name="connsiteX730" fmla="*/ 0 w 7467600"/>
              <a:gd name="connsiteY730" fmla="*/ 1784777 h 6858000"/>
              <a:gd name="connsiteX731" fmla="*/ 0 w 7467600"/>
              <a:gd name="connsiteY731" fmla="*/ 1740082 h 6858000"/>
              <a:gd name="connsiteX732" fmla="*/ 39394 w 7467600"/>
              <a:gd name="connsiteY732" fmla="*/ 1784856 h 6858000"/>
              <a:gd name="connsiteX733" fmla="*/ 135813 w 7467600"/>
              <a:gd name="connsiteY733" fmla="*/ 1888838 h 6858000"/>
              <a:gd name="connsiteX734" fmla="*/ 242575 w 7467600"/>
              <a:gd name="connsiteY734" fmla="*/ 1958841 h 6858000"/>
              <a:gd name="connsiteX735" fmla="*/ 82197 w 7467600"/>
              <a:gd name="connsiteY735" fmla="*/ 1754826 h 6858000"/>
              <a:gd name="connsiteX736" fmla="*/ 0 w 7467600"/>
              <a:gd name="connsiteY736" fmla="*/ 1679650 h 6858000"/>
              <a:gd name="connsiteX737" fmla="*/ 0 w 7467600"/>
              <a:gd name="connsiteY737" fmla="*/ 1602463 h 6858000"/>
              <a:gd name="connsiteX738" fmla="*/ 84689 w 7467600"/>
              <a:gd name="connsiteY738" fmla="*/ 1677442 h 6858000"/>
              <a:gd name="connsiteX739" fmla="*/ 298437 w 7467600"/>
              <a:gd name="connsiteY739" fmla="*/ 1968019 h 6858000"/>
              <a:gd name="connsiteX740" fmla="*/ 227269 w 7467600"/>
              <a:gd name="connsiteY740" fmla="*/ 1114064 h 6858000"/>
              <a:gd name="connsiteX741" fmla="*/ 248003 w 7467600"/>
              <a:gd name="connsiteY741" fmla="*/ 1089613 h 6858000"/>
              <a:gd name="connsiteX742" fmla="*/ 427020 w 7467600"/>
              <a:gd name="connsiteY742" fmla="*/ 1619803 h 6858000"/>
              <a:gd name="connsiteX743" fmla="*/ 340345 w 7467600"/>
              <a:gd name="connsiteY743" fmla="*/ 2027739 h 6858000"/>
              <a:gd name="connsiteX744" fmla="*/ 360865 w 7467600"/>
              <a:gd name="connsiteY744" fmla="*/ 2044827 h 6858000"/>
              <a:gd name="connsiteX745" fmla="*/ 560414 w 7467600"/>
              <a:gd name="connsiteY745" fmla="*/ 2421457 h 6858000"/>
              <a:gd name="connsiteX746" fmla="*/ 1359703 w 7467600"/>
              <a:gd name="connsiteY746" fmla="*/ 2578554 h 6858000"/>
              <a:gd name="connsiteX747" fmla="*/ 1359422 w 7467600"/>
              <a:gd name="connsiteY747" fmla="*/ 2577994 h 6858000"/>
              <a:gd name="connsiteX748" fmla="*/ 828701 w 7467600"/>
              <a:gd name="connsiteY748" fmla="*/ 1839520 h 6858000"/>
              <a:gd name="connsiteX749" fmla="*/ 494427 w 7467600"/>
              <a:gd name="connsiteY749" fmla="*/ 1092333 h 6858000"/>
              <a:gd name="connsiteX750" fmla="*/ 506322 w 7467600"/>
              <a:gd name="connsiteY750" fmla="*/ 1020997 h 6858000"/>
              <a:gd name="connsiteX751" fmla="*/ 4570198 w 7467600"/>
              <a:gd name="connsiteY751" fmla="*/ 978081 h 6858000"/>
              <a:gd name="connsiteX752" fmla="*/ 4523691 w 7467600"/>
              <a:gd name="connsiteY752" fmla="*/ 1127776 h 6858000"/>
              <a:gd name="connsiteX753" fmla="*/ 4509875 w 7467600"/>
              <a:gd name="connsiteY753" fmla="*/ 1167552 h 6858000"/>
              <a:gd name="connsiteX754" fmla="*/ 4478168 w 7467600"/>
              <a:gd name="connsiteY754" fmla="*/ 1260735 h 6858000"/>
              <a:gd name="connsiteX755" fmla="*/ 4409309 w 7467600"/>
              <a:gd name="connsiteY755" fmla="*/ 1666996 h 6858000"/>
              <a:gd name="connsiteX756" fmla="*/ 4370031 w 7467600"/>
              <a:gd name="connsiteY756" fmla="*/ 1955666 h 6858000"/>
              <a:gd name="connsiteX757" fmla="*/ 4570198 w 7467600"/>
              <a:gd name="connsiteY757" fmla="*/ 978081 h 6858000"/>
              <a:gd name="connsiteX758" fmla="*/ 4557898 w 7467600"/>
              <a:gd name="connsiteY758" fmla="*/ 900011 h 6858000"/>
              <a:gd name="connsiteX759" fmla="*/ 4344840 w 7467600"/>
              <a:gd name="connsiteY759" fmla="*/ 1922038 h 6858000"/>
              <a:gd name="connsiteX760" fmla="*/ 4378710 w 7467600"/>
              <a:gd name="connsiteY760" fmla="*/ 1665516 h 6858000"/>
              <a:gd name="connsiteX761" fmla="*/ 4448798 w 7467600"/>
              <a:gd name="connsiteY761" fmla="*/ 1253024 h 6858000"/>
              <a:gd name="connsiteX762" fmla="*/ 4480315 w 7467600"/>
              <a:gd name="connsiteY762" fmla="*/ 1158454 h 6858000"/>
              <a:gd name="connsiteX763" fmla="*/ 4494133 w 7467600"/>
              <a:gd name="connsiteY763" fmla="*/ 1118676 h 6858000"/>
              <a:gd name="connsiteX764" fmla="*/ 4557898 w 7467600"/>
              <a:gd name="connsiteY764" fmla="*/ 900011 h 6858000"/>
              <a:gd name="connsiteX765" fmla="*/ 5870151 w 7467600"/>
              <a:gd name="connsiteY765" fmla="*/ 898890 h 6858000"/>
              <a:gd name="connsiteX766" fmla="*/ 5861335 w 7467600"/>
              <a:gd name="connsiteY766" fmla="*/ 899177 h 6858000"/>
              <a:gd name="connsiteX767" fmla="*/ 5843702 w 7467600"/>
              <a:gd name="connsiteY767" fmla="*/ 899748 h 6858000"/>
              <a:gd name="connsiteX768" fmla="*/ 5651107 w 7467600"/>
              <a:gd name="connsiteY768" fmla="*/ 920306 h 6858000"/>
              <a:gd name="connsiteX769" fmla="*/ 5459407 w 7467600"/>
              <a:gd name="connsiteY769" fmla="*/ 940975 h 6858000"/>
              <a:gd name="connsiteX770" fmla="*/ 5374846 w 7467600"/>
              <a:gd name="connsiteY770" fmla="*/ 941988 h 6858000"/>
              <a:gd name="connsiteX771" fmla="*/ 5256105 w 7467600"/>
              <a:gd name="connsiteY771" fmla="*/ 945632 h 6858000"/>
              <a:gd name="connsiteX772" fmla="*/ 5107071 w 7467600"/>
              <a:gd name="connsiteY772" fmla="*/ 969720 h 6858000"/>
              <a:gd name="connsiteX773" fmla="*/ 4998681 w 7467600"/>
              <a:gd name="connsiteY773" fmla="*/ 988771 h 6858000"/>
              <a:gd name="connsiteX774" fmla="*/ 5870151 w 7467600"/>
              <a:gd name="connsiteY774" fmla="*/ 898890 h 6858000"/>
              <a:gd name="connsiteX775" fmla="*/ 5504425 w 7467600"/>
              <a:gd name="connsiteY775" fmla="*/ 848067 h 6858000"/>
              <a:gd name="connsiteX776" fmla="*/ 4968849 w 7467600"/>
              <a:gd name="connsiteY776" fmla="*/ 962318 h 6858000"/>
              <a:gd name="connsiteX777" fmla="*/ 5104039 w 7467600"/>
              <a:gd name="connsiteY777" fmla="*/ 940634 h 6858000"/>
              <a:gd name="connsiteX778" fmla="*/ 5256311 w 7467600"/>
              <a:gd name="connsiteY778" fmla="*/ 916490 h 6858000"/>
              <a:gd name="connsiteX779" fmla="*/ 5377381 w 7467600"/>
              <a:gd name="connsiteY779" fmla="*/ 912671 h 6858000"/>
              <a:gd name="connsiteX780" fmla="*/ 5460148 w 7467600"/>
              <a:gd name="connsiteY780" fmla="*/ 911442 h 6858000"/>
              <a:gd name="connsiteX781" fmla="*/ 5648971 w 7467600"/>
              <a:gd name="connsiteY781" fmla="*/ 891331 h 6858000"/>
              <a:gd name="connsiteX782" fmla="*/ 5844807 w 7467600"/>
              <a:gd name="connsiteY782" fmla="*/ 870718 h 6858000"/>
              <a:gd name="connsiteX783" fmla="*/ 5862975 w 7467600"/>
              <a:gd name="connsiteY783" fmla="*/ 869756 h 6858000"/>
              <a:gd name="connsiteX784" fmla="*/ 5920887 w 7467600"/>
              <a:gd name="connsiteY784" fmla="*/ 865929 h 6858000"/>
              <a:gd name="connsiteX785" fmla="*/ 5504425 w 7467600"/>
              <a:gd name="connsiteY785" fmla="*/ 848067 h 6858000"/>
              <a:gd name="connsiteX786" fmla="*/ 3607114 w 7467600"/>
              <a:gd name="connsiteY786" fmla="*/ 467441 h 6858000"/>
              <a:gd name="connsiteX787" fmla="*/ 3296242 w 7467600"/>
              <a:gd name="connsiteY787" fmla="*/ 807991 h 6858000"/>
              <a:gd name="connsiteX788" fmla="*/ 3174674 w 7467600"/>
              <a:gd name="connsiteY788" fmla="*/ 919759 h 6858000"/>
              <a:gd name="connsiteX789" fmla="*/ 3042978 w 7467600"/>
              <a:gd name="connsiteY789" fmla="*/ 1054894 h 6858000"/>
              <a:gd name="connsiteX790" fmla="*/ 2968914 w 7467600"/>
              <a:gd name="connsiteY790" fmla="*/ 1133756 h 6858000"/>
              <a:gd name="connsiteX791" fmla="*/ 3103823 w 7467600"/>
              <a:gd name="connsiteY791" fmla="*/ 1026814 h 6858000"/>
              <a:gd name="connsiteX792" fmla="*/ 3607114 w 7467600"/>
              <a:gd name="connsiteY792" fmla="*/ 467441 h 6858000"/>
              <a:gd name="connsiteX793" fmla="*/ 3744487 w 7467600"/>
              <a:gd name="connsiteY793" fmla="*/ 383136 h 6858000"/>
              <a:gd name="connsiteX794" fmla="*/ 3970213 w 7467600"/>
              <a:gd name="connsiteY794" fmla="*/ 995559 h 6858000"/>
              <a:gd name="connsiteX795" fmla="*/ 3744487 w 7467600"/>
              <a:gd name="connsiteY795" fmla="*/ 383136 h 6858000"/>
              <a:gd name="connsiteX796" fmla="*/ 3624562 w 7467600"/>
              <a:gd name="connsiteY796" fmla="*/ 367041 h 6858000"/>
              <a:gd name="connsiteX797" fmla="*/ 3489712 w 7467600"/>
              <a:gd name="connsiteY797" fmla="*/ 485386 h 6858000"/>
              <a:gd name="connsiteX798" fmla="*/ 3182994 w 7467600"/>
              <a:gd name="connsiteY798" fmla="*/ 828265 h 6858000"/>
              <a:gd name="connsiteX799" fmla="*/ 2892114 w 7467600"/>
              <a:gd name="connsiteY799" fmla="*/ 1172635 h 6858000"/>
              <a:gd name="connsiteX800" fmla="*/ 3021459 w 7467600"/>
              <a:gd name="connsiteY800" fmla="*/ 1035385 h 6858000"/>
              <a:gd name="connsiteX801" fmla="*/ 3153873 w 7467600"/>
              <a:gd name="connsiteY801" fmla="*/ 898971 h 6858000"/>
              <a:gd name="connsiteX802" fmla="*/ 3276511 w 7467600"/>
              <a:gd name="connsiteY802" fmla="*/ 786423 h 6858000"/>
              <a:gd name="connsiteX803" fmla="*/ 3584154 w 7467600"/>
              <a:gd name="connsiteY803" fmla="*/ 448218 h 6858000"/>
              <a:gd name="connsiteX804" fmla="*/ 3624562 w 7467600"/>
              <a:gd name="connsiteY804" fmla="*/ 367041 h 6858000"/>
              <a:gd name="connsiteX805" fmla="*/ 3766672 w 7467600"/>
              <a:gd name="connsiteY805" fmla="*/ 359429 h 6858000"/>
              <a:gd name="connsiteX806" fmla="*/ 3996338 w 7467600"/>
              <a:gd name="connsiteY806" fmla="*/ 968237 h 6858000"/>
              <a:gd name="connsiteX807" fmla="*/ 3766672 w 7467600"/>
              <a:gd name="connsiteY807" fmla="*/ 359429 h 6858000"/>
              <a:gd name="connsiteX808" fmla="*/ 5805386 w 7467600"/>
              <a:gd name="connsiteY808" fmla="*/ 239240 h 6858000"/>
              <a:gd name="connsiteX809" fmla="*/ 5736947 w 7467600"/>
              <a:gd name="connsiteY809" fmla="*/ 261367 h 6858000"/>
              <a:gd name="connsiteX810" fmla="*/ 5427012 w 7467600"/>
              <a:gd name="connsiteY810" fmla="*/ 311272 h 6858000"/>
              <a:gd name="connsiteX811" fmla="*/ 5147818 w 7467600"/>
              <a:gd name="connsiteY811" fmla="*/ 322112 h 6858000"/>
              <a:gd name="connsiteX812" fmla="*/ 5060854 w 7467600"/>
              <a:gd name="connsiteY812" fmla="*/ 311882 h 6858000"/>
              <a:gd name="connsiteX813" fmla="*/ 4945989 w 7467600"/>
              <a:gd name="connsiteY813" fmla="*/ 300516 h 6858000"/>
              <a:gd name="connsiteX814" fmla="*/ 5410479 w 7467600"/>
              <a:gd name="connsiteY814" fmla="*/ 348434 h 6858000"/>
              <a:gd name="connsiteX815" fmla="*/ 5805386 w 7467600"/>
              <a:gd name="connsiteY815" fmla="*/ 239240 h 6858000"/>
              <a:gd name="connsiteX816" fmla="*/ 5905192 w 7467600"/>
              <a:gd name="connsiteY816" fmla="*/ 163079 h 6858000"/>
              <a:gd name="connsiteX817" fmla="*/ 5865655 w 7467600"/>
              <a:gd name="connsiteY817" fmla="*/ 171901 h 6858000"/>
              <a:gd name="connsiteX818" fmla="*/ 5259740 w 7467600"/>
              <a:gd name="connsiteY818" fmla="*/ 257013 h 6858000"/>
              <a:gd name="connsiteX819" fmla="*/ 5208466 w 7467600"/>
              <a:gd name="connsiteY819" fmla="*/ 257550 h 6858000"/>
              <a:gd name="connsiteX820" fmla="*/ 4980204 w 7467600"/>
              <a:gd name="connsiteY820" fmla="*/ 271903 h 6858000"/>
              <a:gd name="connsiteX821" fmla="*/ 5068068 w 7467600"/>
              <a:gd name="connsiteY821" fmla="*/ 282244 h 6858000"/>
              <a:gd name="connsiteX822" fmla="*/ 5153231 w 7467600"/>
              <a:gd name="connsiteY822" fmla="*/ 292240 h 6858000"/>
              <a:gd name="connsiteX823" fmla="*/ 5426491 w 7467600"/>
              <a:gd name="connsiteY823" fmla="*/ 281128 h 6858000"/>
              <a:gd name="connsiteX824" fmla="*/ 5731212 w 7467600"/>
              <a:gd name="connsiteY824" fmla="*/ 231951 h 6858000"/>
              <a:gd name="connsiteX825" fmla="*/ 5905192 w 7467600"/>
              <a:gd name="connsiteY825" fmla="*/ 163079 h 6858000"/>
              <a:gd name="connsiteX826" fmla="*/ 5944437 w 7467600"/>
              <a:gd name="connsiteY826" fmla="*/ 113829 h 6858000"/>
              <a:gd name="connsiteX827" fmla="*/ 5825032 w 7467600"/>
              <a:gd name="connsiteY827" fmla="*/ 146405 h 6858000"/>
              <a:gd name="connsiteX828" fmla="*/ 4955599 w 7467600"/>
              <a:gd name="connsiteY828" fmla="*/ 247008 h 6858000"/>
              <a:gd name="connsiteX829" fmla="*/ 5210104 w 7467600"/>
              <a:gd name="connsiteY829" fmla="*/ 228123 h 6858000"/>
              <a:gd name="connsiteX830" fmla="*/ 5261015 w 7467600"/>
              <a:gd name="connsiteY830" fmla="*/ 227087 h 6858000"/>
              <a:gd name="connsiteX831" fmla="*/ 5861181 w 7467600"/>
              <a:gd name="connsiteY831" fmla="*/ 143093 h 6858000"/>
              <a:gd name="connsiteX832" fmla="*/ 5961252 w 7467600"/>
              <a:gd name="connsiteY832" fmla="*/ 114820 h 6858000"/>
              <a:gd name="connsiteX833" fmla="*/ 5944437 w 7467600"/>
              <a:gd name="connsiteY833" fmla="*/ 113829 h 6858000"/>
              <a:gd name="connsiteX834" fmla="*/ 3882765 w 7467600"/>
              <a:gd name="connsiteY834" fmla="*/ 0 h 6858000"/>
              <a:gd name="connsiteX835" fmla="*/ 3995099 w 7467600"/>
              <a:gd name="connsiteY835" fmla="*/ 0 h 6858000"/>
              <a:gd name="connsiteX836" fmla="*/ 4163818 w 7467600"/>
              <a:gd name="connsiteY836" fmla="*/ 234104 h 6858000"/>
              <a:gd name="connsiteX837" fmla="*/ 4172099 w 7467600"/>
              <a:gd name="connsiteY837" fmla="*/ 234207 h 6858000"/>
              <a:gd name="connsiteX838" fmla="*/ 4784282 w 7467600"/>
              <a:gd name="connsiteY838" fmla="*/ 276561 h 6858000"/>
              <a:gd name="connsiteX839" fmla="*/ 4801687 w 7467600"/>
              <a:gd name="connsiteY839" fmla="*/ 267764 h 6858000"/>
              <a:gd name="connsiteX840" fmla="*/ 6082788 w 7467600"/>
              <a:gd name="connsiteY840" fmla="*/ 64119 h 6858000"/>
              <a:gd name="connsiteX841" fmla="*/ 6099442 w 7467600"/>
              <a:gd name="connsiteY841" fmla="*/ 82568 h 6858000"/>
              <a:gd name="connsiteX842" fmla="*/ 4804137 w 7467600"/>
              <a:gd name="connsiteY842" fmla="*/ 320931 h 6858000"/>
              <a:gd name="connsiteX843" fmla="*/ 4227047 w 7467600"/>
              <a:gd name="connsiteY843" fmla="*/ 313415 h 6858000"/>
              <a:gd name="connsiteX844" fmla="*/ 4346041 w 7467600"/>
              <a:gd name="connsiteY844" fmla="*/ 456086 h 6858000"/>
              <a:gd name="connsiteX845" fmla="*/ 4870967 w 7467600"/>
              <a:gd name="connsiteY845" fmla="*/ 963061 h 6858000"/>
              <a:gd name="connsiteX846" fmla="*/ 4889647 w 7467600"/>
              <a:gd name="connsiteY846" fmla="*/ 957147 h 6858000"/>
              <a:gd name="connsiteX847" fmla="*/ 5422504 w 7467600"/>
              <a:gd name="connsiteY847" fmla="*/ 805191 h 6858000"/>
              <a:gd name="connsiteX848" fmla="*/ 6087656 w 7467600"/>
              <a:gd name="connsiteY848" fmla="*/ 826703 h 6858000"/>
              <a:gd name="connsiteX849" fmla="*/ 6058717 w 7467600"/>
              <a:gd name="connsiteY849" fmla="*/ 865992 h 6858000"/>
              <a:gd name="connsiteX850" fmla="*/ 4974153 w 7467600"/>
              <a:gd name="connsiteY850" fmla="*/ 1045456 h 6858000"/>
              <a:gd name="connsiteX851" fmla="*/ 5627835 w 7467600"/>
              <a:gd name="connsiteY851" fmla="*/ 1472077 h 6858000"/>
              <a:gd name="connsiteX852" fmla="*/ 5629817 w 7467600"/>
              <a:gd name="connsiteY852" fmla="*/ 1471412 h 6858000"/>
              <a:gd name="connsiteX853" fmla="*/ 5634124 w 7467600"/>
              <a:gd name="connsiteY853" fmla="*/ 1470572 h 6858000"/>
              <a:gd name="connsiteX854" fmla="*/ 5755832 w 7467600"/>
              <a:gd name="connsiteY854" fmla="*/ 1383886 h 6858000"/>
              <a:gd name="connsiteX855" fmla="*/ 6014186 w 7467600"/>
              <a:gd name="connsiteY855" fmla="*/ 1279799 h 6858000"/>
              <a:gd name="connsiteX856" fmla="*/ 6901619 w 7467600"/>
              <a:gd name="connsiteY856" fmla="*/ 1047874 h 6858000"/>
              <a:gd name="connsiteX857" fmla="*/ 6931566 w 7467600"/>
              <a:gd name="connsiteY857" fmla="*/ 1062034 h 6858000"/>
              <a:gd name="connsiteX858" fmla="*/ 5790982 w 7467600"/>
              <a:gd name="connsiteY858" fmla="*/ 1561380 h 6858000"/>
              <a:gd name="connsiteX859" fmla="*/ 6188971 w 7467600"/>
              <a:gd name="connsiteY859" fmla="*/ 1755168 h 6858000"/>
              <a:gd name="connsiteX860" fmla="*/ 6202446 w 7467600"/>
              <a:gd name="connsiteY860" fmla="*/ 1752268 h 6858000"/>
              <a:gd name="connsiteX861" fmla="*/ 7179560 w 7467600"/>
              <a:gd name="connsiteY861" fmla="*/ 1467551 h 6858000"/>
              <a:gd name="connsiteX862" fmla="*/ 7158730 w 7467600"/>
              <a:gd name="connsiteY862" fmla="*/ 1507835 h 6858000"/>
              <a:gd name="connsiteX863" fmla="*/ 6326959 w 7467600"/>
              <a:gd name="connsiteY863" fmla="*/ 1817686 h 6858000"/>
              <a:gd name="connsiteX864" fmla="*/ 6537433 w 7467600"/>
              <a:gd name="connsiteY864" fmla="*/ 1907790 h 6858000"/>
              <a:gd name="connsiteX865" fmla="*/ 6550221 w 7467600"/>
              <a:gd name="connsiteY865" fmla="*/ 1910729 h 6858000"/>
              <a:gd name="connsiteX866" fmla="*/ 6964438 w 7467600"/>
              <a:gd name="connsiteY866" fmla="*/ 2209505 h 6858000"/>
              <a:gd name="connsiteX867" fmla="*/ 7367862 w 7467600"/>
              <a:gd name="connsiteY867" fmla="*/ 2806833 h 6858000"/>
              <a:gd name="connsiteX868" fmla="*/ 7364329 w 7467600"/>
              <a:gd name="connsiteY868" fmla="*/ 2826907 h 6858000"/>
              <a:gd name="connsiteX869" fmla="*/ 7290545 w 7467600"/>
              <a:gd name="connsiteY869" fmla="*/ 2850663 h 6858000"/>
              <a:gd name="connsiteX870" fmla="*/ 6472036 w 7467600"/>
              <a:gd name="connsiteY870" fmla="*/ 1959003 h 6858000"/>
              <a:gd name="connsiteX871" fmla="*/ 5792897 w 7467600"/>
              <a:gd name="connsiteY871" fmla="*/ 1647747 h 6858000"/>
              <a:gd name="connsiteX872" fmla="*/ 5842751 w 7467600"/>
              <a:gd name="connsiteY872" fmla="*/ 1816112 h 6858000"/>
              <a:gd name="connsiteX873" fmla="*/ 5847424 w 7467600"/>
              <a:gd name="connsiteY873" fmla="*/ 1815776 h 6858000"/>
              <a:gd name="connsiteX874" fmla="*/ 6399821 w 7467600"/>
              <a:gd name="connsiteY874" fmla="*/ 2344799 h 6858000"/>
              <a:gd name="connsiteX875" fmla="*/ 6323232 w 7467600"/>
              <a:gd name="connsiteY875" fmla="*/ 2389634 h 6858000"/>
              <a:gd name="connsiteX876" fmla="*/ 5942958 w 7467600"/>
              <a:gd name="connsiteY876" fmla="*/ 2077708 h 6858000"/>
              <a:gd name="connsiteX877" fmla="*/ 5921559 w 7467600"/>
              <a:gd name="connsiteY877" fmla="*/ 2378596 h 6858000"/>
              <a:gd name="connsiteX878" fmla="*/ 5817651 w 7467600"/>
              <a:gd name="connsiteY878" fmla="*/ 3023919 h 6858000"/>
              <a:gd name="connsiteX879" fmla="*/ 5729634 w 7467600"/>
              <a:gd name="connsiteY879" fmla="*/ 3051849 h 6858000"/>
              <a:gd name="connsiteX880" fmla="*/ 5611018 w 7467600"/>
              <a:gd name="connsiteY880" fmla="*/ 2316769 h 6858000"/>
              <a:gd name="connsiteX881" fmla="*/ 5687608 w 7467600"/>
              <a:gd name="connsiteY881" fmla="*/ 2039972 h 6858000"/>
              <a:gd name="connsiteX882" fmla="*/ 5657554 w 7467600"/>
              <a:gd name="connsiteY882" fmla="*/ 1576445 h 6858000"/>
              <a:gd name="connsiteX883" fmla="*/ 5150475 w 7467600"/>
              <a:gd name="connsiteY883" fmla="*/ 1274012 h 6858000"/>
              <a:gd name="connsiteX884" fmla="*/ 5349142 w 7467600"/>
              <a:gd name="connsiteY884" fmla="*/ 2204405 h 6858000"/>
              <a:gd name="connsiteX885" fmla="*/ 5262214 w 7467600"/>
              <a:gd name="connsiteY885" fmla="*/ 2233836 h 6858000"/>
              <a:gd name="connsiteX886" fmla="*/ 4981539 w 7467600"/>
              <a:gd name="connsiteY886" fmla="*/ 1542201 h 6858000"/>
              <a:gd name="connsiteX887" fmla="*/ 4958461 w 7467600"/>
              <a:gd name="connsiteY887" fmla="*/ 1136957 h 6858000"/>
              <a:gd name="connsiteX888" fmla="*/ 4655015 w 7467600"/>
              <a:gd name="connsiteY888" fmla="*/ 891426 h 6858000"/>
              <a:gd name="connsiteX889" fmla="*/ 4348002 w 7467600"/>
              <a:gd name="connsiteY889" fmla="*/ 2205895 h 6858000"/>
              <a:gd name="connsiteX890" fmla="*/ 4262250 w 7467600"/>
              <a:gd name="connsiteY890" fmla="*/ 2219972 h 6858000"/>
              <a:gd name="connsiteX891" fmla="*/ 4550611 w 7467600"/>
              <a:gd name="connsiteY891" fmla="*/ 817540 h 6858000"/>
              <a:gd name="connsiteX892" fmla="*/ 4564418 w 7467600"/>
              <a:gd name="connsiteY892" fmla="*/ 808293 h 6858000"/>
              <a:gd name="connsiteX893" fmla="*/ 4266388 w 7467600"/>
              <a:gd name="connsiteY893" fmla="*/ 500083 h 6858000"/>
              <a:gd name="connsiteX894" fmla="*/ 4032842 w 7467600"/>
              <a:gd name="connsiteY894" fmla="*/ 211809 h 6858000"/>
              <a:gd name="connsiteX895" fmla="*/ 3882765 w 7467600"/>
              <a:gd name="connsiteY895" fmla="*/ 0 h 6858000"/>
              <a:gd name="connsiteX896" fmla="*/ 3721337 w 7467600"/>
              <a:gd name="connsiteY896" fmla="*/ 0 h 6858000"/>
              <a:gd name="connsiteX897" fmla="*/ 3797544 w 7467600"/>
              <a:gd name="connsiteY897" fmla="*/ 0 h 6858000"/>
              <a:gd name="connsiteX898" fmla="*/ 3775734 w 7467600"/>
              <a:gd name="connsiteY898" fmla="*/ 95131 h 6858000"/>
              <a:gd name="connsiteX899" fmla="*/ 3724807 w 7467600"/>
              <a:gd name="connsiteY899" fmla="*/ 272257 h 6858000"/>
              <a:gd name="connsiteX900" fmla="*/ 3726844 w 7467600"/>
              <a:gd name="connsiteY900" fmla="*/ 282988 h 6858000"/>
              <a:gd name="connsiteX901" fmla="*/ 3742664 w 7467600"/>
              <a:gd name="connsiteY901" fmla="*/ 279918 h 6858000"/>
              <a:gd name="connsiteX902" fmla="*/ 4103910 w 7467600"/>
              <a:gd name="connsiteY902" fmla="*/ 1161917 h 6858000"/>
              <a:gd name="connsiteX903" fmla="*/ 4020269 w 7467600"/>
              <a:gd name="connsiteY903" fmla="*/ 1200406 h 6858000"/>
              <a:gd name="connsiteX904" fmla="*/ 3674882 w 7467600"/>
              <a:gd name="connsiteY904" fmla="*/ 488524 h 6858000"/>
              <a:gd name="connsiteX905" fmla="*/ 3132682 w 7467600"/>
              <a:gd name="connsiteY905" fmla="*/ 1072284 h 6858000"/>
              <a:gd name="connsiteX906" fmla="*/ 2716346 w 7467600"/>
              <a:gd name="connsiteY906" fmla="*/ 1276376 h 6858000"/>
              <a:gd name="connsiteX907" fmla="*/ 2716772 w 7467600"/>
              <a:gd name="connsiteY907" fmla="*/ 1255462 h 6858000"/>
              <a:gd name="connsiteX908" fmla="*/ 3471096 w 7467600"/>
              <a:gd name="connsiteY908" fmla="*/ 437072 h 6858000"/>
              <a:gd name="connsiteX909" fmla="*/ 3639057 w 7467600"/>
              <a:gd name="connsiteY909" fmla="*/ 286334 h 6858000"/>
              <a:gd name="connsiteX910" fmla="*/ 3640309 w 7467600"/>
              <a:gd name="connsiteY910" fmla="*/ 284664 h 6858000"/>
              <a:gd name="connsiteX911" fmla="*/ 3646022 w 7467600"/>
              <a:gd name="connsiteY911" fmla="*/ 276711 h 6858000"/>
              <a:gd name="connsiteX912" fmla="*/ 3707943 w 7467600"/>
              <a:gd name="connsiteY912" fmla="*/ 65958 h 6858000"/>
              <a:gd name="connsiteX913" fmla="*/ 3721337 w 7467600"/>
              <a:gd name="connsiteY913" fmla="*/ 0 h 6858000"/>
              <a:gd name="connsiteX914" fmla="*/ 2867960 w 7467600"/>
              <a:gd name="connsiteY914" fmla="*/ 0 h 6858000"/>
              <a:gd name="connsiteX915" fmla="*/ 2926351 w 7467600"/>
              <a:gd name="connsiteY915" fmla="*/ 0 h 6858000"/>
              <a:gd name="connsiteX916" fmla="*/ 2902823 w 7467600"/>
              <a:gd name="connsiteY916" fmla="*/ 262929 h 6858000"/>
              <a:gd name="connsiteX917" fmla="*/ 2940663 w 7467600"/>
              <a:gd name="connsiteY917" fmla="*/ 140884 h 6858000"/>
              <a:gd name="connsiteX918" fmla="*/ 2947039 w 7467600"/>
              <a:gd name="connsiteY918" fmla="*/ 122524 h 6858000"/>
              <a:gd name="connsiteX919" fmla="*/ 2984316 w 7467600"/>
              <a:gd name="connsiteY919" fmla="*/ 0 h 6858000"/>
              <a:gd name="connsiteX920" fmla="*/ 3016114 w 7467600"/>
              <a:gd name="connsiteY920" fmla="*/ 0 h 6858000"/>
              <a:gd name="connsiteX921" fmla="*/ 2979949 w 7467600"/>
              <a:gd name="connsiteY921" fmla="*/ 119274 h 6858000"/>
              <a:gd name="connsiteX922" fmla="*/ 3023879 w 7467600"/>
              <a:gd name="connsiteY922" fmla="*/ 0 h 6858000"/>
              <a:gd name="connsiteX923" fmla="*/ 3105400 w 7467600"/>
              <a:gd name="connsiteY923" fmla="*/ 0 h 6858000"/>
              <a:gd name="connsiteX924" fmla="*/ 3094669 w 7467600"/>
              <a:gd name="connsiteY924" fmla="*/ 30308 h 6858000"/>
              <a:gd name="connsiteX925" fmla="*/ 2901945 w 7467600"/>
              <a:gd name="connsiteY925" fmla="*/ 466538 h 6858000"/>
              <a:gd name="connsiteX926" fmla="*/ 2815209 w 7467600"/>
              <a:gd name="connsiteY926" fmla="*/ 497361 h 6858000"/>
              <a:gd name="connsiteX927" fmla="*/ 2844845 w 7467600"/>
              <a:gd name="connsiteY927" fmla="*/ 127638 h 6858000"/>
              <a:gd name="connsiteX928" fmla="*/ 2867960 w 7467600"/>
              <a:gd name="connsiteY928" fmla="*/ 0 h 6858000"/>
              <a:gd name="connsiteX929" fmla="*/ 1057230 w 7467600"/>
              <a:gd name="connsiteY929" fmla="*/ 0 h 6858000"/>
              <a:gd name="connsiteX930" fmla="*/ 1111003 w 7467600"/>
              <a:gd name="connsiteY930" fmla="*/ 0 h 6858000"/>
              <a:gd name="connsiteX931" fmla="*/ 1125553 w 7467600"/>
              <a:gd name="connsiteY931" fmla="*/ 52588 h 6858000"/>
              <a:gd name="connsiteX932" fmla="*/ 1304276 w 7467600"/>
              <a:gd name="connsiteY932" fmla="*/ 476275 h 6858000"/>
              <a:gd name="connsiteX933" fmla="*/ 1492066 w 7467600"/>
              <a:gd name="connsiteY933" fmla="*/ 886333 h 6858000"/>
              <a:gd name="connsiteX934" fmla="*/ 1423698 w 7467600"/>
              <a:gd name="connsiteY934" fmla="*/ 710817 h 6858000"/>
              <a:gd name="connsiteX935" fmla="*/ 1357609 w 7467600"/>
              <a:gd name="connsiteY935" fmla="*/ 532892 h 6858000"/>
              <a:gd name="connsiteX936" fmla="*/ 1309550 w 7467600"/>
              <a:gd name="connsiteY936" fmla="*/ 374031 h 6858000"/>
              <a:gd name="connsiteX937" fmla="*/ 1193673 w 7467600"/>
              <a:gd name="connsiteY937" fmla="*/ 49533 h 6858000"/>
              <a:gd name="connsiteX938" fmla="*/ 1164391 w 7467600"/>
              <a:gd name="connsiteY938" fmla="*/ 0 h 6858000"/>
              <a:gd name="connsiteX939" fmla="*/ 1200666 w 7467600"/>
              <a:gd name="connsiteY939" fmla="*/ 0 h 6858000"/>
              <a:gd name="connsiteX940" fmla="*/ 1223408 w 7467600"/>
              <a:gd name="connsiteY940" fmla="*/ 38996 h 6858000"/>
              <a:gd name="connsiteX941" fmla="*/ 1339635 w 7467600"/>
              <a:gd name="connsiteY941" fmla="*/ 365517 h 6858000"/>
              <a:gd name="connsiteX942" fmla="*/ 1387469 w 7467600"/>
              <a:gd name="connsiteY942" fmla="*/ 523079 h 6858000"/>
              <a:gd name="connsiteX943" fmla="*/ 1452685 w 7467600"/>
              <a:gd name="connsiteY943" fmla="*/ 699806 h 6858000"/>
              <a:gd name="connsiteX944" fmla="*/ 1492092 w 7467600"/>
              <a:gd name="connsiteY944" fmla="*/ 800424 h 6858000"/>
              <a:gd name="connsiteX945" fmla="*/ 1455302 w 7467600"/>
              <a:gd name="connsiteY945" fmla="*/ 632913 h 6858000"/>
              <a:gd name="connsiteX946" fmla="*/ 1222336 w 7467600"/>
              <a:gd name="connsiteY946" fmla="*/ 9480 h 6858000"/>
              <a:gd name="connsiteX947" fmla="*/ 1214634 w 7467600"/>
              <a:gd name="connsiteY947" fmla="*/ 0 h 6858000"/>
              <a:gd name="connsiteX948" fmla="*/ 1289827 w 7467600"/>
              <a:gd name="connsiteY948" fmla="*/ 0 h 6858000"/>
              <a:gd name="connsiteX949" fmla="*/ 1321076 w 7467600"/>
              <a:gd name="connsiteY949" fmla="*/ 59722 h 6858000"/>
              <a:gd name="connsiteX950" fmla="*/ 1512579 w 7467600"/>
              <a:gd name="connsiteY950" fmla="*/ 626441 h 6858000"/>
              <a:gd name="connsiteX951" fmla="*/ 1506076 w 7467600"/>
              <a:gd name="connsiteY951" fmla="*/ 1089289 h 6858000"/>
              <a:gd name="connsiteX952" fmla="*/ 1486346 w 7467600"/>
              <a:gd name="connsiteY952" fmla="*/ 1079919 h 6858000"/>
              <a:gd name="connsiteX953" fmla="*/ 1070511 w 7467600"/>
              <a:gd name="connsiteY953" fmla="*/ 48609 h 6858000"/>
              <a:gd name="connsiteX954" fmla="*/ 1057230 w 7467600"/>
              <a:gd name="connsiteY954" fmla="*/ 0 h 6858000"/>
              <a:gd name="connsiteX955" fmla="*/ 43151 w 7467600"/>
              <a:gd name="connsiteY955" fmla="*/ 0 h 6858000"/>
              <a:gd name="connsiteX956" fmla="*/ 95283 w 7467600"/>
              <a:gd name="connsiteY956" fmla="*/ 0 h 6858000"/>
              <a:gd name="connsiteX957" fmla="*/ 300708 w 7467600"/>
              <a:gd name="connsiteY957" fmla="*/ 154571 h 6858000"/>
              <a:gd name="connsiteX958" fmla="*/ 530414 w 7467600"/>
              <a:gd name="connsiteY958" fmla="*/ 354673 h 6858000"/>
              <a:gd name="connsiteX959" fmla="*/ 333785 w 7467600"/>
              <a:gd name="connsiteY959" fmla="*/ 161564 h 6858000"/>
              <a:gd name="connsiteX960" fmla="*/ 147005 w 7467600"/>
              <a:gd name="connsiteY960" fmla="*/ 0 h 6858000"/>
              <a:gd name="connsiteX961" fmla="*/ 272509 w 7467600"/>
              <a:gd name="connsiteY961" fmla="*/ 0 h 6858000"/>
              <a:gd name="connsiteX962" fmla="*/ 326276 w 7467600"/>
              <a:gd name="connsiteY962" fmla="*/ 45847 h 6858000"/>
              <a:gd name="connsiteX963" fmla="*/ 823759 w 7467600"/>
              <a:gd name="connsiteY963" fmla="*/ 574145 h 6858000"/>
              <a:gd name="connsiteX964" fmla="*/ 811254 w 7467600"/>
              <a:gd name="connsiteY964" fmla="*/ 665546 h 6858000"/>
              <a:gd name="connsiteX965" fmla="*/ 154042 w 7467600"/>
              <a:gd name="connsiteY965" fmla="*/ 261522 h 6858000"/>
              <a:gd name="connsiteX966" fmla="*/ 13550 w 7467600"/>
              <a:gd name="connsiteY966" fmla="*/ 158423 h 6858000"/>
              <a:gd name="connsiteX967" fmla="*/ 0 w 7467600"/>
              <a:gd name="connsiteY967" fmla="*/ 146618 h 6858000"/>
              <a:gd name="connsiteX968" fmla="*/ 0 w 7467600"/>
              <a:gd name="connsiteY968" fmla="*/ 59161 h 6858000"/>
              <a:gd name="connsiteX969" fmla="*/ 45427 w 7467600"/>
              <a:gd name="connsiteY969" fmla="*/ 101078 h 6858000"/>
              <a:gd name="connsiteX970" fmla="*/ 630103 w 7467600"/>
              <a:gd name="connsiteY970" fmla="*/ 485885 h 6858000"/>
              <a:gd name="connsiteX971" fmla="*/ 532040 w 7467600"/>
              <a:gd name="connsiteY971" fmla="*/ 399359 h 6858000"/>
              <a:gd name="connsiteX972" fmla="*/ 517618 w 7467600"/>
              <a:gd name="connsiteY972" fmla="*/ 385726 h 6858000"/>
              <a:gd name="connsiteX973" fmla="*/ 285074 w 7467600"/>
              <a:gd name="connsiteY973" fmla="*/ 182755 h 6858000"/>
              <a:gd name="connsiteX974" fmla="*/ 43151 w 7467600"/>
              <a:gd name="connsiteY97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6879594 w 7467600"/>
              <a:gd name="connsiteY75" fmla="*/ 5424547 h 6858000"/>
              <a:gd name="connsiteX76" fmla="*/ 7379510 w 7467600"/>
              <a:gd name="connsiteY76" fmla="*/ 5755454 h 6858000"/>
              <a:gd name="connsiteX77" fmla="*/ 7467600 w 7467600"/>
              <a:gd name="connsiteY77" fmla="*/ 5845526 h 6858000"/>
              <a:gd name="connsiteX78" fmla="*/ 7271900 w 7467600"/>
              <a:gd name="connsiteY78" fmla="*/ 5734551 h 6858000"/>
              <a:gd name="connsiteX79" fmla="*/ 7015907 w 7467600"/>
              <a:gd name="connsiteY79" fmla="*/ 5541548 h 6858000"/>
              <a:gd name="connsiteX80" fmla="*/ 7259646 w 7467600"/>
              <a:gd name="connsiteY80" fmla="*/ 5765985 h 6858000"/>
              <a:gd name="connsiteX81" fmla="*/ 7467600 w 7467600"/>
              <a:gd name="connsiteY81" fmla="*/ 6012219 h 6858000"/>
              <a:gd name="connsiteX82" fmla="*/ 6946849 w 7467600"/>
              <a:gd name="connsiteY82" fmla="*/ 5523271 h 6858000"/>
              <a:gd name="connsiteX83" fmla="*/ 7105827 w 7467600"/>
              <a:gd name="connsiteY83" fmla="*/ 5718700 h 6858000"/>
              <a:gd name="connsiteX84" fmla="*/ 7356878 w 7467600"/>
              <a:gd name="connsiteY84" fmla="*/ 5981332 h 6858000"/>
              <a:gd name="connsiteX85" fmla="*/ 7467600 w 7467600"/>
              <a:gd name="connsiteY85" fmla="*/ 6117703 h 6858000"/>
              <a:gd name="connsiteX86" fmla="*/ 7467600 w 7467600"/>
              <a:gd name="connsiteY86" fmla="*/ 6163634 h 6858000"/>
              <a:gd name="connsiteX87" fmla="*/ 7403637 w 7467600"/>
              <a:gd name="connsiteY87" fmla="*/ 6083957 h 6858000"/>
              <a:gd name="connsiteX88" fmla="*/ 7254615 w 7467600"/>
              <a:gd name="connsiteY88" fmla="*/ 5911918 h 6858000"/>
              <a:gd name="connsiteX89" fmla="*/ 7312589 w 7467600"/>
              <a:gd name="connsiteY89" fmla="*/ 5982309 h 6858000"/>
              <a:gd name="connsiteX90" fmla="*/ 7448321 w 7467600"/>
              <a:gd name="connsiteY90" fmla="*/ 6190991 h 6858000"/>
              <a:gd name="connsiteX91" fmla="*/ 7467600 w 7467600"/>
              <a:gd name="connsiteY91" fmla="*/ 6221686 h 6858000"/>
              <a:gd name="connsiteX92" fmla="*/ 7467600 w 7467600"/>
              <a:gd name="connsiteY92" fmla="*/ 6334256 h 6858000"/>
              <a:gd name="connsiteX93" fmla="*/ 7454976 w 7467600"/>
              <a:gd name="connsiteY93" fmla="*/ 6318297 h 6858000"/>
              <a:gd name="connsiteX94" fmla="*/ 7042773 w 7467600"/>
              <a:gd name="connsiteY94" fmla="*/ 5734011 h 6858000"/>
              <a:gd name="connsiteX95" fmla="*/ 1456157 w 7467600"/>
              <a:gd name="connsiteY95" fmla="*/ 5371404 h 6858000"/>
              <a:gd name="connsiteX96" fmla="*/ 1244432 w 7467600"/>
              <a:gd name="connsiteY96" fmla="*/ 5385601 h 6858000"/>
              <a:gd name="connsiteX97" fmla="*/ 973990 w 7467600"/>
              <a:gd name="connsiteY97" fmla="*/ 5424940 h 6858000"/>
              <a:gd name="connsiteX98" fmla="*/ 1103809 w 7467600"/>
              <a:gd name="connsiteY98" fmla="*/ 5433720 h 6858000"/>
              <a:gd name="connsiteX99" fmla="*/ 1123454 w 7467600"/>
              <a:gd name="connsiteY99" fmla="*/ 5435727 h 6858000"/>
              <a:gd name="connsiteX100" fmla="*/ 1737017 w 7467600"/>
              <a:gd name="connsiteY100" fmla="*/ 5452183 h 6858000"/>
              <a:gd name="connsiteX101" fmla="*/ 1824397 w 7467600"/>
              <a:gd name="connsiteY101" fmla="*/ 5447757 h 6858000"/>
              <a:gd name="connsiteX102" fmla="*/ 2070059 w 7467600"/>
              <a:gd name="connsiteY102" fmla="*/ 5441660 h 6858000"/>
              <a:gd name="connsiteX103" fmla="*/ 1456157 w 7467600"/>
              <a:gd name="connsiteY103" fmla="*/ 5371404 h 6858000"/>
              <a:gd name="connsiteX104" fmla="*/ 4988186 w 7467600"/>
              <a:gd name="connsiteY104" fmla="*/ 5216467 h 6858000"/>
              <a:gd name="connsiteX105" fmla="*/ 4777334 w 7467600"/>
              <a:gd name="connsiteY105" fmla="*/ 5406072 h 6858000"/>
              <a:gd name="connsiteX106" fmla="*/ 4718341 w 7467600"/>
              <a:gd name="connsiteY106" fmla="*/ 5468043 h 6858000"/>
              <a:gd name="connsiteX107" fmla="*/ 4604655 w 7467600"/>
              <a:gd name="connsiteY107" fmla="*/ 5583434 h 6858000"/>
              <a:gd name="connsiteX108" fmla="*/ 4565074 w 7467600"/>
              <a:gd name="connsiteY108" fmla="*/ 5618550 h 6858000"/>
              <a:gd name="connsiteX109" fmla="*/ 4988186 w 7467600"/>
              <a:gd name="connsiteY109" fmla="*/ 5216467 h 6858000"/>
              <a:gd name="connsiteX110" fmla="*/ 4978032 w 7467600"/>
              <a:gd name="connsiteY110" fmla="*/ 5183809 h 6858000"/>
              <a:gd name="connsiteX111" fmla="*/ 4463413 w 7467600"/>
              <a:gd name="connsiteY111" fmla="*/ 5615162 h 6858000"/>
              <a:gd name="connsiteX112" fmla="*/ 4358134 w 7467600"/>
              <a:gd name="connsiteY112" fmla="*/ 5742791 h 6858000"/>
              <a:gd name="connsiteX113" fmla="*/ 4376219 w 7467600"/>
              <a:gd name="connsiteY113" fmla="*/ 5729027 h 6858000"/>
              <a:gd name="connsiteX114" fmla="*/ 4582340 w 7467600"/>
              <a:gd name="connsiteY114" fmla="*/ 5561037 h 6858000"/>
              <a:gd name="connsiteX115" fmla="*/ 4694684 w 7467600"/>
              <a:gd name="connsiteY115" fmla="*/ 5447098 h 6858000"/>
              <a:gd name="connsiteX116" fmla="*/ 4754123 w 7467600"/>
              <a:gd name="connsiteY116" fmla="*/ 5384643 h 6858000"/>
              <a:gd name="connsiteX117" fmla="*/ 4978032 w 7467600"/>
              <a:gd name="connsiteY117" fmla="*/ 5183809 h 6858000"/>
              <a:gd name="connsiteX118" fmla="*/ 1903353 w 7467600"/>
              <a:gd name="connsiteY118" fmla="*/ 5044827 h 6858000"/>
              <a:gd name="connsiteX119" fmla="*/ 1936931 w 7467600"/>
              <a:gd name="connsiteY119" fmla="*/ 5093954 h 6858000"/>
              <a:gd name="connsiteX120" fmla="*/ 2195868 w 7467600"/>
              <a:gd name="connsiteY120" fmla="*/ 5396574 h 6858000"/>
              <a:gd name="connsiteX121" fmla="*/ 2088852 w 7467600"/>
              <a:gd name="connsiteY121" fmla="*/ 5166123 h 6858000"/>
              <a:gd name="connsiteX122" fmla="*/ 1958241 w 7467600"/>
              <a:gd name="connsiteY122" fmla="*/ 5067955 h 6858000"/>
              <a:gd name="connsiteX123" fmla="*/ 1903353 w 7467600"/>
              <a:gd name="connsiteY123" fmla="*/ 5044827 h 6858000"/>
              <a:gd name="connsiteX124" fmla="*/ 1979378 w 7467600"/>
              <a:gd name="connsiteY124" fmla="*/ 4769504 h 6858000"/>
              <a:gd name="connsiteX125" fmla="*/ 2882120 w 7467600"/>
              <a:gd name="connsiteY125" fmla="*/ 5064547 h 6858000"/>
              <a:gd name="connsiteX126" fmla="*/ 2793103 w 7467600"/>
              <a:gd name="connsiteY126" fmla="*/ 5039699 h 6858000"/>
              <a:gd name="connsiteX127" fmla="*/ 2770041 w 7467600"/>
              <a:gd name="connsiteY127" fmla="*/ 5033634 h 6858000"/>
              <a:gd name="connsiteX128" fmla="*/ 1979378 w 7467600"/>
              <a:gd name="connsiteY128" fmla="*/ 4769504 h 6858000"/>
              <a:gd name="connsiteX129" fmla="*/ 1927410 w 7467600"/>
              <a:gd name="connsiteY129" fmla="*/ 4716164 h 6858000"/>
              <a:gd name="connsiteX130" fmla="*/ 1959587 w 7467600"/>
              <a:gd name="connsiteY130" fmla="*/ 4728849 h 6858000"/>
              <a:gd name="connsiteX131" fmla="*/ 2777707 w 7467600"/>
              <a:gd name="connsiteY131" fmla="*/ 5003991 h 6858000"/>
              <a:gd name="connsiteX132" fmla="*/ 2800768 w 7467600"/>
              <a:gd name="connsiteY132" fmla="*/ 5010056 h 6858000"/>
              <a:gd name="connsiteX133" fmla="*/ 2879408 w 7467600"/>
              <a:gd name="connsiteY133" fmla="*/ 5031590 h 6858000"/>
              <a:gd name="connsiteX134" fmla="*/ 2862295 w 7467600"/>
              <a:gd name="connsiteY134" fmla="*/ 5022958 h 6858000"/>
              <a:gd name="connsiteX135" fmla="*/ 2813343 w 7467600"/>
              <a:gd name="connsiteY135" fmla="*/ 4998369 h 6858000"/>
              <a:gd name="connsiteX136" fmla="*/ 2646245 w 7467600"/>
              <a:gd name="connsiteY136" fmla="*/ 4930999 h 6858000"/>
              <a:gd name="connsiteX137" fmla="*/ 1999243 w 7467600"/>
              <a:gd name="connsiteY137" fmla="*/ 4730524 h 6858000"/>
              <a:gd name="connsiteX138" fmla="*/ 1979527 w 7467600"/>
              <a:gd name="connsiteY138" fmla="*/ 4726651 h 6858000"/>
              <a:gd name="connsiteX139" fmla="*/ 1927410 w 7467600"/>
              <a:gd name="connsiteY139" fmla="*/ 4716164 h 6858000"/>
              <a:gd name="connsiteX140" fmla="*/ 1997014 w 7467600"/>
              <a:gd name="connsiteY140" fmla="*/ 4698007 h 6858000"/>
              <a:gd name="connsiteX141" fmla="*/ 2005458 w 7467600"/>
              <a:gd name="connsiteY141" fmla="*/ 4699540 h 6858000"/>
              <a:gd name="connsiteX142" fmla="*/ 2657186 w 7467600"/>
              <a:gd name="connsiteY142" fmla="*/ 4901687 h 6858000"/>
              <a:gd name="connsiteX143" fmla="*/ 2826662 w 7467600"/>
              <a:gd name="connsiteY143" fmla="*/ 4970362 h 6858000"/>
              <a:gd name="connsiteX144" fmla="*/ 2876100 w 7467600"/>
              <a:gd name="connsiteY144" fmla="*/ 4995397 h 6858000"/>
              <a:gd name="connsiteX145" fmla="*/ 3042600 w 7467600"/>
              <a:gd name="connsiteY145" fmla="*/ 5059532 h 6858000"/>
              <a:gd name="connsiteX146" fmla="*/ 1997014 w 7467600"/>
              <a:gd name="connsiteY146" fmla="*/ 4698007 h 6858000"/>
              <a:gd name="connsiteX147" fmla="*/ 2305292 w 7467600"/>
              <a:gd name="connsiteY147" fmla="*/ 4219492 h 6858000"/>
              <a:gd name="connsiteX148" fmla="*/ 3360922 w 7467600"/>
              <a:gd name="connsiteY148" fmla="*/ 4529373 h 6858000"/>
              <a:gd name="connsiteX149" fmla="*/ 3492420 w 7467600"/>
              <a:gd name="connsiteY149" fmla="*/ 4510145 h 6858000"/>
              <a:gd name="connsiteX150" fmla="*/ 3364086 w 7467600"/>
              <a:gd name="connsiteY150" fmla="*/ 4480340 h 6858000"/>
              <a:gd name="connsiteX151" fmla="*/ 3225818 w 7467600"/>
              <a:gd name="connsiteY151" fmla="*/ 4411822 h 6858000"/>
              <a:gd name="connsiteX152" fmla="*/ 3129696 w 7467600"/>
              <a:gd name="connsiteY152" fmla="*/ 4360704 h 6858000"/>
              <a:gd name="connsiteX153" fmla="*/ 2814545 w 7467600"/>
              <a:gd name="connsiteY153" fmla="*/ 4282955 h 6858000"/>
              <a:gd name="connsiteX154" fmla="*/ 2305292 w 7467600"/>
              <a:gd name="connsiteY154" fmla="*/ 4219492 h 6858000"/>
              <a:gd name="connsiteX155" fmla="*/ 2626982 w 7467600"/>
              <a:gd name="connsiteY155" fmla="*/ 4206450 h 6858000"/>
              <a:gd name="connsiteX156" fmla="*/ 2490617 w 7467600"/>
              <a:gd name="connsiteY156" fmla="*/ 4206951 h 6858000"/>
              <a:gd name="connsiteX157" fmla="*/ 2819869 w 7467600"/>
              <a:gd name="connsiteY157" fmla="*/ 4252936 h 6858000"/>
              <a:gd name="connsiteX158" fmla="*/ 3143018 w 7467600"/>
              <a:gd name="connsiteY158" fmla="*/ 4332698 h 6858000"/>
              <a:gd name="connsiteX159" fmla="*/ 3241520 w 7467600"/>
              <a:gd name="connsiteY159" fmla="*/ 4385112 h 6858000"/>
              <a:gd name="connsiteX160" fmla="*/ 3374575 w 7467600"/>
              <a:gd name="connsiteY160" fmla="*/ 4451517 h 6858000"/>
              <a:gd name="connsiteX161" fmla="*/ 3505221 w 7467600"/>
              <a:gd name="connsiteY161" fmla="*/ 4480757 h 6858000"/>
              <a:gd name="connsiteX162" fmla="*/ 2626982 w 7467600"/>
              <a:gd name="connsiteY162" fmla="*/ 4206450 h 6858000"/>
              <a:gd name="connsiteX163" fmla="*/ 1310106 w 7467600"/>
              <a:gd name="connsiteY163" fmla="*/ 3943217 h 6858000"/>
              <a:gd name="connsiteX164" fmla="*/ 854994 w 7467600"/>
              <a:gd name="connsiteY164" fmla="*/ 4399136 h 6858000"/>
              <a:gd name="connsiteX165" fmla="*/ 742462 w 7467600"/>
              <a:gd name="connsiteY165" fmla="*/ 4594648 h 6858000"/>
              <a:gd name="connsiteX166" fmla="*/ 820602 w 7467600"/>
              <a:gd name="connsiteY166" fmla="*/ 4485915 h 6858000"/>
              <a:gd name="connsiteX167" fmla="*/ 878295 w 7467600"/>
              <a:gd name="connsiteY167" fmla="*/ 4403594 h 6858000"/>
              <a:gd name="connsiteX168" fmla="*/ 1240607 w 7467600"/>
              <a:gd name="connsiteY168" fmla="*/ 4010401 h 6858000"/>
              <a:gd name="connsiteX169" fmla="*/ 1310106 w 7467600"/>
              <a:gd name="connsiteY169" fmla="*/ 3943217 h 6858000"/>
              <a:gd name="connsiteX170" fmla="*/ 1423113 w 7467600"/>
              <a:gd name="connsiteY170" fmla="*/ 3874565 h 6858000"/>
              <a:gd name="connsiteX171" fmla="*/ 1260565 w 7467600"/>
              <a:gd name="connsiteY171" fmla="*/ 4031982 h 6858000"/>
              <a:gd name="connsiteX172" fmla="*/ 901900 w 7467600"/>
              <a:gd name="connsiteY172" fmla="*/ 4421236 h 6858000"/>
              <a:gd name="connsiteX173" fmla="*/ 845044 w 7467600"/>
              <a:gd name="connsiteY173" fmla="*/ 4502436 h 6858000"/>
              <a:gd name="connsiteX174" fmla="*/ 685926 w 7467600"/>
              <a:gd name="connsiteY174" fmla="*/ 4703069 h 6858000"/>
              <a:gd name="connsiteX175" fmla="*/ 684248 w 7467600"/>
              <a:gd name="connsiteY175" fmla="*/ 4706721 h 6858000"/>
              <a:gd name="connsiteX176" fmla="*/ 1423113 w 7467600"/>
              <a:gd name="connsiteY176" fmla="*/ 3874565 h 6858000"/>
              <a:gd name="connsiteX177" fmla="*/ 3316479 w 7467600"/>
              <a:gd name="connsiteY177" fmla="*/ 3872136 h 6858000"/>
              <a:gd name="connsiteX178" fmla="*/ 3546806 w 7467600"/>
              <a:gd name="connsiteY178" fmla="*/ 4356139 h 6858000"/>
              <a:gd name="connsiteX179" fmla="*/ 3364433 w 7467600"/>
              <a:gd name="connsiteY179" fmla="*/ 3953121 h 6858000"/>
              <a:gd name="connsiteX180" fmla="*/ 3316479 w 7467600"/>
              <a:gd name="connsiteY180" fmla="*/ 3872136 h 6858000"/>
              <a:gd name="connsiteX181" fmla="*/ 3291335 w 7467600"/>
              <a:gd name="connsiteY181" fmla="*/ 3767420 h 6858000"/>
              <a:gd name="connsiteX182" fmla="*/ 3390805 w 7467600"/>
              <a:gd name="connsiteY182" fmla="*/ 3937163 h 6858000"/>
              <a:gd name="connsiteX183" fmla="*/ 3579062 w 7467600"/>
              <a:gd name="connsiteY183" fmla="*/ 4359040 h 6858000"/>
              <a:gd name="connsiteX184" fmla="*/ 3467355 w 7467600"/>
              <a:gd name="connsiteY184" fmla="*/ 3988130 h 6858000"/>
              <a:gd name="connsiteX185" fmla="*/ 3310753 w 7467600"/>
              <a:gd name="connsiteY185" fmla="*/ 3787140 h 6858000"/>
              <a:gd name="connsiteX186" fmla="*/ 3291335 w 7467600"/>
              <a:gd name="connsiteY186" fmla="*/ 3767420 h 6858000"/>
              <a:gd name="connsiteX187" fmla="*/ 1635889 w 7467600"/>
              <a:gd name="connsiteY187" fmla="*/ 3709494 h 6858000"/>
              <a:gd name="connsiteX188" fmla="*/ 1634800 w 7467600"/>
              <a:gd name="connsiteY188" fmla="*/ 3731111 h 6858000"/>
              <a:gd name="connsiteX189" fmla="*/ 1635889 w 7467600"/>
              <a:gd name="connsiteY189" fmla="*/ 3709494 h 6858000"/>
              <a:gd name="connsiteX190" fmla="*/ 1510397 w 7467600"/>
              <a:gd name="connsiteY190" fmla="*/ 3684705 h 6858000"/>
              <a:gd name="connsiteX191" fmla="*/ 1146550 w 7467600"/>
              <a:gd name="connsiteY191" fmla="*/ 3802012 h 6858000"/>
              <a:gd name="connsiteX192" fmla="*/ 698834 w 7467600"/>
              <a:gd name="connsiteY192" fmla="*/ 3952272 h 6858000"/>
              <a:gd name="connsiteX193" fmla="*/ 34256 w 7467600"/>
              <a:gd name="connsiteY193" fmla="*/ 4347603 h 6858000"/>
              <a:gd name="connsiteX194" fmla="*/ 527241 w 7467600"/>
              <a:gd name="connsiteY194" fmla="*/ 4065078 h 6858000"/>
              <a:gd name="connsiteX195" fmla="*/ 1510397 w 7467600"/>
              <a:gd name="connsiteY195" fmla="*/ 3684705 h 6858000"/>
              <a:gd name="connsiteX196" fmla="*/ 1313114 w 7467600"/>
              <a:gd name="connsiteY196" fmla="*/ 3655216 h 6858000"/>
              <a:gd name="connsiteX197" fmla="*/ 1109304 w 7467600"/>
              <a:gd name="connsiteY197" fmla="*/ 3669030 h 6858000"/>
              <a:gd name="connsiteX198" fmla="*/ 8129 w 7467600"/>
              <a:gd name="connsiteY198" fmla="*/ 4330519 h 6858000"/>
              <a:gd name="connsiteX199" fmla="*/ 687572 w 7467600"/>
              <a:gd name="connsiteY199" fmla="*/ 3925629 h 6858000"/>
              <a:gd name="connsiteX200" fmla="*/ 1138365 w 7467600"/>
              <a:gd name="connsiteY200" fmla="*/ 3774515 h 6858000"/>
              <a:gd name="connsiteX201" fmla="*/ 1505579 w 7467600"/>
              <a:gd name="connsiteY201" fmla="*/ 3655526 h 6858000"/>
              <a:gd name="connsiteX202" fmla="*/ 1313114 w 7467600"/>
              <a:gd name="connsiteY202" fmla="*/ 3655216 h 6858000"/>
              <a:gd name="connsiteX203" fmla="*/ 3655073 w 7467600"/>
              <a:gd name="connsiteY203" fmla="*/ 3650884 h 6858000"/>
              <a:gd name="connsiteX204" fmla="*/ 3989938 w 7467600"/>
              <a:gd name="connsiteY204" fmla="*/ 3991685 h 6858000"/>
              <a:gd name="connsiteX205" fmla="*/ 4393907 w 7467600"/>
              <a:gd name="connsiteY205" fmla="*/ 4261258 h 6858000"/>
              <a:gd name="connsiteX206" fmla="*/ 4648051 w 7467600"/>
              <a:gd name="connsiteY206" fmla="*/ 4374051 h 6858000"/>
              <a:gd name="connsiteX207" fmla="*/ 4383389 w 7467600"/>
              <a:gd name="connsiteY207" fmla="*/ 4184369 h 6858000"/>
              <a:gd name="connsiteX208" fmla="*/ 4165508 w 7467600"/>
              <a:gd name="connsiteY208" fmla="*/ 4035196 h 6858000"/>
              <a:gd name="connsiteX209" fmla="*/ 4068162 w 7467600"/>
              <a:gd name="connsiteY209" fmla="*/ 3953394 h 6858000"/>
              <a:gd name="connsiteX210" fmla="*/ 3981416 w 7467600"/>
              <a:gd name="connsiteY210" fmla="*/ 3880482 h 6858000"/>
              <a:gd name="connsiteX211" fmla="*/ 3800147 w 7467600"/>
              <a:gd name="connsiteY211" fmla="*/ 3749872 h 6858000"/>
              <a:gd name="connsiteX212" fmla="*/ 3655073 w 7467600"/>
              <a:gd name="connsiteY212" fmla="*/ 3650884 h 6858000"/>
              <a:gd name="connsiteX213" fmla="*/ 3670252 w 7467600"/>
              <a:gd name="connsiteY213" fmla="*/ 3622798 h 6858000"/>
              <a:gd name="connsiteX214" fmla="*/ 3817258 w 7467600"/>
              <a:gd name="connsiteY214" fmla="*/ 3723577 h 6858000"/>
              <a:gd name="connsiteX215" fmla="*/ 4000461 w 7467600"/>
              <a:gd name="connsiteY215" fmla="*/ 3855966 h 6858000"/>
              <a:gd name="connsiteX216" fmla="*/ 4088180 w 7467600"/>
              <a:gd name="connsiteY216" fmla="*/ 3929774 h 6858000"/>
              <a:gd name="connsiteX217" fmla="*/ 4184555 w 7467600"/>
              <a:gd name="connsiteY217" fmla="*/ 4010683 h 6858000"/>
              <a:gd name="connsiteX218" fmla="*/ 4399563 w 7467600"/>
              <a:gd name="connsiteY218" fmla="*/ 4158106 h 6858000"/>
              <a:gd name="connsiteX219" fmla="*/ 4684469 w 7467600"/>
              <a:gd name="connsiteY219" fmla="*/ 4364680 h 6858000"/>
              <a:gd name="connsiteX220" fmla="*/ 4690271 w 7467600"/>
              <a:gd name="connsiteY220" fmla="*/ 4370034 h 6858000"/>
              <a:gd name="connsiteX221" fmla="*/ 4136093 w 7467600"/>
              <a:gd name="connsiteY221" fmla="*/ 3858466 h 6858000"/>
              <a:gd name="connsiteX222" fmla="*/ 3670252 w 7467600"/>
              <a:gd name="connsiteY222" fmla="*/ 3622798 h 6858000"/>
              <a:gd name="connsiteX223" fmla="*/ 4440129 w 7467600"/>
              <a:gd name="connsiteY223" fmla="*/ 3448571 h 6858000"/>
              <a:gd name="connsiteX224" fmla="*/ 4856525 w 7467600"/>
              <a:gd name="connsiteY224" fmla="*/ 3915351 h 6858000"/>
              <a:gd name="connsiteX225" fmla="*/ 5059055 w 7467600"/>
              <a:gd name="connsiteY225" fmla="*/ 4108918 h 6858000"/>
              <a:gd name="connsiteX226" fmla="*/ 5290070 w 7467600"/>
              <a:gd name="connsiteY226" fmla="*/ 4263619 h 6858000"/>
              <a:gd name="connsiteX227" fmla="*/ 4834991 w 7467600"/>
              <a:gd name="connsiteY227" fmla="*/ 3830985 h 6858000"/>
              <a:gd name="connsiteX228" fmla="*/ 4440129 w 7467600"/>
              <a:gd name="connsiteY228" fmla="*/ 3448571 h 6858000"/>
              <a:gd name="connsiteX229" fmla="*/ 4441737 w 7467600"/>
              <a:gd name="connsiteY229" fmla="*/ 3399734 h 6858000"/>
              <a:gd name="connsiteX230" fmla="*/ 4431236 w 7467600"/>
              <a:gd name="connsiteY230" fmla="*/ 3400954 h 6858000"/>
              <a:gd name="connsiteX231" fmla="*/ 4557150 w 7467600"/>
              <a:gd name="connsiteY231" fmla="*/ 3510023 h 6858000"/>
              <a:gd name="connsiteX232" fmla="*/ 4856936 w 7467600"/>
              <a:gd name="connsiteY232" fmla="*/ 3809146 h 6858000"/>
              <a:gd name="connsiteX233" fmla="*/ 5111996 w 7467600"/>
              <a:gd name="connsiteY233" fmla="*/ 4065759 h 6858000"/>
              <a:gd name="connsiteX234" fmla="*/ 5388878 w 7467600"/>
              <a:gd name="connsiteY234" fmla="*/ 4300185 h 6858000"/>
              <a:gd name="connsiteX235" fmla="*/ 5425556 w 7467600"/>
              <a:gd name="connsiteY235" fmla="*/ 4308967 h 6858000"/>
              <a:gd name="connsiteX236" fmla="*/ 4943646 w 7467600"/>
              <a:gd name="connsiteY236" fmla="*/ 3822916 h 6858000"/>
              <a:gd name="connsiteX237" fmla="*/ 4594837 w 7467600"/>
              <a:gd name="connsiteY237" fmla="*/ 3532274 h 6858000"/>
              <a:gd name="connsiteX238" fmla="*/ 4441737 w 7467600"/>
              <a:gd name="connsiteY238" fmla="*/ 3399734 h 6858000"/>
              <a:gd name="connsiteX239" fmla="*/ 5425834 w 7467600"/>
              <a:gd name="connsiteY239" fmla="*/ 3162785 h 6858000"/>
              <a:gd name="connsiteX240" fmla="*/ 5401644 w 7467600"/>
              <a:gd name="connsiteY240" fmla="*/ 3617847 h 6858000"/>
              <a:gd name="connsiteX241" fmla="*/ 5467256 w 7467600"/>
              <a:gd name="connsiteY241" fmla="*/ 4175494 h 6858000"/>
              <a:gd name="connsiteX242" fmla="*/ 5448069 w 7467600"/>
              <a:gd name="connsiteY242" fmla="*/ 3567554 h 6858000"/>
              <a:gd name="connsiteX243" fmla="*/ 5425834 w 7467600"/>
              <a:gd name="connsiteY243" fmla="*/ 3162785 h 6858000"/>
              <a:gd name="connsiteX244" fmla="*/ 1318687 w 7467600"/>
              <a:gd name="connsiteY244" fmla="*/ 3113840 h 6858000"/>
              <a:gd name="connsiteX245" fmla="*/ 1066793 w 7467600"/>
              <a:gd name="connsiteY245" fmla="*/ 3212171 h 6858000"/>
              <a:gd name="connsiteX246" fmla="*/ 993319 w 7467600"/>
              <a:gd name="connsiteY246" fmla="*/ 3247648 h 6858000"/>
              <a:gd name="connsiteX247" fmla="*/ 853081 w 7467600"/>
              <a:gd name="connsiteY247" fmla="*/ 3312410 h 6858000"/>
              <a:gd name="connsiteX248" fmla="*/ 805957 w 7467600"/>
              <a:gd name="connsiteY248" fmla="*/ 3330443 h 6858000"/>
              <a:gd name="connsiteX249" fmla="*/ 1318687 w 7467600"/>
              <a:gd name="connsiteY249" fmla="*/ 3113840 h 6858000"/>
              <a:gd name="connsiteX250" fmla="*/ 5453702 w 7467600"/>
              <a:gd name="connsiteY250" fmla="*/ 3090882 h 6858000"/>
              <a:gd name="connsiteX251" fmla="*/ 5480135 w 7467600"/>
              <a:gd name="connsiteY251" fmla="*/ 3565802 h 6858000"/>
              <a:gd name="connsiteX252" fmla="*/ 5499023 w 7467600"/>
              <a:gd name="connsiteY252" fmla="*/ 4166310 h 6858000"/>
              <a:gd name="connsiteX253" fmla="*/ 5547022 w 7467600"/>
              <a:gd name="connsiteY253" fmla="*/ 3607838 h 6858000"/>
              <a:gd name="connsiteX254" fmla="*/ 5515964 w 7467600"/>
              <a:gd name="connsiteY254" fmla="*/ 3378541 h 6858000"/>
              <a:gd name="connsiteX255" fmla="*/ 5453702 w 7467600"/>
              <a:gd name="connsiteY255" fmla="*/ 3090882 h 6858000"/>
              <a:gd name="connsiteX256" fmla="*/ 1238695 w 7467600"/>
              <a:gd name="connsiteY256" fmla="*/ 3076820 h 6858000"/>
              <a:gd name="connsiteX257" fmla="*/ 716371 w 7467600"/>
              <a:gd name="connsiteY257" fmla="*/ 3293249 h 6858000"/>
              <a:gd name="connsiteX258" fmla="*/ 579522 w 7467600"/>
              <a:gd name="connsiteY258" fmla="*/ 3371759 h 6858000"/>
              <a:gd name="connsiteX259" fmla="*/ 600288 w 7467600"/>
              <a:gd name="connsiteY259" fmla="*/ 3365555 h 6858000"/>
              <a:gd name="connsiteX260" fmla="*/ 840692 w 7467600"/>
              <a:gd name="connsiteY260" fmla="*/ 3284921 h 6858000"/>
              <a:gd name="connsiteX261" fmla="*/ 979248 w 7467600"/>
              <a:gd name="connsiteY261" fmla="*/ 3221003 h 6858000"/>
              <a:gd name="connsiteX262" fmla="*/ 1053282 w 7467600"/>
              <a:gd name="connsiteY262" fmla="*/ 3185247 h 6858000"/>
              <a:gd name="connsiteX263" fmla="*/ 1320603 w 7467600"/>
              <a:gd name="connsiteY263" fmla="*/ 3081281 h 6858000"/>
              <a:gd name="connsiteX264" fmla="*/ 1238695 w 7467600"/>
              <a:gd name="connsiteY264" fmla="*/ 3076820 h 6858000"/>
              <a:gd name="connsiteX265" fmla="*/ 5425627 w 7467600"/>
              <a:gd name="connsiteY265" fmla="*/ 2954192 h 6858000"/>
              <a:gd name="connsiteX266" fmla="*/ 5470770 w 7467600"/>
              <a:gd name="connsiteY266" fmla="*/ 3005435 h 6858000"/>
              <a:gd name="connsiteX267" fmla="*/ 5519779 w 7467600"/>
              <a:gd name="connsiteY267" fmla="*/ 4359223 h 6858000"/>
              <a:gd name="connsiteX268" fmla="*/ 5520293 w 7467600"/>
              <a:gd name="connsiteY268" fmla="*/ 4360602 h 6858000"/>
              <a:gd name="connsiteX269" fmla="*/ 5767221 w 7467600"/>
              <a:gd name="connsiteY269" fmla="*/ 4665564 h 6858000"/>
              <a:gd name="connsiteX270" fmla="*/ 6937169 w 7467600"/>
              <a:gd name="connsiteY270" fmla="*/ 4815941 h 6858000"/>
              <a:gd name="connsiteX271" fmla="*/ 6953922 w 7467600"/>
              <a:gd name="connsiteY271" fmla="*/ 4890068 h 6858000"/>
              <a:gd name="connsiteX272" fmla="*/ 6071359 w 7467600"/>
              <a:gd name="connsiteY272" fmla="*/ 4770770 h 6858000"/>
              <a:gd name="connsiteX273" fmla="*/ 6038839 w 7467600"/>
              <a:gd name="connsiteY273" fmla="*/ 4764474 h 6858000"/>
              <a:gd name="connsiteX274" fmla="*/ 6038706 w 7467600"/>
              <a:gd name="connsiteY274" fmla="*/ 4763847 h 6858000"/>
              <a:gd name="connsiteX275" fmla="*/ 6037784 w 7467600"/>
              <a:gd name="connsiteY275" fmla="*/ 4764270 h 6858000"/>
              <a:gd name="connsiteX276" fmla="*/ 6038839 w 7467600"/>
              <a:gd name="connsiteY276" fmla="*/ 4764474 h 6858000"/>
              <a:gd name="connsiteX277" fmla="*/ 6040338 w 7467600"/>
              <a:gd name="connsiteY277" fmla="*/ 4771418 h 6858000"/>
              <a:gd name="connsiteX278" fmla="*/ 6024488 w 7467600"/>
              <a:gd name="connsiteY278" fmla="*/ 4809903 h 6858000"/>
              <a:gd name="connsiteX279" fmla="*/ 5599771 w 7467600"/>
              <a:gd name="connsiteY279" fmla="*/ 5509652 h 6858000"/>
              <a:gd name="connsiteX280" fmla="*/ 5548843 w 7467600"/>
              <a:gd name="connsiteY280" fmla="*/ 5563845 h 6858000"/>
              <a:gd name="connsiteX281" fmla="*/ 5940952 w 7467600"/>
              <a:gd name="connsiteY281" fmla="*/ 6250028 h 6858000"/>
              <a:gd name="connsiteX282" fmla="*/ 6043441 w 7467600"/>
              <a:gd name="connsiteY282" fmla="*/ 6665847 h 6858000"/>
              <a:gd name="connsiteX283" fmla="*/ 6093432 w 7467600"/>
              <a:gd name="connsiteY283" fmla="*/ 6858000 h 6858000"/>
              <a:gd name="connsiteX284" fmla="*/ 6034344 w 7467600"/>
              <a:gd name="connsiteY284" fmla="*/ 6858000 h 6858000"/>
              <a:gd name="connsiteX285" fmla="*/ 6026679 w 7467600"/>
              <a:gd name="connsiteY285" fmla="*/ 6836959 h 6858000"/>
              <a:gd name="connsiteX286" fmla="*/ 5800441 w 7467600"/>
              <a:gd name="connsiteY286" fmla="*/ 6335286 h 6858000"/>
              <a:gd name="connsiteX287" fmla="*/ 5526562 w 7467600"/>
              <a:gd name="connsiteY287" fmla="*/ 5705388 h 6858000"/>
              <a:gd name="connsiteX288" fmla="*/ 5519640 w 7467600"/>
              <a:gd name="connsiteY288" fmla="*/ 5683774 h 6858000"/>
              <a:gd name="connsiteX289" fmla="*/ 5844559 w 7467600"/>
              <a:gd name="connsiteY289" fmla="*/ 6553349 h 6858000"/>
              <a:gd name="connsiteX290" fmla="*/ 5975994 w 7467600"/>
              <a:gd name="connsiteY290" fmla="*/ 6858000 h 6858000"/>
              <a:gd name="connsiteX291" fmla="*/ 5898547 w 7467600"/>
              <a:gd name="connsiteY291" fmla="*/ 6858000 h 6858000"/>
              <a:gd name="connsiteX292" fmla="*/ 5682041 w 7467600"/>
              <a:gd name="connsiteY292" fmla="*/ 6355860 h 6858000"/>
              <a:gd name="connsiteX293" fmla="*/ 5461758 w 7467600"/>
              <a:gd name="connsiteY293" fmla="*/ 5820220 h 6858000"/>
              <a:gd name="connsiteX294" fmla="*/ 5237282 w 7467600"/>
              <a:gd name="connsiteY294" fmla="*/ 6579086 h 6858000"/>
              <a:gd name="connsiteX295" fmla="*/ 5115009 w 7467600"/>
              <a:gd name="connsiteY295" fmla="*/ 6858000 h 6858000"/>
              <a:gd name="connsiteX296" fmla="*/ 5028074 w 7467600"/>
              <a:gd name="connsiteY296" fmla="*/ 6858000 h 6858000"/>
              <a:gd name="connsiteX297" fmla="*/ 5079508 w 7467600"/>
              <a:gd name="connsiteY297" fmla="*/ 6749074 h 6858000"/>
              <a:gd name="connsiteX298" fmla="*/ 5371846 w 7467600"/>
              <a:gd name="connsiteY298" fmla="*/ 5924413 h 6858000"/>
              <a:gd name="connsiteX299" fmla="*/ 5270512 w 7467600"/>
              <a:gd name="connsiteY299" fmla="*/ 6138975 h 6858000"/>
              <a:gd name="connsiteX300" fmla="*/ 5062409 w 7467600"/>
              <a:gd name="connsiteY300" fmla="*/ 6653544 h 6858000"/>
              <a:gd name="connsiteX301" fmla="*/ 5036628 w 7467600"/>
              <a:gd name="connsiteY301" fmla="*/ 6754247 h 6858000"/>
              <a:gd name="connsiteX302" fmla="*/ 5009112 w 7467600"/>
              <a:gd name="connsiteY302" fmla="*/ 6858000 h 6858000"/>
              <a:gd name="connsiteX303" fmla="*/ 4976679 w 7467600"/>
              <a:gd name="connsiteY303" fmla="*/ 6858000 h 6858000"/>
              <a:gd name="connsiteX304" fmla="*/ 5006537 w 7467600"/>
              <a:gd name="connsiteY304" fmla="*/ 6747068 h 6858000"/>
              <a:gd name="connsiteX305" fmla="*/ 5032723 w 7467600"/>
              <a:gd name="connsiteY305" fmla="*/ 6644957 h 6858000"/>
              <a:gd name="connsiteX306" fmla="*/ 5242949 w 7467600"/>
              <a:gd name="connsiteY306" fmla="*/ 6125175 h 6858000"/>
              <a:gd name="connsiteX307" fmla="*/ 5286321 w 7467600"/>
              <a:gd name="connsiteY307" fmla="*/ 6033555 h 6858000"/>
              <a:gd name="connsiteX308" fmla="*/ 5008210 w 7467600"/>
              <a:gd name="connsiteY308" fmla="*/ 6649194 h 6858000"/>
              <a:gd name="connsiteX309" fmla="*/ 4986321 w 7467600"/>
              <a:gd name="connsiteY309" fmla="*/ 6765687 h 6858000"/>
              <a:gd name="connsiteX310" fmla="*/ 4973474 w 7467600"/>
              <a:gd name="connsiteY310" fmla="*/ 6858000 h 6858000"/>
              <a:gd name="connsiteX311" fmla="*/ 4907178 w 7467600"/>
              <a:gd name="connsiteY311" fmla="*/ 6858000 h 6858000"/>
              <a:gd name="connsiteX312" fmla="*/ 4910810 w 7467600"/>
              <a:gd name="connsiteY312" fmla="*/ 6829660 h 6858000"/>
              <a:gd name="connsiteX313" fmla="*/ 4987461 w 7467600"/>
              <a:gd name="connsiteY313" fmla="*/ 6432994 h 6858000"/>
              <a:gd name="connsiteX314" fmla="*/ 5179262 w 7467600"/>
              <a:gd name="connsiteY314" fmla="*/ 6035044 h 6858000"/>
              <a:gd name="connsiteX315" fmla="*/ 4689678 w 7467600"/>
              <a:gd name="connsiteY315" fmla="*/ 6440241 h 6858000"/>
              <a:gd name="connsiteX316" fmla="*/ 4477543 w 7467600"/>
              <a:gd name="connsiteY316" fmla="*/ 6674836 h 6858000"/>
              <a:gd name="connsiteX317" fmla="*/ 4329957 w 7467600"/>
              <a:gd name="connsiteY317" fmla="*/ 6858000 h 6858000"/>
              <a:gd name="connsiteX318" fmla="*/ 4218595 w 7467600"/>
              <a:gd name="connsiteY318" fmla="*/ 6858000 h 6858000"/>
              <a:gd name="connsiteX319" fmla="*/ 4368888 w 7467600"/>
              <a:gd name="connsiteY319" fmla="*/ 6668412 h 6858000"/>
              <a:gd name="connsiteX320" fmla="*/ 4563091 w 7467600"/>
              <a:gd name="connsiteY320" fmla="*/ 6442508 h 6858000"/>
              <a:gd name="connsiteX321" fmla="*/ 5387324 w 7467600"/>
              <a:gd name="connsiteY321" fmla="*/ 5705830 h 6858000"/>
              <a:gd name="connsiteX322" fmla="*/ 5073620 w 7467600"/>
              <a:gd name="connsiteY322" fmla="*/ 5955437 h 6858000"/>
              <a:gd name="connsiteX323" fmla="*/ 4689789 w 7467600"/>
              <a:gd name="connsiteY323" fmla="*/ 6268382 h 6858000"/>
              <a:gd name="connsiteX324" fmla="*/ 4418722 w 7467600"/>
              <a:gd name="connsiteY324" fmla="*/ 6570886 h 6858000"/>
              <a:gd name="connsiteX325" fmla="*/ 4214944 w 7467600"/>
              <a:gd name="connsiteY325" fmla="*/ 6858000 h 6858000"/>
              <a:gd name="connsiteX326" fmla="*/ 4177898 w 7467600"/>
              <a:gd name="connsiteY326" fmla="*/ 6858000 h 6858000"/>
              <a:gd name="connsiteX327" fmla="*/ 4391597 w 7467600"/>
              <a:gd name="connsiteY327" fmla="*/ 6556370 h 6858000"/>
              <a:gd name="connsiteX328" fmla="*/ 4668889 w 7467600"/>
              <a:gd name="connsiteY328" fmla="*/ 6246399 h 6858000"/>
              <a:gd name="connsiteX329" fmla="*/ 5055427 w 7467600"/>
              <a:gd name="connsiteY329" fmla="*/ 5931476 h 6858000"/>
              <a:gd name="connsiteX330" fmla="*/ 5371814 w 7467600"/>
              <a:gd name="connsiteY330" fmla="*/ 5678975 h 6858000"/>
              <a:gd name="connsiteX331" fmla="*/ 4987918 w 7467600"/>
              <a:gd name="connsiteY331" fmla="*/ 5838701 h 6858000"/>
              <a:gd name="connsiteX332" fmla="*/ 4317146 w 7467600"/>
              <a:gd name="connsiteY332" fmla="*/ 6587716 h 6858000"/>
              <a:gd name="connsiteX333" fmla="*/ 4171627 w 7467600"/>
              <a:gd name="connsiteY333" fmla="*/ 6858000 h 6858000"/>
              <a:gd name="connsiteX334" fmla="*/ 4081585 w 7467600"/>
              <a:gd name="connsiteY334" fmla="*/ 6858000 h 6858000"/>
              <a:gd name="connsiteX335" fmla="*/ 4238603 w 7467600"/>
              <a:gd name="connsiteY335" fmla="*/ 6559341 h 6858000"/>
              <a:gd name="connsiteX336" fmla="*/ 4778333 w 7467600"/>
              <a:gd name="connsiteY336" fmla="*/ 5873626 h 6858000"/>
              <a:gd name="connsiteX337" fmla="*/ 5414185 w 7467600"/>
              <a:gd name="connsiteY337" fmla="*/ 5573882 h 6858000"/>
              <a:gd name="connsiteX338" fmla="*/ 5959648 w 7467600"/>
              <a:gd name="connsiteY338" fmla="*/ 4760797 h 6858000"/>
              <a:gd name="connsiteX339" fmla="*/ 5355019 w 7467600"/>
              <a:gd name="connsiteY339" fmla="*/ 4734672 h 6858000"/>
              <a:gd name="connsiteX340" fmla="*/ 5083565 w 7467600"/>
              <a:gd name="connsiteY340" fmla="*/ 5179121 h 6858000"/>
              <a:gd name="connsiteX341" fmla="*/ 4713577 w 7467600"/>
              <a:gd name="connsiteY341" fmla="*/ 5616803 h 6858000"/>
              <a:gd name="connsiteX342" fmla="*/ 3989559 w 7467600"/>
              <a:gd name="connsiteY342" fmla="*/ 6145945 h 6858000"/>
              <a:gd name="connsiteX343" fmla="*/ 3939824 w 7467600"/>
              <a:gd name="connsiteY343" fmla="*/ 6066900 h 6858000"/>
              <a:gd name="connsiteX344" fmla="*/ 4584537 w 7467600"/>
              <a:gd name="connsiteY344" fmla="*/ 5324826 h 6858000"/>
              <a:gd name="connsiteX345" fmla="*/ 5037105 w 7467600"/>
              <a:gd name="connsiteY345" fmla="*/ 5088765 h 6858000"/>
              <a:gd name="connsiteX346" fmla="*/ 5039930 w 7467600"/>
              <a:gd name="connsiteY346" fmla="*/ 5089585 h 6858000"/>
              <a:gd name="connsiteX347" fmla="*/ 5263764 w 7467600"/>
              <a:gd name="connsiteY347" fmla="*/ 4735525 h 6858000"/>
              <a:gd name="connsiteX348" fmla="*/ 4086300 w 7467600"/>
              <a:gd name="connsiteY348" fmla="*/ 4884599 h 6858000"/>
              <a:gd name="connsiteX349" fmla="*/ 4085485 w 7467600"/>
              <a:gd name="connsiteY349" fmla="*/ 4899070 h 6858000"/>
              <a:gd name="connsiteX350" fmla="*/ 3871915 w 7467600"/>
              <a:gd name="connsiteY350" fmla="*/ 5253645 h 6858000"/>
              <a:gd name="connsiteX351" fmla="*/ 3799374 w 7467600"/>
              <a:gd name="connsiteY351" fmla="*/ 5466127 h 6858000"/>
              <a:gd name="connsiteX352" fmla="*/ 3498850 w 7467600"/>
              <a:gd name="connsiteY352" fmla="*/ 6661888 h 6858000"/>
              <a:gd name="connsiteX353" fmla="*/ 3399216 w 7467600"/>
              <a:gd name="connsiteY353" fmla="*/ 6858000 h 6858000"/>
              <a:gd name="connsiteX354" fmla="*/ 3303688 w 7467600"/>
              <a:gd name="connsiteY354" fmla="*/ 6858000 h 6858000"/>
              <a:gd name="connsiteX355" fmla="*/ 3391774 w 7467600"/>
              <a:gd name="connsiteY355" fmla="*/ 6697181 h 6858000"/>
              <a:gd name="connsiteX356" fmla="*/ 3735540 w 7467600"/>
              <a:gd name="connsiteY356" fmla="*/ 5546923 h 6858000"/>
              <a:gd name="connsiteX357" fmla="*/ 3729438 w 7467600"/>
              <a:gd name="connsiteY357" fmla="*/ 5569058 h 6858000"/>
              <a:gd name="connsiteX358" fmla="*/ 3707782 w 7467600"/>
              <a:gd name="connsiteY358" fmla="*/ 5644908 h 6858000"/>
              <a:gd name="connsiteX359" fmla="*/ 3583827 w 7467600"/>
              <a:gd name="connsiteY359" fmla="*/ 6039215 h 6858000"/>
              <a:gd name="connsiteX360" fmla="*/ 3547861 w 7467600"/>
              <a:gd name="connsiteY360" fmla="*/ 6129609 h 6858000"/>
              <a:gd name="connsiteX361" fmla="*/ 3490905 w 7467600"/>
              <a:gd name="connsiteY361" fmla="*/ 6277660 h 6858000"/>
              <a:gd name="connsiteX362" fmla="*/ 3455859 w 7467600"/>
              <a:gd name="connsiteY362" fmla="*/ 6391301 h 6858000"/>
              <a:gd name="connsiteX363" fmla="*/ 3429112 w 7467600"/>
              <a:gd name="connsiteY363" fmla="*/ 6479469 h 6858000"/>
              <a:gd name="connsiteX364" fmla="*/ 3304862 w 7467600"/>
              <a:gd name="connsiteY364" fmla="*/ 6796476 h 6858000"/>
              <a:gd name="connsiteX365" fmla="*/ 3276071 w 7467600"/>
              <a:gd name="connsiteY365" fmla="*/ 6858000 h 6858000"/>
              <a:gd name="connsiteX366" fmla="*/ 3240805 w 7467600"/>
              <a:gd name="connsiteY366" fmla="*/ 6858000 h 6858000"/>
              <a:gd name="connsiteX367" fmla="*/ 3275917 w 7467600"/>
              <a:gd name="connsiteY367" fmla="*/ 6783192 h 6858000"/>
              <a:gd name="connsiteX368" fmla="*/ 3399358 w 7467600"/>
              <a:gd name="connsiteY368" fmla="*/ 6469011 h 6858000"/>
              <a:gd name="connsiteX369" fmla="*/ 3425650 w 7467600"/>
              <a:gd name="connsiteY369" fmla="*/ 6381333 h 6858000"/>
              <a:gd name="connsiteX370" fmla="*/ 3460661 w 7467600"/>
              <a:gd name="connsiteY370" fmla="*/ 6266763 h 6858000"/>
              <a:gd name="connsiteX371" fmla="*/ 3518021 w 7467600"/>
              <a:gd name="connsiteY371" fmla="*/ 6117298 h 6858000"/>
              <a:gd name="connsiteX372" fmla="*/ 3554035 w 7467600"/>
              <a:gd name="connsiteY372" fmla="*/ 6027832 h 6858000"/>
              <a:gd name="connsiteX373" fmla="*/ 3677174 w 7467600"/>
              <a:gd name="connsiteY373" fmla="*/ 5636351 h 6858000"/>
              <a:gd name="connsiteX374" fmla="*/ 3698819 w 7467600"/>
              <a:gd name="connsiteY374" fmla="*/ 5560503 h 6858000"/>
              <a:gd name="connsiteX375" fmla="*/ 3702094 w 7467600"/>
              <a:gd name="connsiteY375" fmla="*/ 5549194 h 6858000"/>
              <a:gd name="connsiteX376" fmla="*/ 3398355 w 7467600"/>
              <a:gd name="connsiteY376" fmla="*/ 6094603 h 6858000"/>
              <a:gd name="connsiteX377" fmla="*/ 3193941 w 7467600"/>
              <a:gd name="connsiteY377" fmla="*/ 6798775 h 6858000"/>
              <a:gd name="connsiteX378" fmla="*/ 3184140 w 7467600"/>
              <a:gd name="connsiteY378" fmla="*/ 6858000 h 6858000"/>
              <a:gd name="connsiteX379" fmla="*/ 3099978 w 7467600"/>
              <a:gd name="connsiteY379" fmla="*/ 6858000 h 6858000"/>
              <a:gd name="connsiteX380" fmla="*/ 3101556 w 7467600"/>
              <a:gd name="connsiteY380" fmla="*/ 6843337 h 6858000"/>
              <a:gd name="connsiteX381" fmla="*/ 3370162 w 7467600"/>
              <a:gd name="connsiteY381" fmla="*/ 5785550 h 6858000"/>
              <a:gd name="connsiteX382" fmla="*/ 3746477 w 7467600"/>
              <a:gd name="connsiteY382" fmla="*/ 5377889 h 6858000"/>
              <a:gd name="connsiteX383" fmla="*/ 3863399 w 7467600"/>
              <a:gd name="connsiteY383" fmla="*/ 5087257 h 6858000"/>
              <a:gd name="connsiteX384" fmla="*/ 3968712 w 7467600"/>
              <a:gd name="connsiteY384" fmla="*/ 4913989 h 6858000"/>
              <a:gd name="connsiteX385" fmla="*/ 2792390 w 7467600"/>
              <a:gd name="connsiteY385" fmla="*/ 5382974 h 6858000"/>
              <a:gd name="connsiteX386" fmla="*/ 2714982 w 7467600"/>
              <a:gd name="connsiteY386" fmla="*/ 5427051 h 6858000"/>
              <a:gd name="connsiteX387" fmla="*/ 2813361 w 7467600"/>
              <a:gd name="connsiteY387" fmla="*/ 6023912 h 6858000"/>
              <a:gd name="connsiteX388" fmla="*/ 2688430 w 7467600"/>
              <a:gd name="connsiteY388" fmla="*/ 6801564 h 6858000"/>
              <a:gd name="connsiteX389" fmla="*/ 2629626 w 7467600"/>
              <a:gd name="connsiteY389" fmla="*/ 6763394 h 6858000"/>
              <a:gd name="connsiteX390" fmla="*/ 2565328 w 7467600"/>
              <a:gd name="connsiteY390" fmla="*/ 5516399 h 6858000"/>
              <a:gd name="connsiteX391" fmla="*/ 1922999 w 7467600"/>
              <a:gd name="connsiteY391" fmla="*/ 5980343 h 6858000"/>
              <a:gd name="connsiteX392" fmla="*/ 1950261 w 7467600"/>
              <a:gd name="connsiteY392" fmla="*/ 6405858 h 6858000"/>
              <a:gd name="connsiteX393" fmla="*/ 2365554 w 7467600"/>
              <a:gd name="connsiteY393" fmla="*/ 6759107 h 6858000"/>
              <a:gd name="connsiteX394" fmla="*/ 2424142 w 7467600"/>
              <a:gd name="connsiteY394" fmla="*/ 6858000 h 6858000"/>
              <a:gd name="connsiteX395" fmla="*/ 2395994 w 7467600"/>
              <a:gd name="connsiteY395" fmla="*/ 6858000 h 6858000"/>
              <a:gd name="connsiteX396" fmla="*/ 2392863 w 7467600"/>
              <a:gd name="connsiteY396" fmla="*/ 6852964 h 6858000"/>
              <a:gd name="connsiteX397" fmla="*/ 2017589 w 7467600"/>
              <a:gd name="connsiteY397" fmla="*/ 6493982 h 6858000"/>
              <a:gd name="connsiteX398" fmla="*/ 2147336 w 7467600"/>
              <a:gd name="connsiteY398" fmla="*/ 6594052 h 6858000"/>
              <a:gd name="connsiteX399" fmla="*/ 2207047 w 7467600"/>
              <a:gd name="connsiteY399" fmla="*/ 6654540 h 6858000"/>
              <a:gd name="connsiteX400" fmla="*/ 2299106 w 7467600"/>
              <a:gd name="connsiteY400" fmla="*/ 6778931 h 6858000"/>
              <a:gd name="connsiteX401" fmla="*/ 2314430 w 7467600"/>
              <a:gd name="connsiteY401" fmla="*/ 6801144 h 6858000"/>
              <a:gd name="connsiteX402" fmla="*/ 2352406 w 7467600"/>
              <a:gd name="connsiteY402" fmla="*/ 6858000 h 6858000"/>
              <a:gd name="connsiteX403" fmla="*/ 2314492 w 7467600"/>
              <a:gd name="connsiteY403" fmla="*/ 6858000 h 6858000"/>
              <a:gd name="connsiteX404" fmla="*/ 2288095 w 7467600"/>
              <a:gd name="connsiteY404" fmla="*/ 6818030 h 6858000"/>
              <a:gd name="connsiteX405" fmla="*/ 2272768 w 7467600"/>
              <a:gd name="connsiteY405" fmla="*/ 6795822 h 6858000"/>
              <a:gd name="connsiteX406" fmla="*/ 2182715 w 7467600"/>
              <a:gd name="connsiteY406" fmla="*/ 6675071 h 6858000"/>
              <a:gd name="connsiteX407" fmla="*/ 2032061 w 7467600"/>
              <a:gd name="connsiteY407" fmla="*/ 6541380 h 6858000"/>
              <a:gd name="connsiteX408" fmla="*/ 2257220 w 7467600"/>
              <a:gd name="connsiteY408" fmla="*/ 6826257 h 6858000"/>
              <a:gd name="connsiteX409" fmla="*/ 2281324 w 7467600"/>
              <a:gd name="connsiteY409" fmla="*/ 6858000 h 6858000"/>
              <a:gd name="connsiteX410" fmla="*/ 2242860 w 7467600"/>
              <a:gd name="connsiteY410" fmla="*/ 6858000 h 6858000"/>
              <a:gd name="connsiteX411" fmla="*/ 2232818 w 7467600"/>
              <a:gd name="connsiteY411" fmla="*/ 6844926 h 6858000"/>
              <a:gd name="connsiteX412" fmla="*/ 1990172 w 7467600"/>
              <a:gd name="connsiteY412" fmla="*/ 6542121 h 6858000"/>
              <a:gd name="connsiteX413" fmla="*/ 2124090 w 7467600"/>
              <a:gd name="connsiteY413" fmla="*/ 6761017 h 6858000"/>
              <a:gd name="connsiteX414" fmla="*/ 2200380 w 7467600"/>
              <a:gd name="connsiteY414" fmla="*/ 6858000 h 6858000"/>
              <a:gd name="connsiteX415" fmla="*/ 2147507 w 7467600"/>
              <a:gd name="connsiteY415" fmla="*/ 6858000 h 6858000"/>
              <a:gd name="connsiteX416" fmla="*/ 2070668 w 7467600"/>
              <a:gd name="connsiteY416" fmla="*/ 6761520 h 6858000"/>
              <a:gd name="connsiteX417" fmla="*/ 1975142 w 7467600"/>
              <a:gd name="connsiteY417" fmla="*/ 6585570 h 6858000"/>
              <a:gd name="connsiteX418" fmla="*/ 2050035 w 7467600"/>
              <a:gd name="connsiteY418" fmla="*/ 6813345 h 6858000"/>
              <a:gd name="connsiteX419" fmla="*/ 2063025 w 7467600"/>
              <a:gd name="connsiteY419" fmla="*/ 6858000 h 6858000"/>
              <a:gd name="connsiteX420" fmla="*/ 2021675 w 7467600"/>
              <a:gd name="connsiteY420" fmla="*/ 6858000 h 6858000"/>
              <a:gd name="connsiteX421" fmla="*/ 2019308 w 7467600"/>
              <a:gd name="connsiteY421" fmla="*/ 6847118 h 6858000"/>
              <a:gd name="connsiteX422" fmla="*/ 1938835 w 7467600"/>
              <a:gd name="connsiteY422" fmla="*/ 6551160 h 6858000"/>
              <a:gd name="connsiteX423" fmla="*/ 1953230 w 7467600"/>
              <a:gd name="connsiteY423" fmla="*/ 6759699 h 6858000"/>
              <a:gd name="connsiteX424" fmla="*/ 1956763 w 7467600"/>
              <a:gd name="connsiteY424" fmla="*/ 6778191 h 6858000"/>
              <a:gd name="connsiteX425" fmla="*/ 1967925 w 7467600"/>
              <a:gd name="connsiteY425" fmla="*/ 6858000 h 6858000"/>
              <a:gd name="connsiteX426" fmla="*/ 1936622 w 7467600"/>
              <a:gd name="connsiteY426" fmla="*/ 6858000 h 6858000"/>
              <a:gd name="connsiteX427" fmla="*/ 1926261 w 7467600"/>
              <a:gd name="connsiteY427" fmla="*/ 6784064 h 6858000"/>
              <a:gd name="connsiteX428" fmla="*/ 1922724 w 7467600"/>
              <a:gd name="connsiteY428" fmla="*/ 6765577 h 6858000"/>
              <a:gd name="connsiteX429" fmla="*/ 1904650 w 7467600"/>
              <a:gd name="connsiteY429" fmla="*/ 6639616 h 6858000"/>
              <a:gd name="connsiteX430" fmla="*/ 1885273 w 7467600"/>
              <a:gd name="connsiteY430" fmla="*/ 6858000 h 6858000"/>
              <a:gd name="connsiteX431" fmla="*/ 1854363 w 7467600"/>
              <a:gd name="connsiteY431" fmla="*/ 6858000 h 6858000"/>
              <a:gd name="connsiteX432" fmla="*/ 1880391 w 7467600"/>
              <a:gd name="connsiteY432" fmla="*/ 6603796 h 6858000"/>
              <a:gd name="connsiteX433" fmla="*/ 1818273 w 7467600"/>
              <a:gd name="connsiteY433" fmla="*/ 6715729 h 6858000"/>
              <a:gd name="connsiteX434" fmla="*/ 1794691 w 7467600"/>
              <a:gd name="connsiteY434" fmla="*/ 6843239 h 6858000"/>
              <a:gd name="connsiteX435" fmla="*/ 1794914 w 7467600"/>
              <a:gd name="connsiteY435" fmla="*/ 6858000 h 6858000"/>
              <a:gd name="connsiteX436" fmla="*/ 1746128 w 7467600"/>
              <a:gd name="connsiteY436" fmla="*/ 6858000 h 6858000"/>
              <a:gd name="connsiteX437" fmla="*/ 1753934 w 7467600"/>
              <a:gd name="connsiteY437" fmla="*/ 6724796 h 6858000"/>
              <a:gd name="connsiteX438" fmla="*/ 1792053 w 7467600"/>
              <a:gd name="connsiteY438" fmla="*/ 6572396 h 6858000"/>
              <a:gd name="connsiteX439" fmla="*/ 1862248 w 7467600"/>
              <a:gd name="connsiteY439" fmla="*/ 6266397 h 6858000"/>
              <a:gd name="connsiteX440" fmla="*/ 1862250 w 7467600"/>
              <a:gd name="connsiteY440" fmla="*/ 6033531 h 6858000"/>
              <a:gd name="connsiteX441" fmla="*/ 1211999 w 7467600"/>
              <a:gd name="connsiteY441" fmla="*/ 6683610 h 6858000"/>
              <a:gd name="connsiteX442" fmla="*/ 1213266 w 7467600"/>
              <a:gd name="connsiteY442" fmla="*/ 6691947 h 6858000"/>
              <a:gd name="connsiteX443" fmla="*/ 1203370 w 7467600"/>
              <a:gd name="connsiteY443" fmla="*/ 6850676 h 6858000"/>
              <a:gd name="connsiteX444" fmla="*/ 1203671 w 7467600"/>
              <a:gd name="connsiteY444" fmla="*/ 6858000 h 6858000"/>
              <a:gd name="connsiteX445" fmla="*/ 1143180 w 7467600"/>
              <a:gd name="connsiteY445" fmla="*/ 6858000 h 6858000"/>
              <a:gd name="connsiteX446" fmla="*/ 1142176 w 7467600"/>
              <a:gd name="connsiteY446" fmla="*/ 6766045 h 6858000"/>
              <a:gd name="connsiteX447" fmla="*/ 1067484 w 7467600"/>
              <a:gd name="connsiteY447" fmla="*/ 6858000 h 6858000"/>
              <a:gd name="connsiteX448" fmla="*/ 953928 w 7467600"/>
              <a:gd name="connsiteY448" fmla="*/ 6858000 h 6858000"/>
              <a:gd name="connsiteX449" fmla="*/ 959715 w 7467600"/>
              <a:gd name="connsiteY449" fmla="*/ 6850185 h 6858000"/>
              <a:gd name="connsiteX450" fmla="*/ 1483788 w 7467600"/>
              <a:gd name="connsiteY450" fmla="*/ 6259174 h 6858000"/>
              <a:gd name="connsiteX451" fmla="*/ 1100671 w 7467600"/>
              <a:gd name="connsiteY451" fmla="*/ 6252137 h 6858000"/>
              <a:gd name="connsiteX452" fmla="*/ 1090144 w 7467600"/>
              <a:gd name="connsiteY452" fmla="*/ 6256748 h 6858000"/>
              <a:gd name="connsiteX453" fmla="*/ 1095872 w 7467600"/>
              <a:gd name="connsiteY453" fmla="*/ 6271892 h 6858000"/>
              <a:gd name="connsiteX454" fmla="*/ 262785 w 7467600"/>
              <a:gd name="connsiteY454" fmla="*/ 6845450 h 6858000"/>
              <a:gd name="connsiteX455" fmla="*/ 209968 w 7467600"/>
              <a:gd name="connsiteY455" fmla="*/ 6770713 h 6858000"/>
              <a:gd name="connsiteX456" fmla="*/ 873460 w 7467600"/>
              <a:gd name="connsiteY456" fmla="*/ 6253768 h 6858000"/>
              <a:gd name="connsiteX457" fmla="*/ 192686 w 7467600"/>
              <a:gd name="connsiteY457" fmla="*/ 5849257 h 6858000"/>
              <a:gd name="connsiteX458" fmla="*/ 4696 w 7467600"/>
              <a:gd name="connsiteY458" fmla="*/ 5697668 h 6858000"/>
              <a:gd name="connsiteX459" fmla="*/ 0 w 7467600"/>
              <a:gd name="connsiteY459" fmla="*/ 5689984 h 6858000"/>
              <a:gd name="connsiteX460" fmla="*/ 0 w 7467600"/>
              <a:gd name="connsiteY460" fmla="*/ 5513472 h 6858000"/>
              <a:gd name="connsiteX461" fmla="*/ 174101 w 7467600"/>
              <a:gd name="connsiteY461" fmla="*/ 5620277 h 6858000"/>
              <a:gd name="connsiteX462" fmla="*/ 891800 w 7467600"/>
              <a:gd name="connsiteY462" fmla="*/ 6036935 h 6858000"/>
              <a:gd name="connsiteX463" fmla="*/ 1072219 w 7467600"/>
              <a:gd name="connsiteY463" fmla="*/ 6169443 h 6858000"/>
              <a:gd name="connsiteX464" fmla="*/ 1074117 w 7467600"/>
              <a:gd name="connsiteY464" fmla="*/ 6170301 h 6858000"/>
              <a:gd name="connsiteX465" fmla="*/ 1083114 w 7467600"/>
              <a:gd name="connsiteY465" fmla="*/ 6174131 h 6858000"/>
              <a:gd name="connsiteX466" fmla="*/ 1543010 w 7467600"/>
              <a:gd name="connsiteY466" fmla="*/ 6191140 h 6858000"/>
              <a:gd name="connsiteX467" fmla="*/ 1551080 w 7467600"/>
              <a:gd name="connsiteY467" fmla="*/ 6195006 h 6858000"/>
              <a:gd name="connsiteX468" fmla="*/ 2345443 w 7467600"/>
              <a:gd name="connsiteY468" fmla="*/ 5549882 h 6858000"/>
              <a:gd name="connsiteX469" fmla="*/ 1721499 w 7467600"/>
              <a:gd name="connsiteY469" fmla="*/ 5599969 h 6858000"/>
              <a:gd name="connsiteX470" fmla="*/ 767716 w 7467600"/>
              <a:gd name="connsiteY470" fmla="*/ 5472768 h 6858000"/>
              <a:gd name="connsiteX471" fmla="*/ 722147 w 7467600"/>
              <a:gd name="connsiteY471" fmla="*/ 5393091 h 6858000"/>
              <a:gd name="connsiteX472" fmla="*/ 1485552 w 7467600"/>
              <a:gd name="connsiteY472" fmla="*/ 5313202 h 6858000"/>
              <a:gd name="connsiteX473" fmla="*/ 2143004 w 7467600"/>
              <a:gd name="connsiteY473" fmla="*/ 5402420 h 6858000"/>
              <a:gd name="connsiteX474" fmla="*/ 1933391 w 7467600"/>
              <a:gd name="connsiteY474" fmla="*/ 5156971 h 6858000"/>
              <a:gd name="connsiteX475" fmla="*/ 1827118 w 7467600"/>
              <a:gd name="connsiteY475" fmla="*/ 4968410 h 6858000"/>
              <a:gd name="connsiteX476" fmla="*/ 1837349 w 7467600"/>
              <a:gd name="connsiteY476" fmla="*/ 4956357 h 6858000"/>
              <a:gd name="connsiteX477" fmla="*/ 2162835 w 7467600"/>
              <a:gd name="connsiteY477" fmla="*/ 5187853 h 6858000"/>
              <a:gd name="connsiteX478" fmla="*/ 2257167 w 7467600"/>
              <a:gd name="connsiteY478" fmla="*/ 5462123 h 6858000"/>
              <a:gd name="connsiteX479" fmla="*/ 2261598 w 7467600"/>
              <a:gd name="connsiteY479" fmla="*/ 5467998 h 6858000"/>
              <a:gd name="connsiteX480" fmla="*/ 2437177 w 7467600"/>
              <a:gd name="connsiteY480" fmla="*/ 5479608 h 6858000"/>
              <a:gd name="connsiteX481" fmla="*/ 2445247 w 7467600"/>
              <a:gd name="connsiteY481" fmla="*/ 5483476 h 6858000"/>
              <a:gd name="connsiteX482" fmla="*/ 2743626 w 7467600"/>
              <a:gd name="connsiteY482" fmla="*/ 5304819 h 6858000"/>
              <a:gd name="connsiteX483" fmla="*/ 3048102 w 7467600"/>
              <a:gd name="connsiteY483" fmla="*/ 5150595 h 6858000"/>
              <a:gd name="connsiteX484" fmla="*/ 1799414 w 7467600"/>
              <a:gd name="connsiteY484" fmla="*/ 4694732 h 6858000"/>
              <a:gd name="connsiteX485" fmla="*/ 1771735 w 7467600"/>
              <a:gd name="connsiteY485" fmla="*/ 4619929 h 6858000"/>
              <a:gd name="connsiteX486" fmla="*/ 3104273 w 7467600"/>
              <a:gd name="connsiteY486" fmla="*/ 5076159 h 6858000"/>
              <a:gd name="connsiteX487" fmla="*/ 3113245 w 7467600"/>
              <a:gd name="connsiteY487" fmla="*/ 5090705 h 6858000"/>
              <a:gd name="connsiteX488" fmla="*/ 3126294 w 7467600"/>
              <a:gd name="connsiteY488" fmla="*/ 5114400 h 6858000"/>
              <a:gd name="connsiteX489" fmla="*/ 3937433 w 7467600"/>
              <a:gd name="connsiteY489" fmla="*/ 4830473 h 6858000"/>
              <a:gd name="connsiteX490" fmla="*/ 3590475 w 7467600"/>
              <a:gd name="connsiteY490" fmla="*/ 4597974 h 6858000"/>
              <a:gd name="connsiteX491" fmla="*/ 3100264 w 7467600"/>
              <a:gd name="connsiteY491" fmla="*/ 4579845 h 6858000"/>
              <a:gd name="connsiteX492" fmla="*/ 2183576 w 7467600"/>
              <a:gd name="connsiteY492" fmla="*/ 4227150 h 6858000"/>
              <a:gd name="connsiteX493" fmla="*/ 2151029 w 7467600"/>
              <a:gd name="connsiteY493" fmla="*/ 4146947 h 6858000"/>
              <a:gd name="connsiteX494" fmla="*/ 3563434 w 7467600"/>
              <a:gd name="connsiteY494" fmla="*/ 4469115 h 6858000"/>
              <a:gd name="connsiteX495" fmla="*/ 3177952 w 7467600"/>
              <a:gd name="connsiteY495" fmla="*/ 3657386 h 6858000"/>
              <a:gd name="connsiteX496" fmla="*/ 3189263 w 7467600"/>
              <a:gd name="connsiteY496" fmla="*/ 3625726 h 6858000"/>
              <a:gd name="connsiteX497" fmla="*/ 3560912 w 7467600"/>
              <a:gd name="connsiteY497" fmla="*/ 4079863 h 6858000"/>
              <a:gd name="connsiteX498" fmla="*/ 3626636 w 7467600"/>
              <a:gd name="connsiteY498" fmla="*/ 4512230 h 6858000"/>
              <a:gd name="connsiteX499" fmla="*/ 3653088 w 7467600"/>
              <a:gd name="connsiteY499" fmla="*/ 4521417 h 6858000"/>
              <a:gd name="connsiteX500" fmla="*/ 3988128 w 7467600"/>
              <a:gd name="connsiteY500" fmla="*/ 4817267 h 6858000"/>
              <a:gd name="connsiteX501" fmla="*/ 4830582 w 7467600"/>
              <a:gd name="connsiteY501" fmla="*/ 4676000 h 6858000"/>
              <a:gd name="connsiteX502" fmla="*/ 4830100 w 7467600"/>
              <a:gd name="connsiteY502" fmla="*/ 4675554 h 6858000"/>
              <a:gd name="connsiteX503" fmla="*/ 4036318 w 7467600"/>
              <a:gd name="connsiteY503" fmla="*/ 4147013 h 6858000"/>
              <a:gd name="connsiteX504" fmla="*/ 3432098 w 7467600"/>
              <a:gd name="connsiteY504" fmla="*/ 3537312 h 6858000"/>
              <a:gd name="connsiteX505" fmla="*/ 3446761 w 7467600"/>
              <a:gd name="connsiteY505" fmla="*/ 3461278 h 6858000"/>
              <a:gd name="connsiteX506" fmla="*/ 4419733 w 7467600"/>
              <a:gd name="connsiteY506" fmla="*/ 3963555 h 6858000"/>
              <a:gd name="connsiteX507" fmla="*/ 4781371 w 7467600"/>
              <a:gd name="connsiteY507" fmla="*/ 4458604 h 6858000"/>
              <a:gd name="connsiteX508" fmla="*/ 4780440 w 7467600"/>
              <a:gd name="connsiteY508" fmla="*/ 4470290 h 6858000"/>
              <a:gd name="connsiteX509" fmla="*/ 4898954 w 7467600"/>
              <a:gd name="connsiteY509" fmla="*/ 4662092 h 6858000"/>
              <a:gd name="connsiteX510" fmla="*/ 4900699 w 7467600"/>
              <a:gd name="connsiteY510" fmla="*/ 4670867 h 6858000"/>
              <a:gd name="connsiteX511" fmla="*/ 5714511 w 7467600"/>
              <a:gd name="connsiteY511" fmla="*/ 4663483 h 6858000"/>
              <a:gd name="connsiteX512" fmla="*/ 5464793 w 7467600"/>
              <a:gd name="connsiteY512" fmla="*/ 4393556 h 6858000"/>
              <a:gd name="connsiteX513" fmla="*/ 5461897 w 7467600"/>
              <a:gd name="connsiteY513" fmla="*/ 4390879 h 6858000"/>
              <a:gd name="connsiteX514" fmla="*/ 4294126 w 7467600"/>
              <a:gd name="connsiteY514" fmla="*/ 3303048 h 6858000"/>
              <a:gd name="connsiteX515" fmla="*/ 4305321 w 7467600"/>
              <a:gd name="connsiteY515" fmla="*/ 3256953 h 6858000"/>
              <a:gd name="connsiteX516" fmla="*/ 4949299 w 7467600"/>
              <a:gd name="connsiteY516" fmla="*/ 3766336 h 6858000"/>
              <a:gd name="connsiteX517" fmla="*/ 5291452 w 7467600"/>
              <a:gd name="connsiteY517" fmla="*/ 4076801 h 6858000"/>
              <a:gd name="connsiteX518" fmla="*/ 5434998 w 7467600"/>
              <a:gd name="connsiteY518" fmla="*/ 4254100 h 6858000"/>
              <a:gd name="connsiteX519" fmla="*/ 5351015 w 7467600"/>
              <a:gd name="connsiteY519" fmla="*/ 3760989 h 6858000"/>
              <a:gd name="connsiteX520" fmla="*/ 5413780 w 7467600"/>
              <a:gd name="connsiteY520" fmla="*/ 2966265 h 6858000"/>
              <a:gd name="connsiteX521" fmla="*/ 5425627 w 7467600"/>
              <a:gd name="connsiteY521" fmla="*/ 2954192 h 6858000"/>
              <a:gd name="connsiteX522" fmla="*/ 6604735 w 7467600"/>
              <a:gd name="connsiteY522" fmla="*/ 2041381 h 6858000"/>
              <a:gd name="connsiteX523" fmla="*/ 7204487 w 7467600"/>
              <a:gd name="connsiteY523" fmla="*/ 2742112 h 6858000"/>
              <a:gd name="connsiteX524" fmla="*/ 7131592 w 7467600"/>
              <a:gd name="connsiteY524" fmla="*/ 2672096 h 6858000"/>
              <a:gd name="connsiteX525" fmla="*/ 6996344 w 7467600"/>
              <a:gd name="connsiteY525" fmla="*/ 2518310 h 6858000"/>
              <a:gd name="connsiteX526" fmla="*/ 6735495 w 7467600"/>
              <a:gd name="connsiteY526" fmla="*/ 2196890 h 6858000"/>
              <a:gd name="connsiteX527" fmla="*/ 6721901 w 7467600"/>
              <a:gd name="connsiteY527" fmla="*/ 2179274 h 6858000"/>
              <a:gd name="connsiteX528" fmla="*/ 6604735 w 7467600"/>
              <a:gd name="connsiteY528" fmla="*/ 2041381 h 6858000"/>
              <a:gd name="connsiteX529" fmla="*/ 6591670 w 7467600"/>
              <a:gd name="connsiteY529" fmla="*/ 1988277 h 6858000"/>
              <a:gd name="connsiteX530" fmla="*/ 6747349 w 7467600"/>
              <a:gd name="connsiteY530" fmla="*/ 2160069 h 6858000"/>
              <a:gd name="connsiteX531" fmla="*/ 6760943 w 7467600"/>
              <a:gd name="connsiteY531" fmla="*/ 2177686 h 6858000"/>
              <a:gd name="connsiteX532" fmla="*/ 7021065 w 7467600"/>
              <a:gd name="connsiteY532" fmla="*/ 2498102 h 6858000"/>
              <a:gd name="connsiteX533" fmla="*/ 7155223 w 7467600"/>
              <a:gd name="connsiteY533" fmla="*/ 2650386 h 6858000"/>
              <a:gd name="connsiteX534" fmla="*/ 7203167 w 7467600"/>
              <a:gd name="connsiteY534" fmla="*/ 2697288 h 6858000"/>
              <a:gd name="connsiteX535" fmla="*/ 6937703 w 7467600"/>
              <a:gd name="connsiteY535" fmla="*/ 2321981 h 6858000"/>
              <a:gd name="connsiteX536" fmla="*/ 6591670 w 7467600"/>
              <a:gd name="connsiteY536" fmla="*/ 1988277 h 6858000"/>
              <a:gd name="connsiteX537" fmla="*/ 5798671 w 7467600"/>
              <a:gd name="connsiteY537" fmla="*/ 1981601 h 6858000"/>
              <a:gd name="connsiteX538" fmla="*/ 5754709 w 7467600"/>
              <a:gd name="connsiteY538" fmla="*/ 2071454 h 6858000"/>
              <a:gd name="connsiteX539" fmla="*/ 5763044 w 7467600"/>
              <a:gd name="connsiteY539" fmla="*/ 2842206 h 6858000"/>
              <a:gd name="connsiteX540" fmla="*/ 5764974 w 7467600"/>
              <a:gd name="connsiteY540" fmla="*/ 2799609 h 6858000"/>
              <a:gd name="connsiteX541" fmla="*/ 5767665 w 7467600"/>
              <a:gd name="connsiteY541" fmla="*/ 2666409 h 6858000"/>
              <a:gd name="connsiteX542" fmla="*/ 5763055 w 7467600"/>
              <a:gd name="connsiteY542" fmla="*/ 2579705 h 6858000"/>
              <a:gd name="connsiteX543" fmla="*/ 5758079 w 7467600"/>
              <a:gd name="connsiteY543" fmla="*/ 2492508 h 6858000"/>
              <a:gd name="connsiteX544" fmla="*/ 5779325 w 7467600"/>
              <a:gd name="connsiteY544" fmla="*/ 2197069 h 6858000"/>
              <a:gd name="connsiteX545" fmla="*/ 5798671 w 7467600"/>
              <a:gd name="connsiteY545" fmla="*/ 1981601 h 6858000"/>
              <a:gd name="connsiteX546" fmla="*/ 5829202 w 7467600"/>
              <a:gd name="connsiteY546" fmla="*/ 1971679 h 6858000"/>
              <a:gd name="connsiteX547" fmla="*/ 5809558 w 7467600"/>
              <a:gd name="connsiteY547" fmla="*/ 2198043 h 6858000"/>
              <a:gd name="connsiteX548" fmla="*/ 5788653 w 7467600"/>
              <a:gd name="connsiteY548" fmla="*/ 2489430 h 6858000"/>
              <a:gd name="connsiteX549" fmla="*/ 5793439 w 7467600"/>
              <a:gd name="connsiteY549" fmla="*/ 2575235 h 6858000"/>
              <a:gd name="connsiteX550" fmla="*/ 5796837 w 7467600"/>
              <a:gd name="connsiteY550" fmla="*/ 2637633 h 6858000"/>
              <a:gd name="connsiteX551" fmla="*/ 5818614 w 7467600"/>
              <a:gd name="connsiteY551" fmla="*/ 2473055 h 6858000"/>
              <a:gd name="connsiteX552" fmla="*/ 5829202 w 7467600"/>
              <a:gd name="connsiteY552" fmla="*/ 1971679 h 6858000"/>
              <a:gd name="connsiteX553" fmla="*/ 5911389 w 7467600"/>
              <a:gd name="connsiteY553" fmla="*/ 1898371 h 6858000"/>
              <a:gd name="connsiteX554" fmla="*/ 6237627 w 7467600"/>
              <a:gd name="connsiteY554" fmla="*/ 2231921 h 6858000"/>
              <a:gd name="connsiteX555" fmla="*/ 5911389 w 7467600"/>
              <a:gd name="connsiteY555" fmla="*/ 1898371 h 6858000"/>
              <a:gd name="connsiteX556" fmla="*/ 6944437 w 7467600"/>
              <a:gd name="connsiteY556" fmla="*/ 1575402 h 6858000"/>
              <a:gd name="connsiteX557" fmla="*/ 6304730 w 7467600"/>
              <a:gd name="connsiteY557" fmla="*/ 1766654 h 6858000"/>
              <a:gd name="connsiteX558" fmla="*/ 6944437 w 7467600"/>
              <a:gd name="connsiteY558" fmla="*/ 1575402 h 6858000"/>
              <a:gd name="connsiteX559" fmla="*/ 7019523 w 7467600"/>
              <a:gd name="connsiteY559" fmla="*/ 1519450 h 6858000"/>
              <a:gd name="connsiteX560" fmla="*/ 6298091 w 7467600"/>
              <a:gd name="connsiteY560" fmla="*/ 1737122 h 6858000"/>
              <a:gd name="connsiteX561" fmla="*/ 7019523 w 7467600"/>
              <a:gd name="connsiteY561" fmla="*/ 1519450 h 6858000"/>
              <a:gd name="connsiteX562" fmla="*/ 2399523 w 7467600"/>
              <a:gd name="connsiteY562" fmla="*/ 1428234 h 6858000"/>
              <a:gd name="connsiteX563" fmla="*/ 2224982 w 7467600"/>
              <a:gd name="connsiteY563" fmla="*/ 1826201 h 6858000"/>
              <a:gd name="connsiteX564" fmla="*/ 2096099 w 7467600"/>
              <a:gd name="connsiteY564" fmla="*/ 2345900 h 6858000"/>
              <a:gd name="connsiteX565" fmla="*/ 2283317 w 7467600"/>
              <a:gd name="connsiteY565" fmla="*/ 1796925 h 6858000"/>
              <a:gd name="connsiteX566" fmla="*/ 2399523 w 7467600"/>
              <a:gd name="connsiteY566" fmla="*/ 1428234 h 6858000"/>
              <a:gd name="connsiteX567" fmla="*/ 2448558 w 7467600"/>
              <a:gd name="connsiteY567" fmla="*/ 1373435 h 6858000"/>
              <a:gd name="connsiteX568" fmla="*/ 2312521 w 7467600"/>
              <a:gd name="connsiteY568" fmla="*/ 1806140 h 6858000"/>
              <a:gd name="connsiteX569" fmla="*/ 2127533 w 7467600"/>
              <a:gd name="connsiteY569" fmla="*/ 2348380 h 6858000"/>
              <a:gd name="connsiteX570" fmla="*/ 2358080 w 7467600"/>
              <a:gd name="connsiteY570" fmla="*/ 1866134 h 6858000"/>
              <a:gd name="connsiteX571" fmla="*/ 2407436 w 7467600"/>
              <a:gd name="connsiteY571" fmla="*/ 1651070 h 6858000"/>
              <a:gd name="connsiteX572" fmla="*/ 2448558 w 7467600"/>
              <a:gd name="connsiteY572" fmla="*/ 1373435 h 6858000"/>
              <a:gd name="connsiteX573" fmla="*/ 278707 w 7467600"/>
              <a:gd name="connsiteY573" fmla="*/ 1352270 h 6858000"/>
              <a:gd name="connsiteX574" fmla="*/ 321570 w 7467600"/>
              <a:gd name="connsiteY574" fmla="*/ 1861610 h 6858000"/>
              <a:gd name="connsiteX575" fmla="*/ 294281 w 7467600"/>
              <a:gd name="connsiteY575" fmla="*/ 1440658 h 6858000"/>
              <a:gd name="connsiteX576" fmla="*/ 278707 w 7467600"/>
              <a:gd name="connsiteY576" fmla="*/ 1352270 h 6858000"/>
              <a:gd name="connsiteX577" fmla="*/ 1423821 w 7467600"/>
              <a:gd name="connsiteY577" fmla="*/ 1351958 h 6858000"/>
              <a:gd name="connsiteX578" fmla="*/ 1638521 w 7467600"/>
              <a:gd name="connsiteY578" fmla="*/ 1908470 h 6858000"/>
              <a:gd name="connsiteX579" fmla="*/ 1754199 w 7467600"/>
              <a:gd name="connsiteY579" fmla="*/ 2149284 h 6858000"/>
              <a:gd name="connsiteX580" fmla="*/ 1908359 w 7467600"/>
              <a:gd name="connsiteY580" fmla="*/ 2364988 h 6858000"/>
              <a:gd name="connsiteX581" fmla="*/ 1647661 w 7467600"/>
              <a:gd name="connsiteY581" fmla="*/ 1825945 h 6858000"/>
              <a:gd name="connsiteX582" fmla="*/ 1423821 w 7467600"/>
              <a:gd name="connsiteY582" fmla="*/ 1351958 h 6858000"/>
              <a:gd name="connsiteX583" fmla="*/ 1431890 w 7467600"/>
              <a:gd name="connsiteY583" fmla="*/ 1306475 h 6858000"/>
              <a:gd name="connsiteX584" fmla="*/ 1507597 w 7467600"/>
              <a:gd name="connsiteY584" fmla="*/ 1446132 h 6858000"/>
              <a:gd name="connsiteX585" fmla="*/ 1674586 w 7467600"/>
              <a:gd name="connsiteY585" fmla="*/ 1813832 h 6858000"/>
              <a:gd name="connsiteX586" fmla="*/ 1815950 w 7467600"/>
              <a:gd name="connsiteY586" fmla="*/ 2128564 h 6858000"/>
              <a:gd name="connsiteX587" fmla="*/ 1984242 w 7467600"/>
              <a:gd name="connsiteY587" fmla="*/ 2430829 h 6858000"/>
              <a:gd name="connsiteX588" fmla="*/ 2014023 w 7467600"/>
              <a:gd name="connsiteY588" fmla="*/ 2450995 h 6858000"/>
              <a:gd name="connsiteX589" fmla="*/ 1747337 w 7467600"/>
              <a:gd name="connsiteY589" fmla="*/ 1855264 h 6858000"/>
              <a:gd name="connsiteX590" fmla="*/ 1533749 w 7467600"/>
              <a:gd name="connsiteY590" fmla="*/ 1478656 h 6858000"/>
              <a:gd name="connsiteX591" fmla="*/ 1431890 w 7467600"/>
              <a:gd name="connsiteY591" fmla="*/ 1306475 h 6858000"/>
              <a:gd name="connsiteX592" fmla="*/ 5052692 w 7467600"/>
              <a:gd name="connsiteY592" fmla="*/ 1292994 h 6858000"/>
              <a:gd name="connsiteX593" fmla="*/ 5200661 w 7467600"/>
              <a:gd name="connsiteY593" fmla="*/ 1635186 h 6858000"/>
              <a:gd name="connsiteX594" fmla="*/ 5297138 w 7467600"/>
              <a:gd name="connsiteY594" fmla="*/ 1906351 h 6858000"/>
              <a:gd name="connsiteX595" fmla="*/ 5052692 w 7467600"/>
              <a:gd name="connsiteY595" fmla="*/ 1292994 h 6858000"/>
              <a:gd name="connsiteX596" fmla="*/ 5009948 w 7467600"/>
              <a:gd name="connsiteY596" fmla="*/ 1273619 h 6858000"/>
              <a:gd name="connsiteX597" fmla="*/ 5121777 w 7467600"/>
              <a:gd name="connsiteY597" fmla="*/ 1654213 h 6858000"/>
              <a:gd name="connsiteX598" fmla="*/ 5293545 w 7467600"/>
              <a:gd name="connsiteY598" fmla="*/ 2072247 h 6858000"/>
              <a:gd name="connsiteX599" fmla="*/ 5294042 w 7467600"/>
              <a:gd name="connsiteY599" fmla="*/ 2065019 h 6858000"/>
              <a:gd name="connsiteX600" fmla="*/ 5171936 w 7467600"/>
              <a:gd name="connsiteY600" fmla="*/ 1647613 h 6858000"/>
              <a:gd name="connsiteX601" fmla="*/ 5009948 w 7467600"/>
              <a:gd name="connsiteY601" fmla="*/ 1273619 h 6858000"/>
              <a:gd name="connsiteX602" fmla="*/ 655236 w 7467600"/>
              <a:gd name="connsiteY602" fmla="*/ 1268632 h 6858000"/>
              <a:gd name="connsiteX603" fmla="*/ 839521 w 7467600"/>
              <a:gd name="connsiteY603" fmla="*/ 1685315 h 6858000"/>
              <a:gd name="connsiteX604" fmla="*/ 1109416 w 7467600"/>
              <a:gd name="connsiteY604" fmla="*/ 2061663 h 6858000"/>
              <a:gd name="connsiteX605" fmla="*/ 1298300 w 7467600"/>
              <a:gd name="connsiteY605" fmla="*/ 2247742 h 6858000"/>
              <a:gd name="connsiteX606" fmla="*/ 1125871 w 7467600"/>
              <a:gd name="connsiteY606" fmla="*/ 1989513 h 6858000"/>
              <a:gd name="connsiteX607" fmla="*/ 981574 w 7467600"/>
              <a:gd name="connsiteY607" fmla="*/ 1783157 h 6858000"/>
              <a:gd name="connsiteX608" fmla="*/ 922198 w 7467600"/>
              <a:gd name="connsiteY608" fmla="*/ 1677437 h 6858000"/>
              <a:gd name="connsiteX609" fmla="*/ 869293 w 7467600"/>
              <a:gd name="connsiteY609" fmla="*/ 1583214 h 6858000"/>
              <a:gd name="connsiteX610" fmla="*/ 751431 w 7467600"/>
              <a:gd name="connsiteY610" fmla="*/ 1405731 h 6858000"/>
              <a:gd name="connsiteX611" fmla="*/ 655236 w 7467600"/>
              <a:gd name="connsiteY611" fmla="*/ 1268632 h 6858000"/>
              <a:gd name="connsiteX612" fmla="*/ 6516292 w 7467600"/>
              <a:gd name="connsiteY612" fmla="*/ 1263064 h 6858000"/>
              <a:gd name="connsiteX613" fmla="*/ 5736320 w 7467600"/>
              <a:gd name="connsiteY613" fmla="*/ 1501803 h 6858000"/>
              <a:gd name="connsiteX614" fmla="*/ 6516292 w 7467600"/>
              <a:gd name="connsiteY614" fmla="*/ 1263064 h 6858000"/>
              <a:gd name="connsiteX615" fmla="*/ 291466 w 7467600"/>
              <a:gd name="connsiteY615" fmla="*/ 1250369 h 6858000"/>
              <a:gd name="connsiteX616" fmla="*/ 323180 w 7467600"/>
              <a:gd name="connsiteY616" fmla="*/ 1435283 h 6858000"/>
              <a:gd name="connsiteX617" fmla="*/ 349381 w 7467600"/>
              <a:gd name="connsiteY617" fmla="*/ 1875041 h 6858000"/>
              <a:gd name="connsiteX618" fmla="*/ 374363 w 7467600"/>
              <a:gd name="connsiteY618" fmla="*/ 1506494 h 6858000"/>
              <a:gd name="connsiteX619" fmla="*/ 302168 w 7467600"/>
              <a:gd name="connsiteY619" fmla="*/ 1274495 h 6858000"/>
              <a:gd name="connsiteX620" fmla="*/ 291466 w 7467600"/>
              <a:gd name="connsiteY620" fmla="*/ 1250369 h 6858000"/>
              <a:gd name="connsiteX621" fmla="*/ 678222 w 7467600"/>
              <a:gd name="connsiteY621" fmla="*/ 1248670 h 6858000"/>
              <a:gd name="connsiteX622" fmla="*/ 775536 w 7467600"/>
              <a:gd name="connsiteY622" fmla="*/ 1388015 h 6858000"/>
              <a:gd name="connsiteX623" fmla="*/ 894529 w 7467600"/>
              <a:gd name="connsiteY623" fmla="*/ 1567739 h 6858000"/>
              <a:gd name="connsiteX624" fmla="*/ 948000 w 7467600"/>
              <a:gd name="connsiteY624" fmla="*/ 1663088 h 6858000"/>
              <a:gd name="connsiteX625" fmla="*/ 1006812 w 7467600"/>
              <a:gd name="connsiteY625" fmla="*/ 1767683 h 6858000"/>
              <a:gd name="connsiteX626" fmla="*/ 1149133 w 7467600"/>
              <a:gd name="connsiteY626" fmla="*/ 1971513 h 6858000"/>
              <a:gd name="connsiteX627" fmla="*/ 1333952 w 7467600"/>
              <a:gd name="connsiteY627" fmla="*/ 2251620 h 6858000"/>
              <a:gd name="connsiteX628" fmla="*/ 1337329 w 7467600"/>
              <a:gd name="connsiteY628" fmla="*/ 2258350 h 6858000"/>
              <a:gd name="connsiteX629" fmla="*/ 1014726 w 7467600"/>
              <a:gd name="connsiteY629" fmla="*/ 1615556 h 6858000"/>
              <a:gd name="connsiteX630" fmla="*/ 678222 w 7467600"/>
              <a:gd name="connsiteY630" fmla="*/ 1248670 h 6858000"/>
              <a:gd name="connsiteX631" fmla="*/ 6691602 w 7467600"/>
              <a:gd name="connsiteY631" fmla="*/ 1140573 h 6858000"/>
              <a:gd name="connsiteX632" fmla="*/ 6571100 w 7467600"/>
              <a:gd name="connsiteY632" fmla="*/ 1183662 h 6858000"/>
              <a:gd name="connsiteX633" fmla="*/ 6241687 w 7467600"/>
              <a:gd name="connsiteY633" fmla="*/ 1257600 h 6858000"/>
              <a:gd name="connsiteX634" fmla="*/ 5693009 w 7467600"/>
              <a:gd name="connsiteY634" fmla="*/ 1478256 h 6858000"/>
              <a:gd name="connsiteX635" fmla="*/ 6548420 w 7467600"/>
              <a:gd name="connsiteY635" fmla="*/ 1214599 h 6858000"/>
              <a:gd name="connsiteX636" fmla="*/ 6605473 w 7467600"/>
              <a:gd name="connsiteY636" fmla="*/ 1184686 h 6858000"/>
              <a:gd name="connsiteX637" fmla="*/ 6691602 w 7467600"/>
              <a:gd name="connsiteY637" fmla="*/ 1140573 h 6858000"/>
              <a:gd name="connsiteX638" fmla="*/ 4002475 w 7467600"/>
              <a:gd name="connsiteY638" fmla="*/ 1037802 h 6858000"/>
              <a:gd name="connsiteX639" fmla="*/ 4000324 w 7467600"/>
              <a:gd name="connsiteY639" fmla="*/ 1039362 h 6858000"/>
              <a:gd name="connsiteX640" fmla="*/ 4002862 w 7467600"/>
              <a:gd name="connsiteY640" fmla="*/ 1042866 h 6858000"/>
              <a:gd name="connsiteX641" fmla="*/ 4002475 w 7467600"/>
              <a:gd name="connsiteY641" fmla="*/ 1037802 h 6858000"/>
              <a:gd name="connsiteX642" fmla="*/ 506322 w 7467600"/>
              <a:gd name="connsiteY642" fmla="*/ 1020997 h 6858000"/>
              <a:gd name="connsiteX643" fmla="*/ 533068 w 7467600"/>
              <a:gd name="connsiteY643" fmla="*/ 1029409 h 6858000"/>
              <a:gd name="connsiteX644" fmla="*/ 1232525 w 7467600"/>
              <a:gd name="connsiteY644" fmla="*/ 1804675 h 6858000"/>
              <a:gd name="connsiteX645" fmla="*/ 1388858 w 7467600"/>
              <a:gd name="connsiteY645" fmla="*/ 2368011 h 6858000"/>
              <a:gd name="connsiteX646" fmla="*/ 1384098 w 7467600"/>
              <a:gd name="connsiteY646" fmla="*/ 2378125 h 6858000"/>
              <a:gd name="connsiteX647" fmla="*/ 1425393 w 7467600"/>
              <a:gd name="connsiteY647" fmla="*/ 2589124 h 6858000"/>
              <a:gd name="connsiteX648" fmla="*/ 1424001 w 7467600"/>
              <a:gd name="connsiteY648" fmla="*/ 2597541 h 6858000"/>
              <a:gd name="connsiteX649" fmla="*/ 2152729 w 7467600"/>
              <a:gd name="connsiteY649" fmla="*/ 2864487 h 6858000"/>
              <a:gd name="connsiteX650" fmla="*/ 2020609 w 7467600"/>
              <a:gd name="connsiteY650" fmla="*/ 2539671 h 6858000"/>
              <a:gd name="connsiteX651" fmla="*/ 2018920 w 7467600"/>
              <a:gd name="connsiteY651" fmla="*/ 2536309 h 6858000"/>
              <a:gd name="connsiteX652" fmla="*/ 1342441 w 7467600"/>
              <a:gd name="connsiteY652" fmla="*/ 1173017 h 6858000"/>
              <a:gd name="connsiteX653" fmla="*/ 1367925 w 7467600"/>
              <a:gd name="connsiteY653" fmla="*/ 1135648 h 6858000"/>
              <a:gd name="connsiteX654" fmla="*/ 1771401 w 7467600"/>
              <a:gd name="connsiteY654" fmla="*/ 1806673 h 6858000"/>
              <a:gd name="connsiteX655" fmla="*/ 1972385 w 7467600"/>
              <a:gd name="connsiteY655" fmla="*/ 2198735 h 6858000"/>
              <a:gd name="connsiteX656" fmla="*/ 2040892 w 7467600"/>
              <a:gd name="connsiteY656" fmla="*/ 2405205 h 6858000"/>
              <a:gd name="connsiteX657" fmla="*/ 2131689 w 7467600"/>
              <a:gd name="connsiteY657" fmla="*/ 1936926 h 6858000"/>
              <a:gd name="connsiteX658" fmla="*/ 2454820 w 7467600"/>
              <a:gd name="connsiteY658" fmla="*/ 1248808 h 6858000"/>
              <a:gd name="connsiteX659" fmla="*/ 2492512 w 7467600"/>
              <a:gd name="connsiteY659" fmla="*/ 1302920 h 6858000"/>
              <a:gd name="connsiteX660" fmla="*/ 2081216 w 7467600"/>
              <a:gd name="connsiteY660" fmla="*/ 2527513 h 6858000"/>
              <a:gd name="connsiteX661" fmla="*/ 2081211 w 7467600"/>
              <a:gd name="connsiteY661" fmla="*/ 2528916 h 6858000"/>
              <a:gd name="connsiteX662" fmla="*/ 2199067 w 7467600"/>
              <a:gd name="connsiteY662" fmla="*/ 2884061 h 6858000"/>
              <a:gd name="connsiteX663" fmla="*/ 3192586 w 7467600"/>
              <a:gd name="connsiteY663" fmla="*/ 3411496 h 6858000"/>
              <a:gd name="connsiteX664" fmla="*/ 3182620 w 7467600"/>
              <a:gd name="connsiteY664" fmla="*/ 3483279 h 6858000"/>
              <a:gd name="connsiteX665" fmla="*/ 2435119 w 7467600"/>
              <a:gd name="connsiteY665" fmla="*/ 3080173 h 6858000"/>
              <a:gd name="connsiteX666" fmla="*/ 2410152 w 7467600"/>
              <a:gd name="connsiteY666" fmla="*/ 3063751 h 6858000"/>
              <a:gd name="connsiteX667" fmla="*/ 2408099 w 7467600"/>
              <a:gd name="connsiteY667" fmla="*/ 3064403 h 6858000"/>
              <a:gd name="connsiteX668" fmla="*/ 2407218 w 7467600"/>
              <a:gd name="connsiteY668" fmla="*/ 3070324 h 6858000"/>
              <a:gd name="connsiteX669" fmla="*/ 2380138 w 7467600"/>
              <a:gd name="connsiteY669" fmla="*/ 3099341 h 6858000"/>
              <a:gd name="connsiteX670" fmla="*/ 1765923 w 7467600"/>
              <a:gd name="connsiteY670" fmla="*/ 3581043 h 6858000"/>
              <a:gd name="connsiteX671" fmla="*/ 1702258 w 7467600"/>
              <a:gd name="connsiteY671" fmla="*/ 3612286 h 6858000"/>
              <a:gd name="connsiteX672" fmla="*/ 1538370 w 7467600"/>
              <a:gd name="connsiteY672" fmla="*/ 3811804 h 6858000"/>
              <a:gd name="connsiteX673" fmla="*/ 542867 w 7467600"/>
              <a:gd name="connsiteY673" fmla="*/ 4944092 h 6858000"/>
              <a:gd name="connsiteX674" fmla="*/ 515800 w 7467600"/>
              <a:gd name="connsiteY674" fmla="*/ 4862180 h 6858000"/>
              <a:gd name="connsiteX675" fmla="*/ 909145 w 7467600"/>
              <a:gd name="connsiteY675" fmla="*/ 4199225 h 6858000"/>
              <a:gd name="connsiteX676" fmla="*/ 1214067 w 7467600"/>
              <a:gd name="connsiteY676" fmla="*/ 3908561 h 6858000"/>
              <a:gd name="connsiteX677" fmla="*/ 640967 w 7467600"/>
              <a:gd name="connsiteY677" fmla="*/ 4105601 h 6858000"/>
              <a:gd name="connsiteX678" fmla="*/ 112563 w 7467600"/>
              <a:gd name="connsiteY678" fmla="*/ 4396952 h 6858000"/>
              <a:gd name="connsiteX679" fmla="*/ 0 w 7467600"/>
              <a:gd name="connsiteY679" fmla="*/ 4466006 h 6858000"/>
              <a:gd name="connsiteX680" fmla="*/ 0 w 7467600"/>
              <a:gd name="connsiteY680" fmla="*/ 4233763 h 6858000"/>
              <a:gd name="connsiteX681" fmla="*/ 36881 w 7467600"/>
              <a:gd name="connsiteY681" fmla="*/ 4200118 h 6858000"/>
              <a:gd name="connsiteX682" fmla="*/ 910534 w 7467600"/>
              <a:gd name="connsiteY682" fmla="*/ 3629753 h 6858000"/>
              <a:gd name="connsiteX683" fmla="*/ 1578717 w 7467600"/>
              <a:gd name="connsiteY683" fmla="*/ 3575982 h 6858000"/>
              <a:gd name="connsiteX684" fmla="*/ 2338780 w 7467600"/>
              <a:gd name="connsiteY684" fmla="*/ 3033725 h 6858000"/>
              <a:gd name="connsiteX685" fmla="*/ 1807991 w 7467600"/>
              <a:gd name="connsiteY685" fmla="*/ 2807184 h 6858000"/>
              <a:gd name="connsiteX686" fmla="*/ 1416358 w 7467600"/>
              <a:gd name="connsiteY686" fmla="*/ 3112571 h 6858000"/>
              <a:gd name="connsiteX687" fmla="*/ 939066 w 7467600"/>
              <a:gd name="connsiteY687" fmla="*/ 3378798 h 6858000"/>
              <a:gd name="connsiteX688" fmla="*/ 115099 w 7467600"/>
              <a:gd name="connsiteY688" fmla="*/ 3607650 h 6858000"/>
              <a:gd name="connsiteX689" fmla="*/ 97284 w 7467600"/>
              <a:gd name="connsiteY689" fmla="*/ 3520393 h 6858000"/>
              <a:gd name="connsiteX690" fmla="*/ 922050 w 7467600"/>
              <a:gd name="connsiteY690" fmla="*/ 3074867 h 6858000"/>
              <a:gd name="connsiteX691" fmla="*/ 1405265 w 7467600"/>
              <a:gd name="connsiteY691" fmla="*/ 3016319 h 6858000"/>
              <a:gd name="connsiteX692" fmla="*/ 1407512 w 7467600"/>
              <a:gd name="connsiteY692" fmla="*/ 3018001 h 6858000"/>
              <a:gd name="connsiteX693" fmla="*/ 1726266 w 7467600"/>
              <a:gd name="connsiteY693" fmla="*/ 2777274 h 6858000"/>
              <a:gd name="connsiteX694" fmla="*/ 625390 w 7467600"/>
              <a:gd name="connsiteY694" fmla="*/ 2514541 h 6858000"/>
              <a:gd name="connsiteX695" fmla="*/ 619799 w 7467600"/>
              <a:gd name="connsiteY695" fmla="*/ 2527180 h 6858000"/>
              <a:gd name="connsiteX696" fmla="*/ 310030 w 7467600"/>
              <a:gd name="connsiteY696" fmla="*/ 2771818 h 6858000"/>
              <a:gd name="connsiteX697" fmla="*/ 173877 w 7467600"/>
              <a:gd name="connsiteY697" fmla="*/ 2937056 h 6858000"/>
              <a:gd name="connsiteX698" fmla="*/ 77889 w 7467600"/>
              <a:gd name="connsiteY698" fmla="*/ 3138440 h 6858000"/>
              <a:gd name="connsiteX699" fmla="*/ 0 w 7467600"/>
              <a:gd name="connsiteY699" fmla="*/ 3271395 h 6858000"/>
              <a:gd name="connsiteX700" fmla="*/ 0 w 7467600"/>
              <a:gd name="connsiteY700" fmla="*/ 3153002 h 6858000"/>
              <a:gd name="connsiteX701" fmla="*/ 2386 w 7467600"/>
              <a:gd name="connsiteY701" fmla="*/ 3149203 h 6858000"/>
              <a:gd name="connsiteX702" fmla="*/ 89753 w 7467600"/>
              <a:gd name="connsiteY702" fmla="*/ 2987702 h 6858000"/>
              <a:gd name="connsiteX703" fmla="*/ 76869 w 7467600"/>
              <a:gd name="connsiteY703" fmla="*/ 3005404 h 6858000"/>
              <a:gd name="connsiteX704" fmla="*/ 32049 w 7467600"/>
              <a:gd name="connsiteY704" fmla="*/ 3065814 h 6858000"/>
              <a:gd name="connsiteX705" fmla="*/ 0 w 7467600"/>
              <a:gd name="connsiteY705" fmla="*/ 3108744 h 6858000"/>
              <a:gd name="connsiteX706" fmla="*/ 0 w 7467600"/>
              <a:gd name="connsiteY706" fmla="*/ 3058059 h 6858000"/>
              <a:gd name="connsiteX707" fmla="*/ 7610 w 7467600"/>
              <a:gd name="connsiteY707" fmla="*/ 3047889 h 6858000"/>
              <a:gd name="connsiteX708" fmla="*/ 52419 w 7467600"/>
              <a:gd name="connsiteY708" fmla="*/ 2987479 h 6858000"/>
              <a:gd name="connsiteX709" fmla="*/ 59142 w 7467600"/>
              <a:gd name="connsiteY709" fmla="*/ 2978488 h 6858000"/>
              <a:gd name="connsiteX710" fmla="*/ 0 w 7467600"/>
              <a:gd name="connsiteY710" fmla="*/ 3015334 h 6858000"/>
              <a:gd name="connsiteX711" fmla="*/ 0 w 7467600"/>
              <a:gd name="connsiteY711" fmla="*/ 2914286 h 6858000"/>
              <a:gd name="connsiteX712" fmla="*/ 36383 w 7467600"/>
              <a:gd name="connsiteY712" fmla="*/ 2901128 h 6858000"/>
              <a:gd name="connsiteX713" fmla="*/ 156329 w 7467600"/>
              <a:gd name="connsiteY713" fmla="*/ 2840533 h 6858000"/>
              <a:gd name="connsiteX714" fmla="*/ 358355 w 7467600"/>
              <a:gd name="connsiteY714" fmla="*/ 2620471 h 6858000"/>
              <a:gd name="connsiteX715" fmla="*/ 510577 w 7467600"/>
              <a:gd name="connsiteY715" fmla="*/ 2501244 h 6858000"/>
              <a:gd name="connsiteX716" fmla="*/ 211967 w 7467600"/>
              <a:gd name="connsiteY716" fmla="*/ 2479171 h 6858000"/>
              <a:gd name="connsiteX717" fmla="*/ 0 w 7467600"/>
              <a:gd name="connsiteY717" fmla="*/ 2476398 h 6858000"/>
              <a:gd name="connsiteX718" fmla="*/ 0 w 7467600"/>
              <a:gd name="connsiteY718" fmla="*/ 2389189 h 6858000"/>
              <a:gd name="connsiteX719" fmla="*/ 103062 w 7467600"/>
              <a:gd name="connsiteY719" fmla="*/ 2389518 h 6858000"/>
              <a:gd name="connsiteX720" fmla="*/ 510734 w 7467600"/>
              <a:gd name="connsiteY720" fmla="*/ 2416201 h 6858000"/>
              <a:gd name="connsiteX721" fmla="*/ 279257 w 7467600"/>
              <a:gd name="connsiteY721" fmla="*/ 2092102 h 6858000"/>
              <a:gd name="connsiteX722" fmla="*/ 65265 w 7467600"/>
              <a:gd name="connsiteY722" fmla="*/ 2006049 h 6858000"/>
              <a:gd name="connsiteX723" fmla="*/ 0 w 7467600"/>
              <a:gd name="connsiteY723" fmla="*/ 1982532 h 6858000"/>
              <a:gd name="connsiteX724" fmla="*/ 0 w 7467600"/>
              <a:gd name="connsiteY724" fmla="*/ 1912789 h 6858000"/>
              <a:gd name="connsiteX725" fmla="*/ 97460 w 7467600"/>
              <a:gd name="connsiteY725" fmla="*/ 1953725 h 6858000"/>
              <a:gd name="connsiteX726" fmla="*/ 221272 w 7467600"/>
              <a:gd name="connsiteY726" fmla="*/ 1980766 h 6858000"/>
              <a:gd name="connsiteX727" fmla="*/ 116765 w 7467600"/>
              <a:gd name="connsiteY727" fmla="*/ 1911033 h 6858000"/>
              <a:gd name="connsiteX728" fmla="*/ 16405 w 7467600"/>
              <a:gd name="connsiteY728" fmla="*/ 1803412 h 6858000"/>
              <a:gd name="connsiteX729" fmla="*/ 0 w 7467600"/>
              <a:gd name="connsiteY729" fmla="*/ 1784777 h 6858000"/>
              <a:gd name="connsiteX730" fmla="*/ 0 w 7467600"/>
              <a:gd name="connsiteY730" fmla="*/ 1740082 h 6858000"/>
              <a:gd name="connsiteX731" fmla="*/ 39394 w 7467600"/>
              <a:gd name="connsiteY731" fmla="*/ 1784856 h 6858000"/>
              <a:gd name="connsiteX732" fmla="*/ 135813 w 7467600"/>
              <a:gd name="connsiteY732" fmla="*/ 1888838 h 6858000"/>
              <a:gd name="connsiteX733" fmla="*/ 242575 w 7467600"/>
              <a:gd name="connsiteY733" fmla="*/ 1958841 h 6858000"/>
              <a:gd name="connsiteX734" fmla="*/ 82197 w 7467600"/>
              <a:gd name="connsiteY734" fmla="*/ 1754826 h 6858000"/>
              <a:gd name="connsiteX735" fmla="*/ 0 w 7467600"/>
              <a:gd name="connsiteY735" fmla="*/ 1679650 h 6858000"/>
              <a:gd name="connsiteX736" fmla="*/ 0 w 7467600"/>
              <a:gd name="connsiteY736" fmla="*/ 1602463 h 6858000"/>
              <a:gd name="connsiteX737" fmla="*/ 84689 w 7467600"/>
              <a:gd name="connsiteY737" fmla="*/ 1677442 h 6858000"/>
              <a:gd name="connsiteX738" fmla="*/ 298437 w 7467600"/>
              <a:gd name="connsiteY738" fmla="*/ 1968019 h 6858000"/>
              <a:gd name="connsiteX739" fmla="*/ 227269 w 7467600"/>
              <a:gd name="connsiteY739" fmla="*/ 1114064 h 6858000"/>
              <a:gd name="connsiteX740" fmla="*/ 248003 w 7467600"/>
              <a:gd name="connsiteY740" fmla="*/ 1089613 h 6858000"/>
              <a:gd name="connsiteX741" fmla="*/ 427020 w 7467600"/>
              <a:gd name="connsiteY741" fmla="*/ 1619803 h 6858000"/>
              <a:gd name="connsiteX742" fmla="*/ 340345 w 7467600"/>
              <a:gd name="connsiteY742" fmla="*/ 2027739 h 6858000"/>
              <a:gd name="connsiteX743" fmla="*/ 360865 w 7467600"/>
              <a:gd name="connsiteY743" fmla="*/ 2044827 h 6858000"/>
              <a:gd name="connsiteX744" fmla="*/ 560414 w 7467600"/>
              <a:gd name="connsiteY744" fmla="*/ 2421457 h 6858000"/>
              <a:gd name="connsiteX745" fmla="*/ 1359703 w 7467600"/>
              <a:gd name="connsiteY745" fmla="*/ 2578554 h 6858000"/>
              <a:gd name="connsiteX746" fmla="*/ 1359422 w 7467600"/>
              <a:gd name="connsiteY746" fmla="*/ 2577994 h 6858000"/>
              <a:gd name="connsiteX747" fmla="*/ 828701 w 7467600"/>
              <a:gd name="connsiteY747" fmla="*/ 1839520 h 6858000"/>
              <a:gd name="connsiteX748" fmla="*/ 494427 w 7467600"/>
              <a:gd name="connsiteY748" fmla="*/ 1092333 h 6858000"/>
              <a:gd name="connsiteX749" fmla="*/ 506322 w 7467600"/>
              <a:gd name="connsiteY749" fmla="*/ 1020997 h 6858000"/>
              <a:gd name="connsiteX750" fmla="*/ 4570198 w 7467600"/>
              <a:gd name="connsiteY750" fmla="*/ 978081 h 6858000"/>
              <a:gd name="connsiteX751" fmla="*/ 4523691 w 7467600"/>
              <a:gd name="connsiteY751" fmla="*/ 1127776 h 6858000"/>
              <a:gd name="connsiteX752" fmla="*/ 4509875 w 7467600"/>
              <a:gd name="connsiteY752" fmla="*/ 1167552 h 6858000"/>
              <a:gd name="connsiteX753" fmla="*/ 4478168 w 7467600"/>
              <a:gd name="connsiteY753" fmla="*/ 1260735 h 6858000"/>
              <a:gd name="connsiteX754" fmla="*/ 4409309 w 7467600"/>
              <a:gd name="connsiteY754" fmla="*/ 1666996 h 6858000"/>
              <a:gd name="connsiteX755" fmla="*/ 4370031 w 7467600"/>
              <a:gd name="connsiteY755" fmla="*/ 1955666 h 6858000"/>
              <a:gd name="connsiteX756" fmla="*/ 4570198 w 7467600"/>
              <a:gd name="connsiteY756" fmla="*/ 978081 h 6858000"/>
              <a:gd name="connsiteX757" fmla="*/ 4557898 w 7467600"/>
              <a:gd name="connsiteY757" fmla="*/ 900011 h 6858000"/>
              <a:gd name="connsiteX758" fmla="*/ 4344840 w 7467600"/>
              <a:gd name="connsiteY758" fmla="*/ 1922038 h 6858000"/>
              <a:gd name="connsiteX759" fmla="*/ 4378710 w 7467600"/>
              <a:gd name="connsiteY759" fmla="*/ 1665516 h 6858000"/>
              <a:gd name="connsiteX760" fmla="*/ 4448798 w 7467600"/>
              <a:gd name="connsiteY760" fmla="*/ 1253024 h 6858000"/>
              <a:gd name="connsiteX761" fmla="*/ 4480315 w 7467600"/>
              <a:gd name="connsiteY761" fmla="*/ 1158454 h 6858000"/>
              <a:gd name="connsiteX762" fmla="*/ 4494133 w 7467600"/>
              <a:gd name="connsiteY762" fmla="*/ 1118676 h 6858000"/>
              <a:gd name="connsiteX763" fmla="*/ 4557898 w 7467600"/>
              <a:gd name="connsiteY763" fmla="*/ 900011 h 6858000"/>
              <a:gd name="connsiteX764" fmla="*/ 5870151 w 7467600"/>
              <a:gd name="connsiteY764" fmla="*/ 898890 h 6858000"/>
              <a:gd name="connsiteX765" fmla="*/ 5861335 w 7467600"/>
              <a:gd name="connsiteY765" fmla="*/ 899177 h 6858000"/>
              <a:gd name="connsiteX766" fmla="*/ 5843702 w 7467600"/>
              <a:gd name="connsiteY766" fmla="*/ 899748 h 6858000"/>
              <a:gd name="connsiteX767" fmla="*/ 5651107 w 7467600"/>
              <a:gd name="connsiteY767" fmla="*/ 920306 h 6858000"/>
              <a:gd name="connsiteX768" fmla="*/ 5459407 w 7467600"/>
              <a:gd name="connsiteY768" fmla="*/ 940975 h 6858000"/>
              <a:gd name="connsiteX769" fmla="*/ 5374846 w 7467600"/>
              <a:gd name="connsiteY769" fmla="*/ 941988 h 6858000"/>
              <a:gd name="connsiteX770" fmla="*/ 5256105 w 7467600"/>
              <a:gd name="connsiteY770" fmla="*/ 945632 h 6858000"/>
              <a:gd name="connsiteX771" fmla="*/ 5107071 w 7467600"/>
              <a:gd name="connsiteY771" fmla="*/ 969720 h 6858000"/>
              <a:gd name="connsiteX772" fmla="*/ 4998681 w 7467600"/>
              <a:gd name="connsiteY772" fmla="*/ 988771 h 6858000"/>
              <a:gd name="connsiteX773" fmla="*/ 5870151 w 7467600"/>
              <a:gd name="connsiteY773" fmla="*/ 898890 h 6858000"/>
              <a:gd name="connsiteX774" fmla="*/ 5504425 w 7467600"/>
              <a:gd name="connsiteY774" fmla="*/ 848067 h 6858000"/>
              <a:gd name="connsiteX775" fmla="*/ 4968849 w 7467600"/>
              <a:gd name="connsiteY775" fmla="*/ 962318 h 6858000"/>
              <a:gd name="connsiteX776" fmla="*/ 5104039 w 7467600"/>
              <a:gd name="connsiteY776" fmla="*/ 940634 h 6858000"/>
              <a:gd name="connsiteX777" fmla="*/ 5256311 w 7467600"/>
              <a:gd name="connsiteY777" fmla="*/ 916490 h 6858000"/>
              <a:gd name="connsiteX778" fmla="*/ 5377381 w 7467600"/>
              <a:gd name="connsiteY778" fmla="*/ 912671 h 6858000"/>
              <a:gd name="connsiteX779" fmla="*/ 5460148 w 7467600"/>
              <a:gd name="connsiteY779" fmla="*/ 911442 h 6858000"/>
              <a:gd name="connsiteX780" fmla="*/ 5648971 w 7467600"/>
              <a:gd name="connsiteY780" fmla="*/ 891331 h 6858000"/>
              <a:gd name="connsiteX781" fmla="*/ 5844807 w 7467600"/>
              <a:gd name="connsiteY781" fmla="*/ 870718 h 6858000"/>
              <a:gd name="connsiteX782" fmla="*/ 5862975 w 7467600"/>
              <a:gd name="connsiteY782" fmla="*/ 869756 h 6858000"/>
              <a:gd name="connsiteX783" fmla="*/ 5920887 w 7467600"/>
              <a:gd name="connsiteY783" fmla="*/ 865929 h 6858000"/>
              <a:gd name="connsiteX784" fmla="*/ 5504425 w 7467600"/>
              <a:gd name="connsiteY784" fmla="*/ 848067 h 6858000"/>
              <a:gd name="connsiteX785" fmla="*/ 3607114 w 7467600"/>
              <a:gd name="connsiteY785" fmla="*/ 467441 h 6858000"/>
              <a:gd name="connsiteX786" fmla="*/ 3296242 w 7467600"/>
              <a:gd name="connsiteY786" fmla="*/ 807991 h 6858000"/>
              <a:gd name="connsiteX787" fmla="*/ 3174674 w 7467600"/>
              <a:gd name="connsiteY787" fmla="*/ 919759 h 6858000"/>
              <a:gd name="connsiteX788" fmla="*/ 3042978 w 7467600"/>
              <a:gd name="connsiteY788" fmla="*/ 1054894 h 6858000"/>
              <a:gd name="connsiteX789" fmla="*/ 2968914 w 7467600"/>
              <a:gd name="connsiteY789" fmla="*/ 1133756 h 6858000"/>
              <a:gd name="connsiteX790" fmla="*/ 3103823 w 7467600"/>
              <a:gd name="connsiteY790" fmla="*/ 1026814 h 6858000"/>
              <a:gd name="connsiteX791" fmla="*/ 3607114 w 7467600"/>
              <a:gd name="connsiteY791" fmla="*/ 467441 h 6858000"/>
              <a:gd name="connsiteX792" fmla="*/ 3744487 w 7467600"/>
              <a:gd name="connsiteY792" fmla="*/ 383136 h 6858000"/>
              <a:gd name="connsiteX793" fmla="*/ 3970213 w 7467600"/>
              <a:gd name="connsiteY793" fmla="*/ 995559 h 6858000"/>
              <a:gd name="connsiteX794" fmla="*/ 3744487 w 7467600"/>
              <a:gd name="connsiteY794" fmla="*/ 383136 h 6858000"/>
              <a:gd name="connsiteX795" fmla="*/ 3624562 w 7467600"/>
              <a:gd name="connsiteY795" fmla="*/ 367041 h 6858000"/>
              <a:gd name="connsiteX796" fmla="*/ 3489712 w 7467600"/>
              <a:gd name="connsiteY796" fmla="*/ 485386 h 6858000"/>
              <a:gd name="connsiteX797" fmla="*/ 3182994 w 7467600"/>
              <a:gd name="connsiteY797" fmla="*/ 828265 h 6858000"/>
              <a:gd name="connsiteX798" fmla="*/ 2892114 w 7467600"/>
              <a:gd name="connsiteY798" fmla="*/ 1172635 h 6858000"/>
              <a:gd name="connsiteX799" fmla="*/ 3021459 w 7467600"/>
              <a:gd name="connsiteY799" fmla="*/ 1035385 h 6858000"/>
              <a:gd name="connsiteX800" fmla="*/ 3153873 w 7467600"/>
              <a:gd name="connsiteY800" fmla="*/ 898971 h 6858000"/>
              <a:gd name="connsiteX801" fmla="*/ 3276511 w 7467600"/>
              <a:gd name="connsiteY801" fmla="*/ 786423 h 6858000"/>
              <a:gd name="connsiteX802" fmla="*/ 3584154 w 7467600"/>
              <a:gd name="connsiteY802" fmla="*/ 448218 h 6858000"/>
              <a:gd name="connsiteX803" fmla="*/ 3624562 w 7467600"/>
              <a:gd name="connsiteY803" fmla="*/ 367041 h 6858000"/>
              <a:gd name="connsiteX804" fmla="*/ 3766672 w 7467600"/>
              <a:gd name="connsiteY804" fmla="*/ 359429 h 6858000"/>
              <a:gd name="connsiteX805" fmla="*/ 3996338 w 7467600"/>
              <a:gd name="connsiteY805" fmla="*/ 968237 h 6858000"/>
              <a:gd name="connsiteX806" fmla="*/ 3766672 w 7467600"/>
              <a:gd name="connsiteY806" fmla="*/ 359429 h 6858000"/>
              <a:gd name="connsiteX807" fmla="*/ 5805386 w 7467600"/>
              <a:gd name="connsiteY807" fmla="*/ 239240 h 6858000"/>
              <a:gd name="connsiteX808" fmla="*/ 5736947 w 7467600"/>
              <a:gd name="connsiteY808" fmla="*/ 261367 h 6858000"/>
              <a:gd name="connsiteX809" fmla="*/ 5427012 w 7467600"/>
              <a:gd name="connsiteY809" fmla="*/ 311272 h 6858000"/>
              <a:gd name="connsiteX810" fmla="*/ 5147818 w 7467600"/>
              <a:gd name="connsiteY810" fmla="*/ 322112 h 6858000"/>
              <a:gd name="connsiteX811" fmla="*/ 5060854 w 7467600"/>
              <a:gd name="connsiteY811" fmla="*/ 311882 h 6858000"/>
              <a:gd name="connsiteX812" fmla="*/ 4945989 w 7467600"/>
              <a:gd name="connsiteY812" fmla="*/ 300516 h 6858000"/>
              <a:gd name="connsiteX813" fmla="*/ 5410479 w 7467600"/>
              <a:gd name="connsiteY813" fmla="*/ 348434 h 6858000"/>
              <a:gd name="connsiteX814" fmla="*/ 5805386 w 7467600"/>
              <a:gd name="connsiteY814" fmla="*/ 239240 h 6858000"/>
              <a:gd name="connsiteX815" fmla="*/ 5905192 w 7467600"/>
              <a:gd name="connsiteY815" fmla="*/ 163079 h 6858000"/>
              <a:gd name="connsiteX816" fmla="*/ 5865655 w 7467600"/>
              <a:gd name="connsiteY816" fmla="*/ 171901 h 6858000"/>
              <a:gd name="connsiteX817" fmla="*/ 5259740 w 7467600"/>
              <a:gd name="connsiteY817" fmla="*/ 257013 h 6858000"/>
              <a:gd name="connsiteX818" fmla="*/ 5208466 w 7467600"/>
              <a:gd name="connsiteY818" fmla="*/ 257550 h 6858000"/>
              <a:gd name="connsiteX819" fmla="*/ 4980204 w 7467600"/>
              <a:gd name="connsiteY819" fmla="*/ 271903 h 6858000"/>
              <a:gd name="connsiteX820" fmla="*/ 5068068 w 7467600"/>
              <a:gd name="connsiteY820" fmla="*/ 282244 h 6858000"/>
              <a:gd name="connsiteX821" fmla="*/ 5153231 w 7467600"/>
              <a:gd name="connsiteY821" fmla="*/ 292240 h 6858000"/>
              <a:gd name="connsiteX822" fmla="*/ 5426491 w 7467600"/>
              <a:gd name="connsiteY822" fmla="*/ 281128 h 6858000"/>
              <a:gd name="connsiteX823" fmla="*/ 5731212 w 7467600"/>
              <a:gd name="connsiteY823" fmla="*/ 231951 h 6858000"/>
              <a:gd name="connsiteX824" fmla="*/ 5905192 w 7467600"/>
              <a:gd name="connsiteY824" fmla="*/ 163079 h 6858000"/>
              <a:gd name="connsiteX825" fmla="*/ 5944437 w 7467600"/>
              <a:gd name="connsiteY825" fmla="*/ 113829 h 6858000"/>
              <a:gd name="connsiteX826" fmla="*/ 5825032 w 7467600"/>
              <a:gd name="connsiteY826" fmla="*/ 146405 h 6858000"/>
              <a:gd name="connsiteX827" fmla="*/ 4955599 w 7467600"/>
              <a:gd name="connsiteY827" fmla="*/ 247008 h 6858000"/>
              <a:gd name="connsiteX828" fmla="*/ 5210104 w 7467600"/>
              <a:gd name="connsiteY828" fmla="*/ 228123 h 6858000"/>
              <a:gd name="connsiteX829" fmla="*/ 5261015 w 7467600"/>
              <a:gd name="connsiteY829" fmla="*/ 227087 h 6858000"/>
              <a:gd name="connsiteX830" fmla="*/ 5861181 w 7467600"/>
              <a:gd name="connsiteY830" fmla="*/ 143093 h 6858000"/>
              <a:gd name="connsiteX831" fmla="*/ 5961252 w 7467600"/>
              <a:gd name="connsiteY831" fmla="*/ 114820 h 6858000"/>
              <a:gd name="connsiteX832" fmla="*/ 5944437 w 7467600"/>
              <a:gd name="connsiteY832" fmla="*/ 113829 h 6858000"/>
              <a:gd name="connsiteX833" fmla="*/ 3882765 w 7467600"/>
              <a:gd name="connsiteY833" fmla="*/ 0 h 6858000"/>
              <a:gd name="connsiteX834" fmla="*/ 3995099 w 7467600"/>
              <a:gd name="connsiteY834" fmla="*/ 0 h 6858000"/>
              <a:gd name="connsiteX835" fmla="*/ 4163818 w 7467600"/>
              <a:gd name="connsiteY835" fmla="*/ 234104 h 6858000"/>
              <a:gd name="connsiteX836" fmla="*/ 4172099 w 7467600"/>
              <a:gd name="connsiteY836" fmla="*/ 234207 h 6858000"/>
              <a:gd name="connsiteX837" fmla="*/ 4784282 w 7467600"/>
              <a:gd name="connsiteY837" fmla="*/ 276561 h 6858000"/>
              <a:gd name="connsiteX838" fmla="*/ 4801687 w 7467600"/>
              <a:gd name="connsiteY838" fmla="*/ 267764 h 6858000"/>
              <a:gd name="connsiteX839" fmla="*/ 6082788 w 7467600"/>
              <a:gd name="connsiteY839" fmla="*/ 64119 h 6858000"/>
              <a:gd name="connsiteX840" fmla="*/ 6099442 w 7467600"/>
              <a:gd name="connsiteY840" fmla="*/ 82568 h 6858000"/>
              <a:gd name="connsiteX841" fmla="*/ 4804137 w 7467600"/>
              <a:gd name="connsiteY841" fmla="*/ 320931 h 6858000"/>
              <a:gd name="connsiteX842" fmla="*/ 4227047 w 7467600"/>
              <a:gd name="connsiteY842" fmla="*/ 313415 h 6858000"/>
              <a:gd name="connsiteX843" fmla="*/ 4346041 w 7467600"/>
              <a:gd name="connsiteY843" fmla="*/ 456086 h 6858000"/>
              <a:gd name="connsiteX844" fmla="*/ 4870967 w 7467600"/>
              <a:gd name="connsiteY844" fmla="*/ 963061 h 6858000"/>
              <a:gd name="connsiteX845" fmla="*/ 4889647 w 7467600"/>
              <a:gd name="connsiteY845" fmla="*/ 957147 h 6858000"/>
              <a:gd name="connsiteX846" fmla="*/ 5422504 w 7467600"/>
              <a:gd name="connsiteY846" fmla="*/ 805191 h 6858000"/>
              <a:gd name="connsiteX847" fmla="*/ 6087656 w 7467600"/>
              <a:gd name="connsiteY847" fmla="*/ 826703 h 6858000"/>
              <a:gd name="connsiteX848" fmla="*/ 6058717 w 7467600"/>
              <a:gd name="connsiteY848" fmla="*/ 865992 h 6858000"/>
              <a:gd name="connsiteX849" fmla="*/ 4974153 w 7467600"/>
              <a:gd name="connsiteY849" fmla="*/ 1045456 h 6858000"/>
              <a:gd name="connsiteX850" fmla="*/ 5627835 w 7467600"/>
              <a:gd name="connsiteY850" fmla="*/ 1472077 h 6858000"/>
              <a:gd name="connsiteX851" fmla="*/ 5629817 w 7467600"/>
              <a:gd name="connsiteY851" fmla="*/ 1471412 h 6858000"/>
              <a:gd name="connsiteX852" fmla="*/ 5634124 w 7467600"/>
              <a:gd name="connsiteY852" fmla="*/ 1470572 h 6858000"/>
              <a:gd name="connsiteX853" fmla="*/ 5755832 w 7467600"/>
              <a:gd name="connsiteY853" fmla="*/ 1383886 h 6858000"/>
              <a:gd name="connsiteX854" fmla="*/ 6014186 w 7467600"/>
              <a:gd name="connsiteY854" fmla="*/ 1279799 h 6858000"/>
              <a:gd name="connsiteX855" fmla="*/ 6901619 w 7467600"/>
              <a:gd name="connsiteY855" fmla="*/ 1047874 h 6858000"/>
              <a:gd name="connsiteX856" fmla="*/ 6931566 w 7467600"/>
              <a:gd name="connsiteY856" fmla="*/ 1062034 h 6858000"/>
              <a:gd name="connsiteX857" fmla="*/ 5790982 w 7467600"/>
              <a:gd name="connsiteY857" fmla="*/ 1561380 h 6858000"/>
              <a:gd name="connsiteX858" fmla="*/ 6188971 w 7467600"/>
              <a:gd name="connsiteY858" fmla="*/ 1755168 h 6858000"/>
              <a:gd name="connsiteX859" fmla="*/ 6202446 w 7467600"/>
              <a:gd name="connsiteY859" fmla="*/ 1752268 h 6858000"/>
              <a:gd name="connsiteX860" fmla="*/ 7179560 w 7467600"/>
              <a:gd name="connsiteY860" fmla="*/ 1467551 h 6858000"/>
              <a:gd name="connsiteX861" fmla="*/ 7158730 w 7467600"/>
              <a:gd name="connsiteY861" fmla="*/ 1507835 h 6858000"/>
              <a:gd name="connsiteX862" fmla="*/ 6326959 w 7467600"/>
              <a:gd name="connsiteY862" fmla="*/ 1817686 h 6858000"/>
              <a:gd name="connsiteX863" fmla="*/ 6537433 w 7467600"/>
              <a:gd name="connsiteY863" fmla="*/ 1907790 h 6858000"/>
              <a:gd name="connsiteX864" fmla="*/ 6550221 w 7467600"/>
              <a:gd name="connsiteY864" fmla="*/ 1910729 h 6858000"/>
              <a:gd name="connsiteX865" fmla="*/ 6964438 w 7467600"/>
              <a:gd name="connsiteY865" fmla="*/ 2209505 h 6858000"/>
              <a:gd name="connsiteX866" fmla="*/ 7367862 w 7467600"/>
              <a:gd name="connsiteY866" fmla="*/ 2806833 h 6858000"/>
              <a:gd name="connsiteX867" fmla="*/ 7364329 w 7467600"/>
              <a:gd name="connsiteY867" fmla="*/ 2826907 h 6858000"/>
              <a:gd name="connsiteX868" fmla="*/ 7290545 w 7467600"/>
              <a:gd name="connsiteY868" fmla="*/ 2850663 h 6858000"/>
              <a:gd name="connsiteX869" fmla="*/ 6472036 w 7467600"/>
              <a:gd name="connsiteY869" fmla="*/ 1959003 h 6858000"/>
              <a:gd name="connsiteX870" fmla="*/ 5792897 w 7467600"/>
              <a:gd name="connsiteY870" fmla="*/ 1647747 h 6858000"/>
              <a:gd name="connsiteX871" fmla="*/ 5842751 w 7467600"/>
              <a:gd name="connsiteY871" fmla="*/ 1816112 h 6858000"/>
              <a:gd name="connsiteX872" fmla="*/ 5847424 w 7467600"/>
              <a:gd name="connsiteY872" fmla="*/ 1815776 h 6858000"/>
              <a:gd name="connsiteX873" fmla="*/ 6399821 w 7467600"/>
              <a:gd name="connsiteY873" fmla="*/ 2344799 h 6858000"/>
              <a:gd name="connsiteX874" fmla="*/ 6323232 w 7467600"/>
              <a:gd name="connsiteY874" fmla="*/ 2389634 h 6858000"/>
              <a:gd name="connsiteX875" fmla="*/ 5942958 w 7467600"/>
              <a:gd name="connsiteY875" fmla="*/ 2077708 h 6858000"/>
              <a:gd name="connsiteX876" fmla="*/ 5921559 w 7467600"/>
              <a:gd name="connsiteY876" fmla="*/ 2378596 h 6858000"/>
              <a:gd name="connsiteX877" fmla="*/ 5817651 w 7467600"/>
              <a:gd name="connsiteY877" fmla="*/ 3023919 h 6858000"/>
              <a:gd name="connsiteX878" fmla="*/ 5729634 w 7467600"/>
              <a:gd name="connsiteY878" fmla="*/ 3051849 h 6858000"/>
              <a:gd name="connsiteX879" fmla="*/ 5611018 w 7467600"/>
              <a:gd name="connsiteY879" fmla="*/ 2316769 h 6858000"/>
              <a:gd name="connsiteX880" fmla="*/ 5687608 w 7467600"/>
              <a:gd name="connsiteY880" fmla="*/ 2039972 h 6858000"/>
              <a:gd name="connsiteX881" fmla="*/ 5657554 w 7467600"/>
              <a:gd name="connsiteY881" fmla="*/ 1576445 h 6858000"/>
              <a:gd name="connsiteX882" fmla="*/ 5150475 w 7467600"/>
              <a:gd name="connsiteY882" fmla="*/ 1274012 h 6858000"/>
              <a:gd name="connsiteX883" fmla="*/ 5349142 w 7467600"/>
              <a:gd name="connsiteY883" fmla="*/ 2204405 h 6858000"/>
              <a:gd name="connsiteX884" fmla="*/ 5262214 w 7467600"/>
              <a:gd name="connsiteY884" fmla="*/ 2233836 h 6858000"/>
              <a:gd name="connsiteX885" fmla="*/ 4981539 w 7467600"/>
              <a:gd name="connsiteY885" fmla="*/ 1542201 h 6858000"/>
              <a:gd name="connsiteX886" fmla="*/ 4958461 w 7467600"/>
              <a:gd name="connsiteY886" fmla="*/ 1136957 h 6858000"/>
              <a:gd name="connsiteX887" fmla="*/ 4655015 w 7467600"/>
              <a:gd name="connsiteY887" fmla="*/ 891426 h 6858000"/>
              <a:gd name="connsiteX888" fmla="*/ 4348002 w 7467600"/>
              <a:gd name="connsiteY888" fmla="*/ 2205895 h 6858000"/>
              <a:gd name="connsiteX889" fmla="*/ 4262250 w 7467600"/>
              <a:gd name="connsiteY889" fmla="*/ 2219972 h 6858000"/>
              <a:gd name="connsiteX890" fmla="*/ 4550611 w 7467600"/>
              <a:gd name="connsiteY890" fmla="*/ 817540 h 6858000"/>
              <a:gd name="connsiteX891" fmla="*/ 4564418 w 7467600"/>
              <a:gd name="connsiteY891" fmla="*/ 808293 h 6858000"/>
              <a:gd name="connsiteX892" fmla="*/ 4266388 w 7467600"/>
              <a:gd name="connsiteY892" fmla="*/ 500083 h 6858000"/>
              <a:gd name="connsiteX893" fmla="*/ 4032842 w 7467600"/>
              <a:gd name="connsiteY893" fmla="*/ 211809 h 6858000"/>
              <a:gd name="connsiteX894" fmla="*/ 3882765 w 7467600"/>
              <a:gd name="connsiteY894" fmla="*/ 0 h 6858000"/>
              <a:gd name="connsiteX895" fmla="*/ 3721337 w 7467600"/>
              <a:gd name="connsiteY895" fmla="*/ 0 h 6858000"/>
              <a:gd name="connsiteX896" fmla="*/ 3797544 w 7467600"/>
              <a:gd name="connsiteY896" fmla="*/ 0 h 6858000"/>
              <a:gd name="connsiteX897" fmla="*/ 3775734 w 7467600"/>
              <a:gd name="connsiteY897" fmla="*/ 95131 h 6858000"/>
              <a:gd name="connsiteX898" fmla="*/ 3724807 w 7467600"/>
              <a:gd name="connsiteY898" fmla="*/ 272257 h 6858000"/>
              <a:gd name="connsiteX899" fmla="*/ 3726844 w 7467600"/>
              <a:gd name="connsiteY899" fmla="*/ 282988 h 6858000"/>
              <a:gd name="connsiteX900" fmla="*/ 3742664 w 7467600"/>
              <a:gd name="connsiteY900" fmla="*/ 279918 h 6858000"/>
              <a:gd name="connsiteX901" fmla="*/ 4103910 w 7467600"/>
              <a:gd name="connsiteY901" fmla="*/ 1161917 h 6858000"/>
              <a:gd name="connsiteX902" fmla="*/ 4020269 w 7467600"/>
              <a:gd name="connsiteY902" fmla="*/ 1200406 h 6858000"/>
              <a:gd name="connsiteX903" fmla="*/ 3674882 w 7467600"/>
              <a:gd name="connsiteY903" fmla="*/ 488524 h 6858000"/>
              <a:gd name="connsiteX904" fmla="*/ 3132682 w 7467600"/>
              <a:gd name="connsiteY904" fmla="*/ 1072284 h 6858000"/>
              <a:gd name="connsiteX905" fmla="*/ 2716346 w 7467600"/>
              <a:gd name="connsiteY905" fmla="*/ 1276376 h 6858000"/>
              <a:gd name="connsiteX906" fmla="*/ 2716772 w 7467600"/>
              <a:gd name="connsiteY906" fmla="*/ 1255462 h 6858000"/>
              <a:gd name="connsiteX907" fmla="*/ 3471096 w 7467600"/>
              <a:gd name="connsiteY907" fmla="*/ 437072 h 6858000"/>
              <a:gd name="connsiteX908" fmla="*/ 3639057 w 7467600"/>
              <a:gd name="connsiteY908" fmla="*/ 286334 h 6858000"/>
              <a:gd name="connsiteX909" fmla="*/ 3640309 w 7467600"/>
              <a:gd name="connsiteY909" fmla="*/ 284664 h 6858000"/>
              <a:gd name="connsiteX910" fmla="*/ 3646022 w 7467600"/>
              <a:gd name="connsiteY910" fmla="*/ 276711 h 6858000"/>
              <a:gd name="connsiteX911" fmla="*/ 3707943 w 7467600"/>
              <a:gd name="connsiteY911" fmla="*/ 65958 h 6858000"/>
              <a:gd name="connsiteX912" fmla="*/ 3721337 w 7467600"/>
              <a:gd name="connsiteY912" fmla="*/ 0 h 6858000"/>
              <a:gd name="connsiteX913" fmla="*/ 2867960 w 7467600"/>
              <a:gd name="connsiteY913" fmla="*/ 0 h 6858000"/>
              <a:gd name="connsiteX914" fmla="*/ 2926351 w 7467600"/>
              <a:gd name="connsiteY914" fmla="*/ 0 h 6858000"/>
              <a:gd name="connsiteX915" fmla="*/ 2902823 w 7467600"/>
              <a:gd name="connsiteY915" fmla="*/ 262929 h 6858000"/>
              <a:gd name="connsiteX916" fmla="*/ 2940663 w 7467600"/>
              <a:gd name="connsiteY916" fmla="*/ 140884 h 6858000"/>
              <a:gd name="connsiteX917" fmla="*/ 2947039 w 7467600"/>
              <a:gd name="connsiteY917" fmla="*/ 122524 h 6858000"/>
              <a:gd name="connsiteX918" fmla="*/ 2984316 w 7467600"/>
              <a:gd name="connsiteY918" fmla="*/ 0 h 6858000"/>
              <a:gd name="connsiteX919" fmla="*/ 3016114 w 7467600"/>
              <a:gd name="connsiteY919" fmla="*/ 0 h 6858000"/>
              <a:gd name="connsiteX920" fmla="*/ 2979949 w 7467600"/>
              <a:gd name="connsiteY920" fmla="*/ 119274 h 6858000"/>
              <a:gd name="connsiteX921" fmla="*/ 3023879 w 7467600"/>
              <a:gd name="connsiteY921" fmla="*/ 0 h 6858000"/>
              <a:gd name="connsiteX922" fmla="*/ 3105400 w 7467600"/>
              <a:gd name="connsiteY922" fmla="*/ 0 h 6858000"/>
              <a:gd name="connsiteX923" fmla="*/ 3094669 w 7467600"/>
              <a:gd name="connsiteY923" fmla="*/ 30308 h 6858000"/>
              <a:gd name="connsiteX924" fmla="*/ 2901945 w 7467600"/>
              <a:gd name="connsiteY924" fmla="*/ 466538 h 6858000"/>
              <a:gd name="connsiteX925" fmla="*/ 2815209 w 7467600"/>
              <a:gd name="connsiteY925" fmla="*/ 497361 h 6858000"/>
              <a:gd name="connsiteX926" fmla="*/ 2844845 w 7467600"/>
              <a:gd name="connsiteY926" fmla="*/ 127638 h 6858000"/>
              <a:gd name="connsiteX927" fmla="*/ 2867960 w 7467600"/>
              <a:gd name="connsiteY927" fmla="*/ 0 h 6858000"/>
              <a:gd name="connsiteX928" fmla="*/ 1057230 w 7467600"/>
              <a:gd name="connsiteY928" fmla="*/ 0 h 6858000"/>
              <a:gd name="connsiteX929" fmla="*/ 1111003 w 7467600"/>
              <a:gd name="connsiteY929" fmla="*/ 0 h 6858000"/>
              <a:gd name="connsiteX930" fmla="*/ 1125553 w 7467600"/>
              <a:gd name="connsiteY930" fmla="*/ 52588 h 6858000"/>
              <a:gd name="connsiteX931" fmla="*/ 1304276 w 7467600"/>
              <a:gd name="connsiteY931" fmla="*/ 476275 h 6858000"/>
              <a:gd name="connsiteX932" fmla="*/ 1492066 w 7467600"/>
              <a:gd name="connsiteY932" fmla="*/ 886333 h 6858000"/>
              <a:gd name="connsiteX933" fmla="*/ 1423698 w 7467600"/>
              <a:gd name="connsiteY933" fmla="*/ 710817 h 6858000"/>
              <a:gd name="connsiteX934" fmla="*/ 1357609 w 7467600"/>
              <a:gd name="connsiteY934" fmla="*/ 532892 h 6858000"/>
              <a:gd name="connsiteX935" fmla="*/ 1309550 w 7467600"/>
              <a:gd name="connsiteY935" fmla="*/ 374031 h 6858000"/>
              <a:gd name="connsiteX936" fmla="*/ 1193673 w 7467600"/>
              <a:gd name="connsiteY936" fmla="*/ 49533 h 6858000"/>
              <a:gd name="connsiteX937" fmla="*/ 1164391 w 7467600"/>
              <a:gd name="connsiteY937" fmla="*/ 0 h 6858000"/>
              <a:gd name="connsiteX938" fmla="*/ 1200666 w 7467600"/>
              <a:gd name="connsiteY938" fmla="*/ 0 h 6858000"/>
              <a:gd name="connsiteX939" fmla="*/ 1223408 w 7467600"/>
              <a:gd name="connsiteY939" fmla="*/ 38996 h 6858000"/>
              <a:gd name="connsiteX940" fmla="*/ 1339635 w 7467600"/>
              <a:gd name="connsiteY940" fmla="*/ 365517 h 6858000"/>
              <a:gd name="connsiteX941" fmla="*/ 1387469 w 7467600"/>
              <a:gd name="connsiteY941" fmla="*/ 523079 h 6858000"/>
              <a:gd name="connsiteX942" fmla="*/ 1452685 w 7467600"/>
              <a:gd name="connsiteY942" fmla="*/ 699806 h 6858000"/>
              <a:gd name="connsiteX943" fmla="*/ 1492092 w 7467600"/>
              <a:gd name="connsiteY943" fmla="*/ 800424 h 6858000"/>
              <a:gd name="connsiteX944" fmla="*/ 1455302 w 7467600"/>
              <a:gd name="connsiteY944" fmla="*/ 632913 h 6858000"/>
              <a:gd name="connsiteX945" fmla="*/ 1222336 w 7467600"/>
              <a:gd name="connsiteY945" fmla="*/ 9480 h 6858000"/>
              <a:gd name="connsiteX946" fmla="*/ 1214634 w 7467600"/>
              <a:gd name="connsiteY946" fmla="*/ 0 h 6858000"/>
              <a:gd name="connsiteX947" fmla="*/ 1289827 w 7467600"/>
              <a:gd name="connsiteY947" fmla="*/ 0 h 6858000"/>
              <a:gd name="connsiteX948" fmla="*/ 1321076 w 7467600"/>
              <a:gd name="connsiteY948" fmla="*/ 59722 h 6858000"/>
              <a:gd name="connsiteX949" fmla="*/ 1512579 w 7467600"/>
              <a:gd name="connsiteY949" fmla="*/ 626441 h 6858000"/>
              <a:gd name="connsiteX950" fmla="*/ 1506076 w 7467600"/>
              <a:gd name="connsiteY950" fmla="*/ 1089289 h 6858000"/>
              <a:gd name="connsiteX951" fmla="*/ 1486346 w 7467600"/>
              <a:gd name="connsiteY951" fmla="*/ 1079919 h 6858000"/>
              <a:gd name="connsiteX952" fmla="*/ 1070511 w 7467600"/>
              <a:gd name="connsiteY952" fmla="*/ 48609 h 6858000"/>
              <a:gd name="connsiteX953" fmla="*/ 1057230 w 7467600"/>
              <a:gd name="connsiteY953" fmla="*/ 0 h 6858000"/>
              <a:gd name="connsiteX954" fmla="*/ 43151 w 7467600"/>
              <a:gd name="connsiteY954" fmla="*/ 0 h 6858000"/>
              <a:gd name="connsiteX955" fmla="*/ 95283 w 7467600"/>
              <a:gd name="connsiteY955" fmla="*/ 0 h 6858000"/>
              <a:gd name="connsiteX956" fmla="*/ 300708 w 7467600"/>
              <a:gd name="connsiteY956" fmla="*/ 154571 h 6858000"/>
              <a:gd name="connsiteX957" fmla="*/ 530414 w 7467600"/>
              <a:gd name="connsiteY957" fmla="*/ 354673 h 6858000"/>
              <a:gd name="connsiteX958" fmla="*/ 333785 w 7467600"/>
              <a:gd name="connsiteY958" fmla="*/ 161564 h 6858000"/>
              <a:gd name="connsiteX959" fmla="*/ 147005 w 7467600"/>
              <a:gd name="connsiteY959" fmla="*/ 0 h 6858000"/>
              <a:gd name="connsiteX960" fmla="*/ 272509 w 7467600"/>
              <a:gd name="connsiteY960" fmla="*/ 0 h 6858000"/>
              <a:gd name="connsiteX961" fmla="*/ 326276 w 7467600"/>
              <a:gd name="connsiteY961" fmla="*/ 45847 h 6858000"/>
              <a:gd name="connsiteX962" fmla="*/ 823759 w 7467600"/>
              <a:gd name="connsiteY962" fmla="*/ 574145 h 6858000"/>
              <a:gd name="connsiteX963" fmla="*/ 811254 w 7467600"/>
              <a:gd name="connsiteY963" fmla="*/ 665546 h 6858000"/>
              <a:gd name="connsiteX964" fmla="*/ 154042 w 7467600"/>
              <a:gd name="connsiteY964" fmla="*/ 261522 h 6858000"/>
              <a:gd name="connsiteX965" fmla="*/ 13550 w 7467600"/>
              <a:gd name="connsiteY965" fmla="*/ 158423 h 6858000"/>
              <a:gd name="connsiteX966" fmla="*/ 0 w 7467600"/>
              <a:gd name="connsiteY966" fmla="*/ 146618 h 6858000"/>
              <a:gd name="connsiteX967" fmla="*/ 0 w 7467600"/>
              <a:gd name="connsiteY967" fmla="*/ 59161 h 6858000"/>
              <a:gd name="connsiteX968" fmla="*/ 45427 w 7467600"/>
              <a:gd name="connsiteY968" fmla="*/ 101078 h 6858000"/>
              <a:gd name="connsiteX969" fmla="*/ 630103 w 7467600"/>
              <a:gd name="connsiteY969" fmla="*/ 485885 h 6858000"/>
              <a:gd name="connsiteX970" fmla="*/ 532040 w 7467600"/>
              <a:gd name="connsiteY970" fmla="*/ 399359 h 6858000"/>
              <a:gd name="connsiteX971" fmla="*/ 517618 w 7467600"/>
              <a:gd name="connsiteY971" fmla="*/ 385726 h 6858000"/>
              <a:gd name="connsiteX972" fmla="*/ 285074 w 7467600"/>
              <a:gd name="connsiteY972" fmla="*/ 182755 h 6858000"/>
              <a:gd name="connsiteX973" fmla="*/ 43151 w 7467600"/>
              <a:gd name="connsiteY97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6946849 w 7467600"/>
              <a:gd name="connsiteY81" fmla="*/ 5523271 h 6858000"/>
              <a:gd name="connsiteX82" fmla="*/ 7105827 w 7467600"/>
              <a:gd name="connsiteY82" fmla="*/ 5718700 h 6858000"/>
              <a:gd name="connsiteX83" fmla="*/ 7356878 w 7467600"/>
              <a:gd name="connsiteY83" fmla="*/ 5981332 h 6858000"/>
              <a:gd name="connsiteX84" fmla="*/ 7467600 w 7467600"/>
              <a:gd name="connsiteY84" fmla="*/ 6117703 h 6858000"/>
              <a:gd name="connsiteX85" fmla="*/ 7467600 w 7467600"/>
              <a:gd name="connsiteY85" fmla="*/ 6163634 h 6858000"/>
              <a:gd name="connsiteX86" fmla="*/ 7403637 w 7467600"/>
              <a:gd name="connsiteY86" fmla="*/ 6083957 h 6858000"/>
              <a:gd name="connsiteX87" fmla="*/ 7254615 w 7467600"/>
              <a:gd name="connsiteY87" fmla="*/ 5911918 h 6858000"/>
              <a:gd name="connsiteX88" fmla="*/ 7312589 w 7467600"/>
              <a:gd name="connsiteY88" fmla="*/ 5982309 h 6858000"/>
              <a:gd name="connsiteX89" fmla="*/ 7448321 w 7467600"/>
              <a:gd name="connsiteY89" fmla="*/ 6190991 h 6858000"/>
              <a:gd name="connsiteX90" fmla="*/ 7467600 w 7467600"/>
              <a:gd name="connsiteY90" fmla="*/ 6221686 h 6858000"/>
              <a:gd name="connsiteX91" fmla="*/ 7467600 w 7467600"/>
              <a:gd name="connsiteY91" fmla="*/ 6334256 h 6858000"/>
              <a:gd name="connsiteX92" fmla="*/ 7454976 w 7467600"/>
              <a:gd name="connsiteY92" fmla="*/ 6318297 h 6858000"/>
              <a:gd name="connsiteX93" fmla="*/ 7042773 w 7467600"/>
              <a:gd name="connsiteY93" fmla="*/ 5734011 h 6858000"/>
              <a:gd name="connsiteX94" fmla="*/ 1456157 w 7467600"/>
              <a:gd name="connsiteY94" fmla="*/ 5371404 h 6858000"/>
              <a:gd name="connsiteX95" fmla="*/ 1244432 w 7467600"/>
              <a:gd name="connsiteY95" fmla="*/ 5385601 h 6858000"/>
              <a:gd name="connsiteX96" fmla="*/ 973990 w 7467600"/>
              <a:gd name="connsiteY96" fmla="*/ 5424940 h 6858000"/>
              <a:gd name="connsiteX97" fmla="*/ 1103809 w 7467600"/>
              <a:gd name="connsiteY97" fmla="*/ 5433720 h 6858000"/>
              <a:gd name="connsiteX98" fmla="*/ 1123454 w 7467600"/>
              <a:gd name="connsiteY98" fmla="*/ 5435727 h 6858000"/>
              <a:gd name="connsiteX99" fmla="*/ 1737017 w 7467600"/>
              <a:gd name="connsiteY99" fmla="*/ 5452183 h 6858000"/>
              <a:gd name="connsiteX100" fmla="*/ 1824397 w 7467600"/>
              <a:gd name="connsiteY100" fmla="*/ 5447757 h 6858000"/>
              <a:gd name="connsiteX101" fmla="*/ 2070059 w 7467600"/>
              <a:gd name="connsiteY101" fmla="*/ 5441660 h 6858000"/>
              <a:gd name="connsiteX102" fmla="*/ 1456157 w 7467600"/>
              <a:gd name="connsiteY102" fmla="*/ 5371404 h 6858000"/>
              <a:gd name="connsiteX103" fmla="*/ 4988186 w 7467600"/>
              <a:gd name="connsiteY103" fmla="*/ 5216467 h 6858000"/>
              <a:gd name="connsiteX104" fmla="*/ 4777334 w 7467600"/>
              <a:gd name="connsiteY104" fmla="*/ 5406072 h 6858000"/>
              <a:gd name="connsiteX105" fmla="*/ 4718341 w 7467600"/>
              <a:gd name="connsiteY105" fmla="*/ 5468043 h 6858000"/>
              <a:gd name="connsiteX106" fmla="*/ 4604655 w 7467600"/>
              <a:gd name="connsiteY106" fmla="*/ 5583434 h 6858000"/>
              <a:gd name="connsiteX107" fmla="*/ 4565074 w 7467600"/>
              <a:gd name="connsiteY107" fmla="*/ 5618550 h 6858000"/>
              <a:gd name="connsiteX108" fmla="*/ 4988186 w 7467600"/>
              <a:gd name="connsiteY108" fmla="*/ 5216467 h 6858000"/>
              <a:gd name="connsiteX109" fmla="*/ 4978032 w 7467600"/>
              <a:gd name="connsiteY109" fmla="*/ 5183809 h 6858000"/>
              <a:gd name="connsiteX110" fmla="*/ 4463413 w 7467600"/>
              <a:gd name="connsiteY110" fmla="*/ 5615162 h 6858000"/>
              <a:gd name="connsiteX111" fmla="*/ 4358134 w 7467600"/>
              <a:gd name="connsiteY111" fmla="*/ 5742791 h 6858000"/>
              <a:gd name="connsiteX112" fmla="*/ 4376219 w 7467600"/>
              <a:gd name="connsiteY112" fmla="*/ 5729027 h 6858000"/>
              <a:gd name="connsiteX113" fmla="*/ 4582340 w 7467600"/>
              <a:gd name="connsiteY113" fmla="*/ 5561037 h 6858000"/>
              <a:gd name="connsiteX114" fmla="*/ 4694684 w 7467600"/>
              <a:gd name="connsiteY114" fmla="*/ 5447098 h 6858000"/>
              <a:gd name="connsiteX115" fmla="*/ 4754123 w 7467600"/>
              <a:gd name="connsiteY115" fmla="*/ 5384643 h 6858000"/>
              <a:gd name="connsiteX116" fmla="*/ 4978032 w 7467600"/>
              <a:gd name="connsiteY116" fmla="*/ 5183809 h 6858000"/>
              <a:gd name="connsiteX117" fmla="*/ 1903353 w 7467600"/>
              <a:gd name="connsiteY117" fmla="*/ 5044827 h 6858000"/>
              <a:gd name="connsiteX118" fmla="*/ 1936931 w 7467600"/>
              <a:gd name="connsiteY118" fmla="*/ 5093954 h 6858000"/>
              <a:gd name="connsiteX119" fmla="*/ 2195868 w 7467600"/>
              <a:gd name="connsiteY119" fmla="*/ 5396574 h 6858000"/>
              <a:gd name="connsiteX120" fmla="*/ 2088852 w 7467600"/>
              <a:gd name="connsiteY120" fmla="*/ 5166123 h 6858000"/>
              <a:gd name="connsiteX121" fmla="*/ 1958241 w 7467600"/>
              <a:gd name="connsiteY121" fmla="*/ 5067955 h 6858000"/>
              <a:gd name="connsiteX122" fmla="*/ 1903353 w 7467600"/>
              <a:gd name="connsiteY122" fmla="*/ 5044827 h 6858000"/>
              <a:gd name="connsiteX123" fmla="*/ 1979378 w 7467600"/>
              <a:gd name="connsiteY123" fmla="*/ 4769504 h 6858000"/>
              <a:gd name="connsiteX124" fmla="*/ 2882120 w 7467600"/>
              <a:gd name="connsiteY124" fmla="*/ 5064547 h 6858000"/>
              <a:gd name="connsiteX125" fmla="*/ 2793103 w 7467600"/>
              <a:gd name="connsiteY125" fmla="*/ 5039699 h 6858000"/>
              <a:gd name="connsiteX126" fmla="*/ 2770041 w 7467600"/>
              <a:gd name="connsiteY126" fmla="*/ 5033634 h 6858000"/>
              <a:gd name="connsiteX127" fmla="*/ 1979378 w 7467600"/>
              <a:gd name="connsiteY127" fmla="*/ 4769504 h 6858000"/>
              <a:gd name="connsiteX128" fmla="*/ 1927410 w 7467600"/>
              <a:gd name="connsiteY128" fmla="*/ 4716164 h 6858000"/>
              <a:gd name="connsiteX129" fmla="*/ 1959587 w 7467600"/>
              <a:gd name="connsiteY129" fmla="*/ 4728849 h 6858000"/>
              <a:gd name="connsiteX130" fmla="*/ 2777707 w 7467600"/>
              <a:gd name="connsiteY130" fmla="*/ 5003991 h 6858000"/>
              <a:gd name="connsiteX131" fmla="*/ 2800768 w 7467600"/>
              <a:gd name="connsiteY131" fmla="*/ 5010056 h 6858000"/>
              <a:gd name="connsiteX132" fmla="*/ 2879408 w 7467600"/>
              <a:gd name="connsiteY132" fmla="*/ 5031590 h 6858000"/>
              <a:gd name="connsiteX133" fmla="*/ 2862295 w 7467600"/>
              <a:gd name="connsiteY133" fmla="*/ 5022958 h 6858000"/>
              <a:gd name="connsiteX134" fmla="*/ 2813343 w 7467600"/>
              <a:gd name="connsiteY134" fmla="*/ 4998369 h 6858000"/>
              <a:gd name="connsiteX135" fmla="*/ 2646245 w 7467600"/>
              <a:gd name="connsiteY135" fmla="*/ 4930999 h 6858000"/>
              <a:gd name="connsiteX136" fmla="*/ 1999243 w 7467600"/>
              <a:gd name="connsiteY136" fmla="*/ 4730524 h 6858000"/>
              <a:gd name="connsiteX137" fmla="*/ 1979527 w 7467600"/>
              <a:gd name="connsiteY137" fmla="*/ 4726651 h 6858000"/>
              <a:gd name="connsiteX138" fmla="*/ 1927410 w 7467600"/>
              <a:gd name="connsiteY138" fmla="*/ 4716164 h 6858000"/>
              <a:gd name="connsiteX139" fmla="*/ 1997014 w 7467600"/>
              <a:gd name="connsiteY139" fmla="*/ 4698007 h 6858000"/>
              <a:gd name="connsiteX140" fmla="*/ 2005458 w 7467600"/>
              <a:gd name="connsiteY140" fmla="*/ 4699540 h 6858000"/>
              <a:gd name="connsiteX141" fmla="*/ 2657186 w 7467600"/>
              <a:gd name="connsiteY141" fmla="*/ 4901687 h 6858000"/>
              <a:gd name="connsiteX142" fmla="*/ 2826662 w 7467600"/>
              <a:gd name="connsiteY142" fmla="*/ 4970362 h 6858000"/>
              <a:gd name="connsiteX143" fmla="*/ 2876100 w 7467600"/>
              <a:gd name="connsiteY143" fmla="*/ 4995397 h 6858000"/>
              <a:gd name="connsiteX144" fmla="*/ 3042600 w 7467600"/>
              <a:gd name="connsiteY144" fmla="*/ 5059532 h 6858000"/>
              <a:gd name="connsiteX145" fmla="*/ 1997014 w 7467600"/>
              <a:gd name="connsiteY145" fmla="*/ 4698007 h 6858000"/>
              <a:gd name="connsiteX146" fmla="*/ 2305292 w 7467600"/>
              <a:gd name="connsiteY146" fmla="*/ 4219492 h 6858000"/>
              <a:gd name="connsiteX147" fmla="*/ 3360922 w 7467600"/>
              <a:gd name="connsiteY147" fmla="*/ 4529373 h 6858000"/>
              <a:gd name="connsiteX148" fmla="*/ 3492420 w 7467600"/>
              <a:gd name="connsiteY148" fmla="*/ 4510145 h 6858000"/>
              <a:gd name="connsiteX149" fmla="*/ 3364086 w 7467600"/>
              <a:gd name="connsiteY149" fmla="*/ 4480340 h 6858000"/>
              <a:gd name="connsiteX150" fmla="*/ 3225818 w 7467600"/>
              <a:gd name="connsiteY150" fmla="*/ 4411822 h 6858000"/>
              <a:gd name="connsiteX151" fmla="*/ 3129696 w 7467600"/>
              <a:gd name="connsiteY151" fmla="*/ 4360704 h 6858000"/>
              <a:gd name="connsiteX152" fmla="*/ 2814545 w 7467600"/>
              <a:gd name="connsiteY152" fmla="*/ 4282955 h 6858000"/>
              <a:gd name="connsiteX153" fmla="*/ 2305292 w 7467600"/>
              <a:gd name="connsiteY153" fmla="*/ 4219492 h 6858000"/>
              <a:gd name="connsiteX154" fmla="*/ 2626982 w 7467600"/>
              <a:gd name="connsiteY154" fmla="*/ 4206450 h 6858000"/>
              <a:gd name="connsiteX155" fmla="*/ 2490617 w 7467600"/>
              <a:gd name="connsiteY155" fmla="*/ 4206951 h 6858000"/>
              <a:gd name="connsiteX156" fmla="*/ 2819869 w 7467600"/>
              <a:gd name="connsiteY156" fmla="*/ 4252936 h 6858000"/>
              <a:gd name="connsiteX157" fmla="*/ 3143018 w 7467600"/>
              <a:gd name="connsiteY157" fmla="*/ 4332698 h 6858000"/>
              <a:gd name="connsiteX158" fmla="*/ 3241520 w 7467600"/>
              <a:gd name="connsiteY158" fmla="*/ 4385112 h 6858000"/>
              <a:gd name="connsiteX159" fmla="*/ 3374575 w 7467600"/>
              <a:gd name="connsiteY159" fmla="*/ 4451517 h 6858000"/>
              <a:gd name="connsiteX160" fmla="*/ 3505221 w 7467600"/>
              <a:gd name="connsiteY160" fmla="*/ 4480757 h 6858000"/>
              <a:gd name="connsiteX161" fmla="*/ 2626982 w 7467600"/>
              <a:gd name="connsiteY161" fmla="*/ 4206450 h 6858000"/>
              <a:gd name="connsiteX162" fmla="*/ 1310106 w 7467600"/>
              <a:gd name="connsiteY162" fmla="*/ 3943217 h 6858000"/>
              <a:gd name="connsiteX163" fmla="*/ 854994 w 7467600"/>
              <a:gd name="connsiteY163" fmla="*/ 4399136 h 6858000"/>
              <a:gd name="connsiteX164" fmla="*/ 742462 w 7467600"/>
              <a:gd name="connsiteY164" fmla="*/ 4594648 h 6858000"/>
              <a:gd name="connsiteX165" fmla="*/ 820602 w 7467600"/>
              <a:gd name="connsiteY165" fmla="*/ 4485915 h 6858000"/>
              <a:gd name="connsiteX166" fmla="*/ 878295 w 7467600"/>
              <a:gd name="connsiteY166" fmla="*/ 4403594 h 6858000"/>
              <a:gd name="connsiteX167" fmla="*/ 1240607 w 7467600"/>
              <a:gd name="connsiteY167" fmla="*/ 4010401 h 6858000"/>
              <a:gd name="connsiteX168" fmla="*/ 1310106 w 7467600"/>
              <a:gd name="connsiteY168" fmla="*/ 3943217 h 6858000"/>
              <a:gd name="connsiteX169" fmla="*/ 1423113 w 7467600"/>
              <a:gd name="connsiteY169" fmla="*/ 3874565 h 6858000"/>
              <a:gd name="connsiteX170" fmla="*/ 1260565 w 7467600"/>
              <a:gd name="connsiteY170" fmla="*/ 4031982 h 6858000"/>
              <a:gd name="connsiteX171" fmla="*/ 901900 w 7467600"/>
              <a:gd name="connsiteY171" fmla="*/ 4421236 h 6858000"/>
              <a:gd name="connsiteX172" fmla="*/ 845044 w 7467600"/>
              <a:gd name="connsiteY172" fmla="*/ 4502436 h 6858000"/>
              <a:gd name="connsiteX173" fmla="*/ 685926 w 7467600"/>
              <a:gd name="connsiteY173" fmla="*/ 4703069 h 6858000"/>
              <a:gd name="connsiteX174" fmla="*/ 684248 w 7467600"/>
              <a:gd name="connsiteY174" fmla="*/ 4706721 h 6858000"/>
              <a:gd name="connsiteX175" fmla="*/ 1423113 w 7467600"/>
              <a:gd name="connsiteY175" fmla="*/ 3874565 h 6858000"/>
              <a:gd name="connsiteX176" fmla="*/ 3316479 w 7467600"/>
              <a:gd name="connsiteY176" fmla="*/ 3872136 h 6858000"/>
              <a:gd name="connsiteX177" fmla="*/ 3546806 w 7467600"/>
              <a:gd name="connsiteY177" fmla="*/ 4356139 h 6858000"/>
              <a:gd name="connsiteX178" fmla="*/ 3364433 w 7467600"/>
              <a:gd name="connsiteY178" fmla="*/ 3953121 h 6858000"/>
              <a:gd name="connsiteX179" fmla="*/ 3316479 w 7467600"/>
              <a:gd name="connsiteY179" fmla="*/ 3872136 h 6858000"/>
              <a:gd name="connsiteX180" fmla="*/ 3291335 w 7467600"/>
              <a:gd name="connsiteY180" fmla="*/ 3767420 h 6858000"/>
              <a:gd name="connsiteX181" fmla="*/ 3390805 w 7467600"/>
              <a:gd name="connsiteY181" fmla="*/ 3937163 h 6858000"/>
              <a:gd name="connsiteX182" fmla="*/ 3579062 w 7467600"/>
              <a:gd name="connsiteY182" fmla="*/ 4359040 h 6858000"/>
              <a:gd name="connsiteX183" fmla="*/ 3467355 w 7467600"/>
              <a:gd name="connsiteY183" fmla="*/ 3988130 h 6858000"/>
              <a:gd name="connsiteX184" fmla="*/ 3310753 w 7467600"/>
              <a:gd name="connsiteY184" fmla="*/ 3787140 h 6858000"/>
              <a:gd name="connsiteX185" fmla="*/ 3291335 w 7467600"/>
              <a:gd name="connsiteY185" fmla="*/ 3767420 h 6858000"/>
              <a:gd name="connsiteX186" fmla="*/ 1635889 w 7467600"/>
              <a:gd name="connsiteY186" fmla="*/ 3709494 h 6858000"/>
              <a:gd name="connsiteX187" fmla="*/ 1634800 w 7467600"/>
              <a:gd name="connsiteY187" fmla="*/ 3731111 h 6858000"/>
              <a:gd name="connsiteX188" fmla="*/ 1635889 w 7467600"/>
              <a:gd name="connsiteY188" fmla="*/ 3709494 h 6858000"/>
              <a:gd name="connsiteX189" fmla="*/ 1510397 w 7467600"/>
              <a:gd name="connsiteY189" fmla="*/ 3684705 h 6858000"/>
              <a:gd name="connsiteX190" fmla="*/ 1146550 w 7467600"/>
              <a:gd name="connsiteY190" fmla="*/ 3802012 h 6858000"/>
              <a:gd name="connsiteX191" fmla="*/ 698834 w 7467600"/>
              <a:gd name="connsiteY191" fmla="*/ 3952272 h 6858000"/>
              <a:gd name="connsiteX192" fmla="*/ 34256 w 7467600"/>
              <a:gd name="connsiteY192" fmla="*/ 4347603 h 6858000"/>
              <a:gd name="connsiteX193" fmla="*/ 527241 w 7467600"/>
              <a:gd name="connsiteY193" fmla="*/ 4065078 h 6858000"/>
              <a:gd name="connsiteX194" fmla="*/ 1510397 w 7467600"/>
              <a:gd name="connsiteY194" fmla="*/ 3684705 h 6858000"/>
              <a:gd name="connsiteX195" fmla="*/ 1313114 w 7467600"/>
              <a:gd name="connsiteY195" fmla="*/ 3655216 h 6858000"/>
              <a:gd name="connsiteX196" fmla="*/ 1109304 w 7467600"/>
              <a:gd name="connsiteY196" fmla="*/ 3669030 h 6858000"/>
              <a:gd name="connsiteX197" fmla="*/ 8129 w 7467600"/>
              <a:gd name="connsiteY197" fmla="*/ 4330519 h 6858000"/>
              <a:gd name="connsiteX198" fmla="*/ 687572 w 7467600"/>
              <a:gd name="connsiteY198" fmla="*/ 3925629 h 6858000"/>
              <a:gd name="connsiteX199" fmla="*/ 1138365 w 7467600"/>
              <a:gd name="connsiteY199" fmla="*/ 3774515 h 6858000"/>
              <a:gd name="connsiteX200" fmla="*/ 1505579 w 7467600"/>
              <a:gd name="connsiteY200" fmla="*/ 3655526 h 6858000"/>
              <a:gd name="connsiteX201" fmla="*/ 1313114 w 7467600"/>
              <a:gd name="connsiteY201" fmla="*/ 3655216 h 6858000"/>
              <a:gd name="connsiteX202" fmla="*/ 3655073 w 7467600"/>
              <a:gd name="connsiteY202" fmla="*/ 3650884 h 6858000"/>
              <a:gd name="connsiteX203" fmla="*/ 3989938 w 7467600"/>
              <a:gd name="connsiteY203" fmla="*/ 3991685 h 6858000"/>
              <a:gd name="connsiteX204" fmla="*/ 4393907 w 7467600"/>
              <a:gd name="connsiteY204" fmla="*/ 4261258 h 6858000"/>
              <a:gd name="connsiteX205" fmla="*/ 4648051 w 7467600"/>
              <a:gd name="connsiteY205" fmla="*/ 4374051 h 6858000"/>
              <a:gd name="connsiteX206" fmla="*/ 4383389 w 7467600"/>
              <a:gd name="connsiteY206" fmla="*/ 4184369 h 6858000"/>
              <a:gd name="connsiteX207" fmla="*/ 4165508 w 7467600"/>
              <a:gd name="connsiteY207" fmla="*/ 4035196 h 6858000"/>
              <a:gd name="connsiteX208" fmla="*/ 4068162 w 7467600"/>
              <a:gd name="connsiteY208" fmla="*/ 3953394 h 6858000"/>
              <a:gd name="connsiteX209" fmla="*/ 3981416 w 7467600"/>
              <a:gd name="connsiteY209" fmla="*/ 3880482 h 6858000"/>
              <a:gd name="connsiteX210" fmla="*/ 3800147 w 7467600"/>
              <a:gd name="connsiteY210" fmla="*/ 3749872 h 6858000"/>
              <a:gd name="connsiteX211" fmla="*/ 3655073 w 7467600"/>
              <a:gd name="connsiteY211" fmla="*/ 3650884 h 6858000"/>
              <a:gd name="connsiteX212" fmla="*/ 3670252 w 7467600"/>
              <a:gd name="connsiteY212" fmla="*/ 3622798 h 6858000"/>
              <a:gd name="connsiteX213" fmla="*/ 3817258 w 7467600"/>
              <a:gd name="connsiteY213" fmla="*/ 3723577 h 6858000"/>
              <a:gd name="connsiteX214" fmla="*/ 4000461 w 7467600"/>
              <a:gd name="connsiteY214" fmla="*/ 3855966 h 6858000"/>
              <a:gd name="connsiteX215" fmla="*/ 4088180 w 7467600"/>
              <a:gd name="connsiteY215" fmla="*/ 3929774 h 6858000"/>
              <a:gd name="connsiteX216" fmla="*/ 4184555 w 7467600"/>
              <a:gd name="connsiteY216" fmla="*/ 4010683 h 6858000"/>
              <a:gd name="connsiteX217" fmla="*/ 4399563 w 7467600"/>
              <a:gd name="connsiteY217" fmla="*/ 4158106 h 6858000"/>
              <a:gd name="connsiteX218" fmla="*/ 4684469 w 7467600"/>
              <a:gd name="connsiteY218" fmla="*/ 4364680 h 6858000"/>
              <a:gd name="connsiteX219" fmla="*/ 4690271 w 7467600"/>
              <a:gd name="connsiteY219" fmla="*/ 4370034 h 6858000"/>
              <a:gd name="connsiteX220" fmla="*/ 4136093 w 7467600"/>
              <a:gd name="connsiteY220" fmla="*/ 3858466 h 6858000"/>
              <a:gd name="connsiteX221" fmla="*/ 3670252 w 7467600"/>
              <a:gd name="connsiteY221" fmla="*/ 3622798 h 6858000"/>
              <a:gd name="connsiteX222" fmla="*/ 4440129 w 7467600"/>
              <a:gd name="connsiteY222" fmla="*/ 3448571 h 6858000"/>
              <a:gd name="connsiteX223" fmla="*/ 4856525 w 7467600"/>
              <a:gd name="connsiteY223" fmla="*/ 3915351 h 6858000"/>
              <a:gd name="connsiteX224" fmla="*/ 5059055 w 7467600"/>
              <a:gd name="connsiteY224" fmla="*/ 4108918 h 6858000"/>
              <a:gd name="connsiteX225" fmla="*/ 5290070 w 7467600"/>
              <a:gd name="connsiteY225" fmla="*/ 4263619 h 6858000"/>
              <a:gd name="connsiteX226" fmla="*/ 4834991 w 7467600"/>
              <a:gd name="connsiteY226" fmla="*/ 3830985 h 6858000"/>
              <a:gd name="connsiteX227" fmla="*/ 4440129 w 7467600"/>
              <a:gd name="connsiteY227" fmla="*/ 3448571 h 6858000"/>
              <a:gd name="connsiteX228" fmla="*/ 4441737 w 7467600"/>
              <a:gd name="connsiteY228" fmla="*/ 3399734 h 6858000"/>
              <a:gd name="connsiteX229" fmla="*/ 4431236 w 7467600"/>
              <a:gd name="connsiteY229" fmla="*/ 3400954 h 6858000"/>
              <a:gd name="connsiteX230" fmla="*/ 4557150 w 7467600"/>
              <a:gd name="connsiteY230" fmla="*/ 3510023 h 6858000"/>
              <a:gd name="connsiteX231" fmla="*/ 4856936 w 7467600"/>
              <a:gd name="connsiteY231" fmla="*/ 3809146 h 6858000"/>
              <a:gd name="connsiteX232" fmla="*/ 5111996 w 7467600"/>
              <a:gd name="connsiteY232" fmla="*/ 4065759 h 6858000"/>
              <a:gd name="connsiteX233" fmla="*/ 5388878 w 7467600"/>
              <a:gd name="connsiteY233" fmla="*/ 4300185 h 6858000"/>
              <a:gd name="connsiteX234" fmla="*/ 5425556 w 7467600"/>
              <a:gd name="connsiteY234" fmla="*/ 4308967 h 6858000"/>
              <a:gd name="connsiteX235" fmla="*/ 4943646 w 7467600"/>
              <a:gd name="connsiteY235" fmla="*/ 3822916 h 6858000"/>
              <a:gd name="connsiteX236" fmla="*/ 4594837 w 7467600"/>
              <a:gd name="connsiteY236" fmla="*/ 3532274 h 6858000"/>
              <a:gd name="connsiteX237" fmla="*/ 4441737 w 7467600"/>
              <a:gd name="connsiteY237" fmla="*/ 3399734 h 6858000"/>
              <a:gd name="connsiteX238" fmla="*/ 5425834 w 7467600"/>
              <a:gd name="connsiteY238" fmla="*/ 3162785 h 6858000"/>
              <a:gd name="connsiteX239" fmla="*/ 5401644 w 7467600"/>
              <a:gd name="connsiteY239" fmla="*/ 3617847 h 6858000"/>
              <a:gd name="connsiteX240" fmla="*/ 5467256 w 7467600"/>
              <a:gd name="connsiteY240" fmla="*/ 4175494 h 6858000"/>
              <a:gd name="connsiteX241" fmla="*/ 5448069 w 7467600"/>
              <a:gd name="connsiteY241" fmla="*/ 3567554 h 6858000"/>
              <a:gd name="connsiteX242" fmla="*/ 5425834 w 7467600"/>
              <a:gd name="connsiteY242" fmla="*/ 3162785 h 6858000"/>
              <a:gd name="connsiteX243" fmla="*/ 1318687 w 7467600"/>
              <a:gd name="connsiteY243" fmla="*/ 3113840 h 6858000"/>
              <a:gd name="connsiteX244" fmla="*/ 1066793 w 7467600"/>
              <a:gd name="connsiteY244" fmla="*/ 3212171 h 6858000"/>
              <a:gd name="connsiteX245" fmla="*/ 993319 w 7467600"/>
              <a:gd name="connsiteY245" fmla="*/ 3247648 h 6858000"/>
              <a:gd name="connsiteX246" fmla="*/ 853081 w 7467600"/>
              <a:gd name="connsiteY246" fmla="*/ 3312410 h 6858000"/>
              <a:gd name="connsiteX247" fmla="*/ 805957 w 7467600"/>
              <a:gd name="connsiteY247" fmla="*/ 3330443 h 6858000"/>
              <a:gd name="connsiteX248" fmla="*/ 1318687 w 7467600"/>
              <a:gd name="connsiteY248" fmla="*/ 3113840 h 6858000"/>
              <a:gd name="connsiteX249" fmla="*/ 5453702 w 7467600"/>
              <a:gd name="connsiteY249" fmla="*/ 3090882 h 6858000"/>
              <a:gd name="connsiteX250" fmla="*/ 5480135 w 7467600"/>
              <a:gd name="connsiteY250" fmla="*/ 3565802 h 6858000"/>
              <a:gd name="connsiteX251" fmla="*/ 5499023 w 7467600"/>
              <a:gd name="connsiteY251" fmla="*/ 4166310 h 6858000"/>
              <a:gd name="connsiteX252" fmla="*/ 5547022 w 7467600"/>
              <a:gd name="connsiteY252" fmla="*/ 3607838 h 6858000"/>
              <a:gd name="connsiteX253" fmla="*/ 5515964 w 7467600"/>
              <a:gd name="connsiteY253" fmla="*/ 3378541 h 6858000"/>
              <a:gd name="connsiteX254" fmla="*/ 5453702 w 7467600"/>
              <a:gd name="connsiteY254" fmla="*/ 3090882 h 6858000"/>
              <a:gd name="connsiteX255" fmla="*/ 1238695 w 7467600"/>
              <a:gd name="connsiteY255" fmla="*/ 3076820 h 6858000"/>
              <a:gd name="connsiteX256" fmla="*/ 716371 w 7467600"/>
              <a:gd name="connsiteY256" fmla="*/ 3293249 h 6858000"/>
              <a:gd name="connsiteX257" fmla="*/ 579522 w 7467600"/>
              <a:gd name="connsiteY257" fmla="*/ 3371759 h 6858000"/>
              <a:gd name="connsiteX258" fmla="*/ 600288 w 7467600"/>
              <a:gd name="connsiteY258" fmla="*/ 3365555 h 6858000"/>
              <a:gd name="connsiteX259" fmla="*/ 840692 w 7467600"/>
              <a:gd name="connsiteY259" fmla="*/ 3284921 h 6858000"/>
              <a:gd name="connsiteX260" fmla="*/ 979248 w 7467600"/>
              <a:gd name="connsiteY260" fmla="*/ 3221003 h 6858000"/>
              <a:gd name="connsiteX261" fmla="*/ 1053282 w 7467600"/>
              <a:gd name="connsiteY261" fmla="*/ 3185247 h 6858000"/>
              <a:gd name="connsiteX262" fmla="*/ 1320603 w 7467600"/>
              <a:gd name="connsiteY262" fmla="*/ 3081281 h 6858000"/>
              <a:gd name="connsiteX263" fmla="*/ 1238695 w 7467600"/>
              <a:gd name="connsiteY263" fmla="*/ 3076820 h 6858000"/>
              <a:gd name="connsiteX264" fmla="*/ 5425627 w 7467600"/>
              <a:gd name="connsiteY264" fmla="*/ 2954192 h 6858000"/>
              <a:gd name="connsiteX265" fmla="*/ 5470770 w 7467600"/>
              <a:gd name="connsiteY265" fmla="*/ 3005435 h 6858000"/>
              <a:gd name="connsiteX266" fmla="*/ 5519779 w 7467600"/>
              <a:gd name="connsiteY266" fmla="*/ 4359223 h 6858000"/>
              <a:gd name="connsiteX267" fmla="*/ 5520293 w 7467600"/>
              <a:gd name="connsiteY267" fmla="*/ 4360602 h 6858000"/>
              <a:gd name="connsiteX268" fmla="*/ 5767221 w 7467600"/>
              <a:gd name="connsiteY268" fmla="*/ 4665564 h 6858000"/>
              <a:gd name="connsiteX269" fmla="*/ 6937169 w 7467600"/>
              <a:gd name="connsiteY269" fmla="*/ 4815941 h 6858000"/>
              <a:gd name="connsiteX270" fmla="*/ 6953922 w 7467600"/>
              <a:gd name="connsiteY270" fmla="*/ 4890068 h 6858000"/>
              <a:gd name="connsiteX271" fmla="*/ 6071359 w 7467600"/>
              <a:gd name="connsiteY271" fmla="*/ 4770770 h 6858000"/>
              <a:gd name="connsiteX272" fmla="*/ 6038839 w 7467600"/>
              <a:gd name="connsiteY272" fmla="*/ 4764474 h 6858000"/>
              <a:gd name="connsiteX273" fmla="*/ 6038706 w 7467600"/>
              <a:gd name="connsiteY273" fmla="*/ 4763847 h 6858000"/>
              <a:gd name="connsiteX274" fmla="*/ 6037784 w 7467600"/>
              <a:gd name="connsiteY274" fmla="*/ 4764270 h 6858000"/>
              <a:gd name="connsiteX275" fmla="*/ 6038839 w 7467600"/>
              <a:gd name="connsiteY275" fmla="*/ 4764474 h 6858000"/>
              <a:gd name="connsiteX276" fmla="*/ 6040338 w 7467600"/>
              <a:gd name="connsiteY276" fmla="*/ 4771418 h 6858000"/>
              <a:gd name="connsiteX277" fmla="*/ 6024488 w 7467600"/>
              <a:gd name="connsiteY277" fmla="*/ 4809903 h 6858000"/>
              <a:gd name="connsiteX278" fmla="*/ 5599771 w 7467600"/>
              <a:gd name="connsiteY278" fmla="*/ 5509652 h 6858000"/>
              <a:gd name="connsiteX279" fmla="*/ 5548843 w 7467600"/>
              <a:gd name="connsiteY279" fmla="*/ 5563845 h 6858000"/>
              <a:gd name="connsiteX280" fmla="*/ 5940952 w 7467600"/>
              <a:gd name="connsiteY280" fmla="*/ 6250028 h 6858000"/>
              <a:gd name="connsiteX281" fmla="*/ 6043441 w 7467600"/>
              <a:gd name="connsiteY281" fmla="*/ 6665847 h 6858000"/>
              <a:gd name="connsiteX282" fmla="*/ 6093432 w 7467600"/>
              <a:gd name="connsiteY282" fmla="*/ 6858000 h 6858000"/>
              <a:gd name="connsiteX283" fmla="*/ 6034344 w 7467600"/>
              <a:gd name="connsiteY283" fmla="*/ 6858000 h 6858000"/>
              <a:gd name="connsiteX284" fmla="*/ 6026679 w 7467600"/>
              <a:gd name="connsiteY284" fmla="*/ 6836959 h 6858000"/>
              <a:gd name="connsiteX285" fmla="*/ 5800441 w 7467600"/>
              <a:gd name="connsiteY285" fmla="*/ 6335286 h 6858000"/>
              <a:gd name="connsiteX286" fmla="*/ 5526562 w 7467600"/>
              <a:gd name="connsiteY286" fmla="*/ 5705388 h 6858000"/>
              <a:gd name="connsiteX287" fmla="*/ 5519640 w 7467600"/>
              <a:gd name="connsiteY287" fmla="*/ 5683774 h 6858000"/>
              <a:gd name="connsiteX288" fmla="*/ 5844559 w 7467600"/>
              <a:gd name="connsiteY288" fmla="*/ 6553349 h 6858000"/>
              <a:gd name="connsiteX289" fmla="*/ 5975994 w 7467600"/>
              <a:gd name="connsiteY289" fmla="*/ 6858000 h 6858000"/>
              <a:gd name="connsiteX290" fmla="*/ 5898547 w 7467600"/>
              <a:gd name="connsiteY290" fmla="*/ 6858000 h 6858000"/>
              <a:gd name="connsiteX291" fmla="*/ 5682041 w 7467600"/>
              <a:gd name="connsiteY291" fmla="*/ 6355860 h 6858000"/>
              <a:gd name="connsiteX292" fmla="*/ 5461758 w 7467600"/>
              <a:gd name="connsiteY292" fmla="*/ 5820220 h 6858000"/>
              <a:gd name="connsiteX293" fmla="*/ 5237282 w 7467600"/>
              <a:gd name="connsiteY293" fmla="*/ 6579086 h 6858000"/>
              <a:gd name="connsiteX294" fmla="*/ 5115009 w 7467600"/>
              <a:gd name="connsiteY294" fmla="*/ 6858000 h 6858000"/>
              <a:gd name="connsiteX295" fmla="*/ 5028074 w 7467600"/>
              <a:gd name="connsiteY295" fmla="*/ 6858000 h 6858000"/>
              <a:gd name="connsiteX296" fmla="*/ 5079508 w 7467600"/>
              <a:gd name="connsiteY296" fmla="*/ 6749074 h 6858000"/>
              <a:gd name="connsiteX297" fmla="*/ 5371846 w 7467600"/>
              <a:gd name="connsiteY297" fmla="*/ 5924413 h 6858000"/>
              <a:gd name="connsiteX298" fmla="*/ 5270512 w 7467600"/>
              <a:gd name="connsiteY298" fmla="*/ 6138975 h 6858000"/>
              <a:gd name="connsiteX299" fmla="*/ 5062409 w 7467600"/>
              <a:gd name="connsiteY299" fmla="*/ 6653544 h 6858000"/>
              <a:gd name="connsiteX300" fmla="*/ 5036628 w 7467600"/>
              <a:gd name="connsiteY300" fmla="*/ 6754247 h 6858000"/>
              <a:gd name="connsiteX301" fmla="*/ 5009112 w 7467600"/>
              <a:gd name="connsiteY301" fmla="*/ 6858000 h 6858000"/>
              <a:gd name="connsiteX302" fmla="*/ 4976679 w 7467600"/>
              <a:gd name="connsiteY302" fmla="*/ 6858000 h 6858000"/>
              <a:gd name="connsiteX303" fmla="*/ 5006537 w 7467600"/>
              <a:gd name="connsiteY303" fmla="*/ 6747068 h 6858000"/>
              <a:gd name="connsiteX304" fmla="*/ 5032723 w 7467600"/>
              <a:gd name="connsiteY304" fmla="*/ 6644957 h 6858000"/>
              <a:gd name="connsiteX305" fmla="*/ 5242949 w 7467600"/>
              <a:gd name="connsiteY305" fmla="*/ 6125175 h 6858000"/>
              <a:gd name="connsiteX306" fmla="*/ 5286321 w 7467600"/>
              <a:gd name="connsiteY306" fmla="*/ 6033555 h 6858000"/>
              <a:gd name="connsiteX307" fmla="*/ 5008210 w 7467600"/>
              <a:gd name="connsiteY307" fmla="*/ 6649194 h 6858000"/>
              <a:gd name="connsiteX308" fmla="*/ 4986321 w 7467600"/>
              <a:gd name="connsiteY308" fmla="*/ 6765687 h 6858000"/>
              <a:gd name="connsiteX309" fmla="*/ 4973474 w 7467600"/>
              <a:gd name="connsiteY309" fmla="*/ 6858000 h 6858000"/>
              <a:gd name="connsiteX310" fmla="*/ 4907178 w 7467600"/>
              <a:gd name="connsiteY310" fmla="*/ 6858000 h 6858000"/>
              <a:gd name="connsiteX311" fmla="*/ 4910810 w 7467600"/>
              <a:gd name="connsiteY311" fmla="*/ 6829660 h 6858000"/>
              <a:gd name="connsiteX312" fmla="*/ 4987461 w 7467600"/>
              <a:gd name="connsiteY312" fmla="*/ 6432994 h 6858000"/>
              <a:gd name="connsiteX313" fmla="*/ 5179262 w 7467600"/>
              <a:gd name="connsiteY313" fmla="*/ 6035044 h 6858000"/>
              <a:gd name="connsiteX314" fmla="*/ 4689678 w 7467600"/>
              <a:gd name="connsiteY314" fmla="*/ 6440241 h 6858000"/>
              <a:gd name="connsiteX315" fmla="*/ 4477543 w 7467600"/>
              <a:gd name="connsiteY315" fmla="*/ 6674836 h 6858000"/>
              <a:gd name="connsiteX316" fmla="*/ 4329957 w 7467600"/>
              <a:gd name="connsiteY316" fmla="*/ 6858000 h 6858000"/>
              <a:gd name="connsiteX317" fmla="*/ 4218595 w 7467600"/>
              <a:gd name="connsiteY317" fmla="*/ 6858000 h 6858000"/>
              <a:gd name="connsiteX318" fmla="*/ 4368888 w 7467600"/>
              <a:gd name="connsiteY318" fmla="*/ 6668412 h 6858000"/>
              <a:gd name="connsiteX319" fmla="*/ 4563091 w 7467600"/>
              <a:gd name="connsiteY319" fmla="*/ 6442508 h 6858000"/>
              <a:gd name="connsiteX320" fmla="*/ 5387324 w 7467600"/>
              <a:gd name="connsiteY320" fmla="*/ 5705830 h 6858000"/>
              <a:gd name="connsiteX321" fmla="*/ 5073620 w 7467600"/>
              <a:gd name="connsiteY321" fmla="*/ 5955437 h 6858000"/>
              <a:gd name="connsiteX322" fmla="*/ 4689789 w 7467600"/>
              <a:gd name="connsiteY322" fmla="*/ 6268382 h 6858000"/>
              <a:gd name="connsiteX323" fmla="*/ 4418722 w 7467600"/>
              <a:gd name="connsiteY323" fmla="*/ 6570886 h 6858000"/>
              <a:gd name="connsiteX324" fmla="*/ 4214944 w 7467600"/>
              <a:gd name="connsiteY324" fmla="*/ 6858000 h 6858000"/>
              <a:gd name="connsiteX325" fmla="*/ 4177898 w 7467600"/>
              <a:gd name="connsiteY325" fmla="*/ 6858000 h 6858000"/>
              <a:gd name="connsiteX326" fmla="*/ 4391597 w 7467600"/>
              <a:gd name="connsiteY326" fmla="*/ 6556370 h 6858000"/>
              <a:gd name="connsiteX327" fmla="*/ 4668889 w 7467600"/>
              <a:gd name="connsiteY327" fmla="*/ 6246399 h 6858000"/>
              <a:gd name="connsiteX328" fmla="*/ 5055427 w 7467600"/>
              <a:gd name="connsiteY328" fmla="*/ 5931476 h 6858000"/>
              <a:gd name="connsiteX329" fmla="*/ 5371814 w 7467600"/>
              <a:gd name="connsiteY329" fmla="*/ 5678975 h 6858000"/>
              <a:gd name="connsiteX330" fmla="*/ 4987918 w 7467600"/>
              <a:gd name="connsiteY330" fmla="*/ 5838701 h 6858000"/>
              <a:gd name="connsiteX331" fmla="*/ 4317146 w 7467600"/>
              <a:gd name="connsiteY331" fmla="*/ 6587716 h 6858000"/>
              <a:gd name="connsiteX332" fmla="*/ 4171627 w 7467600"/>
              <a:gd name="connsiteY332" fmla="*/ 6858000 h 6858000"/>
              <a:gd name="connsiteX333" fmla="*/ 4081585 w 7467600"/>
              <a:gd name="connsiteY333" fmla="*/ 6858000 h 6858000"/>
              <a:gd name="connsiteX334" fmla="*/ 4238603 w 7467600"/>
              <a:gd name="connsiteY334" fmla="*/ 6559341 h 6858000"/>
              <a:gd name="connsiteX335" fmla="*/ 4778333 w 7467600"/>
              <a:gd name="connsiteY335" fmla="*/ 5873626 h 6858000"/>
              <a:gd name="connsiteX336" fmla="*/ 5414185 w 7467600"/>
              <a:gd name="connsiteY336" fmla="*/ 5573882 h 6858000"/>
              <a:gd name="connsiteX337" fmla="*/ 5959648 w 7467600"/>
              <a:gd name="connsiteY337" fmla="*/ 4760797 h 6858000"/>
              <a:gd name="connsiteX338" fmla="*/ 5355019 w 7467600"/>
              <a:gd name="connsiteY338" fmla="*/ 4734672 h 6858000"/>
              <a:gd name="connsiteX339" fmla="*/ 5083565 w 7467600"/>
              <a:gd name="connsiteY339" fmla="*/ 5179121 h 6858000"/>
              <a:gd name="connsiteX340" fmla="*/ 4713577 w 7467600"/>
              <a:gd name="connsiteY340" fmla="*/ 5616803 h 6858000"/>
              <a:gd name="connsiteX341" fmla="*/ 3989559 w 7467600"/>
              <a:gd name="connsiteY341" fmla="*/ 6145945 h 6858000"/>
              <a:gd name="connsiteX342" fmla="*/ 3939824 w 7467600"/>
              <a:gd name="connsiteY342" fmla="*/ 6066900 h 6858000"/>
              <a:gd name="connsiteX343" fmla="*/ 4584537 w 7467600"/>
              <a:gd name="connsiteY343" fmla="*/ 5324826 h 6858000"/>
              <a:gd name="connsiteX344" fmla="*/ 5037105 w 7467600"/>
              <a:gd name="connsiteY344" fmla="*/ 5088765 h 6858000"/>
              <a:gd name="connsiteX345" fmla="*/ 5039930 w 7467600"/>
              <a:gd name="connsiteY345" fmla="*/ 5089585 h 6858000"/>
              <a:gd name="connsiteX346" fmla="*/ 5263764 w 7467600"/>
              <a:gd name="connsiteY346" fmla="*/ 4735525 h 6858000"/>
              <a:gd name="connsiteX347" fmla="*/ 4086300 w 7467600"/>
              <a:gd name="connsiteY347" fmla="*/ 4884599 h 6858000"/>
              <a:gd name="connsiteX348" fmla="*/ 4085485 w 7467600"/>
              <a:gd name="connsiteY348" fmla="*/ 4899070 h 6858000"/>
              <a:gd name="connsiteX349" fmla="*/ 3871915 w 7467600"/>
              <a:gd name="connsiteY349" fmla="*/ 5253645 h 6858000"/>
              <a:gd name="connsiteX350" fmla="*/ 3799374 w 7467600"/>
              <a:gd name="connsiteY350" fmla="*/ 5466127 h 6858000"/>
              <a:gd name="connsiteX351" fmla="*/ 3498850 w 7467600"/>
              <a:gd name="connsiteY351" fmla="*/ 6661888 h 6858000"/>
              <a:gd name="connsiteX352" fmla="*/ 3399216 w 7467600"/>
              <a:gd name="connsiteY352" fmla="*/ 6858000 h 6858000"/>
              <a:gd name="connsiteX353" fmla="*/ 3303688 w 7467600"/>
              <a:gd name="connsiteY353" fmla="*/ 6858000 h 6858000"/>
              <a:gd name="connsiteX354" fmla="*/ 3391774 w 7467600"/>
              <a:gd name="connsiteY354" fmla="*/ 6697181 h 6858000"/>
              <a:gd name="connsiteX355" fmla="*/ 3735540 w 7467600"/>
              <a:gd name="connsiteY355" fmla="*/ 5546923 h 6858000"/>
              <a:gd name="connsiteX356" fmla="*/ 3729438 w 7467600"/>
              <a:gd name="connsiteY356" fmla="*/ 5569058 h 6858000"/>
              <a:gd name="connsiteX357" fmla="*/ 3707782 w 7467600"/>
              <a:gd name="connsiteY357" fmla="*/ 5644908 h 6858000"/>
              <a:gd name="connsiteX358" fmla="*/ 3583827 w 7467600"/>
              <a:gd name="connsiteY358" fmla="*/ 6039215 h 6858000"/>
              <a:gd name="connsiteX359" fmla="*/ 3547861 w 7467600"/>
              <a:gd name="connsiteY359" fmla="*/ 6129609 h 6858000"/>
              <a:gd name="connsiteX360" fmla="*/ 3490905 w 7467600"/>
              <a:gd name="connsiteY360" fmla="*/ 6277660 h 6858000"/>
              <a:gd name="connsiteX361" fmla="*/ 3455859 w 7467600"/>
              <a:gd name="connsiteY361" fmla="*/ 6391301 h 6858000"/>
              <a:gd name="connsiteX362" fmla="*/ 3429112 w 7467600"/>
              <a:gd name="connsiteY362" fmla="*/ 6479469 h 6858000"/>
              <a:gd name="connsiteX363" fmla="*/ 3304862 w 7467600"/>
              <a:gd name="connsiteY363" fmla="*/ 6796476 h 6858000"/>
              <a:gd name="connsiteX364" fmla="*/ 3276071 w 7467600"/>
              <a:gd name="connsiteY364" fmla="*/ 6858000 h 6858000"/>
              <a:gd name="connsiteX365" fmla="*/ 3240805 w 7467600"/>
              <a:gd name="connsiteY365" fmla="*/ 6858000 h 6858000"/>
              <a:gd name="connsiteX366" fmla="*/ 3275917 w 7467600"/>
              <a:gd name="connsiteY366" fmla="*/ 6783192 h 6858000"/>
              <a:gd name="connsiteX367" fmla="*/ 3399358 w 7467600"/>
              <a:gd name="connsiteY367" fmla="*/ 6469011 h 6858000"/>
              <a:gd name="connsiteX368" fmla="*/ 3425650 w 7467600"/>
              <a:gd name="connsiteY368" fmla="*/ 6381333 h 6858000"/>
              <a:gd name="connsiteX369" fmla="*/ 3460661 w 7467600"/>
              <a:gd name="connsiteY369" fmla="*/ 6266763 h 6858000"/>
              <a:gd name="connsiteX370" fmla="*/ 3518021 w 7467600"/>
              <a:gd name="connsiteY370" fmla="*/ 6117298 h 6858000"/>
              <a:gd name="connsiteX371" fmla="*/ 3554035 w 7467600"/>
              <a:gd name="connsiteY371" fmla="*/ 6027832 h 6858000"/>
              <a:gd name="connsiteX372" fmla="*/ 3677174 w 7467600"/>
              <a:gd name="connsiteY372" fmla="*/ 5636351 h 6858000"/>
              <a:gd name="connsiteX373" fmla="*/ 3698819 w 7467600"/>
              <a:gd name="connsiteY373" fmla="*/ 5560503 h 6858000"/>
              <a:gd name="connsiteX374" fmla="*/ 3702094 w 7467600"/>
              <a:gd name="connsiteY374" fmla="*/ 5549194 h 6858000"/>
              <a:gd name="connsiteX375" fmla="*/ 3398355 w 7467600"/>
              <a:gd name="connsiteY375" fmla="*/ 6094603 h 6858000"/>
              <a:gd name="connsiteX376" fmla="*/ 3193941 w 7467600"/>
              <a:gd name="connsiteY376" fmla="*/ 6798775 h 6858000"/>
              <a:gd name="connsiteX377" fmla="*/ 3184140 w 7467600"/>
              <a:gd name="connsiteY377" fmla="*/ 6858000 h 6858000"/>
              <a:gd name="connsiteX378" fmla="*/ 3099978 w 7467600"/>
              <a:gd name="connsiteY378" fmla="*/ 6858000 h 6858000"/>
              <a:gd name="connsiteX379" fmla="*/ 3101556 w 7467600"/>
              <a:gd name="connsiteY379" fmla="*/ 6843337 h 6858000"/>
              <a:gd name="connsiteX380" fmla="*/ 3370162 w 7467600"/>
              <a:gd name="connsiteY380" fmla="*/ 5785550 h 6858000"/>
              <a:gd name="connsiteX381" fmla="*/ 3746477 w 7467600"/>
              <a:gd name="connsiteY381" fmla="*/ 5377889 h 6858000"/>
              <a:gd name="connsiteX382" fmla="*/ 3863399 w 7467600"/>
              <a:gd name="connsiteY382" fmla="*/ 5087257 h 6858000"/>
              <a:gd name="connsiteX383" fmla="*/ 3968712 w 7467600"/>
              <a:gd name="connsiteY383" fmla="*/ 4913989 h 6858000"/>
              <a:gd name="connsiteX384" fmla="*/ 2792390 w 7467600"/>
              <a:gd name="connsiteY384" fmla="*/ 5382974 h 6858000"/>
              <a:gd name="connsiteX385" fmla="*/ 2714982 w 7467600"/>
              <a:gd name="connsiteY385" fmla="*/ 5427051 h 6858000"/>
              <a:gd name="connsiteX386" fmla="*/ 2813361 w 7467600"/>
              <a:gd name="connsiteY386" fmla="*/ 6023912 h 6858000"/>
              <a:gd name="connsiteX387" fmla="*/ 2688430 w 7467600"/>
              <a:gd name="connsiteY387" fmla="*/ 6801564 h 6858000"/>
              <a:gd name="connsiteX388" fmla="*/ 2629626 w 7467600"/>
              <a:gd name="connsiteY388" fmla="*/ 6763394 h 6858000"/>
              <a:gd name="connsiteX389" fmla="*/ 2565328 w 7467600"/>
              <a:gd name="connsiteY389" fmla="*/ 5516399 h 6858000"/>
              <a:gd name="connsiteX390" fmla="*/ 1922999 w 7467600"/>
              <a:gd name="connsiteY390" fmla="*/ 5980343 h 6858000"/>
              <a:gd name="connsiteX391" fmla="*/ 1950261 w 7467600"/>
              <a:gd name="connsiteY391" fmla="*/ 6405858 h 6858000"/>
              <a:gd name="connsiteX392" fmla="*/ 2365554 w 7467600"/>
              <a:gd name="connsiteY392" fmla="*/ 6759107 h 6858000"/>
              <a:gd name="connsiteX393" fmla="*/ 2424142 w 7467600"/>
              <a:gd name="connsiteY393" fmla="*/ 6858000 h 6858000"/>
              <a:gd name="connsiteX394" fmla="*/ 2395994 w 7467600"/>
              <a:gd name="connsiteY394" fmla="*/ 6858000 h 6858000"/>
              <a:gd name="connsiteX395" fmla="*/ 2392863 w 7467600"/>
              <a:gd name="connsiteY395" fmla="*/ 6852964 h 6858000"/>
              <a:gd name="connsiteX396" fmla="*/ 2017589 w 7467600"/>
              <a:gd name="connsiteY396" fmla="*/ 6493982 h 6858000"/>
              <a:gd name="connsiteX397" fmla="*/ 2147336 w 7467600"/>
              <a:gd name="connsiteY397" fmla="*/ 6594052 h 6858000"/>
              <a:gd name="connsiteX398" fmla="*/ 2207047 w 7467600"/>
              <a:gd name="connsiteY398" fmla="*/ 6654540 h 6858000"/>
              <a:gd name="connsiteX399" fmla="*/ 2299106 w 7467600"/>
              <a:gd name="connsiteY399" fmla="*/ 6778931 h 6858000"/>
              <a:gd name="connsiteX400" fmla="*/ 2314430 w 7467600"/>
              <a:gd name="connsiteY400" fmla="*/ 6801144 h 6858000"/>
              <a:gd name="connsiteX401" fmla="*/ 2352406 w 7467600"/>
              <a:gd name="connsiteY401" fmla="*/ 6858000 h 6858000"/>
              <a:gd name="connsiteX402" fmla="*/ 2314492 w 7467600"/>
              <a:gd name="connsiteY402" fmla="*/ 6858000 h 6858000"/>
              <a:gd name="connsiteX403" fmla="*/ 2288095 w 7467600"/>
              <a:gd name="connsiteY403" fmla="*/ 6818030 h 6858000"/>
              <a:gd name="connsiteX404" fmla="*/ 2272768 w 7467600"/>
              <a:gd name="connsiteY404" fmla="*/ 6795822 h 6858000"/>
              <a:gd name="connsiteX405" fmla="*/ 2182715 w 7467600"/>
              <a:gd name="connsiteY405" fmla="*/ 6675071 h 6858000"/>
              <a:gd name="connsiteX406" fmla="*/ 2032061 w 7467600"/>
              <a:gd name="connsiteY406" fmla="*/ 6541380 h 6858000"/>
              <a:gd name="connsiteX407" fmla="*/ 2257220 w 7467600"/>
              <a:gd name="connsiteY407" fmla="*/ 6826257 h 6858000"/>
              <a:gd name="connsiteX408" fmla="*/ 2281324 w 7467600"/>
              <a:gd name="connsiteY408" fmla="*/ 6858000 h 6858000"/>
              <a:gd name="connsiteX409" fmla="*/ 2242860 w 7467600"/>
              <a:gd name="connsiteY409" fmla="*/ 6858000 h 6858000"/>
              <a:gd name="connsiteX410" fmla="*/ 2232818 w 7467600"/>
              <a:gd name="connsiteY410" fmla="*/ 6844926 h 6858000"/>
              <a:gd name="connsiteX411" fmla="*/ 1990172 w 7467600"/>
              <a:gd name="connsiteY411" fmla="*/ 6542121 h 6858000"/>
              <a:gd name="connsiteX412" fmla="*/ 2124090 w 7467600"/>
              <a:gd name="connsiteY412" fmla="*/ 6761017 h 6858000"/>
              <a:gd name="connsiteX413" fmla="*/ 2200380 w 7467600"/>
              <a:gd name="connsiteY413" fmla="*/ 6858000 h 6858000"/>
              <a:gd name="connsiteX414" fmla="*/ 2147507 w 7467600"/>
              <a:gd name="connsiteY414" fmla="*/ 6858000 h 6858000"/>
              <a:gd name="connsiteX415" fmla="*/ 2070668 w 7467600"/>
              <a:gd name="connsiteY415" fmla="*/ 6761520 h 6858000"/>
              <a:gd name="connsiteX416" fmla="*/ 1975142 w 7467600"/>
              <a:gd name="connsiteY416" fmla="*/ 6585570 h 6858000"/>
              <a:gd name="connsiteX417" fmla="*/ 2050035 w 7467600"/>
              <a:gd name="connsiteY417" fmla="*/ 6813345 h 6858000"/>
              <a:gd name="connsiteX418" fmla="*/ 2063025 w 7467600"/>
              <a:gd name="connsiteY418" fmla="*/ 6858000 h 6858000"/>
              <a:gd name="connsiteX419" fmla="*/ 2021675 w 7467600"/>
              <a:gd name="connsiteY419" fmla="*/ 6858000 h 6858000"/>
              <a:gd name="connsiteX420" fmla="*/ 2019308 w 7467600"/>
              <a:gd name="connsiteY420" fmla="*/ 6847118 h 6858000"/>
              <a:gd name="connsiteX421" fmla="*/ 1938835 w 7467600"/>
              <a:gd name="connsiteY421" fmla="*/ 6551160 h 6858000"/>
              <a:gd name="connsiteX422" fmla="*/ 1953230 w 7467600"/>
              <a:gd name="connsiteY422" fmla="*/ 6759699 h 6858000"/>
              <a:gd name="connsiteX423" fmla="*/ 1956763 w 7467600"/>
              <a:gd name="connsiteY423" fmla="*/ 6778191 h 6858000"/>
              <a:gd name="connsiteX424" fmla="*/ 1967925 w 7467600"/>
              <a:gd name="connsiteY424" fmla="*/ 6858000 h 6858000"/>
              <a:gd name="connsiteX425" fmla="*/ 1936622 w 7467600"/>
              <a:gd name="connsiteY425" fmla="*/ 6858000 h 6858000"/>
              <a:gd name="connsiteX426" fmla="*/ 1926261 w 7467600"/>
              <a:gd name="connsiteY426" fmla="*/ 6784064 h 6858000"/>
              <a:gd name="connsiteX427" fmla="*/ 1922724 w 7467600"/>
              <a:gd name="connsiteY427" fmla="*/ 6765577 h 6858000"/>
              <a:gd name="connsiteX428" fmla="*/ 1904650 w 7467600"/>
              <a:gd name="connsiteY428" fmla="*/ 6639616 h 6858000"/>
              <a:gd name="connsiteX429" fmla="*/ 1885273 w 7467600"/>
              <a:gd name="connsiteY429" fmla="*/ 6858000 h 6858000"/>
              <a:gd name="connsiteX430" fmla="*/ 1854363 w 7467600"/>
              <a:gd name="connsiteY430" fmla="*/ 6858000 h 6858000"/>
              <a:gd name="connsiteX431" fmla="*/ 1880391 w 7467600"/>
              <a:gd name="connsiteY431" fmla="*/ 6603796 h 6858000"/>
              <a:gd name="connsiteX432" fmla="*/ 1818273 w 7467600"/>
              <a:gd name="connsiteY432" fmla="*/ 6715729 h 6858000"/>
              <a:gd name="connsiteX433" fmla="*/ 1794691 w 7467600"/>
              <a:gd name="connsiteY433" fmla="*/ 6843239 h 6858000"/>
              <a:gd name="connsiteX434" fmla="*/ 1794914 w 7467600"/>
              <a:gd name="connsiteY434" fmla="*/ 6858000 h 6858000"/>
              <a:gd name="connsiteX435" fmla="*/ 1746128 w 7467600"/>
              <a:gd name="connsiteY435" fmla="*/ 6858000 h 6858000"/>
              <a:gd name="connsiteX436" fmla="*/ 1753934 w 7467600"/>
              <a:gd name="connsiteY436" fmla="*/ 6724796 h 6858000"/>
              <a:gd name="connsiteX437" fmla="*/ 1792053 w 7467600"/>
              <a:gd name="connsiteY437" fmla="*/ 6572396 h 6858000"/>
              <a:gd name="connsiteX438" fmla="*/ 1862248 w 7467600"/>
              <a:gd name="connsiteY438" fmla="*/ 6266397 h 6858000"/>
              <a:gd name="connsiteX439" fmla="*/ 1862250 w 7467600"/>
              <a:gd name="connsiteY439" fmla="*/ 6033531 h 6858000"/>
              <a:gd name="connsiteX440" fmla="*/ 1211999 w 7467600"/>
              <a:gd name="connsiteY440" fmla="*/ 6683610 h 6858000"/>
              <a:gd name="connsiteX441" fmla="*/ 1213266 w 7467600"/>
              <a:gd name="connsiteY441" fmla="*/ 6691947 h 6858000"/>
              <a:gd name="connsiteX442" fmla="*/ 1203370 w 7467600"/>
              <a:gd name="connsiteY442" fmla="*/ 6850676 h 6858000"/>
              <a:gd name="connsiteX443" fmla="*/ 1203671 w 7467600"/>
              <a:gd name="connsiteY443" fmla="*/ 6858000 h 6858000"/>
              <a:gd name="connsiteX444" fmla="*/ 1143180 w 7467600"/>
              <a:gd name="connsiteY444" fmla="*/ 6858000 h 6858000"/>
              <a:gd name="connsiteX445" fmla="*/ 1142176 w 7467600"/>
              <a:gd name="connsiteY445" fmla="*/ 6766045 h 6858000"/>
              <a:gd name="connsiteX446" fmla="*/ 1067484 w 7467600"/>
              <a:gd name="connsiteY446" fmla="*/ 6858000 h 6858000"/>
              <a:gd name="connsiteX447" fmla="*/ 953928 w 7467600"/>
              <a:gd name="connsiteY447" fmla="*/ 6858000 h 6858000"/>
              <a:gd name="connsiteX448" fmla="*/ 959715 w 7467600"/>
              <a:gd name="connsiteY448" fmla="*/ 6850185 h 6858000"/>
              <a:gd name="connsiteX449" fmla="*/ 1483788 w 7467600"/>
              <a:gd name="connsiteY449" fmla="*/ 6259174 h 6858000"/>
              <a:gd name="connsiteX450" fmla="*/ 1100671 w 7467600"/>
              <a:gd name="connsiteY450" fmla="*/ 6252137 h 6858000"/>
              <a:gd name="connsiteX451" fmla="*/ 1090144 w 7467600"/>
              <a:gd name="connsiteY451" fmla="*/ 6256748 h 6858000"/>
              <a:gd name="connsiteX452" fmla="*/ 1095872 w 7467600"/>
              <a:gd name="connsiteY452" fmla="*/ 6271892 h 6858000"/>
              <a:gd name="connsiteX453" fmla="*/ 262785 w 7467600"/>
              <a:gd name="connsiteY453" fmla="*/ 6845450 h 6858000"/>
              <a:gd name="connsiteX454" fmla="*/ 209968 w 7467600"/>
              <a:gd name="connsiteY454" fmla="*/ 6770713 h 6858000"/>
              <a:gd name="connsiteX455" fmla="*/ 873460 w 7467600"/>
              <a:gd name="connsiteY455" fmla="*/ 6253768 h 6858000"/>
              <a:gd name="connsiteX456" fmla="*/ 192686 w 7467600"/>
              <a:gd name="connsiteY456" fmla="*/ 5849257 h 6858000"/>
              <a:gd name="connsiteX457" fmla="*/ 4696 w 7467600"/>
              <a:gd name="connsiteY457" fmla="*/ 5697668 h 6858000"/>
              <a:gd name="connsiteX458" fmla="*/ 0 w 7467600"/>
              <a:gd name="connsiteY458" fmla="*/ 5689984 h 6858000"/>
              <a:gd name="connsiteX459" fmla="*/ 0 w 7467600"/>
              <a:gd name="connsiteY459" fmla="*/ 5513472 h 6858000"/>
              <a:gd name="connsiteX460" fmla="*/ 174101 w 7467600"/>
              <a:gd name="connsiteY460" fmla="*/ 5620277 h 6858000"/>
              <a:gd name="connsiteX461" fmla="*/ 891800 w 7467600"/>
              <a:gd name="connsiteY461" fmla="*/ 6036935 h 6858000"/>
              <a:gd name="connsiteX462" fmla="*/ 1072219 w 7467600"/>
              <a:gd name="connsiteY462" fmla="*/ 6169443 h 6858000"/>
              <a:gd name="connsiteX463" fmla="*/ 1074117 w 7467600"/>
              <a:gd name="connsiteY463" fmla="*/ 6170301 h 6858000"/>
              <a:gd name="connsiteX464" fmla="*/ 1083114 w 7467600"/>
              <a:gd name="connsiteY464" fmla="*/ 6174131 h 6858000"/>
              <a:gd name="connsiteX465" fmla="*/ 1543010 w 7467600"/>
              <a:gd name="connsiteY465" fmla="*/ 6191140 h 6858000"/>
              <a:gd name="connsiteX466" fmla="*/ 1551080 w 7467600"/>
              <a:gd name="connsiteY466" fmla="*/ 6195006 h 6858000"/>
              <a:gd name="connsiteX467" fmla="*/ 2345443 w 7467600"/>
              <a:gd name="connsiteY467" fmla="*/ 5549882 h 6858000"/>
              <a:gd name="connsiteX468" fmla="*/ 1721499 w 7467600"/>
              <a:gd name="connsiteY468" fmla="*/ 5599969 h 6858000"/>
              <a:gd name="connsiteX469" fmla="*/ 767716 w 7467600"/>
              <a:gd name="connsiteY469" fmla="*/ 5472768 h 6858000"/>
              <a:gd name="connsiteX470" fmla="*/ 722147 w 7467600"/>
              <a:gd name="connsiteY470" fmla="*/ 5393091 h 6858000"/>
              <a:gd name="connsiteX471" fmla="*/ 1485552 w 7467600"/>
              <a:gd name="connsiteY471" fmla="*/ 5313202 h 6858000"/>
              <a:gd name="connsiteX472" fmla="*/ 2143004 w 7467600"/>
              <a:gd name="connsiteY472" fmla="*/ 5402420 h 6858000"/>
              <a:gd name="connsiteX473" fmla="*/ 1933391 w 7467600"/>
              <a:gd name="connsiteY473" fmla="*/ 5156971 h 6858000"/>
              <a:gd name="connsiteX474" fmla="*/ 1827118 w 7467600"/>
              <a:gd name="connsiteY474" fmla="*/ 4968410 h 6858000"/>
              <a:gd name="connsiteX475" fmla="*/ 1837349 w 7467600"/>
              <a:gd name="connsiteY475" fmla="*/ 4956357 h 6858000"/>
              <a:gd name="connsiteX476" fmla="*/ 2162835 w 7467600"/>
              <a:gd name="connsiteY476" fmla="*/ 5187853 h 6858000"/>
              <a:gd name="connsiteX477" fmla="*/ 2257167 w 7467600"/>
              <a:gd name="connsiteY477" fmla="*/ 5462123 h 6858000"/>
              <a:gd name="connsiteX478" fmla="*/ 2261598 w 7467600"/>
              <a:gd name="connsiteY478" fmla="*/ 5467998 h 6858000"/>
              <a:gd name="connsiteX479" fmla="*/ 2437177 w 7467600"/>
              <a:gd name="connsiteY479" fmla="*/ 5479608 h 6858000"/>
              <a:gd name="connsiteX480" fmla="*/ 2445247 w 7467600"/>
              <a:gd name="connsiteY480" fmla="*/ 5483476 h 6858000"/>
              <a:gd name="connsiteX481" fmla="*/ 2743626 w 7467600"/>
              <a:gd name="connsiteY481" fmla="*/ 5304819 h 6858000"/>
              <a:gd name="connsiteX482" fmla="*/ 3048102 w 7467600"/>
              <a:gd name="connsiteY482" fmla="*/ 5150595 h 6858000"/>
              <a:gd name="connsiteX483" fmla="*/ 1799414 w 7467600"/>
              <a:gd name="connsiteY483" fmla="*/ 4694732 h 6858000"/>
              <a:gd name="connsiteX484" fmla="*/ 1771735 w 7467600"/>
              <a:gd name="connsiteY484" fmla="*/ 4619929 h 6858000"/>
              <a:gd name="connsiteX485" fmla="*/ 3104273 w 7467600"/>
              <a:gd name="connsiteY485" fmla="*/ 5076159 h 6858000"/>
              <a:gd name="connsiteX486" fmla="*/ 3113245 w 7467600"/>
              <a:gd name="connsiteY486" fmla="*/ 5090705 h 6858000"/>
              <a:gd name="connsiteX487" fmla="*/ 3126294 w 7467600"/>
              <a:gd name="connsiteY487" fmla="*/ 5114400 h 6858000"/>
              <a:gd name="connsiteX488" fmla="*/ 3937433 w 7467600"/>
              <a:gd name="connsiteY488" fmla="*/ 4830473 h 6858000"/>
              <a:gd name="connsiteX489" fmla="*/ 3590475 w 7467600"/>
              <a:gd name="connsiteY489" fmla="*/ 4597974 h 6858000"/>
              <a:gd name="connsiteX490" fmla="*/ 3100264 w 7467600"/>
              <a:gd name="connsiteY490" fmla="*/ 4579845 h 6858000"/>
              <a:gd name="connsiteX491" fmla="*/ 2183576 w 7467600"/>
              <a:gd name="connsiteY491" fmla="*/ 4227150 h 6858000"/>
              <a:gd name="connsiteX492" fmla="*/ 2151029 w 7467600"/>
              <a:gd name="connsiteY492" fmla="*/ 4146947 h 6858000"/>
              <a:gd name="connsiteX493" fmla="*/ 3563434 w 7467600"/>
              <a:gd name="connsiteY493" fmla="*/ 4469115 h 6858000"/>
              <a:gd name="connsiteX494" fmla="*/ 3177952 w 7467600"/>
              <a:gd name="connsiteY494" fmla="*/ 3657386 h 6858000"/>
              <a:gd name="connsiteX495" fmla="*/ 3189263 w 7467600"/>
              <a:gd name="connsiteY495" fmla="*/ 3625726 h 6858000"/>
              <a:gd name="connsiteX496" fmla="*/ 3560912 w 7467600"/>
              <a:gd name="connsiteY496" fmla="*/ 4079863 h 6858000"/>
              <a:gd name="connsiteX497" fmla="*/ 3626636 w 7467600"/>
              <a:gd name="connsiteY497" fmla="*/ 4512230 h 6858000"/>
              <a:gd name="connsiteX498" fmla="*/ 3653088 w 7467600"/>
              <a:gd name="connsiteY498" fmla="*/ 4521417 h 6858000"/>
              <a:gd name="connsiteX499" fmla="*/ 3988128 w 7467600"/>
              <a:gd name="connsiteY499" fmla="*/ 4817267 h 6858000"/>
              <a:gd name="connsiteX500" fmla="*/ 4830582 w 7467600"/>
              <a:gd name="connsiteY500" fmla="*/ 4676000 h 6858000"/>
              <a:gd name="connsiteX501" fmla="*/ 4830100 w 7467600"/>
              <a:gd name="connsiteY501" fmla="*/ 4675554 h 6858000"/>
              <a:gd name="connsiteX502" fmla="*/ 4036318 w 7467600"/>
              <a:gd name="connsiteY502" fmla="*/ 4147013 h 6858000"/>
              <a:gd name="connsiteX503" fmla="*/ 3432098 w 7467600"/>
              <a:gd name="connsiteY503" fmla="*/ 3537312 h 6858000"/>
              <a:gd name="connsiteX504" fmla="*/ 3446761 w 7467600"/>
              <a:gd name="connsiteY504" fmla="*/ 3461278 h 6858000"/>
              <a:gd name="connsiteX505" fmla="*/ 4419733 w 7467600"/>
              <a:gd name="connsiteY505" fmla="*/ 3963555 h 6858000"/>
              <a:gd name="connsiteX506" fmla="*/ 4781371 w 7467600"/>
              <a:gd name="connsiteY506" fmla="*/ 4458604 h 6858000"/>
              <a:gd name="connsiteX507" fmla="*/ 4780440 w 7467600"/>
              <a:gd name="connsiteY507" fmla="*/ 4470290 h 6858000"/>
              <a:gd name="connsiteX508" fmla="*/ 4898954 w 7467600"/>
              <a:gd name="connsiteY508" fmla="*/ 4662092 h 6858000"/>
              <a:gd name="connsiteX509" fmla="*/ 4900699 w 7467600"/>
              <a:gd name="connsiteY509" fmla="*/ 4670867 h 6858000"/>
              <a:gd name="connsiteX510" fmla="*/ 5714511 w 7467600"/>
              <a:gd name="connsiteY510" fmla="*/ 4663483 h 6858000"/>
              <a:gd name="connsiteX511" fmla="*/ 5464793 w 7467600"/>
              <a:gd name="connsiteY511" fmla="*/ 4393556 h 6858000"/>
              <a:gd name="connsiteX512" fmla="*/ 5461897 w 7467600"/>
              <a:gd name="connsiteY512" fmla="*/ 4390879 h 6858000"/>
              <a:gd name="connsiteX513" fmla="*/ 4294126 w 7467600"/>
              <a:gd name="connsiteY513" fmla="*/ 3303048 h 6858000"/>
              <a:gd name="connsiteX514" fmla="*/ 4305321 w 7467600"/>
              <a:gd name="connsiteY514" fmla="*/ 3256953 h 6858000"/>
              <a:gd name="connsiteX515" fmla="*/ 4949299 w 7467600"/>
              <a:gd name="connsiteY515" fmla="*/ 3766336 h 6858000"/>
              <a:gd name="connsiteX516" fmla="*/ 5291452 w 7467600"/>
              <a:gd name="connsiteY516" fmla="*/ 4076801 h 6858000"/>
              <a:gd name="connsiteX517" fmla="*/ 5434998 w 7467600"/>
              <a:gd name="connsiteY517" fmla="*/ 4254100 h 6858000"/>
              <a:gd name="connsiteX518" fmla="*/ 5351015 w 7467600"/>
              <a:gd name="connsiteY518" fmla="*/ 3760989 h 6858000"/>
              <a:gd name="connsiteX519" fmla="*/ 5413780 w 7467600"/>
              <a:gd name="connsiteY519" fmla="*/ 2966265 h 6858000"/>
              <a:gd name="connsiteX520" fmla="*/ 5425627 w 7467600"/>
              <a:gd name="connsiteY520" fmla="*/ 2954192 h 6858000"/>
              <a:gd name="connsiteX521" fmla="*/ 6604735 w 7467600"/>
              <a:gd name="connsiteY521" fmla="*/ 2041381 h 6858000"/>
              <a:gd name="connsiteX522" fmla="*/ 7204487 w 7467600"/>
              <a:gd name="connsiteY522" fmla="*/ 2742112 h 6858000"/>
              <a:gd name="connsiteX523" fmla="*/ 7131592 w 7467600"/>
              <a:gd name="connsiteY523" fmla="*/ 2672096 h 6858000"/>
              <a:gd name="connsiteX524" fmla="*/ 6996344 w 7467600"/>
              <a:gd name="connsiteY524" fmla="*/ 2518310 h 6858000"/>
              <a:gd name="connsiteX525" fmla="*/ 6735495 w 7467600"/>
              <a:gd name="connsiteY525" fmla="*/ 2196890 h 6858000"/>
              <a:gd name="connsiteX526" fmla="*/ 6721901 w 7467600"/>
              <a:gd name="connsiteY526" fmla="*/ 2179274 h 6858000"/>
              <a:gd name="connsiteX527" fmla="*/ 6604735 w 7467600"/>
              <a:gd name="connsiteY527" fmla="*/ 2041381 h 6858000"/>
              <a:gd name="connsiteX528" fmla="*/ 6591670 w 7467600"/>
              <a:gd name="connsiteY528" fmla="*/ 1988277 h 6858000"/>
              <a:gd name="connsiteX529" fmla="*/ 6747349 w 7467600"/>
              <a:gd name="connsiteY529" fmla="*/ 2160069 h 6858000"/>
              <a:gd name="connsiteX530" fmla="*/ 6760943 w 7467600"/>
              <a:gd name="connsiteY530" fmla="*/ 2177686 h 6858000"/>
              <a:gd name="connsiteX531" fmla="*/ 7021065 w 7467600"/>
              <a:gd name="connsiteY531" fmla="*/ 2498102 h 6858000"/>
              <a:gd name="connsiteX532" fmla="*/ 7155223 w 7467600"/>
              <a:gd name="connsiteY532" fmla="*/ 2650386 h 6858000"/>
              <a:gd name="connsiteX533" fmla="*/ 7203167 w 7467600"/>
              <a:gd name="connsiteY533" fmla="*/ 2697288 h 6858000"/>
              <a:gd name="connsiteX534" fmla="*/ 6937703 w 7467600"/>
              <a:gd name="connsiteY534" fmla="*/ 2321981 h 6858000"/>
              <a:gd name="connsiteX535" fmla="*/ 6591670 w 7467600"/>
              <a:gd name="connsiteY535" fmla="*/ 1988277 h 6858000"/>
              <a:gd name="connsiteX536" fmla="*/ 5798671 w 7467600"/>
              <a:gd name="connsiteY536" fmla="*/ 1981601 h 6858000"/>
              <a:gd name="connsiteX537" fmla="*/ 5754709 w 7467600"/>
              <a:gd name="connsiteY537" fmla="*/ 2071454 h 6858000"/>
              <a:gd name="connsiteX538" fmla="*/ 5763044 w 7467600"/>
              <a:gd name="connsiteY538" fmla="*/ 2842206 h 6858000"/>
              <a:gd name="connsiteX539" fmla="*/ 5764974 w 7467600"/>
              <a:gd name="connsiteY539" fmla="*/ 2799609 h 6858000"/>
              <a:gd name="connsiteX540" fmla="*/ 5767665 w 7467600"/>
              <a:gd name="connsiteY540" fmla="*/ 2666409 h 6858000"/>
              <a:gd name="connsiteX541" fmla="*/ 5763055 w 7467600"/>
              <a:gd name="connsiteY541" fmla="*/ 2579705 h 6858000"/>
              <a:gd name="connsiteX542" fmla="*/ 5758079 w 7467600"/>
              <a:gd name="connsiteY542" fmla="*/ 2492508 h 6858000"/>
              <a:gd name="connsiteX543" fmla="*/ 5779325 w 7467600"/>
              <a:gd name="connsiteY543" fmla="*/ 2197069 h 6858000"/>
              <a:gd name="connsiteX544" fmla="*/ 5798671 w 7467600"/>
              <a:gd name="connsiteY544" fmla="*/ 1981601 h 6858000"/>
              <a:gd name="connsiteX545" fmla="*/ 5829202 w 7467600"/>
              <a:gd name="connsiteY545" fmla="*/ 1971679 h 6858000"/>
              <a:gd name="connsiteX546" fmla="*/ 5809558 w 7467600"/>
              <a:gd name="connsiteY546" fmla="*/ 2198043 h 6858000"/>
              <a:gd name="connsiteX547" fmla="*/ 5788653 w 7467600"/>
              <a:gd name="connsiteY547" fmla="*/ 2489430 h 6858000"/>
              <a:gd name="connsiteX548" fmla="*/ 5793439 w 7467600"/>
              <a:gd name="connsiteY548" fmla="*/ 2575235 h 6858000"/>
              <a:gd name="connsiteX549" fmla="*/ 5796837 w 7467600"/>
              <a:gd name="connsiteY549" fmla="*/ 2637633 h 6858000"/>
              <a:gd name="connsiteX550" fmla="*/ 5818614 w 7467600"/>
              <a:gd name="connsiteY550" fmla="*/ 2473055 h 6858000"/>
              <a:gd name="connsiteX551" fmla="*/ 5829202 w 7467600"/>
              <a:gd name="connsiteY551" fmla="*/ 1971679 h 6858000"/>
              <a:gd name="connsiteX552" fmla="*/ 5911389 w 7467600"/>
              <a:gd name="connsiteY552" fmla="*/ 1898371 h 6858000"/>
              <a:gd name="connsiteX553" fmla="*/ 6237627 w 7467600"/>
              <a:gd name="connsiteY553" fmla="*/ 2231921 h 6858000"/>
              <a:gd name="connsiteX554" fmla="*/ 5911389 w 7467600"/>
              <a:gd name="connsiteY554" fmla="*/ 1898371 h 6858000"/>
              <a:gd name="connsiteX555" fmla="*/ 6944437 w 7467600"/>
              <a:gd name="connsiteY555" fmla="*/ 1575402 h 6858000"/>
              <a:gd name="connsiteX556" fmla="*/ 6304730 w 7467600"/>
              <a:gd name="connsiteY556" fmla="*/ 1766654 h 6858000"/>
              <a:gd name="connsiteX557" fmla="*/ 6944437 w 7467600"/>
              <a:gd name="connsiteY557" fmla="*/ 1575402 h 6858000"/>
              <a:gd name="connsiteX558" fmla="*/ 7019523 w 7467600"/>
              <a:gd name="connsiteY558" fmla="*/ 1519450 h 6858000"/>
              <a:gd name="connsiteX559" fmla="*/ 6298091 w 7467600"/>
              <a:gd name="connsiteY559" fmla="*/ 1737122 h 6858000"/>
              <a:gd name="connsiteX560" fmla="*/ 7019523 w 7467600"/>
              <a:gd name="connsiteY560" fmla="*/ 1519450 h 6858000"/>
              <a:gd name="connsiteX561" fmla="*/ 2399523 w 7467600"/>
              <a:gd name="connsiteY561" fmla="*/ 1428234 h 6858000"/>
              <a:gd name="connsiteX562" fmla="*/ 2224982 w 7467600"/>
              <a:gd name="connsiteY562" fmla="*/ 1826201 h 6858000"/>
              <a:gd name="connsiteX563" fmla="*/ 2096099 w 7467600"/>
              <a:gd name="connsiteY563" fmla="*/ 2345900 h 6858000"/>
              <a:gd name="connsiteX564" fmla="*/ 2283317 w 7467600"/>
              <a:gd name="connsiteY564" fmla="*/ 1796925 h 6858000"/>
              <a:gd name="connsiteX565" fmla="*/ 2399523 w 7467600"/>
              <a:gd name="connsiteY565" fmla="*/ 1428234 h 6858000"/>
              <a:gd name="connsiteX566" fmla="*/ 2448558 w 7467600"/>
              <a:gd name="connsiteY566" fmla="*/ 1373435 h 6858000"/>
              <a:gd name="connsiteX567" fmla="*/ 2312521 w 7467600"/>
              <a:gd name="connsiteY567" fmla="*/ 1806140 h 6858000"/>
              <a:gd name="connsiteX568" fmla="*/ 2127533 w 7467600"/>
              <a:gd name="connsiteY568" fmla="*/ 2348380 h 6858000"/>
              <a:gd name="connsiteX569" fmla="*/ 2358080 w 7467600"/>
              <a:gd name="connsiteY569" fmla="*/ 1866134 h 6858000"/>
              <a:gd name="connsiteX570" fmla="*/ 2407436 w 7467600"/>
              <a:gd name="connsiteY570" fmla="*/ 1651070 h 6858000"/>
              <a:gd name="connsiteX571" fmla="*/ 2448558 w 7467600"/>
              <a:gd name="connsiteY571" fmla="*/ 1373435 h 6858000"/>
              <a:gd name="connsiteX572" fmla="*/ 278707 w 7467600"/>
              <a:gd name="connsiteY572" fmla="*/ 1352270 h 6858000"/>
              <a:gd name="connsiteX573" fmla="*/ 321570 w 7467600"/>
              <a:gd name="connsiteY573" fmla="*/ 1861610 h 6858000"/>
              <a:gd name="connsiteX574" fmla="*/ 294281 w 7467600"/>
              <a:gd name="connsiteY574" fmla="*/ 1440658 h 6858000"/>
              <a:gd name="connsiteX575" fmla="*/ 278707 w 7467600"/>
              <a:gd name="connsiteY575" fmla="*/ 1352270 h 6858000"/>
              <a:gd name="connsiteX576" fmla="*/ 1423821 w 7467600"/>
              <a:gd name="connsiteY576" fmla="*/ 1351958 h 6858000"/>
              <a:gd name="connsiteX577" fmla="*/ 1638521 w 7467600"/>
              <a:gd name="connsiteY577" fmla="*/ 1908470 h 6858000"/>
              <a:gd name="connsiteX578" fmla="*/ 1754199 w 7467600"/>
              <a:gd name="connsiteY578" fmla="*/ 2149284 h 6858000"/>
              <a:gd name="connsiteX579" fmla="*/ 1908359 w 7467600"/>
              <a:gd name="connsiteY579" fmla="*/ 2364988 h 6858000"/>
              <a:gd name="connsiteX580" fmla="*/ 1647661 w 7467600"/>
              <a:gd name="connsiteY580" fmla="*/ 1825945 h 6858000"/>
              <a:gd name="connsiteX581" fmla="*/ 1423821 w 7467600"/>
              <a:gd name="connsiteY581" fmla="*/ 1351958 h 6858000"/>
              <a:gd name="connsiteX582" fmla="*/ 1431890 w 7467600"/>
              <a:gd name="connsiteY582" fmla="*/ 1306475 h 6858000"/>
              <a:gd name="connsiteX583" fmla="*/ 1507597 w 7467600"/>
              <a:gd name="connsiteY583" fmla="*/ 1446132 h 6858000"/>
              <a:gd name="connsiteX584" fmla="*/ 1674586 w 7467600"/>
              <a:gd name="connsiteY584" fmla="*/ 1813832 h 6858000"/>
              <a:gd name="connsiteX585" fmla="*/ 1815950 w 7467600"/>
              <a:gd name="connsiteY585" fmla="*/ 2128564 h 6858000"/>
              <a:gd name="connsiteX586" fmla="*/ 1984242 w 7467600"/>
              <a:gd name="connsiteY586" fmla="*/ 2430829 h 6858000"/>
              <a:gd name="connsiteX587" fmla="*/ 2014023 w 7467600"/>
              <a:gd name="connsiteY587" fmla="*/ 2450995 h 6858000"/>
              <a:gd name="connsiteX588" fmla="*/ 1747337 w 7467600"/>
              <a:gd name="connsiteY588" fmla="*/ 1855264 h 6858000"/>
              <a:gd name="connsiteX589" fmla="*/ 1533749 w 7467600"/>
              <a:gd name="connsiteY589" fmla="*/ 1478656 h 6858000"/>
              <a:gd name="connsiteX590" fmla="*/ 1431890 w 7467600"/>
              <a:gd name="connsiteY590" fmla="*/ 1306475 h 6858000"/>
              <a:gd name="connsiteX591" fmla="*/ 5052692 w 7467600"/>
              <a:gd name="connsiteY591" fmla="*/ 1292994 h 6858000"/>
              <a:gd name="connsiteX592" fmla="*/ 5200661 w 7467600"/>
              <a:gd name="connsiteY592" fmla="*/ 1635186 h 6858000"/>
              <a:gd name="connsiteX593" fmla="*/ 5297138 w 7467600"/>
              <a:gd name="connsiteY593" fmla="*/ 1906351 h 6858000"/>
              <a:gd name="connsiteX594" fmla="*/ 5052692 w 7467600"/>
              <a:gd name="connsiteY594" fmla="*/ 1292994 h 6858000"/>
              <a:gd name="connsiteX595" fmla="*/ 5009948 w 7467600"/>
              <a:gd name="connsiteY595" fmla="*/ 1273619 h 6858000"/>
              <a:gd name="connsiteX596" fmla="*/ 5121777 w 7467600"/>
              <a:gd name="connsiteY596" fmla="*/ 1654213 h 6858000"/>
              <a:gd name="connsiteX597" fmla="*/ 5293545 w 7467600"/>
              <a:gd name="connsiteY597" fmla="*/ 2072247 h 6858000"/>
              <a:gd name="connsiteX598" fmla="*/ 5294042 w 7467600"/>
              <a:gd name="connsiteY598" fmla="*/ 2065019 h 6858000"/>
              <a:gd name="connsiteX599" fmla="*/ 5171936 w 7467600"/>
              <a:gd name="connsiteY599" fmla="*/ 1647613 h 6858000"/>
              <a:gd name="connsiteX600" fmla="*/ 5009948 w 7467600"/>
              <a:gd name="connsiteY600" fmla="*/ 1273619 h 6858000"/>
              <a:gd name="connsiteX601" fmla="*/ 655236 w 7467600"/>
              <a:gd name="connsiteY601" fmla="*/ 1268632 h 6858000"/>
              <a:gd name="connsiteX602" fmla="*/ 839521 w 7467600"/>
              <a:gd name="connsiteY602" fmla="*/ 1685315 h 6858000"/>
              <a:gd name="connsiteX603" fmla="*/ 1109416 w 7467600"/>
              <a:gd name="connsiteY603" fmla="*/ 2061663 h 6858000"/>
              <a:gd name="connsiteX604" fmla="*/ 1298300 w 7467600"/>
              <a:gd name="connsiteY604" fmla="*/ 2247742 h 6858000"/>
              <a:gd name="connsiteX605" fmla="*/ 1125871 w 7467600"/>
              <a:gd name="connsiteY605" fmla="*/ 1989513 h 6858000"/>
              <a:gd name="connsiteX606" fmla="*/ 981574 w 7467600"/>
              <a:gd name="connsiteY606" fmla="*/ 1783157 h 6858000"/>
              <a:gd name="connsiteX607" fmla="*/ 922198 w 7467600"/>
              <a:gd name="connsiteY607" fmla="*/ 1677437 h 6858000"/>
              <a:gd name="connsiteX608" fmla="*/ 869293 w 7467600"/>
              <a:gd name="connsiteY608" fmla="*/ 1583214 h 6858000"/>
              <a:gd name="connsiteX609" fmla="*/ 751431 w 7467600"/>
              <a:gd name="connsiteY609" fmla="*/ 1405731 h 6858000"/>
              <a:gd name="connsiteX610" fmla="*/ 655236 w 7467600"/>
              <a:gd name="connsiteY610" fmla="*/ 1268632 h 6858000"/>
              <a:gd name="connsiteX611" fmla="*/ 6516292 w 7467600"/>
              <a:gd name="connsiteY611" fmla="*/ 1263064 h 6858000"/>
              <a:gd name="connsiteX612" fmla="*/ 5736320 w 7467600"/>
              <a:gd name="connsiteY612" fmla="*/ 1501803 h 6858000"/>
              <a:gd name="connsiteX613" fmla="*/ 6516292 w 7467600"/>
              <a:gd name="connsiteY613" fmla="*/ 1263064 h 6858000"/>
              <a:gd name="connsiteX614" fmla="*/ 291466 w 7467600"/>
              <a:gd name="connsiteY614" fmla="*/ 1250369 h 6858000"/>
              <a:gd name="connsiteX615" fmla="*/ 323180 w 7467600"/>
              <a:gd name="connsiteY615" fmla="*/ 1435283 h 6858000"/>
              <a:gd name="connsiteX616" fmla="*/ 349381 w 7467600"/>
              <a:gd name="connsiteY616" fmla="*/ 1875041 h 6858000"/>
              <a:gd name="connsiteX617" fmla="*/ 374363 w 7467600"/>
              <a:gd name="connsiteY617" fmla="*/ 1506494 h 6858000"/>
              <a:gd name="connsiteX618" fmla="*/ 302168 w 7467600"/>
              <a:gd name="connsiteY618" fmla="*/ 1274495 h 6858000"/>
              <a:gd name="connsiteX619" fmla="*/ 291466 w 7467600"/>
              <a:gd name="connsiteY619" fmla="*/ 1250369 h 6858000"/>
              <a:gd name="connsiteX620" fmla="*/ 678222 w 7467600"/>
              <a:gd name="connsiteY620" fmla="*/ 1248670 h 6858000"/>
              <a:gd name="connsiteX621" fmla="*/ 775536 w 7467600"/>
              <a:gd name="connsiteY621" fmla="*/ 1388015 h 6858000"/>
              <a:gd name="connsiteX622" fmla="*/ 894529 w 7467600"/>
              <a:gd name="connsiteY622" fmla="*/ 1567739 h 6858000"/>
              <a:gd name="connsiteX623" fmla="*/ 948000 w 7467600"/>
              <a:gd name="connsiteY623" fmla="*/ 1663088 h 6858000"/>
              <a:gd name="connsiteX624" fmla="*/ 1006812 w 7467600"/>
              <a:gd name="connsiteY624" fmla="*/ 1767683 h 6858000"/>
              <a:gd name="connsiteX625" fmla="*/ 1149133 w 7467600"/>
              <a:gd name="connsiteY625" fmla="*/ 1971513 h 6858000"/>
              <a:gd name="connsiteX626" fmla="*/ 1333952 w 7467600"/>
              <a:gd name="connsiteY626" fmla="*/ 2251620 h 6858000"/>
              <a:gd name="connsiteX627" fmla="*/ 1337329 w 7467600"/>
              <a:gd name="connsiteY627" fmla="*/ 2258350 h 6858000"/>
              <a:gd name="connsiteX628" fmla="*/ 1014726 w 7467600"/>
              <a:gd name="connsiteY628" fmla="*/ 1615556 h 6858000"/>
              <a:gd name="connsiteX629" fmla="*/ 678222 w 7467600"/>
              <a:gd name="connsiteY629" fmla="*/ 1248670 h 6858000"/>
              <a:gd name="connsiteX630" fmla="*/ 6691602 w 7467600"/>
              <a:gd name="connsiteY630" fmla="*/ 1140573 h 6858000"/>
              <a:gd name="connsiteX631" fmla="*/ 6571100 w 7467600"/>
              <a:gd name="connsiteY631" fmla="*/ 1183662 h 6858000"/>
              <a:gd name="connsiteX632" fmla="*/ 6241687 w 7467600"/>
              <a:gd name="connsiteY632" fmla="*/ 1257600 h 6858000"/>
              <a:gd name="connsiteX633" fmla="*/ 5693009 w 7467600"/>
              <a:gd name="connsiteY633" fmla="*/ 1478256 h 6858000"/>
              <a:gd name="connsiteX634" fmla="*/ 6548420 w 7467600"/>
              <a:gd name="connsiteY634" fmla="*/ 1214599 h 6858000"/>
              <a:gd name="connsiteX635" fmla="*/ 6605473 w 7467600"/>
              <a:gd name="connsiteY635" fmla="*/ 1184686 h 6858000"/>
              <a:gd name="connsiteX636" fmla="*/ 6691602 w 7467600"/>
              <a:gd name="connsiteY636" fmla="*/ 1140573 h 6858000"/>
              <a:gd name="connsiteX637" fmla="*/ 4002475 w 7467600"/>
              <a:gd name="connsiteY637" fmla="*/ 1037802 h 6858000"/>
              <a:gd name="connsiteX638" fmla="*/ 4000324 w 7467600"/>
              <a:gd name="connsiteY638" fmla="*/ 1039362 h 6858000"/>
              <a:gd name="connsiteX639" fmla="*/ 4002862 w 7467600"/>
              <a:gd name="connsiteY639" fmla="*/ 1042866 h 6858000"/>
              <a:gd name="connsiteX640" fmla="*/ 4002475 w 7467600"/>
              <a:gd name="connsiteY640" fmla="*/ 1037802 h 6858000"/>
              <a:gd name="connsiteX641" fmla="*/ 506322 w 7467600"/>
              <a:gd name="connsiteY641" fmla="*/ 1020997 h 6858000"/>
              <a:gd name="connsiteX642" fmla="*/ 533068 w 7467600"/>
              <a:gd name="connsiteY642" fmla="*/ 1029409 h 6858000"/>
              <a:gd name="connsiteX643" fmla="*/ 1232525 w 7467600"/>
              <a:gd name="connsiteY643" fmla="*/ 1804675 h 6858000"/>
              <a:gd name="connsiteX644" fmla="*/ 1388858 w 7467600"/>
              <a:gd name="connsiteY644" fmla="*/ 2368011 h 6858000"/>
              <a:gd name="connsiteX645" fmla="*/ 1384098 w 7467600"/>
              <a:gd name="connsiteY645" fmla="*/ 2378125 h 6858000"/>
              <a:gd name="connsiteX646" fmla="*/ 1425393 w 7467600"/>
              <a:gd name="connsiteY646" fmla="*/ 2589124 h 6858000"/>
              <a:gd name="connsiteX647" fmla="*/ 1424001 w 7467600"/>
              <a:gd name="connsiteY647" fmla="*/ 2597541 h 6858000"/>
              <a:gd name="connsiteX648" fmla="*/ 2152729 w 7467600"/>
              <a:gd name="connsiteY648" fmla="*/ 2864487 h 6858000"/>
              <a:gd name="connsiteX649" fmla="*/ 2020609 w 7467600"/>
              <a:gd name="connsiteY649" fmla="*/ 2539671 h 6858000"/>
              <a:gd name="connsiteX650" fmla="*/ 2018920 w 7467600"/>
              <a:gd name="connsiteY650" fmla="*/ 2536309 h 6858000"/>
              <a:gd name="connsiteX651" fmla="*/ 1342441 w 7467600"/>
              <a:gd name="connsiteY651" fmla="*/ 1173017 h 6858000"/>
              <a:gd name="connsiteX652" fmla="*/ 1367925 w 7467600"/>
              <a:gd name="connsiteY652" fmla="*/ 1135648 h 6858000"/>
              <a:gd name="connsiteX653" fmla="*/ 1771401 w 7467600"/>
              <a:gd name="connsiteY653" fmla="*/ 1806673 h 6858000"/>
              <a:gd name="connsiteX654" fmla="*/ 1972385 w 7467600"/>
              <a:gd name="connsiteY654" fmla="*/ 2198735 h 6858000"/>
              <a:gd name="connsiteX655" fmla="*/ 2040892 w 7467600"/>
              <a:gd name="connsiteY655" fmla="*/ 2405205 h 6858000"/>
              <a:gd name="connsiteX656" fmla="*/ 2131689 w 7467600"/>
              <a:gd name="connsiteY656" fmla="*/ 1936926 h 6858000"/>
              <a:gd name="connsiteX657" fmla="*/ 2454820 w 7467600"/>
              <a:gd name="connsiteY657" fmla="*/ 1248808 h 6858000"/>
              <a:gd name="connsiteX658" fmla="*/ 2492512 w 7467600"/>
              <a:gd name="connsiteY658" fmla="*/ 1302920 h 6858000"/>
              <a:gd name="connsiteX659" fmla="*/ 2081216 w 7467600"/>
              <a:gd name="connsiteY659" fmla="*/ 2527513 h 6858000"/>
              <a:gd name="connsiteX660" fmla="*/ 2081211 w 7467600"/>
              <a:gd name="connsiteY660" fmla="*/ 2528916 h 6858000"/>
              <a:gd name="connsiteX661" fmla="*/ 2199067 w 7467600"/>
              <a:gd name="connsiteY661" fmla="*/ 2884061 h 6858000"/>
              <a:gd name="connsiteX662" fmla="*/ 3192586 w 7467600"/>
              <a:gd name="connsiteY662" fmla="*/ 3411496 h 6858000"/>
              <a:gd name="connsiteX663" fmla="*/ 3182620 w 7467600"/>
              <a:gd name="connsiteY663" fmla="*/ 3483279 h 6858000"/>
              <a:gd name="connsiteX664" fmla="*/ 2435119 w 7467600"/>
              <a:gd name="connsiteY664" fmla="*/ 3080173 h 6858000"/>
              <a:gd name="connsiteX665" fmla="*/ 2410152 w 7467600"/>
              <a:gd name="connsiteY665" fmla="*/ 3063751 h 6858000"/>
              <a:gd name="connsiteX666" fmla="*/ 2408099 w 7467600"/>
              <a:gd name="connsiteY666" fmla="*/ 3064403 h 6858000"/>
              <a:gd name="connsiteX667" fmla="*/ 2407218 w 7467600"/>
              <a:gd name="connsiteY667" fmla="*/ 3070324 h 6858000"/>
              <a:gd name="connsiteX668" fmla="*/ 2380138 w 7467600"/>
              <a:gd name="connsiteY668" fmla="*/ 3099341 h 6858000"/>
              <a:gd name="connsiteX669" fmla="*/ 1765923 w 7467600"/>
              <a:gd name="connsiteY669" fmla="*/ 3581043 h 6858000"/>
              <a:gd name="connsiteX670" fmla="*/ 1702258 w 7467600"/>
              <a:gd name="connsiteY670" fmla="*/ 3612286 h 6858000"/>
              <a:gd name="connsiteX671" fmla="*/ 1538370 w 7467600"/>
              <a:gd name="connsiteY671" fmla="*/ 3811804 h 6858000"/>
              <a:gd name="connsiteX672" fmla="*/ 542867 w 7467600"/>
              <a:gd name="connsiteY672" fmla="*/ 4944092 h 6858000"/>
              <a:gd name="connsiteX673" fmla="*/ 515800 w 7467600"/>
              <a:gd name="connsiteY673" fmla="*/ 4862180 h 6858000"/>
              <a:gd name="connsiteX674" fmla="*/ 909145 w 7467600"/>
              <a:gd name="connsiteY674" fmla="*/ 4199225 h 6858000"/>
              <a:gd name="connsiteX675" fmla="*/ 1214067 w 7467600"/>
              <a:gd name="connsiteY675" fmla="*/ 3908561 h 6858000"/>
              <a:gd name="connsiteX676" fmla="*/ 640967 w 7467600"/>
              <a:gd name="connsiteY676" fmla="*/ 4105601 h 6858000"/>
              <a:gd name="connsiteX677" fmla="*/ 112563 w 7467600"/>
              <a:gd name="connsiteY677" fmla="*/ 4396952 h 6858000"/>
              <a:gd name="connsiteX678" fmla="*/ 0 w 7467600"/>
              <a:gd name="connsiteY678" fmla="*/ 4466006 h 6858000"/>
              <a:gd name="connsiteX679" fmla="*/ 0 w 7467600"/>
              <a:gd name="connsiteY679" fmla="*/ 4233763 h 6858000"/>
              <a:gd name="connsiteX680" fmla="*/ 36881 w 7467600"/>
              <a:gd name="connsiteY680" fmla="*/ 4200118 h 6858000"/>
              <a:gd name="connsiteX681" fmla="*/ 910534 w 7467600"/>
              <a:gd name="connsiteY681" fmla="*/ 3629753 h 6858000"/>
              <a:gd name="connsiteX682" fmla="*/ 1578717 w 7467600"/>
              <a:gd name="connsiteY682" fmla="*/ 3575982 h 6858000"/>
              <a:gd name="connsiteX683" fmla="*/ 2338780 w 7467600"/>
              <a:gd name="connsiteY683" fmla="*/ 3033725 h 6858000"/>
              <a:gd name="connsiteX684" fmla="*/ 1807991 w 7467600"/>
              <a:gd name="connsiteY684" fmla="*/ 2807184 h 6858000"/>
              <a:gd name="connsiteX685" fmla="*/ 1416358 w 7467600"/>
              <a:gd name="connsiteY685" fmla="*/ 3112571 h 6858000"/>
              <a:gd name="connsiteX686" fmla="*/ 939066 w 7467600"/>
              <a:gd name="connsiteY686" fmla="*/ 3378798 h 6858000"/>
              <a:gd name="connsiteX687" fmla="*/ 115099 w 7467600"/>
              <a:gd name="connsiteY687" fmla="*/ 3607650 h 6858000"/>
              <a:gd name="connsiteX688" fmla="*/ 97284 w 7467600"/>
              <a:gd name="connsiteY688" fmla="*/ 3520393 h 6858000"/>
              <a:gd name="connsiteX689" fmla="*/ 922050 w 7467600"/>
              <a:gd name="connsiteY689" fmla="*/ 3074867 h 6858000"/>
              <a:gd name="connsiteX690" fmla="*/ 1405265 w 7467600"/>
              <a:gd name="connsiteY690" fmla="*/ 3016319 h 6858000"/>
              <a:gd name="connsiteX691" fmla="*/ 1407512 w 7467600"/>
              <a:gd name="connsiteY691" fmla="*/ 3018001 h 6858000"/>
              <a:gd name="connsiteX692" fmla="*/ 1726266 w 7467600"/>
              <a:gd name="connsiteY692" fmla="*/ 2777274 h 6858000"/>
              <a:gd name="connsiteX693" fmla="*/ 625390 w 7467600"/>
              <a:gd name="connsiteY693" fmla="*/ 2514541 h 6858000"/>
              <a:gd name="connsiteX694" fmla="*/ 619799 w 7467600"/>
              <a:gd name="connsiteY694" fmla="*/ 2527180 h 6858000"/>
              <a:gd name="connsiteX695" fmla="*/ 310030 w 7467600"/>
              <a:gd name="connsiteY695" fmla="*/ 2771818 h 6858000"/>
              <a:gd name="connsiteX696" fmla="*/ 173877 w 7467600"/>
              <a:gd name="connsiteY696" fmla="*/ 2937056 h 6858000"/>
              <a:gd name="connsiteX697" fmla="*/ 77889 w 7467600"/>
              <a:gd name="connsiteY697" fmla="*/ 3138440 h 6858000"/>
              <a:gd name="connsiteX698" fmla="*/ 0 w 7467600"/>
              <a:gd name="connsiteY698" fmla="*/ 3271395 h 6858000"/>
              <a:gd name="connsiteX699" fmla="*/ 0 w 7467600"/>
              <a:gd name="connsiteY699" fmla="*/ 3153002 h 6858000"/>
              <a:gd name="connsiteX700" fmla="*/ 2386 w 7467600"/>
              <a:gd name="connsiteY700" fmla="*/ 3149203 h 6858000"/>
              <a:gd name="connsiteX701" fmla="*/ 89753 w 7467600"/>
              <a:gd name="connsiteY701" fmla="*/ 2987702 h 6858000"/>
              <a:gd name="connsiteX702" fmla="*/ 76869 w 7467600"/>
              <a:gd name="connsiteY702" fmla="*/ 3005404 h 6858000"/>
              <a:gd name="connsiteX703" fmla="*/ 32049 w 7467600"/>
              <a:gd name="connsiteY703" fmla="*/ 3065814 h 6858000"/>
              <a:gd name="connsiteX704" fmla="*/ 0 w 7467600"/>
              <a:gd name="connsiteY704" fmla="*/ 3108744 h 6858000"/>
              <a:gd name="connsiteX705" fmla="*/ 0 w 7467600"/>
              <a:gd name="connsiteY705" fmla="*/ 3058059 h 6858000"/>
              <a:gd name="connsiteX706" fmla="*/ 7610 w 7467600"/>
              <a:gd name="connsiteY706" fmla="*/ 3047889 h 6858000"/>
              <a:gd name="connsiteX707" fmla="*/ 52419 w 7467600"/>
              <a:gd name="connsiteY707" fmla="*/ 2987479 h 6858000"/>
              <a:gd name="connsiteX708" fmla="*/ 59142 w 7467600"/>
              <a:gd name="connsiteY708" fmla="*/ 2978488 h 6858000"/>
              <a:gd name="connsiteX709" fmla="*/ 0 w 7467600"/>
              <a:gd name="connsiteY709" fmla="*/ 3015334 h 6858000"/>
              <a:gd name="connsiteX710" fmla="*/ 0 w 7467600"/>
              <a:gd name="connsiteY710" fmla="*/ 2914286 h 6858000"/>
              <a:gd name="connsiteX711" fmla="*/ 36383 w 7467600"/>
              <a:gd name="connsiteY711" fmla="*/ 2901128 h 6858000"/>
              <a:gd name="connsiteX712" fmla="*/ 156329 w 7467600"/>
              <a:gd name="connsiteY712" fmla="*/ 2840533 h 6858000"/>
              <a:gd name="connsiteX713" fmla="*/ 358355 w 7467600"/>
              <a:gd name="connsiteY713" fmla="*/ 2620471 h 6858000"/>
              <a:gd name="connsiteX714" fmla="*/ 510577 w 7467600"/>
              <a:gd name="connsiteY714" fmla="*/ 2501244 h 6858000"/>
              <a:gd name="connsiteX715" fmla="*/ 211967 w 7467600"/>
              <a:gd name="connsiteY715" fmla="*/ 2479171 h 6858000"/>
              <a:gd name="connsiteX716" fmla="*/ 0 w 7467600"/>
              <a:gd name="connsiteY716" fmla="*/ 2476398 h 6858000"/>
              <a:gd name="connsiteX717" fmla="*/ 0 w 7467600"/>
              <a:gd name="connsiteY717" fmla="*/ 2389189 h 6858000"/>
              <a:gd name="connsiteX718" fmla="*/ 103062 w 7467600"/>
              <a:gd name="connsiteY718" fmla="*/ 2389518 h 6858000"/>
              <a:gd name="connsiteX719" fmla="*/ 510734 w 7467600"/>
              <a:gd name="connsiteY719" fmla="*/ 2416201 h 6858000"/>
              <a:gd name="connsiteX720" fmla="*/ 279257 w 7467600"/>
              <a:gd name="connsiteY720" fmla="*/ 2092102 h 6858000"/>
              <a:gd name="connsiteX721" fmla="*/ 65265 w 7467600"/>
              <a:gd name="connsiteY721" fmla="*/ 2006049 h 6858000"/>
              <a:gd name="connsiteX722" fmla="*/ 0 w 7467600"/>
              <a:gd name="connsiteY722" fmla="*/ 1982532 h 6858000"/>
              <a:gd name="connsiteX723" fmla="*/ 0 w 7467600"/>
              <a:gd name="connsiteY723" fmla="*/ 1912789 h 6858000"/>
              <a:gd name="connsiteX724" fmla="*/ 97460 w 7467600"/>
              <a:gd name="connsiteY724" fmla="*/ 1953725 h 6858000"/>
              <a:gd name="connsiteX725" fmla="*/ 221272 w 7467600"/>
              <a:gd name="connsiteY725" fmla="*/ 1980766 h 6858000"/>
              <a:gd name="connsiteX726" fmla="*/ 116765 w 7467600"/>
              <a:gd name="connsiteY726" fmla="*/ 1911033 h 6858000"/>
              <a:gd name="connsiteX727" fmla="*/ 16405 w 7467600"/>
              <a:gd name="connsiteY727" fmla="*/ 1803412 h 6858000"/>
              <a:gd name="connsiteX728" fmla="*/ 0 w 7467600"/>
              <a:gd name="connsiteY728" fmla="*/ 1784777 h 6858000"/>
              <a:gd name="connsiteX729" fmla="*/ 0 w 7467600"/>
              <a:gd name="connsiteY729" fmla="*/ 1740082 h 6858000"/>
              <a:gd name="connsiteX730" fmla="*/ 39394 w 7467600"/>
              <a:gd name="connsiteY730" fmla="*/ 1784856 h 6858000"/>
              <a:gd name="connsiteX731" fmla="*/ 135813 w 7467600"/>
              <a:gd name="connsiteY731" fmla="*/ 1888838 h 6858000"/>
              <a:gd name="connsiteX732" fmla="*/ 242575 w 7467600"/>
              <a:gd name="connsiteY732" fmla="*/ 1958841 h 6858000"/>
              <a:gd name="connsiteX733" fmla="*/ 82197 w 7467600"/>
              <a:gd name="connsiteY733" fmla="*/ 1754826 h 6858000"/>
              <a:gd name="connsiteX734" fmla="*/ 0 w 7467600"/>
              <a:gd name="connsiteY734" fmla="*/ 1679650 h 6858000"/>
              <a:gd name="connsiteX735" fmla="*/ 0 w 7467600"/>
              <a:gd name="connsiteY735" fmla="*/ 1602463 h 6858000"/>
              <a:gd name="connsiteX736" fmla="*/ 84689 w 7467600"/>
              <a:gd name="connsiteY736" fmla="*/ 1677442 h 6858000"/>
              <a:gd name="connsiteX737" fmla="*/ 298437 w 7467600"/>
              <a:gd name="connsiteY737" fmla="*/ 1968019 h 6858000"/>
              <a:gd name="connsiteX738" fmla="*/ 227269 w 7467600"/>
              <a:gd name="connsiteY738" fmla="*/ 1114064 h 6858000"/>
              <a:gd name="connsiteX739" fmla="*/ 248003 w 7467600"/>
              <a:gd name="connsiteY739" fmla="*/ 1089613 h 6858000"/>
              <a:gd name="connsiteX740" fmla="*/ 427020 w 7467600"/>
              <a:gd name="connsiteY740" fmla="*/ 1619803 h 6858000"/>
              <a:gd name="connsiteX741" fmla="*/ 340345 w 7467600"/>
              <a:gd name="connsiteY741" fmla="*/ 2027739 h 6858000"/>
              <a:gd name="connsiteX742" fmla="*/ 360865 w 7467600"/>
              <a:gd name="connsiteY742" fmla="*/ 2044827 h 6858000"/>
              <a:gd name="connsiteX743" fmla="*/ 560414 w 7467600"/>
              <a:gd name="connsiteY743" fmla="*/ 2421457 h 6858000"/>
              <a:gd name="connsiteX744" fmla="*/ 1359703 w 7467600"/>
              <a:gd name="connsiteY744" fmla="*/ 2578554 h 6858000"/>
              <a:gd name="connsiteX745" fmla="*/ 1359422 w 7467600"/>
              <a:gd name="connsiteY745" fmla="*/ 2577994 h 6858000"/>
              <a:gd name="connsiteX746" fmla="*/ 828701 w 7467600"/>
              <a:gd name="connsiteY746" fmla="*/ 1839520 h 6858000"/>
              <a:gd name="connsiteX747" fmla="*/ 494427 w 7467600"/>
              <a:gd name="connsiteY747" fmla="*/ 1092333 h 6858000"/>
              <a:gd name="connsiteX748" fmla="*/ 506322 w 7467600"/>
              <a:gd name="connsiteY748" fmla="*/ 1020997 h 6858000"/>
              <a:gd name="connsiteX749" fmla="*/ 4570198 w 7467600"/>
              <a:gd name="connsiteY749" fmla="*/ 978081 h 6858000"/>
              <a:gd name="connsiteX750" fmla="*/ 4523691 w 7467600"/>
              <a:gd name="connsiteY750" fmla="*/ 1127776 h 6858000"/>
              <a:gd name="connsiteX751" fmla="*/ 4509875 w 7467600"/>
              <a:gd name="connsiteY751" fmla="*/ 1167552 h 6858000"/>
              <a:gd name="connsiteX752" fmla="*/ 4478168 w 7467600"/>
              <a:gd name="connsiteY752" fmla="*/ 1260735 h 6858000"/>
              <a:gd name="connsiteX753" fmla="*/ 4409309 w 7467600"/>
              <a:gd name="connsiteY753" fmla="*/ 1666996 h 6858000"/>
              <a:gd name="connsiteX754" fmla="*/ 4370031 w 7467600"/>
              <a:gd name="connsiteY754" fmla="*/ 1955666 h 6858000"/>
              <a:gd name="connsiteX755" fmla="*/ 4570198 w 7467600"/>
              <a:gd name="connsiteY755" fmla="*/ 978081 h 6858000"/>
              <a:gd name="connsiteX756" fmla="*/ 4557898 w 7467600"/>
              <a:gd name="connsiteY756" fmla="*/ 900011 h 6858000"/>
              <a:gd name="connsiteX757" fmla="*/ 4344840 w 7467600"/>
              <a:gd name="connsiteY757" fmla="*/ 1922038 h 6858000"/>
              <a:gd name="connsiteX758" fmla="*/ 4378710 w 7467600"/>
              <a:gd name="connsiteY758" fmla="*/ 1665516 h 6858000"/>
              <a:gd name="connsiteX759" fmla="*/ 4448798 w 7467600"/>
              <a:gd name="connsiteY759" fmla="*/ 1253024 h 6858000"/>
              <a:gd name="connsiteX760" fmla="*/ 4480315 w 7467600"/>
              <a:gd name="connsiteY760" fmla="*/ 1158454 h 6858000"/>
              <a:gd name="connsiteX761" fmla="*/ 4494133 w 7467600"/>
              <a:gd name="connsiteY761" fmla="*/ 1118676 h 6858000"/>
              <a:gd name="connsiteX762" fmla="*/ 4557898 w 7467600"/>
              <a:gd name="connsiteY762" fmla="*/ 900011 h 6858000"/>
              <a:gd name="connsiteX763" fmla="*/ 5870151 w 7467600"/>
              <a:gd name="connsiteY763" fmla="*/ 898890 h 6858000"/>
              <a:gd name="connsiteX764" fmla="*/ 5861335 w 7467600"/>
              <a:gd name="connsiteY764" fmla="*/ 899177 h 6858000"/>
              <a:gd name="connsiteX765" fmla="*/ 5843702 w 7467600"/>
              <a:gd name="connsiteY765" fmla="*/ 899748 h 6858000"/>
              <a:gd name="connsiteX766" fmla="*/ 5651107 w 7467600"/>
              <a:gd name="connsiteY766" fmla="*/ 920306 h 6858000"/>
              <a:gd name="connsiteX767" fmla="*/ 5459407 w 7467600"/>
              <a:gd name="connsiteY767" fmla="*/ 940975 h 6858000"/>
              <a:gd name="connsiteX768" fmla="*/ 5374846 w 7467600"/>
              <a:gd name="connsiteY768" fmla="*/ 941988 h 6858000"/>
              <a:gd name="connsiteX769" fmla="*/ 5256105 w 7467600"/>
              <a:gd name="connsiteY769" fmla="*/ 945632 h 6858000"/>
              <a:gd name="connsiteX770" fmla="*/ 5107071 w 7467600"/>
              <a:gd name="connsiteY770" fmla="*/ 969720 h 6858000"/>
              <a:gd name="connsiteX771" fmla="*/ 4998681 w 7467600"/>
              <a:gd name="connsiteY771" fmla="*/ 988771 h 6858000"/>
              <a:gd name="connsiteX772" fmla="*/ 5870151 w 7467600"/>
              <a:gd name="connsiteY772" fmla="*/ 898890 h 6858000"/>
              <a:gd name="connsiteX773" fmla="*/ 5504425 w 7467600"/>
              <a:gd name="connsiteY773" fmla="*/ 848067 h 6858000"/>
              <a:gd name="connsiteX774" fmla="*/ 4968849 w 7467600"/>
              <a:gd name="connsiteY774" fmla="*/ 962318 h 6858000"/>
              <a:gd name="connsiteX775" fmla="*/ 5104039 w 7467600"/>
              <a:gd name="connsiteY775" fmla="*/ 940634 h 6858000"/>
              <a:gd name="connsiteX776" fmla="*/ 5256311 w 7467600"/>
              <a:gd name="connsiteY776" fmla="*/ 916490 h 6858000"/>
              <a:gd name="connsiteX777" fmla="*/ 5377381 w 7467600"/>
              <a:gd name="connsiteY777" fmla="*/ 912671 h 6858000"/>
              <a:gd name="connsiteX778" fmla="*/ 5460148 w 7467600"/>
              <a:gd name="connsiteY778" fmla="*/ 911442 h 6858000"/>
              <a:gd name="connsiteX779" fmla="*/ 5648971 w 7467600"/>
              <a:gd name="connsiteY779" fmla="*/ 891331 h 6858000"/>
              <a:gd name="connsiteX780" fmla="*/ 5844807 w 7467600"/>
              <a:gd name="connsiteY780" fmla="*/ 870718 h 6858000"/>
              <a:gd name="connsiteX781" fmla="*/ 5862975 w 7467600"/>
              <a:gd name="connsiteY781" fmla="*/ 869756 h 6858000"/>
              <a:gd name="connsiteX782" fmla="*/ 5920887 w 7467600"/>
              <a:gd name="connsiteY782" fmla="*/ 865929 h 6858000"/>
              <a:gd name="connsiteX783" fmla="*/ 5504425 w 7467600"/>
              <a:gd name="connsiteY783" fmla="*/ 848067 h 6858000"/>
              <a:gd name="connsiteX784" fmla="*/ 3607114 w 7467600"/>
              <a:gd name="connsiteY784" fmla="*/ 467441 h 6858000"/>
              <a:gd name="connsiteX785" fmla="*/ 3296242 w 7467600"/>
              <a:gd name="connsiteY785" fmla="*/ 807991 h 6858000"/>
              <a:gd name="connsiteX786" fmla="*/ 3174674 w 7467600"/>
              <a:gd name="connsiteY786" fmla="*/ 919759 h 6858000"/>
              <a:gd name="connsiteX787" fmla="*/ 3042978 w 7467600"/>
              <a:gd name="connsiteY787" fmla="*/ 1054894 h 6858000"/>
              <a:gd name="connsiteX788" fmla="*/ 2968914 w 7467600"/>
              <a:gd name="connsiteY788" fmla="*/ 1133756 h 6858000"/>
              <a:gd name="connsiteX789" fmla="*/ 3103823 w 7467600"/>
              <a:gd name="connsiteY789" fmla="*/ 1026814 h 6858000"/>
              <a:gd name="connsiteX790" fmla="*/ 3607114 w 7467600"/>
              <a:gd name="connsiteY790" fmla="*/ 467441 h 6858000"/>
              <a:gd name="connsiteX791" fmla="*/ 3744487 w 7467600"/>
              <a:gd name="connsiteY791" fmla="*/ 383136 h 6858000"/>
              <a:gd name="connsiteX792" fmla="*/ 3970213 w 7467600"/>
              <a:gd name="connsiteY792" fmla="*/ 995559 h 6858000"/>
              <a:gd name="connsiteX793" fmla="*/ 3744487 w 7467600"/>
              <a:gd name="connsiteY793" fmla="*/ 383136 h 6858000"/>
              <a:gd name="connsiteX794" fmla="*/ 3624562 w 7467600"/>
              <a:gd name="connsiteY794" fmla="*/ 367041 h 6858000"/>
              <a:gd name="connsiteX795" fmla="*/ 3489712 w 7467600"/>
              <a:gd name="connsiteY795" fmla="*/ 485386 h 6858000"/>
              <a:gd name="connsiteX796" fmla="*/ 3182994 w 7467600"/>
              <a:gd name="connsiteY796" fmla="*/ 828265 h 6858000"/>
              <a:gd name="connsiteX797" fmla="*/ 2892114 w 7467600"/>
              <a:gd name="connsiteY797" fmla="*/ 1172635 h 6858000"/>
              <a:gd name="connsiteX798" fmla="*/ 3021459 w 7467600"/>
              <a:gd name="connsiteY798" fmla="*/ 1035385 h 6858000"/>
              <a:gd name="connsiteX799" fmla="*/ 3153873 w 7467600"/>
              <a:gd name="connsiteY799" fmla="*/ 898971 h 6858000"/>
              <a:gd name="connsiteX800" fmla="*/ 3276511 w 7467600"/>
              <a:gd name="connsiteY800" fmla="*/ 786423 h 6858000"/>
              <a:gd name="connsiteX801" fmla="*/ 3584154 w 7467600"/>
              <a:gd name="connsiteY801" fmla="*/ 448218 h 6858000"/>
              <a:gd name="connsiteX802" fmla="*/ 3624562 w 7467600"/>
              <a:gd name="connsiteY802" fmla="*/ 367041 h 6858000"/>
              <a:gd name="connsiteX803" fmla="*/ 3766672 w 7467600"/>
              <a:gd name="connsiteY803" fmla="*/ 359429 h 6858000"/>
              <a:gd name="connsiteX804" fmla="*/ 3996338 w 7467600"/>
              <a:gd name="connsiteY804" fmla="*/ 968237 h 6858000"/>
              <a:gd name="connsiteX805" fmla="*/ 3766672 w 7467600"/>
              <a:gd name="connsiteY805" fmla="*/ 359429 h 6858000"/>
              <a:gd name="connsiteX806" fmla="*/ 5805386 w 7467600"/>
              <a:gd name="connsiteY806" fmla="*/ 239240 h 6858000"/>
              <a:gd name="connsiteX807" fmla="*/ 5736947 w 7467600"/>
              <a:gd name="connsiteY807" fmla="*/ 261367 h 6858000"/>
              <a:gd name="connsiteX808" fmla="*/ 5427012 w 7467600"/>
              <a:gd name="connsiteY808" fmla="*/ 311272 h 6858000"/>
              <a:gd name="connsiteX809" fmla="*/ 5147818 w 7467600"/>
              <a:gd name="connsiteY809" fmla="*/ 322112 h 6858000"/>
              <a:gd name="connsiteX810" fmla="*/ 5060854 w 7467600"/>
              <a:gd name="connsiteY810" fmla="*/ 311882 h 6858000"/>
              <a:gd name="connsiteX811" fmla="*/ 4945989 w 7467600"/>
              <a:gd name="connsiteY811" fmla="*/ 300516 h 6858000"/>
              <a:gd name="connsiteX812" fmla="*/ 5410479 w 7467600"/>
              <a:gd name="connsiteY812" fmla="*/ 348434 h 6858000"/>
              <a:gd name="connsiteX813" fmla="*/ 5805386 w 7467600"/>
              <a:gd name="connsiteY813" fmla="*/ 239240 h 6858000"/>
              <a:gd name="connsiteX814" fmla="*/ 5905192 w 7467600"/>
              <a:gd name="connsiteY814" fmla="*/ 163079 h 6858000"/>
              <a:gd name="connsiteX815" fmla="*/ 5865655 w 7467600"/>
              <a:gd name="connsiteY815" fmla="*/ 171901 h 6858000"/>
              <a:gd name="connsiteX816" fmla="*/ 5259740 w 7467600"/>
              <a:gd name="connsiteY816" fmla="*/ 257013 h 6858000"/>
              <a:gd name="connsiteX817" fmla="*/ 5208466 w 7467600"/>
              <a:gd name="connsiteY817" fmla="*/ 257550 h 6858000"/>
              <a:gd name="connsiteX818" fmla="*/ 4980204 w 7467600"/>
              <a:gd name="connsiteY818" fmla="*/ 271903 h 6858000"/>
              <a:gd name="connsiteX819" fmla="*/ 5068068 w 7467600"/>
              <a:gd name="connsiteY819" fmla="*/ 282244 h 6858000"/>
              <a:gd name="connsiteX820" fmla="*/ 5153231 w 7467600"/>
              <a:gd name="connsiteY820" fmla="*/ 292240 h 6858000"/>
              <a:gd name="connsiteX821" fmla="*/ 5426491 w 7467600"/>
              <a:gd name="connsiteY821" fmla="*/ 281128 h 6858000"/>
              <a:gd name="connsiteX822" fmla="*/ 5731212 w 7467600"/>
              <a:gd name="connsiteY822" fmla="*/ 231951 h 6858000"/>
              <a:gd name="connsiteX823" fmla="*/ 5905192 w 7467600"/>
              <a:gd name="connsiteY823" fmla="*/ 163079 h 6858000"/>
              <a:gd name="connsiteX824" fmla="*/ 5944437 w 7467600"/>
              <a:gd name="connsiteY824" fmla="*/ 113829 h 6858000"/>
              <a:gd name="connsiteX825" fmla="*/ 5825032 w 7467600"/>
              <a:gd name="connsiteY825" fmla="*/ 146405 h 6858000"/>
              <a:gd name="connsiteX826" fmla="*/ 4955599 w 7467600"/>
              <a:gd name="connsiteY826" fmla="*/ 247008 h 6858000"/>
              <a:gd name="connsiteX827" fmla="*/ 5210104 w 7467600"/>
              <a:gd name="connsiteY827" fmla="*/ 228123 h 6858000"/>
              <a:gd name="connsiteX828" fmla="*/ 5261015 w 7467600"/>
              <a:gd name="connsiteY828" fmla="*/ 227087 h 6858000"/>
              <a:gd name="connsiteX829" fmla="*/ 5861181 w 7467600"/>
              <a:gd name="connsiteY829" fmla="*/ 143093 h 6858000"/>
              <a:gd name="connsiteX830" fmla="*/ 5961252 w 7467600"/>
              <a:gd name="connsiteY830" fmla="*/ 114820 h 6858000"/>
              <a:gd name="connsiteX831" fmla="*/ 5944437 w 7467600"/>
              <a:gd name="connsiteY831" fmla="*/ 113829 h 6858000"/>
              <a:gd name="connsiteX832" fmla="*/ 3882765 w 7467600"/>
              <a:gd name="connsiteY832" fmla="*/ 0 h 6858000"/>
              <a:gd name="connsiteX833" fmla="*/ 3995099 w 7467600"/>
              <a:gd name="connsiteY833" fmla="*/ 0 h 6858000"/>
              <a:gd name="connsiteX834" fmla="*/ 4163818 w 7467600"/>
              <a:gd name="connsiteY834" fmla="*/ 234104 h 6858000"/>
              <a:gd name="connsiteX835" fmla="*/ 4172099 w 7467600"/>
              <a:gd name="connsiteY835" fmla="*/ 234207 h 6858000"/>
              <a:gd name="connsiteX836" fmla="*/ 4784282 w 7467600"/>
              <a:gd name="connsiteY836" fmla="*/ 276561 h 6858000"/>
              <a:gd name="connsiteX837" fmla="*/ 4801687 w 7467600"/>
              <a:gd name="connsiteY837" fmla="*/ 267764 h 6858000"/>
              <a:gd name="connsiteX838" fmla="*/ 6082788 w 7467600"/>
              <a:gd name="connsiteY838" fmla="*/ 64119 h 6858000"/>
              <a:gd name="connsiteX839" fmla="*/ 6099442 w 7467600"/>
              <a:gd name="connsiteY839" fmla="*/ 82568 h 6858000"/>
              <a:gd name="connsiteX840" fmla="*/ 4804137 w 7467600"/>
              <a:gd name="connsiteY840" fmla="*/ 320931 h 6858000"/>
              <a:gd name="connsiteX841" fmla="*/ 4227047 w 7467600"/>
              <a:gd name="connsiteY841" fmla="*/ 313415 h 6858000"/>
              <a:gd name="connsiteX842" fmla="*/ 4346041 w 7467600"/>
              <a:gd name="connsiteY842" fmla="*/ 456086 h 6858000"/>
              <a:gd name="connsiteX843" fmla="*/ 4870967 w 7467600"/>
              <a:gd name="connsiteY843" fmla="*/ 963061 h 6858000"/>
              <a:gd name="connsiteX844" fmla="*/ 4889647 w 7467600"/>
              <a:gd name="connsiteY844" fmla="*/ 957147 h 6858000"/>
              <a:gd name="connsiteX845" fmla="*/ 5422504 w 7467600"/>
              <a:gd name="connsiteY845" fmla="*/ 805191 h 6858000"/>
              <a:gd name="connsiteX846" fmla="*/ 6087656 w 7467600"/>
              <a:gd name="connsiteY846" fmla="*/ 826703 h 6858000"/>
              <a:gd name="connsiteX847" fmla="*/ 6058717 w 7467600"/>
              <a:gd name="connsiteY847" fmla="*/ 865992 h 6858000"/>
              <a:gd name="connsiteX848" fmla="*/ 4974153 w 7467600"/>
              <a:gd name="connsiteY848" fmla="*/ 1045456 h 6858000"/>
              <a:gd name="connsiteX849" fmla="*/ 5627835 w 7467600"/>
              <a:gd name="connsiteY849" fmla="*/ 1472077 h 6858000"/>
              <a:gd name="connsiteX850" fmla="*/ 5629817 w 7467600"/>
              <a:gd name="connsiteY850" fmla="*/ 1471412 h 6858000"/>
              <a:gd name="connsiteX851" fmla="*/ 5634124 w 7467600"/>
              <a:gd name="connsiteY851" fmla="*/ 1470572 h 6858000"/>
              <a:gd name="connsiteX852" fmla="*/ 5755832 w 7467600"/>
              <a:gd name="connsiteY852" fmla="*/ 1383886 h 6858000"/>
              <a:gd name="connsiteX853" fmla="*/ 6014186 w 7467600"/>
              <a:gd name="connsiteY853" fmla="*/ 1279799 h 6858000"/>
              <a:gd name="connsiteX854" fmla="*/ 6901619 w 7467600"/>
              <a:gd name="connsiteY854" fmla="*/ 1047874 h 6858000"/>
              <a:gd name="connsiteX855" fmla="*/ 6931566 w 7467600"/>
              <a:gd name="connsiteY855" fmla="*/ 1062034 h 6858000"/>
              <a:gd name="connsiteX856" fmla="*/ 5790982 w 7467600"/>
              <a:gd name="connsiteY856" fmla="*/ 1561380 h 6858000"/>
              <a:gd name="connsiteX857" fmla="*/ 6188971 w 7467600"/>
              <a:gd name="connsiteY857" fmla="*/ 1755168 h 6858000"/>
              <a:gd name="connsiteX858" fmla="*/ 6202446 w 7467600"/>
              <a:gd name="connsiteY858" fmla="*/ 1752268 h 6858000"/>
              <a:gd name="connsiteX859" fmla="*/ 7179560 w 7467600"/>
              <a:gd name="connsiteY859" fmla="*/ 1467551 h 6858000"/>
              <a:gd name="connsiteX860" fmla="*/ 7158730 w 7467600"/>
              <a:gd name="connsiteY860" fmla="*/ 1507835 h 6858000"/>
              <a:gd name="connsiteX861" fmla="*/ 6326959 w 7467600"/>
              <a:gd name="connsiteY861" fmla="*/ 1817686 h 6858000"/>
              <a:gd name="connsiteX862" fmla="*/ 6537433 w 7467600"/>
              <a:gd name="connsiteY862" fmla="*/ 1907790 h 6858000"/>
              <a:gd name="connsiteX863" fmla="*/ 6550221 w 7467600"/>
              <a:gd name="connsiteY863" fmla="*/ 1910729 h 6858000"/>
              <a:gd name="connsiteX864" fmla="*/ 6964438 w 7467600"/>
              <a:gd name="connsiteY864" fmla="*/ 2209505 h 6858000"/>
              <a:gd name="connsiteX865" fmla="*/ 7367862 w 7467600"/>
              <a:gd name="connsiteY865" fmla="*/ 2806833 h 6858000"/>
              <a:gd name="connsiteX866" fmla="*/ 7364329 w 7467600"/>
              <a:gd name="connsiteY866" fmla="*/ 2826907 h 6858000"/>
              <a:gd name="connsiteX867" fmla="*/ 7290545 w 7467600"/>
              <a:gd name="connsiteY867" fmla="*/ 2850663 h 6858000"/>
              <a:gd name="connsiteX868" fmla="*/ 6472036 w 7467600"/>
              <a:gd name="connsiteY868" fmla="*/ 1959003 h 6858000"/>
              <a:gd name="connsiteX869" fmla="*/ 5792897 w 7467600"/>
              <a:gd name="connsiteY869" fmla="*/ 1647747 h 6858000"/>
              <a:gd name="connsiteX870" fmla="*/ 5842751 w 7467600"/>
              <a:gd name="connsiteY870" fmla="*/ 1816112 h 6858000"/>
              <a:gd name="connsiteX871" fmla="*/ 5847424 w 7467600"/>
              <a:gd name="connsiteY871" fmla="*/ 1815776 h 6858000"/>
              <a:gd name="connsiteX872" fmla="*/ 6399821 w 7467600"/>
              <a:gd name="connsiteY872" fmla="*/ 2344799 h 6858000"/>
              <a:gd name="connsiteX873" fmla="*/ 6323232 w 7467600"/>
              <a:gd name="connsiteY873" fmla="*/ 2389634 h 6858000"/>
              <a:gd name="connsiteX874" fmla="*/ 5942958 w 7467600"/>
              <a:gd name="connsiteY874" fmla="*/ 2077708 h 6858000"/>
              <a:gd name="connsiteX875" fmla="*/ 5921559 w 7467600"/>
              <a:gd name="connsiteY875" fmla="*/ 2378596 h 6858000"/>
              <a:gd name="connsiteX876" fmla="*/ 5817651 w 7467600"/>
              <a:gd name="connsiteY876" fmla="*/ 3023919 h 6858000"/>
              <a:gd name="connsiteX877" fmla="*/ 5729634 w 7467600"/>
              <a:gd name="connsiteY877" fmla="*/ 3051849 h 6858000"/>
              <a:gd name="connsiteX878" fmla="*/ 5611018 w 7467600"/>
              <a:gd name="connsiteY878" fmla="*/ 2316769 h 6858000"/>
              <a:gd name="connsiteX879" fmla="*/ 5687608 w 7467600"/>
              <a:gd name="connsiteY879" fmla="*/ 2039972 h 6858000"/>
              <a:gd name="connsiteX880" fmla="*/ 5657554 w 7467600"/>
              <a:gd name="connsiteY880" fmla="*/ 1576445 h 6858000"/>
              <a:gd name="connsiteX881" fmla="*/ 5150475 w 7467600"/>
              <a:gd name="connsiteY881" fmla="*/ 1274012 h 6858000"/>
              <a:gd name="connsiteX882" fmla="*/ 5349142 w 7467600"/>
              <a:gd name="connsiteY882" fmla="*/ 2204405 h 6858000"/>
              <a:gd name="connsiteX883" fmla="*/ 5262214 w 7467600"/>
              <a:gd name="connsiteY883" fmla="*/ 2233836 h 6858000"/>
              <a:gd name="connsiteX884" fmla="*/ 4981539 w 7467600"/>
              <a:gd name="connsiteY884" fmla="*/ 1542201 h 6858000"/>
              <a:gd name="connsiteX885" fmla="*/ 4958461 w 7467600"/>
              <a:gd name="connsiteY885" fmla="*/ 1136957 h 6858000"/>
              <a:gd name="connsiteX886" fmla="*/ 4655015 w 7467600"/>
              <a:gd name="connsiteY886" fmla="*/ 891426 h 6858000"/>
              <a:gd name="connsiteX887" fmla="*/ 4348002 w 7467600"/>
              <a:gd name="connsiteY887" fmla="*/ 2205895 h 6858000"/>
              <a:gd name="connsiteX888" fmla="*/ 4262250 w 7467600"/>
              <a:gd name="connsiteY888" fmla="*/ 2219972 h 6858000"/>
              <a:gd name="connsiteX889" fmla="*/ 4550611 w 7467600"/>
              <a:gd name="connsiteY889" fmla="*/ 817540 h 6858000"/>
              <a:gd name="connsiteX890" fmla="*/ 4564418 w 7467600"/>
              <a:gd name="connsiteY890" fmla="*/ 808293 h 6858000"/>
              <a:gd name="connsiteX891" fmla="*/ 4266388 w 7467600"/>
              <a:gd name="connsiteY891" fmla="*/ 500083 h 6858000"/>
              <a:gd name="connsiteX892" fmla="*/ 4032842 w 7467600"/>
              <a:gd name="connsiteY892" fmla="*/ 211809 h 6858000"/>
              <a:gd name="connsiteX893" fmla="*/ 3882765 w 7467600"/>
              <a:gd name="connsiteY893" fmla="*/ 0 h 6858000"/>
              <a:gd name="connsiteX894" fmla="*/ 3721337 w 7467600"/>
              <a:gd name="connsiteY894" fmla="*/ 0 h 6858000"/>
              <a:gd name="connsiteX895" fmla="*/ 3797544 w 7467600"/>
              <a:gd name="connsiteY895" fmla="*/ 0 h 6858000"/>
              <a:gd name="connsiteX896" fmla="*/ 3775734 w 7467600"/>
              <a:gd name="connsiteY896" fmla="*/ 95131 h 6858000"/>
              <a:gd name="connsiteX897" fmla="*/ 3724807 w 7467600"/>
              <a:gd name="connsiteY897" fmla="*/ 272257 h 6858000"/>
              <a:gd name="connsiteX898" fmla="*/ 3726844 w 7467600"/>
              <a:gd name="connsiteY898" fmla="*/ 282988 h 6858000"/>
              <a:gd name="connsiteX899" fmla="*/ 3742664 w 7467600"/>
              <a:gd name="connsiteY899" fmla="*/ 279918 h 6858000"/>
              <a:gd name="connsiteX900" fmla="*/ 4103910 w 7467600"/>
              <a:gd name="connsiteY900" fmla="*/ 1161917 h 6858000"/>
              <a:gd name="connsiteX901" fmla="*/ 4020269 w 7467600"/>
              <a:gd name="connsiteY901" fmla="*/ 1200406 h 6858000"/>
              <a:gd name="connsiteX902" fmla="*/ 3674882 w 7467600"/>
              <a:gd name="connsiteY902" fmla="*/ 488524 h 6858000"/>
              <a:gd name="connsiteX903" fmla="*/ 3132682 w 7467600"/>
              <a:gd name="connsiteY903" fmla="*/ 1072284 h 6858000"/>
              <a:gd name="connsiteX904" fmla="*/ 2716346 w 7467600"/>
              <a:gd name="connsiteY904" fmla="*/ 1276376 h 6858000"/>
              <a:gd name="connsiteX905" fmla="*/ 2716772 w 7467600"/>
              <a:gd name="connsiteY905" fmla="*/ 1255462 h 6858000"/>
              <a:gd name="connsiteX906" fmla="*/ 3471096 w 7467600"/>
              <a:gd name="connsiteY906" fmla="*/ 437072 h 6858000"/>
              <a:gd name="connsiteX907" fmla="*/ 3639057 w 7467600"/>
              <a:gd name="connsiteY907" fmla="*/ 286334 h 6858000"/>
              <a:gd name="connsiteX908" fmla="*/ 3640309 w 7467600"/>
              <a:gd name="connsiteY908" fmla="*/ 284664 h 6858000"/>
              <a:gd name="connsiteX909" fmla="*/ 3646022 w 7467600"/>
              <a:gd name="connsiteY909" fmla="*/ 276711 h 6858000"/>
              <a:gd name="connsiteX910" fmla="*/ 3707943 w 7467600"/>
              <a:gd name="connsiteY910" fmla="*/ 65958 h 6858000"/>
              <a:gd name="connsiteX911" fmla="*/ 3721337 w 7467600"/>
              <a:gd name="connsiteY911" fmla="*/ 0 h 6858000"/>
              <a:gd name="connsiteX912" fmla="*/ 2867960 w 7467600"/>
              <a:gd name="connsiteY912" fmla="*/ 0 h 6858000"/>
              <a:gd name="connsiteX913" fmla="*/ 2926351 w 7467600"/>
              <a:gd name="connsiteY913" fmla="*/ 0 h 6858000"/>
              <a:gd name="connsiteX914" fmla="*/ 2902823 w 7467600"/>
              <a:gd name="connsiteY914" fmla="*/ 262929 h 6858000"/>
              <a:gd name="connsiteX915" fmla="*/ 2940663 w 7467600"/>
              <a:gd name="connsiteY915" fmla="*/ 140884 h 6858000"/>
              <a:gd name="connsiteX916" fmla="*/ 2947039 w 7467600"/>
              <a:gd name="connsiteY916" fmla="*/ 122524 h 6858000"/>
              <a:gd name="connsiteX917" fmla="*/ 2984316 w 7467600"/>
              <a:gd name="connsiteY917" fmla="*/ 0 h 6858000"/>
              <a:gd name="connsiteX918" fmla="*/ 3016114 w 7467600"/>
              <a:gd name="connsiteY918" fmla="*/ 0 h 6858000"/>
              <a:gd name="connsiteX919" fmla="*/ 2979949 w 7467600"/>
              <a:gd name="connsiteY919" fmla="*/ 119274 h 6858000"/>
              <a:gd name="connsiteX920" fmla="*/ 3023879 w 7467600"/>
              <a:gd name="connsiteY920" fmla="*/ 0 h 6858000"/>
              <a:gd name="connsiteX921" fmla="*/ 3105400 w 7467600"/>
              <a:gd name="connsiteY921" fmla="*/ 0 h 6858000"/>
              <a:gd name="connsiteX922" fmla="*/ 3094669 w 7467600"/>
              <a:gd name="connsiteY922" fmla="*/ 30308 h 6858000"/>
              <a:gd name="connsiteX923" fmla="*/ 2901945 w 7467600"/>
              <a:gd name="connsiteY923" fmla="*/ 466538 h 6858000"/>
              <a:gd name="connsiteX924" fmla="*/ 2815209 w 7467600"/>
              <a:gd name="connsiteY924" fmla="*/ 497361 h 6858000"/>
              <a:gd name="connsiteX925" fmla="*/ 2844845 w 7467600"/>
              <a:gd name="connsiteY925" fmla="*/ 127638 h 6858000"/>
              <a:gd name="connsiteX926" fmla="*/ 2867960 w 7467600"/>
              <a:gd name="connsiteY926" fmla="*/ 0 h 6858000"/>
              <a:gd name="connsiteX927" fmla="*/ 1057230 w 7467600"/>
              <a:gd name="connsiteY927" fmla="*/ 0 h 6858000"/>
              <a:gd name="connsiteX928" fmla="*/ 1111003 w 7467600"/>
              <a:gd name="connsiteY928" fmla="*/ 0 h 6858000"/>
              <a:gd name="connsiteX929" fmla="*/ 1125553 w 7467600"/>
              <a:gd name="connsiteY929" fmla="*/ 52588 h 6858000"/>
              <a:gd name="connsiteX930" fmla="*/ 1304276 w 7467600"/>
              <a:gd name="connsiteY930" fmla="*/ 476275 h 6858000"/>
              <a:gd name="connsiteX931" fmla="*/ 1492066 w 7467600"/>
              <a:gd name="connsiteY931" fmla="*/ 886333 h 6858000"/>
              <a:gd name="connsiteX932" fmla="*/ 1423698 w 7467600"/>
              <a:gd name="connsiteY932" fmla="*/ 710817 h 6858000"/>
              <a:gd name="connsiteX933" fmla="*/ 1357609 w 7467600"/>
              <a:gd name="connsiteY933" fmla="*/ 532892 h 6858000"/>
              <a:gd name="connsiteX934" fmla="*/ 1309550 w 7467600"/>
              <a:gd name="connsiteY934" fmla="*/ 374031 h 6858000"/>
              <a:gd name="connsiteX935" fmla="*/ 1193673 w 7467600"/>
              <a:gd name="connsiteY935" fmla="*/ 49533 h 6858000"/>
              <a:gd name="connsiteX936" fmla="*/ 1164391 w 7467600"/>
              <a:gd name="connsiteY936" fmla="*/ 0 h 6858000"/>
              <a:gd name="connsiteX937" fmla="*/ 1200666 w 7467600"/>
              <a:gd name="connsiteY937" fmla="*/ 0 h 6858000"/>
              <a:gd name="connsiteX938" fmla="*/ 1223408 w 7467600"/>
              <a:gd name="connsiteY938" fmla="*/ 38996 h 6858000"/>
              <a:gd name="connsiteX939" fmla="*/ 1339635 w 7467600"/>
              <a:gd name="connsiteY939" fmla="*/ 365517 h 6858000"/>
              <a:gd name="connsiteX940" fmla="*/ 1387469 w 7467600"/>
              <a:gd name="connsiteY940" fmla="*/ 523079 h 6858000"/>
              <a:gd name="connsiteX941" fmla="*/ 1452685 w 7467600"/>
              <a:gd name="connsiteY941" fmla="*/ 699806 h 6858000"/>
              <a:gd name="connsiteX942" fmla="*/ 1492092 w 7467600"/>
              <a:gd name="connsiteY942" fmla="*/ 800424 h 6858000"/>
              <a:gd name="connsiteX943" fmla="*/ 1455302 w 7467600"/>
              <a:gd name="connsiteY943" fmla="*/ 632913 h 6858000"/>
              <a:gd name="connsiteX944" fmla="*/ 1222336 w 7467600"/>
              <a:gd name="connsiteY944" fmla="*/ 9480 h 6858000"/>
              <a:gd name="connsiteX945" fmla="*/ 1214634 w 7467600"/>
              <a:gd name="connsiteY945" fmla="*/ 0 h 6858000"/>
              <a:gd name="connsiteX946" fmla="*/ 1289827 w 7467600"/>
              <a:gd name="connsiteY946" fmla="*/ 0 h 6858000"/>
              <a:gd name="connsiteX947" fmla="*/ 1321076 w 7467600"/>
              <a:gd name="connsiteY947" fmla="*/ 59722 h 6858000"/>
              <a:gd name="connsiteX948" fmla="*/ 1512579 w 7467600"/>
              <a:gd name="connsiteY948" fmla="*/ 626441 h 6858000"/>
              <a:gd name="connsiteX949" fmla="*/ 1506076 w 7467600"/>
              <a:gd name="connsiteY949" fmla="*/ 1089289 h 6858000"/>
              <a:gd name="connsiteX950" fmla="*/ 1486346 w 7467600"/>
              <a:gd name="connsiteY950" fmla="*/ 1079919 h 6858000"/>
              <a:gd name="connsiteX951" fmla="*/ 1070511 w 7467600"/>
              <a:gd name="connsiteY951" fmla="*/ 48609 h 6858000"/>
              <a:gd name="connsiteX952" fmla="*/ 1057230 w 7467600"/>
              <a:gd name="connsiteY952" fmla="*/ 0 h 6858000"/>
              <a:gd name="connsiteX953" fmla="*/ 43151 w 7467600"/>
              <a:gd name="connsiteY953" fmla="*/ 0 h 6858000"/>
              <a:gd name="connsiteX954" fmla="*/ 95283 w 7467600"/>
              <a:gd name="connsiteY954" fmla="*/ 0 h 6858000"/>
              <a:gd name="connsiteX955" fmla="*/ 300708 w 7467600"/>
              <a:gd name="connsiteY955" fmla="*/ 154571 h 6858000"/>
              <a:gd name="connsiteX956" fmla="*/ 530414 w 7467600"/>
              <a:gd name="connsiteY956" fmla="*/ 354673 h 6858000"/>
              <a:gd name="connsiteX957" fmla="*/ 333785 w 7467600"/>
              <a:gd name="connsiteY957" fmla="*/ 161564 h 6858000"/>
              <a:gd name="connsiteX958" fmla="*/ 147005 w 7467600"/>
              <a:gd name="connsiteY958" fmla="*/ 0 h 6858000"/>
              <a:gd name="connsiteX959" fmla="*/ 272509 w 7467600"/>
              <a:gd name="connsiteY959" fmla="*/ 0 h 6858000"/>
              <a:gd name="connsiteX960" fmla="*/ 326276 w 7467600"/>
              <a:gd name="connsiteY960" fmla="*/ 45847 h 6858000"/>
              <a:gd name="connsiteX961" fmla="*/ 823759 w 7467600"/>
              <a:gd name="connsiteY961" fmla="*/ 574145 h 6858000"/>
              <a:gd name="connsiteX962" fmla="*/ 811254 w 7467600"/>
              <a:gd name="connsiteY962" fmla="*/ 665546 h 6858000"/>
              <a:gd name="connsiteX963" fmla="*/ 154042 w 7467600"/>
              <a:gd name="connsiteY963" fmla="*/ 261522 h 6858000"/>
              <a:gd name="connsiteX964" fmla="*/ 13550 w 7467600"/>
              <a:gd name="connsiteY964" fmla="*/ 158423 h 6858000"/>
              <a:gd name="connsiteX965" fmla="*/ 0 w 7467600"/>
              <a:gd name="connsiteY965" fmla="*/ 146618 h 6858000"/>
              <a:gd name="connsiteX966" fmla="*/ 0 w 7467600"/>
              <a:gd name="connsiteY966" fmla="*/ 59161 h 6858000"/>
              <a:gd name="connsiteX967" fmla="*/ 45427 w 7467600"/>
              <a:gd name="connsiteY967" fmla="*/ 101078 h 6858000"/>
              <a:gd name="connsiteX968" fmla="*/ 630103 w 7467600"/>
              <a:gd name="connsiteY968" fmla="*/ 485885 h 6858000"/>
              <a:gd name="connsiteX969" fmla="*/ 532040 w 7467600"/>
              <a:gd name="connsiteY969" fmla="*/ 399359 h 6858000"/>
              <a:gd name="connsiteX970" fmla="*/ 517618 w 7467600"/>
              <a:gd name="connsiteY970" fmla="*/ 385726 h 6858000"/>
              <a:gd name="connsiteX971" fmla="*/ 285074 w 7467600"/>
              <a:gd name="connsiteY971" fmla="*/ 182755 h 6858000"/>
              <a:gd name="connsiteX972" fmla="*/ 43151 w 7467600"/>
              <a:gd name="connsiteY97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015907 w 7467600"/>
              <a:gd name="connsiteY78" fmla="*/ 5541548 h 6858000"/>
              <a:gd name="connsiteX79" fmla="*/ 7259646 w 7467600"/>
              <a:gd name="connsiteY79" fmla="*/ 5765985 h 6858000"/>
              <a:gd name="connsiteX80" fmla="*/ 7467600 w 7467600"/>
              <a:gd name="connsiteY80" fmla="*/ 6012219 h 6858000"/>
              <a:gd name="connsiteX81" fmla="*/ 7105827 w 7467600"/>
              <a:gd name="connsiteY81" fmla="*/ 5718700 h 6858000"/>
              <a:gd name="connsiteX82" fmla="*/ 7356878 w 7467600"/>
              <a:gd name="connsiteY82" fmla="*/ 5981332 h 6858000"/>
              <a:gd name="connsiteX83" fmla="*/ 7467600 w 7467600"/>
              <a:gd name="connsiteY83" fmla="*/ 6117703 h 6858000"/>
              <a:gd name="connsiteX84" fmla="*/ 7467600 w 7467600"/>
              <a:gd name="connsiteY84" fmla="*/ 6163634 h 6858000"/>
              <a:gd name="connsiteX85" fmla="*/ 7403637 w 7467600"/>
              <a:gd name="connsiteY85" fmla="*/ 6083957 h 6858000"/>
              <a:gd name="connsiteX86" fmla="*/ 7254615 w 7467600"/>
              <a:gd name="connsiteY86" fmla="*/ 5911918 h 6858000"/>
              <a:gd name="connsiteX87" fmla="*/ 7312589 w 7467600"/>
              <a:gd name="connsiteY87" fmla="*/ 5982309 h 6858000"/>
              <a:gd name="connsiteX88" fmla="*/ 7448321 w 7467600"/>
              <a:gd name="connsiteY88" fmla="*/ 6190991 h 6858000"/>
              <a:gd name="connsiteX89" fmla="*/ 7467600 w 7467600"/>
              <a:gd name="connsiteY89" fmla="*/ 6221686 h 6858000"/>
              <a:gd name="connsiteX90" fmla="*/ 7467600 w 7467600"/>
              <a:gd name="connsiteY90" fmla="*/ 6334256 h 6858000"/>
              <a:gd name="connsiteX91" fmla="*/ 7454976 w 7467600"/>
              <a:gd name="connsiteY91" fmla="*/ 6318297 h 6858000"/>
              <a:gd name="connsiteX92" fmla="*/ 7042773 w 7467600"/>
              <a:gd name="connsiteY92" fmla="*/ 5734011 h 6858000"/>
              <a:gd name="connsiteX93" fmla="*/ 1456157 w 7467600"/>
              <a:gd name="connsiteY93" fmla="*/ 5371404 h 6858000"/>
              <a:gd name="connsiteX94" fmla="*/ 1244432 w 7467600"/>
              <a:gd name="connsiteY94" fmla="*/ 5385601 h 6858000"/>
              <a:gd name="connsiteX95" fmla="*/ 973990 w 7467600"/>
              <a:gd name="connsiteY95" fmla="*/ 5424940 h 6858000"/>
              <a:gd name="connsiteX96" fmla="*/ 1103809 w 7467600"/>
              <a:gd name="connsiteY96" fmla="*/ 5433720 h 6858000"/>
              <a:gd name="connsiteX97" fmla="*/ 1123454 w 7467600"/>
              <a:gd name="connsiteY97" fmla="*/ 5435727 h 6858000"/>
              <a:gd name="connsiteX98" fmla="*/ 1737017 w 7467600"/>
              <a:gd name="connsiteY98" fmla="*/ 5452183 h 6858000"/>
              <a:gd name="connsiteX99" fmla="*/ 1824397 w 7467600"/>
              <a:gd name="connsiteY99" fmla="*/ 5447757 h 6858000"/>
              <a:gd name="connsiteX100" fmla="*/ 2070059 w 7467600"/>
              <a:gd name="connsiteY100" fmla="*/ 5441660 h 6858000"/>
              <a:gd name="connsiteX101" fmla="*/ 1456157 w 7467600"/>
              <a:gd name="connsiteY101" fmla="*/ 5371404 h 6858000"/>
              <a:gd name="connsiteX102" fmla="*/ 4988186 w 7467600"/>
              <a:gd name="connsiteY102" fmla="*/ 5216467 h 6858000"/>
              <a:gd name="connsiteX103" fmla="*/ 4777334 w 7467600"/>
              <a:gd name="connsiteY103" fmla="*/ 5406072 h 6858000"/>
              <a:gd name="connsiteX104" fmla="*/ 4718341 w 7467600"/>
              <a:gd name="connsiteY104" fmla="*/ 5468043 h 6858000"/>
              <a:gd name="connsiteX105" fmla="*/ 4604655 w 7467600"/>
              <a:gd name="connsiteY105" fmla="*/ 5583434 h 6858000"/>
              <a:gd name="connsiteX106" fmla="*/ 4565074 w 7467600"/>
              <a:gd name="connsiteY106" fmla="*/ 5618550 h 6858000"/>
              <a:gd name="connsiteX107" fmla="*/ 4988186 w 7467600"/>
              <a:gd name="connsiteY107" fmla="*/ 5216467 h 6858000"/>
              <a:gd name="connsiteX108" fmla="*/ 4978032 w 7467600"/>
              <a:gd name="connsiteY108" fmla="*/ 5183809 h 6858000"/>
              <a:gd name="connsiteX109" fmla="*/ 4463413 w 7467600"/>
              <a:gd name="connsiteY109" fmla="*/ 5615162 h 6858000"/>
              <a:gd name="connsiteX110" fmla="*/ 4358134 w 7467600"/>
              <a:gd name="connsiteY110" fmla="*/ 5742791 h 6858000"/>
              <a:gd name="connsiteX111" fmla="*/ 4376219 w 7467600"/>
              <a:gd name="connsiteY111" fmla="*/ 5729027 h 6858000"/>
              <a:gd name="connsiteX112" fmla="*/ 4582340 w 7467600"/>
              <a:gd name="connsiteY112" fmla="*/ 5561037 h 6858000"/>
              <a:gd name="connsiteX113" fmla="*/ 4694684 w 7467600"/>
              <a:gd name="connsiteY113" fmla="*/ 5447098 h 6858000"/>
              <a:gd name="connsiteX114" fmla="*/ 4754123 w 7467600"/>
              <a:gd name="connsiteY114" fmla="*/ 5384643 h 6858000"/>
              <a:gd name="connsiteX115" fmla="*/ 4978032 w 7467600"/>
              <a:gd name="connsiteY115" fmla="*/ 5183809 h 6858000"/>
              <a:gd name="connsiteX116" fmla="*/ 1903353 w 7467600"/>
              <a:gd name="connsiteY116" fmla="*/ 5044827 h 6858000"/>
              <a:gd name="connsiteX117" fmla="*/ 1936931 w 7467600"/>
              <a:gd name="connsiteY117" fmla="*/ 5093954 h 6858000"/>
              <a:gd name="connsiteX118" fmla="*/ 2195868 w 7467600"/>
              <a:gd name="connsiteY118" fmla="*/ 5396574 h 6858000"/>
              <a:gd name="connsiteX119" fmla="*/ 2088852 w 7467600"/>
              <a:gd name="connsiteY119" fmla="*/ 5166123 h 6858000"/>
              <a:gd name="connsiteX120" fmla="*/ 1958241 w 7467600"/>
              <a:gd name="connsiteY120" fmla="*/ 5067955 h 6858000"/>
              <a:gd name="connsiteX121" fmla="*/ 1903353 w 7467600"/>
              <a:gd name="connsiteY121" fmla="*/ 5044827 h 6858000"/>
              <a:gd name="connsiteX122" fmla="*/ 1979378 w 7467600"/>
              <a:gd name="connsiteY122" fmla="*/ 4769504 h 6858000"/>
              <a:gd name="connsiteX123" fmla="*/ 2882120 w 7467600"/>
              <a:gd name="connsiteY123" fmla="*/ 5064547 h 6858000"/>
              <a:gd name="connsiteX124" fmla="*/ 2793103 w 7467600"/>
              <a:gd name="connsiteY124" fmla="*/ 5039699 h 6858000"/>
              <a:gd name="connsiteX125" fmla="*/ 2770041 w 7467600"/>
              <a:gd name="connsiteY125" fmla="*/ 5033634 h 6858000"/>
              <a:gd name="connsiteX126" fmla="*/ 1979378 w 7467600"/>
              <a:gd name="connsiteY126" fmla="*/ 4769504 h 6858000"/>
              <a:gd name="connsiteX127" fmla="*/ 1927410 w 7467600"/>
              <a:gd name="connsiteY127" fmla="*/ 4716164 h 6858000"/>
              <a:gd name="connsiteX128" fmla="*/ 1959587 w 7467600"/>
              <a:gd name="connsiteY128" fmla="*/ 4728849 h 6858000"/>
              <a:gd name="connsiteX129" fmla="*/ 2777707 w 7467600"/>
              <a:gd name="connsiteY129" fmla="*/ 5003991 h 6858000"/>
              <a:gd name="connsiteX130" fmla="*/ 2800768 w 7467600"/>
              <a:gd name="connsiteY130" fmla="*/ 5010056 h 6858000"/>
              <a:gd name="connsiteX131" fmla="*/ 2879408 w 7467600"/>
              <a:gd name="connsiteY131" fmla="*/ 5031590 h 6858000"/>
              <a:gd name="connsiteX132" fmla="*/ 2862295 w 7467600"/>
              <a:gd name="connsiteY132" fmla="*/ 5022958 h 6858000"/>
              <a:gd name="connsiteX133" fmla="*/ 2813343 w 7467600"/>
              <a:gd name="connsiteY133" fmla="*/ 4998369 h 6858000"/>
              <a:gd name="connsiteX134" fmla="*/ 2646245 w 7467600"/>
              <a:gd name="connsiteY134" fmla="*/ 4930999 h 6858000"/>
              <a:gd name="connsiteX135" fmla="*/ 1999243 w 7467600"/>
              <a:gd name="connsiteY135" fmla="*/ 4730524 h 6858000"/>
              <a:gd name="connsiteX136" fmla="*/ 1979527 w 7467600"/>
              <a:gd name="connsiteY136" fmla="*/ 4726651 h 6858000"/>
              <a:gd name="connsiteX137" fmla="*/ 1927410 w 7467600"/>
              <a:gd name="connsiteY137" fmla="*/ 4716164 h 6858000"/>
              <a:gd name="connsiteX138" fmla="*/ 1997014 w 7467600"/>
              <a:gd name="connsiteY138" fmla="*/ 4698007 h 6858000"/>
              <a:gd name="connsiteX139" fmla="*/ 2005458 w 7467600"/>
              <a:gd name="connsiteY139" fmla="*/ 4699540 h 6858000"/>
              <a:gd name="connsiteX140" fmla="*/ 2657186 w 7467600"/>
              <a:gd name="connsiteY140" fmla="*/ 4901687 h 6858000"/>
              <a:gd name="connsiteX141" fmla="*/ 2826662 w 7467600"/>
              <a:gd name="connsiteY141" fmla="*/ 4970362 h 6858000"/>
              <a:gd name="connsiteX142" fmla="*/ 2876100 w 7467600"/>
              <a:gd name="connsiteY142" fmla="*/ 4995397 h 6858000"/>
              <a:gd name="connsiteX143" fmla="*/ 3042600 w 7467600"/>
              <a:gd name="connsiteY143" fmla="*/ 5059532 h 6858000"/>
              <a:gd name="connsiteX144" fmla="*/ 1997014 w 7467600"/>
              <a:gd name="connsiteY144" fmla="*/ 4698007 h 6858000"/>
              <a:gd name="connsiteX145" fmla="*/ 2305292 w 7467600"/>
              <a:gd name="connsiteY145" fmla="*/ 4219492 h 6858000"/>
              <a:gd name="connsiteX146" fmla="*/ 3360922 w 7467600"/>
              <a:gd name="connsiteY146" fmla="*/ 4529373 h 6858000"/>
              <a:gd name="connsiteX147" fmla="*/ 3492420 w 7467600"/>
              <a:gd name="connsiteY147" fmla="*/ 4510145 h 6858000"/>
              <a:gd name="connsiteX148" fmla="*/ 3364086 w 7467600"/>
              <a:gd name="connsiteY148" fmla="*/ 4480340 h 6858000"/>
              <a:gd name="connsiteX149" fmla="*/ 3225818 w 7467600"/>
              <a:gd name="connsiteY149" fmla="*/ 4411822 h 6858000"/>
              <a:gd name="connsiteX150" fmla="*/ 3129696 w 7467600"/>
              <a:gd name="connsiteY150" fmla="*/ 4360704 h 6858000"/>
              <a:gd name="connsiteX151" fmla="*/ 2814545 w 7467600"/>
              <a:gd name="connsiteY151" fmla="*/ 4282955 h 6858000"/>
              <a:gd name="connsiteX152" fmla="*/ 2305292 w 7467600"/>
              <a:gd name="connsiteY152" fmla="*/ 4219492 h 6858000"/>
              <a:gd name="connsiteX153" fmla="*/ 2626982 w 7467600"/>
              <a:gd name="connsiteY153" fmla="*/ 4206450 h 6858000"/>
              <a:gd name="connsiteX154" fmla="*/ 2490617 w 7467600"/>
              <a:gd name="connsiteY154" fmla="*/ 4206951 h 6858000"/>
              <a:gd name="connsiteX155" fmla="*/ 2819869 w 7467600"/>
              <a:gd name="connsiteY155" fmla="*/ 4252936 h 6858000"/>
              <a:gd name="connsiteX156" fmla="*/ 3143018 w 7467600"/>
              <a:gd name="connsiteY156" fmla="*/ 4332698 h 6858000"/>
              <a:gd name="connsiteX157" fmla="*/ 3241520 w 7467600"/>
              <a:gd name="connsiteY157" fmla="*/ 4385112 h 6858000"/>
              <a:gd name="connsiteX158" fmla="*/ 3374575 w 7467600"/>
              <a:gd name="connsiteY158" fmla="*/ 4451517 h 6858000"/>
              <a:gd name="connsiteX159" fmla="*/ 3505221 w 7467600"/>
              <a:gd name="connsiteY159" fmla="*/ 4480757 h 6858000"/>
              <a:gd name="connsiteX160" fmla="*/ 2626982 w 7467600"/>
              <a:gd name="connsiteY160" fmla="*/ 4206450 h 6858000"/>
              <a:gd name="connsiteX161" fmla="*/ 1310106 w 7467600"/>
              <a:gd name="connsiteY161" fmla="*/ 3943217 h 6858000"/>
              <a:gd name="connsiteX162" fmla="*/ 854994 w 7467600"/>
              <a:gd name="connsiteY162" fmla="*/ 4399136 h 6858000"/>
              <a:gd name="connsiteX163" fmla="*/ 742462 w 7467600"/>
              <a:gd name="connsiteY163" fmla="*/ 4594648 h 6858000"/>
              <a:gd name="connsiteX164" fmla="*/ 820602 w 7467600"/>
              <a:gd name="connsiteY164" fmla="*/ 4485915 h 6858000"/>
              <a:gd name="connsiteX165" fmla="*/ 878295 w 7467600"/>
              <a:gd name="connsiteY165" fmla="*/ 4403594 h 6858000"/>
              <a:gd name="connsiteX166" fmla="*/ 1240607 w 7467600"/>
              <a:gd name="connsiteY166" fmla="*/ 4010401 h 6858000"/>
              <a:gd name="connsiteX167" fmla="*/ 1310106 w 7467600"/>
              <a:gd name="connsiteY167" fmla="*/ 3943217 h 6858000"/>
              <a:gd name="connsiteX168" fmla="*/ 1423113 w 7467600"/>
              <a:gd name="connsiteY168" fmla="*/ 3874565 h 6858000"/>
              <a:gd name="connsiteX169" fmla="*/ 1260565 w 7467600"/>
              <a:gd name="connsiteY169" fmla="*/ 4031982 h 6858000"/>
              <a:gd name="connsiteX170" fmla="*/ 901900 w 7467600"/>
              <a:gd name="connsiteY170" fmla="*/ 4421236 h 6858000"/>
              <a:gd name="connsiteX171" fmla="*/ 845044 w 7467600"/>
              <a:gd name="connsiteY171" fmla="*/ 4502436 h 6858000"/>
              <a:gd name="connsiteX172" fmla="*/ 685926 w 7467600"/>
              <a:gd name="connsiteY172" fmla="*/ 4703069 h 6858000"/>
              <a:gd name="connsiteX173" fmla="*/ 684248 w 7467600"/>
              <a:gd name="connsiteY173" fmla="*/ 4706721 h 6858000"/>
              <a:gd name="connsiteX174" fmla="*/ 1423113 w 7467600"/>
              <a:gd name="connsiteY174" fmla="*/ 3874565 h 6858000"/>
              <a:gd name="connsiteX175" fmla="*/ 3316479 w 7467600"/>
              <a:gd name="connsiteY175" fmla="*/ 3872136 h 6858000"/>
              <a:gd name="connsiteX176" fmla="*/ 3546806 w 7467600"/>
              <a:gd name="connsiteY176" fmla="*/ 4356139 h 6858000"/>
              <a:gd name="connsiteX177" fmla="*/ 3364433 w 7467600"/>
              <a:gd name="connsiteY177" fmla="*/ 3953121 h 6858000"/>
              <a:gd name="connsiteX178" fmla="*/ 3316479 w 7467600"/>
              <a:gd name="connsiteY178" fmla="*/ 3872136 h 6858000"/>
              <a:gd name="connsiteX179" fmla="*/ 3291335 w 7467600"/>
              <a:gd name="connsiteY179" fmla="*/ 3767420 h 6858000"/>
              <a:gd name="connsiteX180" fmla="*/ 3390805 w 7467600"/>
              <a:gd name="connsiteY180" fmla="*/ 3937163 h 6858000"/>
              <a:gd name="connsiteX181" fmla="*/ 3579062 w 7467600"/>
              <a:gd name="connsiteY181" fmla="*/ 4359040 h 6858000"/>
              <a:gd name="connsiteX182" fmla="*/ 3467355 w 7467600"/>
              <a:gd name="connsiteY182" fmla="*/ 3988130 h 6858000"/>
              <a:gd name="connsiteX183" fmla="*/ 3310753 w 7467600"/>
              <a:gd name="connsiteY183" fmla="*/ 3787140 h 6858000"/>
              <a:gd name="connsiteX184" fmla="*/ 3291335 w 7467600"/>
              <a:gd name="connsiteY184" fmla="*/ 3767420 h 6858000"/>
              <a:gd name="connsiteX185" fmla="*/ 1635889 w 7467600"/>
              <a:gd name="connsiteY185" fmla="*/ 3709494 h 6858000"/>
              <a:gd name="connsiteX186" fmla="*/ 1634800 w 7467600"/>
              <a:gd name="connsiteY186" fmla="*/ 3731111 h 6858000"/>
              <a:gd name="connsiteX187" fmla="*/ 1635889 w 7467600"/>
              <a:gd name="connsiteY187" fmla="*/ 3709494 h 6858000"/>
              <a:gd name="connsiteX188" fmla="*/ 1510397 w 7467600"/>
              <a:gd name="connsiteY188" fmla="*/ 3684705 h 6858000"/>
              <a:gd name="connsiteX189" fmla="*/ 1146550 w 7467600"/>
              <a:gd name="connsiteY189" fmla="*/ 3802012 h 6858000"/>
              <a:gd name="connsiteX190" fmla="*/ 698834 w 7467600"/>
              <a:gd name="connsiteY190" fmla="*/ 3952272 h 6858000"/>
              <a:gd name="connsiteX191" fmla="*/ 34256 w 7467600"/>
              <a:gd name="connsiteY191" fmla="*/ 4347603 h 6858000"/>
              <a:gd name="connsiteX192" fmla="*/ 527241 w 7467600"/>
              <a:gd name="connsiteY192" fmla="*/ 4065078 h 6858000"/>
              <a:gd name="connsiteX193" fmla="*/ 1510397 w 7467600"/>
              <a:gd name="connsiteY193" fmla="*/ 3684705 h 6858000"/>
              <a:gd name="connsiteX194" fmla="*/ 1313114 w 7467600"/>
              <a:gd name="connsiteY194" fmla="*/ 3655216 h 6858000"/>
              <a:gd name="connsiteX195" fmla="*/ 1109304 w 7467600"/>
              <a:gd name="connsiteY195" fmla="*/ 3669030 h 6858000"/>
              <a:gd name="connsiteX196" fmla="*/ 8129 w 7467600"/>
              <a:gd name="connsiteY196" fmla="*/ 4330519 h 6858000"/>
              <a:gd name="connsiteX197" fmla="*/ 687572 w 7467600"/>
              <a:gd name="connsiteY197" fmla="*/ 3925629 h 6858000"/>
              <a:gd name="connsiteX198" fmla="*/ 1138365 w 7467600"/>
              <a:gd name="connsiteY198" fmla="*/ 3774515 h 6858000"/>
              <a:gd name="connsiteX199" fmla="*/ 1505579 w 7467600"/>
              <a:gd name="connsiteY199" fmla="*/ 3655526 h 6858000"/>
              <a:gd name="connsiteX200" fmla="*/ 1313114 w 7467600"/>
              <a:gd name="connsiteY200" fmla="*/ 3655216 h 6858000"/>
              <a:gd name="connsiteX201" fmla="*/ 3655073 w 7467600"/>
              <a:gd name="connsiteY201" fmla="*/ 3650884 h 6858000"/>
              <a:gd name="connsiteX202" fmla="*/ 3989938 w 7467600"/>
              <a:gd name="connsiteY202" fmla="*/ 3991685 h 6858000"/>
              <a:gd name="connsiteX203" fmla="*/ 4393907 w 7467600"/>
              <a:gd name="connsiteY203" fmla="*/ 4261258 h 6858000"/>
              <a:gd name="connsiteX204" fmla="*/ 4648051 w 7467600"/>
              <a:gd name="connsiteY204" fmla="*/ 4374051 h 6858000"/>
              <a:gd name="connsiteX205" fmla="*/ 4383389 w 7467600"/>
              <a:gd name="connsiteY205" fmla="*/ 4184369 h 6858000"/>
              <a:gd name="connsiteX206" fmla="*/ 4165508 w 7467600"/>
              <a:gd name="connsiteY206" fmla="*/ 4035196 h 6858000"/>
              <a:gd name="connsiteX207" fmla="*/ 4068162 w 7467600"/>
              <a:gd name="connsiteY207" fmla="*/ 3953394 h 6858000"/>
              <a:gd name="connsiteX208" fmla="*/ 3981416 w 7467600"/>
              <a:gd name="connsiteY208" fmla="*/ 3880482 h 6858000"/>
              <a:gd name="connsiteX209" fmla="*/ 3800147 w 7467600"/>
              <a:gd name="connsiteY209" fmla="*/ 3749872 h 6858000"/>
              <a:gd name="connsiteX210" fmla="*/ 3655073 w 7467600"/>
              <a:gd name="connsiteY210" fmla="*/ 3650884 h 6858000"/>
              <a:gd name="connsiteX211" fmla="*/ 3670252 w 7467600"/>
              <a:gd name="connsiteY211" fmla="*/ 3622798 h 6858000"/>
              <a:gd name="connsiteX212" fmla="*/ 3817258 w 7467600"/>
              <a:gd name="connsiteY212" fmla="*/ 3723577 h 6858000"/>
              <a:gd name="connsiteX213" fmla="*/ 4000461 w 7467600"/>
              <a:gd name="connsiteY213" fmla="*/ 3855966 h 6858000"/>
              <a:gd name="connsiteX214" fmla="*/ 4088180 w 7467600"/>
              <a:gd name="connsiteY214" fmla="*/ 3929774 h 6858000"/>
              <a:gd name="connsiteX215" fmla="*/ 4184555 w 7467600"/>
              <a:gd name="connsiteY215" fmla="*/ 4010683 h 6858000"/>
              <a:gd name="connsiteX216" fmla="*/ 4399563 w 7467600"/>
              <a:gd name="connsiteY216" fmla="*/ 4158106 h 6858000"/>
              <a:gd name="connsiteX217" fmla="*/ 4684469 w 7467600"/>
              <a:gd name="connsiteY217" fmla="*/ 4364680 h 6858000"/>
              <a:gd name="connsiteX218" fmla="*/ 4690271 w 7467600"/>
              <a:gd name="connsiteY218" fmla="*/ 4370034 h 6858000"/>
              <a:gd name="connsiteX219" fmla="*/ 4136093 w 7467600"/>
              <a:gd name="connsiteY219" fmla="*/ 3858466 h 6858000"/>
              <a:gd name="connsiteX220" fmla="*/ 3670252 w 7467600"/>
              <a:gd name="connsiteY220" fmla="*/ 3622798 h 6858000"/>
              <a:gd name="connsiteX221" fmla="*/ 4440129 w 7467600"/>
              <a:gd name="connsiteY221" fmla="*/ 3448571 h 6858000"/>
              <a:gd name="connsiteX222" fmla="*/ 4856525 w 7467600"/>
              <a:gd name="connsiteY222" fmla="*/ 3915351 h 6858000"/>
              <a:gd name="connsiteX223" fmla="*/ 5059055 w 7467600"/>
              <a:gd name="connsiteY223" fmla="*/ 4108918 h 6858000"/>
              <a:gd name="connsiteX224" fmla="*/ 5290070 w 7467600"/>
              <a:gd name="connsiteY224" fmla="*/ 4263619 h 6858000"/>
              <a:gd name="connsiteX225" fmla="*/ 4834991 w 7467600"/>
              <a:gd name="connsiteY225" fmla="*/ 3830985 h 6858000"/>
              <a:gd name="connsiteX226" fmla="*/ 4440129 w 7467600"/>
              <a:gd name="connsiteY226" fmla="*/ 3448571 h 6858000"/>
              <a:gd name="connsiteX227" fmla="*/ 4441737 w 7467600"/>
              <a:gd name="connsiteY227" fmla="*/ 3399734 h 6858000"/>
              <a:gd name="connsiteX228" fmla="*/ 4431236 w 7467600"/>
              <a:gd name="connsiteY228" fmla="*/ 3400954 h 6858000"/>
              <a:gd name="connsiteX229" fmla="*/ 4557150 w 7467600"/>
              <a:gd name="connsiteY229" fmla="*/ 3510023 h 6858000"/>
              <a:gd name="connsiteX230" fmla="*/ 4856936 w 7467600"/>
              <a:gd name="connsiteY230" fmla="*/ 3809146 h 6858000"/>
              <a:gd name="connsiteX231" fmla="*/ 5111996 w 7467600"/>
              <a:gd name="connsiteY231" fmla="*/ 4065759 h 6858000"/>
              <a:gd name="connsiteX232" fmla="*/ 5388878 w 7467600"/>
              <a:gd name="connsiteY232" fmla="*/ 4300185 h 6858000"/>
              <a:gd name="connsiteX233" fmla="*/ 5425556 w 7467600"/>
              <a:gd name="connsiteY233" fmla="*/ 4308967 h 6858000"/>
              <a:gd name="connsiteX234" fmla="*/ 4943646 w 7467600"/>
              <a:gd name="connsiteY234" fmla="*/ 3822916 h 6858000"/>
              <a:gd name="connsiteX235" fmla="*/ 4594837 w 7467600"/>
              <a:gd name="connsiteY235" fmla="*/ 3532274 h 6858000"/>
              <a:gd name="connsiteX236" fmla="*/ 4441737 w 7467600"/>
              <a:gd name="connsiteY236" fmla="*/ 3399734 h 6858000"/>
              <a:gd name="connsiteX237" fmla="*/ 5425834 w 7467600"/>
              <a:gd name="connsiteY237" fmla="*/ 3162785 h 6858000"/>
              <a:gd name="connsiteX238" fmla="*/ 5401644 w 7467600"/>
              <a:gd name="connsiteY238" fmla="*/ 3617847 h 6858000"/>
              <a:gd name="connsiteX239" fmla="*/ 5467256 w 7467600"/>
              <a:gd name="connsiteY239" fmla="*/ 4175494 h 6858000"/>
              <a:gd name="connsiteX240" fmla="*/ 5448069 w 7467600"/>
              <a:gd name="connsiteY240" fmla="*/ 3567554 h 6858000"/>
              <a:gd name="connsiteX241" fmla="*/ 5425834 w 7467600"/>
              <a:gd name="connsiteY241" fmla="*/ 3162785 h 6858000"/>
              <a:gd name="connsiteX242" fmla="*/ 1318687 w 7467600"/>
              <a:gd name="connsiteY242" fmla="*/ 3113840 h 6858000"/>
              <a:gd name="connsiteX243" fmla="*/ 1066793 w 7467600"/>
              <a:gd name="connsiteY243" fmla="*/ 3212171 h 6858000"/>
              <a:gd name="connsiteX244" fmla="*/ 993319 w 7467600"/>
              <a:gd name="connsiteY244" fmla="*/ 3247648 h 6858000"/>
              <a:gd name="connsiteX245" fmla="*/ 853081 w 7467600"/>
              <a:gd name="connsiteY245" fmla="*/ 3312410 h 6858000"/>
              <a:gd name="connsiteX246" fmla="*/ 805957 w 7467600"/>
              <a:gd name="connsiteY246" fmla="*/ 3330443 h 6858000"/>
              <a:gd name="connsiteX247" fmla="*/ 1318687 w 7467600"/>
              <a:gd name="connsiteY247" fmla="*/ 3113840 h 6858000"/>
              <a:gd name="connsiteX248" fmla="*/ 5453702 w 7467600"/>
              <a:gd name="connsiteY248" fmla="*/ 3090882 h 6858000"/>
              <a:gd name="connsiteX249" fmla="*/ 5480135 w 7467600"/>
              <a:gd name="connsiteY249" fmla="*/ 3565802 h 6858000"/>
              <a:gd name="connsiteX250" fmla="*/ 5499023 w 7467600"/>
              <a:gd name="connsiteY250" fmla="*/ 4166310 h 6858000"/>
              <a:gd name="connsiteX251" fmla="*/ 5547022 w 7467600"/>
              <a:gd name="connsiteY251" fmla="*/ 3607838 h 6858000"/>
              <a:gd name="connsiteX252" fmla="*/ 5515964 w 7467600"/>
              <a:gd name="connsiteY252" fmla="*/ 3378541 h 6858000"/>
              <a:gd name="connsiteX253" fmla="*/ 5453702 w 7467600"/>
              <a:gd name="connsiteY253" fmla="*/ 3090882 h 6858000"/>
              <a:gd name="connsiteX254" fmla="*/ 1238695 w 7467600"/>
              <a:gd name="connsiteY254" fmla="*/ 3076820 h 6858000"/>
              <a:gd name="connsiteX255" fmla="*/ 716371 w 7467600"/>
              <a:gd name="connsiteY255" fmla="*/ 3293249 h 6858000"/>
              <a:gd name="connsiteX256" fmla="*/ 579522 w 7467600"/>
              <a:gd name="connsiteY256" fmla="*/ 3371759 h 6858000"/>
              <a:gd name="connsiteX257" fmla="*/ 600288 w 7467600"/>
              <a:gd name="connsiteY257" fmla="*/ 3365555 h 6858000"/>
              <a:gd name="connsiteX258" fmla="*/ 840692 w 7467600"/>
              <a:gd name="connsiteY258" fmla="*/ 3284921 h 6858000"/>
              <a:gd name="connsiteX259" fmla="*/ 979248 w 7467600"/>
              <a:gd name="connsiteY259" fmla="*/ 3221003 h 6858000"/>
              <a:gd name="connsiteX260" fmla="*/ 1053282 w 7467600"/>
              <a:gd name="connsiteY260" fmla="*/ 3185247 h 6858000"/>
              <a:gd name="connsiteX261" fmla="*/ 1320603 w 7467600"/>
              <a:gd name="connsiteY261" fmla="*/ 3081281 h 6858000"/>
              <a:gd name="connsiteX262" fmla="*/ 1238695 w 7467600"/>
              <a:gd name="connsiteY262" fmla="*/ 3076820 h 6858000"/>
              <a:gd name="connsiteX263" fmla="*/ 5425627 w 7467600"/>
              <a:gd name="connsiteY263" fmla="*/ 2954192 h 6858000"/>
              <a:gd name="connsiteX264" fmla="*/ 5470770 w 7467600"/>
              <a:gd name="connsiteY264" fmla="*/ 3005435 h 6858000"/>
              <a:gd name="connsiteX265" fmla="*/ 5519779 w 7467600"/>
              <a:gd name="connsiteY265" fmla="*/ 4359223 h 6858000"/>
              <a:gd name="connsiteX266" fmla="*/ 5520293 w 7467600"/>
              <a:gd name="connsiteY266" fmla="*/ 4360602 h 6858000"/>
              <a:gd name="connsiteX267" fmla="*/ 5767221 w 7467600"/>
              <a:gd name="connsiteY267" fmla="*/ 4665564 h 6858000"/>
              <a:gd name="connsiteX268" fmla="*/ 6937169 w 7467600"/>
              <a:gd name="connsiteY268" fmla="*/ 4815941 h 6858000"/>
              <a:gd name="connsiteX269" fmla="*/ 6953922 w 7467600"/>
              <a:gd name="connsiteY269" fmla="*/ 4890068 h 6858000"/>
              <a:gd name="connsiteX270" fmla="*/ 6071359 w 7467600"/>
              <a:gd name="connsiteY270" fmla="*/ 4770770 h 6858000"/>
              <a:gd name="connsiteX271" fmla="*/ 6038839 w 7467600"/>
              <a:gd name="connsiteY271" fmla="*/ 4764474 h 6858000"/>
              <a:gd name="connsiteX272" fmla="*/ 6038706 w 7467600"/>
              <a:gd name="connsiteY272" fmla="*/ 4763847 h 6858000"/>
              <a:gd name="connsiteX273" fmla="*/ 6037784 w 7467600"/>
              <a:gd name="connsiteY273" fmla="*/ 4764270 h 6858000"/>
              <a:gd name="connsiteX274" fmla="*/ 6038839 w 7467600"/>
              <a:gd name="connsiteY274" fmla="*/ 4764474 h 6858000"/>
              <a:gd name="connsiteX275" fmla="*/ 6040338 w 7467600"/>
              <a:gd name="connsiteY275" fmla="*/ 4771418 h 6858000"/>
              <a:gd name="connsiteX276" fmla="*/ 6024488 w 7467600"/>
              <a:gd name="connsiteY276" fmla="*/ 4809903 h 6858000"/>
              <a:gd name="connsiteX277" fmla="*/ 5599771 w 7467600"/>
              <a:gd name="connsiteY277" fmla="*/ 5509652 h 6858000"/>
              <a:gd name="connsiteX278" fmla="*/ 5548843 w 7467600"/>
              <a:gd name="connsiteY278" fmla="*/ 5563845 h 6858000"/>
              <a:gd name="connsiteX279" fmla="*/ 5940952 w 7467600"/>
              <a:gd name="connsiteY279" fmla="*/ 6250028 h 6858000"/>
              <a:gd name="connsiteX280" fmla="*/ 6043441 w 7467600"/>
              <a:gd name="connsiteY280" fmla="*/ 6665847 h 6858000"/>
              <a:gd name="connsiteX281" fmla="*/ 6093432 w 7467600"/>
              <a:gd name="connsiteY281" fmla="*/ 6858000 h 6858000"/>
              <a:gd name="connsiteX282" fmla="*/ 6034344 w 7467600"/>
              <a:gd name="connsiteY282" fmla="*/ 6858000 h 6858000"/>
              <a:gd name="connsiteX283" fmla="*/ 6026679 w 7467600"/>
              <a:gd name="connsiteY283" fmla="*/ 6836959 h 6858000"/>
              <a:gd name="connsiteX284" fmla="*/ 5800441 w 7467600"/>
              <a:gd name="connsiteY284" fmla="*/ 6335286 h 6858000"/>
              <a:gd name="connsiteX285" fmla="*/ 5526562 w 7467600"/>
              <a:gd name="connsiteY285" fmla="*/ 5705388 h 6858000"/>
              <a:gd name="connsiteX286" fmla="*/ 5519640 w 7467600"/>
              <a:gd name="connsiteY286" fmla="*/ 5683774 h 6858000"/>
              <a:gd name="connsiteX287" fmla="*/ 5844559 w 7467600"/>
              <a:gd name="connsiteY287" fmla="*/ 6553349 h 6858000"/>
              <a:gd name="connsiteX288" fmla="*/ 5975994 w 7467600"/>
              <a:gd name="connsiteY288" fmla="*/ 6858000 h 6858000"/>
              <a:gd name="connsiteX289" fmla="*/ 5898547 w 7467600"/>
              <a:gd name="connsiteY289" fmla="*/ 6858000 h 6858000"/>
              <a:gd name="connsiteX290" fmla="*/ 5682041 w 7467600"/>
              <a:gd name="connsiteY290" fmla="*/ 6355860 h 6858000"/>
              <a:gd name="connsiteX291" fmla="*/ 5461758 w 7467600"/>
              <a:gd name="connsiteY291" fmla="*/ 5820220 h 6858000"/>
              <a:gd name="connsiteX292" fmla="*/ 5237282 w 7467600"/>
              <a:gd name="connsiteY292" fmla="*/ 6579086 h 6858000"/>
              <a:gd name="connsiteX293" fmla="*/ 5115009 w 7467600"/>
              <a:gd name="connsiteY293" fmla="*/ 6858000 h 6858000"/>
              <a:gd name="connsiteX294" fmla="*/ 5028074 w 7467600"/>
              <a:gd name="connsiteY294" fmla="*/ 6858000 h 6858000"/>
              <a:gd name="connsiteX295" fmla="*/ 5079508 w 7467600"/>
              <a:gd name="connsiteY295" fmla="*/ 6749074 h 6858000"/>
              <a:gd name="connsiteX296" fmla="*/ 5371846 w 7467600"/>
              <a:gd name="connsiteY296" fmla="*/ 5924413 h 6858000"/>
              <a:gd name="connsiteX297" fmla="*/ 5270512 w 7467600"/>
              <a:gd name="connsiteY297" fmla="*/ 6138975 h 6858000"/>
              <a:gd name="connsiteX298" fmla="*/ 5062409 w 7467600"/>
              <a:gd name="connsiteY298" fmla="*/ 6653544 h 6858000"/>
              <a:gd name="connsiteX299" fmla="*/ 5036628 w 7467600"/>
              <a:gd name="connsiteY299" fmla="*/ 6754247 h 6858000"/>
              <a:gd name="connsiteX300" fmla="*/ 5009112 w 7467600"/>
              <a:gd name="connsiteY300" fmla="*/ 6858000 h 6858000"/>
              <a:gd name="connsiteX301" fmla="*/ 4976679 w 7467600"/>
              <a:gd name="connsiteY301" fmla="*/ 6858000 h 6858000"/>
              <a:gd name="connsiteX302" fmla="*/ 5006537 w 7467600"/>
              <a:gd name="connsiteY302" fmla="*/ 6747068 h 6858000"/>
              <a:gd name="connsiteX303" fmla="*/ 5032723 w 7467600"/>
              <a:gd name="connsiteY303" fmla="*/ 6644957 h 6858000"/>
              <a:gd name="connsiteX304" fmla="*/ 5242949 w 7467600"/>
              <a:gd name="connsiteY304" fmla="*/ 6125175 h 6858000"/>
              <a:gd name="connsiteX305" fmla="*/ 5286321 w 7467600"/>
              <a:gd name="connsiteY305" fmla="*/ 6033555 h 6858000"/>
              <a:gd name="connsiteX306" fmla="*/ 5008210 w 7467600"/>
              <a:gd name="connsiteY306" fmla="*/ 6649194 h 6858000"/>
              <a:gd name="connsiteX307" fmla="*/ 4986321 w 7467600"/>
              <a:gd name="connsiteY307" fmla="*/ 6765687 h 6858000"/>
              <a:gd name="connsiteX308" fmla="*/ 4973474 w 7467600"/>
              <a:gd name="connsiteY308" fmla="*/ 6858000 h 6858000"/>
              <a:gd name="connsiteX309" fmla="*/ 4907178 w 7467600"/>
              <a:gd name="connsiteY309" fmla="*/ 6858000 h 6858000"/>
              <a:gd name="connsiteX310" fmla="*/ 4910810 w 7467600"/>
              <a:gd name="connsiteY310" fmla="*/ 6829660 h 6858000"/>
              <a:gd name="connsiteX311" fmla="*/ 4987461 w 7467600"/>
              <a:gd name="connsiteY311" fmla="*/ 6432994 h 6858000"/>
              <a:gd name="connsiteX312" fmla="*/ 5179262 w 7467600"/>
              <a:gd name="connsiteY312" fmla="*/ 6035044 h 6858000"/>
              <a:gd name="connsiteX313" fmla="*/ 4689678 w 7467600"/>
              <a:gd name="connsiteY313" fmla="*/ 6440241 h 6858000"/>
              <a:gd name="connsiteX314" fmla="*/ 4477543 w 7467600"/>
              <a:gd name="connsiteY314" fmla="*/ 6674836 h 6858000"/>
              <a:gd name="connsiteX315" fmla="*/ 4329957 w 7467600"/>
              <a:gd name="connsiteY315" fmla="*/ 6858000 h 6858000"/>
              <a:gd name="connsiteX316" fmla="*/ 4218595 w 7467600"/>
              <a:gd name="connsiteY316" fmla="*/ 6858000 h 6858000"/>
              <a:gd name="connsiteX317" fmla="*/ 4368888 w 7467600"/>
              <a:gd name="connsiteY317" fmla="*/ 6668412 h 6858000"/>
              <a:gd name="connsiteX318" fmla="*/ 4563091 w 7467600"/>
              <a:gd name="connsiteY318" fmla="*/ 6442508 h 6858000"/>
              <a:gd name="connsiteX319" fmla="*/ 5387324 w 7467600"/>
              <a:gd name="connsiteY319" fmla="*/ 5705830 h 6858000"/>
              <a:gd name="connsiteX320" fmla="*/ 5073620 w 7467600"/>
              <a:gd name="connsiteY320" fmla="*/ 5955437 h 6858000"/>
              <a:gd name="connsiteX321" fmla="*/ 4689789 w 7467600"/>
              <a:gd name="connsiteY321" fmla="*/ 6268382 h 6858000"/>
              <a:gd name="connsiteX322" fmla="*/ 4418722 w 7467600"/>
              <a:gd name="connsiteY322" fmla="*/ 6570886 h 6858000"/>
              <a:gd name="connsiteX323" fmla="*/ 4214944 w 7467600"/>
              <a:gd name="connsiteY323" fmla="*/ 6858000 h 6858000"/>
              <a:gd name="connsiteX324" fmla="*/ 4177898 w 7467600"/>
              <a:gd name="connsiteY324" fmla="*/ 6858000 h 6858000"/>
              <a:gd name="connsiteX325" fmla="*/ 4391597 w 7467600"/>
              <a:gd name="connsiteY325" fmla="*/ 6556370 h 6858000"/>
              <a:gd name="connsiteX326" fmla="*/ 4668889 w 7467600"/>
              <a:gd name="connsiteY326" fmla="*/ 6246399 h 6858000"/>
              <a:gd name="connsiteX327" fmla="*/ 5055427 w 7467600"/>
              <a:gd name="connsiteY327" fmla="*/ 5931476 h 6858000"/>
              <a:gd name="connsiteX328" fmla="*/ 5371814 w 7467600"/>
              <a:gd name="connsiteY328" fmla="*/ 5678975 h 6858000"/>
              <a:gd name="connsiteX329" fmla="*/ 4987918 w 7467600"/>
              <a:gd name="connsiteY329" fmla="*/ 5838701 h 6858000"/>
              <a:gd name="connsiteX330" fmla="*/ 4317146 w 7467600"/>
              <a:gd name="connsiteY330" fmla="*/ 6587716 h 6858000"/>
              <a:gd name="connsiteX331" fmla="*/ 4171627 w 7467600"/>
              <a:gd name="connsiteY331" fmla="*/ 6858000 h 6858000"/>
              <a:gd name="connsiteX332" fmla="*/ 4081585 w 7467600"/>
              <a:gd name="connsiteY332" fmla="*/ 6858000 h 6858000"/>
              <a:gd name="connsiteX333" fmla="*/ 4238603 w 7467600"/>
              <a:gd name="connsiteY333" fmla="*/ 6559341 h 6858000"/>
              <a:gd name="connsiteX334" fmla="*/ 4778333 w 7467600"/>
              <a:gd name="connsiteY334" fmla="*/ 5873626 h 6858000"/>
              <a:gd name="connsiteX335" fmla="*/ 5414185 w 7467600"/>
              <a:gd name="connsiteY335" fmla="*/ 5573882 h 6858000"/>
              <a:gd name="connsiteX336" fmla="*/ 5959648 w 7467600"/>
              <a:gd name="connsiteY336" fmla="*/ 4760797 h 6858000"/>
              <a:gd name="connsiteX337" fmla="*/ 5355019 w 7467600"/>
              <a:gd name="connsiteY337" fmla="*/ 4734672 h 6858000"/>
              <a:gd name="connsiteX338" fmla="*/ 5083565 w 7467600"/>
              <a:gd name="connsiteY338" fmla="*/ 5179121 h 6858000"/>
              <a:gd name="connsiteX339" fmla="*/ 4713577 w 7467600"/>
              <a:gd name="connsiteY339" fmla="*/ 5616803 h 6858000"/>
              <a:gd name="connsiteX340" fmla="*/ 3989559 w 7467600"/>
              <a:gd name="connsiteY340" fmla="*/ 6145945 h 6858000"/>
              <a:gd name="connsiteX341" fmla="*/ 3939824 w 7467600"/>
              <a:gd name="connsiteY341" fmla="*/ 6066900 h 6858000"/>
              <a:gd name="connsiteX342" fmla="*/ 4584537 w 7467600"/>
              <a:gd name="connsiteY342" fmla="*/ 5324826 h 6858000"/>
              <a:gd name="connsiteX343" fmla="*/ 5037105 w 7467600"/>
              <a:gd name="connsiteY343" fmla="*/ 5088765 h 6858000"/>
              <a:gd name="connsiteX344" fmla="*/ 5039930 w 7467600"/>
              <a:gd name="connsiteY344" fmla="*/ 5089585 h 6858000"/>
              <a:gd name="connsiteX345" fmla="*/ 5263764 w 7467600"/>
              <a:gd name="connsiteY345" fmla="*/ 4735525 h 6858000"/>
              <a:gd name="connsiteX346" fmla="*/ 4086300 w 7467600"/>
              <a:gd name="connsiteY346" fmla="*/ 4884599 h 6858000"/>
              <a:gd name="connsiteX347" fmla="*/ 4085485 w 7467600"/>
              <a:gd name="connsiteY347" fmla="*/ 4899070 h 6858000"/>
              <a:gd name="connsiteX348" fmla="*/ 3871915 w 7467600"/>
              <a:gd name="connsiteY348" fmla="*/ 5253645 h 6858000"/>
              <a:gd name="connsiteX349" fmla="*/ 3799374 w 7467600"/>
              <a:gd name="connsiteY349" fmla="*/ 5466127 h 6858000"/>
              <a:gd name="connsiteX350" fmla="*/ 3498850 w 7467600"/>
              <a:gd name="connsiteY350" fmla="*/ 6661888 h 6858000"/>
              <a:gd name="connsiteX351" fmla="*/ 3399216 w 7467600"/>
              <a:gd name="connsiteY351" fmla="*/ 6858000 h 6858000"/>
              <a:gd name="connsiteX352" fmla="*/ 3303688 w 7467600"/>
              <a:gd name="connsiteY352" fmla="*/ 6858000 h 6858000"/>
              <a:gd name="connsiteX353" fmla="*/ 3391774 w 7467600"/>
              <a:gd name="connsiteY353" fmla="*/ 6697181 h 6858000"/>
              <a:gd name="connsiteX354" fmla="*/ 3735540 w 7467600"/>
              <a:gd name="connsiteY354" fmla="*/ 5546923 h 6858000"/>
              <a:gd name="connsiteX355" fmla="*/ 3729438 w 7467600"/>
              <a:gd name="connsiteY355" fmla="*/ 5569058 h 6858000"/>
              <a:gd name="connsiteX356" fmla="*/ 3707782 w 7467600"/>
              <a:gd name="connsiteY356" fmla="*/ 5644908 h 6858000"/>
              <a:gd name="connsiteX357" fmla="*/ 3583827 w 7467600"/>
              <a:gd name="connsiteY357" fmla="*/ 6039215 h 6858000"/>
              <a:gd name="connsiteX358" fmla="*/ 3547861 w 7467600"/>
              <a:gd name="connsiteY358" fmla="*/ 6129609 h 6858000"/>
              <a:gd name="connsiteX359" fmla="*/ 3490905 w 7467600"/>
              <a:gd name="connsiteY359" fmla="*/ 6277660 h 6858000"/>
              <a:gd name="connsiteX360" fmla="*/ 3455859 w 7467600"/>
              <a:gd name="connsiteY360" fmla="*/ 6391301 h 6858000"/>
              <a:gd name="connsiteX361" fmla="*/ 3429112 w 7467600"/>
              <a:gd name="connsiteY361" fmla="*/ 6479469 h 6858000"/>
              <a:gd name="connsiteX362" fmla="*/ 3304862 w 7467600"/>
              <a:gd name="connsiteY362" fmla="*/ 6796476 h 6858000"/>
              <a:gd name="connsiteX363" fmla="*/ 3276071 w 7467600"/>
              <a:gd name="connsiteY363" fmla="*/ 6858000 h 6858000"/>
              <a:gd name="connsiteX364" fmla="*/ 3240805 w 7467600"/>
              <a:gd name="connsiteY364" fmla="*/ 6858000 h 6858000"/>
              <a:gd name="connsiteX365" fmla="*/ 3275917 w 7467600"/>
              <a:gd name="connsiteY365" fmla="*/ 6783192 h 6858000"/>
              <a:gd name="connsiteX366" fmla="*/ 3399358 w 7467600"/>
              <a:gd name="connsiteY366" fmla="*/ 6469011 h 6858000"/>
              <a:gd name="connsiteX367" fmla="*/ 3425650 w 7467600"/>
              <a:gd name="connsiteY367" fmla="*/ 6381333 h 6858000"/>
              <a:gd name="connsiteX368" fmla="*/ 3460661 w 7467600"/>
              <a:gd name="connsiteY368" fmla="*/ 6266763 h 6858000"/>
              <a:gd name="connsiteX369" fmla="*/ 3518021 w 7467600"/>
              <a:gd name="connsiteY369" fmla="*/ 6117298 h 6858000"/>
              <a:gd name="connsiteX370" fmla="*/ 3554035 w 7467600"/>
              <a:gd name="connsiteY370" fmla="*/ 6027832 h 6858000"/>
              <a:gd name="connsiteX371" fmla="*/ 3677174 w 7467600"/>
              <a:gd name="connsiteY371" fmla="*/ 5636351 h 6858000"/>
              <a:gd name="connsiteX372" fmla="*/ 3698819 w 7467600"/>
              <a:gd name="connsiteY372" fmla="*/ 5560503 h 6858000"/>
              <a:gd name="connsiteX373" fmla="*/ 3702094 w 7467600"/>
              <a:gd name="connsiteY373" fmla="*/ 5549194 h 6858000"/>
              <a:gd name="connsiteX374" fmla="*/ 3398355 w 7467600"/>
              <a:gd name="connsiteY374" fmla="*/ 6094603 h 6858000"/>
              <a:gd name="connsiteX375" fmla="*/ 3193941 w 7467600"/>
              <a:gd name="connsiteY375" fmla="*/ 6798775 h 6858000"/>
              <a:gd name="connsiteX376" fmla="*/ 3184140 w 7467600"/>
              <a:gd name="connsiteY376" fmla="*/ 6858000 h 6858000"/>
              <a:gd name="connsiteX377" fmla="*/ 3099978 w 7467600"/>
              <a:gd name="connsiteY377" fmla="*/ 6858000 h 6858000"/>
              <a:gd name="connsiteX378" fmla="*/ 3101556 w 7467600"/>
              <a:gd name="connsiteY378" fmla="*/ 6843337 h 6858000"/>
              <a:gd name="connsiteX379" fmla="*/ 3370162 w 7467600"/>
              <a:gd name="connsiteY379" fmla="*/ 5785550 h 6858000"/>
              <a:gd name="connsiteX380" fmla="*/ 3746477 w 7467600"/>
              <a:gd name="connsiteY380" fmla="*/ 5377889 h 6858000"/>
              <a:gd name="connsiteX381" fmla="*/ 3863399 w 7467600"/>
              <a:gd name="connsiteY381" fmla="*/ 5087257 h 6858000"/>
              <a:gd name="connsiteX382" fmla="*/ 3968712 w 7467600"/>
              <a:gd name="connsiteY382" fmla="*/ 4913989 h 6858000"/>
              <a:gd name="connsiteX383" fmla="*/ 2792390 w 7467600"/>
              <a:gd name="connsiteY383" fmla="*/ 5382974 h 6858000"/>
              <a:gd name="connsiteX384" fmla="*/ 2714982 w 7467600"/>
              <a:gd name="connsiteY384" fmla="*/ 5427051 h 6858000"/>
              <a:gd name="connsiteX385" fmla="*/ 2813361 w 7467600"/>
              <a:gd name="connsiteY385" fmla="*/ 6023912 h 6858000"/>
              <a:gd name="connsiteX386" fmla="*/ 2688430 w 7467600"/>
              <a:gd name="connsiteY386" fmla="*/ 6801564 h 6858000"/>
              <a:gd name="connsiteX387" fmla="*/ 2629626 w 7467600"/>
              <a:gd name="connsiteY387" fmla="*/ 6763394 h 6858000"/>
              <a:gd name="connsiteX388" fmla="*/ 2565328 w 7467600"/>
              <a:gd name="connsiteY388" fmla="*/ 5516399 h 6858000"/>
              <a:gd name="connsiteX389" fmla="*/ 1922999 w 7467600"/>
              <a:gd name="connsiteY389" fmla="*/ 5980343 h 6858000"/>
              <a:gd name="connsiteX390" fmla="*/ 1950261 w 7467600"/>
              <a:gd name="connsiteY390" fmla="*/ 6405858 h 6858000"/>
              <a:gd name="connsiteX391" fmla="*/ 2365554 w 7467600"/>
              <a:gd name="connsiteY391" fmla="*/ 6759107 h 6858000"/>
              <a:gd name="connsiteX392" fmla="*/ 2424142 w 7467600"/>
              <a:gd name="connsiteY392" fmla="*/ 6858000 h 6858000"/>
              <a:gd name="connsiteX393" fmla="*/ 2395994 w 7467600"/>
              <a:gd name="connsiteY393" fmla="*/ 6858000 h 6858000"/>
              <a:gd name="connsiteX394" fmla="*/ 2392863 w 7467600"/>
              <a:gd name="connsiteY394" fmla="*/ 6852964 h 6858000"/>
              <a:gd name="connsiteX395" fmla="*/ 2017589 w 7467600"/>
              <a:gd name="connsiteY395" fmla="*/ 6493982 h 6858000"/>
              <a:gd name="connsiteX396" fmla="*/ 2147336 w 7467600"/>
              <a:gd name="connsiteY396" fmla="*/ 6594052 h 6858000"/>
              <a:gd name="connsiteX397" fmla="*/ 2207047 w 7467600"/>
              <a:gd name="connsiteY397" fmla="*/ 6654540 h 6858000"/>
              <a:gd name="connsiteX398" fmla="*/ 2299106 w 7467600"/>
              <a:gd name="connsiteY398" fmla="*/ 6778931 h 6858000"/>
              <a:gd name="connsiteX399" fmla="*/ 2314430 w 7467600"/>
              <a:gd name="connsiteY399" fmla="*/ 6801144 h 6858000"/>
              <a:gd name="connsiteX400" fmla="*/ 2352406 w 7467600"/>
              <a:gd name="connsiteY400" fmla="*/ 6858000 h 6858000"/>
              <a:gd name="connsiteX401" fmla="*/ 2314492 w 7467600"/>
              <a:gd name="connsiteY401" fmla="*/ 6858000 h 6858000"/>
              <a:gd name="connsiteX402" fmla="*/ 2288095 w 7467600"/>
              <a:gd name="connsiteY402" fmla="*/ 6818030 h 6858000"/>
              <a:gd name="connsiteX403" fmla="*/ 2272768 w 7467600"/>
              <a:gd name="connsiteY403" fmla="*/ 6795822 h 6858000"/>
              <a:gd name="connsiteX404" fmla="*/ 2182715 w 7467600"/>
              <a:gd name="connsiteY404" fmla="*/ 6675071 h 6858000"/>
              <a:gd name="connsiteX405" fmla="*/ 2032061 w 7467600"/>
              <a:gd name="connsiteY405" fmla="*/ 6541380 h 6858000"/>
              <a:gd name="connsiteX406" fmla="*/ 2257220 w 7467600"/>
              <a:gd name="connsiteY406" fmla="*/ 6826257 h 6858000"/>
              <a:gd name="connsiteX407" fmla="*/ 2281324 w 7467600"/>
              <a:gd name="connsiteY407" fmla="*/ 6858000 h 6858000"/>
              <a:gd name="connsiteX408" fmla="*/ 2242860 w 7467600"/>
              <a:gd name="connsiteY408" fmla="*/ 6858000 h 6858000"/>
              <a:gd name="connsiteX409" fmla="*/ 2232818 w 7467600"/>
              <a:gd name="connsiteY409" fmla="*/ 6844926 h 6858000"/>
              <a:gd name="connsiteX410" fmla="*/ 1990172 w 7467600"/>
              <a:gd name="connsiteY410" fmla="*/ 6542121 h 6858000"/>
              <a:gd name="connsiteX411" fmla="*/ 2124090 w 7467600"/>
              <a:gd name="connsiteY411" fmla="*/ 6761017 h 6858000"/>
              <a:gd name="connsiteX412" fmla="*/ 2200380 w 7467600"/>
              <a:gd name="connsiteY412" fmla="*/ 6858000 h 6858000"/>
              <a:gd name="connsiteX413" fmla="*/ 2147507 w 7467600"/>
              <a:gd name="connsiteY413" fmla="*/ 6858000 h 6858000"/>
              <a:gd name="connsiteX414" fmla="*/ 2070668 w 7467600"/>
              <a:gd name="connsiteY414" fmla="*/ 6761520 h 6858000"/>
              <a:gd name="connsiteX415" fmla="*/ 1975142 w 7467600"/>
              <a:gd name="connsiteY415" fmla="*/ 6585570 h 6858000"/>
              <a:gd name="connsiteX416" fmla="*/ 2050035 w 7467600"/>
              <a:gd name="connsiteY416" fmla="*/ 6813345 h 6858000"/>
              <a:gd name="connsiteX417" fmla="*/ 2063025 w 7467600"/>
              <a:gd name="connsiteY417" fmla="*/ 6858000 h 6858000"/>
              <a:gd name="connsiteX418" fmla="*/ 2021675 w 7467600"/>
              <a:gd name="connsiteY418" fmla="*/ 6858000 h 6858000"/>
              <a:gd name="connsiteX419" fmla="*/ 2019308 w 7467600"/>
              <a:gd name="connsiteY419" fmla="*/ 6847118 h 6858000"/>
              <a:gd name="connsiteX420" fmla="*/ 1938835 w 7467600"/>
              <a:gd name="connsiteY420" fmla="*/ 6551160 h 6858000"/>
              <a:gd name="connsiteX421" fmla="*/ 1953230 w 7467600"/>
              <a:gd name="connsiteY421" fmla="*/ 6759699 h 6858000"/>
              <a:gd name="connsiteX422" fmla="*/ 1956763 w 7467600"/>
              <a:gd name="connsiteY422" fmla="*/ 6778191 h 6858000"/>
              <a:gd name="connsiteX423" fmla="*/ 1967925 w 7467600"/>
              <a:gd name="connsiteY423" fmla="*/ 6858000 h 6858000"/>
              <a:gd name="connsiteX424" fmla="*/ 1936622 w 7467600"/>
              <a:gd name="connsiteY424" fmla="*/ 6858000 h 6858000"/>
              <a:gd name="connsiteX425" fmla="*/ 1926261 w 7467600"/>
              <a:gd name="connsiteY425" fmla="*/ 6784064 h 6858000"/>
              <a:gd name="connsiteX426" fmla="*/ 1922724 w 7467600"/>
              <a:gd name="connsiteY426" fmla="*/ 6765577 h 6858000"/>
              <a:gd name="connsiteX427" fmla="*/ 1904650 w 7467600"/>
              <a:gd name="connsiteY427" fmla="*/ 6639616 h 6858000"/>
              <a:gd name="connsiteX428" fmla="*/ 1885273 w 7467600"/>
              <a:gd name="connsiteY428" fmla="*/ 6858000 h 6858000"/>
              <a:gd name="connsiteX429" fmla="*/ 1854363 w 7467600"/>
              <a:gd name="connsiteY429" fmla="*/ 6858000 h 6858000"/>
              <a:gd name="connsiteX430" fmla="*/ 1880391 w 7467600"/>
              <a:gd name="connsiteY430" fmla="*/ 6603796 h 6858000"/>
              <a:gd name="connsiteX431" fmla="*/ 1818273 w 7467600"/>
              <a:gd name="connsiteY431" fmla="*/ 6715729 h 6858000"/>
              <a:gd name="connsiteX432" fmla="*/ 1794691 w 7467600"/>
              <a:gd name="connsiteY432" fmla="*/ 6843239 h 6858000"/>
              <a:gd name="connsiteX433" fmla="*/ 1794914 w 7467600"/>
              <a:gd name="connsiteY433" fmla="*/ 6858000 h 6858000"/>
              <a:gd name="connsiteX434" fmla="*/ 1746128 w 7467600"/>
              <a:gd name="connsiteY434" fmla="*/ 6858000 h 6858000"/>
              <a:gd name="connsiteX435" fmla="*/ 1753934 w 7467600"/>
              <a:gd name="connsiteY435" fmla="*/ 6724796 h 6858000"/>
              <a:gd name="connsiteX436" fmla="*/ 1792053 w 7467600"/>
              <a:gd name="connsiteY436" fmla="*/ 6572396 h 6858000"/>
              <a:gd name="connsiteX437" fmla="*/ 1862248 w 7467600"/>
              <a:gd name="connsiteY437" fmla="*/ 6266397 h 6858000"/>
              <a:gd name="connsiteX438" fmla="*/ 1862250 w 7467600"/>
              <a:gd name="connsiteY438" fmla="*/ 6033531 h 6858000"/>
              <a:gd name="connsiteX439" fmla="*/ 1211999 w 7467600"/>
              <a:gd name="connsiteY439" fmla="*/ 6683610 h 6858000"/>
              <a:gd name="connsiteX440" fmla="*/ 1213266 w 7467600"/>
              <a:gd name="connsiteY440" fmla="*/ 6691947 h 6858000"/>
              <a:gd name="connsiteX441" fmla="*/ 1203370 w 7467600"/>
              <a:gd name="connsiteY441" fmla="*/ 6850676 h 6858000"/>
              <a:gd name="connsiteX442" fmla="*/ 1203671 w 7467600"/>
              <a:gd name="connsiteY442" fmla="*/ 6858000 h 6858000"/>
              <a:gd name="connsiteX443" fmla="*/ 1143180 w 7467600"/>
              <a:gd name="connsiteY443" fmla="*/ 6858000 h 6858000"/>
              <a:gd name="connsiteX444" fmla="*/ 1142176 w 7467600"/>
              <a:gd name="connsiteY444" fmla="*/ 6766045 h 6858000"/>
              <a:gd name="connsiteX445" fmla="*/ 1067484 w 7467600"/>
              <a:gd name="connsiteY445" fmla="*/ 6858000 h 6858000"/>
              <a:gd name="connsiteX446" fmla="*/ 953928 w 7467600"/>
              <a:gd name="connsiteY446" fmla="*/ 6858000 h 6858000"/>
              <a:gd name="connsiteX447" fmla="*/ 959715 w 7467600"/>
              <a:gd name="connsiteY447" fmla="*/ 6850185 h 6858000"/>
              <a:gd name="connsiteX448" fmla="*/ 1483788 w 7467600"/>
              <a:gd name="connsiteY448" fmla="*/ 6259174 h 6858000"/>
              <a:gd name="connsiteX449" fmla="*/ 1100671 w 7467600"/>
              <a:gd name="connsiteY449" fmla="*/ 6252137 h 6858000"/>
              <a:gd name="connsiteX450" fmla="*/ 1090144 w 7467600"/>
              <a:gd name="connsiteY450" fmla="*/ 6256748 h 6858000"/>
              <a:gd name="connsiteX451" fmla="*/ 1095872 w 7467600"/>
              <a:gd name="connsiteY451" fmla="*/ 6271892 h 6858000"/>
              <a:gd name="connsiteX452" fmla="*/ 262785 w 7467600"/>
              <a:gd name="connsiteY452" fmla="*/ 6845450 h 6858000"/>
              <a:gd name="connsiteX453" fmla="*/ 209968 w 7467600"/>
              <a:gd name="connsiteY453" fmla="*/ 6770713 h 6858000"/>
              <a:gd name="connsiteX454" fmla="*/ 873460 w 7467600"/>
              <a:gd name="connsiteY454" fmla="*/ 6253768 h 6858000"/>
              <a:gd name="connsiteX455" fmla="*/ 192686 w 7467600"/>
              <a:gd name="connsiteY455" fmla="*/ 5849257 h 6858000"/>
              <a:gd name="connsiteX456" fmla="*/ 4696 w 7467600"/>
              <a:gd name="connsiteY456" fmla="*/ 5697668 h 6858000"/>
              <a:gd name="connsiteX457" fmla="*/ 0 w 7467600"/>
              <a:gd name="connsiteY457" fmla="*/ 5689984 h 6858000"/>
              <a:gd name="connsiteX458" fmla="*/ 0 w 7467600"/>
              <a:gd name="connsiteY458" fmla="*/ 5513472 h 6858000"/>
              <a:gd name="connsiteX459" fmla="*/ 174101 w 7467600"/>
              <a:gd name="connsiteY459" fmla="*/ 5620277 h 6858000"/>
              <a:gd name="connsiteX460" fmla="*/ 891800 w 7467600"/>
              <a:gd name="connsiteY460" fmla="*/ 6036935 h 6858000"/>
              <a:gd name="connsiteX461" fmla="*/ 1072219 w 7467600"/>
              <a:gd name="connsiteY461" fmla="*/ 6169443 h 6858000"/>
              <a:gd name="connsiteX462" fmla="*/ 1074117 w 7467600"/>
              <a:gd name="connsiteY462" fmla="*/ 6170301 h 6858000"/>
              <a:gd name="connsiteX463" fmla="*/ 1083114 w 7467600"/>
              <a:gd name="connsiteY463" fmla="*/ 6174131 h 6858000"/>
              <a:gd name="connsiteX464" fmla="*/ 1543010 w 7467600"/>
              <a:gd name="connsiteY464" fmla="*/ 6191140 h 6858000"/>
              <a:gd name="connsiteX465" fmla="*/ 1551080 w 7467600"/>
              <a:gd name="connsiteY465" fmla="*/ 6195006 h 6858000"/>
              <a:gd name="connsiteX466" fmla="*/ 2345443 w 7467600"/>
              <a:gd name="connsiteY466" fmla="*/ 5549882 h 6858000"/>
              <a:gd name="connsiteX467" fmla="*/ 1721499 w 7467600"/>
              <a:gd name="connsiteY467" fmla="*/ 5599969 h 6858000"/>
              <a:gd name="connsiteX468" fmla="*/ 767716 w 7467600"/>
              <a:gd name="connsiteY468" fmla="*/ 5472768 h 6858000"/>
              <a:gd name="connsiteX469" fmla="*/ 722147 w 7467600"/>
              <a:gd name="connsiteY469" fmla="*/ 5393091 h 6858000"/>
              <a:gd name="connsiteX470" fmla="*/ 1485552 w 7467600"/>
              <a:gd name="connsiteY470" fmla="*/ 5313202 h 6858000"/>
              <a:gd name="connsiteX471" fmla="*/ 2143004 w 7467600"/>
              <a:gd name="connsiteY471" fmla="*/ 5402420 h 6858000"/>
              <a:gd name="connsiteX472" fmla="*/ 1933391 w 7467600"/>
              <a:gd name="connsiteY472" fmla="*/ 5156971 h 6858000"/>
              <a:gd name="connsiteX473" fmla="*/ 1827118 w 7467600"/>
              <a:gd name="connsiteY473" fmla="*/ 4968410 h 6858000"/>
              <a:gd name="connsiteX474" fmla="*/ 1837349 w 7467600"/>
              <a:gd name="connsiteY474" fmla="*/ 4956357 h 6858000"/>
              <a:gd name="connsiteX475" fmla="*/ 2162835 w 7467600"/>
              <a:gd name="connsiteY475" fmla="*/ 5187853 h 6858000"/>
              <a:gd name="connsiteX476" fmla="*/ 2257167 w 7467600"/>
              <a:gd name="connsiteY476" fmla="*/ 5462123 h 6858000"/>
              <a:gd name="connsiteX477" fmla="*/ 2261598 w 7467600"/>
              <a:gd name="connsiteY477" fmla="*/ 5467998 h 6858000"/>
              <a:gd name="connsiteX478" fmla="*/ 2437177 w 7467600"/>
              <a:gd name="connsiteY478" fmla="*/ 5479608 h 6858000"/>
              <a:gd name="connsiteX479" fmla="*/ 2445247 w 7467600"/>
              <a:gd name="connsiteY479" fmla="*/ 5483476 h 6858000"/>
              <a:gd name="connsiteX480" fmla="*/ 2743626 w 7467600"/>
              <a:gd name="connsiteY480" fmla="*/ 5304819 h 6858000"/>
              <a:gd name="connsiteX481" fmla="*/ 3048102 w 7467600"/>
              <a:gd name="connsiteY481" fmla="*/ 5150595 h 6858000"/>
              <a:gd name="connsiteX482" fmla="*/ 1799414 w 7467600"/>
              <a:gd name="connsiteY482" fmla="*/ 4694732 h 6858000"/>
              <a:gd name="connsiteX483" fmla="*/ 1771735 w 7467600"/>
              <a:gd name="connsiteY483" fmla="*/ 4619929 h 6858000"/>
              <a:gd name="connsiteX484" fmla="*/ 3104273 w 7467600"/>
              <a:gd name="connsiteY484" fmla="*/ 5076159 h 6858000"/>
              <a:gd name="connsiteX485" fmla="*/ 3113245 w 7467600"/>
              <a:gd name="connsiteY485" fmla="*/ 5090705 h 6858000"/>
              <a:gd name="connsiteX486" fmla="*/ 3126294 w 7467600"/>
              <a:gd name="connsiteY486" fmla="*/ 5114400 h 6858000"/>
              <a:gd name="connsiteX487" fmla="*/ 3937433 w 7467600"/>
              <a:gd name="connsiteY487" fmla="*/ 4830473 h 6858000"/>
              <a:gd name="connsiteX488" fmla="*/ 3590475 w 7467600"/>
              <a:gd name="connsiteY488" fmla="*/ 4597974 h 6858000"/>
              <a:gd name="connsiteX489" fmla="*/ 3100264 w 7467600"/>
              <a:gd name="connsiteY489" fmla="*/ 4579845 h 6858000"/>
              <a:gd name="connsiteX490" fmla="*/ 2183576 w 7467600"/>
              <a:gd name="connsiteY490" fmla="*/ 4227150 h 6858000"/>
              <a:gd name="connsiteX491" fmla="*/ 2151029 w 7467600"/>
              <a:gd name="connsiteY491" fmla="*/ 4146947 h 6858000"/>
              <a:gd name="connsiteX492" fmla="*/ 3563434 w 7467600"/>
              <a:gd name="connsiteY492" fmla="*/ 4469115 h 6858000"/>
              <a:gd name="connsiteX493" fmla="*/ 3177952 w 7467600"/>
              <a:gd name="connsiteY493" fmla="*/ 3657386 h 6858000"/>
              <a:gd name="connsiteX494" fmla="*/ 3189263 w 7467600"/>
              <a:gd name="connsiteY494" fmla="*/ 3625726 h 6858000"/>
              <a:gd name="connsiteX495" fmla="*/ 3560912 w 7467600"/>
              <a:gd name="connsiteY495" fmla="*/ 4079863 h 6858000"/>
              <a:gd name="connsiteX496" fmla="*/ 3626636 w 7467600"/>
              <a:gd name="connsiteY496" fmla="*/ 4512230 h 6858000"/>
              <a:gd name="connsiteX497" fmla="*/ 3653088 w 7467600"/>
              <a:gd name="connsiteY497" fmla="*/ 4521417 h 6858000"/>
              <a:gd name="connsiteX498" fmla="*/ 3988128 w 7467600"/>
              <a:gd name="connsiteY498" fmla="*/ 4817267 h 6858000"/>
              <a:gd name="connsiteX499" fmla="*/ 4830582 w 7467600"/>
              <a:gd name="connsiteY499" fmla="*/ 4676000 h 6858000"/>
              <a:gd name="connsiteX500" fmla="*/ 4830100 w 7467600"/>
              <a:gd name="connsiteY500" fmla="*/ 4675554 h 6858000"/>
              <a:gd name="connsiteX501" fmla="*/ 4036318 w 7467600"/>
              <a:gd name="connsiteY501" fmla="*/ 4147013 h 6858000"/>
              <a:gd name="connsiteX502" fmla="*/ 3432098 w 7467600"/>
              <a:gd name="connsiteY502" fmla="*/ 3537312 h 6858000"/>
              <a:gd name="connsiteX503" fmla="*/ 3446761 w 7467600"/>
              <a:gd name="connsiteY503" fmla="*/ 3461278 h 6858000"/>
              <a:gd name="connsiteX504" fmla="*/ 4419733 w 7467600"/>
              <a:gd name="connsiteY504" fmla="*/ 3963555 h 6858000"/>
              <a:gd name="connsiteX505" fmla="*/ 4781371 w 7467600"/>
              <a:gd name="connsiteY505" fmla="*/ 4458604 h 6858000"/>
              <a:gd name="connsiteX506" fmla="*/ 4780440 w 7467600"/>
              <a:gd name="connsiteY506" fmla="*/ 4470290 h 6858000"/>
              <a:gd name="connsiteX507" fmla="*/ 4898954 w 7467600"/>
              <a:gd name="connsiteY507" fmla="*/ 4662092 h 6858000"/>
              <a:gd name="connsiteX508" fmla="*/ 4900699 w 7467600"/>
              <a:gd name="connsiteY508" fmla="*/ 4670867 h 6858000"/>
              <a:gd name="connsiteX509" fmla="*/ 5714511 w 7467600"/>
              <a:gd name="connsiteY509" fmla="*/ 4663483 h 6858000"/>
              <a:gd name="connsiteX510" fmla="*/ 5464793 w 7467600"/>
              <a:gd name="connsiteY510" fmla="*/ 4393556 h 6858000"/>
              <a:gd name="connsiteX511" fmla="*/ 5461897 w 7467600"/>
              <a:gd name="connsiteY511" fmla="*/ 4390879 h 6858000"/>
              <a:gd name="connsiteX512" fmla="*/ 4294126 w 7467600"/>
              <a:gd name="connsiteY512" fmla="*/ 3303048 h 6858000"/>
              <a:gd name="connsiteX513" fmla="*/ 4305321 w 7467600"/>
              <a:gd name="connsiteY513" fmla="*/ 3256953 h 6858000"/>
              <a:gd name="connsiteX514" fmla="*/ 4949299 w 7467600"/>
              <a:gd name="connsiteY514" fmla="*/ 3766336 h 6858000"/>
              <a:gd name="connsiteX515" fmla="*/ 5291452 w 7467600"/>
              <a:gd name="connsiteY515" fmla="*/ 4076801 h 6858000"/>
              <a:gd name="connsiteX516" fmla="*/ 5434998 w 7467600"/>
              <a:gd name="connsiteY516" fmla="*/ 4254100 h 6858000"/>
              <a:gd name="connsiteX517" fmla="*/ 5351015 w 7467600"/>
              <a:gd name="connsiteY517" fmla="*/ 3760989 h 6858000"/>
              <a:gd name="connsiteX518" fmla="*/ 5413780 w 7467600"/>
              <a:gd name="connsiteY518" fmla="*/ 2966265 h 6858000"/>
              <a:gd name="connsiteX519" fmla="*/ 5425627 w 7467600"/>
              <a:gd name="connsiteY519" fmla="*/ 2954192 h 6858000"/>
              <a:gd name="connsiteX520" fmla="*/ 6604735 w 7467600"/>
              <a:gd name="connsiteY520" fmla="*/ 2041381 h 6858000"/>
              <a:gd name="connsiteX521" fmla="*/ 7204487 w 7467600"/>
              <a:gd name="connsiteY521" fmla="*/ 2742112 h 6858000"/>
              <a:gd name="connsiteX522" fmla="*/ 7131592 w 7467600"/>
              <a:gd name="connsiteY522" fmla="*/ 2672096 h 6858000"/>
              <a:gd name="connsiteX523" fmla="*/ 6996344 w 7467600"/>
              <a:gd name="connsiteY523" fmla="*/ 2518310 h 6858000"/>
              <a:gd name="connsiteX524" fmla="*/ 6735495 w 7467600"/>
              <a:gd name="connsiteY524" fmla="*/ 2196890 h 6858000"/>
              <a:gd name="connsiteX525" fmla="*/ 6721901 w 7467600"/>
              <a:gd name="connsiteY525" fmla="*/ 2179274 h 6858000"/>
              <a:gd name="connsiteX526" fmla="*/ 6604735 w 7467600"/>
              <a:gd name="connsiteY526" fmla="*/ 2041381 h 6858000"/>
              <a:gd name="connsiteX527" fmla="*/ 6591670 w 7467600"/>
              <a:gd name="connsiteY527" fmla="*/ 1988277 h 6858000"/>
              <a:gd name="connsiteX528" fmla="*/ 6747349 w 7467600"/>
              <a:gd name="connsiteY528" fmla="*/ 2160069 h 6858000"/>
              <a:gd name="connsiteX529" fmla="*/ 6760943 w 7467600"/>
              <a:gd name="connsiteY529" fmla="*/ 2177686 h 6858000"/>
              <a:gd name="connsiteX530" fmla="*/ 7021065 w 7467600"/>
              <a:gd name="connsiteY530" fmla="*/ 2498102 h 6858000"/>
              <a:gd name="connsiteX531" fmla="*/ 7155223 w 7467600"/>
              <a:gd name="connsiteY531" fmla="*/ 2650386 h 6858000"/>
              <a:gd name="connsiteX532" fmla="*/ 7203167 w 7467600"/>
              <a:gd name="connsiteY532" fmla="*/ 2697288 h 6858000"/>
              <a:gd name="connsiteX533" fmla="*/ 6937703 w 7467600"/>
              <a:gd name="connsiteY533" fmla="*/ 2321981 h 6858000"/>
              <a:gd name="connsiteX534" fmla="*/ 6591670 w 7467600"/>
              <a:gd name="connsiteY534" fmla="*/ 1988277 h 6858000"/>
              <a:gd name="connsiteX535" fmla="*/ 5798671 w 7467600"/>
              <a:gd name="connsiteY535" fmla="*/ 1981601 h 6858000"/>
              <a:gd name="connsiteX536" fmla="*/ 5754709 w 7467600"/>
              <a:gd name="connsiteY536" fmla="*/ 2071454 h 6858000"/>
              <a:gd name="connsiteX537" fmla="*/ 5763044 w 7467600"/>
              <a:gd name="connsiteY537" fmla="*/ 2842206 h 6858000"/>
              <a:gd name="connsiteX538" fmla="*/ 5764974 w 7467600"/>
              <a:gd name="connsiteY538" fmla="*/ 2799609 h 6858000"/>
              <a:gd name="connsiteX539" fmla="*/ 5767665 w 7467600"/>
              <a:gd name="connsiteY539" fmla="*/ 2666409 h 6858000"/>
              <a:gd name="connsiteX540" fmla="*/ 5763055 w 7467600"/>
              <a:gd name="connsiteY540" fmla="*/ 2579705 h 6858000"/>
              <a:gd name="connsiteX541" fmla="*/ 5758079 w 7467600"/>
              <a:gd name="connsiteY541" fmla="*/ 2492508 h 6858000"/>
              <a:gd name="connsiteX542" fmla="*/ 5779325 w 7467600"/>
              <a:gd name="connsiteY542" fmla="*/ 2197069 h 6858000"/>
              <a:gd name="connsiteX543" fmla="*/ 5798671 w 7467600"/>
              <a:gd name="connsiteY543" fmla="*/ 1981601 h 6858000"/>
              <a:gd name="connsiteX544" fmla="*/ 5829202 w 7467600"/>
              <a:gd name="connsiteY544" fmla="*/ 1971679 h 6858000"/>
              <a:gd name="connsiteX545" fmla="*/ 5809558 w 7467600"/>
              <a:gd name="connsiteY545" fmla="*/ 2198043 h 6858000"/>
              <a:gd name="connsiteX546" fmla="*/ 5788653 w 7467600"/>
              <a:gd name="connsiteY546" fmla="*/ 2489430 h 6858000"/>
              <a:gd name="connsiteX547" fmla="*/ 5793439 w 7467600"/>
              <a:gd name="connsiteY547" fmla="*/ 2575235 h 6858000"/>
              <a:gd name="connsiteX548" fmla="*/ 5796837 w 7467600"/>
              <a:gd name="connsiteY548" fmla="*/ 2637633 h 6858000"/>
              <a:gd name="connsiteX549" fmla="*/ 5818614 w 7467600"/>
              <a:gd name="connsiteY549" fmla="*/ 2473055 h 6858000"/>
              <a:gd name="connsiteX550" fmla="*/ 5829202 w 7467600"/>
              <a:gd name="connsiteY550" fmla="*/ 1971679 h 6858000"/>
              <a:gd name="connsiteX551" fmla="*/ 5911389 w 7467600"/>
              <a:gd name="connsiteY551" fmla="*/ 1898371 h 6858000"/>
              <a:gd name="connsiteX552" fmla="*/ 6237627 w 7467600"/>
              <a:gd name="connsiteY552" fmla="*/ 2231921 h 6858000"/>
              <a:gd name="connsiteX553" fmla="*/ 5911389 w 7467600"/>
              <a:gd name="connsiteY553" fmla="*/ 1898371 h 6858000"/>
              <a:gd name="connsiteX554" fmla="*/ 6944437 w 7467600"/>
              <a:gd name="connsiteY554" fmla="*/ 1575402 h 6858000"/>
              <a:gd name="connsiteX555" fmla="*/ 6304730 w 7467600"/>
              <a:gd name="connsiteY555" fmla="*/ 1766654 h 6858000"/>
              <a:gd name="connsiteX556" fmla="*/ 6944437 w 7467600"/>
              <a:gd name="connsiteY556" fmla="*/ 1575402 h 6858000"/>
              <a:gd name="connsiteX557" fmla="*/ 7019523 w 7467600"/>
              <a:gd name="connsiteY557" fmla="*/ 1519450 h 6858000"/>
              <a:gd name="connsiteX558" fmla="*/ 6298091 w 7467600"/>
              <a:gd name="connsiteY558" fmla="*/ 1737122 h 6858000"/>
              <a:gd name="connsiteX559" fmla="*/ 7019523 w 7467600"/>
              <a:gd name="connsiteY559" fmla="*/ 1519450 h 6858000"/>
              <a:gd name="connsiteX560" fmla="*/ 2399523 w 7467600"/>
              <a:gd name="connsiteY560" fmla="*/ 1428234 h 6858000"/>
              <a:gd name="connsiteX561" fmla="*/ 2224982 w 7467600"/>
              <a:gd name="connsiteY561" fmla="*/ 1826201 h 6858000"/>
              <a:gd name="connsiteX562" fmla="*/ 2096099 w 7467600"/>
              <a:gd name="connsiteY562" fmla="*/ 2345900 h 6858000"/>
              <a:gd name="connsiteX563" fmla="*/ 2283317 w 7467600"/>
              <a:gd name="connsiteY563" fmla="*/ 1796925 h 6858000"/>
              <a:gd name="connsiteX564" fmla="*/ 2399523 w 7467600"/>
              <a:gd name="connsiteY564" fmla="*/ 1428234 h 6858000"/>
              <a:gd name="connsiteX565" fmla="*/ 2448558 w 7467600"/>
              <a:gd name="connsiteY565" fmla="*/ 1373435 h 6858000"/>
              <a:gd name="connsiteX566" fmla="*/ 2312521 w 7467600"/>
              <a:gd name="connsiteY566" fmla="*/ 1806140 h 6858000"/>
              <a:gd name="connsiteX567" fmla="*/ 2127533 w 7467600"/>
              <a:gd name="connsiteY567" fmla="*/ 2348380 h 6858000"/>
              <a:gd name="connsiteX568" fmla="*/ 2358080 w 7467600"/>
              <a:gd name="connsiteY568" fmla="*/ 1866134 h 6858000"/>
              <a:gd name="connsiteX569" fmla="*/ 2407436 w 7467600"/>
              <a:gd name="connsiteY569" fmla="*/ 1651070 h 6858000"/>
              <a:gd name="connsiteX570" fmla="*/ 2448558 w 7467600"/>
              <a:gd name="connsiteY570" fmla="*/ 1373435 h 6858000"/>
              <a:gd name="connsiteX571" fmla="*/ 278707 w 7467600"/>
              <a:gd name="connsiteY571" fmla="*/ 1352270 h 6858000"/>
              <a:gd name="connsiteX572" fmla="*/ 321570 w 7467600"/>
              <a:gd name="connsiteY572" fmla="*/ 1861610 h 6858000"/>
              <a:gd name="connsiteX573" fmla="*/ 294281 w 7467600"/>
              <a:gd name="connsiteY573" fmla="*/ 1440658 h 6858000"/>
              <a:gd name="connsiteX574" fmla="*/ 278707 w 7467600"/>
              <a:gd name="connsiteY574" fmla="*/ 1352270 h 6858000"/>
              <a:gd name="connsiteX575" fmla="*/ 1423821 w 7467600"/>
              <a:gd name="connsiteY575" fmla="*/ 1351958 h 6858000"/>
              <a:gd name="connsiteX576" fmla="*/ 1638521 w 7467600"/>
              <a:gd name="connsiteY576" fmla="*/ 1908470 h 6858000"/>
              <a:gd name="connsiteX577" fmla="*/ 1754199 w 7467600"/>
              <a:gd name="connsiteY577" fmla="*/ 2149284 h 6858000"/>
              <a:gd name="connsiteX578" fmla="*/ 1908359 w 7467600"/>
              <a:gd name="connsiteY578" fmla="*/ 2364988 h 6858000"/>
              <a:gd name="connsiteX579" fmla="*/ 1647661 w 7467600"/>
              <a:gd name="connsiteY579" fmla="*/ 1825945 h 6858000"/>
              <a:gd name="connsiteX580" fmla="*/ 1423821 w 7467600"/>
              <a:gd name="connsiteY580" fmla="*/ 1351958 h 6858000"/>
              <a:gd name="connsiteX581" fmla="*/ 1431890 w 7467600"/>
              <a:gd name="connsiteY581" fmla="*/ 1306475 h 6858000"/>
              <a:gd name="connsiteX582" fmla="*/ 1507597 w 7467600"/>
              <a:gd name="connsiteY582" fmla="*/ 1446132 h 6858000"/>
              <a:gd name="connsiteX583" fmla="*/ 1674586 w 7467600"/>
              <a:gd name="connsiteY583" fmla="*/ 1813832 h 6858000"/>
              <a:gd name="connsiteX584" fmla="*/ 1815950 w 7467600"/>
              <a:gd name="connsiteY584" fmla="*/ 2128564 h 6858000"/>
              <a:gd name="connsiteX585" fmla="*/ 1984242 w 7467600"/>
              <a:gd name="connsiteY585" fmla="*/ 2430829 h 6858000"/>
              <a:gd name="connsiteX586" fmla="*/ 2014023 w 7467600"/>
              <a:gd name="connsiteY586" fmla="*/ 2450995 h 6858000"/>
              <a:gd name="connsiteX587" fmla="*/ 1747337 w 7467600"/>
              <a:gd name="connsiteY587" fmla="*/ 1855264 h 6858000"/>
              <a:gd name="connsiteX588" fmla="*/ 1533749 w 7467600"/>
              <a:gd name="connsiteY588" fmla="*/ 1478656 h 6858000"/>
              <a:gd name="connsiteX589" fmla="*/ 1431890 w 7467600"/>
              <a:gd name="connsiteY589" fmla="*/ 1306475 h 6858000"/>
              <a:gd name="connsiteX590" fmla="*/ 5052692 w 7467600"/>
              <a:gd name="connsiteY590" fmla="*/ 1292994 h 6858000"/>
              <a:gd name="connsiteX591" fmla="*/ 5200661 w 7467600"/>
              <a:gd name="connsiteY591" fmla="*/ 1635186 h 6858000"/>
              <a:gd name="connsiteX592" fmla="*/ 5297138 w 7467600"/>
              <a:gd name="connsiteY592" fmla="*/ 1906351 h 6858000"/>
              <a:gd name="connsiteX593" fmla="*/ 5052692 w 7467600"/>
              <a:gd name="connsiteY593" fmla="*/ 1292994 h 6858000"/>
              <a:gd name="connsiteX594" fmla="*/ 5009948 w 7467600"/>
              <a:gd name="connsiteY594" fmla="*/ 1273619 h 6858000"/>
              <a:gd name="connsiteX595" fmla="*/ 5121777 w 7467600"/>
              <a:gd name="connsiteY595" fmla="*/ 1654213 h 6858000"/>
              <a:gd name="connsiteX596" fmla="*/ 5293545 w 7467600"/>
              <a:gd name="connsiteY596" fmla="*/ 2072247 h 6858000"/>
              <a:gd name="connsiteX597" fmla="*/ 5294042 w 7467600"/>
              <a:gd name="connsiteY597" fmla="*/ 2065019 h 6858000"/>
              <a:gd name="connsiteX598" fmla="*/ 5171936 w 7467600"/>
              <a:gd name="connsiteY598" fmla="*/ 1647613 h 6858000"/>
              <a:gd name="connsiteX599" fmla="*/ 5009948 w 7467600"/>
              <a:gd name="connsiteY599" fmla="*/ 1273619 h 6858000"/>
              <a:gd name="connsiteX600" fmla="*/ 655236 w 7467600"/>
              <a:gd name="connsiteY600" fmla="*/ 1268632 h 6858000"/>
              <a:gd name="connsiteX601" fmla="*/ 839521 w 7467600"/>
              <a:gd name="connsiteY601" fmla="*/ 1685315 h 6858000"/>
              <a:gd name="connsiteX602" fmla="*/ 1109416 w 7467600"/>
              <a:gd name="connsiteY602" fmla="*/ 2061663 h 6858000"/>
              <a:gd name="connsiteX603" fmla="*/ 1298300 w 7467600"/>
              <a:gd name="connsiteY603" fmla="*/ 2247742 h 6858000"/>
              <a:gd name="connsiteX604" fmla="*/ 1125871 w 7467600"/>
              <a:gd name="connsiteY604" fmla="*/ 1989513 h 6858000"/>
              <a:gd name="connsiteX605" fmla="*/ 981574 w 7467600"/>
              <a:gd name="connsiteY605" fmla="*/ 1783157 h 6858000"/>
              <a:gd name="connsiteX606" fmla="*/ 922198 w 7467600"/>
              <a:gd name="connsiteY606" fmla="*/ 1677437 h 6858000"/>
              <a:gd name="connsiteX607" fmla="*/ 869293 w 7467600"/>
              <a:gd name="connsiteY607" fmla="*/ 1583214 h 6858000"/>
              <a:gd name="connsiteX608" fmla="*/ 751431 w 7467600"/>
              <a:gd name="connsiteY608" fmla="*/ 1405731 h 6858000"/>
              <a:gd name="connsiteX609" fmla="*/ 655236 w 7467600"/>
              <a:gd name="connsiteY609" fmla="*/ 1268632 h 6858000"/>
              <a:gd name="connsiteX610" fmla="*/ 6516292 w 7467600"/>
              <a:gd name="connsiteY610" fmla="*/ 1263064 h 6858000"/>
              <a:gd name="connsiteX611" fmla="*/ 5736320 w 7467600"/>
              <a:gd name="connsiteY611" fmla="*/ 1501803 h 6858000"/>
              <a:gd name="connsiteX612" fmla="*/ 6516292 w 7467600"/>
              <a:gd name="connsiteY612" fmla="*/ 1263064 h 6858000"/>
              <a:gd name="connsiteX613" fmla="*/ 291466 w 7467600"/>
              <a:gd name="connsiteY613" fmla="*/ 1250369 h 6858000"/>
              <a:gd name="connsiteX614" fmla="*/ 323180 w 7467600"/>
              <a:gd name="connsiteY614" fmla="*/ 1435283 h 6858000"/>
              <a:gd name="connsiteX615" fmla="*/ 349381 w 7467600"/>
              <a:gd name="connsiteY615" fmla="*/ 1875041 h 6858000"/>
              <a:gd name="connsiteX616" fmla="*/ 374363 w 7467600"/>
              <a:gd name="connsiteY616" fmla="*/ 1506494 h 6858000"/>
              <a:gd name="connsiteX617" fmla="*/ 302168 w 7467600"/>
              <a:gd name="connsiteY617" fmla="*/ 1274495 h 6858000"/>
              <a:gd name="connsiteX618" fmla="*/ 291466 w 7467600"/>
              <a:gd name="connsiteY618" fmla="*/ 1250369 h 6858000"/>
              <a:gd name="connsiteX619" fmla="*/ 678222 w 7467600"/>
              <a:gd name="connsiteY619" fmla="*/ 1248670 h 6858000"/>
              <a:gd name="connsiteX620" fmla="*/ 775536 w 7467600"/>
              <a:gd name="connsiteY620" fmla="*/ 1388015 h 6858000"/>
              <a:gd name="connsiteX621" fmla="*/ 894529 w 7467600"/>
              <a:gd name="connsiteY621" fmla="*/ 1567739 h 6858000"/>
              <a:gd name="connsiteX622" fmla="*/ 948000 w 7467600"/>
              <a:gd name="connsiteY622" fmla="*/ 1663088 h 6858000"/>
              <a:gd name="connsiteX623" fmla="*/ 1006812 w 7467600"/>
              <a:gd name="connsiteY623" fmla="*/ 1767683 h 6858000"/>
              <a:gd name="connsiteX624" fmla="*/ 1149133 w 7467600"/>
              <a:gd name="connsiteY624" fmla="*/ 1971513 h 6858000"/>
              <a:gd name="connsiteX625" fmla="*/ 1333952 w 7467600"/>
              <a:gd name="connsiteY625" fmla="*/ 2251620 h 6858000"/>
              <a:gd name="connsiteX626" fmla="*/ 1337329 w 7467600"/>
              <a:gd name="connsiteY626" fmla="*/ 2258350 h 6858000"/>
              <a:gd name="connsiteX627" fmla="*/ 1014726 w 7467600"/>
              <a:gd name="connsiteY627" fmla="*/ 1615556 h 6858000"/>
              <a:gd name="connsiteX628" fmla="*/ 678222 w 7467600"/>
              <a:gd name="connsiteY628" fmla="*/ 1248670 h 6858000"/>
              <a:gd name="connsiteX629" fmla="*/ 6691602 w 7467600"/>
              <a:gd name="connsiteY629" fmla="*/ 1140573 h 6858000"/>
              <a:gd name="connsiteX630" fmla="*/ 6571100 w 7467600"/>
              <a:gd name="connsiteY630" fmla="*/ 1183662 h 6858000"/>
              <a:gd name="connsiteX631" fmla="*/ 6241687 w 7467600"/>
              <a:gd name="connsiteY631" fmla="*/ 1257600 h 6858000"/>
              <a:gd name="connsiteX632" fmla="*/ 5693009 w 7467600"/>
              <a:gd name="connsiteY632" fmla="*/ 1478256 h 6858000"/>
              <a:gd name="connsiteX633" fmla="*/ 6548420 w 7467600"/>
              <a:gd name="connsiteY633" fmla="*/ 1214599 h 6858000"/>
              <a:gd name="connsiteX634" fmla="*/ 6605473 w 7467600"/>
              <a:gd name="connsiteY634" fmla="*/ 1184686 h 6858000"/>
              <a:gd name="connsiteX635" fmla="*/ 6691602 w 7467600"/>
              <a:gd name="connsiteY635" fmla="*/ 1140573 h 6858000"/>
              <a:gd name="connsiteX636" fmla="*/ 4002475 w 7467600"/>
              <a:gd name="connsiteY636" fmla="*/ 1037802 h 6858000"/>
              <a:gd name="connsiteX637" fmla="*/ 4000324 w 7467600"/>
              <a:gd name="connsiteY637" fmla="*/ 1039362 h 6858000"/>
              <a:gd name="connsiteX638" fmla="*/ 4002862 w 7467600"/>
              <a:gd name="connsiteY638" fmla="*/ 1042866 h 6858000"/>
              <a:gd name="connsiteX639" fmla="*/ 4002475 w 7467600"/>
              <a:gd name="connsiteY639" fmla="*/ 1037802 h 6858000"/>
              <a:gd name="connsiteX640" fmla="*/ 506322 w 7467600"/>
              <a:gd name="connsiteY640" fmla="*/ 1020997 h 6858000"/>
              <a:gd name="connsiteX641" fmla="*/ 533068 w 7467600"/>
              <a:gd name="connsiteY641" fmla="*/ 1029409 h 6858000"/>
              <a:gd name="connsiteX642" fmla="*/ 1232525 w 7467600"/>
              <a:gd name="connsiteY642" fmla="*/ 1804675 h 6858000"/>
              <a:gd name="connsiteX643" fmla="*/ 1388858 w 7467600"/>
              <a:gd name="connsiteY643" fmla="*/ 2368011 h 6858000"/>
              <a:gd name="connsiteX644" fmla="*/ 1384098 w 7467600"/>
              <a:gd name="connsiteY644" fmla="*/ 2378125 h 6858000"/>
              <a:gd name="connsiteX645" fmla="*/ 1425393 w 7467600"/>
              <a:gd name="connsiteY645" fmla="*/ 2589124 h 6858000"/>
              <a:gd name="connsiteX646" fmla="*/ 1424001 w 7467600"/>
              <a:gd name="connsiteY646" fmla="*/ 2597541 h 6858000"/>
              <a:gd name="connsiteX647" fmla="*/ 2152729 w 7467600"/>
              <a:gd name="connsiteY647" fmla="*/ 2864487 h 6858000"/>
              <a:gd name="connsiteX648" fmla="*/ 2020609 w 7467600"/>
              <a:gd name="connsiteY648" fmla="*/ 2539671 h 6858000"/>
              <a:gd name="connsiteX649" fmla="*/ 2018920 w 7467600"/>
              <a:gd name="connsiteY649" fmla="*/ 2536309 h 6858000"/>
              <a:gd name="connsiteX650" fmla="*/ 1342441 w 7467600"/>
              <a:gd name="connsiteY650" fmla="*/ 1173017 h 6858000"/>
              <a:gd name="connsiteX651" fmla="*/ 1367925 w 7467600"/>
              <a:gd name="connsiteY651" fmla="*/ 1135648 h 6858000"/>
              <a:gd name="connsiteX652" fmla="*/ 1771401 w 7467600"/>
              <a:gd name="connsiteY652" fmla="*/ 1806673 h 6858000"/>
              <a:gd name="connsiteX653" fmla="*/ 1972385 w 7467600"/>
              <a:gd name="connsiteY653" fmla="*/ 2198735 h 6858000"/>
              <a:gd name="connsiteX654" fmla="*/ 2040892 w 7467600"/>
              <a:gd name="connsiteY654" fmla="*/ 2405205 h 6858000"/>
              <a:gd name="connsiteX655" fmla="*/ 2131689 w 7467600"/>
              <a:gd name="connsiteY655" fmla="*/ 1936926 h 6858000"/>
              <a:gd name="connsiteX656" fmla="*/ 2454820 w 7467600"/>
              <a:gd name="connsiteY656" fmla="*/ 1248808 h 6858000"/>
              <a:gd name="connsiteX657" fmla="*/ 2492512 w 7467600"/>
              <a:gd name="connsiteY657" fmla="*/ 1302920 h 6858000"/>
              <a:gd name="connsiteX658" fmla="*/ 2081216 w 7467600"/>
              <a:gd name="connsiteY658" fmla="*/ 2527513 h 6858000"/>
              <a:gd name="connsiteX659" fmla="*/ 2081211 w 7467600"/>
              <a:gd name="connsiteY659" fmla="*/ 2528916 h 6858000"/>
              <a:gd name="connsiteX660" fmla="*/ 2199067 w 7467600"/>
              <a:gd name="connsiteY660" fmla="*/ 2884061 h 6858000"/>
              <a:gd name="connsiteX661" fmla="*/ 3192586 w 7467600"/>
              <a:gd name="connsiteY661" fmla="*/ 3411496 h 6858000"/>
              <a:gd name="connsiteX662" fmla="*/ 3182620 w 7467600"/>
              <a:gd name="connsiteY662" fmla="*/ 3483279 h 6858000"/>
              <a:gd name="connsiteX663" fmla="*/ 2435119 w 7467600"/>
              <a:gd name="connsiteY663" fmla="*/ 3080173 h 6858000"/>
              <a:gd name="connsiteX664" fmla="*/ 2410152 w 7467600"/>
              <a:gd name="connsiteY664" fmla="*/ 3063751 h 6858000"/>
              <a:gd name="connsiteX665" fmla="*/ 2408099 w 7467600"/>
              <a:gd name="connsiteY665" fmla="*/ 3064403 h 6858000"/>
              <a:gd name="connsiteX666" fmla="*/ 2407218 w 7467600"/>
              <a:gd name="connsiteY666" fmla="*/ 3070324 h 6858000"/>
              <a:gd name="connsiteX667" fmla="*/ 2380138 w 7467600"/>
              <a:gd name="connsiteY667" fmla="*/ 3099341 h 6858000"/>
              <a:gd name="connsiteX668" fmla="*/ 1765923 w 7467600"/>
              <a:gd name="connsiteY668" fmla="*/ 3581043 h 6858000"/>
              <a:gd name="connsiteX669" fmla="*/ 1702258 w 7467600"/>
              <a:gd name="connsiteY669" fmla="*/ 3612286 h 6858000"/>
              <a:gd name="connsiteX670" fmla="*/ 1538370 w 7467600"/>
              <a:gd name="connsiteY670" fmla="*/ 3811804 h 6858000"/>
              <a:gd name="connsiteX671" fmla="*/ 542867 w 7467600"/>
              <a:gd name="connsiteY671" fmla="*/ 4944092 h 6858000"/>
              <a:gd name="connsiteX672" fmla="*/ 515800 w 7467600"/>
              <a:gd name="connsiteY672" fmla="*/ 4862180 h 6858000"/>
              <a:gd name="connsiteX673" fmla="*/ 909145 w 7467600"/>
              <a:gd name="connsiteY673" fmla="*/ 4199225 h 6858000"/>
              <a:gd name="connsiteX674" fmla="*/ 1214067 w 7467600"/>
              <a:gd name="connsiteY674" fmla="*/ 3908561 h 6858000"/>
              <a:gd name="connsiteX675" fmla="*/ 640967 w 7467600"/>
              <a:gd name="connsiteY675" fmla="*/ 4105601 h 6858000"/>
              <a:gd name="connsiteX676" fmla="*/ 112563 w 7467600"/>
              <a:gd name="connsiteY676" fmla="*/ 4396952 h 6858000"/>
              <a:gd name="connsiteX677" fmla="*/ 0 w 7467600"/>
              <a:gd name="connsiteY677" fmla="*/ 4466006 h 6858000"/>
              <a:gd name="connsiteX678" fmla="*/ 0 w 7467600"/>
              <a:gd name="connsiteY678" fmla="*/ 4233763 h 6858000"/>
              <a:gd name="connsiteX679" fmla="*/ 36881 w 7467600"/>
              <a:gd name="connsiteY679" fmla="*/ 4200118 h 6858000"/>
              <a:gd name="connsiteX680" fmla="*/ 910534 w 7467600"/>
              <a:gd name="connsiteY680" fmla="*/ 3629753 h 6858000"/>
              <a:gd name="connsiteX681" fmla="*/ 1578717 w 7467600"/>
              <a:gd name="connsiteY681" fmla="*/ 3575982 h 6858000"/>
              <a:gd name="connsiteX682" fmla="*/ 2338780 w 7467600"/>
              <a:gd name="connsiteY682" fmla="*/ 3033725 h 6858000"/>
              <a:gd name="connsiteX683" fmla="*/ 1807991 w 7467600"/>
              <a:gd name="connsiteY683" fmla="*/ 2807184 h 6858000"/>
              <a:gd name="connsiteX684" fmla="*/ 1416358 w 7467600"/>
              <a:gd name="connsiteY684" fmla="*/ 3112571 h 6858000"/>
              <a:gd name="connsiteX685" fmla="*/ 939066 w 7467600"/>
              <a:gd name="connsiteY685" fmla="*/ 3378798 h 6858000"/>
              <a:gd name="connsiteX686" fmla="*/ 115099 w 7467600"/>
              <a:gd name="connsiteY686" fmla="*/ 3607650 h 6858000"/>
              <a:gd name="connsiteX687" fmla="*/ 97284 w 7467600"/>
              <a:gd name="connsiteY687" fmla="*/ 3520393 h 6858000"/>
              <a:gd name="connsiteX688" fmla="*/ 922050 w 7467600"/>
              <a:gd name="connsiteY688" fmla="*/ 3074867 h 6858000"/>
              <a:gd name="connsiteX689" fmla="*/ 1405265 w 7467600"/>
              <a:gd name="connsiteY689" fmla="*/ 3016319 h 6858000"/>
              <a:gd name="connsiteX690" fmla="*/ 1407512 w 7467600"/>
              <a:gd name="connsiteY690" fmla="*/ 3018001 h 6858000"/>
              <a:gd name="connsiteX691" fmla="*/ 1726266 w 7467600"/>
              <a:gd name="connsiteY691" fmla="*/ 2777274 h 6858000"/>
              <a:gd name="connsiteX692" fmla="*/ 625390 w 7467600"/>
              <a:gd name="connsiteY692" fmla="*/ 2514541 h 6858000"/>
              <a:gd name="connsiteX693" fmla="*/ 619799 w 7467600"/>
              <a:gd name="connsiteY693" fmla="*/ 2527180 h 6858000"/>
              <a:gd name="connsiteX694" fmla="*/ 310030 w 7467600"/>
              <a:gd name="connsiteY694" fmla="*/ 2771818 h 6858000"/>
              <a:gd name="connsiteX695" fmla="*/ 173877 w 7467600"/>
              <a:gd name="connsiteY695" fmla="*/ 2937056 h 6858000"/>
              <a:gd name="connsiteX696" fmla="*/ 77889 w 7467600"/>
              <a:gd name="connsiteY696" fmla="*/ 3138440 h 6858000"/>
              <a:gd name="connsiteX697" fmla="*/ 0 w 7467600"/>
              <a:gd name="connsiteY697" fmla="*/ 3271395 h 6858000"/>
              <a:gd name="connsiteX698" fmla="*/ 0 w 7467600"/>
              <a:gd name="connsiteY698" fmla="*/ 3153002 h 6858000"/>
              <a:gd name="connsiteX699" fmla="*/ 2386 w 7467600"/>
              <a:gd name="connsiteY699" fmla="*/ 3149203 h 6858000"/>
              <a:gd name="connsiteX700" fmla="*/ 89753 w 7467600"/>
              <a:gd name="connsiteY700" fmla="*/ 2987702 h 6858000"/>
              <a:gd name="connsiteX701" fmla="*/ 76869 w 7467600"/>
              <a:gd name="connsiteY701" fmla="*/ 3005404 h 6858000"/>
              <a:gd name="connsiteX702" fmla="*/ 32049 w 7467600"/>
              <a:gd name="connsiteY702" fmla="*/ 3065814 h 6858000"/>
              <a:gd name="connsiteX703" fmla="*/ 0 w 7467600"/>
              <a:gd name="connsiteY703" fmla="*/ 3108744 h 6858000"/>
              <a:gd name="connsiteX704" fmla="*/ 0 w 7467600"/>
              <a:gd name="connsiteY704" fmla="*/ 3058059 h 6858000"/>
              <a:gd name="connsiteX705" fmla="*/ 7610 w 7467600"/>
              <a:gd name="connsiteY705" fmla="*/ 3047889 h 6858000"/>
              <a:gd name="connsiteX706" fmla="*/ 52419 w 7467600"/>
              <a:gd name="connsiteY706" fmla="*/ 2987479 h 6858000"/>
              <a:gd name="connsiteX707" fmla="*/ 59142 w 7467600"/>
              <a:gd name="connsiteY707" fmla="*/ 2978488 h 6858000"/>
              <a:gd name="connsiteX708" fmla="*/ 0 w 7467600"/>
              <a:gd name="connsiteY708" fmla="*/ 3015334 h 6858000"/>
              <a:gd name="connsiteX709" fmla="*/ 0 w 7467600"/>
              <a:gd name="connsiteY709" fmla="*/ 2914286 h 6858000"/>
              <a:gd name="connsiteX710" fmla="*/ 36383 w 7467600"/>
              <a:gd name="connsiteY710" fmla="*/ 2901128 h 6858000"/>
              <a:gd name="connsiteX711" fmla="*/ 156329 w 7467600"/>
              <a:gd name="connsiteY711" fmla="*/ 2840533 h 6858000"/>
              <a:gd name="connsiteX712" fmla="*/ 358355 w 7467600"/>
              <a:gd name="connsiteY712" fmla="*/ 2620471 h 6858000"/>
              <a:gd name="connsiteX713" fmla="*/ 510577 w 7467600"/>
              <a:gd name="connsiteY713" fmla="*/ 2501244 h 6858000"/>
              <a:gd name="connsiteX714" fmla="*/ 211967 w 7467600"/>
              <a:gd name="connsiteY714" fmla="*/ 2479171 h 6858000"/>
              <a:gd name="connsiteX715" fmla="*/ 0 w 7467600"/>
              <a:gd name="connsiteY715" fmla="*/ 2476398 h 6858000"/>
              <a:gd name="connsiteX716" fmla="*/ 0 w 7467600"/>
              <a:gd name="connsiteY716" fmla="*/ 2389189 h 6858000"/>
              <a:gd name="connsiteX717" fmla="*/ 103062 w 7467600"/>
              <a:gd name="connsiteY717" fmla="*/ 2389518 h 6858000"/>
              <a:gd name="connsiteX718" fmla="*/ 510734 w 7467600"/>
              <a:gd name="connsiteY718" fmla="*/ 2416201 h 6858000"/>
              <a:gd name="connsiteX719" fmla="*/ 279257 w 7467600"/>
              <a:gd name="connsiteY719" fmla="*/ 2092102 h 6858000"/>
              <a:gd name="connsiteX720" fmla="*/ 65265 w 7467600"/>
              <a:gd name="connsiteY720" fmla="*/ 2006049 h 6858000"/>
              <a:gd name="connsiteX721" fmla="*/ 0 w 7467600"/>
              <a:gd name="connsiteY721" fmla="*/ 1982532 h 6858000"/>
              <a:gd name="connsiteX722" fmla="*/ 0 w 7467600"/>
              <a:gd name="connsiteY722" fmla="*/ 1912789 h 6858000"/>
              <a:gd name="connsiteX723" fmla="*/ 97460 w 7467600"/>
              <a:gd name="connsiteY723" fmla="*/ 1953725 h 6858000"/>
              <a:gd name="connsiteX724" fmla="*/ 221272 w 7467600"/>
              <a:gd name="connsiteY724" fmla="*/ 1980766 h 6858000"/>
              <a:gd name="connsiteX725" fmla="*/ 116765 w 7467600"/>
              <a:gd name="connsiteY725" fmla="*/ 1911033 h 6858000"/>
              <a:gd name="connsiteX726" fmla="*/ 16405 w 7467600"/>
              <a:gd name="connsiteY726" fmla="*/ 1803412 h 6858000"/>
              <a:gd name="connsiteX727" fmla="*/ 0 w 7467600"/>
              <a:gd name="connsiteY727" fmla="*/ 1784777 h 6858000"/>
              <a:gd name="connsiteX728" fmla="*/ 0 w 7467600"/>
              <a:gd name="connsiteY728" fmla="*/ 1740082 h 6858000"/>
              <a:gd name="connsiteX729" fmla="*/ 39394 w 7467600"/>
              <a:gd name="connsiteY729" fmla="*/ 1784856 h 6858000"/>
              <a:gd name="connsiteX730" fmla="*/ 135813 w 7467600"/>
              <a:gd name="connsiteY730" fmla="*/ 1888838 h 6858000"/>
              <a:gd name="connsiteX731" fmla="*/ 242575 w 7467600"/>
              <a:gd name="connsiteY731" fmla="*/ 1958841 h 6858000"/>
              <a:gd name="connsiteX732" fmla="*/ 82197 w 7467600"/>
              <a:gd name="connsiteY732" fmla="*/ 1754826 h 6858000"/>
              <a:gd name="connsiteX733" fmla="*/ 0 w 7467600"/>
              <a:gd name="connsiteY733" fmla="*/ 1679650 h 6858000"/>
              <a:gd name="connsiteX734" fmla="*/ 0 w 7467600"/>
              <a:gd name="connsiteY734" fmla="*/ 1602463 h 6858000"/>
              <a:gd name="connsiteX735" fmla="*/ 84689 w 7467600"/>
              <a:gd name="connsiteY735" fmla="*/ 1677442 h 6858000"/>
              <a:gd name="connsiteX736" fmla="*/ 298437 w 7467600"/>
              <a:gd name="connsiteY736" fmla="*/ 1968019 h 6858000"/>
              <a:gd name="connsiteX737" fmla="*/ 227269 w 7467600"/>
              <a:gd name="connsiteY737" fmla="*/ 1114064 h 6858000"/>
              <a:gd name="connsiteX738" fmla="*/ 248003 w 7467600"/>
              <a:gd name="connsiteY738" fmla="*/ 1089613 h 6858000"/>
              <a:gd name="connsiteX739" fmla="*/ 427020 w 7467600"/>
              <a:gd name="connsiteY739" fmla="*/ 1619803 h 6858000"/>
              <a:gd name="connsiteX740" fmla="*/ 340345 w 7467600"/>
              <a:gd name="connsiteY740" fmla="*/ 2027739 h 6858000"/>
              <a:gd name="connsiteX741" fmla="*/ 360865 w 7467600"/>
              <a:gd name="connsiteY741" fmla="*/ 2044827 h 6858000"/>
              <a:gd name="connsiteX742" fmla="*/ 560414 w 7467600"/>
              <a:gd name="connsiteY742" fmla="*/ 2421457 h 6858000"/>
              <a:gd name="connsiteX743" fmla="*/ 1359703 w 7467600"/>
              <a:gd name="connsiteY743" fmla="*/ 2578554 h 6858000"/>
              <a:gd name="connsiteX744" fmla="*/ 1359422 w 7467600"/>
              <a:gd name="connsiteY744" fmla="*/ 2577994 h 6858000"/>
              <a:gd name="connsiteX745" fmla="*/ 828701 w 7467600"/>
              <a:gd name="connsiteY745" fmla="*/ 1839520 h 6858000"/>
              <a:gd name="connsiteX746" fmla="*/ 494427 w 7467600"/>
              <a:gd name="connsiteY746" fmla="*/ 1092333 h 6858000"/>
              <a:gd name="connsiteX747" fmla="*/ 506322 w 7467600"/>
              <a:gd name="connsiteY747" fmla="*/ 1020997 h 6858000"/>
              <a:gd name="connsiteX748" fmla="*/ 4570198 w 7467600"/>
              <a:gd name="connsiteY748" fmla="*/ 978081 h 6858000"/>
              <a:gd name="connsiteX749" fmla="*/ 4523691 w 7467600"/>
              <a:gd name="connsiteY749" fmla="*/ 1127776 h 6858000"/>
              <a:gd name="connsiteX750" fmla="*/ 4509875 w 7467600"/>
              <a:gd name="connsiteY750" fmla="*/ 1167552 h 6858000"/>
              <a:gd name="connsiteX751" fmla="*/ 4478168 w 7467600"/>
              <a:gd name="connsiteY751" fmla="*/ 1260735 h 6858000"/>
              <a:gd name="connsiteX752" fmla="*/ 4409309 w 7467600"/>
              <a:gd name="connsiteY752" fmla="*/ 1666996 h 6858000"/>
              <a:gd name="connsiteX753" fmla="*/ 4370031 w 7467600"/>
              <a:gd name="connsiteY753" fmla="*/ 1955666 h 6858000"/>
              <a:gd name="connsiteX754" fmla="*/ 4570198 w 7467600"/>
              <a:gd name="connsiteY754" fmla="*/ 978081 h 6858000"/>
              <a:gd name="connsiteX755" fmla="*/ 4557898 w 7467600"/>
              <a:gd name="connsiteY755" fmla="*/ 900011 h 6858000"/>
              <a:gd name="connsiteX756" fmla="*/ 4344840 w 7467600"/>
              <a:gd name="connsiteY756" fmla="*/ 1922038 h 6858000"/>
              <a:gd name="connsiteX757" fmla="*/ 4378710 w 7467600"/>
              <a:gd name="connsiteY757" fmla="*/ 1665516 h 6858000"/>
              <a:gd name="connsiteX758" fmla="*/ 4448798 w 7467600"/>
              <a:gd name="connsiteY758" fmla="*/ 1253024 h 6858000"/>
              <a:gd name="connsiteX759" fmla="*/ 4480315 w 7467600"/>
              <a:gd name="connsiteY759" fmla="*/ 1158454 h 6858000"/>
              <a:gd name="connsiteX760" fmla="*/ 4494133 w 7467600"/>
              <a:gd name="connsiteY760" fmla="*/ 1118676 h 6858000"/>
              <a:gd name="connsiteX761" fmla="*/ 4557898 w 7467600"/>
              <a:gd name="connsiteY761" fmla="*/ 900011 h 6858000"/>
              <a:gd name="connsiteX762" fmla="*/ 5870151 w 7467600"/>
              <a:gd name="connsiteY762" fmla="*/ 898890 h 6858000"/>
              <a:gd name="connsiteX763" fmla="*/ 5861335 w 7467600"/>
              <a:gd name="connsiteY763" fmla="*/ 899177 h 6858000"/>
              <a:gd name="connsiteX764" fmla="*/ 5843702 w 7467600"/>
              <a:gd name="connsiteY764" fmla="*/ 899748 h 6858000"/>
              <a:gd name="connsiteX765" fmla="*/ 5651107 w 7467600"/>
              <a:gd name="connsiteY765" fmla="*/ 920306 h 6858000"/>
              <a:gd name="connsiteX766" fmla="*/ 5459407 w 7467600"/>
              <a:gd name="connsiteY766" fmla="*/ 940975 h 6858000"/>
              <a:gd name="connsiteX767" fmla="*/ 5374846 w 7467600"/>
              <a:gd name="connsiteY767" fmla="*/ 941988 h 6858000"/>
              <a:gd name="connsiteX768" fmla="*/ 5256105 w 7467600"/>
              <a:gd name="connsiteY768" fmla="*/ 945632 h 6858000"/>
              <a:gd name="connsiteX769" fmla="*/ 5107071 w 7467600"/>
              <a:gd name="connsiteY769" fmla="*/ 969720 h 6858000"/>
              <a:gd name="connsiteX770" fmla="*/ 4998681 w 7467600"/>
              <a:gd name="connsiteY770" fmla="*/ 988771 h 6858000"/>
              <a:gd name="connsiteX771" fmla="*/ 5870151 w 7467600"/>
              <a:gd name="connsiteY771" fmla="*/ 898890 h 6858000"/>
              <a:gd name="connsiteX772" fmla="*/ 5504425 w 7467600"/>
              <a:gd name="connsiteY772" fmla="*/ 848067 h 6858000"/>
              <a:gd name="connsiteX773" fmla="*/ 4968849 w 7467600"/>
              <a:gd name="connsiteY773" fmla="*/ 962318 h 6858000"/>
              <a:gd name="connsiteX774" fmla="*/ 5104039 w 7467600"/>
              <a:gd name="connsiteY774" fmla="*/ 940634 h 6858000"/>
              <a:gd name="connsiteX775" fmla="*/ 5256311 w 7467600"/>
              <a:gd name="connsiteY775" fmla="*/ 916490 h 6858000"/>
              <a:gd name="connsiteX776" fmla="*/ 5377381 w 7467600"/>
              <a:gd name="connsiteY776" fmla="*/ 912671 h 6858000"/>
              <a:gd name="connsiteX777" fmla="*/ 5460148 w 7467600"/>
              <a:gd name="connsiteY777" fmla="*/ 911442 h 6858000"/>
              <a:gd name="connsiteX778" fmla="*/ 5648971 w 7467600"/>
              <a:gd name="connsiteY778" fmla="*/ 891331 h 6858000"/>
              <a:gd name="connsiteX779" fmla="*/ 5844807 w 7467600"/>
              <a:gd name="connsiteY779" fmla="*/ 870718 h 6858000"/>
              <a:gd name="connsiteX780" fmla="*/ 5862975 w 7467600"/>
              <a:gd name="connsiteY780" fmla="*/ 869756 h 6858000"/>
              <a:gd name="connsiteX781" fmla="*/ 5920887 w 7467600"/>
              <a:gd name="connsiteY781" fmla="*/ 865929 h 6858000"/>
              <a:gd name="connsiteX782" fmla="*/ 5504425 w 7467600"/>
              <a:gd name="connsiteY782" fmla="*/ 848067 h 6858000"/>
              <a:gd name="connsiteX783" fmla="*/ 3607114 w 7467600"/>
              <a:gd name="connsiteY783" fmla="*/ 467441 h 6858000"/>
              <a:gd name="connsiteX784" fmla="*/ 3296242 w 7467600"/>
              <a:gd name="connsiteY784" fmla="*/ 807991 h 6858000"/>
              <a:gd name="connsiteX785" fmla="*/ 3174674 w 7467600"/>
              <a:gd name="connsiteY785" fmla="*/ 919759 h 6858000"/>
              <a:gd name="connsiteX786" fmla="*/ 3042978 w 7467600"/>
              <a:gd name="connsiteY786" fmla="*/ 1054894 h 6858000"/>
              <a:gd name="connsiteX787" fmla="*/ 2968914 w 7467600"/>
              <a:gd name="connsiteY787" fmla="*/ 1133756 h 6858000"/>
              <a:gd name="connsiteX788" fmla="*/ 3103823 w 7467600"/>
              <a:gd name="connsiteY788" fmla="*/ 1026814 h 6858000"/>
              <a:gd name="connsiteX789" fmla="*/ 3607114 w 7467600"/>
              <a:gd name="connsiteY789" fmla="*/ 467441 h 6858000"/>
              <a:gd name="connsiteX790" fmla="*/ 3744487 w 7467600"/>
              <a:gd name="connsiteY790" fmla="*/ 383136 h 6858000"/>
              <a:gd name="connsiteX791" fmla="*/ 3970213 w 7467600"/>
              <a:gd name="connsiteY791" fmla="*/ 995559 h 6858000"/>
              <a:gd name="connsiteX792" fmla="*/ 3744487 w 7467600"/>
              <a:gd name="connsiteY792" fmla="*/ 383136 h 6858000"/>
              <a:gd name="connsiteX793" fmla="*/ 3624562 w 7467600"/>
              <a:gd name="connsiteY793" fmla="*/ 367041 h 6858000"/>
              <a:gd name="connsiteX794" fmla="*/ 3489712 w 7467600"/>
              <a:gd name="connsiteY794" fmla="*/ 485386 h 6858000"/>
              <a:gd name="connsiteX795" fmla="*/ 3182994 w 7467600"/>
              <a:gd name="connsiteY795" fmla="*/ 828265 h 6858000"/>
              <a:gd name="connsiteX796" fmla="*/ 2892114 w 7467600"/>
              <a:gd name="connsiteY796" fmla="*/ 1172635 h 6858000"/>
              <a:gd name="connsiteX797" fmla="*/ 3021459 w 7467600"/>
              <a:gd name="connsiteY797" fmla="*/ 1035385 h 6858000"/>
              <a:gd name="connsiteX798" fmla="*/ 3153873 w 7467600"/>
              <a:gd name="connsiteY798" fmla="*/ 898971 h 6858000"/>
              <a:gd name="connsiteX799" fmla="*/ 3276511 w 7467600"/>
              <a:gd name="connsiteY799" fmla="*/ 786423 h 6858000"/>
              <a:gd name="connsiteX800" fmla="*/ 3584154 w 7467600"/>
              <a:gd name="connsiteY800" fmla="*/ 448218 h 6858000"/>
              <a:gd name="connsiteX801" fmla="*/ 3624562 w 7467600"/>
              <a:gd name="connsiteY801" fmla="*/ 367041 h 6858000"/>
              <a:gd name="connsiteX802" fmla="*/ 3766672 w 7467600"/>
              <a:gd name="connsiteY802" fmla="*/ 359429 h 6858000"/>
              <a:gd name="connsiteX803" fmla="*/ 3996338 w 7467600"/>
              <a:gd name="connsiteY803" fmla="*/ 968237 h 6858000"/>
              <a:gd name="connsiteX804" fmla="*/ 3766672 w 7467600"/>
              <a:gd name="connsiteY804" fmla="*/ 359429 h 6858000"/>
              <a:gd name="connsiteX805" fmla="*/ 5805386 w 7467600"/>
              <a:gd name="connsiteY805" fmla="*/ 239240 h 6858000"/>
              <a:gd name="connsiteX806" fmla="*/ 5736947 w 7467600"/>
              <a:gd name="connsiteY806" fmla="*/ 261367 h 6858000"/>
              <a:gd name="connsiteX807" fmla="*/ 5427012 w 7467600"/>
              <a:gd name="connsiteY807" fmla="*/ 311272 h 6858000"/>
              <a:gd name="connsiteX808" fmla="*/ 5147818 w 7467600"/>
              <a:gd name="connsiteY808" fmla="*/ 322112 h 6858000"/>
              <a:gd name="connsiteX809" fmla="*/ 5060854 w 7467600"/>
              <a:gd name="connsiteY809" fmla="*/ 311882 h 6858000"/>
              <a:gd name="connsiteX810" fmla="*/ 4945989 w 7467600"/>
              <a:gd name="connsiteY810" fmla="*/ 300516 h 6858000"/>
              <a:gd name="connsiteX811" fmla="*/ 5410479 w 7467600"/>
              <a:gd name="connsiteY811" fmla="*/ 348434 h 6858000"/>
              <a:gd name="connsiteX812" fmla="*/ 5805386 w 7467600"/>
              <a:gd name="connsiteY812" fmla="*/ 239240 h 6858000"/>
              <a:gd name="connsiteX813" fmla="*/ 5905192 w 7467600"/>
              <a:gd name="connsiteY813" fmla="*/ 163079 h 6858000"/>
              <a:gd name="connsiteX814" fmla="*/ 5865655 w 7467600"/>
              <a:gd name="connsiteY814" fmla="*/ 171901 h 6858000"/>
              <a:gd name="connsiteX815" fmla="*/ 5259740 w 7467600"/>
              <a:gd name="connsiteY815" fmla="*/ 257013 h 6858000"/>
              <a:gd name="connsiteX816" fmla="*/ 5208466 w 7467600"/>
              <a:gd name="connsiteY816" fmla="*/ 257550 h 6858000"/>
              <a:gd name="connsiteX817" fmla="*/ 4980204 w 7467600"/>
              <a:gd name="connsiteY817" fmla="*/ 271903 h 6858000"/>
              <a:gd name="connsiteX818" fmla="*/ 5068068 w 7467600"/>
              <a:gd name="connsiteY818" fmla="*/ 282244 h 6858000"/>
              <a:gd name="connsiteX819" fmla="*/ 5153231 w 7467600"/>
              <a:gd name="connsiteY819" fmla="*/ 292240 h 6858000"/>
              <a:gd name="connsiteX820" fmla="*/ 5426491 w 7467600"/>
              <a:gd name="connsiteY820" fmla="*/ 281128 h 6858000"/>
              <a:gd name="connsiteX821" fmla="*/ 5731212 w 7467600"/>
              <a:gd name="connsiteY821" fmla="*/ 231951 h 6858000"/>
              <a:gd name="connsiteX822" fmla="*/ 5905192 w 7467600"/>
              <a:gd name="connsiteY822" fmla="*/ 163079 h 6858000"/>
              <a:gd name="connsiteX823" fmla="*/ 5944437 w 7467600"/>
              <a:gd name="connsiteY823" fmla="*/ 113829 h 6858000"/>
              <a:gd name="connsiteX824" fmla="*/ 5825032 w 7467600"/>
              <a:gd name="connsiteY824" fmla="*/ 146405 h 6858000"/>
              <a:gd name="connsiteX825" fmla="*/ 4955599 w 7467600"/>
              <a:gd name="connsiteY825" fmla="*/ 247008 h 6858000"/>
              <a:gd name="connsiteX826" fmla="*/ 5210104 w 7467600"/>
              <a:gd name="connsiteY826" fmla="*/ 228123 h 6858000"/>
              <a:gd name="connsiteX827" fmla="*/ 5261015 w 7467600"/>
              <a:gd name="connsiteY827" fmla="*/ 227087 h 6858000"/>
              <a:gd name="connsiteX828" fmla="*/ 5861181 w 7467600"/>
              <a:gd name="connsiteY828" fmla="*/ 143093 h 6858000"/>
              <a:gd name="connsiteX829" fmla="*/ 5961252 w 7467600"/>
              <a:gd name="connsiteY829" fmla="*/ 114820 h 6858000"/>
              <a:gd name="connsiteX830" fmla="*/ 5944437 w 7467600"/>
              <a:gd name="connsiteY830" fmla="*/ 113829 h 6858000"/>
              <a:gd name="connsiteX831" fmla="*/ 3882765 w 7467600"/>
              <a:gd name="connsiteY831" fmla="*/ 0 h 6858000"/>
              <a:gd name="connsiteX832" fmla="*/ 3995099 w 7467600"/>
              <a:gd name="connsiteY832" fmla="*/ 0 h 6858000"/>
              <a:gd name="connsiteX833" fmla="*/ 4163818 w 7467600"/>
              <a:gd name="connsiteY833" fmla="*/ 234104 h 6858000"/>
              <a:gd name="connsiteX834" fmla="*/ 4172099 w 7467600"/>
              <a:gd name="connsiteY834" fmla="*/ 234207 h 6858000"/>
              <a:gd name="connsiteX835" fmla="*/ 4784282 w 7467600"/>
              <a:gd name="connsiteY835" fmla="*/ 276561 h 6858000"/>
              <a:gd name="connsiteX836" fmla="*/ 4801687 w 7467600"/>
              <a:gd name="connsiteY836" fmla="*/ 267764 h 6858000"/>
              <a:gd name="connsiteX837" fmla="*/ 6082788 w 7467600"/>
              <a:gd name="connsiteY837" fmla="*/ 64119 h 6858000"/>
              <a:gd name="connsiteX838" fmla="*/ 6099442 w 7467600"/>
              <a:gd name="connsiteY838" fmla="*/ 82568 h 6858000"/>
              <a:gd name="connsiteX839" fmla="*/ 4804137 w 7467600"/>
              <a:gd name="connsiteY839" fmla="*/ 320931 h 6858000"/>
              <a:gd name="connsiteX840" fmla="*/ 4227047 w 7467600"/>
              <a:gd name="connsiteY840" fmla="*/ 313415 h 6858000"/>
              <a:gd name="connsiteX841" fmla="*/ 4346041 w 7467600"/>
              <a:gd name="connsiteY841" fmla="*/ 456086 h 6858000"/>
              <a:gd name="connsiteX842" fmla="*/ 4870967 w 7467600"/>
              <a:gd name="connsiteY842" fmla="*/ 963061 h 6858000"/>
              <a:gd name="connsiteX843" fmla="*/ 4889647 w 7467600"/>
              <a:gd name="connsiteY843" fmla="*/ 957147 h 6858000"/>
              <a:gd name="connsiteX844" fmla="*/ 5422504 w 7467600"/>
              <a:gd name="connsiteY844" fmla="*/ 805191 h 6858000"/>
              <a:gd name="connsiteX845" fmla="*/ 6087656 w 7467600"/>
              <a:gd name="connsiteY845" fmla="*/ 826703 h 6858000"/>
              <a:gd name="connsiteX846" fmla="*/ 6058717 w 7467600"/>
              <a:gd name="connsiteY846" fmla="*/ 865992 h 6858000"/>
              <a:gd name="connsiteX847" fmla="*/ 4974153 w 7467600"/>
              <a:gd name="connsiteY847" fmla="*/ 1045456 h 6858000"/>
              <a:gd name="connsiteX848" fmla="*/ 5627835 w 7467600"/>
              <a:gd name="connsiteY848" fmla="*/ 1472077 h 6858000"/>
              <a:gd name="connsiteX849" fmla="*/ 5629817 w 7467600"/>
              <a:gd name="connsiteY849" fmla="*/ 1471412 h 6858000"/>
              <a:gd name="connsiteX850" fmla="*/ 5634124 w 7467600"/>
              <a:gd name="connsiteY850" fmla="*/ 1470572 h 6858000"/>
              <a:gd name="connsiteX851" fmla="*/ 5755832 w 7467600"/>
              <a:gd name="connsiteY851" fmla="*/ 1383886 h 6858000"/>
              <a:gd name="connsiteX852" fmla="*/ 6014186 w 7467600"/>
              <a:gd name="connsiteY852" fmla="*/ 1279799 h 6858000"/>
              <a:gd name="connsiteX853" fmla="*/ 6901619 w 7467600"/>
              <a:gd name="connsiteY853" fmla="*/ 1047874 h 6858000"/>
              <a:gd name="connsiteX854" fmla="*/ 6931566 w 7467600"/>
              <a:gd name="connsiteY854" fmla="*/ 1062034 h 6858000"/>
              <a:gd name="connsiteX855" fmla="*/ 5790982 w 7467600"/>
              <a:gd name="connsiteY855" fmla="*/ 1561380 h 6858000"/>
              <a:gd name="connsiteX856" fmla="*/ 6188971 w 7467600"/>
              <a:gd name="connsiteY856" fmla="*/ 1755168 h 6858000"/>
              <a:gd name="connsiteX857" fmla="*/ 6202446 w 7467600"/>
              <a:gd name="connsiteY857" fmla="*/ 1752268 h 6858000"/>
              <a:gd name="connsiteX858" fmla="*/ 7179560 w 7467600"/>
              <a:gd name="connsiteY858" fmla="*/ 1467551 h 6858000"/>
              <a:gd name="connsiteX859" fmla="*/ 7158730 w 7467600"/>
              <a:gd name="connsiteY859" fmla="*/ 1507835 h 6858000"/>
              <a:gd name="connsiteX860" fmla="*/ 6326959 w 7467600"/>
              <a:gd name="connsiteY860" fmla="*/ 1817686 h 6858000"/>
              <a:gd name="connsiteX861" fmla="*/ 6537433 w 7467600"/>
              <a:gd name="connsiteY861" fmla="*/ 1907790 h 6858000"/>
              <a:gd name="connsiteX862" fmla="*/ 6550221 w 7467600"/>
              <a:gd name="connsiteY862" fmla="*/ 1910729 h 6858000"/>
              <a:gd name="connsiteX863" fmla="*/ 6964438 w 7467600"/>
              <a:gd name="connsiteY863" fmla="*/ 2209505 h 6858000"/>
              <a:gd name="connsiteX864" fmla="*/ 7367862 w 7467600"/>
              <a:gd name="connsiteY864" fmla="*/ 2806833 h 6858000"/>
              <a:gd name="connsiteX865" fmla="*/ 7364329 w 7467600"/>
              <a:gd name="connsiteY865" fmla="*/ 2826907 h 6858000"/>
              <a:gd name="connsiteX866" fmla="*/ 7290545 w 7467600"/>
              <a:gd name="connsiteY866" fmla="*/ 2850663 h 6858000"/>
              <a:gd name="connsiteX867" fmla="*/ 6472036 w 7467600"/>
              <a:gd name="connsiteY867" fmla="*/ 1959003 h 6858000"/>
              <a:gd name="connsiteX868" fmla="*/ 5792897 w 7467600"/>
              <a:gd name="connsiteY868" fmla="*/ 1647747 h 6858000"/>
              <a:gd name="connsiteX869" fmla="*/ 5842751 w 7467600"/>
              <a:gd name="connsiteY869" fmla="*/ 1816112 h 6858000"/>
              <a:gd name="connsiteX870" fmla="*/ 5847424 w 7467600"/>
              <a:gd name="connsiteY870" fmla="*/ 1815776 h 6858000"/>
              <a:gd name="connsiteX871" fmla="*/ 6399821 w 7467600"/>
              <a:gd name="connsiteY871" fmla="*/ 2344799 h 6858000"/>
              <a:gd name="connsiteX872" fmla="*/ 6323232 w 7467600"/>
              <a:gd name="connsiteY872" fmla="*/ 2389634 h 6858000"/>
              <a:gd name="connsiteX873" fmla="*/ 5942958 w 7467600"/>
              <a:gd name="connsiteY873" fmla="*/ 2077708 h 6858000"/>
              <a:gd name="connsiteX874" fmla="*/ 5921559 w 7467600"/>
              <a:gd name="connsiteY874" fmla="*/ 2378596 h 6858000"/>
              <a:gd name="connsiteX875" fmla="*/ 5817651 w 7467600"/>
              <a:gd name="connsiteY875" fmla="*/ 3023919 h 6858000"/>
              <a:gd name="connsiteX876" fmla="*/ 5729634 w 7467600"/>
              <a:gd name="connsiteY876" fmla="*/ 3051849 h 6858000"/>
              <a:gd name="connsiteX877" fmla="*/ 5611018 w 7467600"/>
              <a:gd name="connsiteY877" fmla="*/ 2316769 h 6858000"/>
              <a:gd name="connsiteX878" fmla="*/ 5687608 w 7467600"/>
              <a:gd name="connsiteY878" fmla="*/ 2039972 h 6858000"/>
              <a:gd name="connsiteX879" fmla="*/ 5657554 w 7467600"/>
              <a:gd name="connsiteY879" fmla="*/ 1576445 h 6858000"/>
              <a:gd name="connsiteX880" fmla="*/ 5150475 w 7467600"/>
              <a:gd name="connsiteY880" fmla="*/ 1274012 h 6858000"/>
              <a:gd name="connsiteX881" fmla="*/ 5349142 w 7467600"/>
              <a:gd name="connsiteY881" fmla="*/ 2204405 h 6858000"/>
              <a:gd name="connsiteX882" fmla="*/ 5262214 w 7467600"/>
              <a:gd name="connsiteY882" fmla="*/ 2233836 h 6858000"/>
              <a:gd name="connsiteX883" fmla="*/ 4981539 w 7467600"/>
              <a:gd name="connsiteY883" fmla="*/ 1542201 h 6858000"/>
              <a:gd name="connsiteX884" fmla="*/ 4958461 w 7467600"/>
              <a:gd name="connsiteY884" fmla="*/ 1136957 h 6858000"/>
              <a:gd name="connsiteX885" fmla="*/ 4655015 w 7467600"/>
              <a:gd name="connsiteY885" fmla="*/ 891426 h 6858000"/>
              <a:gd name="connsiteX886" fmla="*/ 4348002 w 7467600"/>
              <a:gd name="connsiteY886" fmla="*/ 2205895 h 6858000"/>
              <a:gd name="connsiteX887" fmla="*/ 4262250 w 7467600"/>
              <a:gd name="connsiteY887" fmla="*/ 2219972 h 6858000"/>
              <a:gd name="connsiteX888" fmla="*/ 4550611 w 7467600"/>
              <a:gd name="connsiteY888" fmla="*/ 817540 h 6858000"/>
              <a:gd name="connsiteX889" fmla="*/ 4564418 w 7467600"/>
              <a:gd name="connsiteY889" fmla="*/ 808293 h 6858000"/>
              <a:gd name="connsiteX890" fmla="*/ 4266388 w 7467600"/>
              <a:gd name="connsiteY890" fmla="*/ 500083 h 6858000"/>
              <a:gd name="connsiteX891" fmla="*/ 4032842 w 7467600"/>
              <a:gd name="connsiteY891" fmla="*/ 211809 h 6858000"/>
              <a:gd name="connsiteX892" fmla="*/ 3882765 w 7467600"/>
              <a:gd name="connsiteY892" fmla="*/ 0 h 6858000"/>
              <a:gd name="connsiteX893" fmla="*/ 3721337 w 7467600"/>
              <a:gd name="connsiteY893" fmla="*/ 0 h 6858000"/>
              <a:gd name="connsiteX894" fmla="*/ 3797544 w 7467600"/>
              <a:gd name="connsiteY894" fmla="*/ 0 h 6858000"/>
              <a:gd name="connsiteX895" fmla="*/ 3775734 w 7467600"/>
              <a:gd name="connsiteY895" fmla="*/ 95131 h 6858000"/>
              <a:gd name="connsiteX896" fmla="*/ 3724807 w 7467600"/>
              <a:gd name="connsiteY896" fmla="*/ 272257 h 6858000"/>
              <a:gd name="connsiteX897" fmla="*/ 3726844 w 7467600"/>
              <a:gd name="connsiteY897" fmla="*/ 282988 h 6858000"/>
              <a:gd name="connsiteX898" fmla="*/ 3742664 w 7467600"/>
              <a:gd name="connsiteY898" fmla="*/ 279918 h 6858000"/>
              <a:gd name="connsiteX899" fmla="*/ 4103910 w 7467600"/>
              <a:gd name="connsiteY899" fmla="*/ 1161917 h 6858000"/>
              <a:gd name="connsiteX900" fmla="*/ 4020269 w 7467600"/>
              <a:gd name="connsiteY900" fmla="*/ 1200406 h 6858000"/>
              <a:gd name="connsiteX901" fmla="*/ 3674882 w 7467600"/>
              <a:gd name="connsiteY901" fmla="*/ 488524 h 6858000"/>
              <a:gd name="connsiteX902" fmla="*/ 3132682 w 7467600"/>
              <a:gd name="connsiteY902" fmla="*/ 1072284 h 6858000"/>
              <a:gd name="connsiteX903" fmla="*/ 2716346 w 7467600"/>
              <a:gd name="connsiteY903" fmla="*/ 1276376 h 6858000"/>
              <a:gd name="connsiteX904" fmla="*/ 2716772 w 7467600"/>
              <a:gd name="connsiteY904" fmla="*/ 1255462 h 6858000"/>
              <a:gd name="connsiteX905" fmla="*/ 3471096 w 7467600"/>
              <a:gd name="connsiteY905" fmla="*/ 437072 h 6858000"/>
              <a:gd name="connsiteX906" fmla="*/ 3639057 w 7467600"/>
              <a:gd name="connsiteY906" fmla="*/ 286334 h 6858000"/>
              <a:gd name="connsiteX907" fmla="*/ 3640309 w 7467600"/>
              <a:gd name="connsiteY907" fmla="*/ 284664 h 6858000"/>
              <a:gd name="connsiteX908" fmla="*/ 3646022 w 7467600"/>
              <a:gd name="connsiteY908" fmla="*/ 276711 h 6858000"/>
              <a:gd name="connsiteX909" fmla="*/ 3707943 w 7467600"/>
              <a:gd name="connsiteY909" fmla="*/ 65958 h 6858000"/>
              <a:gd name="connsiteX910" fmla="*/ 3721337 w 7467600"/>
              <a:gd name="connsiteY910" fmla="*/ 0 h 6858000"/>
              <a:gd name="connsiteX911" fmla="*/ 2867960 w 7467600"/>
              <a:gd name="connsiteY911" fmla="*/ 0 h 6858000"/>
              <a:gd name="connsiteX912" fmla="*/ 2926351 w 7467600"/>
              <a:gd name="connsiteY912" fmla="*/ 0 h 6858000"/>
              <a:gd name="connsiteX913" fmla="*/ 2902823 w 7467600"/>
              <a:gd name="connsiteY913" fmla="*/ 262929 h 6858000"/>
              <a:gd name="connsiteX914" fmla="*/ 2940663 w 7467600"/>
              <a:gd name="connsiteY914" fmla="*/ 140884 h 6858000"/>
              <a:gd name="connsiteX915" fmla="*/ 2947039 w 7467600"/>
              <a:gd name="connsiteY915" fmla="*/ 122524 h 6858000"/>
              <a:gd name="connsiteX916" fmla="*/ 2984316 w 7467600"/>
              <a:gd name="connsiteY916" fmla="*/ 0 h 6858000"/>
              <a:gd name="connsiteX917" fmla="*/ 3016114 w 7467600"/>
              <a:gd name="connsiteY917" fmla="*/ 0 h 6858000"/>
              <a:gd name="connsiteX918" fmla="*/ 2979949 w 7467600"/>
              <a:gd name="connsiteY918" fmla="*/ 119274 h 6858000"/>
              <a:gd name="connsiteX919" fmla="*/ 3023879 w 7467600"/>
              <a:gd name="connsiteY919" fmla="*/ 0 h 6858000"/>
              <a:gd name="connsiteX920" fmla="*/ 3105400 w 7467600"/>
              <a:gd name="connsiteY920" fmla="*/ 0 h 6858000"/>
              <a:gd name="connsiteX921" fmla="*/ 3094669 w 7467600"/>
              <a:gd name="connsiteY921" fmla="*/ 30308 h 6858000"/>
              <a:gd name="connsiteX922" fmla="*/ 2901945 w 7467600"/>
              <a:gd name="connsiteY922" fmla="*/ 466538 h 6858000"/>
              <a:gd name="connsiteX923" fmla="*/ 2815209 w 7467600"/>
              <a:gd name="connsiteY923" fmla="*/ 497361 h 6858000"/>
              <a:gd name="connsiteX924" fmla="*/ 2844845 w 7467600"/>
              <a:gd name="connsiteY924" fmla="*/ 127638 h 6858000"/>
              <a:gd name="connsiteX925" fmla="*/ 2867960 w 7467600"/>
              <a:gd name="connsiteY925" fmla="*/ 0 h 6858000"/>
              <a:gd name="connsiteX926" fmla="*/ 1057230 w 7467600"/>
              <a:gd name="connsiteY926" fmla="*/ 0 h 6858000"/>
              <a:gd name="connsiteX927" fmla="*/ 1111003 w 7467600"/>
              <a:gd name="connsiteY927" fmla="*/ 0 h 6858000"/>
              <a:gd name="connsiteX928" fmla="*/ 1125553 w 7467600"/>
              <a:gd name="connsiteY928" fmla="*/ 52588 h 6858000"/>
              <a:gd name="connsiteX929" fmla="*/ 1304276 w 7467600"/>
              <a:gd name="connsiteY929" fmla="*/ 476275 h 6858000"/>
              <a:gd name="connsiteX930" fmla="*/ 1492066 w 7467600"/>
              <a:gd name="connsiteY930" fmla="*/ 886333 h 6858000"/>
              <a:gd name="connsiteX931" fmla="*/ 1423698 w 7467600"/>
              <a:gd name="connsiteY931" fmla="*/ 710817 h 6858000"/>
              <a:gd name="connsiteX932" fmla="*/ 1357609 w 7467600"/>
              <a:gd name="connsiteY932" fmla="*/ 532892 h 6858000"/>
              <a:gd name="connsiteX933" fmla="*/ 1309550 w 7467600"/>
              <a:gd name="connsiteY933" fmla="*/ 374031 h 6858000"/>
              <a:gd name="connsiteX934" fmla="*/ 1193673 w 7467600"/>
              <a:gd name="connsiteY934" fmla="*/ 49533 h 6858000"/>
              <a:gd name="connsiteX935" fmla="*/ 1164391 w 7467600"/>
              <a:gd name="connsiteY935" fmla="*/ 0 h 6858000"/>
              <a:gd name="connsiteX936" fmla="*/ 1200666 w 7467600"/>
              <a:gd name="connsiteY936" fmla="*/ 0 h 6858000"/>
              <a:gd name="connsiteX937" fmla="*/ 1223408 w 7467600"/>
              <a:gd name="connsiteY937" fmla="*/ 38996 h 6858000"/>
              <a:gd name="connsiteX938" fmla="*/ 1339635 w 7467600"/>
              <a:gd name="connsiteY938" fmla="*/ 365517 h 6858000"/>
              <a:gd name="connsiteX939" fmla="*/ 1387469 w 7467600"/>
              <a:gd name="connsiteY939" fmla="*/ 523079 h 6858000"/>
              <a:gd name="connsiteX940" fmla="*/ 1452685 w 7467600"/>
              <a:gd name="connsiteY940" fmla="*/ 699806 h 6858000"/>
              <a:gd name="connsiteX941" fmla="*/ 1492092 w 7467600"/>
              <a:gd name="connsiteY941" fmla="*/ 800424 h 6858000"/>
              <a:gd name="connsiteX942" fmla="*/ 1455302 w 7467600"/>
              <a:gd name="connsiteY942" fmla="*/ 632913 h 6858000"/>
              <a:gd name="connsiteX943" fmla="*/ 1222336 w 7467600"/>
              <a:gd name="connsiteY943" fmla="*/ 9480 h 6858000"/>
              <a:gd name="connsiteX944" fmla="*/ 1214634 w 7467600"/>
              <a:gd name="connsiteY944" fmla="*/ 0 h 6858000"/>
              <a:gd name="connsiteX945" fmla="*/ 1289827 w 7467600"/>
              <a:gd name="connsiteY945" fmla="*/ 0 h 6858000"/>
              <a:gd name="connsiteX946" fmla="*/ 1321076 w 7467600"/>
              <a:gd name="connsiteY946" fmla="*/ 59722 h 6858000"/>
              <a:gd name="connsiteX947" fmla="*/ 1512579 w 7467600"/>
              <a:gd name="connsiteY947" fmla="*/ 626441 h 6858000"/>
              <a:gd name="connsiteX948" fmla="*/ 1506076 w 7467600"/>
              <a:gd name="connsiteY948" fmla="*/ 1089289 h 6858000"/>
              <a:gd name="connsiteX949" fmla="*/ 1486346 w 7467600"/>
              <a:gd name="connsiteY949" fmla="*/ 1079919 h 6858000"/>
              <a:gd name="connsiteX950" fmla="*/ 1070511 w 7467600"/>
              <a:gd name="connsiteY950" fmla="*/ 48609 h 6858000"/>
              <a:gd name="connsiteX951" fmla="*/ 1057230 w 7467600"/>
              <a:gd name="connsiteY951" fmla="*/ 0 h 6858000"/>
              <a:gd name="connsiteX952" fmla="*/ 43151 w 7467600"/>
              <a:gd name="connsiteY952" fmla="*/ 0 h 6858000"/>
              <a:gd name="connsiteX953" fmla="*/ 95283 w 7467600"/>
              <a:gd name="connsiteY953" fmla="*/ 0 h 6858000"/>
              <a:gd name="connsiteX954" fmla="*/ 300708 w 7467600"/>
              <a:gd name="connsiteY954" fmla="*/ 154571 h 6858000"/>
              <a:gd name="connsiteX955" fmla="*/ 530414 w 7467600"/>
              <a:gd name="connsiteY955" fmla="*/ 354673 h 6858000"/>
              <a:gd name="connsiteX956" fmla="*/ 333785 w 7467600"/>
              <a:gd name="connsiteY956" fmla="*/ 161564 h 6858000"/>
              <a:gd name="connsiteX957" fmla="*/ 147005 w 7467600"/>
              <a:gd name="connsiteY957" fmla="*/ 0 h 6858000"/>
              <a:gd name="connsiteX958" fmla="*/ 272509 w 7467600"/>
              <a:gd name="connsiteY958" fmla="*/ 0 h 6858000"/>
              <a:gd name="connsiteX959" fmla="*/ 326276 w 7467600"/>
              <a:gd name="connsiteY959" fmla="*/ 45847 h 6858000"/>
              <a:gd name="connsiteX960" fmla="*/ 823759 w 7467600"/>
              <a:gd name="connsiteY960" fmla="*/ 574145 h 6858000"/>
              <a:gd name="connsiteX961" fmla="*/ 811254 w 7467600"/>
              <a:gd name="connsiteY961" fmla="*/ 665546 h 6858000"/>
              <a:gd name="connsiteX962" fmla="*/ 154042 w 7467600"/>
              <a:gd name="connsiteY962" fmla="*/ 261522 h 6858000"/>
              <a:gd name="connsiteX963" fmla="*/ 13550 w 7467600"/>
              <a:gd name="connsiteY963" fmla="*/ 158423 h 6858000"/>
              <a:gd name="connsiteX964" fmla="*/ 0 w 7467600"/>
              <a:gd name="connsiteY964" fmla="*/ 146618 h 6858000"/>
              <a:gd name="connsiteX965" fmla="*/ 0 w 7467600"/>
              <a:gd name="connsiteY965" fmla="*/ 59161 h 6858000"/>
              <a:gd name="connsiteX966" fmla="*/ 45427 w 7467600"/>
              <a:gd name="connsiteY966" fmla="*/ 101078 h 6858000"/>
              <a:gd name="connsiteX967" fmla="*/ 630103 w 7467600"/>
              <a:gd name="connsiteY967" fmla="*/ 485885 h 6858000"/>
              <a:gd name="connsiteX968" fmla="*/ 532040 w 7467600"/>
              <a:gd name="connsiteY968" fmla="*/ 399359 h 6858000"/>
              <a:gd name="connsiteX969" fmla="*/ 517618 w 7467600"/>
              <a:gd name="connsiteY969" fmla="*/ 385726 h 6858000"/>
              <a:gd name="connsiteX970" fmla="*/ 285074 w 7467600"/>
              <a:gd name="connsiteY970" fmla="*/ 182755 h 6858000"/>
              <a:gd name="connsiteX971" fmla="*/ 43151 w 7467600"/>
              <a:gd name="connsiteY97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042773 w 7467600"/>
              <a:gd name="connsiteY74" fmla="*/ 5734011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7042773 w 7467600"/>
              <a:gd name="connsiteY91" fmla="*/ 5734011 h 6858000"/>
              <a:gd name="connsiteX92" fmla="*/ 1456157 w 7467600"/>
              <a:gd name="connsiteY92" fmla="*/ 5371404 h 6858000"/>
              <a:gd name="connsiteX93" fmla="*/ 1244432 w 7467600"/>
              <a:gd name="connsiteY93" fmla="*/ 5385601 h 6858000"/>
              <a:gd name="connsiteX94" fmla="*/ 973990 w 7467600"/>
              <a:gd name="connsiteY94" fmla="*/ 5424940 h 6858000"/>
              <a:gd name="connsiteX95" fmla="*/ 1103809 w 7467600"/>
              <a:gd name="connsiteY95" fmla="*/ 5433720 h 6858000"/>
              <a:gd name="connsiteX96" fmla="*/ 1123454 w 7467600"/>
              <a:gd name="connsiteY96" fmla="*/ 5435727 h 6858000"/>
              <a:gd name="connsiteX97" fmla="*/ 1737017 w 7467600"/>
              <a:gd name="connsiteY97" fmla="*/ 5452183 h 6858000"/>
              <a:gd name="connsiteX98" fmla="*/ 1824397 w 7467600"/>
              <a:gd name="connsiteY98" fmla="*/ 5447757 h 6858000"/>
              <a:gd name="connsiteX99" fmla="*/ 2070059 w 7467600"/>
              <a:gd name="connsiteY99" fmla="*/ 5441660 h 6858000"/>
              <a:gd name="connsiteX100" fmla="*/ 1456157 w 7467600"/>
              <a:gd name="connsiteY100" fmla="*/ 5371404 h 6858000"/>
              <a:gd name="connsiteX101" fmla="*/ 4988186 w 7467600"/>
              <a:gd name="connsiteY101" fmla="*/ 5216467 h 6858000"/>
              <a:gd name="connsiteX102" fmla="*/ 4777334 w 7467600"/>
              <a:gd name="connsiteY102" fmla="*/ 5406072 h 6858000"/>
              <a:gd name="connsiteX103" fmla="*/ 4718341 w 7467600"/>
              <a:gd name="connsiteY103" fmla="*/ 5468043 h 6858000"/>
              <a:gd name="connsiteX104" fmla="*/ 4604655 w 7467600"/>
              <a:gd name="connsiteY104" fmla="*/ 5583434 h 6858000"/>
              <a:gd name="connsiteX105" fmla="*/ 4565074 w 7467600"/>
              <a:gd name="connsiteY105" fmla="*/ 5618550 h 6858000"/>
              <a:gd name="connsiteX106" fmla="*/ 4988186 w 7467600"/>
              <a:gd name="connsiteY106" fmla="*/ 5216467 h 6858000"/>
              <a:gd name="connsiteX107" fmla="*/ 4978032 w 7467600"/>
              <a:gd name="connsiteY107" fmla="*/ 5183809 h 6858000"/>
              <a:gd name="connsiteX108" fmla="*/ 4463413 w 7467600"/>
              <a:gd name="connsiteY108" fmla="*/ 5615162 h 6858000"/>
              <a:gd name="connsiteX109" fmla="*/ 4358134 w 7467600"/>
              <a:gd name="connsiteY109" fmla="*/ 5742791 h 6858000"/>
              <a:gd name="connsiteX110" fmla="*/ 4376219 w 7467600"/>
              <a:gd name="connsiteY110" fmla="*/ 5729027 h 6858000"/>
              <a:gd name="connsiteX111" fmla="*/ 4582340 w 7467600"/>
              <a:gd name="connsiteY111" fmla="*/ 5561037 h 6858000"/>
              <a:gd name="connsiteX112" fmla="*/ 4694684 w 7467600"/>
              <a:gd name="connsiteY112" fmla="*/ 5447098 h 6858000"/>
              <a:gd name="connsiteX113" fmla="*/ 4754123 w 7467600"/>
              <a:gd name="connsiteY113" fmla="*/ 5384643 h 6858000"/>
              <a:gd name="connsiteX114" fmla="*/ 4978032 w 7467600"/>
              <a:gd name="connsiteY114" fmla="*/ 5183809 h 6858000"/>
              <a:gd name="connsiteX115" fmla="*/ 1903353 w 7467600"/>
              <a:gd name="connsiteY115" fmla="*/ 5044827 h 6858000"/>
              <a:gd name="connsiteX116" fmla="*/ 1936931 w 7467600"/>
              <a:gd name="connsiteY116" fmla="*/ 5093954 h 6858000"/>
              <a:gd name="connsiteX117" fmla="*/ 2195868 w 7467600"/>
              <a:gd name="connsiteY117" fmla="*/ 5396574 h 6858000"/>
              <a:gd name="connsiteX118" fmla="*/ 2088852 w 7467600"/>
              <a:gd name="connsiteY118" fmla="*/ 5166123 h 6858000"/>
              <a:gd name="connsiteX119" fmla="*/ 1958241 w 7467600"/>
              <a:gd name="connsiteY119" fmla="*/ 5067955 h 6858000"/>
              <a:gd name="connsiteX120" fmla="*/ 1903353 w 7467600"/>
              <a:gd name="connsiteY120" fmla="*/ 5044827 h 6858000"/>
              <a:gd name="connsiteX121" fmla="*/ 1979378 w 7467600"/>
              <a:gd name="connsiteY121" fmla="*/ 4769504 h 6858000"/>
              <a:gd name="connsiteX122" fmla="*/ 2882120 w 7467600"/>
              <a:gd name="connsiteY122" fmla="*/ 5064547 h 6858000"/>
              <a:gd name="connsiteX123" fmla="*/ 2793103 w 7467600"/>
              <a:gd name="connsiteY123" fmla="*/ 5039699 h 6858000"/>
              <a:gd name="connsiteX124" fmla="*/ 2770041 w 7467600"/>
              <a:gd name="connsiteY124" fmla="*/ 5033634 h 6858000"/>
              <a:gd name="connsiteX125" fmla="*/ 1979378 w 7467600"/>
              <a:gd name="connsiteY125" fmla="*/ 4769504 h 6858000"/>
              <a:gd name="connsiteX126" fmla="*/ 1927410 w 7467600"/>
              <a:gd name="connsiteY126" fmla="*/ 4716164 h 6858000"/>
              <a:gd name="connsiteX127" fmla="*/ 1959587 w 7467600"/>
              <a:gd name="connsiteY127" fmla="*/ 4728849 h 6858000"/>
              <a:gd name="connsiteX128" fmla="*/ 2777707 w 7467600"/>
              <a:gd name="connsiteY128" fmla="*/ 5003991 h 6858000"/>
              <a:gd name="connsiteX129" fmla="*/ 2800768 w 7467600"/>
              <a:gd name="connsiteY129" fmla="*/ 5010056 h 6858000"/>
              <a:gd name="connsiteX130" fmla="*/ 2879408 w 7467600"/>
              <a:gd name="connsiteY130" fmla="*/ 5031590 h 6858000"/>
              <a:gd name="connsiteX131" fmla="*/ 2862295 w 7467600"/>
              <a:gd name="connsiteY131" fmla="*/ 5022958 h 6858000"/>
              <a:gd name="connsiteX132" fmla="*/ 2813343 w 7467600"/>
              <a:gd name="connsiteY132" fmla="*/ 4998369 h 6858000"/>
              <a:gd name="connsiteX133" fmla="*/ 2646245 w 7467600"/>
              <a:gd name="connsiteY133" fmla="*/ 4930999 h 6858000"/>
              <a:gd name="connsiteX134" fmla="*/ 1999243 w 7467600"/>
              <a:gd name="connsiteY134" fmla="*/ 4730524 h 6858000"/>
              <a:gd name="connsiteX135" fmla="*/ 1979527 w 7467600"/>
              <a:gd name="connsiteY135" fmla="*/ 4726651 h 6858000"/>
              <a:gd name="connsiteX136" fmla="*/ 1927410 w 7467600"/>
              <a:gd name="connsiteY136" fmla="*/ 4716164 h 6858000"/>
              <a:gd name="connsiteX137" fmla="*/ 1997014 w 7467600"/>
              <a:gd name="connsiteY137" fmla="*/ 4698007 h 6858000"/>
              <a:gd name="connsiteX138" fmla="*/ 2005458 w 7467600"/>
              <a:gd name="connsiteY138" fmla="*/ 4699540 h 6858000"/>
              <a:gd name="connsiteX139" fmla="*/ 2657186 w 7467600"/>
              <a:gd name="connsiteY139" fmla="*/ 4901687 h 6858000"/>
              <a:gd name="connsiteX140" fmla="*/ 2826662 w 7467600"/>
              <a:gd name="connsiteY140" fmla="*/ 4970362 h 6858000"/>
              <a:gd name="connsiteX141" fmla="*/ 2876100 w 7467600"/>
              <a:gd name="connsiteY141" fmla="*/ 4995397 h 6858000"/>
              <a:gd name="connsiteX142" fmla="*/ 3042600 w 7467600"/>
              <a:gd name="connsiteY142" fmla="*/ 5059532 h 6858000"/>
              <a:gd name="connsiteX143" fmla="*/ 1997014 w 7467600"/>
              <a:gd name="connsiteY143" fmla="*/ 4698007 h 6858000"/>
              <a:gd name="connsiteX144" fmla="*/ 2305292 w 7467600"/>
              <a:gd name="connsiteY144" fmla="*/ 4219492 h 6858000"/>
              <a:gd name="connsiteX145" fmla="*/ 3360922 w 7467600"/>
              <a:gd name="connsiteY145" fmla="*/ 4529373 h 6858000"/>
              <a:gd name="connsiteX146" fmla="*/ 3492420 w 7467600"/>
              <a:gd name="connsiteY146" fmla="*/ 4510145 h 6858000"/>
              <a:gd name="connsiteX147" fmla="*/ 3364086 w 7467600"/>
              <a:gd name="connsiteY147" fmla="*/ 4480340 h 6858000"/>
              <a:gd name="connsiteX148" fmla="*/ 3225818 w 7467600"/>
              <a:gd name="connsiteY148" fmla="*/ 4411822 h 6858000"/>
              <a:gd name="connsiteX149" fmla="*/ 3129696 w 7467600"/>
              <a:gd name="connsiteY149" fmla="*/ 4360704 h 6858000"/>
              <a:gd name="connsiteX150" fmla="*/ 2814545 w 7467600"/>
              <a:gd name="connsiteY150" fmla="*/ 4282955 h 6858000"/>
              <a:gd name="connsiteX151" fmla="*/ 2305292 w 7467600"/>
              <a:gd name="connsiteY151" fmla="*/ 4219492 h 6858000"/>
              <a:gd name="connsiteX152" fmla="*/ 2626982 w 7467600"/>
              <a:gd name="connsiteY152" fmla="*/ 4206450 h 6858000"/>
              <a:gd name="connsiteX153" fmla="*/ 2490617 w 7467600"/>
              <a:gd name="connsiteY153" fmla="*/ 4206951 h 6858000"/>
              <a:gd name="connsiteX154" fmla="*/ 2819869 w 7467600"/>
              <a:gd name="connsiteY154" fmla="*/ 4252936 h 6858000"/>
              <a:gd name="connsiteX155" fmla="*/ 3143018 w 7467600"/>
              <a:gd name="connsiteY155" fmla="*/ 4332698 h 6858000"/>
              <a:gd name="connsiteX156" fmla="*/ 3241520 w 7467600"/>
              <a:gd name="connsiteY156" fmla="*/ 4385112 h 6858000"/>
              <a:gd name="connsiteX157" fmla="*/ 3374575 w 7467600"/>
              <a:gd name="connsiteY157" fmla="*/ 4451517 h 6858000"/>
              <a:gd name="connsiteX158" fmla="*/ 3505221 w 7467600"/>
              <a:gd name="connsiteY158" fmla="*/ 4480757 h 6858000"/>
              <a:gd name="connsiteX159" fmla="*/ 2626982 w 7467600"/>
              <a:gd name="connsiteY159" fmla="*/ 4206450 h 6858000"/>
              <a:gd name="connsiteX160" fmla="*/ 1310106 w 7467600"/>
              <a:gd name="connsiteY160" fmla="*/ 3943217 h 6858000"/>
              <a:gd name="connsiteX161" fmla="*/ 854994 w 7467600"/>
              <a:gd name="connsiteY161" fmla="*/ 4399136 h 6858000"/>
              <a:gd name="connsiteX162" fmla="*/ 742462 w 7467600"/>
              <a:gd name="connsiteY162" fmla="*/ 4594648 h 6858000"/>
              <a:gd name="connsiteX163" fmla="*/ 820602 w 7467600"/>
              <a:gd name="connsiteY163" fmla="*/ 4485915 h 6858000"/>
              <a:gd name="connsiteX164" fmla="*/ 878295 w 7467600"/>
              <a:gd name="connsiteY164" fmla="*/ 4403594 h 6858000"/>
              <a:gd name="connsiteX165" fmla="*/ 1240607 w 7467600"/>
              <a:gd name="connsiteY165" fmla="*/ 4010401 h 6858000"/>
              <a:gd name="connsiteX166" fmla="*/ 1310106 w 7467600"/>
              <a:gd name="connsiteY166" fmla="*/ 3943217 h 6858000"/>
              <a:gd name="connsiteX167" fmla="*/ 1423113 w 7467600"/>
              <a:gd name="connsiteY167" fmla="*/ 3874565 h 6858000"/>
              <a:gd name="connsiteX168" fmla="*/ 1260565 w 7467600"/>
              <a:gd name="connsiteY168" fmla="*/ 4031982 h 6858000"/>
              <a:gd name="connsiteX169" fmla="*/ 901900 w 7467600"/>
              <a:gd name="connsiteY169" fmla="*/ 4421236 h 6858000"/>
              <a:gd name="connsiteX170" fmla="*/ 845044 w 7467600"/>
              <a:gd name="connsiteY170" fmla="*/ 4502436 h 6858000"/>
              <a:gd name="connsiteX171" fmla="*/ 685926 w 7467600"/>
              <a:gd name="connsiteY171" fmla="*/ 4703069 h 6858000"/>
              <a:gd name="connsiteX172" fmla="*/ 684248 w 7467600"/>
              <a:gd name="connsiteY172" fmla="*/ 4706721 h 6858000"/>
              <a:gd name="connsiteX173" fmla="*/ 1423113 w 7467600"/>
              <a:gd name="connsiteY173" fmla="*/ 3874565 h 6858000"/>
              <a:gd name="connsiteX174" fmla="*/ 3316479 w 7467600"/>
              <a:gd name="connsiteY174" fmla="*/ 3872136 h 6858000"/>
              <a:gd name="connsiteX175" fmla="*/ 3546806 w 7467600"/>
              <a:gd name="connsiteY175" fmla="*/ 4356139 h 6858000"/>
              <a:gd name="connsiteX176" fmla="*/ 3364433 w 7467600"/>
              <a:gd name="connsiteY176" fmla="*/ 3953121 h 6858000"/>
              <a:gd name="connsiteX177" fmla="*/ 3316479 w 7467600"/>
              <a:gd name="connsiteY177" fmla="*/ 3872136 h 6858000"/>
              <a:gd name="connsiteX178" fmla="*/ 3291335 w 7467600"/>
              <a:gd name="connsiteY178" fmla="*/ 3767420 h 6858000"/>
              <a:gd name="connsiteX179" fmla="*/ 3390805 w 7467600"/>
              <a:gd name="connsiteY179" fmla="*/ 3937163 h 6858000"/>
              <a:gd name="connsiteX180" fmla="*/ 3579062 w 7467600"/>
              <a:gd name="connsiteY180" fmla="*/ 4359040 h 6858000"/>
              <a:gd name="connsiteX181" fmla="*/ 3467355 w 7467600"/>
              <a:gd name="connsiteY181" fmla="*/ 3988130 h 6858000"/>
              <a:gd name="connsiteX182" fmla="*/ 3310753 w 7467600"/>
              <a:gd name="connsiteY182" fmla="*/ 3787140 h 6858000"/>
              <a:gd name="connsiteX183" fmla="*/ 3291335 w 7467600"/>
              <a:gd name="connsiteY183" fmla="*/ 3767420 h 6858000"/>
              <a:gd name="connsiteX184" fmla="*/ 1635889 w 7467600"/>
              <a:gd name="connsiteY184" fmla="*/ 3709494 h 6858000"/>
              <a:gd name="connsiteX185" fmla="*/ 1634800 w 7467600"/>
              <a:gd name="connsiteY185" fmla="*/ 3731111 h 6858000"/>
              <a:gd name="connsiteX186" fmla="*/ 1635889 w 7467600"/>
              <a:gd name="connsiteY186" fmla="*/ 3709494 h 6858000"/>
              <a:gd name="connsiteX187" fmla="*/ 1510397 w 7467600"/>
              <a:gd name="connsiteY187" fmla="*/ 3684705 h 6858000"/>
              <a:gd name="connsiteX188" fmla="*/ 1146550 w 7467600"/>
              <a:gd name="connsiteY188" fmla="*/ 3802012 h 6858000"/>
              <a:gd name="connsiteX189" fmla="*/ 698834 w 7467600"/>
              <a:gd name="connsiteY189" fmla="*/ 3952272 h 6858000"/>
              <a:gd name="connsiteX190" fmla="*/ 34256 w 7467600"/>
              <a:gd name="connsiteY190" fmla="*/ 4347603 h 6858000"/>
              <a:gd name="connsiteX191" fmla="*/ 527241 w 7467600"/>
              <a:gd name="connsiteY191" fmla="*/ 4065078 h 6858000"/>
              <a:gd name="connsiteX192" fmla="*/ 1510397 w 7467600"/>
              <a:gd name="connsiteY192" fmla="*/ 3684705 h 6858000"/>
              <a:gd name="connsiteX193" fmla="*/ 1313114 w 7467600"/>
              <a:gd name="connsiteY193" fmla="*/ 3655216 h 6858000"/>
              <a:gd name="connsiteX194" fmla="*/ 1109304 w 7467600"/>
              <a:gd name="connsiteY194" fmla="*/ 3669030 h 6858000"/>
              <a:gd name="connsiteX195" fmla="*/ 8129 w 7467600"/>
              <a:gd name="connsiteY195" fmla="*/ 4330519 h 6858000"/>
              <a:gd name="connsiteX196" fmla="*/ 687572 w 7467600"/>
              <a:gd name="connsiteY196" fmla="*/ 3925629 h 6858000"/>
              <a:gd name="connsiteX197" fmla="*/ 1138365 w 7467600"/>
              <a:gd name="connsiteY197" fmla="*/ 3774515 h 6858000"/>
              <a:gd name="connsiteX198" fmla="*/ 1505579 w 7467600"/>
              <a:gd name="connsiteY198" fmla="*/ 3655526 h 6858000"/>
              <a:gd name="connsiteX199" fmla="*/ 1313114 w 7467600"/>
              <a:gd name="connsiteY199" fmla="*/ 3655216 h 6858000"/>
              <a:gd name="connsiteX200" fmla="*/ 3655073 w 7467600"/>
              <a:gd name="connsiteY200" fmla="*/ 3650884 h 6858000"/>
              <a:gd name="connsiteX201" fmla="*/ 3989938 w 7467600"/>
              <a:gd name="connsiteY201" fmla="*/ 3991685 h 6858000"/>
              <a:gd name="connsiteX202" fmla="*/ 4393907 w 7467600"/>
              <a:gd name="connsiteY202" fmla="*/ 4261258 h 6858000"/>
              <a:gd name="connsiteX203" fmla="*/ 4648051 w 7467600"/>
              <a:gd name="connsiteY203" fmla="*/ 4374051 h 6858000"/>
              <a:gd name="connsiteX204" fmla="*/ 4383389 w 7467600"/>
              <a:gd name="connsiteY204" fmla="*/ 4184369 h 6858000"/>
              <a:gd name="connsiteX205" fmla="*/ 4165508 w 7467600"/>
              <a:gd name="connsiteY205" fmla="*/ 4035196 h 6858000"/>
              <a:gd name="connsiteX206" fmla="*/ 4068162 w 7467600"/>
              <a:gd name="connsiteY206" fmla="*/ 3953394 h 6858000"/>
              <a:gd name="connsiteX207" fmla="*/ 3981416 w 7467600"/>
              <a:gd name="connsiteY207" fmla="*/ 3880482 h 6858000"/>
              <a:gd name="connsiteX208" fmla="*/ 3800147 w 7467600"/>
              <a:gd name="connsiteY208" fmla="*/ 3749872 h 6858000"/>
              <a:gd name="connsiteX209" fmla="*/ 3655073 w 7467600"/>
              <a:gd name="connsiteY209" fmla="*/ 3650884 h 6858000"/>
              <a:gd name="connsiteX210" fmla="*/ 3670252 w 7467600"/>
              <a:gd name="connsiteY210" fmla="*/ 3622798 h 6858000"/>
              <a:gd name="connsiteX211" fmla="*/ 3817258 w 7467600"/>
              <a:gd name="connsiteY211" fmla="*/ 3723577 h 6858000"/>
              <a:gd name="connsiteX212" fmla="*/ 4000461 w 7467600"/>
              <a:gd name="connsiteY212" fmla="*/ 3855966 h 6858000"/>
              <a:gd name="connsiteX213" fmla="*/ 4088180 w 7467600"/>
              <a:gd name="connsiteY213" fmla="*/ 3929774 h 6858000"/>
              <a:gd name="connsiteX214" fmla="*/ 4184555 w 7467600"/>
              <a:gd name="connsiteY214" fmla="*/ 4010683 h 6858000"/>
              <a:gd name="connsiteX215" fmla="*/ 4399563 w 7467600"/>
              <a:gd name="connsiteY215" fmla="*/ 4158106 h 6858000"/>
              <a:gd name="connsiteX216" fmla="*/ 4684469 w 7467600"/>
              <a:gd name="connsiteY216" fmla="*/ 4364680 h 6858000"/>
              <a:gd name="connsiteX217" fmla="*/ 4690271 w 7467600"/>
              <a:gd name="connsiteY217" fmla="*/ 4370034 h 6858000"/>
              <a:gd name="connsiteX218" fmla="*/ 4136093 w 7467600"/>
              <a:gd name="connsiteY218" fmla="*/ 3858466 h 6858000"/>
              <a:gd name="connsiteX219" fmla="*/ 3670252 w 7467600"/>
              <a:gd name="connsiteY219" fmla="*/ 3622798 h 6858000"/>
              <a:gd name="connsiteX220" fmla="*/ 4440129 w 7467600"/>
              <a:gd name="connsiteY220" fmla="*/ 3448571 h 6858000"/>
              <a:gd name="connsiteX221" fmla="*/ 4856525 w 7467600"/>
              <a:gd name="connsiteY221" fmla="*/ 3915351 h 6858000"/>
              <a:gd name="connsiteX222" fmla="*/ 5059055 w 7467600"/>
              <a:gd name="connsiteY222" fmla="*/ 4108918 h 6858000"/>
              <a:gd name="connsiteX223" fmla="*/ 5290070 w 7467600"/>
              <a:gd name="connsiteY223" fmla="*/ 4263619 h 6858000"/>
              <a:gd name="connsiteX224" fmla="*/ 4834991 w 7467600"/>
              <a:gd name="connsiteY224" fmla="*/ 3830985 h 6858000"/>
              <a:gd name="connsiteX225" fmla="*/ 4440129 w 7467600"/>
              <a:gd name="connsiteY225" fmla="*/ 3448571 h 6858000"/>
              <a:gd name="connsiteX226" fmla="*/ 4441737 w 7467600"/>
              <a:gd name="connsiteY226" fmla="*/ 3399734 h 6858000"/>
              <a:gd name="connsiteX227" fmla="*/ 4431236 w 7467600"/>
              <a:gd name="connsiteY227" fmla="*/ 3400954 h 6858000"/>
              <a:gd name="connsiteX228" fmla="*/ 4557150 w 7467600"/>
              <a:gd name="connsiteY228" fmla="*/ 3510023 h 6858000"/>
              <a:gd name="connsiteX229" fmla="*/ 4856936 w 7467600"/>
              <a:gd name="connsiteY229" fmla="*/ 3809146 h 6858000"/>
              <a:gd name="connsiteX230" fmla="*/ 5111996 w 7467600"/>
              <a:gd name="connsiteY230" fmla="*/ 4065759 h 6858000"/>
              <a:gd name="connsiteX231" fmla="*/ 5388878 w 7467600"/>
              <a:gd name="connsiteY231" fmla="*/ 4300185 h 6858000"/>
              <a:gd name="connsiteX232" fmla="*/ 5425556 w 7467600"/>
              <a:gd name="connsiteY232" fmla="*/ 4308967 h 6858000"/>
              <a:gd name="connsiteX233" fmla="*/ 4943646 w 7467600"/>
              <a:gd name="connsiteY233" fmla="*/ 3822916 h 6858000"/>
              <a:gd name="connsiteX234" fmla="*/ 4594837 w 7467600"/>
              <a:gd name="connsiteY234" fmla="*/ 3532274 h 6858000"/>
              <a:gd name="connsiteX235" fmla="*/ 4441737 w 7467600"/>
              <a:gd name="connsiteY235" fmla="*/ 3399734 h 6858000"/>
              <a:gd name="connsiteX236" fmla="*/ 5425834 w 7467600"/>
              <a:gd name="connsiteY236" fmla="*/ 3162785 h 6858000"/>
              <a:gd name="connsiteX237" fmla="*/ 5401644 w 7467600"/>
              <a:gd name="connsiteY237" fmla="*/ 3617847 h 6858000"/>
              <a:gd name="connsiteX238" fmla="*/ 5467256 w 7467600"/>
              <a:gd name="connsiteY238" fmla="*/ 4175494 h 6858000"/>
              <a:gd name="connsiteX239" fmla="*/ 5448069 w 7467600"/>
              <a:gd name="connsiteY239" fmla="*/ 3567554 h 6858000"/>
              <a:gd name="connsiteX240" fmla="*/ 5425834 w 7467600"/>
              <a:gd name="connsiteY240" fmla="*/ 3162785 h 6858000"/>
              <a:gd name="connsiteX241" fmla="*/ 1318687 w 7467600"/>
              <a:gd name="connsiteY241" fmla="*/ 3113840 h 6858000"/>
              <a:gd name="connsiteX242" fmla="*/ 1066793 w 7467600"/>
              <a:gd name="connsiteY242" fmla="*/ 3212171 h 6858000"/>
              <a:gd name="connsiteX243" fmla="*/ 993319 w 7467600"/>
              <a:gd name="connsiteY243" fmla="*/ 3247648 h 6858000"/>
              <a:gd name="connsiteX244" fmla="*/ 853081 w 7467600"/>
              <a:gd name="connsiteY244" fmla="*/ 3312410 h 6858000"/>
              <a:gd name="connsiteX245" fmla="*/ 805957 w 7467600"/>
              <a:gd name="connsiteY245" fmla="*/ 3330443 h 6858000"/>
              <a:gd name="connsiteX246" fmla="*/ 1318687 w 7467600"/>
              <a:gd name="connsiteY246" fmla="*/ 3113840 h 6858000"/>
              <a:gd name="connsiteX247" fmla="*/ 5453702 w 7467600"/>
              <a:gd name="connsiteY247" fmla="*/ 3090882 h 6858000"/>
              <a:gd name="connsiteX248" fmla="*/ 5480135 w 7467600"/>
              <a:gd name="connsiteY248" fmla="*/ 3565802 h 6858000"/>
              <a:gd name="connsiteX249" fmla="*/ 5499023 w 7467600"/>
              <a:gd name="connsiteY249" fmla="*/ 4166310 h 6858000"/>
              <a:gd name="connsiteX250" fmla="*/ 5547022 w 7467600"/>
              <a:gd name="connsiteY250" fmla="*/ 3607838 h 6858000"/>
              <a:gd name="connsiteX251" fmla="*/ 5515964 w 7467600"/>
              <a:gd name="connsiteY251" fmla="*/ 3378541 h 6858000"/>
              <a:gd name="connsiteX252" fmla="*/ 5453702 w 7467600"/>
              <a:gd name="connsiteY252" fmla="*/ 3090882 h 6858000"/>
              <a:gd name="connsiteX253" fmla="*/ 1238695 w 7467600"/>
              <a:gd name="connsiteY253" fmla="*/ 3076820 h 6858000"/>
              <a:gd name="connsiteX254" fmla="*/ 716371 w 7467600"/>
              <a:gd name="connsiteY254" fmla="*/ 3293249 h 6858000"/>
              <a:gd name="connsiteX255" fmla="*/ 579522 w 7467600"/>
              <a:gd name="connsiteY255" fmla="*/ 3371759 h 6858000"/>
              <a:gd name="connsiteX256" fmla="*/ 600288 w 7467600"/>
              <a:gd name="connsiteY256" fmla="*/ 3365555 h 6858000"/>
              <a:gd name="connsiteX257" fmla="*/ 840692 w 7467600"/>
              <a:gd name="connsiteY257" fmla="*/ 3284921 h 6858000"/>
              <a:gd name="connsiteX258" fmla="*/ 979248 w 7467600"/>
              <a:gd name="connsiteY258" fmla="*/ 3221003 h 6858000"/>
              <a:gd name="connsiteX259" fmla="*/ 1053282 w 7467600"/>
              <a:gd name="connsiteY259" fmla="*/ 3185247 h 6858000"/>
              <a:gd name="connsiteX260" fmla="*/ 1320603 w 7467600"/>
              <a:gd name="connsiteY260" fmla="*/ 3081281 h 6858000"/>
              <a:gd name="connsiteX261" fmla="*/ 1238695 w 7467600"/>
              <a:gd name="connsiteY261" fmla="*/ 3076820 h 6858000"/>
              <a:gd name="connsiteX262" fmla="*/ 5425627 w 7467600"/>
              <a:gd name="connsiteY262" fmla="*/ 2954192 h 6858000"/>
              <a:gd name="connsiteX263" fmla="*/ 5470770 w 7467600"/>
              <a:gd name="connsiteY263" fmla="*/ 3005435 h 6858000"/>
              <a:gd name="connsiteX264" fmla="*/ 5519779 w 7467600"/>
              <a:gd name="connsiteY264" fmla="*/ 4359223 h 6858000"/>
              <a:gd name="connsiteX265" fmla="*/ 5520293 w 7467600"/>
              <a:gd name="connsiteY265" fmla="*/ 4360602 h 6858000"/>
              <a:gd name="connsiteX266" fmla="*/ 5767221 w 7467600"/>
              <a:gd name="connsiteY266" fmla="*/ 4665564 h 6858000"/>
              <a:gd name="connsiteX267" fmla="*/ 6937169 w 7467600"/>
              <a:gd name="connsiteY267" fmla="*/ 4815941 h 6858000"/>
              <a:gd name="connsiteX268" fmla="*/ 6953922 w 7467600"/>
              <a:gd name="connsiteY268" fmla="*/ 4890068 h 6858000"/>
              <a:gd name="connsiteX269" fmla="*/ 6071359 w 7467600"/>
              <a:gd name="connsiteY269" fmla="*/ 4770770 h 6858000"/>
              <a:gd name="connsiteX270" fmla="*/ 6038839 w 7467600"/>
              <a:gd name="connsiteY270" fmla="*/ 4764474 h 6858000"/>
              <a:gd name="connsiteX271" fmla="*/ 6038706 w 7467600"/>
              <a:gd name="connsiteY271" fmla="*/ 4763847 h 6858000"/>
              <a:gd name="connsiteX272" fmla="*/ 6037784 w 7467600"/>
              <a:gd name="connsiteY272" fmla="*/ 4764270 h 6858000"/>
              <a:gd name="connsiteX273" fmla="*/ 6038839 w 7467600"/>
              <a:gd name="connsiteY273" fmla="*/ 4764474 h 6858000"/>
              <a:gd name="connsiteX274" fmla="*/ 6040338 w 7467600"/>
              <a:gd name="connsiteY274" fmla="*/ 4771418 h 6858000"/>
              <a:gd name="connsiteX275" fmla="*/ 6024488 w 7467600"/>
              <a:gd name="connsiteY275" fmla="*/ 4809903 h 6858000"/>
              <a:gd name="connsiteX276" fmla="*/ 5599771 w 7467600"/>
              <a:gd name="connsiteY276" fmla="*/ 5509652 h 6858000"/>
              <a:gd name="connsiteX277" fmla="*/ 5548843 w 7467600"/>
              <a:gd name="connsiteY277" fmla="*/ 5563845 h 6858000"/>
              <a:gd name="connsiteX278" fmla="*/ 5940952 w 7467600"/>
              <a:gd name="connsiteY278" fmla="*/ 6250028 h 6858000"/>
              <a:gd name="connsiteX279" fmla="*/ 6043441 w 7467600"/>
              <a:gd name="connsiteY279" fmla="*/ 6665847 h 6858000"/>
              <a:gd name="connsiteX280" fmla="*/ 6093432 w 7467600"/>
              <a:gd name="connsiteY280" fmla="*/ 6858000 h 6858000"/>
              <a:gd name="connsiteX281" fmla="*/ 6034344 w 7467600"/>
              <a:gd name="connsiteY281" fmla="*/ 6858000 h 6858000"/>
              <a:gd name="connsiteX282" fmla="*/ 6026679 w 7467600"/>
              <a:gd name="connsiteY282" fmla="*/ 6836959 h 6858000"/>
              <a:gd name="connsiteX283" fmla="*/ 5800441 w 7467600"/>
              <a:gd name="connsiteY283" fmla="*/ 6335286 h 6858000"/>
              <a:gd name="connsiteX284" fmla="*/ 5526562 w 7467600"/>
              <a:gd name="connsiteY284" fmla="*/ 5705388 h 6858000"/>
              <a:gd name="connsiteX285" fmla="*/ 5519640 w 7467600"/>
              <a:gd name="connsiteY285" fmla="*/ 5683774 h 6858000"/>
              <a:gd name="connsiteX286" fmla="*/ 5844559 w 7467600"/>
              <a:gd name="connsiteY286" fmla="*/ 6553349 h 6858000"/>
              <a:gd name="connsiteX287" fmla="*/ 5975994 w 7467600"/>
              <a:gd name="connsiteY287" fmla="*/ 6858000 h 6858000"/>
              <a:gd name="connsiteX288" fmla="*/ 5898547 w 7467600"/>
              <a:gd name="connsiteY288" fmla="*/ 6858000 h 6858000"/>
              <a:gd name="connsiteX289" fmla="*/ 5682041 w 7467600"/>
              <a:gd name="connsiteY289" fmla="*/ 6355860 h 6858000"/>
              <a:gd name="connsiteX290" fmla="*/ 5461758 w 7467600"/>
              <a:gd name="connsiteY290" fmla="*/ 5820220 h 6858000"/>
              <a:gd name="connsiteX291" fmla="*/ 5237282 w 7467600"/>
              <a:gd name="connsiteY291" fmla="*/ 6579086 h 6858000"/>
              <a:gd name="connsiteX292" fmla="*/ 5115009 w 7467600"/>
              <a:gd name="connsiteY292" fmla="*/ 6858000 h 6858000"/>
              <a:gd name="connsiteX293" fmla="*/ 5028074 w 7467600"/>
              <a:gd name="connsiteY293" fmla="*/ 6858000 h 6858000"/>
              <a:gd name="connsiteX294" fmla="*/ 5079508 w 7467600"/>
              <a:gd name="connsiteY294" fmla="*/ 6749074 h 6858000"/>
              <a:gd name="connsiteX295" fmla="*/ 5371846 w 7467600"/>
              <a:gd name="connsiteY295" fmla="*/ 5924413 h 6858000"/>
              <a:gd name="connsiteX296" fmla="*/ 5270512 w 7467600"/>
              <a:gd name="connsiteY296" fmla="*/ 6138975 h 6858000"/>
              <a:gd name="connsiteX297" fmla="*/ 5062409 w 7467600"/>
              <a:gd name="connsiteY297" fmla="*/ 6653544 h 6858000"/>
              <a:gd name="connsiteX298" fmla="*/ 5036628 w 7467600"/>
              <a:gd name="connsiteY298" fmla="*/ 6754247 h 6858000"/>
              <a:gd name="connsiteX299" fmla="*/ 5009112 w 7467600"/>
              <a:gd name="connsiteY299" fmla="*/ 6858000 h 6858000"/>
              <a:gd name="connsiteX300" fmla="*/ 4976679 w 7467600"/>
              <a:gd name="connsiteY300" fmla="*/ 6858000 h 6858000"/>
              <a:gd name="connsiteX301" fmla="*/ 5006537 w 7467600"/>
              <a:gd name="connsiteY301" fmla="*/ 6747068 h 6858000"/>
              <a:gd name="connsiteX302" fmla="*/ 5032723 w 7467600"/>
              <a:gd name="connsiteY302" fmla="*/ 6644957 h 6858000"/>
              <a:gd name="connsiteX303" fmla="*/ 5242949 w 7467600"/>
              <a:gd name="connsiteY303" fmla="*/ 6125175 h 6858000"/>
              <a:gd name="connsiteX304" fmla="*/ 5286321 w 7467600"/>
              <a:gd name="connsiteY304" fmla="*/ 6033555 h 6858000"/>
              <a:gd name="connsiteX305" fmla="*/ 5008210 w 7467600"/>
              <a:gd name="connsiteY305" fmla="*/ 6649194 h 6858000"/>
              <a:gd name="connsiteX306" fmla="*/ 4986321 w 7467600"/>
              <a:gd name="connsiteY306" fmla="*/ 6765687 h 6858000"/>
              <a:gd name="connsiteX307" fmla="*/ 4973474 w 7467600"/>
              <a:gd name="connsiteY307" fmla="*/ 6858000 h 6858000"/>
              <a:gd name="connsiteX308" fmla="*/ 4907178 w 7467600"/>
              <a:gd name="connsiteY308" fmla="*/ 6858000 h 6858000"/>
              <a:gd name="connsiteX309" fmla="*/ 4910810 w 7467600"/>
              <a:gd name="connsiteY309" fmla="*/ 6829660 h 6858000"/>
              <a:gd name="connsiteX310" fmla="*/ 4987461 w 7467600"/>
              <a:gd name="connsiteY310" fmla="*/ 6432994 h 6858000"/>
              <a:gd name="connsiteX311" fmla="*/ 5179262 w 7467600"/>
              <a:gd name="connsiteY311" fmla="*/ 6035044 h 6858000"/>
              <a:gd name="connsiteX312" fmla="*/ 4689678 w 7467600"/>
              <a:gd name="connsiteY312" fmla="*/ 6440241 h 6858000"/>
              <a:gd name="connsiteX313" fmla="*/ 4477543 w 7467600"/>
              <a:gd name="connsiteY313" fmla="*/ 6674836 h 6858000"/>
              <a:gd name="connsiteX314" fmla="*/ 4329957 w 7467600"/>
              <a:gd name="connsiteY314" fmla="*/ 6858000 h 6858000"/>
              <a:gd name="connsiteX315" fmla="*/ 4218595 w 7467600"/>
              <a:gd name="connsiteY315" fmla="*/ 6858000 h 6858000"/>
              <a:gd name="connsiteX316" fmla="*/ 4368888 w 7467600"/>
              <a:gd name="connsiteY316" fmla="*/ 6668412 h 6858000"/>
              <a:gd name="connsiteX317" fmla="*/ 4563091 w 7467600"/>
              <a:gd name="connsiteY317" fmla="*/ 6442508 h 6858000"/>
              <a:gd name="connsiteX318" fmla="*/ 5387324 w 7467600"/>
              <a:gd name="connsiteY318" fmla="*/ 5705830 h 6858000"/>
              <a:gd name="connsiteX319" fmla="*/ 5073620 w 7467600"/>
              <a:gd name="connsiteY319" fmla="*/ 5955437 h 6858000"/>
              <a:gd name="connsiteX320" fmla="*/ 4689789 w 7467600"/>
              <a:gd name="connsiteY320" fmla="*/ 6268382 h 6858000"/>
              <a:gd name="connsiteX321" fmla="*/ 4418722 w 7467600"/>
              <a:gd name="connsiteY321" fmla="*/ 6570886 h 6858000"/>
              <a:gd name="connsiteX322" fmla="*/ 4214944 w 7467600"/>
              <a:gd name="connsiteY322" fmla="*/ 6858000 h 6858000"/>
              <a:gd name="connsiteX323" fmla="*/ 4177898 w 7467600"/>
              <a:gd name="connsiteY323" fmla="*/ 6858000 h 6858000"/>
              <a:gd name="connsiteX324" fmla="*/ 4391597 w 7467600"/>
              <a:gd name="connsiteY324" fmla="*/ 6556370 h 6858000"/>
              <a:gd name="connsiteX325" fmla="*/ 4668889 w 7467600"/>
              <a:gd name="connsiteY325" fmla="*/ 6246399 h 6858000"/>
              <a:gd name="connsiteX326" fmla="*/ 5055427 w 7467600"/>
              <a:gd name="connsiteY326" fmla="*/ 5931476 h 6858000"/>
              <a:gd name="connsiteX327" fmla="*/ 5371814 w 7467600"/>
              <a:gd name="connsiteY327" fmla="*/ 5678975 h 6858000"/>
              <a:gd name="connsiteX328" fmla="*/ 4987918 w 7467600"/>
              <a:gd name="connsiteY328" fmla="*/ 5838701 h 6858000"/>
              <a:gd name="connsiteX329" fmla="*/ 4317146 w 7467600"/>
              <a:gd name="connsiteY329" fmla="*/ 6587716 h 6858000"/>
              <a:gd name="connsiteX330" fmla="*/ 4171627 w 7467600"/>
              <a:gd name="connsiteY330" fmla="*/ 6858000 h 6858000"/>
              <a:gd name="connsiteX331" fmla="*/ 4081585 w 7467600"/>
              <a:gd name="connsiteY331" fmla="*/ 6858000 h 6858000"/>
              <a:gd name="connsiteX332" fmla="*/ 4238603 w 7467600"/>
              <a:gd name="connsiteY332" fmla="*/ 6559341 h 6858000"/>
              <a:gd name="connsiteX333" fmla="*/ 4778333 w 7467600"/>
              <a:gd name="connsiteY333" fmla="*/ 5873626 h 6858000"/>
              <a:gd name="connsiteX334" fmla="*/ 5414185 w 7467600"/>
              <a:gd name="connsiteY334" fmla="*/ 5573882 h 6858000"/>
              <a:gd name="connsiteX335" fmla="*/ 5959648 w 7467600"/>
              <a:gd name="connsiteY335" fmla="*/ 4760797 h 6858000"/>
              <a:gd name="connsiteX336" fmla="*/ 5355019 w 7467600"/>
              <a:gd name="connsiteY336" fmla="*/ 4734672 h 6858000"/>
              <a:gd name="connsiteX337" fmla="*/ 5083565 w 7467600"/>
              <a:gd name="connsiteY337" fmla="*/ 5179121 h 6858000"/>
              <a:gd name="connsiteX338" fmla="*/ 4713577 w 7467600"/>
              <a:gd name="connsiteY338" fmla="*/ 5616803 h 6858000"/>
              <a:gd name="connsiteX339" fmla="*/ 3989559 w 7467600"/>
              <a:gd name="connsiteY339" fmla="*/ 6145945 h 6858000"/>
              <a:gd name="connsiteX340" fmla="*/ 3939824 w 7467600"/>
              <a:gd name="connsiteY340" fmla="*/ 6066900 h 6858000"/>
              <a:gd name="connsiteX341" fmla="*/ 4584537 w 7467600"/>
              <a:gd name="connsiteY341" fmla="*/ 5324826 h 6858000"/>
              <a:gd name="connsiteX342" fmla="*/ 5037105 w 7467600"/>
              <a:gd name="connsiteY342" fmla="*/ 5088765 h 6858000"/>
              <a:gd name="connsiteX343" fmla="*/ 5039930 w 7467600"/>
              <a:gd name="connsiteY343" fmla="*/ 5089585 h 6858000"/>
              <a:gd name="connsiteX344" fmla="*/ 5263764 w 7467600"/>
              <a:gd name="connsiteY344" fmla="*/ 4735525 h 6858000"/>
              <a:gd name="connsiteX345" fmla="*/ 4086300 w 7467600"/>
              <a:gd name="connsiteY345" fmla="*/ 4884599 h 6858000"/>
              <a:gd name="connsiteX346" fmla="*/ 4085485 w 7467600"/>
              <a:gd name="connsiteY346" fmla="*/ 4899070 h 6858000"/>
              <a:gd name="connsiteX347" fmla="*/ 3871915 w 7467600"/>
              <a:gd name="connsiteY347" fmla="*/ 5253645 h 6858000"/>
              <a:gd name="connsiteX348" fmla="*/ 3799374 w 7467600"/>
              <a:gd name="connsiteY348" fmla="*/ 5466127 h 6858000"/>
              <a:gd name="connsiteX349" fmla="*/ 3498850 w 7467600"/>
              <a:gd name="connsiteY349" fmla="*/ 6661888 h 6858000"/>
              <a:gd name="connsiteX350" fmla="*/ 3399216 w 7467600"/>
              <a:gd name="connsiteY350" fmla="*/ 6858000 h 6858000"/>
              <a:gd name="connsiteX351" fmla="*/ 3303688 w 7467600"/>
              <a:gd name="connsiteY351" fmla="*/ 6858000 h 6858000"/>
              <a:gd name="connsiteX352" fmla="*/ 3391774 w 7467600"/>
              <a:gd name="connsiteY352" fmla="*/ 6697181 h 6858000"/>
              <a:gd name="connsiteX353" fmla="*/ 3735540 w 7467600"/>
              <a:gd name="connsiteY353" fmla="*/ 5546923 h 6858000"/>
              <a:gd name="connsiteX354" fmla="*/ 3729438 w 7467600"/>
              <a:gd name="connsiteY354" fmla="*/ 5569058 h 6858000"/>
              <a:gd name="connsiteX355" fmla="*/ 3707782 w 7467600"/>
              <a:gd name="connsiteY355" fmla="*/ 5644908 h 6858000"/>
              <a:gd name="connsiteX356" fmla="*/ 3583827 w 7467600"/>
              <a:gd name="connsiteY356" fmla="*/ 6039215 h 6858000"/>
              <a:gd name="connsiteX357" fmla="*/ 3547861 w 7467600"/>
              <a:gd name="connsiteY357" fmla="*/ 6129609 h 6858000"/>
              <a:gd name="connsiteX358" fmla="*/ 3490905 w 7467600"/>
              <a:gd name="connsiteY358" fmla="*/ 6277660 h 6858000"/>
              <a:gd name="connsiteX359" fmla="*/ 3455859 w 7467600"/>
              <a:gd name="connsiteY359" fmla="*/ 6391301 h 6858000"/>
              <a:gd name="connsiteX360" fmla="*/ 3429112 w 7467600"/>
              <a:gd name="connsiteY360" fmla="*/ 6479469 h 6858000"/>
              <a:gd name="connsiteX361" fmla="*/ 3304862 w 7467600"/>
              <a:gd name="connsiteY361" fmla="*/ 6796476 h 6858000"/>
              <a:gd name="connsiteX362" fmla="*/ 3276071 w 7467600"/>
              <a:gd name="connsiteY362" fmla="*/ 6858000 h 6858000"/>
              <a:gd name="connsiteX363" fmla="*/ 3240805 w 7467600"/>
              <a:gd name="connsiteY363" fmla="*/ 6858000 h 6858000"/>
              <a:gd name="connsiteX364" fmla="*/ 3275917 w 7467600"/>
              <a:gd name="connsiteY364" fmla="*/ 6783192 h 6858000"/>
              <a:gd name="connsiteX365" fmla="*/ 3399358 w 7467600"/>
              <a:gd name="connsiteY365" fmla="*/ 6469011 h 6858000"/>
              <a:gd name="connsiteX366" fmla="*/ 3425650 w 7467600"/>
              <a:gd name="connsiteY366" fmla="*/ 6381333 h 6858000"/>
              <a:gd name="connsiteX367" fmla="*/ 3460661 w 7467600"/>
              <a:gd name="connsiteY367" fmla="*/ 6266763 h 6858000"/>
              <a:gd name="connsiteX368" fmla="*/ 3518021 w 7467600"/>
              <a:gd name="connsiteY368" fmla="*/ 6117298 h 6858000"/>
              <a:gd name="connsiteX369" fmla="*/ 3554035 w 7467600"/>
              <a:gd name="connsiteY369" fmla="*/ 6027832 h 6858000"/>
              <a:gd name="connsiteX370" fmla="*/ 3677174 w 7467600"/>
              <a:gd name="connsiteY370" fmla="*/ 5636351 h 6858000"/>
              <a:gd name="connsiteX371" fmla="*/ 3698819 w 7467600"/>
              <a:gd name="connsiteY371" fmla="*/ 5560503 h 6858000"/>
              <a:gd name="connsiteX372" fmla="*/ 3702094 w 7467600"/>
              <a:gd name="connsiteY372" fmla="*/ 5549194 h 6858000"/>
              <a:gd name="connsiteX373" fmla="*/ 3398355 w 7467600"/>
              <a:gd name="connsiteY373" fmla="*/ 6094603 h 6858000"/>
              <a:gd name="connsiteX374" fmla="*/ 3193941 w 7467600"/>
              <a:gd name="connsiteY374" fmla="*/ 6798775 h 6858000"/>
              <a:gd name="connsiteX375" fmla="*/ 3184140 w 7467600"/>
              <a:gd name="connsiteY375" fmla="*/ 6858000 h 6858000"/>
              <a:gd name="connsiteX376" fmla="*/ 3099978 w 7467600"/>
              <a:gd name="connsiteY376" fmla="*/ 6858000 h 6858000"/>
              <a:gd name="connsiteX377" fmla="*/ 3101556 w 7467600"/>
              <a:gd name="connsiteY377" fmla="*/ 6843337 h 6858000"/>
              <a:gd name="connsiteX378" fmla="*/ 3370162 w 7467600"/>
              <a:gd name="connsiteY378" fmla="*/ 5785550 h 6858000"/>
              <a:gd name="connsiteX379" fmla="*/ 3746477 w 7467600"/>
              <a:gd name="connsiteY379" fmla="*/ 5377889 h 6858000"/>
              <a:gd name="connsiteX380" fmla="*/ 3863399 w 7467600"/>
              <a:gd name="connsiteY380" fmla="*/ 5087257 h 6858000"/>
              <a:gd name="connsiteX381" fmla="*/ 3968712 w 7467600"/>
              <a:gd name="connsiteY381" fmla="*/ 4913989 h 6858000"/>
              <a:gd name="connsiteX382" fmla="*/ 2792390 w 7467600"/>
              <a:gd name="connsiteY382" fmla="*/ 5382974 h 6858000"/>
              <a:gd name="connsiteX383" fmla="*/ 2714982 w 7467600"/>
              <a:gd name="connsiteY383" fmla="*/ 5427051 h 6858000"/>
              <a:gd name="connsiteX384" fmla="*/ 2813361 w 7467600"/>
              <a:gd name="connsiteY384" fmla="*/ 6023912 h 6858000"/>
              <a:gd name="connsiteX385" fmla="*/ 2688430 w 7467600"/>
              <a:gd name="connsiteY385" fmla="*/ 6801564 h 6858000"/>
              <a:gd name="connsiteX386" fmla="*/ 2629626 w 7467600"/>
              <a:gd name="connsiteY386" fmla="*/ 6763394 h 6858000"/>
              <a:gd name="connsiteX387" fmla="*/ 2565328 w 7467600"/>
              <a:gd name="connsiteY387" fmla="*/ 5516399 h 6858000"/>
              <a:gd name="connsiteX388" fmla="*/ 1922999 w 7467600"/>
              <a:gd name="connsiteY388" fmla="*/ 5980343 h 6858000"/>
              <a:gd name="connsiteX389" fmla="*/ 1950261 w 7467600"/>
              <a:gd name="connsiteY389" fmla="*/ 6405858 h 6858000"/>
              <a:gd name="connsiteX390" fmla="*/ 2365554 w 7467600"/>
              <a:gd name="connsiteY390" fmla="*/ 6759107 h 6858000"/>
              <a:gd name="connsiteX391" fmla="*/ 2424142 w 7467600"/>
              <a:gd name="connsiteY391" fmla="*/ 6858000 h 6858000"/>
              <a:gd name="connsiteX392" fmla="*/ 2395994 w 7467600"/>
              <a:gd name="connsiteY392" fmla="*/ 6858000 h 6858000"/>
              <a:gd name="connsiteX393" fmla="*/ 2392863 w 7467600"/>
              <a:gd name="connsiteY393" fmla="*/ 6852964 h 6858000"/>
              <a:gd name="connsiteX394" fmla="*/ 2017589 w 7467600"/>
              <a:gd name="connsiteY394" fmla="*/ 6493982 h 6858000"/>
              <a:gd name="connsiteX395" fmla="*/ 2147336 w 7467600"/>
              <a:gd name="connsiteY395" fmla="*/ 6594052 h 6858000"/>
              <a:gd name="connsiteX396" fmla="*/ 2207047 w 7467600"/>
              <a:gd name="connsiteY396" fmla="*/ 6654540 h 6858000"/>
              <a:gd name="connsiteX397" fmla="*/ 2299106 w 7467600"/>
              <a:gd name="connsiteY397" fmla="*/ 6778931 h 6858000"/>
              <a:gd name="connsiteX398" fmla="*/ 2314430 w 7467600"/>
              <a:gd name="connsiteY398" fmla="*/ 6801144 h 6858000"/>
              <a:gd name="connsiteX399" fmla="*/ 2352406 w 7467600"/>
              <a:gd name="connsiteY399" fmla="*/ 6858000 h 6858000"/>
              <a:gd name="connsiteX400" fmla="*/ 2314492 w 7467600"/>
              <a:gd name="connsiteY400" fmla="*/ 6858000 h 6858000"/>
              <a:gd name="connsiteX401" fmla="*/ 2288095 w 7467600"/>
              <a:gd name="connsiteY401" fmla="*/ 6818030 h 6858000"/>
              <a:gd name="connsiteX402" fmla="*/ 2272768 w 7467600"/>
              <a:gd name="connsiteY402" fmla="*/ 6795822 h 6858000"/>
              <a:gd name="connsiteX403" fmla="*/ 2182715 w 7467600"/>
              <a:gd name="connsiteY403" fmla="*/ 6675071 h 6858000"/>
              <a:gd name="connsiteX404" fmla="*/ 2032061 w 7467600"/>
              <a:gd name="connsiteY404" fmla="*/ 6541380 h 6858000"/>
              <a:gd name="connsiteX405" fmla="*/ 2257220 w 7467600"/>
              <a:gd name="connsiteY405" fmla="*/ 6826257 h 6858000"/>
              <a:gd name="connsiteX406" fmla="*/ 2281324 w 7467600"/>
              <a:gd name="connsiteY406" fmla="*/ 6858000 h 6858000"/>
              <a:gd name="connsiteX407" fmla="*/ 2242860 w 7467600"/>
              <a:gd name="connsiteY407" fmla="*/ 6858000 h 6858000"/>
              <a:gd name="connsiteX408" fmla="*/ 2232818 w 7467600"/>
              <a:gd name="connsiteY408" fmla="*/ 6844926 h 6858000"/>
              <a:gd name="connsiteX409" fmla="*/ 1990172 w 7467600"/>
              <a:gd name="connsiteY409" fmla="*/ 6542121 h 6858000"/>
              <a:gd name="connsiteX410" fmla="*/ 2124090 w 7467600"/>
              <a:gd name="connsiteY410" fmla="*/ 6761017 h 6858000"/>
              <a:gd name="connsiteX411" fmla="*/ 2200380 w 7467600"/>
              <a:gd name="connsiteY411" fmla="*/ 6858000 h 6858000"/>
              <a:gd name="connsiteX412" fmla="*/ 2147507 w 7467600"/>
              <a:gd name="connsiteY412" fmla="*/ 6858000 h 6858000"/>
              <a:gd name="connsiteX413" fmla="*/ 2070668 w 7467600"/>
              <a:gd name="connsiteY413" fmla="*/ 6761520 h 6858000"/>
              <a:gd name="connsiteX414" fmla="*/ 1975142 w 7467600"/>
              <a:gd name="connsiteY414" fmla="*/ 6585570 h 6858000"/>
              <a:gd name="connsiteX415" fmla="*/ 2050035 w 7467600"/>
              <a:gd name="connsiteY415" fmla="*/ 6813345 h 6858000"/>
              <a:gd name="connsiteX416" fmla="*/ 2063025 w 7467600"/>
              <a:gd name="connsiteY416" fmla="*/ 6858000 h 6858000"/>
              <a:gd name="connsiteX417" fmla="*/ 2021675 w 7467600"/>
              <a:gd name="connsiteY417" fmla="*/ 6858000 h 6858000"/>
              <a:gd name="connsiteX418" fmla="*/ 2019308 w 7467600"/>
              <a:gd name="connsiteY418" fmla="*/ 6847118 h 6858000"/>
              <a:gd name="connsiteX419" fmla="*/ 1938835 w 7467600"/>
              <a:gd name="connsiteY419" fmla="*/ 6551160 h 6858000"/>
              <a:gd name="connsiteX420" fmla="*/ 1953230 w 7467600"/>
              <a:gd name="connsiteY420" fmla="*/ 6759699 h 6858000"/>
              <a:gd name="connsiteX421" fmla="*/ 1956763 w 7467600"/>
              <a:gd name="connsiteY421" fmla="*/ 6778191 h 6858000"/>
              <a:gd name="connsiteX422" fmla="*/ 1967925 w 7467600"/>
              <a:gd name="connsiteY422" fmla="*/ 6858000 h 6858000"/>
              <a:gd name="connsiteX423" fmla="*/ 1936622 w 7467600"/>
              <a:gd name="connsiteY423" fmla="*/ 6858000 h 6858000"/>
              <a:gd name="connsiteX424" fmla="*/ 1926261 w 7467600"/>
              <a:gd name="connsiteY424" fmla="*/ 6784064 h 6858000"/>
              <a:gd name="connsiteX425" fmla="*/ 1922724 w 7467600"/>
              <a:gd name="connsiteY425" fmla="*/ 6765577 h 6858000"/>
              <a:gd name="connsiteX426" fmla="*/ 1904650 w 7467600"/>
              <a:gd name="connsiteY426" fmla="*/ 6639616 h 6858000"/>
              <a:gd name="connsiteX427" fmla="*/ 1885273 w 7467600"/>
              <a:gd name="connsiteY427" fmla="*/ 6858000 h 6858000"/>
              <a:gd name="connsiteX428" fmla="*/ 1854363 w 7467600"/>
              <a:gd name="connsiteY428" fmla="*/ 6858000 h 6858000"/>
              <a:gd name="connsiteX429" fmla="*/ 1880391 w 7467600"/>
              <a:gd name="connsiteY429" fmla="*/ 6603796 h 6858000"/>
              <a:gd name="connsiteX430" fmla="*/ 1818273 w 7467600"/>
              <a:gd name="connsiteY430" fmla="*/ 6715729 h 6858000"/>
              <a:gd name="connsiteX431" fmla="*/ 1794691 w 7467600"/>
              <a:gd name="connsiteY431" fmla="*/ 6843239 h 6858000"/>
              <a:gd name="connsiteX432" fmla="*/ 1794914 w 7467600"/>
              <a:gd name="connsiteY432" fmla="*/ 6858000 h 6858000"/>
              <a:gd name="connsiteX433" fmla="*/ 1746128 w 7467600"/>
              <a:gd name="connsiteY433" fmla="*/ 6858000 h 6858000"/>
              <a:gd name="connsiteX434" fmla="*/ 1753934 w 7467600"/>
              <a:gd name="connsiteY434" fmla="*/ 6724796 h 6858000"/>
              <a:gd name="connsiteX435" fmla="*/ 1792053 w 7467600"/>
              <a:gd name="connsiteY435" fmla="*/ 6572396 h 6858000"/>
              <a:gd name="connsiteX436" fmla="*/ 1862248 w 7467600"/>
              <a:gd name="connsiteY436" fmla="*/ 6266397 h 6858000"/>
              <a:gd name="connsiteX437" fmla="*/ 1862250 w 7467600"/>
              <a:gd name="connsiteY437" fmla="*/ 6033531 h 6858000"/>
              <a:gd name="connsiteX438" fmla="*/ 1211999 w 7467600"/>
              <a:gd name="connsiteY438" fmla="*/ 6683610 h 6858000"/>
              <a:gd name="connsiteX439" fmla="*/ 1213266 w 7467600"/>
              <a:gd name="connsiteY439" fmla="*/ 6691947 h 6858000"/>
              <a:gd name="connsiteX440" fmla="*/ 1203370 w 7467600"/>
              <a:gd name="connsiteY440" fmla="*/ 6850676 h 6858000"/>
              <a:gd name="connsiteX441" fmla="*/ 1203671 w 7467600"/>
              <a:gd name="connsiteY441" fmla="*/ 6858000 h 6858000"/>
              <a:gd name="connsiteX442" fmla="*/ 1143180 w 7467600"/>
              <a:gd name="connsiteY442" fmla="*/ 6858000 h 6858000"/>
              <a:gd name="connsiteX443" fmla="*/ 1142176 w 7467600"/>
              <a:gd name="connsiteY443" fmla="*/ 6766045 h 6858000"/>
              <a:gd name="connsiteX444" fmla="*/ 1067484 w 7467600"/>
              <a:gd name="connsiteY444" fmla="*/ 6858000 h 6858000"/>
              <a:gd name="connsiteX445" fmla="*/ 953928 w 7467600"/>
              <a:gd name="connsiteY445" fmla="*/ 6858000 h 6858000"/>
              <a:gd name="connsiteX446" fmla="*/ 959715 w 7467600"/>
              <a:gd name="connsiteY446" fmla="*/ 6850185 h 6858000"/>
              <a:gd name="connsiteX447" fmla="*/ 1483788 w 7467600"/>
              <a:gd name="connsiteY447" fmla="*/ 6259174 h 6858000"/>
              <a:gd name="connsiteX448" fmla="*/ 1100671 w 7467600"/>
              <a:gd name="connsiteY448" fmla="*/ 6252137 h 6858000"/>
              <a:gd name="connsiteX449" fmla="*/ 1090144 w 7467600"/>
              <a:gd name="connsiteY449" fmla="*/ 6256748 h 6858000"/>
              <a:gd name="connsiteX450" fmla="*/ 1095872 w 7467600"/>
              <a:gd name="connsiteY450" fmla="*/ 6271892 h 6858000"/>
              <a:gd name="connsiteX451" fmla="*/ 262785 w 7467600"/>
              <a:gd name="connsiteY451" fmla="*/ 6845450 h 6858000"/>
              <a:gd name="connsiteX452" fmla="*/ 209968 w 7467600"/>
              <a:gd name="connsiteY452" fmla="*/ 6770713 h 6858000"/>
              <a:gd name="connsiteX453" fmla="*/ 873460 w 7467600"/>
              <a:gd name="connsiteY453" fmla="*/ 6253768 h 6858000"/>
              <a:gd name="connsiteX454" fmla="*/ 192686 w 7467600"/>
              <a:gd name="connsiteY454" fmla="*/ 5849257 h 6858000"/>
              <a:gd name="connsiteX455" fmla="*/ 4696 w 7467600"/>
              <a:gd name="connsiteY455" fmla="*/ 5697668 h 6858000"/>
              <a:gd name="connsiteX456" fmla="*/ 0 w 7467600"/>
              <a:gd name="connsiteY456" fmla="*/ 5689984 h 6858000"/>
              <a:gd name="connsiteX457" fmla="*/ 0 w 7467600"/>
              <a:gd name="connsiteY457" fmla="*/ 5513472 h 6858000"/>
              <a:gd name="connsiteX458" fmla="*/ 174101 w 7467600"/>
              <a:gd name="connsiteY458" fmla="*/ 5620277 h 6858000"/>
              <a:gd name="connsiteX459" fmla="*/ 891800 w 7467600"/>
              <a:gd name="connsiteY459" fmla="*/ 6036935 h 6858000"/>
              <a:gd name="connsiteX460" fmla="*/ 1072219 w 7467600"/>
              <a:gd name="connsiteY460" fmla="*/ 6169443 h 6858000"/>
              <a:gd name="connsiteX461" fmla="*/ 1074117 w 7467600"/>
              <a:gd name="connsiteY461" fmla="*/ 6170301 h 6858000"/>
              <a:gd name="connsiteX462" fmla="*/ 1083114 w 7467600"/>
              <a:gd name="connsiteY462" fmla="*/ 6174131 h 6858000"/>
              <a:gd name="connsiteX463" fmla="*/ 1543010 w 7467600"/>
              <a:gd name="connsiteY463" fmla="*/ 6191140 h 6858000"/>
              <a:gd name="connsiteX464" fmla="*/ 1551080 w 7467600"/>
              <a:gd name="connsiteY464" fmla="*/ 6195006 h 6858000"/>
              <a:gd name="connsiteX465" fmla="*/ 2345443 w 7467600"/>
              <a:gd name="connsiteY465" fmla="*/ 5549882 h 6858000"/>
              <a:gd name="connsiteX466" fmla="*/ 1721499 w 7467600"/>
              <a:gd name="connsiteY466" fmla="*/ 5599969 h 6858000"/>
              <a:gd name="connsiteX467" fmla="*/ 767716 w 7467600"/>
              <a:gd name="connsiteY467" fmla="*/ 5472768 h 6858000"/>
              <a:gd name="connsiteX468" fmla="*/ 722147 w 7467600"/>
              <a:gd name="connsiteY468" fmla="*/ 5393091 h 6858000"/>
              <a:gd name="connsiteX469" fmla="*/ 1485552 w 7467600"/>
              <a:gd name="connsiteY469" fmla="*/ 5313202 h 6858000"/>
              <a:gd name="connsiteX470" fmla="*/ 2143004 w 7467600"/>
              <a:gd name="connsiteY470" fmla="*/ 5402420 h 6858000"/>
              <a:gd name="connsiteX471" fmla="*/ 1933391 w 7467600"/>
              <a:gd name="connsiteY471" fmla="*/ 5156971 h 6858000"/>
              <a:gd name="connsiteX472" fmla="*/ 1827118 w 7467600"/>
              <a:gd name="connsiteY472" fmla="*/ 4968410 h 6858000"/>
              <a:gd name="connsiteX473" fmla="*/ 1837349 w 7467600"/>
              <a:gd name="connsiteY473" fmla="*/ 4956357 h 6858000"/>
              <a:gd name="connsiteX474" fmla="*/ 2162835 w 7467600"/>
              <a:gd name="connsiteY474" fmla="*/ 5187853 h 6858000"/>
              <a:gd name="connsiteX475" fmla="*/ 2257167 w 7467600"/>
              <a:gd name="connsiteY475" fmla="*/ 5462123 h 6858000"/>
              <a:gd name="connsiteX476" fmla="*/ 2261598 w 7467600"/>
              <a:gd name="connsiteY476" fmla="*/ 5467998 h 6858000"/>
              <a:gd name="connsiteX477" fmla="*/ 2437177 w 7467600"/>
              <a:gd name="connsiteY477" fmla="*/ 5479608 h 6858000"/>
              <a:gd name="connsiteX478" fmla="*/ 2445247 w 7467600"/>
              <a:gd name="connsiteY478" fmla="*/ 5483476 h 6858000"/>
              <a:gd name="connsiteX479" fmla="*/ 2743626 w 7467600"/>
              <a:gd name="connsiteY479" fmla="*/ 5304819 h 6858000"/>
              <a:gd name="connsiteX480" fmla="*/ 3048102 w 7467600"/>
              <a:gd name="connsiteY480" fmla="*/ 5150595 h 6858000"/>
              <a:gd name="connsiteX481" fmla="*/ 1799414 w 7467600"/>
              <a:gd name="connsiteY481" fmla="*/ 4694732 h 6858000"/>
              <a:gd name="connsiteX482" fmla="*/ 1771735 w 7467600"/>
              <a:gd name="connsiteY482" fmla="*/ 4619929 h 6858000"/>
              <a:gd name="connsiteX483" fmla="*/ 3104273 w 7467600"/>
              <a:gd name="connsiteY483" fmla="*/ 5076159 h 6858000"/>
              <a:gd name="connsiteX484" fmla="*/ 3113245 w 7467600"/>
              <a:gd name="connsiteY484" fmla="*/ 5090705 h 6858000"/>
              <a:gd name="connsiteX485" fmla="*/ 3126294 w 7467600"/>
              <a:gd name="connsiteY485" fmla="*/ 5114400 h 6858000"/>
              <a:gd name="connsiteX486" fmla="*/ 3937433 w 7467600"/>
              <a:gd name="connsiteY486" fmla="*/ 4830473 h 6858000"/>
              <a:gd name="connsiteX487" fmla="*/ 3590475 w 7467600"/>
              <a:gd name="connsiteY487" fmla="*/ 4597974 h 6858000"/>
              <a:gd name="connsiteX488" fmla="*/ 3100264 w 7467600"/>
              <a:gd name="connsiteY488" fmla="*/ 4579845 h 6858000"/>
              <a:gd name="connsiteX489" fmla="*/ 2183576 w 7467600"/>
              <a:gd name="connsiteY489" fmla="*/ 4227150 h 6858000"/>
              <a:gd name="connsiteX490" fmla="*/ 2151029 w 7467600"/>
              <a:gd name="connsiteY490" fmla="*/ 4146947 h 6858000"/>
              <a:gd name="connsiteX491" fmla="*/ 3563434 w 7467600"/>
              <a:gd name="connsiteY491" fmla="*/ 4469115 h 6858000"/>
              <a:gd name="connsiteX492" fmla="*/ 3177952 w 7467600"/>
              <a:gd name="connsiteY492" fmla="*/ 3657386 h 6858000"/>
              <a:gd name="connsiteX493" fmla="*/ 3189263 w 7467600"/>
              <a:gd name="connsiteY493" fmla="*/ 3625726 h 6858000"/>
              <a:gd name="connsiteX494" fmla="*/ 3560912 w 7467600"/>
              <a:gd name="connsiteY494" fmla="*/ 4079863 h 6858000"/>
              <a:gd name="connsiteX495" fmla="*/ 3626636 w 7467600"/>
              <a:gd name="connsiteY495" fmla="*/ 4512230 h 6858000"/>
              <a:gd name="connsiteX496" fmla="*/ 3653088 w 7467600"/>
              <a:gd name="connsiteY496" fmla="*/ 4521417 h 6858000"/>
              <a:gd name="connsiteX497" fmla="*/ 3988128 w 7467600"/>
              <a:gd name="connsiteY497" fmla="*/ 4817267 h 6858000"/>
              <a:gd name="connsiteX498" fmla="*/ 4830582 w 7467600"/>
              <a:gd name="connsiteY498" fmla="*/ 4676000 h 6858000"/>
              <a:gd name="connsiteX499" fmla="*/ 4830100 w 7467600"/>
              <a:gd name="connsiteY499" fmla="*/ 4675554 h 6858000"/>
              <a:gd name="connsiteX500" fmla="*/ 4036318 w 7467600"/>
              <a:gd name="connsiteY500" fmla="*/ 4147013 h 6858000"/>
              <a:gd name="connsiteX501" fmla="*/ 3432098 w 7467600"/>
              <a:gd name="connsiteY501" fmla="*/ 3537312 h 6858000"/>
              <a:gd name="connsiteX502" fmla="*/ 3446761 w 7467600"/>
              <a:gd name="connsiteY502" fmla="*/ 3461278 h 6858000"/>
              <a:gd name="connsiteX503" fmla="*/ 4419733 w 7467600"/>
              <a:gd name="connsiteY503" fmla="*/ 3963555 h 6858000"/>
              <a:gd name="connsiteX504" fmla="*/ 4781371 w 7467600"/>
              <a:gd name="connsiteY504" fmla="*/ 4458604 h 6858000"/>
              <a:gd name="connsiteX505" fmla="*/ 4780440 w 7467600"/>
              <a:gd name="connsiteY505" fmla="*/ 4470290 h 6858000"/>
              <a:gd name="connsiteX506" fmla="*/ 4898954 w 7467600"/>
              <a:gd name="connsiteY506" fmla="*/ 4662092 h 6858000"/>
              <a:gd name="connsiteX507" fmla="*/ 4900699 w 7467600"/>
              <a:gd name="connsiteY507" fmla="*/ 4670867 h 6858000"/>
              <a:gd name="connsiteX508" fmla="*/ 5714511 w 7467600"/>
              <a:gd name="connsiteY508" fmla="*/ 4663483 h 6858000"/>
              <a:gd name="connsiteX509" fmla="*/ 5464793 w 7467600"/>
              <a:gd name="connsiteY509" fmla="*/ 4393556 h 6858000"/>
              <a:gd name="connsiteX510" fmla="*/ 5461897 w 7467600"/>
              <a:gd name="connsiteY510" fmla="*/ 4390879 h 6858000"/>
              <a:gd name="connsiteX511" fmla="*/ 4294126 w 7467600"/>
              <a:gd name="connsiteY511" fmla="*/ 3303048 h 6858000"/>
              <a:gd name="connsiteX512" fmla="*/ 4305321 w 7467600"/>
              <a:gd name="connsiteY512" fmla="*/ 3256953 h 6858000"/>
              <a:gd name="connsiteX513" fmla="*/ 4949299 w 7467600"/>
              <a:gd name="connsiteY513" fmla="*/ 3766336 h 6858000"/>
              <a:gd name="connsiteX514" fmla="*/ 5291452 w 7467600"/>
              <a:gd name="connsiteY514" fmla="*/ 4076801 h 6858000"/>
              <a:gd name="connsiteX515" fmla="*/ 5434998 w 7467600"/>
              <a:gd name="connsiteY515" fmla="*/ 4254100 h 6858000"/>
              <a:gd name="connsiteX516" fmla="*/ 5351015 w 7467600"/>
              <a:gd name="connsiteY516" fmla="*/ 3760989 h 6858000"/>
              <a:gd name="connsiteX517" fmla="*/ 5413780 w 7467600"/>
              <a:gd name="connsiteY517" fmla="*/ 2966265 h 6858000"/>
              <a:gd name="connsiteX518" fmla="*/ 5425627 w 7467600"/>
              <a:gd name="connsiteY518" fmla="*/ 2954192 h 6858000"/>
              <a:gd name="connsiteX519" fmla="*/ 6604735 w 7467600"/>
              <a:gd name="connsiteY519" fmla="*/ 2041381 h 6858000"/>
              <a:gd name="connsiteX520" fmla="*/ 7204487 w 7467600"/>
              <a:gd name="connsiteY520" fmla="*/ 2742112 h 6858000"/>
              <a:gd name="connsiteX521" fmla="*/ 7131592 w 7467600"/>
              <a:gd name="connsiteY521" fmla="*/ 2672096 h 6858000"/>
              <a:gd name="connsiteX522" fmla="*/ 6996344 w 7467600"/>
              <a:gd name="connsiteY522" fmla="*/ 2518310 h 6858000"/>
              <a:gd name="connsiteX523" fmla="*/ 6735495 w 7467600"/>
              <a:gd name="connsiteY523" fmla="*/ 2196890 h 6858000"/>
              <a:gd name="connsiteX524" fmla="*/ 6721901 w 7467600"/>
              <a:gd name="connsiteY524" fmla="*/ 2179274 h 6858000"/>
              <a:gd name="connsiteX525" fmla="*/ 6604735 w 7467600"/>
              <a:gd name="connsiteY525" fmla="*/ 2041381 h 6858000"/>
              <a:gd name="connsiteX526" fmla="*/ 6591670 w 7467600"/>
              <a:gd name="connsiteY526" fmla="*/ 1988277 h 6858000"/>
              <a:gd name="connsiteX527" fmla="*/ 6747349 w 7467600"/>
              <a:gd name="connsiteY527" fmla="*/ 2160069 h 6858000"/>
              <a:gd name="connsiteX528" fmla="*/ 6760943 w 7467600"/>
              <a:gd name="connsiteY528" fmla="*/ 2177686 h 6858000"/>
              <a:gd name="connsiteX529" fmla="*/ 7021065 w 7467600"/>
              <a:gd name="connsiteY529" fmla="*/ 2498102 h 6858000"/>
              <a:gd name="connsiteX530" fmla="*/ 7155223 w 7467600"/>
              <a:gd name="connsiteY530" fmla="*/ 2650386 h 6858000"/>
              <a:gd name="connsiteX531" fmla="*/ 7203167 w 7467600"/>
              <a:gd name="connsiteY531" fmla="*/ 2697288 h 6858000"/>
              <a:gd name="connsiteX532" fmla="*/ 6937703 w 7467600"/>
              <a:gd name="connsiteY532" fmla="*/ 2321981 h 6858000"/>
              <a:gd name="connsiteX533" fmla="*/ 6591670 w 7467600"/>
              <a:gd name="connsiteY533" fmla="*/ 1988277 h 6858000"/>
              <a:gd name="connsiteX534" fmla="*/ 5798671 w 7467600"/>
              <a:gd name="connsiteY534" fmla="*/ 1981601 h 6858000"/>
              <a:gd name="connsiteX535" fmla="*/ 5754709 w 7467600"/>
              <a:gd name="connsiteY535" fmla="*/ 2071454 h 6858000"/>
              <a:gd name="connsiteX536" fmla="*/ 5763044 w 7467600"/>
              <a:gd name="connsiteY536" fmla="*/ 2842206 h 6858000"/>
              <a:gd name="connsiteX537" fmla="*/ 5764974 w 7467600"/>
              <a:gd name="connsiteY537" fmla="*/ 2799609 h 6858000"/>
              <a:gd name="connsiteX538" fmla="*/ 5767665 w 7467600"/>
              <a:gd name="connsiteY538" fmla="*/ 2666409 h 6858000"/>
              <a:gd name="connsiteX539" fmla="*/ 5763055 w 7467600"/>
              <a:gd name="connsiteY539" fmla="*/ 2579705 h 6858000"/>
              <a:gd name="connsiteX540" fmla="*/ 5758079 w 7467600"/>
              <a:gd name="connsiteY540" fmla="*/ 2492508 h 6858000"/>
              <a:gd name="connsiteX541" fmla="*/ 5779325 w 7467600"/>
              <a:gd name="connsiteY541" fmla="*/ 2197069 h 6858000"/>
              <a:gd name="connsiteX542" fmla="*/ 5798671 w 7467600"/>
              <a:gd name="connsiteY542" fmla="*/ 1981601 h 6858000"/>
              <a:gd name="connsiteX543" fmla="*/ 5829202 w 7467600"/>
              <a:gd name="connsiteY543" fmla="*/ 1971679 h 6858000"/>
              <a:gd name="connsiteX544" fmla="*/ 5809558 w 7467600"/>
              <a:gd name="connsiteY544" fmla="*/ 2198043 h 6858000"/>
              <a:gd name="connsiteX545" fmla="*/ 5788653 w 7467600"/>
              <a:gd name="connsiteY545" fmla="*/ 2489430 h 6858000"/>
              <a:gd name="connsiteX546" fmla="*/ 5793439 w 7467600"/>
              <a:gd name="connsiteY546" fmla="*/ 2575235 h 6858000"/>
              <a:gd name="connsiteX547" fmla="*/ 5796837 w 7467600"/>
              <a:gd name="connsiteY547" fmla="*/ 2637633 h 6858000"/>
              <a:gd name="connsiteX548" fmla="*/ 5818614 w 7467600"/>
              <a:gd name="connsiteY548" fmla="*/ 2473055 h 6858000"/>
              <a:gd name="connsiteX549" fmla="*/ 5829202 w 7467600"/>
              <a:gd name="connsiteY549" fmla="*/ 1971679 h 6858000"/>
              <a:gd name="connsiteX550" fmla="*/ 5911389 w 7467600"/>
              <a:gd name="connsiteY550" fmla="*/ 1898371 h 6858000"/>
              <a:gd name="connsiteX551" fmla="*/ 6237627 w 7467600"/>
              <a:gd name="connsiteY551" fmla="*/ 2231921 h 6858000"/>
              <a:gd name="connsiteX552" fmla="*/ 5911389 w 7467600"/>
              <a:gd name="connsiteY552" fmla="*/ 1898371 h 6858000"/>
              <a:gd name="connsiteX553" fmla="*/ 6944437 w 7467600"/>
              <a:gd name="connsiteY553" fmla="*/ 1575402 h 6858000"/>
              <a:gd name="connsiteX554" fmla="*/ 6304730 w 7467600"/>
              <a:gd name="connsiteY554" fmla="*/ 1766654 h 6858000"/>
              <a:gd name="connsiteX555" fmla="*/ 6944437 w 7467600"/>
              <a:gd name="connsiteY555" fmla="*/ 1575402 h 6858000"/>
              <a:gd name="connsiteX556" fmla="*/ 7019523 w 7467600"/>
              <a:gd name="connsiteY556" fmla="*/ 1519450 h 6858000"/>
              <a:gd name="connsiteX557" fmla="*/ 6298091 w 7467600"/>
              <a:gd name="connsiteY557" fmla="*/ 1737122 h 6858000"/>
              <a:gd name="connsiteX558" fmla="*/ 7019523 w 7467600"/>
              <a:gd name="connsiteY558" fmla="*/ 1519450 h 6858000"/>
              <a:gd name="connsiteX559" fmla="*/ 2399523 w 7467600"/>
              <a:gd name="connsiteY559" fmla="*/ 1428234 h 6858000"/>
              <a:gd name="connsiteX560" fmla="*/ 2224982 w 7467600"/>
              <a:gd name="connsiteY560" fmla="*/ 1826201 h 6858000"/>
              <a:gd name="connsiteX561" fmla="*/ 2096099 w 7467600"/>
              <a:gd name="connsiteY561" fmla="*/ 2345900 h 6858000"/>
              <a:gd name="connsiteX562" fmla="*/ 2283317 w 7467600"/>
              <a:gd name="connsiteY562" fmla="*/ 1796925 h 6858000"/>
              <a:gd name="connsiteX563" fmla="*/ 2399523 w 7467600"/>
              <a:gd name="connsiteY563" fmla="*/ 1428234 h 6858000"/>
              <a:gd name="connsiteX564" fmla="*/ 2448558 w 7467600"/>
              <a:gd name="connsiteY564" fmla="*/ 1373435 h 6858000"/>
              <a:gd name="connsiteX565" fmla="*/ 2312521 w 7467600"/>
              <a:gd name="connsiteY565" fmla="*/ 1806140 h 6858000"/>
              <a:gd name="connsiteX566" fmla="*/ 2127533 w 7467600"/>
              <a:gd name="connsiteY566" fmla="*/ 2348380 h 6858000"/>
              <a:gd name="connsiteX567" fmla="*/ 2358080 w 7467600"/>
              <a:gd name="connsiteY567" fmla="*/ 1866134 h 6858000"/>
              <a:gd name="connsiteX568" fmla="*/ 2407436 w 7467600"/>
              <a:gd name="connsiteY568" fmla="*/ 1651070 h 6858000"/>
              <a:gd name="connsiteX569" fmla="*/ 2448558 w 7467600"/>
              <a:gd name="connsiteY569" fmla="*/ 1373435 h 6858000"/>
              <a:gd name="connsiteX570" fmla="*/ 278707 w 7467600"/>
              <a:gd name="connsiteY570" fmla="*/ 1352270 h 6858000"/>
              <a:gd name="connsiteX571" fmla="*/ 321570 w 7467600"/>
              <a:gd name="connsiteY571" fmla="*/ 1861610 h 6858000"/>
              <a:gd name="connsiteX572" fmla="*/ 294281 w 7467600"/>
              <a:gd name="connsiteY572" fmla="*/ 1440658 h 6858000"/>
              <a:gd name="connsiteX573" fmla="*/ 278707 w 7467600"/>
              <a:gd name="connsiteY573" fmla="*/ 1352270 h 6858000"/>
              <a:gd name="connsiteX574" fmla="*/ 1423821 w 7467600"/>
              <a:gd name="connsiteY574" fmla="*/ 1351958 h 6858000"/>
              <a:gd name="connsiteX575" fmla="*/ 1638521 w 7467600"/>
              <a:gd name="connsiteY575" fmla="*/ 1908470 h 6858000"/>
              <a:gd name="connsiteX576" fmla="*/ 1754199 w 7467600"/>
              <a:gd name="connsiteY576" fmla="*/ 2149284 h 6858000"/>
              <a:gd name="connsiteX577" fmla="*/ 1908359 w 7467600"/>
              <a:gd name="connsiteY577" fmla="*/ 2364988 h 6858000"/>
              <a:gd name="connsiteX578" fmla="*/ 1647661 w 7467600"/>
              <a:gd name="connsiteY578" fmla="*/ 1825945 h 6858000"/>
              <a:gd name="connsiteX579" fmla="*/ 1423821 w 7467600"/>
              <a:gd name="connsiteY579" fmla="*/ 1351958 h 6858000"/>
              <a:gd name="connsiteX580" fmla="*/ 1431890 w 7467600"/>
              <a:gd name="connsiteY580" fmla="*/ 1306475 h 6858000"/>
              <a:gd name="connsiteX581" fmla="*/ 1507597 w 7467600"/>
              <a:gd name="connsiteY581" fmla="*/ 1446132 h 6858000"/>
              <a:gd name="connsiteX582" fmla="*/ 1674586 w 7467600"/>
              <a:gd name="connsiteY582" fmla="*/ 1813832 h 6858000"/>
              <a:gd name="connsiteX583" fmla="*/ 1815950 w 7467600"/>
              <a:gd name="connsiteY583" fmla="*/ 2128564 h 6858000"/>
              <a:gd name="connsiteX584" fmla="*/ 1984242 w 7467600"/>
              <a:gd name="connsiteY584" fmla="*/ 2430829 h 6858000"/>
              <a:gd name="connsiteX585" fmla="*/ 2014023 w 7467600"/>
              <a:gd name="connsiteY585" fmla="*/ 2450995 h 6858000"/>
              <a:gd name="connsiteX586" fmla="*/ 1747337 w 7467600"/>
              <a:gd name="connsiteY586" fmla="*/ 1855264 h 6858000"/>
              <a:gd name="connsiteX587" fmla="*/ 1533749 w 7467600"/>
              <a:gd name="connsiteY587" fmla="*/ 1478656 h 6858000"/>
              <a:gd name="connsiteX588" fmla="*/ 1431890 w 7467600"/>
              <a:gd name="connsiteY588" fmla="*/ 1306475 h 6858000"/>
              <a:gd name="connsiteX589" fmla="*/ 5052692 w 7467600"/>
              <a:gd name="connsiteY589" fmla="*/ 1292994 h 6858000"/>
              <a:gd name="connsiteX590" fmla="*/ 5200661 w 7467600"/>
              <a:gd name="connsiteY590" fmla="*/ 1635186 h 6858000"/>
              <a:gd name="connsiteX591" fmla="*/ 5297138 w 7467600"/>
              <a:gd name="connsiteY591" fmla="*/ 1906351 h 6858000"/>
              <a:gd name="connsiteX592" fmla="*/ 5052692 w 7467600"/>
              <a:gd name="connsiteY592" fmla="*/ 1292994 h 6858000"/>
              <a:gd name="connsiteX593" fmla="*/ 5009948 w 7467600"/>
              <a:gd name="connsiteY593" fmla="*/ 1273619 h 6858000"/>
              <a:gd name="connsiteX594" fmla="*/ 5121777 w 7467600"/>
              <a:gd name="connsiteY594" fmla="*/ 1654213 h 6858000"/>
              <a:gd name="connsiteX595" fmla="*/ 5293545 w 7467600"/>
              <a:gd name="connsiteY595" fmla="*/ 2072247 h 6858000"/>
              <a:gd name="connsiteX596" fmla="*/ 5294042 w 7467600"/>
              <a:gd name="connsiteY596" fmla="*/ 2065019 h 6858000"/>
              <a:gd name="connsiteX597" fmla="*/ 5171936 w 7467600"/>
              <a:gd name="connsiteY597" fmla="*/ 1647613 h 6858000"/>
              <a:gd name="connsiteX598" fmla="*/ 5009948 w 7467600"/>
              <a:gd name="connsiteY598" fmla="*/ 1273619 h 6858000"/>
              <a:gd name="connsiteX599" fmla="*/ 655236 w 7467600"/>
              <a:gd name="connsiteY599" fmla="*/ 1268632 h 6858000"/>
              <a:gd name="connsiteX600" fmla="*/ 839521 w 7467600"/>
              <a:gd name="connsiteY600" fmla="*/ 1685315 h 6858000"/>
              <a:gd name="connsiteX601" fmla="*/ 1109416 w 7467600"/>
              <a:gd name="connsiteY601" fmla="*/ 2061663 h 6858000"/>
              <a:gd name="connsiteX602" fmla="*/ 1298300 w 7467600"/>
              <a:gd name="connsiteY602" fmla="*/ 2247742 h 6858000"/>
              <a:gd name="connsiteX603" fmla="*/ 1125871 w 7467600"/>
              <a:gd name="connsiteY603" fmla="*/ 1989513 h 6858000"/>
              <a:gd name="connsiteX604" fmla="*/ 981574 w 7467600"/>
              <a:gd name="connsiteY604" fmla="*/ 1783157 h 6858000"/>
              <a:gd name="connsiteX605" fmla="*/ 922198 w 7467600"/>
              <a:gd name="connsiteY605" fmla="*/ 1677437 h 6858000"/>
              <a:gd name="connsiteX606" fmla="*/ 869293 w 7467600"/>
              <a:gd name="connsiteY606" fmla="*/ 1583214 h 6858000"/>
              <a:gd name="connsiteX607" fmla="*/ 751431 w 7467600"/>
              <a:gd name="connsiteY607" fmla="*/ 1405731 h 6858000"/>
              <a:gd name="connsiteX608" fmla="*/ 655236 w 7467600"/>
              <a:gd name="connsiteY608" fmla="*/ 1268632 h 6858000"/>
              <a:gd name="connsiteX609" fmla="*/ 6516292 w 7467600"/>
              <a:gd name="connsiteY609" fmla="*/ 1263064 h 6858000"/>
              <a:gd name="connsiteX610" fmla="*/ 5736320 w 7467600"/>
              <a:gd name="connsiteY610" fmla="*/ 1501803 h 6858000"/>
              <a:gd name="connsiteX611" fmla="*/ 6516292 w 7467600"/>
              <a:gd name="connsiteY611" fmla="*/ 1263064 h 6858000"/>
              <a:gd name="connsiteX612" fmla="*/ 291466 w 7467600"/>
              <a:gd name="connsiteY612" fmla="*/ 1250369 h 6858000"/>
              <a:gd name="connsiteX613" fmla="*/ 323180 w 7467600"/>
              <a:gd name="connsiteY613" fmla="*/ 1435283 h 6858000"/>
              <a:gd name="connsiteX614" fmla="*/ 349381 w 7467600"/>
              <a:gd name="connsiteY614" fmla="*/ 1875041 h 6858000"/>
              <a:gd name="connsiteX615" fmla="*/ 374363 w 7467600"/>
              <a:gd name="connsiteY615" fmla="*/ 1506494 h 6858000"/>
              <a:gd name="connsiteX616" fmla="*/ 302168 w 7467600"/>
              <a:gd name="connsiteY616" fmla="*/ 1274495 h 6858000"/>
              <a:gd name="connsiteX617" fmla="*/ 291466 w 7467600"/>
              <a:gd name="connsiteY617" fmla="*/ 1250369 h 6858000"/>
              <a:gd name="connsiteX618" fmla="*/ 678222 w 7467600"/>
              <a:gd name="connsiteY618" fmla="*/ 1248670 h 6858000"/>
              <a:gd name="connsiteX619" fmla="*/ 775536 w 7467600"/>
              <a:gd name="connsiteY619" fmla="*/ 1388015 h 6858000"/>
              <a:gd name="connsiteX620" fmla="*/ 894529 w 7467600"/>
              <a:gd name="connsiteY620" fmla="*/ 1567739 h 6858000"/>
              <a:gd name="connsiteX621" fmla="*/ 948000 w 7467600"/>
              <a:gd name="connsiteY621" fmla="*/ 1663088 h 6858000"/>
              <a:gd name="connsiteX622" fmla="*/ 1006812 w 7467600"/>
              <a:gd name="connsiteY622" fmla="*/ 1767683 h 6858000"/>
              <a:gd name="connsiteX623" fmla="*/ 1149133 w 7467600"/>
              <a:gd name="connsiteY623" fmla="*/ 1971513 h 6858000"/>
              <a:gd name="connsiteX624" fmla="*/ 1333952 w 7467600"/>
              <a:gd name="connsiteY624" fmla="*/ 2251620 h 6858000"/>
              <a:gd name="connsiteX625" fmla="*/ 1337329 w 7467600"/>
              <a:gd name="connsiteY625" fmla="*/ 2258350 h 6858000"/>
              <a:gd name="connsiteX626" fmla="*/ 1014726 w 7467600"/>
              <a:gd name="connsiteY626" fmla="*/ 1615556 h 6858000"/>
              <a:gd name="connsiteX627" fmla="*/ 678222 w 7467600"/>
              <a:gd name="connsiteY627" fmla="*/ 1248670 h 6858000"/>
              <a:gd name="connsiteX628" fmla="*/ 6691602 w 7467600"/>
              <a:gd name="connsiteY628" fmla="*/ 1140573 h 6858000"/>
              <a:gd name="connsiteX629" fmla="*/ 6571100 w 7467600"/>
              <a:gd name="connsiteY629" fmla="*/ 1183662 h 6858000"/>
              <a:gd name="connsiteX630" fmla="*/ 6241687 w 7467600"/>
              <a:gd name="connsiteY630" fmla="*/ 1257600 h 6858000"/>
              <a:gd name="connsiteX631" fmla="*/ 5693009 w 7467600"/>
              <a:gd name="connsiteY631" fmla="*/ 1478256 h 6858000"/>
              <a:gd name="connsiteX632" fmla="*/ 6548420 w 7467600"/>
              <a:gd name="connsiteY632" fmla="*/ 1214599 h 6858000"/>
              <a:gd name="connsiteX633" fmla="*/ 6605473 w 7467600"/>
              <a:gd name="connsiteY633" fmla="*/ 1184686 h 6858000"/>
              <a:gd name="connsiteX634" fmla="*/ 6691602 w 7467600"/>
              <a:gd name="connsiteY634" fmla="*/ 1140573 h 6858000"/>
              <a:gd name="connsiteX635" fmla="*/ 4002475 w 7467600"/>
              <a:gd name="connsiteY635" fmla="*/ 1037802 h 6858000"/>
              <a:gd name="connsiteX636" fmla="*/ 4000324 w 7467600"/>
              <a:gd name="connsiteY636" fmla="*/ 1039362 h 6858000"/>
              <a:gd name="connsiteX637" fmla="*/ 4002862 w 7467600"/>
              <a:gd name="connsiteY637" fmla="*/ 1042866 h 6858000"/>
              <a:gd name="connsiteX638" fmla="*/ 4002475 w 7467600"/>
              <a:gd name="connsiteY638" fmla="*/ 1037802 h 6858000"/>
              <a:gd name="connsiteX639" fmla="*/ 506322 w 7467600"/>
              <a:gd name="connsiteY639" fmla="*/ 1020997 h 6858000"/>
              <a:gd name="connsiteX640" fmla="*/ 533068 w 7467600"/>
              <a:gd name="connsiteY640" fmla="*/ 1029409 h 6858000"/>
              <a:gd name="connsiteX641" fmla="*/ 1232525 w 7467600"/>
              <a:gd name="connsiteY641" fmla="*/ 1804675 h 6858000"/>
              <a:gd name="connsiteX642" fmla="*/ 1388858 w 7467600"/>
              <a:gd name="connsiteY642" fmla="*/ 2368011 h 6858000"/>
              <a:gd name="connsiteX643" fmla="*/ 1384098 w 7467600"/>
              <a:gd name="connsiteY643" fmla="*/ 2378125 h 6858000"/>
              <a:gd name="connsiteX644" fmla="*/ 1425393 w 7467600"/>
              <a:gd name="connsiteY644" fmla="*/ 2589124 h 6858000"/>
              <a:gd name="connsiteX645" fmla="*/ 1424001 w 7467600"/>
              <a:gd name="connsiteY645" fmla="*/ 2597541 h 6858000"/>
              <a:gd name="connsiteX646" fmla="*/ 2152729 w 7467600"/>
              <a:gd name="connsiteY646" fmla="*/ 2864487 h 6858000"/>
              <a:gd name="connsiteX647" fmla="*/ 2020609 w 7467600"/>
              <a:gd name="connsiteY647" fmla="*/ 2539671 h 6858000"/>
              <a:gd name="connsiteX648" fmla="*/ 2018920 w 7467600"/>
              <a:gd name="connsiteY648" fmla="*/ 2536309 h 6858000"/>
              <a:gd name="connsiteX649" fmla="*/ 1342441 w 7467600"/>
              <a:gd name="connsiteY649" fmla="*/ 1173017 h 6858000"/>
              <a:gd name="connsiteX650" fmla="*/ 1367925 w 7467600"/>
              <a:gd name="connsiteY650" fmla="*/ 1135648 h 6858000"/>
              <a:gd name="connsiteX651" fmla="*/ 1771401 w 7467600"/>
              <a:gd name="connsiteY651" fmla="*/ 1806673 h 6858000"/>
              <a:gd name="connsiteX652" fmla="*/ 1972385 w 7467600"/>
              <a:gd name="connsiteY652" fmla="*/ 2198735 h 6858000"/>
              <a:gd name="connsiteX653" fmla="*/ 2040892 w 7467600"/>
              <a:gd name="connsiteY653" fmla="*/ 2405205 h 6858000"/>
              <a:gd name="connsiteX654" fmla="*/ 2131689 w 7467600"/>
              <a:gd name="connsiteY654" fmla="*/ 1936926 h 6858000"/>
              <a:gd name="connsiteX655" fmla="*/ 2454820 w 7467600"/>
              <a:gd name="connsiteY655" fmla="*/ 1248808 h 6858000"/>
              <a:gd name="connsiteX656" fmla="*/ 2492512 w 7467600"/>
              <a:gd name="connsiteY656" fmla="*/ 1302920 h 6858000"/>
              <a:gd name="connsiteX657" fmla="*/ 2081216 w 7467600"/>
              <a:gd name="connsiteY657" fmla="*/ 2527513 h 6858000"/>
              <a:gd name="connsiteX658" fmla="*/ 2081211 w 7467600"/>
              <a:gd name="connsiteY658" fmla="*/ 2528916 h 6858000"/>
              <a:gd name="connsiteX659" fmla="*/ 2199067 w 7467600"/>
              <a:gd name="connsiteY659" fmla="*/ 2884061 h 6858000"/>
              <a:gd name="connsiteX660" fmla="*/ 3192586 w 7467600"/>
              <a:gd name="connsiteY660" fmla="*/ 3411496 h 6858000"/>
              <a:gd name="connsiteX661" fmla="*/ 3182620 w 7467600"/>
              <a:gd name="connsiteY661" fmla="*/ 3483279 h 6858000"/>
              <a:gd name="connsiteX662" fmla="*/ 2435119 w 7467600"/>
              <a:gd name="connsiteY662" fmla="*/ 3080173 h 6858000"/>
              <a:gd name="connsiteX663" fmla="*/ 2410152 w 7467600"/>
              <a:gd name="connsiteY663" fmla="*/ 3063751 h 6858000"/>
              <a:gd name="connsiteX664" fmla="*/ 2408099 w 7467600"/>
              <a:gd name="connsiteY664" fmla="*/ 3064403 h 6858000"/>
              <a:gd name="connsiteX665" fmla="*/ 2407218 w 7467600"/>
              <a:gd name="connsiteY665" fmla="*/ 3070324 h 6858000"/>
              <a:gd name="connsiteX666" fmla="*/ 2380138 w 7467600"/>
              <a:gd name="connsiteY666" fmla="*/ 3099341 h 6858000"/>
              <a:gd name="connsiteX667" fmla="*/ 1765923 w 7467600"/>
              <a:gd name="connsiteY667" fmla="*/ 3581043 h 6858000"/>
              <a:gd name="connsiteX668" fmla="*/ 1702258 w 7467600"/>
              <a:gd name="connsiteY668" fmla="*/ 3612286 h 6858000"/>
              <a:gd name="connsiteX669" fmla="*/ 1538370 w 7467600"/>
              <a:gd name="connsiteY669" fmla="*/ 3811804 h 6858000"/>
              <a:gd name="connsiteX670" fmla="*/ 542867 w 7467600"/>
              <a:gd name="connsiteY670" fmla="*/ 4944092 h 6858000"/>
              <a:gd name="connsiteX671" fmla="*/ 515800 w 7467600"/>
              <a:gd name="connsiteY671" fmla="*/ 4862180 h 6858000"/>
              <a:gd name="connsiteX672" fmla="*/ 909145 w 7467600"/>
              <a:gd name="connsiteY672" fmla="*/ 4199225 h 6858000"/>
              <a:gd name="connsiteX673" fmla="*/ 1214067 w 7467600"/>
              <a:gd name="connsiteY673" fmla="*/ 3908561 h 6858000"/>
              <a:gd name="connsiteX674" fmla="*/ 640967 w 7467600"/>
              <a:gd name="connsiteY674" fmla="*/ 4105601 h 6858000"/>
              <a:gd name="connsiteX675" fmla="*/ 112563 w 7467600"/>
              <a:gd name="connsiteY675" fmla="*/ 4396952 h 6858000"/>
              <a:gd name="connsiteX676" fmla="*/ 0 w 7467600"/>
              <a:gd name="connsiteY676" fmla="*/ 4466006 h 6858000"/>
              <a:gd name="connsiteX677" fmla="*/ 0 w 7467600"/>
              <a:gd name="connsiteY677" fmla="*/ 4233763 h 6858000"/>
              <a:gd name="connsiteX678" fmla="*/ 36881 w 7467600"/>
              <a:gd name="connsiteY678" fmla="*/ 4200118 h 6858000"/>
              <a:gd name="connsiteX679" fmla="*/ 910534 w 7467600"/>
              <a:gd name="connsiteY679" fmla="*/ 3629753 h 6858000"/>
              <a:gd name="connsiteX680" fmla="*/ 1578717 w 7467600"/>
              <a:gd name="connsiteY680" fmla="*/ 3575982 h 6858000"/>
              <a:gd name="connsiteX681" fmla="*/ 2338780 w 7467600"/>
              <a:gd name="connsiteY681" fmla="*/ 3033725 h 6858000"/>
              <a:gd name="connsiteX682" fmla="*/ 1807991 w 7467600"/>
              <a:gd name="connsiteY682" fmla="*/ 2807184 h 6858000"/>
              <a:gd name="connsiteX683" fmla="*/ 1416358 w 7467600"/>
              <a:gd name="connsiteY683" fmla="*/ 3112571 h 6858000"/>
              <a:gd name="connsiteX684" fmla="*/ 939066 w 7467600"/>
              <a:gd name="connsiteY684" fmla="*/ 3378798 h 6858000"/>
              <a:gd name="connsiteX685" fmla="*/ 115099 w 7467600"/>
              <a:gd name="connsiteY685" fmla="*/ 3607650 h 6858000"/>
              <a:gd name="connsiteX686" fmla="*/ 97284 w 7467600"/>
              <a:gd name="connsiteY686" fmla="*/ 3520393 h 6858000"/>
              <a:gd name="connsiteX687" fmla="*/ 922050 w 7467600"/>
              <a:gd name="connsiteY687" fmla="*/ 3074867 h 6858000"/>
              <a:gd name="connsiteX688" fmla="*/ 1405265 w 7467600"/>
              <a:gd name="connsiteY688" fmla="*/ 3016319 h 6858000"/>
              <a:gd name="connsiteX689" fmla="*/ 1407512 w 7467600"/>
              <a:gd name="connsiteY689" fmla="*/ 3018001 h 6858000"/>
              <a:gd name="connsiteX690" fmla="*/ 1726266 w 7467600"/>
              <a:gd name="connsiteY690" fmla="*/ 2777274 h 6858000"/>
              <a:gd name="connsiteX691" fmla="*/ 625390 w 7467600"/>
              <a:gd name="connsiteY691" fmla="*/ 2514541 h 6858000"/>
              <a:gd name="connsiteX692" fmla="*/ 619799 w 7467600"/>
              <a:gd name="connsiteY692" fmla="*/ 2527180 h 6858000"/>
              <a:gd name="connsiteX693" fmla="*/ 310030 w 7467600"/>
              <a:gd name="connsiteY693" fmla="*/ 2771818 h 6858000"/>
              <a:gd name="connsiteX694" fmla="*/ 173877 w 7467600"/>
              <a:gd name="connsiteY694" fmla="*/ 2937056 h 6858000"/>
              <a:gd name="connsiteX695" fmla="*/ 77889 w 7467600"/>
              <a:gd name="connsiteY695" fmla="*/ 3138440 h 6858000"/>
              <a:gd name="connsiteX696" fmla="*/ 0 w 7467600"/>
              <a:gd name="connsiteY696" fmla="*/ 3271395 h 6858000"/>
              <a:gd name="connsiteX697" fmla="*/ 0 w 7467600"/>
              <a:gd name="connsiteY697" fmla="*/ 3153002 h 6858000"/>
              <a:gd name="connsiteX698" fmla="*/ 2386 w 7467600"/>
              <a:gd name="connsiteY698" fmla="*/ 3149203 h 6858000"/>
              <a:gd name="connsiteX699" fmla="*/ 89753 w 7467600"/>
              <a:gd name="connsiteY699" fmla="*/ 2987702 h 6858000"/>
              <a:gd name="connsiteX700" fmla="*/ 76869 w 7467600"/>
              <a:gd name="connsiteY700" fmla="*/ 3005404 h 6858000"/>
              <a:gd name="connsiteX701" fmla="*/ 32049 w 7467600"/>
              <a:gd name="connsiteY701" fmla="*/ 3065814 h 6858000"/>
              <a:gd name="connsiteX702" fmla="*/ 0 w 7467600"/>
              <a:gd name="connsiteY702" fmla="*/ 3108744 h 6858000"/>
              <a:gd name="connsiteX703" fmla="*/ 0 w 7467600"/>
              <a:gd name="connsiteY703" fmla="*/ 3058059 h 6858000"/>
              <a:gd name="connsiteX704" fmla="*/ 7610 w 7467600"/>
              <a:gd name="connsiteY704" fmla="*/ 3047889 h 6858000"/>
              <a:gd name="connsiteX705" fmla="*/ 52419 w 7467600"/>
              <a:gd name="connsiteY705" fmla="*/ 2987479 h 6858000"/>
              <a:gd name="connsiteX706" fmla="*/ 59142 w 7467600"/>
              <a:gd name="connsiteY706" fmla="*/ 2978488 h 6858000"/>
              <a:gd name="connsiteX707" fmla="*/ 0 w 7467600"/>
              <a:gd name="connsiteY707" fmla="*/ 3015334 h 6858000"/>
              <a:gd name="connsiteX708" fmla="*/ 0 w 7467600"/>
              <a:gd name="connsiteY708" fmla="*/ 2914286 h 6858000"/>
              <a:gd name="connsiteX709" fmla="*/ 36383 w 7467600"/>
              <a:gd name="connsiteY709" fmla="*/ 2901128 h 6858000"/>
              <a:gd name="connsiteX710" fmla="*/ 156329 w 7467600"/>
              <a:gd name="connsiteY710" fmla="*/ 2840533 h 6858000"/>
              <a:gd name="connsiteX711" fmla="*/ 358355 w 7467600"/>
              <a:gd name="connsiteY711" fmla="*/ 2620471 h 6858000"/>
              <a:gd name="connsiteX712" fmla="*/ 510577 w 7467600"/>
              <a:gd name="connsiteY712" fmla="*/ 2501244 h 6858000"/>
              <a:gd name="connsiteX713" fmla="*/ 211967 w 7467600"/>
              <a:gd name="connsiteY713" fmla="*/ 2479171 h 6858000"/>
              <a:gd name="connsiteX714" fmla="*/ 0 w 7467600"/>
              <a:gd name="connsiteY714" fmla="*/ 2476398 h 6858000"/>
              <a:gd name="connsiteX715" fmla="*/ 0 w 7467600"/>
              <a:gd name="connsiteY715" fmla="*/ 2389189 h 6858000"/>
              <a:gd name="connsiteX716" fmla="*/ 103062 w 7467600"/>
              <a:gd name="connsiteY716" fmla="*/ 2389518 h 6858000"/>
              <a:gd name="connsiteX717" fmla="*/ 510734 w 7467600"/>
              <a:gd name="connsiteY717" fmla="*/ 2416201 h 6858000"/>
              <a:gd name="connsiteX718" fmla="*/ 279257 w 7467600"/>
              <a:gd name="connsiteY718" fmla="*/ 2092102 h 6858000"/>
              <a:gd name="connsiteX719" fmla="*/ 65265 w 7467600"/>
              <a:gd name="connsiteY719" fmla="*/ 2006049 h 6858000"/>
              <a:gd name="connsiteX720" fmla="*/ 0 w 7467600"/>
              <a:gd name="connsiteY720" fmla="*/ 1982532 h 6858000"/>
              <a:gd name="connsiteX721" fmla="*/ 0 w 7467600"/>
              <a:gd name="connsiteY721" fmla="*/ 1912789 h 6858000"/>
              <a:gd name="connsiteX722" fmla="*/ 97460 w 7467600"/>
              <a:gd name="connsiteY722" fmla="*/ 1953725 h 6858000"/>
              <a:gd name="connsiteX723" fmla="*/ 221272 w 7467600"/>
              <a:gd name="connsiteY723" fmla="*/ 1980766 h 6858000"/>
              <a:gd name="connsiteX724" fmla="*/ 116765 w 7467600"/>
              <a:gd name="connsiteY724" fmla="*/ 1911033 h 6858000"/>
              <a:gd name="connsiteX725" fmla="*/ 16405 w 7467600"/>
              <a:gd name="connsiteY725" fmla="*/ 1803412 h 6858000"/>
              <a:gd name="connsiteX726" fmla="*/ 0 w 7467600"/>
              <a:gd name="connsiteY726" fmla="*/ 1784777 h 6858000"/>
              <a:gd name="connsiteX727" fmla="*/ 0 w 7467600"/>
              <a:gd name="connsiteY727" fmla="*/ 1740082 h 6858000"/>
              <a:gd name="connsiteX728" fmla="*/ 39394 w 7467600"/>
              <a:gd name="connsiteY728" fmla="*/ 1784856 h 6858000"/>
              <a:gd name="connsiteX729" fmla="*/ 135813 w 7467600"/>
              <a:gd name="connsiteY729" fmla="*/ 1888838 h 6858000"/>
              <a:gd name="connsiteX730" fmla="*/ 242575 w 7467600"/>
              <a:gd name="connsiteY730" fmla="*/ 1958841 h 6858000"/>
              <a:gd name="connsiteX731" fmla="*/ 82197 w 7467600"/>
              <a:gd name="connsiteY731" fmla="*/ 1754826 h 6858000"/>
              <a:gd name="connsiteX732" fmla="*/ 0 w 7467600"/>
              <a:gd name="connsiteY732" fmla="*/ 1679650 h 6858000"/>
              <a:gd name="connsiteX733" fmla="*/ 0 w 7467600"/>
              <a:gd name="connsiteY733" fmla="*/ 1602463 h 6858000"/>
              <a:gd name="connsiteX734" fmla="*/ 84689 w 7467600"/>
              <a:gd name="connsiteY734" fmla="*/ 1677442 h 6858000"/>
              <a:gd name="connsiteX735" fmla="*/ 298437 w 7467600"/>
              <a:gd name="connsiteY735" fmla="*/ 1968019 h 6858000"/>
              <a:gd name="connsiteX736" fmla="*/ 227269 w 7467600"/>
              <a:gd name="connsiteY736" fmla="*/ 1114064 h 6858000"/>
              <a:gd name="connsiteX737" fmla="*/ 248003 w 7467600"/>
              <a:gd name="connsiteY737" fmla="*/ 1089613 h 6858000"/>
              <a:gd name="connsiteX738" fmla="*/ 427020 w 7467600"/>
              <a:gd name="connsiteY738" fmla="*/ 1619803 h 6858000"/>
              <a:gd name="connsiteX739" fmla="*/ 340345 w 7467600"/>
              <a:gd name="connsiteY739" fmla="*/ 2027739 h 6858000"/>
              <a:gd name="connsiteX740" fmla="*/ 360865 w 7467600"/>
              <a:gd name="connsiteY740" fmla="*/ 2044827 h 6858000"/>
              <a:gd name="connsiteX741" fmla="*/ 560414 w 7467600"/>
              <a:gd name="connsiteY741" fmla="*/ 2421457 h 6858000"/>
              <a:gd name="connsiteX742" fmla="*/ 1359703 w 7467600"/>
              <a:gd name="connsiteY742" fmla="*/ 2578554 h 6858000"/>
              <a:gd name="connsiteX743" fmla="*/ 1359422 w 7467600"/>
              <a:gd name="connsiteY743" fmla="*/ 2577994 h 6858000"/>
              <a:gd name="connsiteX744" fmla="*/ 828701 w 7467600"/>
              <a:gd name="connsiteY744" fmla="*/ 1839520 h 6858000"/>
              <a:gd name="connsiteX745" fmla="*/ 494427 w 7467600"/>
              <a:gd name="connsiteY745" fmla="*/ 1092333 h 6858000"/>
              <a:gd name="connsiteX746" fmla="*/ 506322 w 7467600"/>
              <a:gd name="connsiteY746" fmla="*/ 1020997 h 6858000"/>
              <a:gd name="connsiteX747" fmla="*/ 4570198 w 7467600"/>
              <a:gd name="connsiteY747" fmla="*/ 978081 h 6858000"/>
              <a:gd name="connsiteX748" fmla="*/ 4523691 w 7467600"/>
              <a:gd name="connsiteY748" fmla="*/ 1127776 h 6858000"/>
              <a:gd name="connsiteX749" fmla="*/ 4509875 w 7467600"/>
              <a:gd name="connsiteY749" fmla="*/ 1167552 h 6858000"/>
              <a:gd name="connsiteX750" fmla="*/ 4478168 w 7467600"/>
              <a:gd name="connsiteY750" fmla="*/ 1260735 h 6858000"/>
              <a:gd name="connsiteX751" fmla="*/ 4409309 w 7467600"/>
              <a:gd name="connsiteY751" fmla="*/ 1666996 h 6858000"/>
              <a:gd name="connsiteX752" fmla="*/ 4370031 w 7467600"/>
              <a:gd name="connsiteY752" fmla="*/ 1955666 h 6858000"/>
              <a:gd name="connsiteX753" fmla="*/ 4570198 w 7467600"/>
              <a:gd name="connsiteY753" fmla="*/ 978081 h 6858000"/>
              <a:gd name="connsiteX754" fmla="*/ 4557898 w 7467600"/>
              <a:gd name="connsiteY754" fmla="*/ 900011 h 6858000"/>
              <a:gd name="connsiteX755" fmla="*/ 4344840 w 7467600"/>
              <a:gd name="connsiteY755" fmla="*/ 1922038 h 6858000"/>
              <a:gd name="connsiteX756" fmla="*/ 4378710 w 7467600"/>
              <a:gd name="connsiteY756" fmla="*/ 1665516 h 6858000"/>
              <a:gd name="connsiteX757" fmla="*/ 4448798 w 7467600"/>
              <a:gd name="connsiteY757" fmla="*/ 1253024 h 6858000"/>
              <a:gd name="connsiteX758" fmla="*/ 4480315 w 7467600"/>
              <a:gd name="connsiteY758" fmla="*/ 1158454 h 6858000"/>
              <a:gd name="connsiteX759" fmla="*/ 4494133 w 7467600"/>
              <a:gd name="connsiteY759" fmla="*/ 1118676 h 6858000"/>
              <a:gd name="connsiteX760" fmla="*/ 4557898 w 7467600"/>
              <a:gd name="connsiteY760" fmla="*/ 900011 h 6858000"/>
              <a:gd name="connsiteX761" fmla="*/ 5870151 w 7467600"/>
              <a:gd name="connsiteY761" fmla="*/ 898890 h 6858000"/>
              <a:gd name="connsiteX762" fmla="*/ 5861335 w 7467600"/>
              <a:gd name="connsiteY762" fmla="*/ 899177 h 6858000"/>
              <a:gd name="connsiteX763" fmla="*/ 5843702 w 7467600"/>
              <a:gd name="connsiteY763" fmla="*/ 899748 h 6858000"/>
              <a:gd name="connsiteX764" fmla="*/ 5651107 w 7467600"/>
              <a:gd name="connsiteY764" fmla="*/ 920306 h 6858000"/>
              <a:gd name="connsiteX765" fmla="*/ 5459407 w 7467600"/>
              <a:gd name="connsiteY765" fmla="*/ 940975 h 6858000"/>
              <a:gd name="connsiteX766" fmla="*/ 5374846 w 7467600"/>
              <a:gd name="connsiteY766" fmla="*/ 941988 h 6858000"/>
              <a:gd name="connsiteX767" fmla="*/ 5256105 w 7467600"/>
              <a:gd name="connsiteY767" fmla="*/ 945632 h 6858000"/>
              <a:gd name="connsiteX768" fmla="*/ 5107071 w 7467600"/>
              <a:gd name="connsiteY768" fmla="*/ 969720 h 6858000"/>
              <a:gd name="connsiteX769" fmla="*/ 4998681 w 7467600"/>
              <a:gd name="connsiteY769" fmla="*/ 988771 h 6858000"/>
              <a:gd name="connsiteX770" fmla="*/ 5870151 w 7467600"/>
              <a:gd name="connsiteY770" fmla="*/ 898890 h 6858000"/>
              <a:gd name="connsiteX771" fmla="*/ 5504425 w 7467600"/>
              <a:gd name="connsiteY771" fmla="*/ 848067 h 6858000"/>
              <a:gd name="connsiteX772" fmla="*/ 4968849 w 7467600"/>
              <a:gd name="connsiteY772" fmla="*/ 962318 h 6858000"/>
              <a:gd name="connsiteX773" fmla="*/ 5104039 w 7467600"/>
              <a:gd name="connsiteY773" fmla="*/ 940634 h 6858000"/>
              <a:gd name="connsiteX774" fmla="*/ 5256311 w 7467600"/>
              <a:gd name="connsiteY774" fmla="*/ 916490 h 6858000"/>
              <a:gd name="connsiteX775" fmla="*/ 5377381 w 7467600"/>
              <a:gd name="connsiteY775" fmla="*/ 912671 h 6858000"/>
              <a:gd name="connsiteX776" fmla="*/ 5460148 w 7467600"/>
              <a:gd name="connsiteY776" fmla="*/ 911442 h 6858000"/>
              <a:gd name="connsiteX777" fmla="*/ 5648971 w 7467600"/>
              <a:gd name="connsiteY777" fmla="*/ 891331 h 6858000"/>
              <a:gd name="connsiteX778" fmla="*/ 5844807 w 7467600"/>
              <a:gd name="connsiteY778" fmla="*/ 870718 h 6858000"/>
              <a:gd name="connsiteX779" fmla="*/ 5862975 w 7467600"/>
              <a:gd name="connsiteY779" fmla="*/ 869756 h 6858000"/>
              <a:gd name="connsiteX780" fmla="*/ 5920887 w 7467600"/>
              <a:gd name="connsiteY780" fmla="*/ 865929 h 6858000"/>
              <a:gd name="connsiteX781" fmla="*/ 5504425 w 7467600"/>
              <a:gd name="connsiteY781" fmla="*/ 848067 h 6858000"/>
              <a:gd name="connsiteX782" fmla="*/ 3607114 w 7467600"/>
              <a:gd name="connsiteY782" fmla="*/ 467441 h 6858000"/>
              <a:gd name="connsiteX783" fmla="*/ 3296242 w 7467600"/>
              <a:gd name="connsiteY783" fmla="*/ 807991 h 6858000"/>
              <a:gd name="connsiteX784" fmla="*/ 3174674 w 7467600"/>
              <a:gd name="connsiteY784" fmla="*/ 919759 h 6858000"/>
              <a:gd name="connsiteX785" fmla="*/ 3042978 w 7467600"/>
              <a:gd name="connsiteY785" fmla="*/ 1054894 h 6858000"/>
              <a:gd name="connsiteX786" fmla="*/ 2968914 w 7467600"/>
              <a:gd name="connsiteY786" fmla="*/ 1133756 h 6858000"/>
              <a:gd name="connsiteX787" fmla="*/ 3103823 w 7467600"/>
              <a:gd name="connsiteY787" fmla="*/ 1026814 h 6858000"/>
              <a:gd name="connsiteX788" fmla="*/ 3607114 w 7467600"/>
              <a:gd name="connsiteY788" fmla="*/ 467441 h 6858000"/>
              <a:gd name="connsiteX789" fmla="*/ 3744487 w 7467600"/>
              <a:gd name="connsiteY789" fmla="*/ 383136 h 6858000"/>
              <a:gd name="connsiteX790" fmla="*/ 3970213 w 7467600"/>
              <a:gd name="connsiteY790" fmla="*/ 995559 h 6858000"/>
              <a:gd name="connsiteX791" fmla="*/ 3744487 w 7467600"/>
              <a:gd name="connsiteY791" fmla="*/ 383136 h 6858000"/>
              <a:gd name="connsiteX792" fmla="*/ 3624562 w 7467600"/>
              <a:gd name="connsiteY792" fmla="*/ 367041 h 6858000"/>
              <a:gd name="connsiteX793" fmla="*/ 3489712 w 7467600"/>
              <a:gd name="connsiteY793" fmla="*/ 485386 h 6858000"/>
              <a:gd name="connsiteX794" fmla="*/ 3182994 w 7467600"/>
              <a:gd name="connsiteY794" fmla="*/ 828265 h 6858000"/>
              <a:gd name="connsiteX795" fmla="*/ 2892114 w 7467600"/>
              <a:gd name="connsiteY795" fmla="*/ 1172635 h 6858000"/>
              <a:gd name="connsiteX796" fmla="*/ 3021459 w 7467600"/>
              <a:gd name="connsiteY796" fmla="*/ 1035385 h 6858000"/>
              <a:gd name="connsiteX797" fmla="*/ 3153873 w 7467600"/>
              <a:gd name="connsiteY797" fmla="*/ 898971 h 6858000"/>
              <a:gd name="connsiteX798" fmla="*/ 3276511 w 7467600"/>
              <a:gd name="connsiteY798" fmla="*/ 786423 h 6858000"/>
              <a:gd name="connsiteX799" fmla="*/ 3584154 w 7467600"/>
              <a:gd name="connsiteY799" fmla="*/ 448218 h 6858000"/>
              <a:gd name="connsiteX800" fmla="*/ 3624562 w 7467600"/>
              <a:gd name="connsiteY800" fmla="*/ 367041 h 6858000"/>
              <a:gd name="connsiteX801" fmla="*/ 3766672 w 7467600"/>
              <a:gd name="connsiteY801" fmla="*/ 359429 h 6858000"/>
              <a:gd name="connsiteX802" fmla="*/ 3996338 w 7467600"/>
              <a:gd name="connsiteY802" fmla="*/ 968237 h 6858000"/>
              <a:gd name="connsiteX803" fmla="*/ 3766672 w 7467600"/>
              <a:gd name="connsiteY803" fmla="*/ 359429 h 6858000"/>
              <a:gd name="connsiteX804" fmla="*/ 5805386 w 7467600"/>
              <a:gd name="connsiteY804" fmla="*/ 239240 h 6858000"/>
              <a:gd name="connsiteX805" fmla="*/ 5736947 w 7467600"/>
              <a:gd name="connsiteY805" fmla="*/ 261367 h 6858000"/>
              <a:gd name="connsiteX806" fmla="*/ 5427012 w 7467600"/>
              <a:gd name="connsiteY806" fmla="*/ 311272 h 6858000"/>
              <a:gd name="connsiteX807" fmla="*/ 5147818 w 7467600"/>
              <a:gd name="connsiteY807" fmla="*/ 322112 h 6858000"/>
              <a:gd name="connsiteX808" fmla="*/ 5060854 w 7467600"/>
              <a:gd name="connsiteY808" fmla="*/ 311882 h 6858000"/>
              <a:gd name="connsiteX809" fmla="*/ 4945989 w 7467600"/>
              <a:gd name="connsiteY809" fmla="*/ 300516 h 6858000"/>
              <a:gd name="connsiteX810" fmla="*/ 5410479 w 7467600"/>
              <a:gd name="connsiteY810" fmla="*/ 348434 h 6858000"/>
              <a:gd name="connsiteX811" fmla="*/ 5805386 w 7467600"/>
              <a:gd name="connsiteY811" fmla="*/ 239240 h 6858000"/>
              <a:gd name="connsiteX812" fmla="*/ 5905192 w 7467600"/>
              <a:gd name="connsiteY812" fmla="*/ 163079 h 6858000"/>
              <a:gd name="connsiteX813" fmla="*/ 5865655 w 7467600"/>
              <a:gd name="connsiteY813" fmla="*/ 171901 h 6858000"/>
              <a:gd name="connsiteX814" fmla="*/ 5259740 w 7467600"/>
              <a:gd name="connsiteY814" fmla="*/ 257013 h 6858000"/>
              <a:gd name="connsiteX815" fmla="*/ 5208466 w 7467600"/>
              <a:gd name="connsiteY815" fmla="*/ 257550 h 6858000"/>
              <a:gd name="connsiteX816" fmla="*/ 4980204 w 7467600"/>
              <a:gd name="connsiteY816" fmla="*/ 271903 h 6858000"/>
              <a:gd name="connsiteX817" fmla="*/ 5068068 w 7467600"/>
              <a:gd name="connsiteY817" fmla="*/ 282244 h 6858000"/>
              <a:gd name="connsiteX818" fmla="*/ 5153231 w 7467600"/>
              <a:gd name="connsiteY818" fmla="*/ 292240 h 6858000"/>
              <a:gd name="connsiteX819" fmla="*/ 5426491 w 7467600"/>
              <a:gd name="connsiteY819" fmla="*/ 281128 h 6858000"/>
              <a:gd name="connsiteX820" fmla="*/ 5731212 w 7467600"/>
              <a:gd name="connsiteY820" fmla="*/ 231951 h 6858000"/>
              <a:gd name="connsiteX821" fmla="*/ 5905192 w 7467600"/>
              <a:gd name="connsiteY821" fmla="*/ 163079 h 6858000"/>
              <a:gd name="connsiteX822" fmla="*/ 5944437 w 7467600"/>
              <a:gd name="connsiteY822" fmla="*/ 113829 h 6858000"/>
              <a:gd name="connsiteX823" fmla="*/ 5825032 w 7467600"/>
              <a:gd name="connsiteY823" fmla="*/ 146405 h 6858000"/>
              <a:gd name="connsiteX824" fmla="*/ 4955599 w 7467600"/>
              <a:gd name="connsiteY824" fmla="*/ 247008 h 6858000"/>
              <a:gd name="connsiteX825" fmla="*/ 5210104 w 7467600"/>
              <a:gd name="connsiteY825" fmla="*/ 228123 h 6858000"/>
              <a:gd name="connsiteX826" fmla="*/ 5261015 w 7467600"/>
              <a:gd name="connsiteY826" fmla="*/ 227087 h 6858000"/>
              <a:gd name="connsiteX827" fmla="*/ 5861181 w 7467600"/>
              <a:gd name="connsiteY827" fmla="*/ 143093 h 6858000"/>
              <a:gd name="connsiteX828" fmla="*/ 5961252 w 7467600"/>
              <a:gd name="connsiteY828" fmla="*/ 114820 h 6858000"/>
              <a:gd name="connsiteX829" fmla="*/ 5944437 w 7467600"/>
              <a:gd name="connsiteY829" fmla="*/ 113829 h 6858000"/>
              <a:gd name="connsiteX830" fmla="*/ 3882765 w 7467600"/>
              <a:gd name="connsiteY830" fmla="*/ 0 h 6858000"/>
              <a:gd name="connsiteX831" fmla="*/ 3995099 w 7467600"/>
              <a:gd name="connsiteY831" fmla="*/ 0 h 6858000"/>
              <a:gd name="connsiteX832" fmla="*/ 4163818 w 7467600"/>
              <a:gd name="connsiteY832" fmla="*/ 234104 h 6858000"/>
              <a:gd name="connsiteX833" fmla="*/ 4172099 w 7467600"/>
              <a:gd name="connsiteY833" fmla="*/ 234207 h 6858000"/>
              <a:gd name="connsiteX834" fmla="*/ 4784282 w 7467600"/>
              <a:gd name="connsiteY834" fmla="*/ 276561 h 6858000"/>
              <a:gd name="connsiteX835" fmla="*/ 4801687 w 7467600"/>
              <a:gd name="connsiteY835" fmla="*/ 267764 h 6858000"/>
              <a:gd name="connsiteX836" fmla="*/ 6082788 w 7467600"/>
              <a:gd name="connsiteY836" fmla="*/ 64119 h 6858000"/>
              <a:gd name="connsiteX837" fmla="*/ 6099442 w 7467600"/>
              <a:gd name="connsiteY837" fmla="*/ 82568 h 6858000"/>
              <a:gd name="connsiteX838" fmla="*/ 4804137 w 7467600"/>
              <a:gd name="connsiteY838" fmla="*/ 320931 h 6858000"/>
              <a:gd name="connsiteX839" fmla="*/ 4227047 w 7467600"/>
              <a:gd name="connsiteY839" fmla="*/ 313415 h 6858000"/>
              <a:gd name="connsiteX840" fmla="*/ 4346041 w 7467600"/>
              <a:gd name="connsiteY840" fmla="*/ 456086 h 6858000"/>
              <a:gd name="connsiteX841" fmla="*/ 4870967 w 7467600"/>
              <a:gd name="connsiteY841" fmla="*/ 963061 h 6858000"/>
              <a:gd name="connsiteX842" fmla="*/ 4889647 w 7467600"/>
              <a:gd name="connsiteY842" fmla="*/ 957147 h 6858000"/>
              <a:gd name="connsiteX843" fmla="*/ 5422504 w 7467600"/>
              <a:gd name="connsiteY843" fmla="*/ 805191 h 6858000"/>
              <a:gd name="connsiteX844" fmla="*/ 6087656 w 7467600"/>
              <a:gd name="connsiteY844" fmla="*/ 826703 h 6858000"/>
              <a:gd name="connsiteX845" fmla="*/ 6058717 w 7467600"/>
              <a:gd name="connsiteY845" fmla="*/ 865992 h 6858000"/>
              <a:gd name="connsiteX846" fmla="*/ 4974153 w 7467600"/>
              <a:gd name="connsiteY846" fmla="*/ 1045456 h 6858000"/>
              <a:gd name="connsiteX847" fmla="*/ 5627835 w 7467600"/>
              <a:gd name="connsiteY847" fmla="*/ 1472077 h 6858000"/>
              <a:gd name="connsiteX848" fmla="*/ 5629817 w 7467600"/>
              <a:gd name="connsiteY848" fmla="*/ 1471412 h 6858000"/>
              <a:gd name="connsiteX849" fmla="*/ 5634124 w 7467600"/>
              <a:gd name="connsiteY849" fmla="*/ 1470572 h 6858000"/>
              <a:gd name="connsiteX850" fmla="*/ 5755832 w 7467600"/>
              <a:gd name="connsiteY850" fmla="*/ 1383886 h 6858000"/>
              <a:gd name="connsiteX851" fmla="*/ 6014186 w 7467600"/>
              <a:gd name="connsiteY851" fmla="*/ 1279799 h 6858000"/>
              <a:gd name="connsiteX852" fmla="*/ 6901619 w 7467600"/>
              <a:gd name="connsiteY852" fmla="*/ 1047874 h 6858000"/>
              <a:gd name="connsiteX853" fmla="*/ 6931566 w 7467600"/>
              <a:gd name="connsiteY853" fmla="*/ 1062034 h 6858000"/>
              <a:gd name="connsiteX854" fmla="*/ 5790982 w 7467600"/>
              <a:gd name="connsiteY854" fmla="*/ 1561380 h 6858000"/>
              <a:gd name="connsiteX855" fmla="*/ 6188971 w 7467600"/>
              <a:gd name="connsiteY855" fmla="*/ 1755168 h 6858000"/>
              <a:gd name="connsiteX856" fmla="*/ 6202446 w 7467600"/>
              <a:gd name="connsiteY856" fmla="*/ 1752268 h 6858000"/>
              <a:gd name="connsiteX857" fmla="*/ 7179560 w 7467600"/>
              <a:gd name="connsiteY857" fmla="*/ 1467551 h 6858000"/>
              <a:gd name="connsiteX858" fmla="*/ 7158730 w 7467600"/>
              <a:gd name="connsiteY858" fmla="*/ 1507835 h 6858000"/>
              <a:gd name="connsiteX859" fmla="*/ 6326959 w 7467600"/>
              <a:gd name="connsiteY859" fmla="*/ 1817686 h 6858000"/>
              <a:gd name="connsiteX860" fmla="*/ 6537433 w 7467600"/>
              <a:gd name="connsiteY860" fmla="*/ 1907790 h 6858000"/>
              <a:gd name="connsiteX861" fmla="*/ 6550221 w 7467600"/>
              <a:gd name="connsiteY861" fmla="*/ 1910729 h 6858000"/>
              <a:gd name="connsiteX862" fmla="*/ 6964438 w 7467600"/>
              <a:gd name="connsiteY862" fmla="*/ 2209505 h 6858000"/>
              <a:gd name="connsiteX863" fmla="*/ 7367862 w 7467600"/>
              <a:gd name="connsiteY863" fmla="*/ 2806833 h 6858000"/>
              <a:gd name="connsiteX864" fmla="*/ 7364329 w 7467600"/>
              <a:gd name="connsiteY864" fmla="*/ 2826907 h 6858000"/>
              <a:gd name="connsiteX865" fmla="*/ 7290545 w 7467600"/>
              <a:gd name="connsiteY865" fmla="*/ 2850663 h 6858000"/>
              <a:gd name="connsiteX866" fmla="*/ 6472036 w 7467600"/>
              <a:gd name="connsiteY866" fmla="*/ 1959003 h 6858000"/>
              <a:gd name="connsiteX867" fmla="*/ 5792897 w 7467600"/>
              <a:gd name="connsiteY867" fmla="*/ 1647747 h 6858000"/>
              <a:gd name="connsiteX868" fmla="*/ 5842751 w 7467600"/>
              <a:gd name="connsiteY868" fmla="*/ 1816112 h 6858000"/>
              <a:gd name="connsiteX869" fmla="*/ 5847424 w 7467600"/>
              <a:gd name="connsiteY869" fmla="*/ 1815776 h 6858000"/>
              <a:gd name="connsiteX870" fmla="*/ 6399821 w 7467600"/>
              <a:gd name="connsiteY870" fmla="*/ 2344799 h 6858000"/>
              <a:gd name="connsiteX871" fmla="*/ 6323232 w 7467600"/>
              <a:gd name="connsiteY871" fmla="*/ 2389634 h 6858000"/>
              <a:gd name="connsiteX872" fmla="*/ 5942958 w 7467600"/>
              <a:gd name="connsiteY872" fmla="*/ 2077708 h 6858000"/>
              <a:gd name="connsiteX873" fmla="*/ 5921559 w 7467600"/>
              <a:gd name="connsiteY873" fmla="*/ 2378596 h 6858000"/>
              <a:gd name="connsiteX874" fmla="*/ 5817651 w 7467600"/>
              <a:gd name="connsiteY874" fmla="*/ 3023919 h 6858000"/>
              <a:gd name="connsiteX875" fmla="*/ 5729634 w 7467600"/>
              <a:gd name="connsiteY875" fmla="*/ 3051849 h 6858000"/>
              <a:gd name="connsiteX876" fmla="*/ 5611018 w 7467600"/>
              <a:gd name="connsiteY876" fmla="*/ 2316769 h 6858000"/>
              <a:gd name="connsiteX877" fmla="*/ 5687608 w 7467600"/>
              <a:gd name="connsiteY877" fmla="*/ 2039972 h 6858000"/>
              <a:gd name="connsiteX878" fmla="*/ 5657554 w 7467600"/>
              <a:gd name="connsiteY878" fmla="*/ 1576445 h 6858000"/>
              <a:gd name="connsiteX879" fmla="*/ 5150475 w 7467600"/>
              <a:gd name="connsiteY879" fmla="*/ 1274012 h 6858000"/>
              <a:gd name="connsiteX880" fmla="*/ 5349142 w 7467600"/>
              <a:gd name="connsiteY880" fmla="*/ 2204405 h 6858000"/>
              <a:gd name="connsiteX881" fmla="*/ 5262214 w 7467600"/>
              <a:gd name="connsiteY881" fmla="*/ 2233836 h 6858000"/>
              <a:gd name="connsiteX882" fmla="*/ 4981539 w 7467600"/>
              <a:gd name="connsiteY882" fmla="*/ 1542201 h 6858000"/>
              <a:gd name="connsiteX883" fmla="*/ 4958461 w 7467600"/>
              <a:gd name="connsiteY883" fmla="*/ 1136957 h 6858000"/>
              <a:gd name="connsiteX884" fmla="*/ 4655015 w 7467600"/>
              <a:gd name="connsiteY884" fmla="*/ 891426 h 6858000"/>
              <a:gd name="connsiteX885" fmla="*/ 4348002 w 7467600"/>
              <a:gd name="connsiteY885" fmla="*/ 2205895 h 6858000"/>
              <a:gd name="connsiteX886" fmla="*/ 4262250 w 7467600"/>
              <a:gd name="connsiteY886" fmla="*/ 2219972 h 6858000"/>
              <a:gd name="connsiteX887" fmla="*/ 4550611 w 7467600"/>
              <a:gd name="connsiteY887" fmla="*/ 817540 h 6858000"/>
              <a:gd name="connsiteX888" fmla="*/ 4564418 w 7467600"/>
              <a:gd name="connsiteY888" fmla="*/ 808293 h 6858000"/>
              <a:gd name="connsiteX889" fmla="*/ 4266388 w 7467600"/>
              <a:gd name="connsiteY889" fmla="*/ 500083 h 6858000"/>
              <a:gd name="connsiteX890" fmla="*/ 4032842 w 7467600"/>
              <a:gd name="connsiteY890" fmla="*/ 211809 h 6858000"/>
              <a:gd name="connsiteX891" fmla="*/ 3882765 w 7467600"/>
              <a:gd name="connsiteY891" fmla="*/ 0 h 6858000"/>
              <a:gd name="connsiteX892" fmla="*/ 3721337 w 7467600"/>
              <a:gd name="connsiteY892" fmla="*/ 0 h 6858000"/>
              <a:gd name="connsiteX893" fmla="*/ 3797544 w 7467600"/>
              <a:gd name="connsiteY893" fmla="*/ 0 h 6858000"/>
              <a:gd name="connsiteX894" fmla="*/ 3775734 w 7467600"/>
              <a:gd name="connsiteY894" fmla="*/ 95131 h 6858000"/>
              <a:gd name="connsiteX895" fmla="*/ 3724807 w 7467600"/>
              <a:gd name="connsiteY895" fmla="*/ 272257 h 6858000"/>
              <a:gd name="connsiteX896" fmla="*/ 3726844 w 7467600"/>
              <a:gd name="connsiteY896" fmla="*/ 282988 h 6858000"/>
              <a:gd name="connsiteX897" fmla="*/ 3742664 w 7467600"/>
              <a:gd name="connsiteY897" fmla="*/ 279918 h 6858000"/>
              <a:gd name="connsiteX898" fmla="*/ 4103910 w 7467600"/>
              <a:gd name="connsiteY898" fmla="*/ 1161917 h 6858000"/>
              <a:gd name="connsiteX899" fmla="*/ 4020269 w 7467600"/>
              <a:gd name="connsiteY899" fmla="*/ 1200406 h 6858000"/>
              <a:gd name="connsiteX900" fmla="*/ 3674882 w 7467600"/>
              <a:gd name="connsiteY900" fmla="*/ 488524 h 6858000"/>
              <a:gd name="connsiteX901" fmla="*/ 3132682 w 7467600"/>
              <a:gd name="connsiteY901" fmla="*/ 1072284 h 6858000"/>
              <a:gd name="connsiteX902" fmla="*/ 2716346 w 7467600"/>
              <a:gd name="connsiteY902" fmla="*/ 1276376 h 6858000"/>
              <a:gd name="connsiteX903" fmla="*/ 2716772 w 7467600"/>
              <a:gd name="connsiteY903" fmla="*/ 1255462 h 6858000"/>
              <a:gd name="connsiteX904" fmla="*/ 3471096 w 7467600"/>
              <a:gd name="connsiteY904" fmla="*/ 437072 h 6858000"/>
              <a:gd name="connsiteX905" fmla="*/ 3639057 w 7467600"/>
              <a:gd name="connsiteY905" fmla="*/ 286334 h 6858000"/>
              <a:gd name="connsiteX906" fmla="*/ 3640309 w 7467600"/>
              <a:gd name="connsiteY906" fmla="*/ 284664 h 6858000"/>
              <a:gd name="connsiteX907" fmla="*/ 3646022 w 7467600"/>
              <a:gd name="connsiteY907" fmla="*/ 276711 h 6858000"/>
              <a:gd name="connsiteX908" fmla="*/ 3707943 w 7467600"/>
              <a:gd name="connsiteY908" fmla="*/ 65958 h 6858000"/>
              <a:gd name="connsiteX909" fmla="*/ 3721337 w 7467600"/>
              <a:gd name="connsiteY909" fmla="*/ 0 h 6858000"/>
              <a:gd name="connsiteX910" fmla="*/ 2867960 w 7467600"/>
              <a:gd name="connsiteY910" fmla="*/ 0 h 6858000"/>
              <a:gd name="connsiteX911" fmla="*/ 2926351 w 7467600"/>
              <a:gd name="connsiteY911" fmla="*/ 0 h 6858000"/>
              <a:gd name="connsiteX912" fmla="*/ 2902823 w 7467600"/>
              <a:gd name="connsiteY912" fmla="*/ 262929 h 6858000"/>
              <a:gd name="connsiteX913" fmla="*/ 2940663 w 7467600"/>
              <a:gd name="connsiteY913" fmla="*/ 140884 h 6858000"/>
              <a:gd name="connsiteX914" fmla="*/ 2947039 w 7467600"/>
              <a:gd name="connsiteY914" fmla="*/ 122524 h 6858000"/>
              <a:gd name="connsiteX915" fmla="*/ 2984316 w 7467600"/>
              <a:gd name="connsiteY915" fmla="*/ 0 h 6858000"/>
              <a:gd name="connsiteX916" fmla="*/ 3016114 w 7467600"/>
              <a:gd name="connsiteY916" fmla="*/ 0 h 6858000"/>
              <a:gd name="connsiteX917" fmla="*/ 2979949 w 7467600"/>
              <a:gd name="connsiteY917" fmla="*/ 119274 h 6858000"/>
              <a:gd name="connsiteX918" fmla="*/ 3023879 w 7467600"/>
              <a:gd name="connsiteY918" fmla="*/ 0 h 6858000"/>
              <a:gd name="connsiteX919" fmla="*/ 3105400 w 7467600"/>
              <a:gd name="connsiteY919" fmla="*/ 0 h 6858000"/>
              <a:gd name="connsiteX920" fmla="*/ 3094669 w 7467600"/>
              <a:gd name="connsiteY920" fmla="*/ 30308 h 6858000"/>
              <a:gd name="connsiteX921" fmla="*/ 2901945 w 7467600"/>
              <a:gd name="connsiteY921" fmla="*/ 466538 h 6858000"/>
              <a:gd name="connsiteX922" fmla="*/ 2815209 w 7467600"/>
              <a:gd name="connsiteY922" fmla="*/ 497361 h 6858000"/>
              <a:gd name="connsiteX923" fmla="*/ 2844845 w 7467600"/>
              <a:gd name="connsiteY923" fmla="*/ 127638 h 6858000"/>
              <a:gd name="connsiteX924" fmla="*/ 2867960 w 7467600"/>
              <a:gd name="connsiteY924" fmla="*/ 0 h 6858000"/>
              <a:gd name="connsiteX925" fmla="*/ 1057230 w 7467600"/>
              <a:gd name="connsiteY925" fmla="*/ 0 h 6858000"/>
              <a:gd name="connsiteX926" fmla="*/ 1111003 w 7467600"/>
              <a:gd name="connsiteY926" fmla="*/ 0 h 6858000"/>
              <a:gd name="connsiteX927" fmla="*/ 1125553 w 7467600"/>
              <a:gd name="connsiteY927" fmla="*/ 52588 h 6858000"/>
              <a:gd name="connsiteX928" fmla="*/ 1304276 w 7467600"/>
              <a:gd name="connsiteY928" fmla="*/ 476275 h 6858000"/>
              <a:gd name="connsiteX929" fmla="*/ 1492066 w 7467600"/>
              <a:gd name="connsiteY929" fmla="*/ 886333 h 6858000"/>
              <a:gd name="connsiteX930" fmla="*/ 1423698 w 7467600"/>
              <a:gd name="connsiteY930" fmla="*/ 710817 h 6858000"/>
              <a:gd name="connsiteX931" fmla="*/ 1357609 w 7467600"/>
              <a:gd name="connsiteY931" fmla="*/ 532892 h 6858000"/>
              <a:gd name="connsiteX932" fmla="*/ 1309550 w 7467600"/>
              <a:gd name="connsiteY932" fmla="*/ 374031 h 6858000"/>
              <a:gd name="connsiteX933" fmla="*/ 1193673 w 7467600"/>
              <a:gd name="connsiteY933" fmla="*/ 49533 h 6858000"/>
              <a:gd name="connsiteX934" fmla="*/ 1164391 w 7467600"/>
              <a:gd name="connsiteY934" fmla="*/ 0 h 6858000"/>
              <a:gd name="connsiteX935" fmla="*/ 1200666 w 7467600"/>
              <a:gd name="connsiteY935" fmla="*/ 0 h 6858000"/>
              <a:gd name="connsiteX936" fmla="*/ 1223408 w 7467600"/>
              <a:gd name="connsiteY936" fmla="*/ 38996 h 6858000"/>
              <a:gd name="connsiteX937" fmla="*/ 1339635 w 7467600"/>
              <a:gd name="connsiteY937" fmla="*/ 365517 h 6858000"/>
              <a:gd name="connsiteX938" fmla="*/ 1387469 w 7467600"/>
              <a:gd name="connsiteY938" fmla="*/ 523079 h 6858000"/>
              <a:gd name="connsiteX939" fmla="*/ 1452685 w 7467600"/>
              <a:gd name="connsiteY939" fmla="*/ 699806 h 6858000"/>
              <a:gd name="connsiteX940" fmla="*/ 1492092 w 7467600"/>
              <a:gd name="connsiteY940" fmla="*/ 800424 h 6858000"/>
              <a:gd name="connsiteX941" fmla="*/ 1455302 w 7467600"/>
              <a:gd name="connsiteY941" fmla="*/ 632913 h 6858000"/>
              <a:gd name="connsiteX942" fmla="*/ 1222336 w 7467600"/>
              <a:gd name="connsiteY942" fmla="*/ 9480 h 6858000"/>
              <a:gd name="connsiteX943" fmla="*/ 1214634 w 7467600"/>
              <a:gd name="connsiteY943" fmla="*/ 0 h 6858000"/>
              <a:gd name="connsiteX944" fmla="*/ 1289827 w 7467600"/>
              <a:gd name="connsiteY944" fmla="*/ 0 h 6858000"/>
              <a:gd name="connsiteX945" fmla="*/ 1321076 w 7467600"/>
              <a:gd name="connsiteY945" fmla="*/ 59722 h 6858000"/>
              <a:gd name="connsiteX946" fmla="*/ 1512579 w 7467600"/>
              <a:gd name="connsiteY946" fmla="*/ 626441 h 6858000"/>
              <a:gd name="connsiteX947" fmla="*/ 1506076 w 7467600"/>
              <a:gd name="connsiteY947" fmla="*/ 1089289 h 6858000"/>
              <a:gd name="connsiteX948" fmla="*/ 1486346 w 7467600"/>
              <a:gd name="connsiteY948" fmla="*/ 1079919 h 6858000"/>
              <a:gd name="connsiteX949" fmla="*/ 1070511 w 7467600"/>
              <a:gd name="connsiteY949" fmla="*/ 48609 h 6858000"/>
              <a:gd name="connsiteX950" fmla="*/ 1057230 w 7467600"/>
              <a:gd name="connsiteY950" fmla="*/ 0 h 6858000"/>
              <a:gd name="connsiteX951" fmla="*/ 43151 w 7467600"/>
              <a:gd name="connsiteY951" fmla="*/ 0 h 6858000"/>
              <a:gd name="connsiteX952" fmla="*/ 95283 w 7467600"/>
              <a:gd name="connsiteY952" fmla="*/ 0 h 6858000"/>
              <a:gd name="connsiteX953" fmla="*/ 300708 w 7467600"/>
              <a:gd name="connsiteY953" fmla="*/ 154571 h 6858000"/>
              <a:gd name="connsiteX954" fmla="*/ 530414 w 7467600"/>
              <a:gd name="connsiteY954" fmla="*/ 354673 h 6858000"/>
              <a:gd name="connsiteX955" fmla="*/ 333785 w 7467600"/>
              <a:gd name="connsiteY955" fmla="*/ 161564 h 6858000"/>
              <a:gd name="connsiteX956" fmla="*/ 147005 w 7467600"/>
              <a:gd name="connsiteY956" fmla="*/ 0 h 6858000"/>
              <a:gd name="connsiteX957" fmla="*/ 272509 w 7467600"/>
              <a:gd name="connsiteY957" fmla="*/ 0 h 6858000"/>
              <a:gd name="connsiteX958" fmla="*/ 326276 w 7467600"/>
              <a:gd name="connsiteY958" fmla="*/ 45847 h 6858000"/>
              <a:gd name="connsiteX959" fmla="*/ 823759 w 7467600"/>
              <a:gd name="connsiteY959" fmla="*/ 574145 h 6858000"/>
              <a:gd name="connsiteX960" fmla="*/ 811254 w 7467600"/>
              <a:gd name="connsiteY960" fmla="*/ 665546 h 6858000"/>
              <a:gd name="connsiteX961" fmla="*/ 154042 w 7467600"/>
              <a:gd name="connsiteY961" fmla="*/ 261522 h 6858000"/>
              <a:gd name="connsiteX962" fmla="*/ 13550 w 7467600"/>
              <a:gd name="connsiteY962" fmla="*/ 158423 h 6858000"/>
              <a:gd name="connsiteX963" fmla="*/ 0 w 7467600"/>
              <a:gd name="connsiteY963" fmla="*/ 146618 h 6858000"/>
              <a:gd name="connsiteX964" fmla="*/ 0 w 7467600"/>
              <a:gd name="connsiteY964" fmla="*/ 59161 h 6858000"/>
              <a:gd name="connsiteX965" fmla="*/ 45427 w 7467600"/>
              <a:gd name="connsiteY965" fmla="*/ 101078 h 6858000"/>
              <a:gd name="connsiteX966" fmla="*/ 630103 w 7467600"/>
              <a:gd name="connsiteY966" fmla="*/ 485885 h 6858000"/>
              <a:gd name="connsiteX967" fmla="*/ 532040 w 7467600"/>
              <a:gd name="connsiteY967" fmla="*/ 399359 h 6858000"/>
              <a:gd name="connsiteX968" fmla="*/ 517618 w 7467600"/>
              <a:gd name="connsiteY968" fmla="*/ 385726 h 6858000"/>
              <a:gd name="connsiteX969" fmla="*/ 285074 w 7467600"/>
              <a:gd name="connsiteY969" fmla="*/ 182755 h 6858000"/>
              <a:gd name="connsiteX970" fmla="*/ 43151 w 7467600"/>
              <a:gd name="connsiteY97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105827 w 7467600"/>
              <a:gd name="connsiteY80" fmla="*/ 5718700 h 6858000"/>
              <a:gd name="connsiteX81" fmla="*/ 7356878 w 7467600"/>
              <a:gd name="connsiteY81" fmla="*/ 5981332 h 6858000"/>
              <a:gd name="connsiteX82" fmla="*/ 7467600 w 7467600"/>
              <a:gd name="connsiteY82" fmla="*/ 6117703 h 6858000"/>
              <a:gd name="connsiteX83" fmla="*/ 7467600 w 7467600"/>
              <a:gd name="connsiteY83" fmla="*/ 6163634 h 6858000"/>
              <a:gd name="connsiteX84" fmla="*/ 7403637 w 7467600"/>
              <a:gd name="connsiteY84" fmla="*/ 6083957 h 6858000"/>
              <a:gd name="connsiteX85" fmla="*/ 7254615 w 7467600"/>
              <a:gd name="connsiteY85" fmla="*/ 5911918 h 6858000"/>
              <a:gd name="connsiteX86" fmla="*/ 7312589 w 7467600"/>
              <a:gd name="connsiteY86" fmla="*/ 5982309 h 6858000"/>
              <a:gd name="connsiteX87" fmla="*/ 7448321 w 7467600"/>
              <a:gd name="connsiteY87" fmla="*/ 6190991 h 6858000"/>
              <a:gd name="connsiteX88" fmla="*/ 7467600 w 7467600"/>
              <a:gd name="connsiteY88" fmla="*/ 6221686 h 6858000"/>
              <a:gd name="connsiteX89" fmla="*/ 7467600 w 7467600"/>
              <a:gd name="connsiteY89" fmla="*/ 6334256 h 6858000"/>
              <a:gd name="connsiteX90" fmla="*/ 7454976 w 7467600"/>
              <a:gd name="connsiteY90" fmla="*/ 6318297 h 6858000"/>
              <a:gd name="connsiteX91" fmla="*/ 1456157 w 7467600"/>
              <a:gd name="connsiteY91" fmla="*/ 5371404 h 6858000"/>
              <a:gd name="connsiteX92" fmla="*/ 1244432 w 7467600"/>
              <a:gd name="connsiteY92" fmla="*/ 5385601 h 6858000"/>
              <a:gd name="connsiteX93" fmla="*/ 973990 w 7467600"/>
              <a:gd name="connsiteY93" fmla="*/ 5424940 h 6858000"/>
              <a:gd name="connsiteX94" fmla="*/ 1103809 w 7467600"/>
              <a:gd name="connsiteY94" fmla="*/ 5433720 h 6858000"/>
              <a:gd name="connsiteX95" fmla="*/ 1123454 w 7467600"/>
              <a:gd name="connsiteY95" fmla="*/ 5435727 h 6858000"/>
              <a:gd name="connsiteX96" fmla="*/ 1737017 w 7467600"/>
              <a:gd name="connsiteY96" fmla="*/ 5452183 h 6858000"/>
              <a:gd name="connsiteX97" fmla="*/ 1824397 w 7467600"/>
              <a:gd name="connsiteY97" fmla="*/ 5447757 h 6858000"/>
              <a:gd name="connsiteX98" fmla="*/ 2070059 w 7467600"/>
              <a:gd name="connsiteY98" fmla="*/ 5441660 h 6858000"/>
              <a:gd name="connsiteX99" fmla="*/ 1456157 w 7467600"/>
              <a:gd name="connsiteY99" fmla="*/ 5371404 h 6858000"/>
              <a:gd name="connsiteX100" fmla="*/ 4988186 w 7467600"/>
              <a:gd name="connsiteY100" fmla="*/ 5216467 h 6858000"/>
              <a:gd name="connsiteX101" fmla="*/ 4777334 w 7467600"/>
              <a:gd name="connsiteY101" fmla="*/ 5406072 h 6858000"/>
              <a:gd name="connsiteX102" fmla="*/ 4718341 w 7467600"/>
              <a:gd name="connsiteY102" fmla="*/ 5468043 h 6858000"/>
              <a:gd name="connsiteX103" fmla="*/ 4604655 w 7467600"/>
              <a:gd name="connsiteY103" fmla="*/ 5583434 h 6858000"/>
              <a:gd name="connsiteX104" fmla="*/ 4565074 w 7467600"/>
              <a:gd name="connsiteY104" fmla="*/ 5618550 h 6858000"/>
              <a:gd name="connsiteX105" fmla="*/ 4988186 w 7467600"/>
              <a:gd name="connsiteY105" fmla="*/ 5216467 h 6858000"/>
              <a:gd name="connsiteX106" fmla="*/ 4978032 w 7467600"/>
              <a:gd name="connsiteY106" fmla="*/ 5183809 h 6858000"/>
              <a:gd name="connsiteX107" fmla="*/ 4463413 w 7467600"/>
              <a:gd name="connsiteY107" fmla="*/ 5615162 h 6858000"/>
              <a:gd name="connsiteX108" fmla="*/ 4358134 w 7467600"/>
              <a:gd name="connsiteY108" fmla="*/ 5742791 h 6858000"/>
              <a:gd name="connsiteX109" fmla="*/ 4376219 w 7467600"/>
              <a:gd name="connsiteY109" fmla="*/ 5729027 h 6858000"/>
              <a:gd name="connsiteX110" fmla="*/ 4582340 w 7467600"/>
              <a:gd name="connsiteY110" fmla="*/ 5561037 h 6858000"/>
              <a:gd name="connsiteX111" fmla="*/ 4694684 w 7467600"/>
              <a:gd name="connsiteY111" fmla="*/ 5447098 h 6858000"/>
              <a:gd name="connsiteX112" fmla="*/ 4754123 w 7467600"/>
              <a:gd name="connsiteY112" fmla="*/ 5384643 h 6858000"/>
              <a:gd name="connsiteX113" fmla="*/ 4978032 w 7467600"/>
              <a:gd name="connsiteY113" fmla="*/ 5183809 h 6858000"/>
              <a:gd name="connsiteX114" fmla="*/ 1903353 w 7467600"/>
              <a:gd name="connsiteY114" fmla="*/ 5044827 h 6858000"/>
              <a:gd name="connsiteX115" fmla="*/ 1936931 w 7467600"/>
              <a:gd name="connsiteY115" fmla="*/ 5093954 h 6858000"/>
              <a:gd name="connsiteX116" fmla="*/ 2195868 w 7467600"/>
              <a:gd name="connsiteY116" fmla="*/ 5396574 h 6858000"/>
              <a:gd name="connsiteX117" fmla="*/ 2088852 w 7467600"/>
              <a:gd name="connsiteY117" fmla="*/ 5166123 h 6858000"/>
              <a:gd name="connsiteX118" fmla="*/ 1958241 w 7467600"/>
              <a:gd name="connsiteY118" fmla="*/ 5067955 h 6858000"/>
              <a:gd name="connsiteX119" fmla="*/ 1903353 w 7467600"/>
              <a:gd name="connsiteY119" fmla="*/ 5044827 h 6858000"/>
              <a:gd name="connsiteX120" fmla="*/ 1979378 w 7467600"/>
              <a:gd name="connsiteY120" fmla="*/ 4769504 h 6858000"/>
              <a:gd name="connsiteX121" fmla="*/ 2882120 w 7467600"/>
              <a:gd name="connsiteY121" fmla="*/ 5064547 h 6858000"/>
              <a:gd name="connsiteX122" fmla="*/ 2793103 w 7467600"/>
              <a:gd name="connsiteY122" fmla="*/ 5039699 h 6858000"/>
              <a:gd name="connsiteX123" fmla="*/ 2770041 w 7467600"/>
              <a:gd name="connsiteY123" fmla="*/ 5033634 h 6858000"/>
              <a:gd name="connsiteX124" fmla="*/ 1979378 w 7467600"/>
              <a:gd name="connsiteY124" fmla="*/ 4769504 h 6858000"/>
              <a:gd name="connsiteX125" fmla="*/ 1927410 w 7467600"/>
              <a:gd name="connsiteY125" fmla="*/ 4716164 h 6858000"/>
              <a:gd name="connsiteX126" fmla="*/ 1959587 w 7467600"/>
              <a:gd name="connsiteY126" fmla="*/ 4728849 h 6858000"/>
              <a:gd name="connsiteX127" fmla="*/ 2777707 w 7467600"/>
              <a:gd name="connsiteY127" fmla="*/ 5003991 h 6858000"/>
              <a:gd name="connsiteX128" fmla="*/ 2800768 w 7467600"/>
              <a:gd name="connsiteY128" fmla="*/ 5010056 h 6858000"/>
              <a:gd name="connsiteX129" fmla="*/ 2879408 w 7467600"/>
              <a:gd name="connsiteY129" fmla="*/ 5031590 h 6858000"/>
              <a:gd name="connsiteX130" fmla="*/ 2862295 w 7467600"/>
              <a:gd name="connsiteY130" fmla="*/ 5022958 h 6858000"/>
              <a:gd name="connsiteX131" fmla="*/ 2813343 w 7467600"/>
              <a:gd name="connsiteY131" fmla="*/ 4998369 h 6858000"/>
              <a:gd name="connsiteX132" fmla="*/ 2646245 w 7467600"/>
              <a:gd name="connsiteY132" fmla="*/ 4930999 h 6858000"/>
              <a:gd name="connsiteX133" fmla="*/ 1999243 w 7467600"/>
              <a:gd name="connsiteY133" fmla="*/ 4730524 h 6858000"/>
              <a:gd name="connsiteX134" fmla="*/ 1979527 w 7467600"/>
              <a:gd name="connsiteY134" fmla="*/ 4726651 h 6858000"/>
              <a:gd name="connsiteX135" fmla="*/ 1927410 w 7467600"/>
              <a:gd name="connsiteY135" fmla="*/ 4716164 h 6858000"/>
              <a:gd name="connsiteX136" fmla="*/ 1997014 w 7467600"/>
              <a:gd name="connsiteY136" fmla="*/ 4698007 h 6858000"/>
              <a:gd name="connsiteX137" fmla="*/ 2005458 w 7467600"/>
              <a:gd name="connsiteY137" fmla="*/ 4699540 h 6858000"/>
              <a:gd name="connsiteX138" fmla="*/ 2657186 w 7467600"/>
              <a:gd name="connsiteY138" fmla="*/ 4901687 h 6858000"/>
              <a:gd name="connsiteX139" fmla="*/ 2826662 w 7467600"/>
              <a:gd name="connsiteY139" fmla="*/ 4970362 h 6858000"/>
              <a:gd name="connsiteX140" fmla="*/ 2876100 w 7467600"/>
              <a:gd name="connsiteY140" fmla="*/ 4995397 h 6858000"/>
              <a:gd name="connsiteX141" fmla="*/ 3042600 w 7467600"/>
              <a:gd name="connsiteY141" fmla="*/ 5059532 h 6858000"/>
              <a:gd name="connsiteX142" fmla="*/ 1997014 w 7467600"/>
              <a:gd name="connsiteY142" fmla="*/ 4698007 h 6858000"/>
              <a:gd name="connsiteX143" fmla="*/ 2305292 w 7467600"/>
              <a:gd name="connsiteY143" fmla="*/ 4219492 h 6858000"/>
              <a:gd name="connsiteX144" fmla="*/ 3360922 w 7467600"/>
              <a:gd name="connsiteY144" fmla="*/ 4529373 h 6858000"/>
              <a:gd name="connsiteX145" fmla="*/ 3492420 w 7467600"/>
              <a:gd name="connsiteY145" fmla="*/ 4510145 h 6858000"/>
              <a:gd name="connsiteX146" fmla="*/ 3364086 w 7467600"/>
              <a:gd name="connsiteY146" fmla="*/ 4480340 h 6858000"/>
              <a:gd name="connsiteX147" fmla="*/ 3225818 w 7467600"/>
              <a:gd name="connsiteY147" fmla="*/ 4411822 h 6858000"/>
              <a:gd name="connsiteX148" fmla="*/ 3129696 w 7467600"/>
              <a:gd name="connsiteY148" fmla="*/ 4360704 h 6858000"/>
              <a:gd name="connsiteX149" fmla="*/ 2814545 w 7467600"/>
              <a:gd name="connsiteY149" fmla="*/ 4282955 h 6858000"/>
              <a:gd name="connsiteX150" fmla="*/ 2305292 w 7467600"/>
              <a:gd name="connsiteY150" fmla="*/ 4219492 h 6858000"/>
              <a:gd name="connsiteX151" fmla="*/ 2626982 w 7467600"/>
              <a:gd name="connsiteY151" fmla="*/ 4206450 h 6858000"/>
              <a:gd name="connsiteX152" fmla="*/ 2490617 w 7467600"/>
              <a:gd name="connsiteY152" fmla="*/ 4206951 h 6858000"/>
              <a:gd name="connsiteX153" fmla="*/ 2819869 w 7467600"/>
              <a:gd name="connsiteY153" fmla="*/ 4252936 h 6858000"/>
              <a:gd name="connsiteX154" fmla="*/ 3143018 w 7467600"/>
              <a:gd name="connsiteY154" fmla="*/ 4332698 h 6858000"/>
              <a:gd name="connsiteX155" fmla="*/ 3241520 w 7467600"/>
              <a:gd name="connsiteY155" fmla="*/ 4385112 h 6858000"/>
              <a:gd name="connsiteX156" fmla="*/ 3374575 w 7467600"/>
              <a:gd name="connsiteY156" fmla="*/ 4451517 h 6858000"/>
              <a:gd name="connsiteX157" fmla="*/ 3505221 w 7467600"/>
              <a:gd name="connsiteY157" fmla="*/ 4480757 h 6858000"/>
              <a:gd name="connsiteX158" fmla="*/ 2626982 w 7467600"/>
              <a:gd name="connsiteY158" fmla="*/ 4206450 h 6858000"/>
              <a:gd name="connsiteX159" fmla="*/ 1310106 w 7467600"/>
              <a:gd name="connsiteY159" fmla="*/ 3943217 h 6858000"/>
              <a:gd name="connsiteX160" fmla="*/ 854994 w 7467600"/>
              <a:gd name="connsiteY160" fmla="*/ 4399136 h 6858000"/>
              <a:gd name="connsiteX161" fmla="*/ 742462 w 7467600"/>
              <a:gd name="connsiteY161" fmla="*/ 4594648 h 6858000"/>
              <a:gd name="connsiteX162" fmla="*/ 820602 w 7467600"/>
              <a:gd name="connsiteY162" fmla="*/ 4485915 h 6858000"/>
              <a:gd name="connsiteX163" fmla="*/ 878295 w 7467600"/>
              <a:gd name="connsiteY163" fmla="*/ 4403594 h 6858000"/>
              <a:gd name="connsiteX164" fmla="*/ 1240607 w 7467600"/>
              <a:gd name="connsiteY164" fmla="*/ 4010401 h 6858000"/>
              <a:gd name="connsiteX165" fmla="*/ 1310106 w 7467600"/>
              <a:gd name="connsiteY165" fmla="*/ 3943217 h 6858000"/>
              <a:gd name="connsiteX166" fmla="*/ 1423113 w 7467600"/>
              <a:gd name="connsiteY166" fmla="*/ 3874565 h 6858000"/>
              <a:gd name="connsiteX167" fmla="*/ 1260565 w 7467600"/>
              <a:gd name="connsiteY167" fmla="*/ 4031982 h 6858000"/>
              <a:gd name="connsiteX168" fmla="*/ 901900 w 7467600"/>
              <a:gd name="connsiteY168" fmla="*/ 4421236 h 6858000"/>
              <a:gd name="connsiteX169" fmla="*/ 845044 w 7467600"/>
              <a:gd name="connsiteY169" fmla="*/ 4502436 h 6858000"/>
              <a:gd name="connsiteX170" fmla="*/ 685926 w 7467600"/>
              <a:gd name="connsiteY170" fmla="*/ 4703069 h 6858000"/>
              <a:gd name="connsiteX171" fmla="*/ 684248 w 7467600"/>
              <a:gd name="connsiteY171" fmla="*/ 4706721 h 6858000"/>
              <a:gd name="connsiteX172" fmla="*/ 1423113 w 7467600"/>
              <a:gd name="connsiteY172" fmla="*/ 3874565 h 6858000"/>
              <a:gd name="connsiteX173" fmla="*/ 3316479 w 7467600"/>
              <a:gd name="connsiteY173" fmla="*/ 3872136 h 6858000"/>
              <a:gd name="connsiteX174" fmla="*/ 3546806 w 7467600"/>
              <a:gd name="connsiteY174" fmla="*/ 4356139 h 6858000"/>
              <a:gd name="connsiteX175" fmla="*/ 3364433 w 7467600"/>
              <a:gd name="connsiteY175" fmla="*/ 3953121 h 6858000"/>
              <a:gd name="connsiteX176" fmla="*/ 3316479 w 7467600"/>
              <a:gd name="connsiteY176" fmla="*/ 3872136 h 6858000"/>
              <a:gd name="connsiteX177" fmla="*/ 3291335 w 7467600"/>
              <a:gd name="connsiteY177" fmla="*/ 3767420 h 6858000"/>
              <a:gd name="connsiteX178" fmla="*/ 3390805 w 7467600"/>
              <a:gd name="connsiteY178" fmla="*/ 3937163 h 6858000"/>
              <a:gd name="connsiteX179" fmla="*/ 3579062 w 7467600"/>
              <a:gd name="connsiteY179" fmla="*/ 4359040 h 6858000"/>
              <a:gd name="connsiteX180" fmla="*/ 3467355 w 7467600"/>
              <a:gd name="connsiteY180" fmla="*/ 3988130 h 6858000"/>
              <a:gd name="connsiteX181" fmla="*/ 3310753 w 7467600"/>
              <a:gd name="connsiteY181" fmla="*/ 3787140 h 6858000"/>
              <a:gd name="connsiteX182" fmla="*/ 3291335 w 7467600"/>
              <a:gd name="connsiteY182" fmla="*/ 3767420 h 6858000"/>
              <a:gd name="connsiteX183" fmla="*/ 1635889 w 7467600"/>
              <a:gd name="connsiteY183" fmla="*/ 3709494 h 6858000"/>
              <a:gd name="connsiteX184" fmla="*/ 1634800 w 7467600"/>
              <a:gd name="connsiteY184" fmla="*/ 3731111 h 6858000"/>
              <a:gd name="connsiteX185" fmla="*/ 1635889 w 7467600"/>
              <a:gd name="connsiteY185" fmla="*/ 3709494 h 6858000"/>
              <a:gd name="connsiteX186" fmla="*/ 1510397 w 7467600"/>
              <a:gd name="connsiteY186" fmla="*/ 3684705 h 6858000"/>
              <a:gd name="connsiteX187" fmla="*/ 1146550 w 7467600"/>
              <a:gd name="connsiteY187" fmla="*/ 3802012 h 6858000"/>
              <a:gd name="connsiteX188" fmla="*/ 698834 w 7467600"/>
              <a:gd name="connsiteY188" fmla="*/ 3952272 h 6858000"/>
              <a:gd name="connsiteX189" fmla="*/ 34256 w 7467600"/>
              <a:gd name="connsiteY189" fmla="*/ 4347603 h 6858000"/>
              <a:gd name="connsiteX190" fmla="*/ 527241 w 7467600"/>
              <a:gd name="connsiteY190" fmla="*/ 4065078 h 6858000"/>
              <a:gd name="connsiteX191" fmla="*/ 1510397 w 7467600"/>
              <a:gd name="connsiteY191" fmla="*/ 3684705 h 6858000"/>
              <a:gd name="connsiteX192" fmla="*/ 1313114 w 7467600"/>
              <a:gd name="connsiteY192" fmla="*/ 3655216 h 6858000"/>
              <a:gd name="connsiteX193" fmla="*/ 1109304 w 7467600"/>
              <a:gd name="connsiteY193" fmla="*/ 3669030 h 6858000"/>
              <a:gd name="connsiteX194" fmla="*/ 8129 w 7467600"/>
              <a:gd name="connsiteY194" fmla="*/ 4330519 h 6858000"/>
              <a:gd name="connsiteX195" fmla="*/ 687572 w 7467600"/>
              <a:gd name="connsiteY195" fmla="*/ 3925629 h 6858000"/>
              <a:gd name="connsiteX196" fmla="*/ 1138365 w 7467600"/>
              <a:gd name="connsiteY196" fmla="*/ 3774515 h 6858000"/>
              <a:gd name="connsiteX197" fmla="*/ 1505579 w 7467600"/>
              <a:gd name="connsiteY197" fmla="*/ 3655526 h 6858000"/>
              <a:gd name="connsiteX198" fmla="*/ 1313114 w 7467600"/>
              <a:gd name="connsiteY198" fmla="*/ 3655216 h 6858000"/>
              <a:gd name="connsiteX199" fmla="*/ 3655073 w 7467600"/>
              <a:gd name="connsiteY199" fmla="*/ 3650884 h 6858000"/>
              <a:gd name="connsiteX200" fmla="*/ 3989938 w 7467600"/>
              <a:gd name="connsiteY200" fmla="*/ 3991685 h 6858000"/>
              <a:gd name="connsiteX201" fmla="*/ 4393907 w 7467600"/>
              <a:gd name="connsiteY201" fmla="*/ 4261258 h 6858000"/>
              <a:gd name="connsiteX202" fmla="*/ 4648051 w 7467600"/>
              <a:gd name="connsiteY202" fmla="*/ 4374051 h 6858000"/>
              <a:gd name="connsiteX203" fmla="*/ 4383389 w 7467600"/>
              <a:gd name="connsiteY203" fmla="*/ 4184369 h 6858000"/>
              <a:gd name="connsiteX204" fmla="*/ 4165508 w 7467600"/>
              <a:gd name="connsiteY204" fmla="*/ 4035196 h 6858000"/>
              <a:gd name="connsiteX205" fmla="*/ 4068162 w 7467600"/>
              <a:gd name="connsiteY205" fmla="*/ 3953394 h 6858000"/>
              <a:gd name="connsiteX206" fmla="*/ 3981416 w 7467600"/>
              <a:gd name="connsiteY206" fmla="*/ 3880482 h 6858000"/>
              <a:gd name="connsiteX207" fmla="*/ 3800147 w 7467600"/>
              <a:gd name="connsiteY207" fmla="*/ 3749872 h 6858000"/>
              <a:gd name="connsiteX208" fmla="*/ 3655073 w 7467600"/>
              <a:gd name="connsiteY208" fmla="*/ 3650884 h 6858000"/>
              <a:gd name="connsiteX209" fmla="*/ 3670252 w 7467600"/>
              <a:gd name="connsiteY209" fmla="*/ 3622798 h 6858000"/>
              <a:gd name="connsiteX210" fmla="*/ 3817258 w 7467600"/>
              <a:gd name="connsiteY210" fmla="*/ 3723577 h 6858000"/>
              <a:gd name="connsiteX211" fmla="*/ 4000461 w 7467600"/>
              <a:gd name="connsiteY211" fmla="*/ 3855966 h 6858000"/>
              <a:gd name="connsiteX212" fmla="*/ 4088180 w 7467600"/>
              <a:gd name="connsiteY212" fmla="*/ 3929774 h 6858000"/>
              <a:gd name="connsiteX213" fmla="*/ 4184555 w 7467600"/>
              <a:gd name="connsiteY213" fmla="*/ 4010683 h 6858000"/>
              <a:gd name="connsiteX214" fmla="*/ 4399563 w 7467600"/>
              <a:gd name="connsiteY214" fmla="*/ 4158106 h 6858000"/>
              <a:gd name="connsiteX215" fmla="*/ 4684469 w 7467600"/>
              <a:gd name="connsiteY215" fmla="*/ 4364680 h 6858000"/>
              <a:gd name="connsiteX216" fmla="*/ 4690271 w 7467600"/>
              <a:gd name="connsiteY216" fmla="*/ 4370034 h 6858000"/>
              <a:gd name="connsiteX217" fmla="*/ 4136093 w 7467600"/>
              <a:gd name="connsiteY217" fmla="*/ 3858466 h 6858000"/>
              <a:gd name="connsiteX218" fmla="*/ 3670252 w 7467600"/>
              <a:gd name="connsiteY218" fmla="*/ 3622798 h 6858000"/>
              <a:gd name="connsiteX219" fmla="*/ 4440129 w 7467600"/>
              <a:gd name="connsiteY219" fmla="*/ 3448571 h 6858000"/>
              <a:gd name="connsiteX220" fmla="*/ 4856525 w 7467600"/>
              <a:gd name="connsiteY220" fmla="*/ 3915351 h 6858000"/>
              <a:gd name="connsiteX221" fmla="*/ 5059055 w 7467600"/>
              <a:gd name="connsiteY221" fmla="*/ 4108918 h 6858000"/>
              <a:gd name="connsiteX222" fmla="*/ 5290070 w 7467600"/>
              <a:gd name="connsiteY222" fmla="*/ 4263619 h 6858000"/>
              <a:gd name="connsiteX223" fmla="*/ 4834991 w 7467600"/>
              <a:gd name="connsiteY223" fmla="*/ 3830985 h 6858000"/>
              <a:gd name="connsiteX224" fmla="*/ 4440129 w 7467600"/>
              <a:gd name="connsiteY224" fmla="*/ 3448571 h 6858000"/>
              <a:gd name="connsiteX225" fmla="*/ 4441737 w 7467600"/>
              <a:gd name="connsiteY225" fmla="*/ 3399734 h 6858000"/>
              <a:gd name="connsiteX226" fmla="*/ 4431236 w 7467600"/>
              <a:gd name="connsiteY226" fmla="*/ 3400954 h 6858000"/>
              <a:gd name="connsiteX227" fmla="*/ 4557150 w 7467600"/>
              <a:gd name="connsiteY227" fmla="*/ 3510023 h 6858000"/>
              <a:gd name="connsiteX228" fmla="*/ 4856936 w 7467600"/>
              <a:gd name="connsiteY228" fmla="*/ 3809146 h 6858000"/>
              <a:gd name="connsiteX229" fmla="*/ 5111996 w 7467600"/>
              <a:gd name="connsiteY229" fmla="*/ 4065759 h 6858000"/>
              <a:gd name="connsiteX230" fmla="*/ 5388878 w 7467600"/>
              <a:gd name="connsiteY230" fmla="*/ 4300185 h 6858000"/>
              <a:gd name="connsiteX231" fmla="*/ 5425556 w 7467600"/>
              <a:gd name="connsiteY231" fmla="*/ 4308967 h 6858000"/>
              <a:gd name="connsiteX232" fmla="*/ 4943646 w 7467600"/>
              <a:gd name="connsiteY232" fmla="*/ 3822916 h 6858000"/>
              <a:gd name="connsiteX233" fmla="*/ 4594837 w 7467600"/>
              <a:gd name="connsiteY233" fmla="*/ 3532274 h 6858000"/>
              <a:gd name="connsiteX234" fmla="*/ 4441737 w 7467600"/>
              <a:gd name="connsiteY234" fmla="*/ 3399734 h 6858000"/>
              <a:gd name="connsiteX235" fmla="*/ 5425834 w 7467600"/>
              <a:gd name="connsiteY235" fmla="*/ 3162785 h 6858000"/>
              <a:gd name="connsiteX236" fmla="*/ 5401644 w 7467600"/>
              <a:gd name="connsiteY236" fmla="*/ 3617847 h 6858000"/>
              <a:gd name="connsiteX237" fmla="*/ 5467256 w 7467600"/>
              <a:gd name="connsiteY237" fmla="*/ 4175494 h 6858000"/>
              <a:gd name="connsiteX238" fmla="*/ 5448069 w 7467600"/>
              <a:gd name="connsiteY238" fmla="*/ 3567554 h 6858000"/>
              <a:gd name="connsiteX239" fmla="*/ 5425834 w 7467600"/>
              <a:gd name="connsiteY239" fmla="*/ 3162785 h 6858000"/>
              <a:gd name="connsiteX240" fmla="*/ 1318687 w 7467600"/>
              <a:gd name="connsiteY240" fmla="*/ 3113840 h 6858000"/>
              <a:gd name="connsiteX241" fmla="*/ 1066793 w 7467600"/>
              <a:gd name="connsiteY241" fmla="*/ 3212171 h 6858000"/>
              <a:gd name="connsiteX242" fmla="*/ 993319 w 7467600"/>
              <a:gd name="connsiteY242" fmla="*/ 3247648 h 6858000"/>
              <a:gd name="connsiteX243" fmla="*/ 853081 w 7467600"/>
              <a:gd name="connsiteY243" fmla="*/ 3312410 h 6858000"/>
              <a:gd name="connsiteX244" fmla="*/ 805957 w 7467600"/>
              <a:gd name="connsiteY244" fmla="*/ 3330443 h 6858000"/>
              <a:gd name="connsiteX245" fmla="*/ 1318687 w 7467600"/>
              <a:gd name="connsiteY245" fmla="*/ 3113840 h 6858000"/>
              <a:gd name="connsiteX246" fmla="*/ 5453702 w 7467600"/>
              <a:gd name="connsiteY246" fmla="*/ 3090882 h 6858000"/>
              <a:gd name="connsiteX247" fmla="*/ 5480135 w 7467600"/>
              <a:gd name="connsiteY247" fmla="*/ 3565802 h 6858000"/>
              <a:gd name="connsiteX248" fmla="*/ 5499023 w 7467600"/>
              <a:gd name="connsiteY248" fmla="*/ 4166310 h 6858000"/>
              <a:gd name="connsiteX249" fmla="*/ 5547022 w 7467600"/>
              <a:gd name="connsiteY249" fmla="*/ 3607838 h 6858000"/>
              <a:gd name="connsiteX250" fmla="*/ 5515964 w 7467600"/>
              <a:gd name="connsiteY250" fmla="*/ 3378541 h 6858000"/>
              <a:gd name="connsiteX251" fmla="*/ 5453702 w 7467600"/>
              <a:gd name="connsiteY251" fmla="*/ 3090882 h 6858000"/>
              <a:gd name="connsiteX252" fmla="*/ 1238695 w 7467600"/>
              <a:gd name="connsiteY252" fmla="*/ 3076820 h 6858000"/>
              <a:gd name="connsiteX253" fmla="*/ 716371 w 7467600"/>
              <a:gd name="connsiteY253" fmla="*/ 3293249 h 6858000"/>
              <a:gd name="connsiteX254" fmla="*/ 579522 w 7467600"/>
              <a:gd name="connsiteY254" fmla="*/ 3371759 h 6858000"/>
              <a:gd name="connsiteX255" fmla="*/ 600288 w 7467600"/>
              <a:gd name="connsiteY255" fmla="*/ 3365555 h 6858000"/>
              <a:gd name="connsiteX256" fmla="*/ 840692 w 7467600"/>
              <a:gd name="connsiteY256" fmla="*/ 3284921 h 6858000"/>
              <a:gd name="connsiteX257" fmla="*/ 979248 w 7467600"/>
              <a:gd name="connsiteY257" fmla="*/ 3221003 h 6858000"/>
              <a:gd name="connsiteX258" fmla="*/ 1053282 w 7467600"/>
              <a:gd name="connsiteY258" fmla="*/ 3185247 h 6858000"/>
              <a:gd name="connsiteX259" fmla="*/ 1320603 w 7467600"/>
              <a:gd name="connsiteY259" fmla="*/ 3081281 h 6858000"/>
              <a:gd name="connsiteX260" fmla="*/ 1238695 w 7467600"/>
              <a:gd name="connsiteY260" fmla="*/ 3076820 h 6858000"/>
              <a:gd name="connsiteX261" fmla="*/ 5425627 w 7467600"/>
              <a:gd name="connsiteY261" fmla="*/ 2954192 h 6858000"/>
              <a:gd name="connsiteX262" fmla="*/ 5470770 w 7467600"/>
              <a:gd name="connsiteY262" fmla="*/ 3005435 h 6858000"/>
              <a:gd name="connsiteX263" fmla="*/ 5519779 w 7467600"/>
              <a:gd name="connsiteY263" fmla="*/ 4359223 h 6858000"/>
              <a:gd name="connsiteX264" fmla="*/ 5520293 w 7467600"/>
              <a:gd name="connsiteY264" fmla="*/ 4360602 h 6858000"/>
              <a:gd name="connsiteX265" fmla="*/ 5767221 w 7467600"/>
              <a:gd name="connsiteY265" fmla="*/ 4665564 h 6858000"/>
              <a:gd name="connsiteX266" fmla="*/ 6937169 w 7467600"/>
              <a:gd name="connsiteY266" fmla="*/ 4815941 h 6858000"/>
              <a:gd name="connsiteX267" fmla="*/ 6953922 w 7467600"/>
              <a:gd name="connsiteY267" fmla="*/ 4890068 h 6858000"/>
              <a:gd name="connsiteX268" fmla="*/ 6071359 w 7467600"/>
              <a:gd name="connsiteY268" fmla="*/ 4770770 h 6858000"/>
              <a:gd name="connsiteX269" fmla="*/ 6038839 w 7467600"/>
              <a:gd name="connsiteY269" fmla="*/ 4764474 h 6858000"/>
              <a:gd name="connsiteX270" fmla="*/ 6038706 w 7467600"/>
              <a:gd name="connsiteY270" fmla="*/ 4763847 h 6858000"/>
              <a:gd name="connsiteX271" fmla="*/ 6037784 w 7467600"/>
              <a:gd name="connsiteY271" fmla="*/ 4764270 h 6858000"/>
              <a:gd name="connsiteX272" fmla="*/ 6038839 w 7467600"/>
              <a:gd name="connsiteY272" fmla="*/ 4764474 h 6858000"/>
              <a:gd name="connsiteX273" fmla="*/ 6040338 w 7467600"/>
              <a:gd name="connsiteY273" fmla="*/ 4771418 h 6858000"/>
              <a:gd name="connsiteX274" fmla="*/ 6024488 w 7467600"/>
              <a:gd name="connsiteY274" fmla="*/ 4809903 h 6858000"/>
              <a:gd name="connsiteX275" fmla="*/ 5599771 w 7467600"/>
              <a:gd name="connsiteY275" fmla="*/ 5509652 h 6858000"/>
              <a:gd name="connsiteX276" fmla="*/ 5548843 w 7467600"/>
              <a:gd name="connsiteY276" fmla="*/ 5563845 h 6858000"/>
              <a:gd name="connsiteX277" fmla="*/ 5940952 w 7467600"/>
              <a:gd name="connsiteY277" fmla="*/ 6250028 h 6858000"/>
              <a:gd name="connsiteX278" fmla="*/ 6043441 w 7467600"/>
              <a:gd name="connsiteY278" fmla="*/ 6665847 h 6858000"/>
              <a:gd name="connsiteX279" fmla="*/ 6093432 w 7467600"/>
              <a:gd name="connsiteY279" fmla="*/ 6858000 h 6858000"/>
              <a:gd name="connsiteX280" fmla="*/ 6034344 w 7467600"/>
              <a:gd name="connsiteY280" fmla="*/ 6858000 h 6858000"/>
              <a:gd name="connsiteX281" fmla="*/ 6026679 w 7467600"/>
              <a:gd name="connsiteY281" fmla="*/ 6836959 h 6858000"/>
              <a:gd name="connsiteX282" fmla="*/ 5800441 w 7467600"/>
              <a:gd name="connsiteY282" fmla="*/ 6335286 h 6858000"/>
              <a:gd name="connsiteX283" fmla="*/ 5526562 w 7467600"/>
              <a:gd name="connsiteY283" fmla="*/ 5705388 h 6858000"/>
              <a:gd name="connsiteX284" fmla="*/ 5519640 w 7467600"/>
              <a:gd name="connsiteY284" fmla="*/ 5683774 h 6858000"/>
              <a:gd name="connsiteX285" fmla="*/ 5844559 w 7467600"/>
              <a:gd name="connsiteY285" fmla="*/ 6553349 h 6858000"/>
              <a:gd name="connsiteX286" fmla="*/ 5975994 w 7467600"/>
              <a:gd name="connsiteY286" fmla="*/ 6858000 h 6858000"/>
              <a:gd name="connsiteX287" fmla="*/ 5898547 w 7467600"/>
              <a:gd name="connsiteY287" fmla="*/ 6858000 h 6858000"/>
              <a:gd name="connsiteX288" fmla="*/ 5682041 w 7467600"/>
              <a:gd name="connsiteY288" fmla="*/ 6355860 h 6858000"/>
              <a:gd name="connsiteX289" fmla="*/ 5461758 w 7467600"/>
              <a:gd name="connsiteY289" fmla="*/ 5820220 h 6858000"/>
              <a:gd name="connsiteX290" fmla="*/ 5237282 w 7467600"/>
              <a:gd name="connsiteY290" fmla="*/ 6579086 h 6858000"/>
              <a:gd name="connsiteX291" fmla="*/ 5115009 w 7467600"/>
              <a:gd name="connsiteY291" fmla="*/ 6858000 h 6858000"/>
              <a:gd name="connsiteX292" fmla="*/ 5028074 w 7467600"/>
              <a:gd name="connsiteY292" fmla="*/ 6858000 h 6858000"/>
              <a:gd name="connsiteX293" fmla="*/ 5079508 w 7467600"/>
              <a:gd name="connsiteY293" fmla="*/ 6749074 h 6858000"/>
              <a:gd name="connsiteX294" fmla="*/ 5371846 w 7467600"/>
              <a:gd name="connsiteY294" fmla="*/ 5924413 h 6858000"/>
              <a:gd name="connsiteX295" fmla="*/ 5270512 w 7467600"/>
              <a:gd name="connsiteY295" fmla="*/ 6138975 h 6858000"/>
              <a:gd name="connsiteX296" fmla="*/ 5062409 w 7467600"/>
              <a:gd name="connsiteY296" fmla="*/ 6653544 h 6858000"/>
              <a:gd name="connsiteX297" fmla="*/ 5036628 w 7467600"/>
              <a:gd name="connsiteY297" fmla="*/ 6754247 h 6858000"/>
              <a:gd name="connsiteX298" fmla="*/ 5009112 w 7467600"/>
              <a:gd name="connsiteY298" fmla="*/ 6858000 h 6858000"/>
              <a:gd name="connsiteX299" fmla="*/ 4976679 w 7467600"/>
              <a:gd name="connsiteY299" fmla="*/ 6858000 h 6858000"/>
              <a:gd name="connsiteX300" fmla="*/ 5006537 w 7467600"/>
              <a:gd name="connsiteY300" fmla="*/ 6747068 h 6858000"/>
              <a:gd name="connsiteX301" fmla="*/ 5032723 w 7467600"/>
              <a:gd name="connsiteY301" fmla="*/ 6644957 h 6858000"/>
              <a:gd name="connsiteX302" fmla="*/ 5242949 w 7467600"/>
              <a:gd name="connsiteY302" fmla="*/ 6125175 h 6858000"/>
              <a:gd name="connsiteX303" fmla="*/ 5286321 w 7467600"/>
              <a:gd name="connsiteY303" fmla="*/ 6033555 h 6858000"/>
              <a:gd name="connsiteX304" fmla="*/ 5008210 w 7467600"/>
              <a:gd name="connsiteY304" fmla="*/ 6649194 h 6858000"/>
              <a:gd name="connsiteX305" fmla="*/ 4986321 w 7467600"/>
              <a:gd name="connsiteY305" fmla="*/ 6765687 h 6858000"/>
              <a:gd name="connsiteX306" fmla="*/ 4973474 w 7467600"/>
              <a:gd name="connsiteY306" fmla="*/ 6858000 h 6858000"/>
              <a:gd name="connsiteX307" fmla="*/ 4907178 w 7467600"/>
              <a:gd name="connsiteY307" fmla="*/ 6858000 h 6858000"/>
              <a:gd name="connsiteX308" fmla="*/ 4910810 w 7467600"/>
              <a:gd name="connsiteY308" fmla="*/ 6829660 h 6858000"/>
              <a:gd name="connsiteX309" fmla="*/ 4987461 w 7467600"/>
              <a:gd name="connsiteY309" fmla="*/ 6432994 h 6858000"/>
              <a:gd name="connsiteX310" fmla="*/ 5179262 w 7467600"/>
              <a:gd name="connsiteY310" fmla="*/ 6035044 h 6858000"/>
              <a:gd name="connsiteX311" fmla="*/ 4689678 w 7467600"/>
              <a:gd name="connsiteY311" fmla="*/ 6440241 h 6858000"/>
              <a:gd name="connsiteX312" fmla="*/ 4477543 w 7467600"/>
              <a:gd name="connsiteY312" fmla="*/ 6674836 h 6858000"/>
              <a:gd name="connsiteX313" fmla="*/ 4329957 w 7467600"/>
              <a:gd name="connsiteY313" fmla="*/ 6858000 h 6858000"/>
              <a:gd name="connsiteX314" fmla="*/ 4218595 w 7467600"/>
              <a:gd name="connsiteY314" fmla="*/ 6858000 h 6858000"/>
              <a:gd name="connsiteX315" fmla="*/ 4368888 w 7467600"/>
              <a:gd name="connsiteY315" fmla="*/ 6668412 h 6858000"/>
              <a:gd name="connsiteX316" fmla="*/ 4563091 w 7467600"/>
              <a:gd name="connsiteY316" fmla="*/ 6442508 h 6858000"/>
              <a:gd name="connsiteX317" fmla="*/ 5387324 w 7467600"/>
              <a:gd name="connsiteY317" fmla="*/ 5705830 h 6858000"/>
              <a:gd name="connsiteX318" fmla="*/ 5073620 w 7467600"/>
              <a:gd name="connsiteY318" fmla="*/ 5955437 h 6858000"/>
              <a:gd name="connsiteX319" fmla="*/ 4689789 w 7467600"/>
              <a:gd name="connsiteY319" fmla="*/ 6268382 h 6858000"/>
              <a:gd name="connsiteX320" fmla="*/ 4418722 w 7467600"/>
              <a:gd name="connsiteY320" fmla="*/ 6570886 h 6858000"/>
              <a:gd name="connsiteX321" fmla="*/ 4214944 w 7467600"/>
              <a:gd name="connsiteY321" fmla="*/ 6858000 h 6858000"/>
              <a:gd name="connsiteX322" fmla="*/ 4177898 w 7467600"/>
              <a:gd name="connsiteY322" fmla="*/ 6858000 h 6858000"/>
              <a:gd name="connsiteX323" fmla="*/ 4391597 w 7467600"/>
              <a:gd name="connsiteY323" fmla="*/ 6556370 h 6858000"/>
              <a:gd name="connsiteX324" fmla="*/ 4668889 w 7467600"/>
              <a:gd name="connsiteY324" fmla="*/ 6246399 h 6858000"/>
              <a:gd name="connsiteX325" fmla="*/ 5055427 w 7467600"/>
              <a:gd name="connsiteY325" fmla="*/ 5931476 h 6858000"/>
              <a:gd name="connsiteX326" fmla="*/ 5371814 w 7467600"/>
              <a:gd name="connsiteY326" fmla="*/ 5678975 h 6858000"/>
              <a:gd name="connsiteX327" fmla="*/ 4987918 w 7467600"/>
              <a:gd name="connsiteY327" fmla="*/ 5838701 h 6858000"/>
              <a:gd name="connsiteX328" fmla="*/ 4317146 w 7467600"/>
              <a:gd name="connsiteY328" fmla="*/ 6587716 h 6858000"/>
              <a:gd name="connsiteX329" fmla="*/ 4171627 w 7467600"/>
              <a:gd name="connsiteY329" fmla="*/ 6858000 h 6858000"/>
              <a:gd name="connsiteX330" fmla="*/ 4081585 w 7467600"/>
              <a:gd name="connsiteY330" fmla="*/ 6858000 h 6858000"/>
              <a:gd name="connsiteX331" fmla="*/ 4238603 w 7467600"/>
              <a:gd name="connsiteY331" fmla="*/ 6559341 h 6858000"/>
              <a:gd name="connsiteX332" fmla="*/ 4778333 w 7467600"/>
              <a:gd name="connsiteY332" fmla="*/ 5873626 h 6858000"/>
              <a:gd name="connsiteX333" fmla="*/ 5414185 w 7467600"/>
              <a:gd name="connsiteY333" fmla="*/ 5573882 h 6858000"/>
              <a:gd name="connsiteX334" fmla="*/ 5959648 w 7467600"/>
              <a:gd name="connsiteY334" fmla="*/ 4760797 h 6858000"/>
              <a:gd name="connsiteX335" fmla="*/ 5355019 w 7467600"/>
              <a:gd name="connsiteY335" fmla="*/ 4734672 h 6858000"/>
              <a:gd name="connsiteX336" fmla="*/ 5083565 w 7467600"/>
              <a:gd name="connsiteY336" fmla="*/ 5179121 h 6858000"/>
              <a:gd name="connsiteX337" fmla="*/ 4713577 w 7467600"/>
              <a:gd name="connsiteY337" fmla="*/ 5616803 h 6858000"/>
              <a:gd name="connsiteX338" fmla="*/ 3989559 w 7467600"/>
              <a:gd name="connsiteY338" fmla="*/ 6145945 h 6858000"/>
              <a:gd name="connsiteX339" fmla="*/ 3939824 w 7467600"/>
              <a:gd name="connsiteY339" fmla="*/ 6066900 h 6858000"/>
              <a:gd name="connsiteX340" fmla="*/ 4584537 w 7467600"/>
              <a:gd name="connsiteY340" fmla="*/ 5324826 h 6858000"/>
              <a:gd name="connsiteX341" fmla="*/ 5037105 w 7467600"/>
              <a:gd name="connsiteY341" fmla="*/ 5088765 h 6858000"/>
              <a:gd name="connsiteX342" fmla="*/ 5039930 w 7467600"/>
              <a:gd name="connsiteY342" fmla="*/ 5089585 h 6858000"/>
              <a:gd name="connsiteX343" fmla="*/ 5263764 w 7467600"/>
              <a:gd name="connsiteY343" fmla="*/ 4735525 h 6858000"/>
              <a:gd name="connsiteX344" fmla="*/ 4086300 w 7467600"/>
              <a:gd name="connsiteY344" fmla="*/ 4884599 h 6858000"/>
              <a:gd name="connsiteX345" fmla="*/ 4085485 w 7467600"/>
              <a:gd name="connsiteY345" fmla="*/ 4899070 h 6858000"/>
              <a:gd name="connsiteX346" fmla="*/ 3871915 w 7467600"/>
              <a:gd name="connsiteY346" fmla="*/ 5253645 h 6858000"/>
              <a:gd name="connsiteX347" fmla="*/ 3799374 w 7467600"/>
              <a:gd name="connsiteY347" fmla="*/ 5466127 h 6858000"/>
              <a:gd name="connsiteX348" fmla="*/ 3498850 w 7467600"/>
              <a:gd name="connsiteY348" fmla="*/ 6661888 h 6858000"/>
              <a:gd name="connsiteX349" fmla="*/ 3399216 w 7467600"/>
              <a:gd name="connsiteY349" fmla="*/ 6858000 h 6858000"/>
              <a:gd name="connsiteX350" fmla="*/ 3303688 w 7467600"/>
              <a:gd name="connsiteY350" fmla="*/ 6858000 h 6858000"/>
              <a:gd name="connsiteX351" fmla="*/ 3391774 w 7467600"/>
              <a:gd name="connsiteY351" fmla="*/ 6697181 h 6858000"/>
              <a:gd name="connsiteX352" fmla="*/ 3735540 w 7467600"/>
              <a:gd name="connsiteY352" fmla="*/ 5546923 h 6858000"/>
              <a:gd name="connsiteX353" fmla="*/ 3729438 w 7467600"/>
              <a:gd name="connsiteY353" fmla="*/ 5569058 h 6858000"/>
              <a:gd name="connsiteX354" fmla="*/ 3707782 w 7467600"/>
              <a:gd name="connsiteY354" fmla="*/ 5644908 h 6858000"/>
              <a:gd name="connsiteX355" fmla="*/ 3583827 w 7467600"/>
              <a:gd name="connsiteY355" fmla="*/ 6039215 h 6858000"/>
              <a:gd name="connsiteX356" fmla="*/ 3547861 w 7467600"/>
              <a:gd name="connsiteY356" fmla="*/ 6129609 h 6858000"/>
              <a:gd name="connsiteX357" fmla="*/ 3490905 w 7467600"/>
              <a:gd name="connsiteY357" fmla="*/ 6277660 h 6858000"/>
              <a:gd name="connsiteX358" fmla="*/ 3455859 w 7467600"/>
              <a:gd name="connsiteY358" fmla="*/ 6391301 h 6858000"/>
              <a:gd name="connsiteX359" fmla="*/ 3429112 w 7467600"/>
              <a:gd name="connsiteY359" fmla="*/ 6479469 h 6858000"/>
              <a:gd name="connsiteX360" fmla="*/ 3304862 w 7467600"/>
              <a:gd name="connsiteY360" fmla="*/ 6796476 h 6858000"/>
              <a:gd name="connsiteX361" fmla="*/ 3276071 w 7467600"/>
              <a:gd name="connsiteY361" fmla="*/ 6858000 h 6858000"/>
              <a:gd name="connsiteX362" fmla="*/ 3240805 w 7467600"/>
              <a:gd name="connsiteY362" fmla="*/ 6858000 h 6858000"/>
              <a:gd name="connsiteX363" fmla="*/ 3275917 w 7467600"/>
              <a:gd name="connsiteY363" fmla="*/ 6783192 h 6858000"/>
              <a:gd name="connsiteX364" fmla="*/ 3399358 w 7467600"/>
              <a:gd name="connsiteY364" fmla="*/ 6469011 h 6858000"/>
              <a:gd name="connsiteX365" fmla="*/ 3425650 w 7467600"/>
              <a:gd name="connsiteY365" fmla="*/ 6381333 h 6858000"/>
              <a:gd name="connsiteX366" fmla="*/ 3460661 w 7467600"/>
              <a:gd name="connsiteY366" fmla="*/ 6266763 h 6858000"/>
              <a:gd name="connsiteX367" fmla="*/ 3518021 w 7467600"/>
              <a:gd name="connsiteY367" fmla="*/ 6117298 h 6858000"/>
              <a:gd name="connsiteX368" fmla="*/ 3554035 w 7467600"/>
              <a:gd name="connsiteY368" fmla="*/ 6027832 h 6858000"/>
              <a:gd name="connsiteX369" fmla="*/ 3677174 w 7467600"/>
              <a:gd name="connsiteY369" fmla="*/ 5636351 h 6858000"/>
              <a:gd name="connsiteX370" fmla="*/ 3698819 w 7467600"/>
              <a:gd name="connsiteY370" fmla="*/ 5560503 h 6858000"/>
              <a:gd name="connsiteX371" fmla="*/ 3702094 w 7467600"/>
              <a:gd name="connsiteY371" fmla="*/ 5549194 h 6858000"/>
              <a:gd name="connsiteX372" fmla="*/ 3398355 w 7467600"/>
              <a:gd name="connsiteY372" fmla="*/ 6094603 h 6858000"/>
              <a:gd name="connsiteX373" fmla="*/ 3193941 w 7467600"/>
              <a:gd name="connsiteY373" fmla="*/ 6798775 h 6858000"/>
              <a:gd name="connsiteX374" fmla="*/ 3184140 w 7467600"/>
              <a:gd name="connsiteY374" fmla="*/ 6858000 h 6858000"/>
              <a:gd name="connsiteX375" fmla="*/ 3099978 w 7467600"/>
              <a:gd name="connsiteY375" fmla="*/ 6858000 h 6858000"/>
              <a:gd name="connsiteX376" fmla="*/ 3101556 w 7467600"/>
              <a:gd name="connsiteY376" fmla="*/ 6843337 h 6858000"/>
              <a:gd name="connsiteX377" fmla="*/ 3370162 w 7467600"/>
              <a:gd name="connsiteY377" fmla="*/ 5785550 h 6858000"/>
              <a:gd name="connsiteX378" fmla="*/ 3746477 w 7467600"/>
              <a:gd name="connsiteY378" fmla="*/ 5377889 h 6858000"/>
              <a:gd name="connsiteX379" fmla="*/ 3863399 w 7467600"/>
              <a:gd name="connsiteY379" fmla="*/ 5087257 h 6858000"/>
              <a:gd name="connsiteX380" fmla="*/ 3968712 w 7467600"/>
              <a:gd name="connsiteY380" fmla="*/ 4913989 h 6858000"/>
              <a:gd name="connsiteX381" fmla="*/ 2792390 w 7467600"/>
              <a:gd name="connsiteY381" fmla="*/ 5382974 h 6858000"/>
              <a:gd name="connsiteX382" fmla="*/ 2714982 w 7467600"/>
              <a:gd name="connsiteY382" fmla="*/ 5427051 h 6858000"/>
              <a:gd name="connsiteX383" fmla="*/ 2813361 w 7467600"/>
              <a:gd name="connsiteY383" fmla="*/ 6023912 h 6858000"/>
              <a:gd name="connsiteX384" fmla="*/ 2688430 w 7467600"/>
              <a:gd name="connsiteY384" fmla="*/ 6801564 h 6858000"/>
              <a:gd name="connsiteX385" fmla="*/ 2629626 w 7467600"/>
              <a:gd name="connsiteY385" fmla="*/ 6763394 h 6858000"/>
              <a:gd name="connsiteX386" fmla="*/ 2565328 w 7467600"/>
              <a:gd name="connsiteY386" fmla="*/ 5516399 h 6858000"/>
              <a:gd name="connsiteX387" fmla="*/ 1922999 w 7467600"/>
              <a:gd name="connsiteY387" fmla="*/ 5980343 h 6858000"/>
              <a:gd name="connsiteX388" fmla="*/ 1950261 w 7467600"/>
              <a:gd name="connsiteY388" fmla="*/ 6405858 h 6858000"/>
              <a:gd name="connsiteX389" fmla="*/ 2365554 w 7467600"/>
              <a:gd name="connsiteY389" fmla="*/ 6759107 h 6858000"/>
              <a:gd name="connsiteX390" fmla="*/ 2424142 w 7467600"/>
              <a:gd name="connsiteY390" fmla="*/ 6858000 h 6858000"/>
              <a:gd name="connsiteX391" fmla="*/ 2395994 w 7467600"/>
              <a:gd name="connsiteY391" fmla="*/ 6858000 h 6858000"/>
              <a:gd name="connsiteX392" fmla="*/ 2392863 w 7467600"/>
              <a:gd name="connsiteY392" fmla="*/ 6852964 h 6858000"/>
              <a:gd name="connsiteX393" fmla="*/ 2017589 w 7467600"/>
              <a:gd name="connsiteY393" fmla="*/ 6493982 h 6858000"/>
              <a:gd name="connsiteX394" fmla="*/ 2147336 w 7467600"/>
              <a:gd name="connsiteY394" fmla="*/ 6594052 h 6858000"/>
              <a:gd name="connsiteX395" fmla="*/ 2207047 w 7467600"/>
              <a:gd name="connsiteY395" fmla="*/ 6654540 h 6858000"/>
              <a:gd name="connsiteX396" fmla="*/ 2299106 w 7467600"/>
              <a:gd name="connsiteY396" fmla="*/ 6778931 h 6858000"/>
              <a:gd name="connsiteX397" fmla="*/ 2314430 w 7467600"/>
              <a:gd name="connsiteY397" fmla="*/ 6801144 h 6858000"/>
              <a:gd name="connsiteX398" fmla="*/ 2352406 w 7467600"/>
              <a:gd name="connsiteY398" fmla="*/ 6858000 h 6858000"/>
              <a:gd name="connsiteX399" fmla="*/ 2314492 w 7467600"/>
              <a:gd name="connsiteY399" fmla="*/ 6858000 h 6858000"/>
              <a:gd name="connsiteX400" fmla="*/ 2288095 w 7467600"/>
              <a:gd name="connsiteY400" fmla="*/ 6818030 h 6858000"/>
              <a:gd name="connsiteX401" fmla="*/ 2272768 w 7467600"/>
              <a:gd name="connsiteY401" fmla="*/ 6795822 h 6858000"/>
              <a:gd name="connsiteX402" fmla="*/ 2182715 w 7467600"/>
              <a:gd name="connsiteY402" fmla="*/ 6675071 h 6858000"/>
              <a:gd name="connsiteX403" fmla="*/ 2032061 w 7467600"/>
              <a:gd name="connsiteY403" fmla="*/ 6541380 h 6858000"/>
              <a:gd name="connsiteX404" fmla="*/ 2257220 w 7467600"/>
              <a:gd name="connsiteY404" fmla="*/ 6826257 h 6858000"/>
              <a:gd name="connsiteX405" fmla="*/ 2281324 w 7467600"/>
              <a:gd name="connsiteY405" fmla="*/ 6858000 h 6858000"/>
              <a:gd name="connsiteX406" fmla="*/ 2242860 w 7467600"/>
              <a:gd name="connsiteY406" fmla="*/ 6858000 h 6858000"/>
              <a:gd name="connsiteX407" fmla="*/ 2232818 w 7467600"/>
              <a:gd name="connsiteY407" fmla="*/ 6844926 h 6858000"/>
              <a:gd name="connsiteX408" fmla="*/ 1990172 w 7467600"/>
              <a:gd name="connsiteY408" fmla="*/ 6542121 h 6858000"/>
              <a:gd name="connsiteX409" fmla="*/ 2124090 w 7467600"/>
              <a:gd name="connsiteY409" fmla="*/ 6761017 h 6858000"/>
              <a:gd name="connsiteX410" fmla="*/ 2200380 w 7467600"/>
              <a:gd name="connsiteY410" fmla="*/ 6858000 h 6858000"/>
              <a:gd name="connsiteX411" fmla="*/ 2147507 w 7467600"/>
              <a:gd name="connsiteY411" fmla="*/ 6858000 h 6858000"/>
              <a:gd name="connsiteX412" fmla="*/ 2070668 w 7467600"/>
              <a:gd name="connsiteY412" fmla="*/ 6761520 h 6858000"/>
              <a:gd name="connsiteX413" fmla="*/ 1975142 w 7467600"/>
              <a:gd name="connsiteY413" fmla="*/ 6585570 h 6858000"/>
              <a:gd name="connsiteX414" fmla="*/ 2050035 w 7467600"/>
              <a:gd name="connsiteY414" fmla="*/ 6813345 h 6858000"/>
              <a:gd name="connsiteX415" fmla="*/ 2063025 w 7467600"/>
              <a:gd name="connsiteY415" fmla="*/ 6858000 h 6858000"/>
              <a:gd name="connsiteX416" fmla="*/ 2021675 w 7467600"/>
              <a:gd name="connsiteY416" fmla="*/ 6858000 h 6858000"/>
              <a:gd name="connsiteX417" fmla="*/ 2019308 w 7467600"/>
              <a:gd name="connsiteY417" fmla="*/ 6847118 h 6858000"/>
              <a:gd name="connsiteX418" fmla="*/ 1938835 w 7467600"/>
              <a:gd name="connsiteY418" fmla="*/ 6551160 h 6858000"/>
              <a:gd name="connsiteX419" fmla="*/ 1953230 w 7467600"/>
              <a:gd name="connsiteY419" fmla="*/ 6759699 h 6858000"/>
              <a:gd name="connsiteX420" fmla="*/ 1956763 w 7467600"/>
              <a:gd name="connsiteY420" fmla="*/ 6778191 h 6858000"/>
              <a:gd name="connsiteX421" fmla="*/ 1967925 w 7467600"/>
              <a:gd name="connsiteY421" fmla="*/ 6858000 h 6858000"/>
              <a:gd name="connsiteX422" fmla="*/ 1936622 w 7467600"/>
              <a:gd name="connsiteY422" fmla="*/ 6858000 h 6858000"/>
              <a:gd name="connsiteX423" fmla="*/ 1926261 w 7467600"/>
              <a:gd name="connsiteY423" fmla="*/ 6784064 h 6858000"/>
              <a:gd name="connsiteX424" fmla="*/ 1922724 w 7467600"/>
              <a:gd name="connsiteY424" fmla="*/ 6765577 h 6858000"/>
              <a:gd name="connsiteX425" fmla="*/ 1904650 w 7467600"/>
              <a:gd name="connsiteY425" fmla="*/ 6639616 h 6858000"/>
              <a:gd name="connsiteX426" fmla="*/ 1885273 w 7467600"/>
              <a:gd name="connsiteY426" fmla="*/ 6858000 h 6858000"/>
              <a:gd name="connsiteX427" fmla="*/ 1854363 w 7467600"/>
              <a:gd name="connsiteY427" fmla="*/ 6858000 h 6858000"/>
              <a:gd name="connsiteX428" fmla="*/ 1880391 w 7467600"/>
              <a:gd name="connsiteY428" fmla="*/ 6603796 h 6858000"/>
              <a:gd name="connsiteX429" fmla="*/ 1818273 w 7467600"/>
              <a:gd name="connsiteY429" fmla="*/ 6715729 h 6858000"/>
              <a:gd name="connsiteX430" fmla="*/ 1794691 w 7467600"/>
              <a:gd name="connsiteY430" fmla="*/ 6843239 h 6858000"/>
              <a:gd name="connsiteX431" fmla="*/ 1794914 w 7467600"/>
              <a:gd name="connsiteY431" fmla="*/ 6858000 h 6858000"/>
              <a:gd name="connsiteX432" fmla="*/ 1746128 w 7467600"/>
              <a:gd name="connsiteY432" fmla="*/ 6858000 h 6858000"/>
              <a:gd name="connsiteX433" fmla="*/ 1753934 w 7467600"/>
              <a:gd name="connsiteY433" fmla="*/ 6724796 h 6858000"/>
              <a:gd name="connsiteX434" fmla="*/ 1792053 w 7467600"/>
              <a:gd name="connsiteY434" fmla="*/ 6572396 h 6858000"/>
              <a:gd name="connsiteX435" fmla="*/ 1862248 w 7467600"/>
              <a:gd name="connsiteY435" fmla="*/ 6266397 h 6858000"/>
              <a:gd name="connsiteX436" fmla="*/ 1862250 w 7467600"/>
              <a:gd name="connsiteY436" fmla="*/ 6033531 h 6858000"/>
              <a:gd name="connsiteX437" fmla="*/ 1211999 w 7467600"/>
              <a:gd name="connsiteY437" fmla="*/ 6683610 h 6858000"/>
              <a:gd name="connsiteX438" fmla="*/ 1213266 w 7467600"/>
              <a:gd name="connsiteY438" fmla="*/ 6691947 h 6858000"/>
              <a:gd name="connsiteX439" fmla="*/ 1203370 w 7467600"/>
              <a:gd name="connsiteY439" fmla="*/ 6850676 h 6858000"/>
              <a:gd name="connsiteX440" fmla="*/ 1203671 w 7467600"/>
              <a:gd name="connsiteY440" fmla="*/ 6858000 h 6858000"/>
              <a:gd name="connsiteX441" fmla="*/ 1143180 w 7467600"/>
              <a:gd name="connsiteY441" fmla="*/ 6858000 h 6858000"/>
              <a:gd name="connsiteX442" fmla="*/ 1142176 w 7467600"/>
              <a:gd name="connsiteY442" fmla="*/ 6766045 h 6858000"/>
              <a:gd name="connsiteX443" fmla="*/ 1067484 w 7467600"/>
              <a:gd name="connsiteY443" fmla="*/ 6858000 h 6858000"/>
              <a:gd name="connsiteX444" fmla="*/ 953928 w 7467600"/>
              <a:gd name="connsiteY444" fmla="*/ 6858000 h 6858000"/>
              <a:gd name="connsiteX445" fmla="*/ 959715 w 7467600"/>
              <a:gd name="connsiteY445" fmla="*/ 6850185 h 6858000"/>
              <a:gd name="connsiteX446" fmla="*/ 1483788 w 7467600"/>
              <a:gd name="connsiteY446" fmla="*/ 6259174 h 6858000"/>
              <a:gd name="connsiteX447" fmla="*/ 1100671 w 7467600"/>
              <a:gd name="connsiteY447" fmla="*/ 6252137 h 6858000"/>
              <a:gd name="connsiteX448" fmla="*/ 1090144 w 7467600"/>
              <a:gd name="connsiteY448" fmla="*/ 6256748 h 6858000"/>
              <a:gd name="connsiteX449" fmla="*/ 1095872 w 7467600"/>
              <a:gd name="connsiteY449" fmla="*/ 6271892 h 6858000"/>
              <a:gd name="connsiteX450" fmla="*/ 262785 w 7467600"/>
              <a:gd name="connsiteY450" fmla="*/ 6845450 h 6858000"/>
              <a:gd name="connsiteX451" fmla="*/ 209968 w 7467600"/>
              <a:gd name="connsiteY451" fmla="*/ 6770713 h 6858000"/>
              <a:gd name="connsiteX452" fmla="*/ 873460 w 7467600"/>
              <a:gd name="connsiteY452" fmla="*/ 6253768 h 6858000"/>
              <a:gd name="connsiteX453" fmla="*/ 192686 w 7467600"/>
              <a:gd name="connsiteY453" fmla="*/ 5849257 h 6858000"/>
              <a:gd name="connsiteX454" fmla="*/ 4696 w 7467600"/>
              <a:gd name="connsiteY454" fmla="*/ 5697668 h 6858000"/>
              <a:gd name="connsiteX455" fmla="*/ 0 w 7467600"/>
              <a:gd name="connsiteY455" fmla="*/ 5689984 h 6858000"/>
              <a:gd name="connsiteX456" fmla="*/ 0 w 7467600"/>
              <a:gd name="connsiteY456" fmla="*/ 5513472 h 6858000"/>
              <a:gd name="connsiteX457" fmla="*/ 174101 w 7467600"/>
              <a:gd name="connsiteY457" fmla="*/ 5620277 h 6858000"/>
              <a:gd name="connsiteX458" fmla="*/ 891800 w 7467600"/>
              <a:gd name="connsiteY458" fmla="*/ 6036935 h 6858000"/>
              <a:gd name="connsiteX459" fmla="*/ 1072219 w 7467600"/>
              <a:gd name="connsiteY459" fmla="*/ 6169443 h 6858000"/>
              <a:gd name="connsiteX460" fmla="*/ 1074117 w 7467600"/>
              <a:gd name="connsiteY460" fmla="*/ 6170301 h 6858000"/>
              <a:gd name="connsiteX461" fmla="*/ 1083114 w 7467600"/>
              <a:gd name="connsiteY461" fmla="*/ 6174131 h 6858000"/>
              <a:gd name="connsiteX462" fmla="*/ 1543010 w 7467600"/>
              <a:gd name="connsiteY462" fmla="*/ 6191140 h 6858000"/>
              <a:gd name="connsiteX463" fmla="*/ 1551080 w 7467600"/>
              <a:gd name="connsiteY463" fmla="*/ 6195006 h 6858000"/>
              <a:gd name="connsiteX464" fmla="*/ 2345443 w 7467600"/>
              <a:gd name="connsiteY464" fmla="*/ 5549882 h 6858000"/>
              <a:gd name="connsiteX465" fmla="*/ 1721499 w 7467600"/>
              <a:gd name="connsiteY465" fmla="*/ 5599969 h 6858000"/>
              <a:gd name="connsiteX466" fmla="*/ 767716 w 7467600"/>
              <a:gd name="connsiteY466" fmla="*/ 5472768 h 6858000"/>
              <a:gd name="connsiteX467" fmla="*/ 722147 w 7467600"/>
              <a:gd name="connsiteY467" fmla="*/ 5393091 h 6858000"/>
              <a:gd name="connsiteX468" fmla="*/ 1485552 w 7467600"/>
              <a:gd name="connsiteY468" fmla="*/ 5313202 h 6858000"/>
              <a:gd name="connsiteX469" fmla="*/ 2143004 w 7467600"/>
              <a:gd name="connsiteY469" fmla="*/ 5402420 h 6858000"/>
              <a:gd name="connsiteX470" fmla="*/ 1933391 w 7467600"/>
              <a:gd name="connsiteY470" fmla="*/ 5156971 h 6858000"/>
              <a:gd name="connsiteX471" fmla="*/ 1827118 w 7467600"/>
              <a:gd name="connsiteY471" fmla="*/ 4968410 h 6858000"/>
              <a:gd name="connsiteX472" fmla="*/ 1837349 w 7467600"/>
              <a:gd name="connsiteY472" fmla="*/ 4956357 h 6858000"/>
              <a:gd name="connsiteX473" fmla="*/ 2162835 w 7467600"/>
              <a:gd name="connsiteY473" fmla="*/ 5187853 h 6858000"/>
              <a:gd name="connsiteX474" fmla="*/ 2257167 w 7467600"/>
              <a:gd name="connsiteY474" fmla="*/ 5462123 h 6858000"/>
              <a:gd name="connsiteX475" fmla="*/ 2261598 w 7467600"/>
              <a:gd name="connsiteY475" fmla="*/ 5467998 h 6858000"/>
              <a:gd name="connsiteX476" fmla="*/ 2437177 w 7467600"/>
              <a:gd name="connsiteY476" fmla="*/ 5479608 h 6858000"/>
              <a:gd name="connsiteX477" fmla="*/ 2445247 w 7467600"/>
              <a:gd name="connsiteY477" fmla="*/ 5483476 h 6858000"/>
              <a:gd name="connsiteX478" fmla="*/ 2743626 w 7467600"/>
              <a:gd name="connsiteY478" fmla="*/ 5304819 h 6858000"/>
              <a:gd name="connsiteX479" fmla="*/ 3048102 w 7467600"/>
              <a:gd name="connsiteY479" fmla="*/ 5150595 h 6858000"/>
              <a:gd name="connsiteX480" fmla="*/ 1799414 w 7467600"/>
              <a:gd name="connsiteY480" fmla="*/ 4694732 h 6858000"/>
              <a:gd name="connsiteX481" fmla="*/ 1771735 w 7467600"/>
              <a:gd name="connsiteY481" fmla="*/ 4619929 h 6858000"/>
              <a:gd name="connsiteX482" fmla="*/ 3104273 w 7467600"/>
              <a:gd name="connsiteY482" fmla="*/ 5076159 h 6858000"/>
              <a:gd name="connsiteX483" fmla="*/ 3113245 w 7467600"/>
              <a:gd name="connsiteY483" fmla="*/ 5090705 h 6858000"/>
              <a:gd name="connsiteX484" fmla="*/ 3126294 w 7467600"/>
              <a:gd name="connsiteY484" fmla="*/ 5114400 h 6858000"/>
              <a:gd name="connsiteX485" fmla="*/ 3937433 w 7467600"/>
              <a:gd name="connsiteY485" fmla="*/ 4830473 h 6858000"/>
              <a:gd name="connsiteX486" fmla="*/ 3590475 w 7467600"/>
              <a:gd name="connsiteY486" fmla="*/ 4597974 h 6858000"/>
              <a:gd name="connsiteX487" fmla="*/ 3100264 w 7467600"/>
              <a:gd name="connsiteY487" fmla="*/ 4579845 h 6858000"/>
              <a:gd name="connsiteX488" fmla="*/ 2183576 w 7467600"/>
              <a:gd name="connsiteY488" fmla="*/ 4227150 h 6858000"/>
              <a:gd name="connsiteX489" fmla="*/ 2151029 w 7467600"/>
              <a:gd name="connsiteY489" fmla="*/ 4146947 h 6858000"/>
              <a:gd name="connsiteX490" fmla="*/ 3563434 w 7467600"/>
              <a:gd name="connsiteY490" fmla="*/ 4469115 h 6858000"/>
              <a:gd name="connsiteX491" fmla="*/ 3177952 w 7467600"/>
              <a:gd name="connsiteY491" fmla="*/ 3657386 h 6858000"/>
              <a:gd name="connsiteX492" fmla="*/ 3189263 w 7467600"/>
              <a:gd name="connsiteY492" fmla="*/ 3625726 h 6858000"/>
              <a:gd name="connsiteX493" fmla="*/ 3560912 w 7467600"/>
              <a:gd name="connsiteY493" fmla="*/ 4079863 h 6858000"/>
              <a:gd name="connsiteX494" fmla="*/ 3626636 w 7467600"/>
              <a:gd name="connsiteY494" fmla="*/ 4512230 h 6858000"/>
              <a:gd name="connsiteX495" fmla="*/ 3653088 w 7467600"/>
              <a:gd name="connsiteY495" fmla="*/ 4521417 h 6858000"/>
              <a:gd name="connsiteX496" fmla="*/ 3988128 w 7467600"/>
              <a:gd name="connsiteY496" fmla="*/ 4817267 h 6858000"/>
              <a:gd name="connsiteX497" fmla="*/ 4830582 w 7467600"/>
              <a:gd name="connsiteY497" fmla="*/ 4676000 h 6858000"/>
              <a:gd name="connsiteX498" fmla="*/ 4830100 w 7467600"/>
              <a:gd name="connsiteY498" fmla="*/ 4675554 h 6858000"/>
              <a:gd name="connsiteX499" fmla="*/ 4036318 w 7467600"/>
              <a:gd name="connsiteY499" fmla="*/ 4147013 h 6858000"/>
              <a:gd name="connsiteX500" fmla="*/ 3432098 w 7467600"/>
              <a:gd name="connsiteY500" fmla="*/ 3537312 h 6858000"/>
              <a:gd name="connsiteX501" fmla="*/ 3446761 w 7467600"/>
              <a:gd name="connsiteY501" fmla="*/ 3461278 h 6858000"/>
              <a:gd name="connsiteX502" fmla="*/ 4419733 w 7467600"/>
              <a:gd name="connsiteY502" fmla="*/ 3963555 h 6858000"/>
              <a:gd name="connsiteX503" fmla="*/ 4781371 w 7467600"/>
              <a:gd name="connsiteY503" fmla="*/ 4458604 h 6858000"/>
              <a:gd name="connsiteX504" fmla="*/ 4780440 w 7467600"/>
              <a:gd name="connsiteY504" fmla="*/ 4470290 h 6858000"/>
              <a:gd name="connsiteX505" fmla="*/ 4898954 w 7467600"/>
              <a:gd name="connsiteY505" fmla="*/ 4662092 h 6858000"/>
              <a:gd name="connsiteX506" fmla="*/ 4900699 w 7467600"/>
              <a:gd name="connsiteY506" fmla="*/ 4670867 h 6858000"/>
              <a:gd name="connsiteX507" fmla="*/ 5714511 w 7467600"/>
              <a:gd name="connsiteY507" fmla="*/ 4663483 h 6858000"/>
              <a:gd name="connsiteX508" fmla="*/ 5464793 w 7467600"/>
              <a:gd name="connsiteY508" fmla="*/ 4393556 h 6858000"/>
              <a:gd name="connsiteX509" fmla="*/ 5461897 w 7467600"/>
              <a:gd name="connsiteY509" fmla="*/ 4390879 h 6858000"/>
              <a:gd name="connsiteX510" fmla="*/ 4294126 w 7467600"/>
              <a:gd name="connsiteY510" fmla="*/ 3303048 h 6858000"/>
              <a:gd name="connsiteX511" fmla="*/ 4305321 w 7467600"/>
              <a:gd name="connsiteY511" fmla="*/ 3256953 h 6858000"/>
              <a:gd name="connsiteX512" fmla="*/ 4949299 w 7467600"/>
              <a:gd name="connsiteY512" fmla="*/ 3766336 h 6858000"/>
              <a:gd name="connsiteX513" fmla="*/ 5291452 w 7467600"/>
              <a:gd name="connsiteY513" fmla="*/ 4076801 h 6858000"/>
              <a:gd name="connsiteX514" fmla="*/ 5434998 w 7467600"/>
              <a:gd name="connsiteY514" fmla="*/ 4254100 h 6858000"/>
              <a:gd name="connsiteX515" fmla="*/ 5351015 w 7467600"/>
              <a:gd name="connsiteY515" fmla="*/ 3760989 h 6858000"/>
              <a:gd name="connsiteX516" fmla="*/ 5413780 w 7467600"/>
              <a:gd name="connsiteY516" fmla="*/ 2966265 h 6858000"/>
              <a:gd name="connsiteX517" fmla="*/ 5425627 w 7467600"/>
              <a:gd name="connsiteY517" fmla="*/ 2954192 h 6858000"/>
              <a:gd name="connsiteX518" fmla="*/ 6604735 w 7467600"/>
              <a:gd name="connsiteY518" fmla="*/ 2041381 h 6858000"/>
              <a:gd name="connsiteX519" fmla="*/ 7204487 w 7467600"/>
              <a:gd name="connsiteY519" fmla="*/ 2742112 h 6858000"/>
              <a:gd name="connsiteX520" fmla="*/ 7131592 w 7467600"/>
              <a:gd name="connsiteY520" fmla="*/ 2672096 h 6858000"/>
              <a:gd name="connsiteX521" fmla="*/ 6996344 w 7467600"/>
              <a:gd name="connsiteY521" fmla="*/ 2518310 h 6858000"/>
              <a:gd name="connsiteX522" fmla="*/ 6735495 w 7467600"/>
              <a:gd name="connsiteY522" fmla="*/ 2196890 h 6858000"/>
              <a:gd name="connsiteX523" fmla="*/ 6721901 w 7467600"/>
              <a:gd name="connsiteY523" fmla="*/ 2179274 h 6858000"/>
              <a:gd name="connsiteX524" fmla="*/ 6604735 w 7467600"/>
              <a:gd name="connsiteY524" fmla="*/ 2041381 h 6858000"/>
              <a:gd name="connsiteX525" fmla="*/ 6591670 w 7467600"/>
              <a:gd name="connsiteY525" fmla="*/ 1988277 h 6858000"/>
              <a:gd name="connsiteX526" fmla="*/ 6747349 w 7467600"/>
              <a:gd name="connsiteY526" fmla="*/ 2160069 h 6858000"/>
              <a:gd name="connsiteX527" fmla="*/ 6760943 w 7467600"/>
              <a:gd name="connsiteY527" fmla="*/ 2177686 h 6858000"/>
              <a:gd name="connsiteX528" fmla="*/ 7021065 w 7467600"/>
              <a:gd name="connsiteY528" fmla="*/ 2498102 h 6858000"/>
              <a:gd name="connsiteX529" fmla="*/ 7155223 w 7467600"/>
              <a:gd name="connsiteY529" fmla="*/ 2650386 h 6858000"/>
              <a:gd name="connsiteX530" fmla="*/ 7203167 w 7467600"/>
              <a:gd name="connsiteY530" fmla="*/ 2697288 h 6858000"/>
              <a:gd name="connsiteX531" fmla="*/ 6937703 w 7467600"/>
              <a:gd name="connsiteY531" fmla="*/ 2321981 h 6858000"/>
              <a:gd name="connsiteX532" fmla="*/ 6591670 w 7467600"/>
              <a:gd name="connsiteY532" fmla="*/ 1988277 h 6858000"/>
              <a:gd name="connsiteX533" fmla="*/ 5798671 w 7467600"/>
              <a:gd name="connsiteY533" fmla="*/ 1981601 h 6858000"/>
              <a:gd name="connsiteX534" fmla="*/ 5754709 w 7467600"/>
              <a:gd name="connsiteY534" fmla="*/ 2071454 h 6858000"/>
              <a:gd name="connsiteX535" fmla="*/ 5763044 w 7467600"/>
              <a:gd name="connsiteY535" fmla="*/ 2842206 h 6858000"/>
              <a:gd name="connsiteX536" fmla="*/ 5764974 w 7467600"/>
              <a:gd name="connsiteY536" fmla="*/ 2799609 h 6858000"/>
              <a:gd name="connsiteX537" fmla="*/ 5767665 w 7467600"/>
              <a:gd name="connsiteY537" fmla="*/ 2666409 h 6858000"/>
              <a:gd name="connsiteX538" fmla="*/ 5763055 w 7467600"/>
              <a:gd name="connsiteY538" fmla="*/ 2579705 h 6858000"/>
              <a:gd name="connsiteX539" fmla="*/ 5758079 w 7467600"/>
              <a:gd name="connsiteY539" fmla="*/ 2492508 h 6858000"/>
              <a:gd name="connsiteX540" fmla="*/ 5779325 w 7467600"/>
              <a:gd name="connsiteY540" fmla="*/ 2197069 h 6858000"/>
              <a:gd name="connsiteX541" fmla="*/ 5798671 w 7467600"/>
              <a:gd name="connsiteY541" fmla="*/ 1981601 h 6858000"/>
              <a:gd name="connsiteX542" fmla="*/ 5829202 w 7467600"/>
              <a:gd name="connsiteY542" fmla="*/ 1971679 h 6858000"/>
              <a:gd name="connsiteX543" fmla="*/ 5809558 w 7467600"/>
              <a:gd name="connsiteY543" fmla="*/ 2198043 h 6858000"/>
              <a:gd name="connsiteX544" fmla="*/ 5788653 w 7467600"/>
              <a:gd name="connsiteY544" fmla="*/ 2489430 h 6858000"/>
              <a:gd name="connsiteX545" fmla="*/ 5793439 w 7467600"/>
              <a:gd name="connsiteY545" fmla="*/ 2575235 h 6858000"/>
              <a:gd name="connsiteX546" fmla="*/ 5796837 w 7467600"/>
              <a:gd name="connsiteY546" fmla="*/ 2637633 h 6858000"/>
              <a:gd name="connsiteX547" fmla="*/ 5818614 w 7467600"/>
              <a:gd name="connsiteY547" fmla="*/ 2473055 h 6858000"/>
              <a:gd name="connsiteX548" fmla="*/ 5829202 w 7467600"/>
              <a:gd name="connsiteY548" fmla="*/ 1971679 h 6858000"/>
              <a:gd name="connsiteX549" fmla="*/ 5911389 w 7467600"/>
              <a:gd name="connsiteY549" fmla="*/ 1898371 h 6858000"/>
              <a:gd name="connsiteX550" fmla="*/ 6237627 w 7467600"/>
              <a:gd name="connsiteY550" fmla="*/ 2231921 h 6858000"/>
              <a:gd name="connsiteX551" fmla="*/ 5911389 w 7467600"/>
              <a:gd name="connsiteY551" fmla="*/ 1898371 h 6858000"/>
              <a:gd name="connsiteX552" fmla="*/ 6944437 w 7467600"/>
              <a:gd name="connsiteY552" fmla="*/ 1575402 h 6858000"/>
              <a:gd name="connsiteX553" fmla="*/ 6304730 w 7467600"/>
              <a:gd name="connsiteY553" fmla="*/ 1766654 h 6858000"/>
              <a:gd name="connsiteX554" fmla="*/ 6944437 w 7467600"/>
              <a:gd name="connsiteY554" fmla="*/ 1575402 h 6858000"/>
              <a:gd name="connsiteX555" fmla="*/ 7019523 w 7467600"/>
              <a:gd name="connsiteY555" fmla="*/ 1519450 h 6858000"/>
              <a:gd name="connsiteX556" fmla="*/ 6298091 w 7467600"/>
              <a:gd name="connsiteY556" fmla="*/ 1737122 h 6858000"/>
              <a:gd name="connsiteX557" fmla="*/ 7019523 w 7467600"/>
              <a:gd name="connsiteY557" fmla="*/ 1519450 h 6858000"/>
              <a:gd name="connsiteX558" fmla="*/ 2399523 w 7467600"/>
              <a:gd name="connsiteY558" fmla="*/ 1428234 h 6858000"/>
              <a:gd name="connsiteX559" fmla="*/ 2224982 w 7467600"/>
              <a:gd name="connsiteY559" fmla="*/ 1826201 h 6858000"/>
              <a:gd name="connsiteX560" fmla="*/ 2096099 w 7467600"/>
              <a:gd name="connsiteY560" fmla="*/ 2345900 h 6858000"/>
              <a:gd name="connsiteX561" fmla="*/ 2283317 w 7467600"/>
              <a:gd name="connsiteY561" fmla="*/ 1796925 h 6858000"/>
              <a:gd name="connsiteX562" fmla="*/ 2399523 w 7467600"/>
              <a:gd name="connsiteY562" fmla="*/ 1428234 h 6858000"/>
              <a:gd name="connsiteX563" fmla="*/ 2448558 w 7467600"/>
              <a:gd name="connsiteY563" fmla="*/ 1373435 h 6858000"/>
              <a:gd name="connsiteX564" fmla="*/ 2312521 w 7467600"/>
              <a:gd name="connsiteY564" fmla="*/ 1806140 h 6858000"/>
              <a:gd name="connsiteX565" fmla="*/ 2127533 w 7467600"/>
              <a:gd name="connsiteY565" fmla="*/ 2348380 h 6858000"/>
              <a:gd name="connsiteX566" fmla="*/ 2358080 w 7467600"/>
              <a:gd name="connsiteY566" fmla="*/ 1866134 h 6858000"/>
              <a:gd name="connsiteX567" fmla="*/ 2407436 w 7467600"/>
              <a:gd name="connsiteY567" fmla="*/ 1651070 h 6858000"/>
              <a:gd name="connsiteX568" fmla="*/ 2448558 w 7467600"/>
              <a:gd name="connsiteY568" fmla="*/ 1373435 h 6858000"/>
              <a:gd name="connsiteX569" fmla="*/ 278707 w 7467600"/>
              <a:gd name="connsiteY569" fmla="*/ 1352270 h 6858000"/>
              <a:gd name="connsiteX570" fmla="*/ 321570 w 7467600"/>
              <a:gd name="connsiteY570" fmla="*/ 1861610 h 6858000"/>
              <a:gd name="connsiteX571" fmla="*/ 294281 w 7467600"/>
              <a:gd name="connsiteY571" fmla="*/ 1440658 h 6858000"/>
              <a:gd name="connsiteX572" fmla="*/ 278707 w 7467600"/>
              <a:gd name="connsiteY572" fmla="*/ 1352270 h 6858000"/>
              <a:gd name="connsiteX573" fmla="*/ 1423821 w 7467600"/>
              <a:gd name="connsiteY573" fmla="*/ 1351958 h 6858000"/>
              <a:gd name="connsiteX574" fmla="*/ 1638521 w 7467600"/>
              <a:gd name="connsiteY574" fmla="*/ 1908470 h 6858000"/>
              <a:gd name="connsiteX575" fmla="*/ 1754199 w 7467600"/>
              <a:gd name="connsiteY575" fmla="*/ 2149284 h 6858000"/>
              <a:gd name="connsiteX576" fmla="*/ 1908359 w 7467600"/>
              <a:gd name="connsiteY576" fmla="*/ 2364988 h 6858000"/>
              <a:gd name="connsiteX577" fmla="*/ 1647661 w 7467600"/>
              <a:gd name="connsiteY577" fmla="*/ 1825945 h 6858000"/>
              <a:gd name="connsiteX578" fmla="*/ 1423821 w 7467600"/>
              <a:gd name="connsiteY578" fmla="*/ 1351958 h 6858000"/>
              <a:gd name="connsiteX579" fmla="*/ 1431890 w 7467600"/>
              <a:gd name="connsiteY579" fmla="*/ 1306475 h 6858000"/>
              <a:gd name="connsiteX580" fmla="*/ 1507597 w 7467600"/>
              <a:gd name="connsiteY580" fmla="*/ 1446132 h 6858000"/>
              <a:gd name="connsiteX581" fmla="*/ 1674586 w 7467600"/>
              <a:gd name="connsiteY581" fmla="*/ 1813832 h 6858000"/>
              <a:gd name="connsiteX582" fmla="*/ 1815950 w 7467600"/>
              <a:gd name="connsiteY582" fmla="*/ 2128564 h 6858000"/>
              <a:gd name="connsiteX583" fmla="*/ 1984242 w 7467600"/>
              <a:gd name="connsiteY583" fmla="*/ 2430829 h 6858000"/>
              <a:gd name="connsiteX584" fmla="*/ 2014023 w 7467600"/>
              <a:gd name="connsiteY584" fmla="*/ 2450995 h 6858000"/>
              <a:gd name="connsiteX585" fmla="*/ 1747337 w 7467600"/>
              <a:gd name="connsiteY585" fmla="*/ 1855264 h 6858000"/>
              <a:gd name="connsiteX586" fmla="*/ 1533749 w 7467600"/>
              <a:gd name="connsiteY586" fmla="*/ 1478656 h 6858000"/>
              <a:gd name="connsiteX587" fmla="*/ 1431890 w 7467600"/>
              <a:gd name="connsiteY587" fmla="*/ 1306475 h 6858000"/>
              <a:gd name="connsiteX588" fmla="*/ 5052692 w 7467600"/>
              <a:gd name="connsiteY588" fmla="*/ 1292994 h 6858000"/>
              <a:gd name="connsiteX589" fmla="*/ 5200661 w 7467600"/>
              <a:gd name="connsiteY589" fmla="*/ 1635186 h 6858000"/>
              <a:gd name="connsiteX590" fmla="*/ 5297138 w 7467600"/>
              <a:gd name="connsiteY590" fmla="*/ 1906351 h 6858000"/>
              <a:gd name="connsiteX591" fmla="*/ 5052692 w 7467600"/>
              <a:gd name="connsiteY591" fmla="*/ 1292994 h 6858000"/>
              <a:gd name="connsiteX592" fmla="*/ 5009948 w 7467600"/>
              <a:gd name="connsiteY592" fmla="*/ 1273619 h 6858000"/>
              <a:gd name="connsiteX593" fmla="*/ 5121777 w 7467600"/>
              <a:gd name="connsiteY593" fmla="*/ 1654213 h 6858000"/>
              <a:gd name="connsiteX594" fmla="*/ 5293545 w 7467600"/>
              <a:gd name="connsiteY594" fmla="*/ 2072247 h 6858000"/>
              <a:gd name="connsiteX595" fmla="*/ 5294042 w 7467600"/>
              <a:gd name="connsiteY595" fmla="*/ 2065019 h 6858000"/>
              <a:gd name="connsiteX596" fmla="*/ 5171936 w 7467600"/>
              <a:gd name="connsiteY596" fmla="*/ 1647613 h 6858000"/>
              <a:gd name="connsiteX597" fmla="*/ 5009948 w 7467600"/>
              <a:gd name="connsiteY597" fmla="*/ 1273619 h 6858000"/>
              <a:gd name="connsiteX598" fmla="*/ 655236 w 7467600"/>
              <a:gd name="connsiteY598" fmla="*/ 1268632 h 6858000"/>
              <a:gd name="connsiteX599" fmla="*/ 839521 w 7467600"/>
              <a:gd name="connsiteY599" fmla="*/ 1685315 h 6858000"/>
              <a:gd name="connsiteX600" fmla="*/ 1109416 w 7467600"/>
              <a:gd name="connsiteY600" fmla="*/ 2061663 h 6858000"/>
              <a:gd name="connsiteX601" fmla="*/ 1298300 w 7467600"/>
              <a:gd name="connsiteY601" fmla="*/ 2247742 h 6858000"/>
              <a:gd name="connsiteX602" fmla="*/ 1125871 w 7467600"/>
              <a:gd name="connsiteY602" fmla="*/ 1989513 h 6858000"/>
              <a:gd name="connsiteX603" fmla="*/ 981574 w 7467600"/>
              <a:gd name="connsiteY603" fmla="*/ 1783157 h 6858000"/>
              <a:gd name="connsiteX604" fmla="*/ 922198 w 7467600"/>
              <a:gd name="connsiteY604" fmla="*/ 1677437 h 6858000"/>
              <a:gd name="connsiteX605" fmla="*/ 869293 w 7467600"/>
              <a:gd name="connsiteY605" fmla="*/ 1583214 h 6858000"/>
              <a:gd name="connsiteX606" fmla="*/ 751431 w 7467600"/>
              <a:gd name="connsiteY606" fmla="*/ 1405731 h 6858000"/>
              <a:gd name="connsiteX607" fmla="*/ 655236 w 7467600"/>
              <a:gd name="connsiteY607" fmla="*/ 1268632 h 6858000"/>
              <a:gd name="connsiteX608" fmla="*/ 6516292 w 7467600"/>
              <a:gd name="connsiteY608" fmla="*/ 1263064 h 6858000"/>
              <a:gd name="connsiteX609" fmla="*/ 5736320 w 7467600"/>
              <a:gd name="connsiteY609" fmla="*/ 1501803 h 6858000"/>
              <a:gd name="connsiteX610" fmla="*/ 6516292 w 7467600"/>
              <a:gd name="connsiteY610" fmla="*/ 1263064 h 6858000"/>
              <a:gd name="connsiteX611" fmla="*/ 291466 w 7467600"/>
              <a:gd name="connsiteY611" fmla="*/ 1250369 h 6858000"/>
              <a:gd name="connsiteX612" fmla="*/ 323180 w 7467600"/>
              <a:gd name="connsiteY612" fmla="*/ 1435283 h 6858000"/>
              <a:gd name="connsiteX613" fmla="*/ 349381 w 7467600"/>
              <a:gd name="connsiteY613" fmla="*/ 1875041 h 6858000"/>
              <a:gd name="connsiteX614" fmla="*/ 374363 w 7467600"/>
              <a:gd name="connsiteY614" fmla="*/ 1506494 h 6858000"/>
              <a:gd name="connsiteX615" fmla="*/ 302168 w 7467600"/>
              <a:gd name="connsiteY615" fmla="*/ 1274495 h 6858000"/>
              <a:gd name="connsiteX616" fmla="*/ 291466 w 7467600"/>
              <a:gd name="connsiteY616" fmla="*/ 1250369 h 6858000"/>
              <a:gd name="connsiteX617" fmla="*/ 678222 w 7467600"/>
              <a:gd name="connsiteY617" fmla="*/ 1248670 h 6858000"/>
              <a:gd name="connsiteX618" fmla="*/ 775536 w 7467600"/>
              <a:gd name="connsiteY618" fmla="*/ 1388015 h 6858000"/>
              <a:gd name="connsiteX619" fmla="*/ 894529 w 7467600"/>
              <a:gd name="connsiteY619" fmla="*/ 1567739 h 6858000"/>
              <a:gd name="connsiteX620" fmla="*/ 948000 w 7467600"/>
              <a:gd name="connsiteY620" fmla="*/ 1663088 h 6858000"/>
              <a:gd name="connsiteX621" fmla="*/ 1006812 w 7467600"/>
              <a:gd name="connsiteY621" fmla="*/ 1767683 h 6858000"/>
              <a:gd name="connsiteX622" fmla="*/ 1149133 w 7467600"/>
              <a:gd name="connsiteY622" fmla="*/ 1971513 h 6858000"/>
              <a:gd name="connsiteX623" fmla="*/ 1333952 w 7467600"/>
              <a:gd name="connsiteY623" fmla="*/ 2251620 h 6858000"/>
              <a:gd name="connsiteX624" fmla="*/ 1337329 w 7467600"/>
              <a:gd name="connsiteY624" fmla="*/ 2258350 h 6858000"/>
              <a:gd name="connsiteX625" fmla="*/ 1014726 w 7467600"/>
              <a:gd name="connsiteY625" fmla="*/ 1615556 h 6858000"/>
              <a:gd name="connsiteX626" fmla="*/ 678222 w 7467600"/>
              <a:gd name="connsiteY626" fmla="*/ 1248670 h 6858000"/>
              <a:gd name="connsiteX627" fmla="*/ 6691602 w 7467600"/>
              <a:gd name="connsiteY627" fmla="*/ 1140573 h 6858000"/>
              <a:gd name="connsiteX628" fmla="*/ 6571100 w 7467600"/>
              <a:gd name="connsiteY628" fmla="*/ 1183662 h 6858000"/>
              <a:gd name="connsiteX629" fmla="*/ 6241687 w 7467600"/>
              <a:gd name="connsiteY629" fmla="*/ 1257600 h 6858000"/>
              <a:gd name="connsiteX630" fmla="*/ 5693009 w 7467600"/>
              <a:gd name="connsiteY630" fmla="*/ 1478256 h 6858000"/>
              <a:gd name="connsiteX631" fmla="*/ 6548420 w 7467600"/>
              <a:gd name="connsiteY631" fmla="*/ 1214599 h 6858000"/>
              <a:gd name="connsiteX632" fmla="*/ 6605473 w 7467600"/>
              <a:gd name="connsiteY632" fmla="*/ 1184686 h 6858000"/>
              <a:gd name="connsiteX633" fmla="*/ 6691602 w 7467600"/>
              <a:gd name="connsiteY633" fmla="*/ 1140573 h 6858000"/>
              <a:gd name="connsiteX634" fmla="*/ 4002475 w 7467600"/>
              <a:gd name="connsiteY634" fmla="*/ 1037802 h 6858000"/>
              <a:gd name="connsiteX635" fmla="*/ 4000324 w 7467600"/>
              <a:gd name="connsiteY635" fmla="*/ 1039362 h 6858000"/>
              <a:gd name="connsiteX636" fmla="*/ 4002862 w 7467600"/>
              <a:gd name="connsiteY636" fmla="*/ 1042866 h 6858000"/>
              <a:gd name="connsiteX637" fmla="*/ 4002475 w 7467600"/>
              <a:gd name="connsiteY637" fmla="*/ 1037802 h 6858000"/>
              <a:gd name="connsiteX638" fmla="*/ 506322 w 7467600"/>
              <a:gd name="connsiteY638" fmla="*/ 1020997 h 6858000"/>
              <a:gd name="connsiteX639" fmla="*/ 533068 w 7467600"/>
              <a:gd name="connsiteY639" fmla="*/ 1029409 h 6858000"/>
              <a:gd name="connsiteX640" fmla="*/ 1232525 w 7467600"/>
              <a:gd name="connsiteY640" fmla="*/ 1804675 h 6858000"/>
              <a:gd name="connsiteX641" fmla="*/ 1388858 w 7467600"/>
              <a:gd name="connsiteY641" fmla="*/ 2368011 h 6858000"/>
              <a:gd name="connsiteX642" fmla="*/ 1384098 w 7467600"/>
              <a:gd name="connsiteY642" fmla="*/ 2378125 h 6858000"/>
              <a:gd name="connsiteX643" fmla="*/ 1425393 w 7467600"/>
              <a:gd name="connsiteY643" fmla="*/ 2589124 h 6858000"/>
              <a:gd name="connsiteX644" fmla="*/ 1424001 w 7467600"/>
              <a:gd name="connsiteY644" fmla="*/ 2597541 h 6858000"/>
              <a:gd name="connsiteX645" fmla="*/ 2152729 w 7467600"/>
              <a:gd name="connsiteY645" fmla="*/ 2864487 h 6858000"/>
              <a:gd name="connsiteX646" fmla="*/ 2020609 w 7467600"/>
              <a:gd name="connsiteY646" fmla="*/ 2539671 h 6858000"/>
              <a:gd name="connsiteX647" fmla="*/ 2018920 w 7467600"/>
              <a:gd name="connsiteY647" fmla="*/ 2536309 h 6858000"/>
              <a:gd name="connsiteX648" fmla="*/ 1342441 w 7467600"/>
              <a:gd name="connsiteY648" fmla="*/ 1173017 h 6858000"/>
              <a:gd name="connsiteX649" fmla="*/ 1367925 w 7467600"/>
              <a:gd name="connsiteY649" fmla="*/ 1135648 h 6858000"/>
              <a:gd name="connsiteX650" fmla="*/ 1771401 w 7467600"/>
              <a:gd name="connsiteY650" fmla="*/ 1806673 h 6858000"/>
              <a:gd name="connsiteX651" fmla="*/ 1972385 w 7467600"/>
              <a:gd name="connsiteY651" fmla="*/ 2198735 h 6858000"/>
              <a:gd name="connsiteX652" fmla="*/ 2040892 w 7467600"/>
              <a:gd name="connsiteY652" fmla="*/ 2405205 h 6858000"/>
              <a:gd name="connsiteX653" fmla="*/ 2131689 w 7467600"/>
              <a:gd name="connsiteY653" fmla="*/ 1936926 h 6858000"/>
              <a:gd name="connsiteX654" fmla="*/ 2454820 w 7467600"/>
              <a:gd name="connsiteY654" fmla="*/ 1248808 h 6858000"/>
              <a:gd name="connsiteX655" fmla="*/ 2492512 w 7467600"/>
              <a:gd name="connsiteY655" fmla="*/ 1302920 h 6858000"/>
              <a:gd name="connsiteX656" fmla="*/ 2081216 w 7467600"/>
              <a:gd name="connsiteY656" fmla="*/ 2527513 h 6858000"/>
              <a:gd name="connsiteX657" fmla="*/ 2081211 w 7467600"/>
              <a:gd name="connsiteY657" fmla="*/ 2528916 h 6858000"/>
              <a:gd name="connsiteX658" fmla="*/ 2199067 w 7467600"/>
              <a:gd name="connsiteY658" fmla="*/ 2884061 h 6858000"/>
              <a:gd name="connsiteX659" fmla="*/ 3192586 w 7467600"/>
              <a:gd name="connsiteY659" fmla="*/ 3411496 h 6858000"/>
              <a:gd name="connsiteX660" fmla="*/ 3182620 w 7467600"/>
              <a:gd name="connsiteY660" fmla="*/ 3483279 h 6858000"/>
              <a:gd name="connsiteX661" fmla="*/ 2435119 w 7467600"/>
              <a:gd name="connsiteY661" fmla="*/ 3080173 h 6858000"/>
              <a:gd name="connsiteX662" fmla="*/ 2410152 w 7467600"/>
              <a:gd name="connsiteY662" fmla="*/ 3063751 h 6858000"/>
              <a:gd name="connsiteX663" fmla="*/ 2408099 w 7467600"/>
              <a:gd name="connsiteY663" fmla="*/ 3064403 h 6858000"/>
              <a:gd name="connsiteX664" fmla="*/ 2407218 w 7467600"/>
              <a:gd name="connsiteY664" fmla="*/ 3070324 h 6858000"/>
              <a:gd name="connsiteX665" fmla="*/ 2380138 w 7467600"/>
              <a:gd name="connsiteY665" fmla="*/ 3099341 h 6858000"/>
              <a:gd name="connsiteX666" fmla="*/ 1765923 w 7467600"/>
              <a:gd name="connsiteY666" fmla="*/ 3581043 h 6858000"/>
              <a:gd name="connsiteX667" fmla="*/ 1702258 w 7467600"/>
              <a:gd name="connsiteY667" fmla="*/ 3612286 h 6858000"/>
              <a:gd name="connsiteX668" fmla="*/ 1538370 w 7467600"/>
              <a:gd name="connsiteY668" fmla="*/ 3811804 h 6858000"/>
              <a:gd name="connsiteX669" fmla="*/ 542867 w 7467600"/>
              <a:gd name="connsiteY669" fmla="*/ 4944092 h 6858000"/>
              <a:gd name="connsiteX670" fmla="*/ 515800 w 7467600"/>
              <a:gd name="connsiteY670" fmla="*/ 4862180 h 6858000"/>
              <a:gd name="connsiteX671" fmla="*/ 909145 w 7467600"/>
              <a:gd name="connsiteY671" fmla="*/ 4199225 h 6858000"/>
              <a:gd name="connsiteX672" fmla="*/ 1214067 w 7467600"/>
              <a:gd name="connsiteY672" fmla="*/ 3908561 h 6858000"/>
              <a:gd name="connsiteX673" fmla="*/ 640967 w 7467600"/>
              <a:gd name="connsiteY673" fmla="*/ 4105601 h 6858000"/>
              <a:gd name="connsiteX674" fmla="*/ 112563 w 7467600"/>
              <a:gd name="connsiteY674" fmla="*/ 4396952 h 6858000"/>
              <a:gd name="connsiteX675" fmla="*/ 0 w 7467600"/>
              <a:gd name="connsiteY675" fmla="*/ 4466006 h 6858000"/>
              <a:gd name="connsiteX676" fmla="*/ 0 w 7467600"/>
              <a:gd name="connsiteY676" fmla="*/ 4233763 h 6858000"/>
              <a:gd name="connsiteX677" fmla="*/ 36881 w 7467600"/>
              <a:gd name="connsiteY677" fmla="*/ 4200118 h 6858000"/>
              <a:gd name="connsiteX678" fmla="*/ 910534 w 7467600"/>
              <a:gd name="connsiteY678" fmla="*/ 3629753 h 6858000"/>
              <a:gd name="connsiteX679" fmla="*/ 1578717 w 7467600"/>
              <a:gd name="connsiteY679" fmla="*/ 3575982 h 6858000"/>
              <a:gd name="connsiteX680" fmla="*/ 2338780 w 7467600"/>
              <a:gd name="connsiteY680" fmla="*/ 3033725 h 6858000"/>
              <a:gd name="connsiteX681" fmla="*/ 1807991 w 7467600"/>
              <a:gd name="connsiteY681" fmla="*/ 2807184 h 6858000"/>
              <a:gd name="connsiteX682" fmla="*/ 1416358 w 7467600"/>
              <a:gd name="connsiteY682" fmla="*/ 3112571 h 6858000"/>
              <a:gd name="connsiteX683" fmla="*/ 939066 w 7467600"/>
              <a:gd name="connsiteY683" fmla="*/ 3378798 h 6858000"/>
              <a:gd name="connsiteX684" fmla="*/ 115099 w 7467600"/>
              <a:gd name="connsiteY684" fmla="*/ 3607650 h 6858000"/>
              <a:gd name="connsiteX685" fmla="*/ 97284 w 7467600"/>
              <a:gd name="connsiteY685" fmla="*/ 3520393 h 6858000"/>
              <a:gd name="connsiteX686" fmla="*/ 922050 w 7467600"/>
              <a:gd name="connsiteY686" fmla="*/ 3074867 h 6858000"/>
              <a:gd name="connsiteX687" fmla="*/ 1405265 w 7467600"/>
              <a:gd name="connsiteY687" fmla="*/ 3016319 h 6858000"/>
              <a:gd name="connsiteX688" fmla="*/ 1407512 w 7467600"/>
              <a:gd name="connsiteY688" fmla="*/ 3018001 h 6858000"/>
              <a:gd name="connsiteX689" fmla="*/ 1726266 w 7467600"/>
              <a:gd name="connsiteY689" fmla="*/ 2777274 h 6858000"/>
              <a:gd name="connsiteX690" fmla="*/ 625390 w 7467600"/>
              <a:gd name="connsiteY690" fmla="*/ 2514541 h 6858000"/>
              <a:gd name="connsiteX691" fmla="*/ 619799 w 7467600"/>
              <a:gd name="connsiteY691" fmla="*/ 2527180 h 6858000"/>
              <a:gd name="connsiteX692" fmla="*/ 310030 w 7467600"/>
              <a:gd name="connsiteY692" fmla="*/ 2771818 h 6858000"/>
              <a:gd name="connsiteX693" fmla="*/ 173877 w 7467600"/>
              <a:gd name="connsiteY693" fmla="*/ 2937056 h 6858000"/>
              <a:gd name="connsiteX694" fmla="*/ 77889 w 7467600"/>
              <a:gd name="connsiteY694" fmla="*/ 3138440 h 6858000"/>
              <a:gd name="connsiteX695" fmla="*/ 0 w 7467600"/>
              <a:gd name="connsiteY695" fmla="*/ 3271395 h 6858000"/>
              <a:gd name="connsiteX696" fmla="*/ 0 w 7467600"/>
              <a:gd name="connsiteY696" fmla="*/ 3153002 h 6858000"/>
              <a:gd name="connsiteX697" fmla="*/ 2386 w 7467600"/>
              <a:gd name="connsiteY697" fmla="*/ 3149203 h 6858000"/>
              <a:gd name="connsiteX698" fmla="*/ 89753 w 7467600"/>
              <a:gd name="connsiteY698" fmla="*/ 2987702 h 6858000"/>
              <a:gd name="connsiteX699" fmla="*/ 76869 w 7467600"/>
              <a:gd name="connsiteY699" fmla="*/ 3005404 h 6858000"/>
              <a:gd name="connsiteX700" fmla="*/ 32049 w 7467600"/>
              <a:gd name="connsiteY700" fmla="*/ 3065814 h 6858000"/>
              <a:gd name="connsiteX701" fmla="*/ 0 w 7467600"/>
              <a:gd name="connsiteY701" fmla="*/ 3108744 h 6858000"/>
              <a:gd name="connsiteX702" fmla="*/ 0 w 7467600"/>
              <a:gd name="connsiteY702" fmla="*/ 3058059 h 6858000"/>
              <a:gd name="connsiteX703" fmla="*/ 7610 w 7467600"/>
              <a:gd name="connsiteY703" fmla="*/ 3047889 h 6858000"/>
              <a:gd name="connsiteX704" fmla="*/ 52419 w 7467600"/>
              <a:gd name="connsiteY704" fmla="*/ 2987479 h 6858000"/>
              <a:gd name="connsiteX705" fmla="*/ 59142 w 7467600"/>
              <a:gd name="connsiteY705" fmla="*/ 2978488 h 6858000"/>
              <a:gd name="connsiteX706" fmla="*/ 0 w 7467600"/>
              <a:gd name="connsiteY706" fmla="*/ 3015334 h 6858000"/>
              <a:gd name="connsiteX707" fmla="*/ 0 w 7467600"/>
              <a:gd name="connsiteY707" fmla="*/ 2914286 h 6858000"/>
              <a:gd name="connsiteX708" fmla="*/ 36383 w 7467600"/>
              <a:gd name="connsiteY708" fmla="*/ 2901128 h 6858000"/>
              <a:gd name="connsiteX709" fmla="*/ 156329 w 7467600"/>
              <a:gd name="connsiteY709" fmla="*/ 2840533 h 6858000"/>
              <a:gd name="connsiteX710" fmla="*/ 358355 w 7467600"/>
              <a:gd name="connsiteY710" fmla="*/ 2620471 h 6858000"/>
              <a:gd name="connsiteX711" fmla="*/ 510577 w 7467600"/>
              <a:gd name="connsiteY711" fmla="*/ 2501244 h 6858000"/>
              <a:gd name="connsiteX712" fmla="*/ 211967 w 7467600"/>
              <a:gd name="connsiteY712" fmla="*/ 2479171 h 6858000"/>
              <a:gd name="connsiteX713" fmla="*/ 0 w 7467600"/>
              <a:gd name="connsiteY713" fmla="*/ 2476398 h 6858000"/>
              <a:gd name="connsiteX714" fmla="*/ 0 w 7467600"/>
              <a:gd name="connsiteY714" fmla="*/ 2389189 h 6858000"/>
              <a:gd name="connsiteX715" fmla="*/ 103062 w 7467600"/>
              <a:gd name="connsiteY715" fmla="*/ 2389518 h 6858000"/>
              <a:gd name="connsiteX716" fmla="*/ 510734 w 7467600"/>
              <a:gd name="connsiteY716" fmla="*/ 2416201 h 6858000"/>
              <a:gd name="connsiteX717" fmla="*/ 279257 w 7467600"/>
              <a:gd name="connsiteY717" fmla="*/ 2092102 h 6858000"/>
              <a:gd name="connsiteX718" fmla="*/ 65265 w 7467600"/>
              <a:gd name="connsiteY718" fmla="*/ 2006049 h 6858000"/>
              <a:gd name="connsiteX719" fmla="*/ 0 w 7467600"/>
              <a:gd name="connsiteY719" fmla="*/ 1982532 h 6858000"/>
              <a:gd name="connsiteX720" fmla="*/ 0 w 7467600"/>
              <a:gd name="connsiteY720" fmla="*/ 1912789 h 6858000"/>
              <a:gd name="connsiteX721" fmla="*/ 97460 w 7467600"/>
              <a:gd name="connsiteY721" fmla="*/ 1953725 h 6858000"/>
              <a:gd name="connsiteX722" fmla="*/ 221272 w 7467600"/>
              <a:gd name="connsiteY722" fmla="*/ 1980766 h 6858000"/>
              <a:gd name="connsiteX723" fmla="*/ 116765 w 7467600"/>
              <a:gd name="connsiteY723" fmla="*/ 1911033 h 6858000"/>
              <a:gd name="connsiteX724" fmla="*/ 16405 w 7467600"/>
              <a:gd name="connsiteY724" fmla="*/ 1803412 h 6858000"/>
              <a:gd name="connsiteX725" fmla="*/ 0 w 7467600"/>
              <a:gd name="connsiteY725" fmla="*/ 1784777 h 6858000"/>
              <a:gd name="connsiteX726" fmla="*/ 0 w 7467600"/>
              <a:gd name="connsiteY726" fmla="*/ 1740082 h 6858000"/>
              <a:gd name="connsiteX727" fmla="*/ 39394 w 7467600"/>
              <a:gd name="connsiteY727" fmla="*/ 1784856 h 6858000"/>
              <a:gd name="connsiteX728" fmla="*/ 135813 w 7467600"/>
              <a:gd name="connsiteY728" fmla="*/ 1888838 h 6858000"/>
              <a:gd name="connsiteX729" fmla="*/ 242575 w 7467600"/>
              <a:gd name="connsiteY729" fmla="*/ 1958841 h 6858000"/>
              <a:gd name="connsiteX730" fmla="*/ 82197 w 7467600"/>
              <a:gd name="connsiteY730" fmla="*/ 1754826 h 6858000"/>
              <a:gd name="connsiteX731" fmla="*/ 0 w 7467600"/>
              <a:gd name="connsiteY731" fmla="*/ 1679650 h 6858000"/>
              <a:gd name="connsiteX732" fmla="*/ 0 w 7467600"/>
              <a:gd name="connsiteY732" fmla="*/ 1602463 h 6858000"/>
              <a:gd name="connsiteX733" fmla="*/ 84689 w 7467600"/>
              <a:gd name="connsiteY733" fmla="*/ 1677442 h 6858000"/>
              <a:gd name="connsiteX734" fmla="*/ 298437 w 7467600"/>
              <a:gd name="connsiteY734" fmla="*/ 1968019 h 6858000"/>
              <a:gd name="connsiteX735" fmla="*/ 227269 w 7467600"/>
              <a:gd name="connsiteY735" fmla="*/ 1114064 h 6858000"/>
              <a:gd name="connsiteX736" fmla="*/ 248003 w 7467600"/>
              <a:gd name="connsiteY736" fmla="*/ 1089613 h 6858000"/>
              <a:gd name="connsiteX737" fmla="*/ 427020 w 7467600"/>
              <a:gd name="connsiteY737" fmla="*/ 1619803 h 6858000"/>
              <a:gd name="connsiteX738" fmla="*/ 340345 w 7467600"/>
              <a:gd name="connsiteY738" fmla="*/ 2027739 h 6858000"/>
              <a:gd name="connsiteX739" fmla="*/ 360865 w 7467600"/>
              <a:gd name="connsiteY739" fmla="*/ 2044827 h 6858000"/>
              <a:gd name="connsiteX740" fmla="*/ 560414 w 7467600"/>
              <a:gd name="connsiteY740" fmla="*/ 2421457 h 6858000"/>
              <a:gd name="connsiteX741" fmla="*/ 1359703 w 7467600"/>
              <a:gd name="connsiteY741" fmla="*/ 2578554 h 6858000"/>
              <a:gd name="connsiteX742" fmla="*/ 1359422 w 7467600"/>
              <a:gd name="connsiteY742" fmla="*/ 2577994 h 6858000"/>
              <a:gd name="connsiteX743" fmla="*/ 828701 w 7467600"/>
              <a:gd name="connsiteY743" fmla="*/ 1839520 h 6858000"/>
              <a:gd name="connsiteX744" fmla="*/ 494427 w 7467600"/>
              <a:gd name="connsiteY744" fmla="*/ 1092333 h 6858000"/>
              <a:gd name="connsiteX745" fmla="*/ 506322 w 7467600"/>
              <a:gd name="connsiteY745" fmla="*/ 1020997 h 6858000"/>
              <a:gd name="connsiteX746" fmla="*/ 4570198 w 7467600"/>
              <a:gd name="connsiteY746" fmla="*/ 978081 h 6858000"/>
              <a:gd name="connsiteX747" fmla="*/ 4523691 w 7467600"/>
              <a:gd name="connsiteY747" fmla="*/ 1127776 h 6858000"/>
              <a:gd name="connsiteX748" fmla="*/ 4509875 w 7467600"/>
              <a:gd name="connsiteY748" fmla="*/ 1167552 h 6858000"/>
              <a:gd name="connsiteX749" fmla="*/ 4478168 w 7467600"/>
              <a:gd name="connsiteY749" fmla="*/ 1260735 h 6858000"/>
              <a:gd name="connsiteX750" fmla="*/ 4409309 w 7467600"/>
              <a:gd name="connsiteY750" fmla="*/ 1666996 h 6858000"/>
              <a:gd name="connsiteX751" fmla="*/ 4370031 w 7467600"/>
              <a:gd name="connsiteY751" fmla="*/ 1955666 h 6858000"/>
              <a:gd name="connsiteX752" fmla="*/ 4570198 w 7467600"/>
              <a:gd name="connsiteY752" fmla="*/ 978081 h 6858000"/>
              <a:gd name="connsiteX753" fmla="*/ 4557898 w 7467600"/>
              <a:gd name="connsiteY753" fmla="*/ 900011 h 6858000"/>
              <a:gd name="connsiteX754" fmla="*/ 4344840 w 7467600"/>
              <a:gd name="connsiteY754" fmla="*/ 1922038 h 6858000"/>
              <a:gd name="connsiteX755" fmla="*/ 4378710 w 7467600"/>
              <a:gd name="connsiteY755" fmla="*/ 1665516 h 6858000"/>
              <a:gd name="connsiteX756" fmla="*/ 4448798 w 7467600"/>
              <a:gd name="connsiteY756" fmla="*/ 1253024 h 6858000"/>
              <a:gd name="connsiteX757" fmla="*/ 4480315 w 7467600"/>
              <a:gd name="connsiteY757" fmla="*/ 1158454 h 6858000"/>
              <a:gd name="connsiteX758" fmla="*/ 4494133 w 7467600"/>
              <a:gd name="connsiteY758" fmla="*/ 1118676 h 6858000"/>
              <a:gd name="connsiteX759" fmla="*/ 4557898 w 7467600"/>
              <a:gd name="connsiteY759" fmla="*/ 900011 h 6858000"/>
              <a:gd name="connsiteX760" fmla="*/ 5870151 w 7467600"/>
              <a:gd name="connsiteY760" fmla="*/ 898890 h 6858000"/>
              <a:gd name="connsiteX761" fmla="*/ 5861335 w 7467600"/>
              <a:gd name="connsiteY761" fmla="*/ 899177 h 6858000"/>
              <a:gd name="connsiteX762" fmla="*/ 5843702 w 7467600"/>
              <a:gd name="connsiteY762" fmla="*/ 899748 h 6858000"/>
              <a:gd name="connsiteX763" fmla="*/ 5651107 w 7467600"/>
              <a:gd name="connsiteY763" fmla="*/ 920306 h 6858000"/>
              <a:gd name="connsiteX764" fmla="*/ 5459407 w 7467600"/>
              <a:gd name="connsiteY764" fmla="*/ 940975 h 6858000"/>
              <a:gd name="connsiteX765" fmla="*/ 5374846 w 7467600"/>
              <a:gd name="connsiteY765" fmla="*/ 941988 h 6858000"/>
              <a:gd name="connsiteX766" fmla="*/ 5256105 w 7467600"/>
              <a:gd name="connsiteY766" fmla="*/ 945632 h 6858000"/>
              <a:gd name="connsiteX767" fmla="*/ 5107071 w 7467600"/>
              <a:gd name="connsiteY767" fmla="*/ 969720 h 6858000"/>
              <a:gd name="connsiteX768" fmla="*/ 4998681 w 7467600"/>
              <a:gd name="connsiteY768" fmla="*/ 988771 h 6858000"/>
              <a:gd name="connsiteX769" fmla="*/ 5870151 w 7467600"/>
              <a:gd name="connsiteY769" fmla="*/ 898890 h 6858000"/>
              <a:gd name="connsiteX770" fmla="*/ 5504425 w 7467600"/>
              <a:gd name="connsiteY770" fmla="*/ 848067 h 6858000"/>
              <a:gd name="connsiteX771" fmla="*/ 4968849 w 7467600"/>
              <a:gd name="connsiteY771" fmla="*/ 962318 h 6858000"/>
              <a:gd name="connsiteX772" fmla="*/ 5104039 w 7467600"/>
              <a:gd name="connsiteY772" fmla="*/ 940634 h 6858000"/>
              <a:gd name="connsiteX773" fmla="*/ 5256311 w 7467600"/>
              <a:gd name="connsiteY773" fmla="*/ 916490 h 6858000"/>
              <a:gd name="connsiteX774" fmla="*/ 5377381 w 7467600"/>
              <a:gd name="connsiteY774" fmla="*/ 912671 h 6858000"/>
              <a:gd name="connsiteX775" fmla="*/ 5460148 w 7467600"/>
              <a:gd name="connsiteY775" fmla="*/ 911442 h 6858000"/>
              <a:gd name="connsiteX776" fmla="*/ 5648971 w 7467600"/>
              <a:gd name="connsiteY776" fmla="*/ 891331 h 6858000"/>
              <a:gd name="connsiteX777" fmla="*/ 5844807 w 7467600"/>
              <a:gd name="connsiteY777" fmla="*/ 870718 h 6858000"/>
              <a:gd name="connsiteX778" fmla="*/ 5862975 w 7467600"/>
              <a:gd name="connsiteY778" fmla="*/ 869756 h 6858000"/>
              <a:gd name="connsiteX779" fmla="*/ 5920887 w 7467600"/>
              <a:gd name="connsiteY779" fmla="*/ 865929 h 6858000"/>
              <a:gd name="connsiteX780" fmla="*/ 5504425 w 7467600"/>
              <a:gd name="connsiteY780" fmla="*/ 848067 h 6858000"/>
              <a:gd name="connsiteX781" fmla="*/ 3607114 w 7467600"/>
              <a:gd name="connsiteY781" fmla="*/ 467441 h 6858000"/>
              <a:gd name="connsiteX782" fmla="*/ 3296242 w 7467600"/>
              <a:gd name="connsiteY782" fmla="*/ 807991 h 6858000"/>
              <a:gd name="connsiteX783" fmla="*/ 3174674 w 7467600"/>
              <a:gd name="connsiteY783" fmla="*/ 919759 h 6858000"/>
              <a:gd name="connsiteX784" fmla="*/ 3042978 w 7467600"/>
              <a:gd name="connsiteY784" fmla="*/ 1054894 h 6858000"/>
              <a:gd name="connsiteX785" fmla="*/ 2968914 w 7467600"/>
              <a:gd name="connsiteY785" fmla="*/ 1133756 h 6858000"/>
              <a:gd name="connsiteX786" fmla="*/ 3103823 w 7467600"/>
              <a:gd name="connsiteY786" fmla="*/ 1026814 h 6858000"/>
              <a:gd name="connsiteX787" fmla="*/ 3607114 w 7467600"/>
              <a:gd name="connsiteY787" fmla="*/ 467441 h 6858000"/>
              <a:gd name="connsiteX788" fmla="*/ 3744487 w 7467600"/>
              <a:gd name="connsiteY788" fmla="*/ 383136 h 6858000"/>
              <a:gd name="connsiteX789" fmla="*/ 3970213 w 7467600"/>
              <a:gd name="connsiteY789" fmla="*/ 995559 h 6858000"/>
              <a:gd name="connsiteX790" fmla="*/ 3744487 w 7467600"/>
              <a:gd name="connsiteY790" fmla="*/ 383136 h 6858000"/>
              <a:gd name="connsiteX791" fmla="*/ 3624562 w 7467600"/>
              <a:gd name="connsiteY791" fmla="*/ 367041 h 6858000"/>
              <a:gd name="connsiteX792" fmla="*/ 3489712 w 7467600"/>
              <a:gd name="connsiteY792" fmla="*/ 485386 h 6858000"/>
              <a:gd name="connsiteX793" fmla="*/ 3182994 w 7467600"/>
              <a:gd name="connsiteY793" fmla="*/ 828265 h 6858000"/>
              <a:gd name="connsiteX794" fmla="*/ 2892114 w 7467600"/>
              <a:gd name="connsiteY794" fmla="*/ 1172635 h 6858000"/>
              <a:gd name="connsiteX795" fmla="*/ 3021459 w 7467600"/>
              <a:gd name="connsiteY795" fmla="*/ 1035385 h 6858000"/>
              <a:gd name="connsiteX796" fmla="*/ 3153873 w 7467600"/>
              <a:gd name="connsiteY796" fmla="*/ 898971 h 6858000"/>
              <a:gd name="connsiteX797" fmla="*/ 3276511 w 7467600"/>
              <a:gd name="connsiteY797" fmla="*/ 786423 h 6858000"/>
              <a:gd name="connsiteX798" fmla="*/ 3584154 w 7467600"/>
              <a:gd name="connsiteY798" fmla="*/ 448218 h 6858000"/>
              <a:gd name="connsiteX799" fmla="*/ 3624562 w 7467600"/>
              <a:gd name="connsiteY799" fmla="*/ 367041 h 6858000"/>
              <a:gd name="connsiteX800" fmla="*/ 3766672 w 7467600"/>
              <a:gd name="connsiteY800" fmla="*/ 359429 h 6858000"/>
              <a:gd name="connsiteX801" fmla="*/ 3996338 w 7467600"/>
              <a:gd name="connsiteY801" fmla="*/ 968237 h 6858000"/>
              <a:gd name="connsiteX802" fmla="*/ 3766672 w 7467600"/>
              <a:gd name="connsiteY802" fmla="*/ 359429 h 6858000"/>
              <a:gd name="connsiteX803" fmla="*/ 5805386 w 7467600"/>
              <a:gd name="connsiteY803" fmla="*/ 239240 h 6858000"/>
              <a:gd name="connsiteX804" fmla="*/ 5736947 w 7467600"/>
              <a:gd name="connsiteY804" fmla="*/ 261367 h 6858000"/>
              <a:gd name="connsiteX805" fmla="*/ 5427012 w 7467600"/>
              <a:gd name="connsiteY805" fmla="*/ 311272 h 6858000"/>
              <a:gd name="connsiteX806" fmla="*/ 5147818 w 7467600"/>
              <a:gd name="connsiteY806" fmla="*/ 322112 h 6858000"/>
              <a:gd name="connsiteX807" fmla="*/ 5060854 w 7467600"/>
              <a:gd name="connsiteY807" fmla="*/ 311882 h 6858000"/>
              <a:gd name="connsiteX808" fmla="*/ 4945989 w 7467600"/>
              <a:gd name="connsiteY808" fmla="*/ 300516 h 6858000"/>
              <a:gd name="connsiteX809" fmla="*/ 5410479 w 7467600"/>
              <a:gd name="connsiteY809" fmla="*/ 348434 h 6858000"/>
              <a:gd name="connsiteX810" fmla="*/ 5805386 w 7467600"/>
              <a:gd name="connsiteY810" fmla="*/ 239240 h 6858000"/>
              <a:gd name="connsiteX811" fmla="*/ 5905192 w 7467600"/>
              <a:gd name="connsiteY811" fmla="*/ 163079 h 6858000"/>
              <a:gd name="connsiteX812" fmla="*/ 5865655 w 7467600"/>
              <a:gd name="connsiteY812" fmla="*/ 171901 h 6858000"/>
              <a:gd name="connsiteX813" fmla="*/ 5259740 w 7467600"/>
              <a:gd name="connsiteY813" fmla="*/ 257013 h 6858000"/>
              <a:gd name="connsiteX814" fmla="*/ 5208466 w 7467600"/>
              <a:gd name="connsiteY814" fmla="*/ 257550 h 6858000"/>
              <a:gd name="connsiteX815" fmla="*/ 4980204 w 7467600"/>
              <a:gd name="connsiteY815" fmla="*/ 271903 h 6858000"/>
              <a:gd name="connsiteX816" fmla="*/ 5068068 w 7467600"/>
              <a:gd name="connsiteY816" fmla="*/ 282244 h 6858000"/>
              <a:gd name="connsiteX817" fmla="*/ 5153231 w 7467600"/>
              <a:gd name="connsiteY817" fmla="*/ 292240 h 6858000"/>
              <a:gd name="connsiteX818" fmla="*/ 5426491 w 7467600"/>
              <a:gd name="connsiteY818" fmla="*/ 281128 h 6858000"/>
              <a:gd name="connsiteX819" fmla="*/ 5731212 w 7467600"/>
              <a:gd name="connsiteY819" fmla="*/ 231951 h 6858000"/>
              <a:gd name="connsiteX820" fmla="*/ 5905192 w 7467600"/>
              <a:gd name="connsiteY820" fmla="*/ 163079 h 6858000"/>
              <a:gd name="connsiteX821" fmla="*/ 5944437 w 7467600"/>
              <a:gd name="connsiteY821" fmla="*/ 113829 h 6858000"/>
              <a:gd name="connsiteX822" fmla="*/ 5825032 w 7467600"/>
              <a:gd name="connsiteY822" fmla="*/ 146405 h 6858000"/>
              <a:gd name="connsiteX823" fmla="*/ 4955599 w 7467600"/>
              <a:gd name="connsiteY823" fmla="*/ 247008 h 6858000"/>
              <a:gd name="connsiteX824" fmla="*/ 5210104 w 7467600"/>
              <a:gd name="connsiteY824" fmla="*/ 228123 h 6858000"/>
              <a:gd name="connsiteX825" fmla="*/ 5261015 w 7467600"/>
              <a:gd name="connsiteY825" fmla="*/ 227087 h 6858000"/>
              <a:gd name="connsiteX826" fmla="*/ 5861181 w 7467600"/>
              <a:gd name="connsiteY826" fmla="*/ 143093 h 6858000"/>
              <a:gd name="connsiteX827" fmla="*/ 5961252 w 7467600"/>
              <a:gd name="connsiteY827" fmla="*/ 114820 h 6858000"/>
              <a:gd name="connsiteX828" fmla="*/ 5944437 w 7467600"/>
              <a:gd name="connsiteY828" fmla="*/ 113829 h 6858000"/>
              <a:gd name="connsiteX829" fmla="*/ 3882765 w 7467600"/>
              <a:gd name="connsiteY829" fmla="*/ 0 h 6858000"/>
              <a:gd name="connsiteX830" fmla="*/ 3995099 w 7467600"/>
              <a:gd name="connsiteY830" fmla="*/ 0 h 6858000"/>
              <a:gd name="connsiteX831" fmla="*/ 4163818 w 7467600"/>
              <a:gd name="connsiteY831" fmla="*/ 234104 h 6858000"/>
              <a:gd name="connsiteX832" fmla="*/ 4172099 w 7467600"/>
              <a:gd name="connsiteY832" fmla="*/ 234207 h 6858000"/>
              <a:gd name="connsiteX833" fmla="*/ 4784282 w 7467600"/>
              <a:gd name="connsiteY833" fmla="*/ 276561 h 6858000"/>
              <a:gd name="connsiteX834" fmla="*/ 4801687 w 7467600"/>
              <a:gd name="connsiteY834" fmla="*/ 267764 h 6858000"/>
              <a:gd name="connsiteX835" fmla="*/ 6082788 w 7467600"/>
              <a:gd name="connsiteY835" fmla="*/ 64119 h 6858000"/>
              <a:gd name="connsiteX836" fmla="*/ 6099442 w 7467600"/>
              <a:gd name="connsiteY836" fmla="*/ 82568 h 6858000"/>
              <a:gd name="connsiteX837" fmla="*/ 4804137 w 7467600"/>
              <a:gd name="connsiteY837" fmla="*/ 320931 h 6858000"/>
              <a:gd name="connsiteX838" fmla="*/ 4227047 w 7467600"/>
              <a:gd name="connsiteY838" fmla="*/ 313415 h 6858000"/>
              <a:gd name="connsiteX839" fmla="*/ 4346041 w 7467600"/>
              <a:gd name="connsiteY839" fmla="*/ 456086 h 6858000"/>
              <a:gd name="connsiteX840" fmla="*/ 4870967 w 7467600"/>
              <a:gd name="connsiteY840" fmla="*/ 963061 h 6858000"/>
              <a:gd name="connsiteX841" fmla="*/ 4889647 w 7467600"/>
              <a:gd name="connsiteY841" fmla="*/ 957147 h 6858000"/>
              <a:gd name="connsiteX842" fmla="*/ 5422504 w 7467600"/>
              <a:gd name="connsiteY842" fmla="*/ 805191 h 6858000"/>
              <a:gd name="connsiteX843" fmla="*/ 6087656 w 7467600"/>
              <a:gd name="connsiteY843" fmla="*/ 826703 h 6858000"/>
              <a:gd name="connsiteX844" fmla="*/ 6058717 w 7467600"/>
              <a:gd name="connsiteY844" fmla="*/ 865992 h 6858000"/>
              <a:gd name="connsiteX845" fmla="*/ 4974153 w 7467600"/>
              <a:gd name="connsiteY845" fmla="*/ 1045456 h 6858000"/>
              <a:gd name="connsiteX846" fmla="*/ 5627835 w 7467600"/>
              <a:gd name="connsiteY846" fmla="*/ 1472077 h 6858000"/>
              <a:gd name="connsiteX847" fmla="*/ 5629817 w 7467600"/>
              <a:gd name="connsiteY847" fmla="*/ 1471412 h 6858000"/>
              <a:gd name="connsiteX848" fmla="*/ 5634124 w 7467600"/>
              <a:gd name="connsiteY848" fmla="*/ 1470572 h 6858000"/>
              <a:gd name="connsiteX849" fmla="*/ 5755832 w 7467600"/>
              <a:gd name="connsiteY849" fmla="*/ 1383886 h 6858000"/>
              <a:gd name="connsiteX850" fmla="*/ 6014186 w 7467600"/>
              <a:gd name="connsiteY850" fmla="*/ 1279799 h 6858000"/>
              <a:gd name="connsiteX851" fmla="*/ 6901619 w 7467600"/>
              <a:gd name="connsiteY851" fmla="*/ 1047874 h 6858000"/>
              <a:gd name="connsiteX852" fmla="*/ 6931566 w 7467600"/>
              <a:gd name="connsiteY852" fmla="*/ 1062034 h 6858000"/>
              <a:gd name="connsiteX853" fmla="*/ 5790982 w 7467600"/>
              <a:gd name="connsiteY853" fmla="*/ 1561380 h 6858000"/>
              <a:gd name="connsiteX854" fmla="*/ 6188971 w 7467600"/>
              <a:gd name="connsiteY854" fmla="*/ 1755168 h 6858000"/>
              <a:gd name="connsiteX855" fmla="*/ 6202446 w 7467600"/>
              <a:gd name="connsiteY855" fmla="*/ 1752268 h 6858000"/>
              <a:gd name="connsiteX856" fmla="*/ 7179560 w 7467600"/>
              <a:gd name="connsiteY856" fmla="*/ 1467551 h 6858000"/>
              <a:gd name="connsiteX857" fmla="*/ 7158730 w 7467600"/>
              <a:gd name="connsiteY857" fmla="*/ 1507835 h 6858000"/>
              <a:gd name="connsiteX858" fmla="*/ 6326959 w 7467600"/>
              <a:gd name="connsiteY858" fmla="*/ 1817686 h 6858000"/>
              <a:gd name="connsiteX859" fmla="*/ 6537433 w 7467600"/>
              <a:gd name="connsiteY859" fmla="*/ 1907790 h 6858000"/>
              <a:gd name="connsiteX860" fmla="*/ 6550221 w 7467600"/>
              <a:gd name="connsiteY860" fmla="*/ 1910729 h 6858000"/>
              <a:gd name="connsiteX861" fmla="*/ 6964438 w 7467600"/>
              <a:gd name="connsiteY861" fmla="*/ 2209505 h 6858000"/>
              <a:gd name="connsiteX862" fmla="*/ 7367862 w 7467600"/>
              <a:gd name="connsiteY862" fmla="*/ 2806833 h 6858000"/>
              <a:gd name="connsiteX863" fmla="*/ 7364329 w 7467600"/>
              <a:gd name="connsiteY863" fmla="*/ 2826907 h 6858000"/>
              <a:gd name="connsiteX864" fmla="*/ 7290545 w 7467600"/>
              <a:gd name="connsiteY864" fmla="*/ 2850663 h 6858000"/>
              <a:gd name="connsiteX865" fmla="*/ 6472036 w 7467600"/>
              <a:gd name="connsiteY865" fmla="*/ 1959003 h 6858000"/>
              <a:gd name="connsiteX866" fmla="*/ 5792897 w 7467600"/>
              <a:gd name="connsiteY866" fmla="*/ 1647747 h 6858000"/>
              <a:gd name="connsiteX867" fmla="*/ 5842751 w 7467600"/>
              <a:gd name="connsiteY867" fmla="*/ 1816112 h 6858000"/>
              <a:gd name="connsiteX868" fmla="*/ 5847424 w 7467600"/>
              <a:gd name="connsiteY868" fmla="*/ 1815776 h 6858000"/>
              <a:gd name="connsiteX869" fmla="*/ 6399821 w 7467600"/>
              <a:gd name="connsiteY869" fmla="*/ 2344799 h 6858000"/>
              <a:gd name="connsiteX870" fmla="*/ 6323232 w 7467600"/>
              <a:gd name="connsiteY870" fmla="*/ 2389634 h 6858000"/>
              <a:gd name="connsiteX871" fmla="*/ 5942958 w 7467600"/>
              <a:gd name="connsiteY871" fmla="*/ 2077708 h 6858000"/>
              <a:gd name="connsiteX872" fmla="*/ 5921559 w 7467600"/>
              <a:gd name="connsiteY872" fmla="*/ 2378596 h 6858000"/>
              <a:gd name="connsiteX873" fmla="*/ 5817651 w 7467600"/>
              <a:gd name="connsiteY873" fmla="*/ 3023919 h 6858000"/>
              <a:gd name="connsiteX874" fmla="*/ 5729634 w 7467600"/>
              <a:gd name="connsiteY874" fmla="*/ 3051849 h 6858000"/>
              <a:gd name="connsiteX875" fmla="*/ 5611018 w 7467600"/>
              <a:gd name="connsiteY875" fmla="*/ 2316769 h 6858000"/>
              <a:gd name="connsiteX876" fmla="*/ 5687608 w 7467600"/>
              <a:gd name="connsiteY876" fmla="*/ 2039972 h 6858000"/>
              <a:gd name="connsiteX877" fmla="*/ 5657554 w 7467600"/>
              <a:gd name="connsiteY877" fmla="*/ 1576445 h 6858000"/>
              <a:gd name="connsiteX878" fmla="*/ 5150475 w 7467600"/>
              <a:gd name="connsiteY878" fmla="*/ 1274012 h 6858000"/>
              <a:gd name="connsiteX879" fmla="*/ 5349142 w 7467600"/>
              <a:gd name="connsiteY879" fmla="*/ 2204405 h 6858000"/>
              <a:gd name="connsiteX880" fmla="*/ 5262214 w 7467600"/>
              <a:gd name="connsiteY880" fmla="*/ 2233836 h 6858000"/>
              <a:gd name="connsiteX881" fmla="*/ 4981539 w 7467600"/>
              <a:gd name="connsiteY881" fmla="*/ 1542201 h 6858000"/>
              <a:gd name="connsiteX882" fmla="*/ 4958461 w 7467600"/>
              <a:gd name="connsiteY882" fmla="*/ 1136957 h 6858000"/>
              <a:gd name="connsiteX883" fmla="*/ 4655015 w 7467600"/>
              <a:gd name="connsiteY883" fmla="*/ 891426 h 6858000"/>
              <a:gd name="connsiteX884" fmla="*/ 4348002 w 7467600"/>
              <a:gd name="connsiteY884" fmla="*/ 2205895 h 6858000"/>
              <a:gd name="connsiteX885" fmla="*/ 4262250 w 7467600"/>
              <a:gd name="connsiteY885" fmla="*/ 2219972 h 6858000"/>
              <a:gd name="connsiteX886" fmla="*/ 4550611 w 7467600"/>
              <a:gd name="connsiteY886" fmla="*/ 817540 h 6858000"/>
              <a:gd name="connsiteX887" fmla="*/ 4564418 w 7467600"/>
              <a:gd name="connsiteY887" fmla="*/ 808293 h 6858000"/>
              <a:gd name="connsiteX888" fmla="*/ 4266388 w 7467600"/>
              <a:gd name="connsiteY888" fmla="*/ 500083 h 6858000"/>
              <a:gd name="connsiteX889" fmla="*/ 4032842 w 7467600"/>
              <a:gd name="connsiteY889" fmla="*/ 211809 h 6858000"/>
              <a:gd name="connsiteX890" fmla="*/ 3882765 w 7467600"/>
              <a:gd name="connsiteY890" fmla="*/ 0 h 6858000"/>
              <a:gd name="connsiteX891" fmla="*/ 3721337 w 7467600"/>
              <a:gd name="connsiteY891" fmla="*/ 0 h 6858000"/>
              <a:gd name="connsiteX892" fmla="*/ 3797544 w 7467600"/>
              <a:gd name="connsiteY892" fmla="*/ 0 h 6858000"/>
              <a:gd name="connsiteX893" fmla="*/ 3775734 w 7467600"/>
              <a:gd name="connsiteY893" fmla="*/ 95131 h 6858000"/>
              <a:gd name="connsiteX894" fmla="*/ 3724807 w 7467600"/>
              <a:gd name="connsiteY894" fmla="*/ 272257 h 6858000"/>
              <a:gd name="connsiteX895" fmla="*/ 3726844 w 7467600"/>
              <a:gd name="connsiteY895" fmla="*/ 282988 h 6858000"/>
              <a:gd name="connsiteX896" fmla="*/ 3742664 w 7467600"/>
              <a:gd name="connsiteY896" fmla="*/ 279918 h 6858000"/>
              <a:gd name="connsiteX897" fmla="*/ 4103910 w 7467600"/>
              <a:gd name="connsiteY897" fmla="*/ 1161917 h 6858000"/>
              <a:gd name="connsiteX898" fmla="*/ 4020269 w 7467600"/>
              <a:gd name="connsiteY898" fmla="*/ 1200406 h 6858000"/>
              <a:gd name="connsiteX899" fmla="*/ 3674882 w 7467600"/>
              <a:gd name="connsiteY899" fmla="*/ 488524 h 6858000"/>
              <a:gd name="connsiteX900" fmla="*/ 3132682 w 7467600"/>
              <a:gd name="connsiteY900" fmla="*/ 1072284 h 6858000"/>
              <a:gd name="connsiteX901" fmla="*/ 2716346 w 7467600"/>
              <a:gd name="connsiteY901" fmla="*/ 1276376 h 6858000"/>
              <a:gd name="connsiteX902" fmla="*/ 2716772 w 7467600"/>
              <a:gd name="connsiteY902" fmla="*/ 1255462 h 6858000"/>
              <a:gd name="connsiteX903" fmla="*/ 3471096 w 7467600"/>
              <a:gd name="connsiteY903" fmla="*/ 437072 h 6858000"/>
              <a:gd name="connsiteX904" fmla="*/ 3639057 w 7467600"/>
              <a:gd name="connsiteY904" fmla="*/ 286334 h 6858000"/>
              <a:gd name="connsiteX905" fmla="*/ 3640309 w 7467600"/>
              <a:gd name="connsiteY905" fmla="*/ 284664 h 6858000"/>
              <a:gd name="connsiteX906" fmla="*/ 3646022 w 7467600"/>
              <a:gd name="connsiteY906" fmla="*/ 276711 h 6858000"/>
              <a:gd name="connsiteX907" fmla="*/ 3707943 w 7467600"/>
              <a:gd name="connsiteY907" fmla="*/ 65958 h 6858000"/>
              <a:gd name="connsiteX908" fmla="*/ 3721337 w 7467600"/>
              <a:gd name="connsiteY908" fmla="*/ 0 h 6858000"/>
              <a:gd name="connsiteX909" fmla="*/ 2867960 w 7467600"/>
              <a:gd name="connsiteY909" fmla="*/ 0 h 6858000"/>
              <a:gd name="connsiteX910" fmla="*/ 2926351 w 7467600"/>
              <a:gd name="connsiteY910" fmla="*/ 0 h 6858000"/>
              <a:gd name="connsiteX911" fmla="*/ 2902823 w 7467600"/>
              <a:gd name="connsiteY911" fmla="*/ 262929 h 6858000"/>
              <a:gd name="connsiteX912" fmla="*/ 2940663 w 7467600"/>
              <a:gd name="connsiteY912" fmla="*/ 140884 h 6858000"/>
              <a:gd name="connsiteX913" fmla="*/ 2947039 w 7467600"/>
              <a:gd name="connsiteY913" fmla="*/ 122524 h 6858000"/>
              <a:gd name="connsiteX914" fmla="*/ 2984316 w 7467600"/>
              <a:gd name="connsiteY914" fmla="*/ 0 h 6858000"/>
              <a:gd name="connsiteX915" fmla="*/ 3016114 w 7467600"/>
              <a:gd name="connsiteY915" fmla="*/ 0 h 6858000"/>
              <a:gd name="connsiteX916" fmla="*/ 2979949 w 7467600"/>
              <a:gd name="connsiteY916" fmla="*/ 119274 h 6858000"/>
              <a:gd name="connsiteX917" fmla="*/ 3023879 w 7467600"/>
              <a:gd name="connsiteY917" fmla="*/ 0 h 6858000"/>
              <a:gd name="connsiteX918" fmla="*/ 3105400 w 7467600"/>
              <a:gd name="connsiteY918" fmla="*/ 0 h 6858000"/>
              <a:gd name="connsiteX919" fmla="*/ 3094669 w 7467600"/>
              <a:gd name="connsiteY919" fmla="*/ 30308 h 6858000"/>
              <a:gd name="connsiteX920" fmla="*/ 2901945 w 7467600"/>
              <a:gd name="connsiteY920" fmla="*/ 466538 h 6858000"/>
              <a:gd name="connsiteX921" fmla="*/ 2815209 w 7467600"/>
              <a:gd name="connsiteY921" fmla="*/ 497361 h 6858000"/>
              <a:gd name="connsiteX922" fmla="*/ 2844845 w 7467600"/>
              <a:gd name="connsiteY922" fmla="*/ 127638 h 6858000"/>
              <a:gd name="connsiteX923" fmla="*/ 2867960 w 7467600"/>
              <a:gd name="connsiteY923" fmla="*/ 0 h 6858000"/>
              <a:gd name="connsiteX924" fmla="*/ 1057230 w 7467600"/>
              <a:gd name="connsiteY924" fmla="*/ 0 h 6858000"/>
              <a:gd name="connsiteX925" fmla="*/ 1111003 w 7467600"/>
              <a:gd name="connsiteY925" fmla="*/ 0 h 6858000"/>
              <a:gd name="connsiteX926" fmla="*/ 1125553 w 7467600"/>
              <a:gd name="connsiteY926" fmla="*/ 52588 h 6858000"/>
              <a:gd name="connsiteX927" fmla="*/ 1304276 w 7467600"/>
              <a:gd name="connsiteY927" fmla="*/ 476275 h 6858000"/>
              <a:gd name="connsiteX928" fmla="*/ 1492066 w 7467600"/>
              <a:gd name="connsiteY928" fmla="*/ 886333 h 6858000"/>
              <a:gd name="connsiteX929" fmla="*/ 1423698 w 7467600"/>
              <a:gd name="connsiteY929" fmla="*/ 710817 h 6858000"/>
              <a:gd name="connsiteX930" fmla="*/ 1357609 w 7467600"/>
              <a:gd name="connsiteY930" fmla="*/ 532892 h 6858000"/>
              <a:gd name="connsiteX931" fmla="*/ 1309550 w 7467600"/>
              <a:gd name="connsiteY931" fmla="*/ 374031 h 6858000"/>
              <a:gd name="connsiteX932" fmla="*/ 1193673 w 7467600"/>
              <a:gd name="connsiteY932" fmla="*/ 49533 h 6858000"/>
              <a:gd name="connsiteX933" fmla="*/ 1164391 w 7467600"/>
              <a:gd name="connsiteY933" fmla="*/ 0 h 6858000"/>
              <a:gd name="connsiteX934" fmla="*/ 1200666 w 7467600"/>
              <a:gd name="connsiteY934" fmla="*/ 0 h 6858000"/>
              <a:gd name="connsiteX935" fmla="*/ 1223408 w 7467600"/>
              <a:gd name="connsiteY935" fmla="*/ 38996 h 6858000"/>
              <a:gd name="connsiteX936" fmla="*/ 1339635 w 7467600"/>
              <a:gd name="connsiteY936" fmla="*/ 365517 h 6858000"/>
              <a:gd name="connsiteX937" fmla="*/ 1387469 w 7467600"/>
              <a:gd name="connsiteY937" fmla="*/ 523079 h 6858000"/>
              <a:gd name="connsiteX938" fmla="*/ 1452685 w 7467600"/>
              <a:gd name="connsiteY938" fmla="*/ 699806 h 6858000"/>
              <a:gd name="connsiteX939" fmla="*/ 1492092 w 7467600"/>
              <a:gd name="connsiteY939" fmla="*/ 800424 h 6858000"/>
              <a:gd name="connsiteX940" fmla="*/ 1455302 w 7467600"/>
              <a:gd name="connsiteY940" fmla="*/ 632913 h 6858000"/>
              <a:gd name="connsiteX941" fmla="*/ 1222336 w 7467600"/>
              <a:gd name="connsiteY941" fmla="*/ 9480 h 6858000"/>
              <a:gd name="connsiteX942" fmla="*/ 1214634 w 7467600"/>
              <a:gd name="connsiteY942" fmla="*/ 0 h 6858000"/>
              <a:gd name="connsiteX943" fmla="*/ 1289827 w 7467600"/>
              <a:gd name="connsiteY943" fmla="*/ 0 h 6858000"/>
              <a:gd name="connsiteX944" fmla="*/ 1321076 w 7467600"/>
              <a:gd name="connsiteY944" fmla="*/ 59722 h 6858000"/>
              <a:gd name="connsiteX945" fmla="*/ 1512579 w 7467600"/>
              <a:gd name="connsiteY945" fmla="*/ 626441 h 6858000"/>
              <a:gd name="connsiteX946" fmla="*/ 1506076 w 7467600"/>
              <a:gd name="connsiteY946" fmla="*/ 1089289 h 6858000"/>
              <a:gd name="connsiteX947" fmla="*/ 1486346 w 7467600"/>
              <a:gd name="connsiteY947" fmla="*/ 1079919 h 6858000"/>
              <a:gd name="connsiteX948" fmla="*/ 1070511 w 7467600"/>
              <a:gd name="connsiteY948" fmla="*/ 48609 h 6858000"/>
              <a:gd name="connsiteX949" fmla="*/ 1057230 w 7467600"/>
              <a:gd name="connsiteY949" fmla="*/ 0 h 6858000"/>
              <a:gd name="connsiteX950" fmla="*/ 43151 w 7467600"/>
              <a:gd name="connsiteY950" fmla="*/ 0 h 6858000"/>
              <a:gd name="connsiteX951" fmla="*/ 95283 w 7467600"/>
              <a:gd name="connsiteY951" fmla="*/ 0 h 6858000"/>
              <a:gd name="connsiteX952" fmla="*/ 300708 w 7467600"/>
              <a:gd name="connsiteY952" fmla="*/ 154571 h 6858000"/>
              <a:gd name="connsiteX953" fmla="*/ 530414 w 7467600"/>
              <a:gd name="connsiteY953" fmla="*/ 354673 h 6858000"/>
              <a:gd name="connsiteX954" fmla="*/ 333785 w 7467600"/>
              <a:gd name="connsiteY954" fmla="*/ 161564 h 6858000"/>
              <a:gd name="connsiteX955" fmla="*/ 147005 w 7467600"/>
              <a:gd name="connsiteY955" fmla="*/ 0 h 6858000"/>
              <a:gd name="connsiteX956" fmla="*/ 272509 w 7467600"/>
              <a:gd name="connsiteY956" fmla="*/ 0 h 6858000"/>
              <a:gd name="connsiteX957" fmla="*/ 326276 w 7467600"/>
              <a:gd name="connsiteY957" fmla="*/ 45847 h 6858000"/>
              <a:gd name="connsiteX958" fmla="*/ 823759 w 7467600"/>
              <a:gd name="connsiteY958" fmla="*/ 574145 h 6858000"/>
              <a:gd name="connsiteX959" fmla="*/ 811254 w 7467600"/>
              <a:gd name="connsiteY959" fmla="*/ 665546 h 6858000"/>
              <a:gd name="connsiteX960" fmla="*/ 154042 w 7467600"/>
              <a:gd name="connsiteY960" fmla="*/ 261522 h 6858000"/>
              <a:gd name="connsiteX961" fmla="*/ 13550 w 7467600"/>
              <a:gd name="connsiteY961" fmla="*/ 158423 h 6858000"/>
              <a:gd name="connsiteX962" fmla="*/ 0 w 7467600"/>
              <a:gd name="connsiteY962" fmla="*/ 146618 h 6858000"/>
              <a:gd name="connsiteX963" fmla="*/ 0 w 7467600"/>
              <a:gd name="connsiteY963" fmla="*/ 59161 h 6858000"/>
              <a:gd name="connsiteX964" fmla="*/ 45427 w 7467600"/>
              <a:gd name="connsiteY964" fmla="*/ 101078 h 6858000"/>
              <a:gd name="connsiteX965" fmla="*/ 630103 w 7467600"/>
              <a:gd name="connsiteY965" fmla="*/ 485885 h 6858000"/>
              <a:gd name="connsiteX966" fmla="*/ 532040 w 7467600"/>
              <a:gd name="connsiteY966" fmla="*/ 399359 h 6858000"/>
              <a:gd name="connsiteX967" fmla="*/ 517618 w 7467600"/>
              <a:gd name="connsiteY967" fmla="*/ 385726 h 6858000"/>
              <a:gd name="connsiteX968" fmla="*/ 285074 w 7467600"/>
              <a:gd name="connsiteY968" fmla="*/ 182755 h 6858000"/>
              <a:gd name="connsiteX969" fmla="*/ 43151 w 7467600"/>
              <a:gd name="connsiteY96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259646 w 7467600"/>
              <a:gd name="connsiteY78" fmla="*/ 5765985 h 6858000"/>
              <a:gd name="connsiteX79" fmla="*/ 7467600 w 7467600"/>
              <a:gd name="connsiteY79" fmla="*/ 6012219 h 6858000"/>
              <a:gd name="connsiteX80" fmla="*/ 7356878 w 7467600"/>
              <a:gd name="connsiteY80" fmla="*/ 5981332 h 6858000"/>
              <a:gd name="connsiteX81" fmla="*/ 7467600 w 7467600"/>
              <a:gd name="connsiteY81" fmla="*/ 6117703 h 6858000"/>
              <a:gd name="connsiteX82" fmla="*/ 7467600 w 7467600"/>
              <a:gd name="connsiteY82" fmla="*/ 6163634 h 6858000"/>
              <a:gd name="connsiteX83" fmla="*/ 7403637 w 7467600"/>
              <a:gd name="connsiteY83" fmla="*/ 6083957 h 6858000"/>
              <a:gd name="connsiteX84" fmla="*/ 7254615 w 7467600"/>
              <a:gd name="connsiteY84" fmla="*/ 5911918 h 6858000"/>
              <a:gd name="connsiteX85" fmla="*/ 7312589 w 7467600"/>
              <a:gd name="connsiteY85" fmla="*/ 5982309 h 6858000"/>
              <a:gd name="connsiteX86" fmla="*/ 7448321 w 7467600"/>
              <a:gd name="connsiteY86" fmla="*/ 6190991 h 6858000"/>
              <a:gd name="connsiteX87" fmla="*/ 7467600 w 7467600"/>
              <a:gd name="connsiteY87" fmla="*/ 6221686 h 6858000"/>
              <a:gd name="connsiteX88" fmla="*/ 7467600 w 7467600"/>
              <a:gd name="connsiteY88" fmla="*/ 6334256 h 6858000"/>
              <a:gd name="connsiteX89" fmla="*/ 7454976 w 7467600"/>
              <a:gd name="connsiteY89" fmla="*/ 6318297 h 6858000"/>
              <a:gd name="connsiteX90" fmla="*/ 1456157 w 7467600"/>
              <a:gd name="connsiteY90" fmla="*/ 5371404 h 6858000"/>
              <a:gd name="connsiteX91" fmla="*/ 1244432 w 7467600"/>
              <a:gd name="connsiteY91" fmla="*/ 5385601 h 6858000"/>
              <a:gd name="connsiteX92" fmla="*/ 973990 w 7467600"/>
              <a:gd name="connsiteY92" fmla="*/ 5424940 h 6858000"/>
              <a:gd name="connsiteX93" fmla="*/ 1103809 w 7467600"/>
              <a:gd name="connsiteY93" fmla="*/ 5433720 h 6858000"/>
              <a:gd name="connsiteX94" fmla="*/ 1123454 w 7467600"/>
              <a:gd name="connsiteY94" fmla="*/ 5435727 h 6858000"/>
              <a:gd name="connsiteX95" fmla="*/ 1737017 w 7467600"/>
              <a:gd name="connsiteY95" fmla="*/ 5452183 h 6858000"/>
              <a:gd name="connsiteX96" fmla="*/ 1824397 w 7467600"/>
              <a:gd name="connsiteY96" fmla="*/ 5447757 h 6858000"/>
              <a:gd name="connsiteX97" fmla="*/ 2070059 w 7467600"/>
              <a:gd name="connsiteY97" fmla="*/ 5441660 h 6858000"/>
              <a:gd name="connsiteX98" fmla="*/ 1456157 w 7467600"/>
              <a:gd name="connsiteY98" fmla="*/ 5371404 h 6858000"/>
              <a:gd name="connsiteX99" fmla="*/ 4988186 w 7467600"/>
              <a:gd name="connsiteY99" fmla="*/ 5216467 h 6858000"/>
              <a:gd name="connsiteX100" fmla="*/ 4777334 w 7467600"/>
              <a:gd name="connsiteY100" fmla="*/ 5406072 h 6858000"/>
              <a:gd name="connsiteX101" fmla="*/ 4718341 w 7467600"/>
              <a:gd name="connsiteY101" fmla="*/ 5468043 h 6858000"/>
              <a:gd name="connsiteX102" fmla="*/ 4604655 w 7467600"/>
              <a:gd name="connsiteY102" fmla="*/ 5583434 h 6858000"/>
              <a:gd name="connsiteX103" fmla="*/ 4565074 w 7467600"/>
              <a:gd name="connsiteY103" fmla="*/ 5618550 h 6858000"/>
              <a:gd name="connsiteX104" fmla="*/ 4988186 w 7467600"/>
              <a:gd name="connsiteY104" fmla="*/ 5216467 h 6858000"/>
              <a:gd name="connsiteX105" fmla="*/ 4978032 w 7467600"/>
              <a:gd name="connsiteY105" fmla="*/ 5183809 h 6858000"/>
              <a:gd name="connsiteX106" fmla="*/ 4463413 w 7467600"/>
              <a:gd name="connsiteY106" fmla="*/ 5615162 h 6858000"/>
              <a:gd name="connsiteX107" fmla="*/ 4358134 w 7467600"/>
              <a:gd name="connsiteY107" fmla="*/ 5742791 h 6858000"/>
              <a:gd name="connsiteX108" fmla="*/ 4376219 w 7467600"/>
              <a:gd name="connsiteY108" fmla="*/ 5729027 h 6858000"/>
              <a:gd name="connsiteX109" fmla="*/ 4582340 w 7467600"/>
              <a:gd name="connsiteY109" fmla="*/ 5561037 h 6858000"/>
              <a:gd name="connsiteX110" fmla="*/ 4694684 w 7467600"/>
              <a:gd name="connsiteY110" fmla="*/ 5447098 h 6858000"/>
              <a:gd name="connsiteX111" fmla="*/ 4754123 w 7467600"/>
              <a:gd name="connsiteY111" fmla="*/ 5384643 h 6858000"/>
              <a:gd name="connsiteX112" fmla="*/ 4978032 w 7467600"/>
              <a:gd name="connsiteY112" fmla="*/ 5183809 h 6858000"/>
              <a:gd name="connsiteX113" fmla="*/ 1903353 w 7467600"/>
              <a:gd name="connsiteY113" fmla="*/ 5044827 h 6858000"/>
              <a:gd name="connsiteX114" fmla="*/ 1936931 w 7467600"/>
              <a:gd name="connsiteY114" fmla="*/ 5093954 h 6858000"/>
              <a:gd name="connsiteX115" fmla="*/ 2195868 w 7467600"/>
              <a:gd name="connsiteY115" fmla="*/ 5396574 h 6858000"/>
              <a:gd name="connsiteX116" fmla="*/ 2088852 w 7467600"/>
              <a:gd name="connsiteY116" fmla="*/ 5166123 h 6858000"/>
              <a:gd name="connsiteX117" fmla="*/ 1958241 w 7467600"/>
              <a:gd name="connsiteY117" fmla="*/ 5067955 h 6858000"/>
              <a:gd name="connsiteX118" fmla="*/ 1903353 w 7467600"/>
              <a:gd name="connsiteY118" fmla="*/ 5044827 h 6858000"/>
              <a:gd name="connsiteX119" fmla="*/ 1979378 w 7467600"/>
              <a:gd name="connsiteY119" fmla="*/ 4769504 h 6858000"/>
              <a:gd name="connsiteX120" fmla="*/ 2882120 w 7467600"/>
              <a:gd name="connsiteY120" fmla="*/ 5064547 h 6858000"/>
              <a:gd name="connsiteX121" fmla="*/ 2793103 w 7467600"/>
              <a:gd name="connsiteY121" fmla="*/ 5039699 h 6858000"/>
              <a:gd name="connsiteX122" fmla="*/ 2770041 w 7467600"/>
              <a:gd name="connsiteY122" fmla="*/ 5033634 h 6858000"/>
              <a:gd name="connsiteX123" fmla="*/ 1979378 w 7467600"/>
              <a:gd name="connsiteY123" fmla="*/ 4769504 h 6858000"/>
              <a:gd name="connsiteX124" fmla="*/ 1927410 w 7467600"/>
              <a:gd name="connsiteY124" fmla="*/ 4716164 h 6858000"/>
              <a:gd name="connsiteX125" fmla="*/ 1959587 w 7467600"/>
              <a:gd name="connsiteY125" fmla="*/ 4728849 h 6858000"/>
              <a:gd name="connsiteX126" fmla="*/ 2777707 w 7467600"/>
              <a:gd name="connsiteY126" fmla="*/ 5003991 h 6858000"/>
              <a:gd name="connsiteX127" fmla="*/ 2800768 w 7467600"/>
              <a:gd name="connsiteY127" fmla="*/ 5010056 h 6858000"/>
              <a:gd name="connsiteX128" fmla="*/ 2879408 w 7467600"/>
              <a:gd name="connsiteY128" fmla="*/ 5031590 h 6858000"/>
              <a:gd name="connsiteX129" fmla="*/ 2862295 w 7467600"/>
              <a:gd name="connsiteY129" fmla="*/ 5022958 h 6858000"/>
              <a:gd name="connsiteX130" fmla="*/ 2813343 w 7467600"/>
              <a:gd name="connsiteY130" fmla="*/ 4998369 h 6858000"/>
              <a:gd name="connsiteX131" fmla="*/ 2646245 w 7467600"/>
              <a:gd name="connsiteY131" fmla="*/ 4930999 h 6858000"/>
              <a:gd name="connsiteX132" fmla="*/ 1999243 w 7467600"/>
              <a:gd name="connsiteY132" fmla="*/ 4730524 h 6858000"/>
              <a:gd name="connsiteX133" fmla="*/ 1979527 w 7467600"/>
              <a:gd name="connsiteY133" fmla="*/ 4726651 h 6858000"/>
              <a:gd name="connsiteX134" fmla="*/ 1927410 w 7467600"/>
              <a:gd name="connsiteY134" fmla="*/ 4716164 h 6858000"/>
              <a:gd name="connsiteX135" fmla="*/ 1997014 w 7467600"/>
              <a:gd name="connsiteY135" fmla="*/ 4698007 h 6858000"/>
              <a:gd name="connsiteX136" fmla="*/ 2005458 w 7467600"/>
              <a:gd name="connsiteY136" fmla="*/ 4699540 h 6858000"/>
              <a:gd name="connsiteX137" fmla="*/ 2657186 w 7467600"/>
              <a:gd name="connsiteY137" fmla="*/ 4901687 h 6858000"/>
              <a:gd name="connsiteX138" fmla="*/ 2826662 w 7467600"/>
              <a:gd name="connsiteY138" fmla="*/ 4970362 h 6858000"/>
              <a:gd name="connsiteX139" fmla="*/ 2876100 w 7467600"/>
              <a:gd name="connsiteY139" fmla="*/ 4995397 h 6858000"/>
              <a:gd name="connsiteX140" fmla="*/ 3042600 w 7467600"/>
              <a:gd name="connsiteY140" fmla="*/ 5059532 h 6858000"/>
              <a:gd name="connsiteX141" fmla="*/ 1997014 w 7467600"/>
              <a:gd name="connsiteY141" fmla="*/ 4698007 h 6858000"/>
              <a:gd name="connsiteX142" fmla="*/ 2305292 w 7467600"/>
              <a:gd name="connsiteY142" fmla="*/ 4219492 h 6858000"/>
              <a:gd name="connsiteX143" fmla="*/ 3360922 w 7467600"/>
              <a:gd name="connsiteY143" fmla="*/ 4529373 h 6858000"/>
              <a:gd name="connsiteX144" fmla="*/ 3492420 w 7467600"/>
              <a:gd name="connsiteY144" fmla="*/ 4510145 h 6858000"/>
              <a:gd name="connsiteX145" fmla="*/ 3364086 w 7467600"/>
              <a:gd name="connsiteY145" fmla="*/ 4480340 h 6858000"/>
              <a:gd name="connsiteX146" fmla="*/ 3225818 w 7467600"/>
              <a:gd name="connsiteY146" fmla="*/ 4411822 h 6858000"/>
              <a:gd name="connsiteX147" fmla="*/ 3129696 w 7467600"/>
              <a:gd name="connsiteY147" fmla="*/ 4360704 h 6858000"/>
              <a:gd name="connsiteX148" fmla="*/ 2814545 w 7467600"/>
              <a:gd name="connsiteY148" fmla="*/ 4282955 h 6858000"/>
              <a:gd name="connsiteX149" fmla="*/ 2305292 w 7467600"/>
              <a:gd name="connsiteY149" fmla="*/ 4219492 h 6858000"/>
              <a:gd name="connsiteX150" fmla="*/ 2626982 w 7467600"/>
              <a:gd name="connsiteY150" fmla="*/ 4206450 h 6858000"/>
              <a:gd name="connsiteX151" fmla="*/ 2490617 w 7467600"/>
              <a:gd name="connsiteY151" fmla="*/ 4206951 h 6858000"/>
              <a:gd name="connsiteX152" fmla="*/ 2819869 w 7467600"/>
              <a:gd name="connsiteY152" fmla="*/ 4252936 h 6858000"/>
              <a:gd name="connsiteX153" fmla="*/ 3143018 w 7467600"/>
              <a:gd name="connsiteY153" fmla="*/ 4332698 h 6858000"/>
              <a:gd name="connsiteX154" fmla="*/ 3241520 w 7467600"/>
              <a:gd name="connsiteY154" fmla="*/ 4385112 h 6858000"/>
              <a:gd name="connsiteX155" fmla="*/ 3374575 w 7467600"/>
              <a:gd name="connsiteY155" fmla="*/ 4451517 h 6858000"/>
              <a:gd name="connsiteX156" fmla="*/ 3505221 w 7467600"/>
              <a:gd name="connsiteY156" fmla="*/ 4480757 h 6858000"/>
              <a:gd name="connsiteX157" fmla="*/ 2626982 w 7467600"/>
              <a:gd name="connsiteY157" fmla="*/ 4206450 h 6858000"/>
              <a:gd name="connsiteX158" fmla="*/ 1310106 w 7467600"/>
              <a:gd name="connsiteY158" fmla="*/ 3943217 h 6858000"/>
              <a:gd name="connsiteX159" fmla="*/ 854994 w 7467600"/>
              <a:gd name="connsiteY159" fmla="*/ 4399136 h 6858000"/>
              <a:gd name="connsiteX160" fmla="*/ 742462 w 7467600"/>
              <a:gd name="connsiteY160" fmla="*/ 4594648 h 6858000"/>
              <a:gd name="connsiteX161" fmla="*/ 820602 w 7467600"/>
              <a:gd name="connsiteY161" fmla="*/ 4485915 h 6858000"/>
              <a:gd name="connsiteX162" fmla="*/ 878295 w 7467600"/>
              <a:gd name="connsiteY162" fmla="*/ 4403594 h 6858000"/>
              <a:gd name="connsiteX163" fmla="*/ 1240607 w 7467600"/>
              <a:gd name="connsiteY163" fmla="*/ 4010401 h 6858000"/>
              <a:gd name="connsiteX164" fmla="*/ 1310106 w 7467600"/>
              <a:gd name="connsiteY164" fmla="*/ 3943217 h 6858000"/>
              <a:gd name="connsiteX165" fmla="*/ 1423113 w 7467600"/>
              <a:gd name="connsiteY165" fmla="*/ 3874565 h 6858000"/>
              <a:gd name="connsiteX166" fmla="*/ 1260565 w 7467600"/>
              <a:gd name="connsiteY166" fmla="*/ 4031982 h 6858000"/>
              <a:gd name="connsiteX167" fmla="*/ 901900 w 7467600"/>
              <a:gd name="connsiteY167" fmla="*/ 4421236 h 6858000"/>
              <a:gd name="connsiteX168" fmla="*/ 845044 w 7467600"/>
              <a:gd name="connsiteY168" fmla="*/ 4502436 h 6858000"/>
              <a:gd name="connsiteX169" fmla="*/ 685926 w 7467600"/>
              <a:gd name="connsiteY169" fmla="*/ 4703069 h 6858000"/>
              <a:gd name="connsiteX170" fmla="*/ 684248 w 7467600"/>
              <a:gd name="connsiteY170" fmla="*/ 4706721 h 6858000"/>
              <a:gd name="connsiteX171" fmla="*/ 1423113 w 7467600"/>
              <a:gd name="connsiteY171" fmla="*/ 3874565 h 6858000"/>
              <a:gd name="connsiteX172" fmla="*/ 3316479 w 7467600"/>
              <a:gd name="connsiteY172" fmla="*/ 3872136 h 6858000"/>
              <a:gd name="connsiteX173" fmla="*/ 3546806 w 7467600"/>
              <a:gd name="connsiteY173" fmla="*/ 4356139 h 6858000"/>
              <a:gd name="connsiteX174" fmla="*/ 3364433 w 7467600"/>
              <a:gd name="connsiteY174" fmla="*/ 3953121 h 6858000"/>
              <a:gd name="connsiteX175" fmla="*/ 3316479 w 7467600"/>
              <a:gd name="connsiteY175" fmla="*/ 3872136 h 6858000"/>
              <a:gd name="connsiteX176" fmla="*/ 3291335 w 7467600"/>
              <a:gd name="connsiteY176" fmla="*/ 3767420 h 6858000"/>
              <a:gd name="connsiteX177" fmla="*/ 3390805 w 7467600"/>
              <a:gd name="connsiteY177" fmla="*/ 3937163 h 6858000"/>
              <a:gd name="connsiteX178" fmla="*/ 3579062 w 7467600"/>
              <a:gd name="connsiteY178" fmla="*/ 4359040 h 6858000"/>
              <a:gd name="connsiteX179" fmla="*/ 3467355 w 7467600"/>
              <a:gd name="connsiteY179" fmla="*/ 3988130 h 6858000"/>
              <a:gd name="connsiteX180" fmla="*/ 3310753 w 7467600"/>
              <a:gd name="connsiteY180" fmla="*/ 3787140 h 6858000"/>
              <a:gd name="connsiteX181" fmla="*/ 3291335 w 7467600"/>
              <a:gd name="connsiteY181" fmla="*/ 3767420 h 6858000"/>
              <a:gd name="connsiteX182" fmla="*/ 1635889 w 7467600"/>
              <a:gd name="connsiteY182" fmla="*/ 3709494 h 6858000"/>
              <a:gd name="connsiteX183" fmla="*/ 1634800 w 7467600"/>
              <a:gd name="connsiteY183" fmla="*/ 3731111 h 6858000"/>
              <a:gd name="connsiteX184" fmla="*/ 1635889 w 7467600"/>
              <a:gd name="connsiteY184" fmla="*/ 3709494 h 6858000"/>
              <a:gd name="connsiteX185" fmla="*/ 1510397 w 7467600"/>
              <a:gd name="connsiteY185" fmla="*/ 3684705 h 6858000"/>
              <a:gd name="connsiteX186" fmla="*/ 1146550 w 7467600"/>
              <a:gd name="connsiteY186" fmla="*/ 3802012 h 6858000"/>
              <a:gd name="connsiteX187" fmla="*/ 698834 w 7467600"/>
              <a:gd name="connsiteY187" fmla="*/ 3952272 h 6858000"/>
              <a:gd name="connsiteX188" fmla="*/ 34256 w 7467600"/>
              <a:gd name="connsiteY188" fmla="*/ 4347603 h 6858000"/>
              <a:gd name="connsiteX189" fmla="*/ 527241 w 7467600"/>
              <a:gd name="connsiteY189" fmla="*/ 4065078 h 6858000"/>
              <a:gd name="connsiteX190" fmla="*/ 1510397 w 7467600"/>
              <a:gd name="connsiteY190" fmla="*/ 3684705 h 6858000"/>
              <a:gd name="connsiteX191" fmla="*/ 1313114 w 7467600"/>
              <a:gd name="connsiteY191" fmla="*/ 3655216 h 6858000"/>
              <a:gd name="connsiteX192" fmla="*/ 1109304 w 7467600"/>
              <a:gd name="connsiteY192" fmla="*/ 3669030 h 6858000"/>
              <a:gd name="connsiteX193" fmla="*/ 8129 w 7467600"/>
              <a:gd name="connsiteY193" fmla="*/ 4330519 h 6858000"/>
              <a:gd name="connsiteX194" fmla="*/ 687572 w 7467600"/>
              <a:gd name="connsiteY194" fmla="*/ 3925629 h 6858000"/>
              <a:gd name="connsiteX195" fmla="*/ 1138365 w 7467600"/>
              <a:gd name="connsiteY195" fmla="*/ 3774515 h 6858000"/>
              <a:gd name="connsiteX196" fmla="*/ 1505579 w 7467600"/>
              <a:gd name="connsiteY196" fmla="*/ 3655526 h 6858000"/>
              <a:gd name="connsiteX197" fmla="*/ 1313114 w 7467600"/>
              <a:gd name="connsiteY197" fmla="*/ 3655216 h 6858000"/>
              <a:gd name="connsiteX198" fmla="*/ 3655073 w 7467600"/>
              <a:gd name="connsiteY198" fmla="*/ 3650884 h 6858000"/>
              <a:gd name="connsiteX199" fmla="*/ 3989938 w 7467600"/>
              <a:gd name="connsiteY199" fmla="*/ 3991685 h 6858000"/>
              <a:gd name="connsiteX200" fmla="*/ 4393907 w 7467600"/>
              <a:gd name="connsiteY200" fmla="*/ 4261258 h 6858000"/>
              <a:gd name="connsiteX201" fmla="*/ 4648051 w 7467600"/>
              <a:gd name="connsiteY201" fmla="*/ 4374051 h 6858000"/>
              <a:gd name="connsiteX202" fmla="*/ 4383389 w 7467600"/>
              <a:gd name="connsiteY202" fmla="*/ 4184369 h 6858000"/>
              <a:gd name="connsiteX203" fmla="*/ 4165508 w 7467600"/>
              <a:gd name="connsiteY203" fmla="*/ 4035196 h 6858000"/>
              <a:gd name="connsiteX204" fmla="*/ 4068162 w 7467600"/>
              <a:gd name="connsiteY204" fmla="*/ 3953394 h 6858000"/>
              <a:gd name="connsiteX205" fmla="*/ 3981416 w 7467600"/>
              <a:gd name="connsiteY205" fmla="*/ 3880482 h 6858000"/>
              <a:gd name="connsiteX206" fmla="*/ 3800147 w 7467600"/>
              <a:gd name="connsiteY206" fmla="*/ 3749872 h 6858000"/>
              <a:gd name="connsiteX207" fmla="*/ 3655073 w 7467600"/>
              <a:gd name="connsiteY207" fmla="*/ 3650884 h 6858000"/>
              <a:gd name="connsiteX208" fmla="*/ 3670252 w 7467600"/>
              <a:gd name="connsiteY208" fmla="*/ 3622798 h 6858000"/>
              <a:gd name="connsiteX209" fmla="*/ 3817258 w 7467600"/>
              <a:gd name="connsiteY209" fmla="*/ 3723577 h 6858000"/>
              <a:gd name="connsiteX210" fmla="*/ 4000461 w 7467600"/>
              <a:gd name="connsiteY210" fmla="*/ 3855966 h 6858000"/>
              <a:gd name="connsiteX211" fmla="*/ 4088180 w 7467600"/>
              <a:gd name="connsiteY211" fmla="*/ 3929774 h 6858000"/>
              <a:gd name="connsiteX212" fmla="*/ 4184555 w 7467600"/>
              <a:gd name="connsiteY212" fmla="*/ 4010683 h 6858000"/>
              <a:gd name="connsiteX213" fmla="*/ 4399563 w 7467600"/>
              <a:gd name="connsiteY213" fmla="*/ 4158106 h 6858000"/>
              <a:gd name="connsiteX214" fmla="*/ 4684469 w 7467600"/>
              <a:gd name="connsiteY214" fmla="*/ 4364680 h 6858000"/>
              <a:gd name="connsiteX215" fmla="*/ 4690271 w 7467600"/>
              <a:gd name="connsiteY215" fmla="*/ 4370034 h 6858000"/>
              <a:gd name="connsiteX216" fmla="*/ 4136093 w 7467600"/>
              <a:gd name="connsiteY216" fmla="*/ 3858466 h 6858000"/>
              <a:gd name="connsiteX217" fmla="*/ 3670252 w 7467600"/>
              <a:gd name="connsiteY217" fmla="*/ 3622798 h 6858000"/>
              <a:gd name="connsiteX218" fmla="*/ 4440129 w 7467600"/>
              <a:gd name="connsiteY218" fmla="*/ 3448571 h 6858000"/>
              <a:gd name="connsiteX219" fmla="*/ 4856525 w 7467600"/>
              <a:gd name="connsiteY219" fmla="*/ 3915351 h 6858000"/>
              <a:gd name="connsiteX220" fmla="*/ 5059055 w 7467600"/>
              <a:gd name="connsiteY220" fmla="*/ 4108918 h 6858000"/>
              <a:gd name="connsiteX221" fmla="*/ 5290070 w 7467600"/>
              <a:gd name="connsiteY221" fmla="*/ 4263619 h 6858000"/>
              <a:gd name="connsiteX222" fmla="*/ 4834991 w 7467600"/>
              <a:gd name="connsiteY222" fmla="*/ 3830985 h 6858000"/>
              <a:gd name="connsiteX223" fmla="*/ 4440129 w 7467600"/>
              <a:gd name="connsiteY223" fmla="*/ 3448571 h 6858000"/>
              <a:gd name="connsiteX224" fmla="*/ 4441737 w 7467600"/>
              <a:gd name="connsiteY224" fmla="*/ 3399734 h 6858000"/>
              <a:gd name="connsiteX225" fmla="*/ 4431236 w 7467600"/>
              <a:gd name="connsiteY225" fmla="*/ 3400954 h 6858000"/>
              <a:gd name="connsiteX226" fmla="*/ 4557150 w 7467600"/>
              <a:gd name="connsiteY226" fmla="*/ 3510023 h 6858000"/>
              <a:gd name="connsiteX227" fmla="*/ 4856936 w 7467600"/>
              <a:gd name="connsiteY227" fmla="*/ 3809146 h 6858000"/>
              <a:gd name="connsiteX228" fmla="*/ 5111996 w 7467600"/>
              <a:gd name="connsiteY228" fmla="*/ 4065759 h 6858000"/>
              <a:gd name="connsiteX229" fmla="*/ 5388878 w 7467600"/>
              <a:gd name="connsiteY229" fmla="*/ 4300185 h 6858000"/>
              <a:gd name="connsiteX230" fmla="*/ 5425556 w 7467600"/>
              <a:gd name="connsiteY230" fmla="*/ 4308967 h 6858000"/>
              <a:gd name="connsiteX231" fmla="*/ 4943646 w 7467600"/>
              <a:gd name="connsiteY231" fmla="*/ 3822916 h 6858000"/>
              <a:gd name="connsiteX232" fmla="*/ 4594837 w 7467600"/>
              <a:gd name="connsiteY232" fmla="*/ 3532274 h 6858000"/>
              <a:gd name="connsiteX233" fmla="*/ 4441737 w 7467600"/>
              <a:gd name="connsiteY233" fmla="*/ 3399734 h 6858000"/>
              <a:gd name="connsiteX234" fmla="*/ 5425834 w 7467600"/>
              <a:gd name="connsiteY234" fmla="*/ 3162785 h 6858000"/>
              <a:gd name="connsiteX235" fmla="*/ 5401644 w 7467600"/>
              <a:gd name="connsiteY235" fmla="*/ 3617847 h 6858000"/>
              <a:gd name="connsiteX236" fmla="*/ 5467256 w 7467600"/>
              <a:gd name="connsiteY236" fmla="*/ 4175494 h 6858000"/>
              <a:gd name="connsiteX237" fmla="*/ 5448069 w 7467600"/>
              <a:gd name="connsiteY237" fmla="*/ 3567554 h 6858000"/>
              <a:gd name="connsiteX238" fmla="*/ 5425834 w 7467600"/>
              <a:gd name="connsiteY238" fmla="*/ 3162785 h 6858000"/>
              <a:gd name="connsiteX239" fmla="*/ 1318687 w 7467600"/>
              <a:gd name="connsiteY239" fmla="*/ 3113840 h 6858000"/>
              <a:gd name="connsiteX240" fmla="*/ 1066793 w 7467600"/>
              <a:gd name="connsiteY240" fmla="*/ 3212171 h 6858000"/>
              <a:gd name="connsiteX241" fmla="*/ 993319 w 7467600"/>
              <a:gd name="connsiteY241" fmla="*/ 3247648 h 6858000"/>
              <a:gd name="connsiteX242" fmla="*/ 853081 w 7467600"/>
              <a:gd name="connsiteY242" fmla="*/ 3312410 h 6858000"/>
              <a:gd name="connsiteX243" fmla="*/ 805957 w 7467600"/>
              <a:gd name="connsiteY243" fmla="*/ 3330443 h 6858000"/>
              <a:gd name="connsiteX244" fmla="*/ 1318687 w 7467600"/>
              <a:gd name="connsiteY244" fmla="*/ 3113840 h 6858000"/>
              <a:gd name="connsiteX245" fmla="*/ 5453702 w 7467600"/>
              <a:gd name="connsiteY245" fmla="*/ 3090882 h 6858000"/>
              <a:gd name="connsiteX246" fmla="*/ 5480135 w 7467600"/>
              <a:gd name="connsiteY246" fmla="*/ 3565802 h 6858000"/>
              <a:gd name="connsiteX247" fmla="*/ 5499023 w 7467600"/>
              <a:gd name="connsiteY247" fmla="*/ 4166310 h 6858000"/>
              <a:gd name="connsiteX248" fmla="*/ 5547022 w 7467600"/>
              <a:gd name="connsiteY248" fmla="*/ 3607838 h 6858000"/>
              <a:gd name="connsiteX249" fmla="*/ 5515964 w 7467600"/>
              <a:gd name="connsiteY249" fmla="*/ 3378541 h 6858000"/>
              <a:gd name="connsiteX250" fmla="*/ 5453702 w 7467600"/>
              <a:gd name="connsiteY250" fmla="*/ 3090882 h 6858000"/>
              <a:gd name="connsiteX251" fmla="*/ 1238695 w 7467600"/>
              <a:gd name="connsiteY251" fmla="*/ 3076820 h 6858000"/>
              <a:gd name="connsiteX252" fmla="*/ 716371 w 7467600"/>
              <a:gd name="connsiteY252" fmla="*/ 3293249 h 6858000"/>
              <a:gd name="connsiteX253" fmla="*/ 579522 w 7467600"/>
              <a:gd name="connsiteY253" fmla="*/ 3371759 h 6858000"/>
              <a:gd name="connsiteX254" fmla="*/ 600288 w 7467600"/>
              <a:gd name="connsiteY254" fmla="*/ 3365555 h 6858000"/>
              <a:gd name="connsiteX255" fmla="*/ 840692 w 7467600"/>
              <a:gd name="connsiteY255" fmla="*/ 3284921 h 6858000"/>
              <a:gd name="connsiteX256" fmla="*/ 979248 w 7467600"/>
              <a:gd name="connsiteY256" fmla="*/ 3221003 h 6858000"/>
              <a:gd name="connsiteX257" fmla="*/ 1053282 w 7467600"/>
              <a:gd name="connsiteY257" fmla="*/ 3185247 h 6858000"/>
              <a:gd name="connsiteX258" fmla="*/ 1320603 w 7467600"/>
              <a:gd name="connsiteY258" fmla="*/ 3081281 h 6858000"/>
              <a:gd name="connsiteX259" fmla="*/ 1238695 w 7467600"/>
              <a:gd name="connsiteY259" fmla="*/ 3076820 h 6858000"/>
              <a:gd name="connsiteX260" fmla="*/ 5425627 w 7467600"/>
              <a:gd name="connsiteY260" fmla="*/ 2954192 h 6858000"/>
              <a:gd name="connsiteX261" fmla="*/ 5470770 w 7467600"/>
              <a:gd name="connsiteY261" fmla="*/ 3005435 h 6858000"/>
              <a:gd name="connsiteX262" fmla="*/ 5519779 w 7467600"/>
              <a:gd name="connsiteY262" fmla="*/ 4359223 h 6858000"/>
              <a:gd name="connsiteX263" fmla="*/ 5520293 w 7467600"/>
              <a:gd name="connsiteY263" fmla="*/ 4360602 h 6858000"/>
              <a:gd name="connsiteX264" fmla="*/ 5767221 w 7467600"/>
              <a:gd name="connsiteY264" fmla="*/ 4665564 h 6858000"/>
              <a:gd name="connsiteX265" fmla="*/ 6937169 w 7467600"/>
              <a:gd name="connsiteY265" fmla="*/ 4815941 h 6858000"/>
              <a:gd name="connsiteX266" fmla="*/ 6953922 w 7467600"/>
              <a:gd name="connsiteY266" fmla="*/ 4890068 h 6858000"/>
              <a:gd name="connsiteX267" fmla="*/ 6071359 w 7467600"/>
              <a:gd name="connsiteY267" fmla="*/ 4770770 h 6858000"/>
              <a:gd name="connsiteX268" fmla="*/ 6038839 w 7467600"/>
              <a:gd name="connsiteY268" fmla="*/ 4764474 h 6858000"/>
              <a:gd name="connsiteX269" fmla="*/ 6038706 w 7467600"/>
              <a:gd name="connsiteY269" fmla="*/ 4763847 h 6858000"/>
              <a:gd name="connsiteX270" fmla="*/ 6037784 w 7467600"/>
              <a:gd name="connsiteY270" fmla="*/ 4764270 h 6858000"/>
              <a:gd name="connsiteX271" fmla="*/ 6038839 w 7467600"/>
              <a:gd name="connsiteY271" fmla="*/ 4764474 h 6858000"/>
              <a:gd name="connsiteX272" fmla="*/ 6040338 w 7467600"/>
              <a:gd name="connsiteY272" fmla="*/ 4771418 h 6858000"/>
              <a:gd name="connsiteX273" fmla="*/ 6024488 w 7467600"/>
              <a:gd name="connsiteY273" fmla="*/ 4809903 h 6858000"/>
              <a:gd name="connsiteX274" fmla="*/ 5599771 w 7467600"/>
              <a:gd name="connsiteY274" fmla="*/ 5509652 h 6858000"/>
              <a:gd name="connsiteX275" fmla="*/ 5548843 w 7467600"/>
              <a:gd name="connsiteY275" fmla="*/ 5563845 h 6858000"/>
              <a:gd name="connsiteX276" fmla="*/ 5940952 w 7467600"/>
              <a:gd name="connsiteY276" fmla="*/ 6250028 h 6858000"/>
              <a:gd name="connsiteX277" fmla="*/ 6043441 w 7467600"/>
              <a:gd name="connsiteY277" fmla="*/ 6665847 h 6858000"/>
              <a:gd name="connsiteX278" fmla="*/ 6093432 w 7467600"/>
              <a:gd name="connsiteY278" fmla="*/ 6858000 h 6858000"/>
              <a:gd name="connsiteX279" fmla="*/ 6034344 w 7467600"/>
              <a:gd name="connsiteY279" fmla="*/ 6858000 h 6858000"/>
              <a:gd name="connsiteX280" fmla="*/ 6026679 w 7467600"/>
              <a:gd name="connsiteY280" fmla="*/ 6836959 h 6858000"/>
              <a:gd name="connsiteX281" fmla="*/ 5800441 w 7467600"/>
              <a:gd name="connsiteY281" fmla="*/ 6335286 h 6858000"/>
              <a:gd name="connsiteX282" fmla="*/ 5526562 w 7467600"/>
              <a:gd name="connsiteY282" fmla="*/ 5705388 h 6858000"/>
              <a:gd name="connsiteX283" fmla="*/ 5519640 w 7467600"/>
              <a:gd name="connsiteY283" fmla="*/ 5683774 h 6858000"/>
              <a:gd name="connsiteX284" fmla="*/ 5844559 w 7467600"/>
              <a:gd name="connsiteY284" fmla="*/ 6553349 h 6858000"/>
              <a:gd name="connsiteX285" fmla="*/ 5975994 w 7467600"/>
              <a:gd name="connsiteY285" fmla="*/ 6858000 h 6858000"/>
              <a:gd name="connsiteX286" fmla="*/ 5898547 w 7467600"/>
              <a:gd name="connsiteY286" fmla="*/ 6858000 h 6858000"/>
              <a:gd name="connsiteX287" fmla="*/ 5682041 w 7467600"/>
              <a:gd name="connsiteY287" fmla="*/ 6355860 h 6858000"/>
              <a:gd name="connsiteX288" fmla="*/ 5461758 w 7467600"/>
              <a:gd name="connsiteY288" fmla="*/ 5820220 h 6858000"/>
              <a:gd name="connsiteX289" fmla="*/ 5237282 w 7467600"/>
              <a:gd name="connsiteY289" fmla="*/ 6579086 h 6858000"/>
              <a:gd name="connsiteX290" fmla="*/ 5115009 w 7467600"/>
              <a:gd name="connsiteY290" fmla="*/ 6858000 h 6858000"/>
              <a:gd name="connsiteX291" fmla="*/ 5028074 w 7467600"/>
              <a:gd name="connsiteY291" fmla="*/ 6858000 h 6858000"/>
              <a:gd name="connsiteX292" fmla="*/ 5079508 w 7467600"/>
              <a:gd name="connsiteY292" fmla="*/ 6749074 h 6858000"/>
              <a:gd name="connsiteX293" fmla="*/ 5371846 w 7467600"/>
              <a:gd name="connsiteY293" fmla="*/ 5924413 h 6858000"/>
              <a:gd name="connsiteX294" fmla="*/ 5270512 w 7467600"/>
              <a:gd name="connsiteY294" fmla="*/ 6138975 h 6858000"/>
              <a:gd name="connsiteX295" fmla="*/ 5062409 w 7467600"/>
              <a:gd name="connsiteY295" fmla="*/ 6653544 h 6858000"/>
              <a:gd name="connsiteX296" fmla="*/ 5036628 w 7467600"/>
              <a:gd name="connsiteY296" fmla="*/ 6754247 h 6858000"/>
              <a:gd name="connsiteX297" fmla="*/ 5009112 w 7467600"/>
              <a:gd name="connsiteY297" fmla="*/ 6858000 h 6858000"/>
              <a:gd name="connsiteX298" fmla="*/ 4976679 w 7467600"/>
              <a:gd name="connsiteY298" fmla="*/ 6858000 h 6858000"/>
              <a:gd name="connsiteX299" fmla="*/ 5006537 w 7467600"/>
              <a:gd name="connsiteY299" fmla="*/ 6747068 h 6858000"/>
              <a:gd name="connsiteX300" fmla="*/ 5032723 w 7467600"/>
              <a:gd name="connsiteY300" fmla="*/ 6644957 h 6858000"/>
              <a:gd name="connsiteX301" fmla="*/ 5242949 w 7467600"/>
              <a:gd name="connsiteY301" fmla="*/ 6125175 h 6858000"/>
              <a:gd name="connsiteX302" fmla="*/ 5286321 w 7467600"/>
              <a:gd name="connsiteY302" fmla="*/ 6033555 h 6858000"/>
              <a:gd name="connsiteX303" fmla="*/ 5008210 w 7467600"/>
              <a:gd name="connsiteY303" fmla="*/ 6649194 h 6858000"/>
              <a:gd name="connsiteX304" fmla="*/ 4986321 w 7467600"/>
              <a:gd name="connsiteY304" fmla="*/ 6765687 h 6858000"/>
              <a:gd name="connsiteX305" fmla="*/ 4973474 w 7467600"/>
              <a:gd name="connsiteY305" fmla="*/ 6858000 h 6858000"/>
              <a:gd name="connsiteX306" fmla="*/ 4907178 w 7467600"/>
              <a:gd name="connsiteY306" fmla="*/ 6858000 h 6858000"/>
              <a:gd name="connsiteX307" fmla="*/ 4910810 w 7467600"/>
              <a:gd name="connsiteY307" fmla="*/ 6829660 h 6858000"/>
              <a:gd name="connsiteX308" fmla="*/ 4987461 w 7467600"/>
              <a:gd name="connsiteY308" fmla="*/ 6432994 h 6858000"/>
              <a:gd name="connsiteX309" fmla="*/ 5179262 w 7467600"/>
              <a:gd name="connsiteY309" fmla="*/ 6035044 h 6858000"/>
              <a:gd name="connsiteX310" fmla="*/ 4689678 w 7467600"/>
              <a:gd name="connsiteY310" fmla="*/ 6440241 h 6858000"/>
              <a:gd name="connsiteX311" fmla="*/ 4477543 w 7467600"/>
              <a:gd name="connsiteY311" fmla="*/ 6674836 h 6858000"/>
              <a:gd name="connsiteX312" fmla="*/ 4329957 w 7467600"/>
              <a:gd name="connsiteY312" fmla="*/ 6858000 h 6858000"/>
              <a:gd name="connsiteX313" fmla="*/ 4218595 w 7467600"/>
              <a:gd name="connsiteY313" fmla="*/ 6858000 h 6858000"/>
              <a:gd name="connsiteX314" fmla="*/ 4368888 w 7467600"/>
              <a:gd name="connsiteY314" fmla="*/ 6668412 h 6858000"/>
              <a:gd name="connsiteX315" fmla="*/ 4563091 w 7467600"/>
              <a:gd name="connsiteY315" fmla="*/ 6442508 h 6858000"/>
              <a:gd name="connsiteX316" fmla="*/ 5387324 w 7467600"/>
              <a:gd name="connsiteY316" fmla="*/ 5705830 h 6858000"/>
              <a:gd name="connsiteX317" fmla="*/ 5073620 w 7467600"/>
              <a:gd name="connsiteY317" fmla="*/ 5955437 h 6858000"/>
              <a:gd name="connsiteX318" fmla="*/ 4689789 w 7467600"/>
              <a:gd name="connsiteY318" fmla="*/ 6268382 h 6858000"/>
              <a:gd name="connsiteX319" fmla="*/ 4418722 w 7467600"/>
              <a:gd name="connsiteY319" fmla="*/ 6570886 h 6858000"/>
              <a:gd name="connsiteX320" fmla="*/ 4214944 w 7467600"/>
              <a:gd name="connsiteY320" fmla="*/ 6858000 h 6858000"/>
              <a:gd name="connsiteX321" fmla="*/ 4177898 w 7467600"/>
              <a:gd name="connsiteY321" fmla="*/ 6858000 h 6858000"/>
              <a:gd name="connsiteX322" fmla="*/ 4391597 w 7467600"/>
              <a:gd name="connsiteY322" fmla="*/ 6556370 h 6858000"/>
              <a:gd name="connsiteX323" fmla="*/ 4668889 w 7467600"/>
              <a:gd name="connsiteY323" fmla="*/ 6246399 h 6858000"/>
              <a:gd name="connsiteX324" fmla="*/ 5055427 w 7467600"/>
              <a:gd name="connsiteY324" fmla="*/ 5931476 h 6858000"/>
              <a:gd name="connsiteX325" fmla="*/ 5371814 w 7467600"/>
              <a:gd name="connsiteY325" fmla="*/ 5678975 h 6858000"/>
              <a:gd name="connsiteX326" fmla="*/ 4987918 w 7467600"/>
              <a:gd name="connsiteY326" fmla="*/ 5838701 h 6858000"/>
              <a:gd name="connsiteX327" fmla="*/ 4317146 w 7467600"/>
              <a:gd name="connsiteY327" fmla="*/ 6587716 h 6858000"/>
              <a:gd name="connsiteX328" fmla="*/ 4171627 w 7467600"/>
              <a:gd name="connsiteY328" fmla="*/ 6858000 h 6858000"/>
              <a:gd name="connsiteX329" fmla="*/ 4081585 w 7467600"/>
              <a:gd name="connsiteY329" fmla="*/ 6858000 h 6858000"/>
              <a:gd name="connsiteX330" fmla="*/ 4238603 w 7467600"/>
              <a:gd name="connsiteY330" fmla="*/ 6559341 h 6858000"/>
              <a:gd name="connsiteX331" fmla="*/ 4778333 w 7467600"/>
              <a:gd name="connsiteY331" fmla="*/ 5873626 h 6858000"/>
              <a:gd name="connsiteX332" fmla="*/ 5414185 w 7467600"/>
              <a:gd name="connsiteY332" fmla="*/ 5573882 h 6858000"/>
              <a:gd name="connsiteX333" fmla="*/ 5959648 w 7467600"/>
              <a:gd name="connsiteY333" fmla="*/ 4760797 h 6858000"/>
              <a:gd name="connsiteX334" fmla="*/ 5355019 w 7467600"/>
              <a:gd name="connsiteY334" fmla="*/ 4734672 h 6858000"/>
              <a:gd name="connsiteX335" fmla="*/ 5083565 w 7467600"/>
              <a:gd name="connsiteY335" fmla="*/ 5179121 h 6858000"/>
              <a:gd name="connsiteX336" fmla="*/ 4713577 w 7467600"/>
              <a:gd name="connsiteY336" fmla="*/ 5616803 h 6858000"/>
              <a:gd name="connsiteX337" fmla="*/ 3989559 w 7467600"/>
              <a:gd name="connsiteY337" fmla="*/ 6145945 h 6858000"/>
              <a:gd name="connsiteX338" fmla="*/ 3939824 w 7467600"/>
              <a:gd name="connsiteY338" fmla="*/ 6066900 h 6858000"/>
              <a:gd name="connsiteX339" fmla="*/ 4584537 w 7467600"/>
              <a:gd name="connsiteY339" fmla="*/ 5324826 h 6858000"/>
              <a:gd name="connsiteX340" fmla="*/ 5037105 w 7467600"/>
              <a:gd name="connsiteY340" fmla="*/ 5088765 h 6858000"/>
              <a:gd name="connsiteX341" fmla="*/ 5039930 w 7467600"/>
              <a:gd name="connsiteY341" fmla="*/ 5089585 h 6858000"/>
              <a:gd name="connsiteX342" fmla="*/ 5263764 w 7467600"/>
              <a:gd name="connsiteY342" fmla="*/ 4735525 h 6858000"/>
              <a:gd name="connsiteX343" fmla="*/ 4086300 w 7467600"/>
              <a:gd name="connsiteY343" fmla="*/ 4884599 h 6858000"/>
              <a:gd name="connsiteX344" fmla="*/ 4085485 w 7467600"/>
              <a:gd name="connsiteY344" fmla="*/ 4899070 h 6858000"/>
              <a:gd name="connsiteX345" fmla="*/ 3871915 w 7467600"/>
              <a:gd name="connsiteY345" fmla="*/ 5253645 h 6858000"/>
              <a:gd name="connsiteX346" fmla="*/ 3799374 w 7467600"/>
              <a:gd name="connsiteY346" fmla="*/ 5466127 h 6858000"/>
              <a:gd name="connsiteX347" fmla="*/ 3498850 w 7467600"/>
              <a:gd name="connsiteY347" fmla="*/ 6661888 h 6858000"/>
              <a:gd name="connsiteX348" fmla="*/ 3399216 w 7467600"/>
              <a:gd name="connsiteY348" fmla="*/ 6858000 h 6858000"/>
              <a:gd name="connsiteX349" fmla="*/ 3303688 w 7467600"/>
              <a:gd name="connsiteY349" fmla="*/ 6858000 h 6858000"/>
              <a:gd name="connsiteX350" fmla="*/ 3391774 w 7467600"/>
              <a:gd name="connsiteY350" fmla="*/ 6697181 h 6858000"/>
              <a:gd name="connsiteX351" fmla="*/ 3735540 w 7467600"/>
              <a:gd name="connsiteY351" fmla="*/ 5546923 h 6858000"/>
              <a:gd name="connsiteX352" fmla="*/ 3729438 w 7467600"/>
              <a:gd name="connsiteY352" fmla="*/ 5569058 h 6858000"/>
              <a:gd name="connsiteX353" fmla="*/ 3707782 w 7467600"/>
              <a:gd name="connsiteY353" fmla="*/ 5644908 h 6858000"/>
              <a:gd name="connsiteX354" fmla="*/ 3583827 w 7467600"/>
              <a:gd name="connsiteY354" fmla="*/ 6039215 h 6858000"/>
              <a:gd name="connsiteX355" fmla="*/ 3547861 w 7467600"/>
              <a:gd name="connsiteY355" fmla="*/ 6129609 h 6858000"/>
              <a:gd name="connsiteX356" fmla="*/ 3490905 w 7467600"/>
              <a:gd name="connsiteY356" fmla="*/ 6277660 h 6858000"/>
              <a:gd name="connsiteX357" fmla="*/ 3455859 w 7467600"/>
              <a:gd name="connsiteY357" fmla="*/ 6391301 h 6858000"/>
              <a:gd name="connsiteX358" fmla="*/ 3429112 w 7467600"/>
              <a:gd name="connsiteY358" fmla="*/ 6479469 h 6858000"/>
              <a:gd name="connsiteX359" fmla="*/ 3304862 w 7467600"/>
              <a:gd name="connsiteY359" fmla="*/ 6796476 h 6858000"/>
              <a:gd name="connsiteX360" fmla="*/ 3276071 w 7467600"/>
              <a:gd name="connsiteY360" fmla="*/ 6858000 h 6858000"/>
              <a:gd name="connsiteX361" fmla="*/ 3240805 w 7467600"/>
              <a:gd name="connsiteY361" fmla="*/ 6858000 h 6858000"/>
              <a:gd name="connsiteX362" fmla="*/ 3275917 w 7467600"/>
              <a:gd name="connsiteY362" fmla="*/ 6783192 h 6858000"/>
              <a:gd name="connsiteX363" fmla="*/ 3399358 w 7467600"/>
              <a:gd name="connsiteY363" fmla="*/ 6469011 h 6858000"/>
              <a:gd name="connsiteX364" fmla="*/ 3425650 w 7467600"/>
              <a:gd name="connsiteY364" fmla="*/ 6381333 h 6858000"/>
              <a:gd name="connsiteX365" fmla="*/ 3460661 w 7467600"/>
              <a:gd name="connsiteY365" fmla="*/ 6266763 h 6858000"/>
              <a:gd name="connsiteX366" fmla="*/ 3518021 w 7467600"/>
              <a:gd name="connsiteY366" fmla="*/ 6117298 h 6858000"/>
              <a:gd name="connsiteX367" fmla="*/ 3554035 w 7467600"/>
              <a:gd name="connsiteY367" fmla="*/ 6027832 h 6858000"/>
              <a:gd name="connsiteX368" fmla="*/ 3677174 w 7467600"/>
              <a:gd name="connsiteY368" fmla="*/ 5636351 h 6858000"/>
              <a:gd name="connsiteX369" fmla="*/ 3698819 w 7467600"/>
              <a:gd name="connsiteY369" fmla="*/ 5560503 h 6858000"/>
              <a:gd name="connsiteX370" fmla="*/ 3702094 w 7467600"/>
              <a:gd name="connsiteY370" fmla="*/ 5549194 h 6858000"/>
              <a:gd name="connsiteX371" fmla="*/ 3398355 w 7467600"/>
              <a:gd name="connsiteY371" fmla="*/ 6094603 h 6858000"/>
              <a:gd name="connsiteX372" fmla="*/ 3193941 w 7467600"/>
              <a:gd name="connsiteY372" fmla="*/ 6798775 h 6858000"/>
              <a:gd name="connsiteX373" fmla="*/ 3184140 w 7467600"/>
              <a:gd name="connsiteY373" fmla="*/ 6858000 h 6858000"/>
              <a:gd name="connsiteX374" fmla="*/ 3099978 w 7467600"/>
              <a:gd name="connsiteY374" fmla="*/ 6858000 h 6858000"/>
              <a:gd name="connsiteX375" fmla="*/ 3101556 w 7467600"/>
              <a:gd name="connsiteY375" fmla="*/ 6843337 h 6858000"/>
              <a:gd name="connsiteX376" fmla="*/ 3370162 w 7467600"/>
              <a:gd name="connsiteY376" fmla="*/ 5785550 h 6858000"/>
              <a:gd name="connsiteX377" fmla="*/ 3746477 w 7467600"/>
              <a:gd name="connsiteY377" fmla="*/ 5377889 h 6858000"/>
              <a:gd name="connsiteX378" fmla="*/ 3863399 w 7467600"/>
              <a:gd name="connsiteY378" fmla="*/ 5087257 h 6858000"/>
              <a:gd name="connsiteX379" fmla="*/ 3968712 w 7467600"/>
              <a:gd name="connsiteY379" fmla="*/ 4913989 h 6858000"/>
              <a:gd name="connsiteX380" fmla="*/ 2792390 w 7467600"/>
              <a:gd name="connsiteY380" fmla="*/ 5382974 h 6858000"/>
              <a:gd name="connsiteX381" fmla="*/ 2714982 w 7467600"/>
              <a:gd name="connsiteY381" fmla="*/ 5427051 h 6858000"/>
              <a:gd name="connsiteX382" fmla="*/ 2813361 w 7467600"/>
              <a:gd name="connsiteY382" fmla="*/ 6023912 h 6858000"/>
              <a:gd name="connsiteX383" fmla="*/ 2688430 w 7467600"/>
              <a:gd name="connsiteY383" fmla="*/ 6801564 h 6858000"/>
              <a:gd name="connsiteX384" fmla="*/ 2629626 w 7467600"/>
              <a:gd name="connsiteY384" fmla="*/ 6763394 h 6858000"/>
              <a:gd name="connsiteX385" fmla="*/ 2565328 w 7467600"/>
              <a:gd name="connsiteY385" fmla="*/ 5516399 h 6858000"/>
              <a:gd name="connsiteX386" fmla="*/ 1922999 w 7467600"/>
              <a:gd name="connsiteY386" fmla="*/ 5980343 h 6858000"/>
              <a:gd name="connsiteX387" fmla="*/ 1950261 w 7467600"/>
              <a:gd name="connsiteY387" fmla="*/ 6405858 h 6858000"/>
              <a:gd name="connsiteX388" fmla="*/ 2365554 w 7467600"/>
              <a:gd name="connsiteY388" fmla="*/ 6759107 h 6858000"/>
              <a:gd name="connsiteX389" fmla="*/ 2424142 w 7467600"/>
              <a:gd name="connsiteY389" fmla="*/ 6858000 h 6858000"/>
              <a:gd name="connsiteX390" fmla="*/ 2395994 w 7467600"/>
              <a:gd name="connsiteY390" fmla="*/ 6858000 h 6858000"/>
              <a:gd name="connsiteX391" fmla="*/ 2392863 w 7467600"/>
              <a:gd name="connsiteY391" fmla="*/ 6852964 h 6858000"/>
              <a:gd name="connsiteX392" fmla="*/ 2017589 w 7467600"/>
              <a:gd name="connsiteY392" fmla="*/ 6493982 h 6858000"/>
              <a:gd name="connsiteX393" fmla="*/ 2147336 w 7467600"/>
              <a:gd name="connsiteY393" fmla="*/ 6594052 h 6858000"/>
              <a:gd name="connsiteX394" fmla="*/ 2207047 w 7467600"/>
              <a:gd name="connsiteY394" fmla="*/ 6654540 h 6858000"/>
              <a:gd name="connsiteX395" fmla="*/ 2299106 w 7467600"/>
              <a:gd name="connsiteY395" fmla="*/ 6778931 h 6858000"/>
              <a:gd name="connsiteX396" fmla="*/ 2314430 w 7467600"/>
              <a:gd name="connsiteY396" fmla="*/ 6801144 h 6858000"/>
              <a:gd name="connsiteX397" fmla="*/ 2352406 w 7467600"/>
              <a:gd name="connsiteY397" fmla="*/ 6858000 h 6858000"/>
              <a:gd name="connsiteX398" fmla="*/ 2314492 w 7467600"/>
              <a:gd name="connsiteY398" fmla="*/ 6858000 h 6858000"/>
              <a:gd name="connsiteX399" fmla="*/ 2288095 w 7467600"/>
              <a:gd name="connsiteY399" fmla="*/ 6818030 h 6858000"/>
              <a:gd name="connsiteX400" fmla="*/ 2272768 w 7467600"/>
              <a:gd name="connsiteY400" fmla="*/ 6795822 h 6858000"/>
              <a:gd name="connsiteX401" fmla="*/ 2182715 w 7467600"/>
              <a:gd name="connsiteY401" fmla="*/ 6675071 h 6858000"/>
              <a:gd name="connsiteX402" fmla="*/ 2032061 w 7467600"/>
              <a:gd name="connsiteY402" fmla="*/ 6541380 h 6858000"/>
              <a:gd name="connsiteX403" fmla="*/ 2257220 w 7467600"/>
              <a:gd name="connsiteY403" fmla="*/ 6826257 h 6858000"/>
              <a:gd name="connsiteX404" fmla="*/ 2281324 w 7467600"/>
              <a:gd name="connsiteY404" fmla="*/ 6858000 h 6858000"/>
              <a:gd name="connsiteX405" fmla="*/ 2242860 w 7467600"/>
              <a:gd name="connsiteY405" fmla="*/ 6858000 h 6858000"/>
              <a:gd name="connsiteX406" fmla="*/ 2232818 w 7467600"/>
              <a:gd name="connsiteY406" fmla="*/ 6844926 h 6858000"/>
              <a:gd name="connsiteX407" fmla="*/ 1990172 w 7467600"/>
              <a:gd name="connsiteY407" fmla="*/ 6542121 h 6858000"/>
              <a:gd name="connsiteX408" fmla="*/ 2124090 w 7467600"/>
              <a:gd name="connsiteY408" fmla="*/ 6761017 h 6858000"/>
              <a:gd name="connsiteX409" fmla="*/ 2200380 w 7467600"/>
              <a:gd name="connsiteY409" fmla="*/ 6858000 h 6858000"/>
              <a:gd name="connsiteX410" fmla="*/ 2147507 w 7467600"/>
              <a:gd name="connsiteY410" fmla="*/ 6858000 h 6858000"/>
              <a:gd name="connsiteX411" fmla="*/ 2070668 w 7467600"/>
              <a:gd name="connsiteY411" fmla="*/ 6761520 h 6858000"/>
              <a:gd name="connsiteX412" fmla="*/ 1975142 w 7467600"/>
              <a:gd name="connsiteY412" fmla="*/ 6585570 h 6858000"/>
              <a:gd name="connsiteX413" fmla="*/ 2050035 w 7467600"/>
              <a:gd name="connsiteY413" fmla="*/ 6813345 h 6858000"/>
              <a:gd name="connsiteX414" fmla="*/ 2063025 w 7467600"/>
              <a:gd name="connsiteY414" fmla="*/ 6858000 h 6858000"/>
              <a:gd name="connsiteX415" fmla="*/ 2021675 w 7467600"/>
              <a:gd name="connsiteY415" fmla="*/ 6858000 h 6858000"/>
              <a:gd name="connsiteX416" fmla="*/ 2019308 w 7467600"/>
              <a:gd name="connsiteY416" fmla="*/ 6847118 h 6858000"/>
              <a:gd name="connsiteX417" fmla="*/ 1938835 w 7467600"/>
              <a:gd name="connsiteY417" fmla="*/ 6551160 h 6858000"/>
              <a:gd name="connsiteX418" fmla="*/ 1953230 w 7467600"/>
              <a:gd name="connsiteY418" fmla="*/ 6759699 h 6858000"/>
              <a:gd name="connsiteX419" fmla="*/ 1956763 w 7467600"/>
              <a:gd name="connsiteY419" fmla="*/ 6778191 h 6858000"/>
              <a:gd name="connsiteX420" fmla="*/ 1967925 w 7467600"/>
              <a:gd name="connsiteY420" fmla="*/ 6858000 h 6858000"/>
              <a:gd name="connsiteX421" fmla="*/ 1936622 w 7467600"/>
              <a:gd name="connsiteY421" fmla="*/ 6858000 h 6858000"/>
              <a:gd name="connsiteX422" fmla="*/ 1926261 w 7467600"/>
              <a:gd name="connsiteY422" fmla="*/ 6784064 h 6858000"/>
              <a:gd name="connsiteX423" fmla="*/ 1922724 w 7467600"/>
              <a:gd name="connsiteY423" fmla="*/ 6765577 h 6858000"/>
              <a:gd name="connsiteX424" fmla="*/ 1904650 w 7467600"/>
              <a:gd name="connsiteY424" fmla="*/ 6639616 h 6858000"/>
              <a:gd name="connsiteX425" fmla="*/ 1885273 w 7467600"/>
              <a:gd name="connsiteY425" fmla="*/ 6858000 h 6858000"/>
              <a:gd name="connsiteX426" fmla="*/ 1854363 w 7467600"/>
              <a:gd name="connsiteY426" fmla="*/ 6858000 h 6858000"/>
              <a:gd name="connsiteX427" fmla="*/ 1880391 w 7467600"/>
              <a:gd name="connsiteY427" fmla="*/ 6603796 h 6858000"/>
              <a:gd name="connsiteX428" fmla="*/ 1818273 w 7467600"/>
              <a:gd name="connsiteY428" fmla="*/ 6715729 h 6858000"/>
              <a:gd name="connsiteX429" fmla="*/ 1794691 w 7467600"/>
              <a:gd name="connsiteY429" fmla="*/ 6843239 h 6858000"/>
              <a:gd name="connsiteX430" fmla="*/ 1794914 w 7467600"/>
              <a:gd name="connsiteY430" fmla="*/ 6858000 h 6858000"/>
              <a:gd name="connsiteX431" fmla="*/ 1746128 w 7467600"/>
              <a:gd name="connsiteY431" fmla="*/ 6858000 h 6858000"/>
              <a:gd name="connsiteX432" fmla="*/ 1753934 w 7467600"/>
              <a:gd name="connsiteY432" fmla="*/ 6724796 h 6858000"/>
              <a:gd name="connsiteX433" fmla="*/ 1792053 w 7467600"/>
              <a:gd name="connsiteY433" fmla="*/ 6572396 h 6858000"/>
              <a:gd name="connsiteX434" fmla="*/ 1862248 w 7467600"/>
              <a:gd name="connsiteY434" fmla="*/ 6266397 h 6858000"/>
              <a:gd name="connsiteX435" fmla="*/ 1862250 w 7467600"/>
              <a:gd name="connsiteY435" fmla="*/ 6033531 h 6858000"/>
              <a:gd name="connsiteX436" fmla="*/ 1211999 w 7467600"/>
              <a:gd name="connsiteY436" fmla="*/ 6683610 h 6858000"/>
              <a:gd name="connsiteX437" fmla="*/ 1213266 w 7467600"/>
              <a:gd name="connsiteY437" fmla="*/ 6691947 h 6858000"/>
              <a:gd name="connsiteX438" fmla="*/ 1203370 w 7467600"/>
              <a:gd name="connsiteY438" fmla="*/ 6850676 h 6858000"/>
              <a:gd name="connsiteX439" fmla="*/ 1203671 w 7467600"/>
              <a:gd name="connsiteY439" fmla="*/ 6858000 h 6858000"/>
              <a:gd name="connsiteX440" fmla="*/ 1143180 w 7467600"/>
              <a:gd name="connsiteY440" fmla="*/ 6858000 h 6858000"/>
              <a:gd name="connsiteX441" fmla="*/ 1142176 w 7467600"/>
              <a:gd name="connsiteY441" fmla="*/ 6766045 h 6858000"/>
              <a:gd name="connsiteX442" fmla="*/ 1067484 w 7467600"/>
              <a:gd name="connsiteY442" fmla="*/ 6858000 h 6858000"/>
              <a:gd name="connsiteX443" fmla="*/ 953928 w 7467600"/>
              <a:gd name="connsiteY443" fmla="*/ 6858000 h 6858000"/>
              <a:gd name="connsiteX444" fmla="*/ 959715 w 7467600"/>
              <a:gd name="connsiteY444" fmla="*/ 6850185 h 6858000"/>
              <a:gd name="connsiteX445" fmla="*/ 1483788 w 7467600"/>
              <a:gd name="connsiteY445" fmla="*/ 6259174 h 6858000"/>
              <a:gd name="connsiteX446" fmla="*/ 1100671 w 7467600"/>
              <a:gd name="connsiteY446" fmla="*/ 6252137 h 6858000"/>
              <a:gd name="connsiteX447" fmla="*/ 1090144 w 7467600"/>
              <a:gd name="connsiteY447" fmla="*/ 6256748 h 6858000"/>
              <a:gd name="connsiteX448" fmla="*/ 1095872 w 7467600"/>
              <a:gd name="connsiteY448" fmla="*/ 6271892 h 6858000"/>
              <a:gd name="connsiteX449" fmla="*/ 262785 w 7467600"/>
              <a:gd name="connsiteY449" fmla="*/ 6845450 h 6858000"/>
              <a:gd name="connsiteX450" fmla="*/ 209968 w 7467600"/>
              <a:gd name="connsiteY450" fmla="*/ 6770713 h 6858000"/>
              <a:gd name="connsiteX451" fmla="*/ 873460 w 7467600"/>
              <a:gd name="connsiteY451" fmla="*/ 6253768 h 6858000"/>
              <a:gd name="connsiteX452" fmla="*/ 192686 w 7467600"/>
              <a:gd name="connsiteY452" fmla="*/ 5849257 h 6858000"/>
              <a:gd name="connsiteX453" fmla="*/ 4696 w 7467600"/>
              <a:gd name="connsiteY453" fmla="*/ 5697668 h 6858000"/>
              <a:gd name="connsiteX454" fmla="*/ 0 w 7467600"/>
              <a:gd name="connsiteY454" fmla="*/ 5689984 h 6858000"/>
              <a:gd name="connsiteX455" fmla="*/ 0 w 7467600"/>
              <a:gd name="connsiteY455" fmla="*/ 5513472 h 6858000"/>
              <a:gd name="connsiteX456" fmla="*/ 174101 w 7467600"/>
              <a:gd name="connsiteY456" fmla="*/ 5620277 h 6858000"/>
              <a:gd name="connsiteX457" fmla="*/ 891800 w 7467600"/>
              <a:gd name="connsiteY457" fmla="*/ 6036935 h 6858000"/>
              <a:gd name="connsiteX458" fmla="*/ 1072219 w 7467600"/>
              <a:gd name="connsiteY458" fmla="*/ 6169443 h 6858000"/>
              <a:gd name="connsiteX459" fmla="*/ 1074117 w 7467600"/>
              <a:gd name="connsiteY459" fmla="*/ 6170301 h 6858000"/>
              <a:gd name="connsiteX460" fmla="*/ 1083114 w 7467600"/>
              <a:gd name="connsiteY460" fmla="*/ 6174131 h 6858000"/>
              <a:gd name="connsiteX461" fmla="*/ 1543010 w 7467600"/>
              <a:gd name="connsiteY461" fmla="*/ 6191140 h 6858000"/>
              <a:gd name="connsiteX462" fmla="*/ 1551080 w 7467600"/>
              <a:gd name="connsiteY462" fmla="*/ 6195006 h 6858000"/>
              <a:gd name="connsiteX463" fmla="*/ 2345443 w 7467600"/>
              <a:gd name="connsiteY463" fmla="*/ 5549882 h 6858000"/>
              <a:gd name="connsiteX464" fmla="*/ 1721499 w 7467600"/>
              <a:gd name="connsiteY464" fmla="*/ 5599969 h 6858000"/>
              <a:gd name="connsiteX465" fmla="*/ 767716 w 7467600"/>
              <a:gd name="connsiteY465" fmla="*/ 5472768 h 6858000"/>
              <a:gd name="connsiteX466" fmla="*/ 722147 w 7467600"/>
              <a:gd name="connsiteY466" fmla="*/ 5393091 h 6858000"/>
              <a:gd name="connsiteX467" fmla="*/ 1485552 w 7467600"/>
              <a:gd name="connsiteY467" fmla="*/ 5313202 h 6858000"/>
              <a:gd name="connsiteX468" fmla="*/ 2143004 w 7467600"/>
              <a:gd name="connsiteY468" fmla="*/ 5402420 h 6858000"/>
              <a:gd name="connsiteX469" fmla="*/ 1933391 w 7467600"/>
              <a:gd name="connsiteY469" fmla="*/ 5156971 h 6858000"/>
              <a:gd name="connsiteX470" fmla="*/ 1827118 w 7467600"/>
              <a:gd name="connsiteY470" fmla="*/ 4968410 h 6858000"/>
              <a:gd name="connsiteX471" fmla="*/ 1837349 w 7467600"/>
              <a:gd name="connsiteY471" fmla="*/ 4956357 h 6858000"/>
              <a:gd name="connsiteX472" fmla="*/ 2162835 w 7467600"/>
              <a:gd name="connsiteY472" fmla="*/ 5187853 h 6858000"/>
              <a:gd name="connsiteX473" fmla="*/ 2257167 w 7467600"/>
              <a:gd name="connsiteY473" fmla="*/ 5462123 h 6858000"/>
              <a:gd name="connsiteX474" fmla="*/ 2261598 w 7467600"/>
              <a:gd name="connsiteY474" fmla="*/ 5467998 h 6858000"/>
              <a:gd name="connsiteX475" fmla="*/ 2437177 w 7467600"/>
              <a:gd name="connsiteY475" fmla="*/ 5479608 h 6858000"/>
              <a:gd name="connsiteX476" fmla="*/ 2445247 w 7467600"/>
              <a:gd name="connsiteY476" fmla="*/ 5483476 h 6858000"/>
              <a:gd name="connsiteX477" fmla="*/ 2743626 w 7467600"/>
              <a:gd name="connsiteY477" fmla="*/ 5304819 h 6858000"/>
              <a:gd name="connsiteX478" fmla="*/ 3048102 w 7467600"/>
              <a:gd name="connsiteY478" fmla="*/ 5150595 h 6858000"/>
              <a:gd name="connsiteX479" fmla="*/ 1799414 w 7467600"/>
              <a:gd name="connsiteY479" fmla="*/ 4694732 h 6858000"/>
              <a:gd name="connsiteX480" fmla="*/ 1771735 w 7467600"/>
              <a:gd name="connsiteY480" fmla="*/ 4619929 h 6858000"/>
              <a:gd name="connsiteX481" fmla="*/ 3104273 w 7467600"/>
              <a:gd name="connsiteY481" fmla="*/ 5076159 h 6858000"/>
              <a:gd name="connsiteX482" fmla="*/ 3113245 w 7467600"/>
              <a:gd name="connsiteY482" fmla="*/ 5090705 h 6858000"/>
              <a:gd name="connsiteX483" fmla="*/ 3126294 w 7467600"/>
              <a:gd name="connsiteY483" fmla="*/ 5114400 h 6858000"/>
              <a:gd name="connsiteX484" fmla="*/ 3937433 w 7467600"/>
              <a:gd name="connsiteY484" fmla="*/ 4830473 h 6858000"/>
              <a:gd name="connsiteX485" fmla="*/ 3590475 w 7467600"/>
              <a:gd name="connsiteY485" fmla="*/ 4597974 h 6858000"/>
              <a:gd name="connsiteX486" fmla="*/ 3100264 w 7467600"/>
              <a:gd name="connsiteY486" fmla="*/ 4579845 h 6858000"/>
              <a:gd name="connsiteX487" fmla="*/ 2183576 w 7467600"/>
              <a:gd name="connsiteY487" fmla="*/ 4227150 h 6858000"/>
              <a:gd name="connsiteX488" fmla="*/ 2151029 w 7467600"/>
              <a:gd name="connsiteY488" fmla="*/ 4146947 h 6858000"/>
              <a:gd name="connsiteX489" fmla="*/ 3563434 w 7467600"/>
              <a:gd name="connsiteY489" fmla="*/ 4469115 h 6858000"/>
              <a:gd name="connsiteX490" fmla="*/ 3177952 w 7467600"/>
              <a:gd name="connsiteY490" fmla="*/ 3657386 h 6858000"/>
              <a:gd name="connsiteX491" fmla="*/ 3189263 w 7467600"/>
              <a:gd name="connsiteY491" fmla="*/ 3625726 h 6858000"/>
              <a:gd name="connsiteX492" fmla="*/ 3560912 w 7467600"/>
              <a:gd name="connsiteY492" fmla="*/ 4079863 h 6858000"/>
              <a:gd name="connsiteX493" fmla="*/ 3626636 w 7467600"/>
              <a:gd name="connsiteY493" fmla="*/ 4512230 h 6858000"/>
              <a:gd name="connsiteX494" fmla="*/ 3653088 w 7467600"/>
              <a:gd name="connsiteY494" fmla="*/ 4521417 h 6858000"/>
              <a:gd name="connsiteX495" fmla="*/ 3988128 w 7467600"/>
              <a:gd name="connsiteY495" fmla="*/ 4817267 h 6858000"/>
              <a:gd name="connsiteX496" fmla="*/ 4830582 w 7467600"/>
              <a:gd name="connsiteY496" fmla="*/ 4676000 h 6858000"/>
              <a:gd name="connsiteX497" fmla="*/ 4830100 w 7467600"/>
              <a:gd name="connsiteY497" fmla="*/ 4675554 h 6858000"/>
              <a:gd name="connsiteX498" fmla="*/ 4036318 w 7467600"/>
              <a:gd name="connsiteY498" fmla="*/ 4147013 h 6858000"/>
              <a:gd name="connsiteX499" fmla="*/ 3432098 w 7467600"/>
              <a:gd name="connsiteY499" fmla="*/ 3537312 h 6858000"/>
              <a:gd name="connsiteX500" fmla="*/ 3446761 w 7467600"/>
              <a:gd name="connsiteY500" fmla="*/ 3461278 h 6858000"/>
              <a:gd name="connsiteX501" fmla="*/ 4419733 w 7467600"/>
              <a:gd name="connsiteY501" fmla="*/ 3963555 h 6858000"/>
              <a:gd name="connsiteX502" fmla="*/ 4781371 w 7467600"/>
              <a:gd name="connsiteY502" fmla="*/ 4458604 h 6858000"/>
              <a:gd name="connsiteX503" fmla="*/ 4780440 w 7467600"/>
              <a:gd name="connsiteY503" fmla="*/ 4470290 h 6858000"/>
              <a:gd name="connsiteX504" fmla="*/ 4898954 w 7467600"/>
              <a:gd name="connsiteY504" fmla="*/ 4662092 h 6858000"/>
              <a:gd name="connsiteX505" fmla="*/ 4900699 w 7467600"/>
              <a:gd name="connsiteY505" fmla="*/ 4670867 h 6858000"/>
              <a:gd name="connsiteX506" fmla="*/ 5714511 w 7467600"/>
              <a:gd name="connsiteY506" fmla="*/ 4663483 h 6858000"/>
              <a:gd name="connsiteX507" fmla="*/ 5464793 w 7467600"/>
              <a:gd name="connsiteY507" fmla="*/ 4393556 h 6858000"/>
              <a:gd name="connsiteX508" fmla="*/ 5461897 w 7467600"/>
              <a:gd name="connsiteY508" fmla="*/ 4390879 h 6858000"/>
              <a:gd name="connsiteX509" fmla="*/ 4294126 w 7467600"/>
              <a:gd name="connsiteY509" fmla="*/ 3303048 h 6858000"/>
              <a:gd name="connsiteX510" fmla="*/ 4305321 w 7467600"/>
              <a:gd name="connsiteY510" fmla="*/ 3256953 h 6858000"/>
              <a:gd name="connsiteX511" fmla="*/ 4949299 w 7467600"/>
              <a:gd name="connsiteY511" fmla="*/ 3766336 h 6858000"/>
              <a:gd name="connsiteX512" fmla="*/ 5291452 w 7467600"/>
              <a:gd name="connsiteY512" fmla="*/ 4076801 h 6858000"/>
              <a:gd name="connsiteX513" fmla="*/ 5434998 w 7467600"/>
              <a:gd name="connsiteY513" fmla="*/ 4254100 h 6858000"/>
              <a:gd name="connsiteX514" fmla="*/ 5351015 w 7467600"/>
              <a:gd name="connsiteY514" fmla="*/ 3760989 h 6858000"/>
              <a:gd name="connsiteX515" fmla="*/ 5413780 w 7467600"/>
              <a:gd name="connsiteY515" fmla="*/ 2966265 h 6858000"/>
              <a:gd name="connsiteX516" fmla="*/ 5425627 w 7467600"/>
              <a:gd name="connsiteY516" fmla="*/ 2954192 h 6858000"/>
              <a:gd name="connsiteX517" fmla="*/ 6604735 w 7467600"/>
              <a:gd name="connsiteY517" fmla="*/ 2041381 h 6858000"/>
              <a:gd name="connsiteX518" fmla="*/ 7204487 w 7467600"/>
              <a:gd name="connsiteY518" fmla="*/ 2742112 h 6858000"/>
              <a:gd name="connsiteX519" fmla="*/ 7131592 w 7467600"/>
              <a:gd name="connsiteY519" fmla="*/ 2672096 h 6858000"/>
              <a:gd name="connsiteX520" fmla="*/ 6996344 w 7467600"/>
              <a:gd name="connsiteY520" fmla="*/ 2518310 h 6858000"/>
              <a:gd name="connsiteX521" fmla="*/ 6735495 w 7467600"/>
              <a:gd name="connsiteY521" fmla="*/ 2196890 h 6858000"/>
              <a:gd name="connsiteX522" fmla="*/ 6721901 w 7467600"/>
              <a:gd name="connsiteY522" fmla="*/ 2179274 h 6858000"/>
              <a:gd name="connsiteX523" fmla="*/ 6604735 w 7467600"/>
              <a:gd name="connsiteY523" fmla="*/ 2041381 h 6858000"/>
              <a:gd name="connsiteX524" fmla="*/ 6591670 w 7467600"/>
              <a:gd name="connsiteY524" fmla="*/ 1988277 h 6858000"/>
              <a:gd name="connsiteX525" fmla="*/ 6747349 w 7467600"/>
              <a:gd name="connsiteY525" fmla="*/ 2160069 h 6858000"/>
              <a:gd name="connsiteX526" fmla="*/ 6760943 w 7467600"/>
              <a:gd name="connsiteY526" fmla="*/ 2177686 h 6858000"/>
              <a:gd name="connsiteX527" fmla="*/ 7021065 w 7467600"/>
              <a:gd name="connsiteY527" fmla="*/ 2498102 h 6858000"/>
              <a:gd name="connsiteX528" fmla="*/ 7155223 w 7467600"/>
              <a:gd name="connsiteY528" fmla="*/ 2650386 h 6858000"/>
              <a:gd name="connsiteX529" fmla="*/ 7203167 w 7467600"/>
              <a:gd name="connsiteY529" fmla="*/ 2697288 h 6858000"/>
              <a:gd name="connsiteX530" fmla="*/ 6937703 w 7467600"/>
              <a:gd name="connsiteY530" fmla="*/ 2321981 h 6858000"/>
              <a:gd name="connsiteX531" fmla="*/ 6591670 w 7467600"/>
              <a:gd name="connsiteY531" fmla="*/ 1988277 h 6858000"/>
              <a:gd name="connsiteX532" fmla="*/ 5798671 w 7467600"/>
              <a:gd name="connsiteY532" fmla="*/ 1981601 h 6858000"/>
              <a:gd name="connsiteX533" fmla="*/ 5754709 w 7467600"/>
              <a:gd name="connsiteY533" fmla="*/ 2071454 h 6858000"/>
              <a:gd name="connsiteX534" fmla="*/ 5763044 w 7467600"/>
              <a:gd name="connsiteY534" fmla="*/ 2842206 h 6858000"/>
              <a:gd name="connsiteX535" fmla="*/ 5764974 w 7467600"/>
              <a:gd name="connsiteY535" fmla="*/ 2799609 h 6858000"/>
              <a:gd name="connsiteX536" fmla="*/ 5767665 w 7467600"/>
              <a:gd name="connsiteY536" fmla="*/ 2666409 h 6858000"/>
              <a:gd name="connsiteX537" fmla="*/ 5763055 w 7467600"/>
              <a:gd name="connsiteY537" fmla="*/ 2579705 h 6858000"/>
              <a:gd name="connsiteX538" fmla="*/ 5758079 w 7467600"/>
              <a:gd name="connsiteY538" fmla="*/ 2492508 h 6858000"/>
              <a:gd name="connsiteX539" fmla="*/ 5779325 w 7467600"/>
              <a:gd name="connsiteY539" fmla="*/ 2197069 h 6858000"/>
              <a:gd name="connsiteX540" fmla="*/ 5798671 w 7467600"/>
              <a:gd name="connsiteY540" fmla="*/ 1981601 h 6858000"/>
              <a:gd name="connsiteX541" fmla="*/ 5829202 w 7467600"/>
              <a:gd name="connsiteY541" fmla="*/ 1971679 h 6858000"/>
              <a:gd name="connsiteX542" fmla="*/ 5809558 w 7467600"/>
              <a:gd name="connsiteY542" fmla="*/ 2198043 h 6858000"/>
              <a:gd name="connsiteX543" fmla="*/ 5788653 w 7467600"/>
              <a:gd name="connsiteY543" fmla="*/ 2489430 h 6858000"/>
              <a:gd name="connsiteX544" fmla="*/ 5793439 w 7467600"/>
              <a:gd name="connsiteY544" fmla="*/ 2575235 h 6858000"/>
              <a:gd name="connsiteX545" fmla="*/ 5796837 w 7467600"/>
              <a:gd name="connsiteY545" fmla="*/ 2637633 h 6858000"/>
              <a:gd name="connsiteX546" fmla="*/ 5818614 w 7467600"/>
              <a:gd name="connsiteY546" fmla="*/ 2473055 h 6858000"/>
              <a:gd name="connsiteX547" fmla="*/ 5829202 w 7467600"/>
              <a:gd name="connsiteY547" fmla="*/ 1971679 h 6858000"/>
              <a:gd name="connsiteX548" fmla="*/ 5911389 w 7467600"/>
              <a:gd name="connsiteY548" fmla="*/ 1898371 h 6858000"/>
              <a:gd name="connsiteX549" fmla="*/ 6237627 w 7467600"/>
              <a:gd name="connsiteY549" fmla="*/ 2231921 h 6858000"/>
              <a:gd name="connsiteX550" fmla="*/ 5911389 w 7467600"/>
              <a:gd name="connsiteY550" fmla="*/ 1898371 h 6858000"/>
              <a:gd name="connsiteX551" fmla="*/ 6944437 w 7467600"/>
              <a:gd name="connsiteY551" fmla="*/ 1575402 h 6858000"/>
              <a:gd name="connsiteX552" fmla="*/ 6304730 w 7467600"/>
              <a:gd name="connsiteY552" fmla="*/ 1766654 h 6858000"/>
              <a:gd name="connsiteX553" fmla="*/ 6944437 w 7467600"/>
              <a:gd name="connsiteY553" fmla="*/ 1575402 h 6858000"/>
              <a:gd name="connsiteX554" fmla="*/ 7019523 w 7467600"/>
              <a:gd name="connsiteY554" fmla="*/ 1519450 h 6858000"/>
              <a:gd name="connsiteX555" fmla="*/ 6298091 w 7467600"/>
              <a:gd name="connsiteY555" fmla="*/ 1737122 h 6858000"/>
              <a:gd name="connsiteX556" fmla="*/ 7019523 w 7467600"/>
              <a:gd name="connsiteY556" fmla="*/ 1519450 h 6858000"/>
              <a:gd name="connsiteX557" fmla="*/ 2399523 w 7467600"/>
              <a:gd name="connsiteY557" fmla="*/ 1428234 h 6858000"/>
              <a:gd name="connsiteX558" fmla="*/ 2224982 w 7467600"/>
              <a:gd name="connsiteY558" fmla="*/ 1826201 h 6858000"/>
              <a:gd name="connsiteX559" fmla="*/ 2096099 w 7467600"/>
              <a:gd name="connsiteY559" fmla="*/ 2345900 h 6858000"/>
              <a:gd name="connsiteX560" fmla="*/ 2283317 w 7467600"/>
              <a:gd name="connsiteY560" fmla="*/ 1796925 h 6858000"/>
              <a:gd name="connsiteX561" fmla="*/ 2399523 w 7467600"/>
              <a:gd name="connsiteY561" fmla="*/ 1428234 h 6858000"/>
              <a:gd name="connsiteX562" fmla="*/ 2448558 w 7467600"/>
              <a:gd name="connsiteY562" fmla="*/ 1373435 h 6858000"/>
              <a:gd name="connsiteX563" fmla="*/ 2312521 w 7467600"/>
              <a:gd name="connsiteY563" fmla="*/ 1806140 h 6858000"/>
              <a:gd name="connsiteX564" fmla="*/ 2127533 w 7467600"/>
              <a:gd name="connsiteY564" fmla="*/ 2348380 h 6858000"/>
              <a:gd name="connsiteX565" fmla="*/ 2358080 w 7467600"/>
              <a:gd name="connsiteY565" fmla="*/ 1866134 h 6858000"/>
              <a:gd name="connsiteX566" fmla="*/ 2407436 w 7467600"/>
              <a:gd name="connsiteY566" fmla="*/ 1651070 h 6858000"/>
              <a:gd name="connsiteX567" fmla="*/ 2448558 w 7467600"/>
              <a:gd name="connsiteY567" fmla="*/ 1373435 h 6858000"/>
              <a:gd name="connsiteX568" fmla="*/ 278707 w 7467600"/>
              <a:gd name="connsiteY568" fmla="*/ 1352270 h 6858000"/>
              <a:gd name="connsiteX569" fmla="*/ 321570 w 7467600"/>
              <a:gd name="connsiteY569" fmla="*/ 1861610 h 6858000"/>
              <a:gd name="connsiteX570" fmla="*/ 294281 w 7467600"/>
              <a:gd name="connsiteY570" fmla="*/ 1440658 h 6858000"/>
              <a:gd name="connsiteX571" fmla="*/ 278707 w 7467600"/>
              <a:gd name="connsiteY571" fmla="*/ 1352270 h 6858000"/>
              <a:gd name="connsiteX572" fmla="*/ 1423821 w 7467600"/>
              <a:gd name="connsiteY572" fmla="*/ 1351958 h 6858000"/>
              <a:gd name="connsiteX573" fmla="*/ 1638521 w 7467600"/>
              <a:gd name="connsiteY573" fmla="*/ 1908470 h 6858000"/>
              <a:gd name="connsiteX574" fmla="*/ 1754199 w 7467600"/>
              <a:gd name="connsiteY574" fmla="*/ 2149284 h 6858000"/>
              <a:gd name="connsiteX575" fmla="*/ 1908359 w 7467600"/>
              <a:gd name="connsiteY575" fmla="*/ 2364988 h 6858000"/>
              <a:gd name="connsiteX576" fmla="*/ 1647661 w 7467600"/>
              <a:gd name="connsiteY576" fmla="*/ 1825945 h 6858000"/>
              <a:gd name="connsiteX577" fmla="*/ 1423821 w 7467600"/>
              <a:gd name="connsiteY577" fmla="*/ 1351958 h 6858000"/>
              <a:gd name="connsiteX578" fmla="*/ 1431890 w 7467600"/>
              <a:gd name="connsiteY578" fmla="*/ 1306475 h 6858000"/>
              <a:gd name="connsiteX579" fmla="*/ 1507597 w 7467600"/>
              <a:gd name="connsiteY579" fmla="*/ 1446132 h 6858000"/>
              <a:gd name="connsiteX580" fmla="*/ 1674586 w 7467600"/>
              <a:gd name="connsiteY580" fmla="*/ 1813832 h 6858000"/>
              <a:gd name="connsiteX581" fmla="*/ 1815950 w 7467600"/>
              <a:gd name="connsiteY581" fmla="*/ 2128564 h 6858000"/>
              <a:gd name="connsiteX582" fmla="*/ 1984242 w 7467600"/>
              <a:gd name="connsiteY582" fmla="*/ 2430829 h 6858000"/>
              <a:gd name="connsiteX583" fmla="*/ 2014023 w 7467600"/>
              <a:gd name="connsiteY583" fmla="*/ 2450995 h 6858000"/>
              <a:gd name="connsiteX584" fmla="*/ 1747337 w 7467600"/>
              <a:gd name="connsiteY584" fmla="*/ 1855264 h 6858000"/>
              <a:gd name="connsiteX585" fmla="*/ 1533749 w 7467600"/>
              <a:gd name="connsiteY585" fmla="*/ 1478656 h 6858000"/>
              <a:gd name="connsiteX586" fmla="*/ 1431890 w 7467600"/>
              <a:gd name="connsiteY586" fmla="*/ 1306475 h 6858000"/>
              <a:gd name="connsiteX587" fmla="*/ 5052692 w 7467600"/>
              <a:gd name="connsiteY587" fmla="*/ 1292994 h 6858000"/>
              <a:gd name="connsiteX588" fmla="*/ 5200661 w 7467600"/>
              <a:gd name="connsiteY588" fmla="*/ 1635186 h 6858000"/>
              <a:gd name="connsiteX589" fmla="*/ 5297138 w 7467600"/>
              <a:gd name="connsiteY589" fmla="*/ 1906351 h 6858000"/>
              <a:gd name="connsiteX590" fmla="*/ 5052692 w 7467600"/>
              <a:gd name="connsiteY590" fmla="*/ 1292994 h 6858000"/>
              <a:gd name="connsiteX591" fmla="*/ 5009948 w 7467600"/>
              <a:gd name="connsiteY591" fmla="*/ 1273619 h 6858000"/>
              <a:gd name="connsiteX592" fmla="*/ 5121777 w 7467600"/>
              <a:gd name="connsiteY592" fmla="*/ 1654213 h 6858000"/>
              <a:gd name="connsiteX593" fmla="*/ 5293545 w 7467600"/>
              <a:gd name="connsiteY593" fmla="*/ 2072247 h 6858000"/>
              <a:gd name="connsiteX594" fmla="*/ 5294042 w 7467600"/>
              <a:gd name="connsiteY594" fmla="*/ 2065019 h 6858000"/>
              <a:gd name="connsiteX595" fmla="*/ 5171936 w 7467600"/>
              <a:gd name="connsiteY595" fmla="*/ 1647613 h 6858000"/>
              <a:gd name="connsiteX596" fmla="*/ 5009948 w 7467600"/>
              <a:gd name="connsiteY596" fmla="*/ 1273619 h 6858000"/>
              <a:gd name="connsiteX597" fmla="*/ 655236 w 7467600"/>
              <a:gd name="connsiteY597" fmla="*/ 1268632 h 6858000"/>
              <a:gd name="connsiteX598" fmla="*/ 839521 w 7467600"/>
              <a:gd name="connsiteY598" fmla="*/ 1685315 h 6858000"/>
              <a:gd name="connsiteX599" fmla="*/ 1109416 w 7467600"/>
              <a:gd name="connsiteY599" fmla="*/ 2061663 h 6858000"/>
              <a:gd name="connsiteX600" fmla="*/ 1298300 w 7467600"/>
              <a:gd name="connsiteY600" fmla="*/ 2247742 h 6858000"/>
              <a:gd name="connsiteX601" fmla="*/ 1125871 w 7467600"/>
              <a:gd name="connsiteY601" fmla="*/ 1989513 h 6858000"/>
              <a:gd name="connsiteX602" fmla="*/ 981574 w 7467600"/>
              <a:gd name="connsiteY602" fmla="*/ 1783157 h 6858000"/>
              <a:gd name="connsiteX603" fmla="*/ 922198 w 7467600"/>
              <a:gd name="connsiteY603" fmla="*/ 1677437 h 6858000"/>
              <a:gd name="connsiteX604" fmla="*/ 869293 w 7467600"/>
              <a:gd name="connsiteY604" fmla="*/ 1583214 h 6858000"/>
              <a:gd name="connsiteX605" fmla="*/ 751431 w 7467600"/>
              <a:gd name="connsiteY605" fmla="*/ 1405731 h 6858000"/>
              <a:gd name="connsiteX606" fmla="*/ 655236 w 7467600"/>
              <a:gd name="connsiteY606" fmla="*/ 1268632 h 6858000"/>
              <a:gd name="connsiteX607" fmla="*/ 6516292 w 7467600"/>
              <a:gd name="connsiteY607" fmla="*/ 1263064 h 6858000"/>
              <a:gd name="connsiteX608" fmla="*/ 5736320 w 7467600"/>
              <a:gd name="connsiteY608" fmla="*/ 1501803 h 6858000"/>
              <a:gd name="connsiteX609" fmla="*/ 6516292 w 7467600"/>
              <a:gd name="connsiteY609" fmla="*/ 1263064 h 6858000"/>
              <a:gd name="connsiteX610" fmla="*/ 291466 w 7467600"/>
              <a:gd name="connsiteY610" fmla="*/ 1250369 h 6858000"/>
              <a:gd name="connsiteX611" fmla="*/ 323180 w 7467600"/>
              <a:gd name="connsiteY611" fmla="*/ 1435283 h 6858000"/>
              <a:gd name="connsiteX612" fmla="*/ 349381 w 7467600"/>
              <a:gd name="connsiteY612" fmla="*/ 1875041 h 6858000"/>
              <a:gd name="connsiteX613" fmla="*/ 374363 w 7467600"/>
              <a:gd name="connsiteY613" fmla="*/ 1506494 h 6858000"/>
              <a:gd name="connsiteX614" fmla="*/ 302168 w 7467600"/>
              <a:gd name="connsiteY614" fmla="*/ 1274495 h 6858000"/>
              <a:gd name="connsiteX615" fmla="*/ 291466 w 7467600"/>
              <a:gd name="connsiteY615" fmla="*/ 1250369 h 6858000"/>
              <a:gd name="connsiteX616" fmla="*/ 678222 w 7467600"/>
              <a:gd name="connsiteY616" fmla="*/ 1248670 h 6858000"/>
              <a:gd name="connsiteX617" fmla="*/ 775536 w 7467600"/>
              <a:gd name="connsiteY617" fmla="*/ 1388015 h 6858000"/>
              <a:gd name="connsiteX618" fmla="*/ 894529 w 7467600"/>
              <a:gd name="connsiteY618" fmla="*/ 1567739 h 6858000"/>
              <a:gd name="connsiteX619" fmla="*/ 948000 w 7467600"/>
              <a:gd name="connsiteY619" fmla="*/ 1663088 h 6858000"/>
              <a:gd name="connsiteX620" fmla="*/ 1006812 w 7467600"/>
              <a:gd name="connsiteY620" fmla="*/ 1767683 h 6858000"/>
              <a:gd name="connsiteX621" fmla="*/ 1149133 w 7467600"/>
              <a:gd name="connsiteY621" fmla="*/ 1971513 h 6858000"/>
              <a:gd name="connsiteX622" fmla="*/ 1333952 w 7467600"/>
              <a:gd name="connsiteY622" fmla="*/ 2251620 h 6858000"/>
              <a:gd name="connsiteX623" fmla="*/ 1337329 w 7467600"/>
              <a:gd name="connsiteY623" fmla="*/ 2258350 h 6858000"/>
              <a:gd name="connsiteX624" fmla="*/ 1014726 w 7467600"/>
              <a:gd name="connsiteY624" fmla="*/ 1615556 h 6858000"/>
              <a:gd name="connsiteX625" fmla="*/ 678222 w 7467600"/>
              <a:gd name="connsiteY625" fmla="*/ 1248670 h 6858000"/>
              <a:gd name="connsiteX626" fmla="*/ 6691602 w 7467600"/>
              <a:gd name="connsiteY626" fmla="*/ 1140573 h 6858000"/>
              <a:gd name="connsiteX627" fmla="*/ 6571100 w 7467600"/>
              <a:gd name="connsiteY627" fmla="*/ 1183662 h 6858000"/>
              <a:gd name="connsiteX628" fmla="*/ 6241687 w 7467600"/>
              <a:gd name="connsiteY628" fmla="*/ 1257600 h 6858000"/>
              <a:gd name="connsiteX629" fmla="*/ 5693009 w 7467600"/>
              <a:gd name="connsiteY629" fmla="*/ 1478256 h 6858000"/>
              <a:gd name="connsiteX630" fmla="*/ 6548420 w 7467600"/>
              <a:gd name="connsiteY630" fmla="*/ 1214599 h 6858000"/>
              <a:gd name="connsiteX631" fmla="*/ 6605473 w 7467600"/>
              <a:gd name="connsiteY631" fmla="*/ 1184686 h 6858000"/>
              <a:gd name="connsiteX632" fmla="*/ 6691602 w 7467600"/>
              <a:gd name="connsiteY632" fmla="*/ 1140573 h 6858000"/>
              <a:gd name="connsiteX633" fmla="*/ 4002475 w 7467600"/>
              <a:gd name="connsiteY633" fmla="*/ 1037802 h 6858000"/>
              <a:gd name="connsiteX634" fmla="*/ 4000324 w 7467600"/>
              <a:gd name="connsiteY634" fmla="*/ 1039362 h 6858000"/>
              <a:gd name="connsiteX635" fmla="*/ 4002862 w 7467600"/>
              <a:gd name="connsiteY635" fmla="*/ 1042866 h 6858000"/>
              <a:gd name="connsiteX636" fmla="*/ 4002475 w 7467600"/>
              <a:gd name="connsiteY636" fmla="*/ 1037802 h 6858000"/>
              <a:gd name="connsiteX637" fmla="*/ 506322 w 7467600"/>
              <a:gd name="connsiteY637" fmla="*/ 1020997 h 6858000"/>
              <a:gd name="connsiteX638" fmla="*/ 533068 w 7467600"/>
              <a:gd name="connsiteY638" fmla="*/ 1029409 h 6858000"/>
              <a:gd name="connsiteX639" fmla="*/ 1232525 w 7467600"/>
              <a:gd name="connsiteY639" fmla="*/ 1804675 h 6858000"/>
              <a:gd name="connsiteX640" fmla="*/ 1388858 w 7467600"/>
              <a:gd name="connsiteY640" fmla="*/ 2368011 h 6858000"/>
              <a:gd name="connsiteX641" fmla="*/ 1384098 w 7467600"/>
              <a:gd name="connsiteY641" fmla="*/ 2378125 h 6858000"/>
              <a:gd name="connsiteX642" fmla="*/ 1425393 w 7467600"/>
              <a:gd name="connsiteY642" fmla="*/ 2589124 h 6858000"/>
              <a:gd name="connsiteX643" fmla="*/ 1424001 w 7467600"/>
              <a:gd name="connsiteY643" fmla="*/ 2597541 h 6858000"/>
              <a:gd name="connsiteX644" fmla="*/ 2152729 w 7467600"/>
              <a:gd name="connsiteY644" fmla="*/ 2864487 h 6858000"/>
              <a:gd name="connsiteX645" fmla="*/ 2020609 w 7467600"/>
              <a:gd name="connsiteY645" fmla="*/ 2539671 h 6858000"/>
              <a:gd name="connsiteX646" fmla="*/ 2018920 w 7467600"/>
              <a:gd name="connsiteY646" fmla="*/ 2536309 h 6858000"/>
              <a:gd name="connsiteX647" fmla="*/ 1342441 w 7467600"/>
              <a:gd name="connsiteY647" fmla="*/ 1173017 h 6858000"/>
              <a:gd name="connsiteX648" fmla="*/ 1367925 w 7467600"/>
              <a:gd name="connsiteY648" fmla="*/ 1135648 h 6858000"/>
              <a:gd name="connsiteX649" fmla="*/ 1771401 w 7467600"/>
              <a:gd name="connsiteY649" fmla="*/ 1806673 h 6858000"/>
              <a:gd name="connsiteX650" fmla="*/ 1972385 w 7467600"/>
              <a:gd name="connsiteY650" fmla="*/ 2198735 h 6858000"/>
              <a:gd name="connsiteX651" fmla="*/ 2040892 w 7467600"/>
              <a:gd name="connsiteY651" fmla="*/ 2405205 h 6858000"/>
              <a:gd name="connsiteX652" fmla="*/ 2131689 w 7467600"/>
              <a:gd name="connsiteY652" fmla="*/ 1936926 h 6858000"/>
              <a:gd name="connsiteX653" fmla="*/ 2454820 w 7467600"/>
              <a:gd name="connsiteY653" fmla="*/ 1248808 h 6858000"/>
              <a:gd name="connsiteX654" fmla="*/ 2492512 w 7467600"/>
              <a:gd name="connsiteY654" fmla="*/ 1302920 h 6858000"/>
              <a:gd name="connsiteX655" fmla="*/ 2081216 w 7467600"/>
              <a:gd name="connsiteY655" fmla="*/ 2527513 h 6858000"/>
              <a:gd name="connsiteX656" fmla="*/ 2081211 w 7467600"/>
              <a:gd name="connsiteY656" fmla="*/ 2528916 h 6858000"/>
              <a:gd name="connsiteX657" fmla="*/ 2199067 w 7467600"/>
              <a:gd name="connsiteY657" fmla="*/ 2884061 h 6858000"/>
              <a:gd name="connsiteX658" fmla="*/ 3192586 w 7467600"/>
              <a:gd name="connsiteY658" fmla="*/ 3411496 h 6858000"/>
              <a:gd name="connsiteX659" fmla="*/ 3182620 w 7467600"/>
              <a:gd name="connsiteY659" fmla="*/ 3483279 h 6858000"/>
              <a:gd name="connsiteX660" fmla="*/ 2435119 w 7467600"/>
              <a:gd name="connsiteY660" fmla="*/ 3080173 h 6858000"/>
              <a:gd name="connsiteX661" fmla="*/ 2410152 w 7467600"/>
              <a:gd name="connsiteY661" fmla="*/ 3063751 h 6858000"/>
              <a:gd name="connsiteX662" fmla="*/ 2408099 w 7467600"/>
              <a:gd name="connsiteY662" fmla="*/ 3064403 h 6858000"/>
              <a:gd name="connsiteX663" fmla="*/ 2407218 w 7467600"/>
              <a:gd name="connsiteY663" fmla="*/ 3070324 h 6858000"/>
              <a:gd name="connsiteX664" fmla="*/ 2380138 w 7467600"/>
              <a:gd name="connsiteY664" fmla="*/ 3099341 h 6858000"/>
              <a:gd name="connsiteX665" fmla="*/ 1765923 w 7467600"/>
              <a:gd name="connsiteY665" fmla="*/ 3581043 h 6858000"/>
              <a:gd name="connsiteX666" fmla="*/ 1702258 w 7467600"/>
              <a:gd name="connsiteY666" fmla="*/ 3612286 h 6858000"/>
              <a:gd name="connsiteX667" fmla="*/ 1538370 w 7467600"/>
              <a:gd name="connsiteY667" fmla="*/ 3811804 h 6858000"/>
              <a:gd name="connsiteX668" fmla="*/ 542867 w 7467600"/>
              <a:gd name="connsiteY668" fmla="*/ 4944092 h 6858000"/>
              <a:gd name="connsiteX669" fmla="*/ 515800 w 7467600"/>
              <a:gd name="connsiteY669" fmla="*/ 4862180 h 6858000"/>
              <a:gd name="connsiteX670" fmla="*/ 909145 w 7467600"/>
              <a:gd name="connsiteY670" fmla="*/ 4199225 h 6858000"/>
              <a:gd name="connsiteX671" fmla="*/ 1214067 w 7467600"/>
              <a:gd name="connsiteY671" fmla="*/ 3908561 h 6858000"/>
              <a:gd name="connsiteX672" fmla="*/ 640967 w 7467600"/>
              <a:gd name="connsiteY672" fmla="*/ 4105601 h 6858000"/>
              <a:gd name="connsiteX673" fmla="*/ 112563 w 7467600"/>
              <a:gd name="connsiteY673" fmla="*/ 4396952 h 6858000"/>
              <a:gd name="connsiteX674" fmla="*/ 0 w 7467600"/>
              <a:gd name="connsiteY674" fmla="*/ 4466006 h 6858000"/>
              <a:gd name="connsiteX675" fmla="*/ 0 w 7467600"/>
              <a:gd name="connsiteY675" fmla="*/ 4233763 h 6858000"/>
              <a:gd name="connsiteX676" fmla="*/ 36881 w 7467600"/>
              <a:gd name="connsiteY676" fmla="*/ 4200118 h 6858000"/>
              <a:gd name="connsiteX677" fmla="*/ 910534 w 7467600"/>
              <a:gd name="connsiteY677" fmla="*/ 3629753 h 6858000"/>
              <a:gd name="connsiteX678" fmla="*/ 1578717 w 7467600"/>
              <a:gd name="connsiteY678" fmla="*/ 3575982 h 6858000"/>
              <a:gd name="connsiteX679" fmla="*/ 2338780 w 7467600"/>
              <a:gd name="connsiteY679" fmla="*/ 3033725 h 6858000"/>
              <a:gd name="connsiteX680" fmla="*/ 1807991 w 7467600"/>
              <a:gd name="connsiteY680" fmla="*/ 2807184 h 6858000"/>
              <a:gd name="connsiteX681" fmla="*/ 1416358 w 7467600"/>
              <a:gd name="connsiteY681" fmla="*/ 3112571 h 6858000"/>
              <a:gd name="connsiteX682" fmla="*/ 939066 w 7467600"/>
              <a:gd name="connsiteY682" fmla="*/ 3378798 h 6858000"/>
              <a:gd name="connsiteX683" fmla="*/ 115099 w 7467600"/>
              <a:gd name="connsiteY683" fmla="*/ 3607650 h 6858000"/>
              <a:gd name="connsiteX684" fmla="*/ 97284 w 7467600"/>
              <a:gd name="connsiteY684" fmla="*/ 3520393 h 6858000"/>
              <a:gd name="connsiteX685" fmla="*/ 922050 w 7467600"/>
              <a:gd name="connsiteY685" fmla="*/ 3074867 h 6858000"/>
              <a:gd name="connsiteX686" fmla="*/ 1405265 w 7467600"/>
              <a:gd name="connsiteY686" fmla="*/ 3016319 h 6858000"/>
              <a:gd name="connsiteX687" fmla="*/ 1407512 w 7467600"/>
              <a:gd name="connsiteY687" fmla="*/ 3018001 h 6858000"/>
              <a:gd name="connsiteX688" fmla="*/ 1726266 w 7467600"/>
              <a:gd name="connsiteY688" fmla="*/ 2777274 h 6858000"/>
              <a:gd name="connsiteX689" fmla="*/ 625390 w 7467600"/>
              <a:gd name="connsiteY689" fmla="*/ 2514541 h 6858000"/>
              <a:gd name="connsiteX690" fmla="*/ 619799 w 7467600"/>
              <a:gd name="connsiteY690" fmla="*/ 2527180 h 6858000"/>
              <a:gd name="connsiteX691" fmla="*/ 310030 w 7467600"/>
              <a:gd name="connsiteY691" fmla="*/ 2771818 h 6858000"/>
              <a:gd name="connsiteX692" fmla="*/ 173877 w 7467600"/>
              <a:gd name="connsiteY692" fmla="*/ 2937056 h 6858000"/>
              <a:gd name="connsiteX693" fmla="*/ 77889 w 7467600"/>
              <a:gd name="connsiteY693" fmla="*/ 3138440 h 6858000"/>
              <a:gd name="connsiteX694" fmla="*/ 0 w 7467600"/>
              <a:gd name="connsiteY694" fmla="*/ 3271395 h 6858000"/>
              <a:gd name="connsiteX695" fmla="*/ 0 w 7467600"/>
              <a:gd name="connsiteY695" fmla="*/ 3153002 h 6858000"/>
              <a:gd name="connsiteX696" fmla="*/ 2386 w 7467600"/>
              <a:gd name="connsiteY696" fmla="*/ 3149203 h 6858000"/>
              <a:gd name="connsiteX697" fmla="*/ 89753 w 7467600"/>
              <a:gd name="connsiteY697" fmla="*/ 2987702 h 6858000"/>
              <a:gd name="connsiteX698" fmla="*/ 76869 w 7467600"/>
              <a:gd name="connsiteY698" fmla="*/ 3005404 h 6858000"/>
              <a:gd name="connsiteX699" fmla="*/ 32049 w 7467600"/>
              <a:gd name="connsiteY699" fmla="*/ 3065814 h 6858000"/>
              <a:gd name="connsiteX700" fmla="*/ 0 w 7467600"/>
              <a:gd name="connsiteY700" fmla="*/ 3108744 h 6858000"/>
              <a:gd name="connsiteX701" fmla="*/ 0 w 7467600"/>
              <a:gd name="connsiteY701" fmla="*/ 3058059 h 6858000"/>
              <a:gd name="connsiteX702" fmla="*/ 7610 w 7467600"/>
              <a:gd name="connsiteY702" fmla="*/ 3047889 h 6858000"/>
              <a:gd name="connsiteX703" fmla="*/ 52419 w 7467600"/>
              <a:gd name="connsiteY703" fmla="*/ 2987479 h 6858000"/>
              <a:gd name="connsiteX704" fmla="*/ 59142 w 7467600"/>
              <a:gd name="connsiteY704" fmla="*/ 2978488 h 6858000"/>
              <a:gd name="connsiteX705" fmla="*/ 0 w 7467600"/>
              <a:gd name="connsiteY705" fmla="*/ 3015334 h 6858000"/>
              <a:gd name="connsiteX706" fmla="*/ 0 w 7467600"/>
              <a:gd name="connsiteY706" fmla="*/ 2914286 h 6858000"/>
              <a:gd name="connsiteX707" fmla="*/ 36383 w 7467600"/>
              <a:gd name="connsiteY707" fmla="*/ 2901128 h 6858000"/>
              <a:gd name="connsiteX708" fmla="*/ 156329 w 7467600"/>
              <a:gd name="connsiteY708" fmla="*/ 2840533 h 6858000"/>
              <a:gd name="connsiteX709" fmla="*/ 358355 w 7467600"/>
              <a:gd name="connsiteY709" fmla="*/ 2620471 h 6858000"/>
              <a:gd name="connsiteX710" fmla="*/ 510577 w 7467600"/>
              <a:gd name="connsiteY710" fmla="*/ 2501244 h 6858000"/>
              <a:gd name="connsiteX711" fmla="*/ 211967 w 7467600"/>
              <a:gd name="connsiteY711" fmla="*/ 2479171 h 6858000"/>
              <a:gd name="connsiteX712" fmla="*/ 0 w 7467600"/>
              <a:gd name="connsiteY712" fmla="*/ 2476398 h 6858000"/>
              <a:gd name="connsiteX713" fmla="*/ 0 w 7467600"/>
              <a:gd name="connsiteY713" fmla="*/ 2389189 h 6858000"/>
              <a:gd name="connsiteX714" fmla="*/ 103062 w 7467600"/>
              <a:gd name="connsiteY714" fmla="*/ 2389518 h 6858000"/>
              <a:gd name="connsiteX715" fmla="*/ 510734 w 7467600"/>
              <a:gd name="connsiteY715" fmla="*/ 2416201 h 6858000"/>
              <a:gd name="connsiteX716" fmla="*/ 279257 w 7467600"/>
              <a:gd name="connsiteY716" fmla="*/ 2092102 h 6858000"/>
              <a:gd name="connsiteX717" fmla="*/ 65265 w 7467600"/>
              <a:gd name="connsiteY717" fmla="*/ 2006049 h 6858000"/>
              <a:gd name="connsiteX718" fmla="*/ 0 w 7467600"/>
              <a:gd name="connsiteY718" fmla="*/ 1982532 h 6858000"/>
              <a:gd name="connsiteX719" fmla="*/ 0 w 7467600"/>
              <a:gd name="connsiteY719" fmla="*/ 1912789 h 6858000"/>
              <a:gd name="connsiteX720" fmla="*/ 97460 w 7467600"/>
              <a:gd name="connsiteY720" fmla="*/ 1953725 h 6858000"/>
              <a:gd name="connsiteX721" fmla="*/ 221272 w 7467600"/>
              <a:gd name="connsiteY721" fmla="*/ 1980766 h 6858000"/>
              <a:gd name="connsiteX722" fmla="*/ 116765 w 7467600"/>
              <a:gd name="connsiteY722" fmla="*/ 1911033 h 6858000"/>
              <a:gd name="connsiteX723" fmla="*/ 16405 w 7467600"/>
              <a:gd name="connsiteY723" fmla="*/ 1803412 h 6858000"/>
              <a:gd name="connsiteX724" fmla="*/ 0 w 7467600"/>
              <a:gd name="connsiteY724" fmla="*/ 1784777 h 6858000"/>
              <a:gd name="connsiteX725" fmla="*/ 0 w 7467600"/>
              <a:gd name="connsiteY725" fmla="*/ 1740082 h 6858000"/>
              <a:gd name="connsiteX726" fmla="*/ 39394 w 7467600"/>
              <a:gd name="connsiteY726" fmla="*/ 1784856 h 6858000"/>
              <a:gd name="connsiteX727" fmla="*/ 135813 w 7467600"/>
              <a:gd name="connsiteY727" fmla="*/ 1888838 h 6858000"/>
              <a:gd name="connsiteX728" fmla="*/ 242575 w 7467600"/>
              <a:gd name="connsiteY728" fmla="*/ 1958841 h 6858000"/>
              <a:gd name="connsiteX729" fmla="*/ 82197 w 7467600"/>
              <a:gd name="connsiteY729" fmla="*/ 1754826 h 6858000"/>
              <a:gd name="connsiteX730" fmla="*/ 0 w 7467600"/>
              <a:gd name="connsiteY730" fmla="*/ 1679650 h 6858000"/>
              <a:gd name="connsiteX731" fmla="*/ 0 w 7467600"/>
              <a:gd name="connsiteY731" fmla="*/ 1602463 h 6858000"/>
              <a:gd name="connsiteX732" fmla="*/ 84689 w 7467600"/>
              <a:gd name="connsiteY732" fmla="*/ 1677442 h 6858000"/>
              <a:gd name="connsiteX733" fmla="*/ 298437 w 7467600"/>
              <a:gd name="connsiteY733" fmla="*/ 1968019 h 6858000"/>
              <a:gd name="connsiteX734" fmla="*/ 227269 w 7467600"/>
              <a:gd name="connsiteY734" fmla="*/ 1114064 h 6858000"/>
              <a:gd name="connsiteX735" fmla="*/ 248003 w 7467600"/>
              <a:gd name="connsiteY735" fmla="*/ 1089613 h 6858000"/>
              <a:gd name="connsiteX736" fmla="*/ 427020 w 7467600"/>
              <a:gd name="connsiteY736" fmla="*/ 1619803 h 6858000"/>
              <a:gd name="connsiteX737" fmla="*/ 340345 w 7467600"/>
              <a:gd name="connsiteY737" fmla="*/ 2027739 h 6858000"/>
              <a:gd name="connsiteX738" fmla="*/ 360865 w 7467600"/>
              <a:gd name="connsiteY738" fmla="*/ 2044827 h 6858000"/>
              <a:gd name="connsiteX739" fmla="*/ 560414 w 7467600"/>
              <a:gd name="connsiteY739" fmla="*/ 2421457 h 6858000"/>
              <a:gd name="connsiteX740" fmla="*/ 1359703 w 7467600"/>
              <a:gd name="connsiteY740" fmla="*/ 2578554 h 6858000"/>
              <a:gd name="connsiteX741" fmla="*/ 1359422 w 7467600"/>
              <a:gd name="connsiteY741" fmla="*/ 2577994 h 6858000"/>
              <a:gd name="connsiteX742" fmla="*/ 828701 w 7467600"/>
              <a:gd name="connsiteY742" fmla="*/ 1839520 h 6858000"/>
              <a:gd name="connsiteX743" fmla="*/ 494427 w 7467600"/>
              <a:gd name="connsiteY743" fmla="*/ 1092333 h 6858000"/>
              <a:gd name="connsiteX744" fmla="*/ 506322 w 7467600"/>
              <a:gd name="connsiteY744" fmla="*/ 1020997 h 6858000"/>
              <a:gd name="connsiteX745" fmla="*/ 4570198 w 7467600"/>
              <a:gd name="connsiteY745" fmla="*/ 978081 h 6858000"/>
              <a:gd name="connsiteX746" fmla="*/ 4523691 w 7467600"/>
              <a:gd name="connsiteY746" fmla="*/ 1127776 h 6858000"/>
              <a:gd name="connsiteX747" fmla="*/ 4509875 w 7467600"/>
              <a:gd name="connsiteY747" fmla="*/ 1167552 h 6858000"/>
              <a:gd name="connsiteX748" fmla="*/ 4478168 w 7467600"/>
              <a:gd name="connsiteY748" fmla="*/ 1260735 h 6858000"/>
              <a:gd name="connsiteX749" fmla="*/ 4409309 w 7467600"/>
              <a:gd name="connsiteY749" fmla="*/ 1666996 h 6858000"/>
              <a:gd name="connsiteX750" fmla="*/ 4370031 w 7467600"/>
              <a:gd name="connsiteY750" fmla="*/ 1955666 h 6858000"/>
              <a:gd name="connsiteX751" fmla="*/ 4570198 w 7467600"/>
              <a:gd name="connsiteY751" fmla="*/ 978081 h 6858000"/>
              <a:gd name="connsiteX752" fmla="*/ 4557898 w 7467600"/>
              <a:gd name="connsiteY752" fmla="*/ 900011 h 6858000"/>
              <a:gd name="connsiteX753" fmla="*/ 4344840 w 7467600"/>
              <a:gd name="connsiteY753" fmla="*/ 1922038 h 6858000"/>
              <a:gd name="connsiteX754" fmla="*/ 4378710 w 7467600"/>
              <a:gd name="connsiteY754" fmla="*/ 1665516 h 6858000"/>
              <a:gd name="connsiteX755" fmla="*/ 4448798 w 7467600"/>
              <a:gd name="connsiteY755" fmla="*/ 1253024 h 6858000"/>
              <a:gd name="connsiteX756" fmla="*/ 4480315 w 7467600"/>
              <a:gd name="connsiteY756" fmla="*/ 1158454 h 6858000"/>
              <a:gd name="connsiteX757" fmla="*/ 4494133 w 7467600"/>
              <a:gd name="connsiteY757" fmla="*/ 1118676 h 6858000"/>
              <a:gd name="connsiteX758" fmla="*/ 4557898 w 7467600"/>
              <a:gd name="connsiteY758" fmla="*/ 900011 h 6858000"/>
              <a:gd name="connsiteX759" fmla="*/ 5870151 w 7467600"/>
              <a:gd name="connsiteY759" fmla="*/ 898890 h 6858000"/>
              <a:gd name="connsiteX760" fmla="*/ 5861335 w 7467600"/>
              <a:gd name="connsiteY760" fmla="*/ 899177 h 6858000"/>
              <a:gd name="connsiteX761" fmla="*/ 5843702 w 7467600"/>
              <a:gd name="connsiteY761" fmla="*/ 899748 h 6858000"/>
              <a:gd name="connsiteX762" fmla="*/ 5651107 w 7467600"/>
              <a:gd name="connsiteY762" fmla="*/ 920306 h 6858000"/>
              <a:gd name="connsiteX763" fmla="*/ 5459407 w 7467600"/>
              <a:gd name="connsiteY763" fmla="*/ 940975 h 6858000"/>
              <a:gd name="connsiteX764" fmla="*/ 5374846 w 7467600"/>
              <a:gd name="connsiteY764" fmla="*/ 941988 h 6858000"/>
              <a:gd name="connsiteX765" fmla="*/ 5256105 w 7467600"/>
              <a:gd name="connsiteY765" fmla="*/ 945632 h 6858000"/>
              <a:gd name="connsiteX766" fmla="*/ 5107071 w 7467600"/>
              <a:gd name="connsiteY766" fmla="*/ 969720 h 6858000"/>
              <a:gd name="connsiteX767" fmla="*/ 4998681 w 7467600"/>
              <a:gd name="connsiteY767" fmla="*/ 988771 h 6858000"/>
              <a:gd name="connsiteX768" fmla="*/ 5870151 w 7467600"/>
              <a:gd name="connsiteY768" fmla="*/ 898890 h 6858000"/>
              <a:gd name="connsiteX769" fmla="*/ 5504425 w 7467600"/>
              <a:gd name="connsiteY769" fmla="*/ 848067 h 6858000"/>
              <a:gd name="connsiteX770" fmla="*/ 4968849 w 7467600"/>
              <a:gd name="connsiteY770" fmla="*/ 962318 h 6858000"/>
              <a:gd name="connsiteX771" fmla="*/ 5104039 w 7467600"/>
              <a:gd name="connsiteY771" fmla="*/ 940634 h 6858000"/>
              <a:gd name="connsiteX772" fmla="*/ 5256311 w 7467600"/>
              <a:gd name="connsiteY772" fmla="*/ 916490 h 6858000"/>
              <a:gd name="connsiteX773" fmla="*/ 5377381 w 7467600"/>
              <a:gd name="connsiteY773" fmla="*/ 912671 h 6858000"/>
              <a:gd name="connsiteX774" fmla="*/ 5460148 w 7467600"/>
              <a:gd name="connsiteY774" fmla="*/ 911442 h 6858000"/>
              <a:gd name="connsiteX775" fmla="*/ 5648971 w 7467600"/>
              <a:gd name="connsiteY775" fmla="*/ 891331 h 6858000"/>
              <a:gd name="connsiteX776" fmla="*/ 5844807 w 7467600"/>
              <a:gd name="connsiteY776" fmla="*/ 870718 h 6858000"/>
              <a:gd name="connsiteX777" fmla="*/ 5862975 w 7467600"/>
              <a:gd name="connsiteY777" fmla="*/ 869756 h 6858000"/>
              <a:gd name="connsiteX778" fmla="*/ 5920887 w 7467600"/>
              <a:gd name="connsiteY778" fmla="*/ 865929 h 6858000"/>
              <a:gd name="connsiteX779" fmla="*/ 5504425 w 7467600"/>
              <a:gd name="connsiteY779" fmla="*/ 848067 h 6858000"/>
              <a:gd name="connsiteX780" fmla="*/ 3607114 w 7467600"/>
              <a:gd name="connsiteY780" fmla="*/ 467441 h 6858000"/>
              <a:gd name="connsiteX781" fmla="*/ 3296242 w 7467600"/>
              <a:gd name="connsiteY781" fmla="*/ 807991 h 6858000"/>
              <a:gd name="connsiteX782" fmla="*/ 3174674 w 7467600"/>
              <a:gd name="connsiteY782" fmla="*/ 919759 h 6858000"/>
              <a:gd name="connsiteX783" fmla="*/ 3042978 w 7467600"/>
              <a:gd name="connsiteY783" fmla="*/ 1054894 h 6858000"/>
              <a:gd name="connsiteX784" fmla="*/ 2968914 w 7467600"/>
              <a:gd name="connsiteY784" fmla="*/ 1133756 h 6858000"/>
              <a:gd name="connsiteX785" fmla="*/ 3103823 w 7467600"/>
              <a:gd name="connsiteY785" fmla="*/ 1026814 h 6858000"/>
              <a:gd name="connsiteX786" fmla="*/ 3607114 w 7467600"/>
              <a:gd name="connsiteY786" fmla="*/ 467441 h 6858000"/>
              <a:gd name="connsiteX787" fmla="*/ 3744487 w 7467600"/>
              <a:gd name="connsiteY787" fmla="*/ 383136 h 6858000"/>
              <a:gd name="connsiteX788" fmla="*/ 3970213 w 7467600"/>
              <a:gd name="connsiteY788" fmla="*/ 995559 h 6858000"/>
              <a:gd name="connsiteX789" fmla="*/ 3744487 w 7467600"/>
              <a:gd name="connsiteY789" fmla="*/ 383136 h 6858000"/>
              <a:gd name="connsiteX790" fmla="*/ 3624562 w 7467600"/>
              <a:gd name="connsiteY790" fmla="*/ 367041 h 6858000"/>
              <a:gd name="connsiteX791" fmla="*/ 3489712 w 7467600"/>
              <a:gd name="connsiteY791" fmla="*/ 485386 h 6858000"/>
              <a:gd name="connsiteX792" fmla="*/ 3182994 w 7467600"/>
              <a:gd name="connsiteY792" fmla="*/ 828265 h 6858000"/>
              <a:gd name="connsiteX793" fmla="*/ 2892114 w 7467600"/>
              <a:gd name="connsiteY793" fmla="*/ 1172635 h 6858000"/>
              <a:gd name="connsiteX794" fmla="*/ 3021459 w 7467600"/>
              <a:gd name="connsiteY794" fmla="*/ 1035385 h 6858000"/>
              <a:gd name="connsiteX795" fmla="*/ 3153873 w 7467600"/>
              <a:gd name="connsiteY795" fmla="*/ 898971 h 6858000"/>
              <a:gd name="connsiteX796" fmla="*/ 3276511 w 7467600"/>
              <a:gd name="connsiteY796" fmla="*/ 786423 h 6858000"/>
              <a:gd name="connsiteX797" fmla="*/ 3584154 w 7467600"/>
              <a:gd name="connsiteY797" fmla="*/ 448218 h 6858000"/>
              <a:gd name="connsiteX798" fmla="*/ 3624562 w 7467600"/>
              <a:gd name="connsiteY798" fmla="*/ 367041 h 6858000"/>
              <a:gd name="connsiteX799" fmla="*/ 3766672 w 7467600"/>
              <a:gd name="connsiteY799" fmla="*/ 359429 h 6858000"/>
              <a:gd name="connsiteX800" fmla="*/ 3996338 w 7467600"/>
              <a:gd name="connsiteY800" fmla="*/ 968237 h 6858000"/>
              <a:gd name="connsiteX801" fmla="*/ 3766672 w 7467600"/>
              <a:gd name="connsiteY801" fmla="*/ 359429 h 6858000"/>
              <a:gd name="connsiteX802" fmla="*/ 5805386 w 7467600"/>
              <a:gd name="connsiteY802" fmla="*/ 239240 h 6858000"/>
              <a:gd name="connsiteX803" fmla="*/ 5736947 w 7467600"/>
              <a:gd name="connsiteY803" fmla="*/ 261367 h 6858000"/>
              <a:gd name="connsiteX804" fmla="*/ 5427012 w 7467600"/>
              <a:gd name="connsiteY804" fmla="*/ 311272 h 6858000"/>
              <a:gd name="connsiteX805" fmla="*/ 5147818 w 7467600"/>
              <a:gd name="connsiteY805" fmla="*/ 322112 h 6858000"/>
              <a:gd name="connsiteX806" fmla="*/ 5060854 w 7467600"/>
              <a:gd name="connsiteY806" fmla="*/ 311882 h 6858000"/>
              <a:gd name="connsiteX807" fmla="*/ 4945989 w 7467600"/>
              <a:gd name="connsiteY807" fmla="*/ 300516 h 6858000"/>
              <a:gd name="connsiteX808" fmla="*/ 5410479 w 7467600"/>
              <a:gd name="connsiteY808" fmla="*/ 348434 h 6858000"/>
              <a:gd name="connsiteX809" fmla="*/ 5805386 w 7467600"/>
              <a:gd name="connsiteY809" fmla="*/ 239240 h 6858000"/>
              <a:gd name="connsiteX810" fmla="*/ 5905192 w 7467600"/>
              <a:gd name="connsiteY810" fmla="*/ 163079 h 6858000"/>
              <a:gd name="connsiteX811" fmla="*/ 5865655 w 7467600"/>
              <a:gd name="connsiteY811" fmla="*/ 171901 h 6858000"/>
              <a:gd name="connsiteX812" fmla="*/ 5259740 w 7467600"/>
              <a:gd name="connsiteY812" fmla="*/ 257013 h 6858000"/>
              <a:gd name="connsiteX813" fmla="*/ 5208466 w 7467600"/>
              <a:gd name="connsiteY813" fmla="*/ 257550 h 6858000"/>
              <a:gd name="connsiteX814" fmla="*/ 4980204 w 7467600"/>
              <a:gd name="connsiteY814" fmla="*/ 271903 h 6858000"/>
              <a:gd name="connsiteX815" fmla="*/ 5068068 w 7467600"/>
              <a:gd name="connsiteY815" fmla="*/ 282244 h 6858000"/>
              <a:gd name="connsiteX816" fmla="*/ 5153231 w 7467600"/>
              <a:gd name="connsiteY816" fmla="*/ 292240 h 6858000"/>
              <a:gd name="connsiteX817" fmla="*/ 5426491 w 7467600"/>
              <a:gd name="connsiteY817" fmla="*/ 281128 h 6858000"/>
              <a:gd name="connsiteX818" fmla="*/ 5731212 w 7467600"/>
              <a:gd name="connsiteY818" fmla="*/ 231951 h 6858000"/>
              <a:gd name="connsiteX819" fmla="*/ 5905192 w 7467600"/>
              <a:gd name="connsiteY819" fmla="*/ 163079 h 6858000"/>
              <a:gd name="connsiteX820" fmla="*/ 5944437 w 7467600"/>
              <a:gd name="connsiteY820" fmla="*/ 113829 h 6858000"/>
              <a:gd name="connsiteX821" fmla="*/ 5825032 w 7467600"/>
              <a:gd name="connsiteY821" fmla="*/ 146405 h 6858000"/>
              <a:gd name="connsiteX822" fmla="*/ 4955599 w 7467600"/>
              <a:gd name="connsiteY822" fmla="*/ 247008 h 6858000"/>
              <a:gd name="connsiteX823" fmla="*/ 5210104 w 7467600"/>
              <a:gd name="connsiteY823" fmla="*/ 228123 h 6858000"/>
              <a:gd name="connsiteX824" fmla="*/ 5261015 w 7467600"/>
              <a:gd name="connsiteY824" fmla="*/ 227087 h 6858000"/>
              <a:gd name="connsiteX825" fmla="*/ 5861181 w 7467600"/>
              <a:gd name="connsiteY825" fmla="*/ 143093 h 6858000"/>
              <a:gd name="connsiteX826" fmla="*/ 5961252 w 7467600"/>
              <a:gd name="connsiteY826" fmla="*/ 114820 h 6858000"/>
              <a:gd name="connsiteX827" fmla="*/ 5944437 w 7467600"/>
              <a:gd name="connsiteY827" fmla="*/ 113829 h 6858000"/>
              <a:gd name="connsiteX828" fmla="*/ 3882765 w 7467600"/>
              <a:gd name="connsiteY828" fmla="*/ 0 h 6858000"/>
              <a:gd name="connsiteX829" fmla="*/ 3995099 w 7467600"/>
              <a:gd name="connsiteY829" fmla="*/ 0 h 6858000"/>
              <a:gd name="connsiteX830" fmla="*/ 4163818 w 7467600"/>
              <a:gd name="connsiteY830" fmla="*/ 234104 h 6858000"/>
              <a:gd name="connsiteX831" fmla="*/ 4172099 w 7467600"/>
              <a:gd name="connsiteY831" fmla="*/ 234207 h 6858000"/>
              <a:gd name="connsiteX832" fmla="*/ 4784282 w 7467600"/>
              <a:gd name="connsiteY832" fmla="*/ 276561 h 6858000"/>
              <a:gd name="connsiteX833" fmla="*/ 4801687 w 7467600"/>
              <a:gd name="connsiteY833" fmla="*/ 267764 h 6858000"/>
              <a:gd name="connsiteX834" fmla="*/ 6082788 w 7467600"/>
              <a:gd name="connsiteY834" fmla="*/ 64119 h 6858000"/>
              <a:gd name="connsiteX835" fmla="*/ 6099442 w 7467600"/>
              <a:gd name="connsiteY835" fmla="*/ 82568 h 6858000"/>
              <a:gd name="connsiteX836" fmla="*/ 4804137 w 7467600"/>
              <a:gd name="connsiteY836" fmla="*/ 320931 h 6858000"/>
              <a:gd name="connsiteX837" fmla="*/ 4227047 w 7467600"/>
              <a:gd name="connsiteY837" fmla="*/ 313415 h 6858000"/>
              <a:gd name="connsiteX838" fmla="*/ 4346041 w 7467600"/>
              <a:gd name="connsiteY838" fmla="*/ 456086 h 6858000"/>
              <a:gd name="connsiteX839" fmla="*/ 4870967 w 7467600"/>
              <a:gd name="connsiteY839" fmla="*/ 963061 h 6858000"/>
              <a:gd name="connsiteX840" fmla="*/ 4889647 w 7467600"/>
              <a:gd name="connsiteY840" fmla="*/ 957147 h 6858000"/>
              <a:gd name="connsiteX841" fmla="*/ 5422504 w 7467600"/>
              <a:gd name="connsiteY841" fmla="*/ 805191 h 6858000"/>
              <a:gd name="connsiteX842" fmla="*/ 6087656 w 7467600"/>
              <a:gd name="connsiteY842" fmla="*/ 826703 h 6858000"/>
              <a:gd name="connsiteX843" fmla="*/ 6058717 w 7467600"/>
              <a:gd name="connsiteY843" fmla="*/ 865992 h 6858000"/>
              <a:gd name="connsiteX844" fmla="*/ 4974153 w 7467600"/>
              <a:gd name="connsiteY844" fmla="*/ 1045456 h 6858000"/>
              <a:gd name="connsiteX845" fmla="*/ 5627835 w 7467600"/>
              <a:gd name="connsiteY845" fmla="*/ 1472077 h 6858000"/>
              <a:gd name="connsiteX846" fmla="*/ 5629817 w 7467600"/>
              <a:gd name="connsiteY846" fmla="*/ 1471412 h 6858000"/>
              <a:gd name="connsiteX847" fmla="*/ 5634124 w 7467600"/>
              <a:gd name="connsiteY847" fmla="*/ 1470572 h 6858000"/>
              <a:gd name="connsiteX848" fmla="*/ 5755832 w 7467600"/>
              <a:gd name="connsiteY848" fmla="*/ 1383886 h 6858000"/>
              <a:gd name="connsiteX849" fmla="*/ 6014186 w 7467600"/>
              <a:gd name="connsiteY849" fmla="*/ 1279799 h 6858000"/>
              <a:gd name="connsiteX850" fmla="*/ 6901619 w 7467600"/>
              <a:gd name="connsiteY850" fmla="*/ 1047874 h 6858000"/>
              <a:gd name="connsiteX851" fmla="*/ 6931566 w 7467600"/>
              <a:gd name="connsiteY851" fmla="*/ 1062034 h 6858000"/>
              <a:gd name="connsiteX852" fmla="*/ 5790982 w 7467600"/>
              <a:gd name="connsiteY852" fmla="*/ 1561380 h 6858000"/>
              <a:gd name="connsiteX853" fmla="*/ 6188971 w 7467600"/>
              <a:gd name="connsiteY853" fmla="*/ 1755168 h 6858000"/>
              <a:gd name="connsiteX854" fmla="*/ 6202446 w 7467600"/>
              <a:gd name="connsiteY854" fmla="*/ 1752268 h 6858000"/>
              <a:gd name="connsiteX855" fmla="*/ 7179560 w 7467600"/>
              <a:gd name="connsiteY855" fmla="*/ 1467551 h 6858000"/>
              <a:gd name="connsiteX856" fmla="*/ 7158730 w 7467600"/>
              <a:gd name="connsiteY856" fmla="*/ 1507835 h 6858000"/>
              <a:gd name="connsiteX857" fmla="*/ 6326959 w 7467600"/>
              <a:gd name="connsiteY857" fmla="*/ 1817686 h 6858000"/>
              <a:gd name="connsiteX858" fmla="*/ 6537433 w 7467600"/>
              <a:gd name="connsiteY858" fmla="*/ 1907790 h 6858000"/>
              <a:gd name="connsiteX859" fmla="*/ 6550221 w 7467600"/>
              <a:gd name="connsiteY859" fmla="*/ 1910729 h 6858000"/>
              <a:gd name="connsiteX860" fmla="*/ 6964438 w 7467600"/>
              <a:gd name="connsiteY860" fmla="*/ 2209505 h 6858000"/>
              <a:gd name="connsiteX861" fmla="*/ 7367862 w 7467600"/>
              <a:gd name="connsiteY861" fmla="*/ 2806833 h 6858000"/>
              <a:gd name="connsiteX862" fmla="*/ 7364329 w 7467600"/>
              <a:gd name="connsiteY862" fmla="*/ 2826907 h 6858000"/>
              <a:gd name="connsiteX863" fmla="*/ 7290545 w 7467600"/>
              <a:gd name="connsiteY863" fmla="*/ 2850663 h 6858000"/>
              <a:gd name="connsiteX864" fmla="*/ 6472036 w 7467600"/>
              <a:gd name="connsiteY864" fmla="*/ 1959003 h 6858000"/>
              <a:gd name="connsiteX865" fmla="*/ 5792897 w 7467600"/>
              <a:gd name="connsiteY865" fmla="*/ 1647747 h 6858000"/>
              <a:gd name="connsiteX866" fmla="*/ 5842751 w 7467600"/>
              <a:gd name="connsiteY866" fmla="*/ 1816112 h 6858000"/>
              <a:gd name="connsiteX867" fmla="*/ 5847424 w 7467600"/>
              <a:gd name="connsiteY867" fmla="*/ 1815776 h 6858000"/>
              <a:gd name="connsiteX868" fmla="*/ 6399821 w 7467600"/>
              <a:gd name="connsiteY868" fmla="*/ 2344799 h 6858000"/>
              <a:gd name="connsiteX869" fmla="*/ 6323232 w 7467600"/>
              <a:gd name="connsiteY869" fmla="*/ 2389634 h 6858000"/>
              <a:gd name="connsiteX870" fmla="*/ 5942958 w 7467600"/>
              <a:gd name="connsiteY870" fmla="*/ 2077708 h 6858000"/>
              <a:gd name="connsiteX871" fmla="*/ 5921559 w 7467600"/>
              <a:gd name="connsiteY871" fmla="*/ 2378596 h 6858000"/>
              <a:gd name="connsiteX872" fmla="*/ 5817651 w 7467600"/>
              <a:gd name="connsiteY872" fmla="*/ 3023919 h 6858000"/>
              <a:gd name="connsiteX873" fmla="*/ 5729634 w 7467600"/>
              <a:gd name="connsiteY873" fmla="*/ 3051849 h 6858000"/>
              <a:gd name="connsiteX874" fmla="*/ 5611018 w 7467600"/>
              <a:gd name="connsiteY874" fmla="*/ 2316769 h 6858000"/>
              <a:gd name="connsiteX875" fmla="*/ 5687608 w 7467600"/>
              <a:gd name="connsiteY875" fmla="*/ 2039972 h 6858000"/>
              <a:gd name="connsiteX876" fmla="*/ 5657554 w 7467600"/>
              <a:gd name="connsiteY876" fmla="*/ 1576445 h 6858000"/>
              <a:gd name="connsiteX877" fmla="*/ 5150475 w 7467600"/>
              <a:gd name="connsiteY877" fmla="*/ 1274012 h 6858000"/>
              <a:gd name="connsiteX878" fmla="*/ 5349142 w 7467600"/>
              <a:gd name="connsiteY878" fmla="*/ 2204405 h 6858000"/>
              <a:gd name="connsiteX879" fmla="*/ 5262214 w 7467600"/>
              <a:gd name="connsiteY879" fmla="*/ 2233836 h 6858000"/>
              <a:gd name="connsiteX880" fmla="*/ 4981539 w 7467600"/>
              <a:gd name="connsiteY880" fmla="*/ 1542201 h 6858000"/>
              <a:gd name="connsiteX881" fmla="*/ 4958461 w 7467600"/>
              <a:gd name="connsiteY881" fmla="*/ 1136957 h 6858000"/>
              <a:gd name="connsiteX882" fmla="*/ 4655015 w 7467600"/>
              <a:gd name="connsiteY882" fmla="*/ 891426 h 6858000"/>
              <a:gd name="connsiteX883" fmla="*/ 4348002 w 7467600"/>
              <a:gd name="connsiteY883" fmla="*/ 2205895 h 6858000"/>
              <a:gd name="connsiteX884" fmla="*/ 4262250 w 7467600"/>
              <a:gd name="connsiteY884" fmla="*/ 2219972 h 6858000"/>
              <a:gd name="connsiteX885" fmla="*/ 4550611 w 7467600"/>
              <a:gd name="connsiteY885" fmla="*/ 817540 h 6858000"/>
              <a:gd name="connsiteX886" fmla="*/ 4564418 w 7467600"/>
              <a:gd name="connsiteY886" fmla="*/ 808293 h 6858000"/>
              <a:gd name="connsiteX887" fmla="*/ 4266388 w 7467600"/>
              <a:gd name="connsiteY887" fmla="*/ 500083 h 6858000"/>
              <a:gd name="connsiteX888" fmla="*/ 4032842 w 7467600"/>
              <a:gd name="connsiteY888" fmla="*/ 211809 h 6858000"/>
              <a:gd name="connsiteX889" fmla="*/ 3882765 w 7467600"/>
              <a:gd name="connsiteY889" fmla="*/ 0 h 6858000"/>
              <a:gd name="connsiteX890" fmla="*/ 3721337 w 7467600"/>
              <a:gd name="connsiteY890" fmla="*/ 0 h 6858000"/>
              <a:gd name="connsiteX891" fmla="*/ 3797544 w 7467600"/>
              <a:gd name="connsiteY891" fmla="*/ 0 h 6858000"/>
              <a:gd name="connsiteX892" fmla="*/ 3775734 w 7467600"/>
              <a:gd name="connsiteY892" fmla="*/ 95131 h 6858000"/>
              <a:gd name="connsiteX893" fmla="*/ 3724807 w 7467600"/>
              <a:gd name="connsiteY893" fmla="*/ 272257 h 6858000"/>
              <a:gd name="connsiteX894" fmla="*/ 3726844 w 7467600"/>
              <a:gd name="connsiteY894" fmla="*/ 282988 h 6858000"/>
              <a:gd name="connsiteX895" fmla="*/ 3742664 w 7467600"/>
              <a:gd name="connsiteY895" fmla="*/ 279918 h 6858000"/>
              <a:gd name="connsiteX896" fmla="*/ 4103910 w 7467600"/>
              <a:gd name="connsiteY896" fmla="*/ 1161917 h 6858000"/>
              <a:gd name="connsiteX897" fmla="*/ 4020269 w 7467600"/>
              <a:gd name="connsiteY897" fmla="*/ 1200406 h 6858000"/>
              <a:gd name="connsiteX898" fmla="*/ 3674882 w 7467600"/>
              <a:gd name="connsiteY898" fmla="*/ 488524 h 6858000"/>
              <a:gd name="connsiteX899" fmla="*/ 3132682 w 7467600"/>
              <a:gd name="connsiteY899" fmla="*/ 1072284 h 6858000"/>
              <a:gd name="connsiteX900" fmla="*/ 2716346 w 7467600"/>
              <a:gd name="connsiteY900" fmla="*/ 1276376 h 6858000"/>
              <a:gd name="connsiteX901" fmla="*/ 2716772 w 7467600"/>
              <a:gd name="connsiteY901" fmla="*/ 1255462 h 6858000"/>
              <a:gd name="connsiteX902" fmla="*/ 3471096 w 7467600"/>
              <a:gd name="connsiteY902" fmla="*/ 437072 h 6858000"/>
              <a:gd name="connsiteX903" fmla="*/ 3639057 w 7467600"/>
              <a:gd name="connsiteY903" fmla="*/ 286334 h 6858000"/>
              <a:gd name="connsiteX904" fmla="*/ 3640309 w 7467600"/>
              <a:gd name="connsiteY904" fmla="*/ 284664 h 6858000"/>
              <a:gd name="connsiteX905" fmla="*/ 3646022 w 7467600"/>
              <a:gd name="connsiteY905" fmla="*/ 276711 h 6858000"/>
              <a:gd name="connsiteX906" fmla="*/ 3707943 w 7467600"/>
              <a:gd name="connsiteY906" fmla="*/ 65958 h 6858000"/>
              <a:gd name="connsiteX907" fmla="*/ 3721337 w 7467600"/>
              <a:gd name="connsiteY907" fmla="*/ 0 h 6858000"/>
              <a:gd name="connsiteX908" fmla="*/ 2867960 w 7467600"/>
              <a:gd name="connsiteY908" fmla="*/ 0 h 6858000"/>
              <a:gd name="connsiteX909" fmla="*/ 2926351 w 7467600"/>
              <a:gd name="connsiteY909" fmla="*/ 0 h 6858000"/>
              <a:gd name="connsiteX910" fmla="*/ 2902823 w 7467600"/>
              <a:gd name="connsiteY910" fmla="*/ 262929 h 6858000"/>
              <a:gd name="connsiteX911" fmla="*/ 2940663 w 7467600"/>
              <a:gd name="connsiteY911" fmla="*/ 140884 h 6858000"/>
              <a:gd name="connsiteX912" fmla="*/ 2947039 w 7467600"/>
              <a:gd name="connsiteY912" fmla="*/ 122524 h 6858000"/>
              <a:gd name="connsiteX913" fmla="*/ 2984316 w 7467600"/>
              <a:gd name="connsiteY913" fmla="*/ 0 h 6858000"/>
              <a:gd name="connsiteX914" fmla="*/ 3016114 w 7467600"/>
              <a:gd name="connsiteY914" fmla="*/ 0 h 6858000"/>
              <a:gd name="connsiteX915" fmla="*/ 2979949 w 7467600"/>
              <a:gd name="connsiteY915" fmla="*/ 119274 h 6858000"/>
              <a:gd name="connsiteX916" fmla="*/ 3023879 w 7467600"/>
              <a:gd name="connsiteY916" fmla="*/ 0 h 6858000"/>
              <a:gd name="connsiteX917" fmla="*/ 3105400 w 7467600"/>
              <a:gd name="connsiteY917" fmla="*/ 0 h 6858000"/>
              <a:gd name="connsiteX918" fmla="*/ 3094669 w 7467600"/>
              <a:gd name="connsiteY918" fmla="*/ 30308 h 6858000"/>
              <a:gd name="connsiteX919" fmla="*/ 2901945 w 7467600"/>
              <a:gd name="connsiteY919" fmla="*/ 466538 h 6858000"/>
              <a:gd name="connsiteX920" fmla="*/ 2815209 w 7467600"/>
              <a:gd name="connsiteY920" fmla="*/ 497361 h 6858000"/>
              <a:gd name="connsiteX921" fmla="*/ 2844845 w 7467600"/>
              <a:gd name="connsiteY921" fmla="*/ 127638 h 6858000"/>
              <a:gd name="connsiteX922" fmla="*/ 2867960 w 7467600"/>
              <a:gd name="connsiteY922" fmla="*/ 0 h 6858000"/>
              <a:gd name="connsiteX923" fmla="*/ 1057230 w 7467600"/>
              <a:gd name="connsiteY923" fmla="*/ 0 h 6858000"/>
              <a:gd name="connsiteX924" fmla="*/ 1111003 w 7467600"/>
              <a:gd name="connsiteY924" fmla="*/ 0 h 6858000"/>
              <a:gd name="connsiteX925" fmla="*/ 1125553 w 7467600"/>
              <a:gd name="connsiteY925" fmla="*/ 52588 h 6858000"/>
              <a:gd name="connsiteX926" fmla="*/ 1304276 w 7467600"/>
              <a:gd name="connsiteY926" fmla="*/ 476275 h 6858000"/>
              <a:gd name="connsiteX927" fmla="*/ 1492066 w 7467600"/>
              <a:gd name="connsiteY927" fmla="*/ 886333 h 6858000"/>
              <a:gd name="connsiteX928" fmla="*/ 1423698 w 7467600"/>
              <a:gd name="connsiteY928" fmla="*/ 710817 h 6858000"/>
              <a:gd name="connsiteX929" fmla="*/ 1357609 w 7467600"/>
              <a:gd name="connsiteY929" fmla="*/ 532892 h 6858000"/>
              <a:gd name="connsiteX930" fmla="*/ 1309550 w 7467600"/>
              <a:gd name="connsiteY930" fmla="*/ 374031 h 6858000"/>
              <a:gd name="connsiteX931" fmla="*/ 1193673 w 7467600"/>
              <a:gd name="connsiteY931" fmla="*/ 49533 h 6858000"/>
              <a:gd name="connsiteX932" fmla="*/ 1164391 w 7467600"/>
              <a:gd name="connsiteY932" fmla="*/ 0 h 6858000"/>
              <a:gd name="connsiteX933" fmla="*/ 1200666 w 7467600"/>
              <a:gd name="connsiteY933" fmla="*/ 0 h 6858000"/>
              <a:gd name="connsiteX934" fmla="*/ 1223408 w 7467600"/>
              <a:gd name="connsiteY934" fmla="*/ 38996 h 6858000"/>
              <a:gd name="connsiteX935" fmla="*/ 1339635 w 7467600"/>
              <a:gd name="connsiteY935" fmla="*/ 365517 h 6858000"/>
              <a:gd name="connsiteX936" fmla="*/ 1387469 w 7467600"/>
              <a:gd name="connsiteY936" fmla="*/ 523079 h 6858000"/>
              <a:gd name="connsiteX937" fmla="*/ 1452685 w 7467600"/>
              <a:gd name="connsiteY937" fmla="*/ 699806 h 6858000"/>
              <a:gd name="connsiteX938" fmla="*/ 1492092 w 7467600"/>
              <a:gd name="connsiteY938" fmla="*/ 800424 h 6858000"/>
              <a:gd name="connsiteX939" fmla="*/ 1455302 w 7467600"/>
              <a:gd name="connsiteY939" fmla="*/ 632913 h 6858000"/>
              <a:gd name="connsiteX940" fmla="*/ 1222336 w 7467600"/>
              <a:gd name="connsiteY940" fmla="*/ 9480 h 6858000"/>
              <a:gd name="connsiteX941" fmla="*/ 1214634 w 7467600"/>
              <a:gd name="connsiteY941" fmla="*/ 0 h 6858000"/>
              <a:gd name="connsiteX942" fmla="*/ 1289827 w 7467600"/>
              <a:gd name="connsiteY942" fmla="*/ 0 h 6858000"/>
              <a:gd name="connsiteX943" fmla="*/ 1321076 w 7467600"/>
              <a:gd name="connsiteY943" fmla="*/ 59722 h 6858000"/>
              <a:gd name="connsiteX944" fmla="*/ 1512579 w 7467600"/>
              <a:gd name="connsiteY944" fmla="*/ 626441 h 6858000"/>
              <a:gd name="connsiteX945" fmla="*/ 1506076 w 7467600"/>
              <a:gd name="connsiteY945" fmla="*/ 1089289 h 6858000"/>
              <a:gd name="connsiteX946" fmla="*/ 1486346 w 7467600"/>
              <a:gd name="connsiteY946" fmla="*/ 1079919 h 6858000"/>
              <a:gd name="connsiteX947" fmla="*/ 1070511 w 7467600"/>
              <a:gd name="connsiteY947" fmla="*/ 48609 h 6858000"/>
              <a:gd name="connsiteX948" fmla="*/ 1057230 w 7467600"/>
              <a:gd name="connsiteY948" fmla="*/ 0 h 6858000"/>
              <a:gd name="connsiteX949" fmla="*/ 43151 w 7467600"/>
              <a:gd name="connsiteY949" fmla="*/ 0 h 6858000"/>
              <a:gd name="connsiteX950" fmla="*/ 95283 w 7467600"/>
              <a:gd name="connsiteY950" fmla="*/ 0 h 6858000"/>
              <a:gd name="connsiteX951" fmla="*/ 300708 w 7467600"/>
              <a:gd name="connsiteY951" fmla="*/ 154571 h 6858000"/>
              <a:gd name="connsiteX952" fmla="*/ 530414 w 7467600"/>
              <a:gd name="connsiteY952" fmla="*/ 354673 h 6858000"/>
              <a:gd name="connsiteX953" fmla="*/ 333785 w 7467600"/>
              <a:gd name="connsiteY953" fmla="*/ 161564 h 6858000"/>
              <a:gd name="connsiteX954" fmla="*/ 147005 w 7467600"/>
              <a:gd name="connsiteY954" fmla="*/ 0 h 6858000"/>
              <a:gd name="connsiteX955" fmla="*/ 272509 w 7467600"/>
              <a:gd name="connsiteY955" fmla="*/ 0 h 6858000"/>
              <a:gd name="connsiteX956" fmla="*/ 326276 w 7467600"/>
              <a:gd name="connsiteY956" fmla="*/ 45847 h 6858000"/>
              <a:gd name="connsiteX957" fmla="*/ 823759 w 7467600"/>
              <a:gd name="connsiteY957" fmla="*/ 574145 h 6858000"/>
              <a:gd name="connsiteX958" fmla="*/ 811254 w 7467600"/>
              <a:gd name="connsiteY958" fmla="*/ 665546 h 6858000"/>
              <a:gd name="connsiteX959" fmla="*/ 154042 w 7467600"/>
              <a:gd name="connsiteY959" fmla="*/ 261522 h 6858000"/>
              <a:gd name="connsiteX960" fmla="*/ 13550 w 7467600"/>
              <a:gd name="connsiteY960" fmla="*/ 158423 h 6858000"/>
              <a:gd name="connsiteX961" fmla="*/ 0 w 7467600"/>
              <a:gd name="connsiteY961" fmla="*/ 146618 h 6858000"/>
              <a:gd name="connsiteX962" fmla="*/ 0 w 7467600"/>
              <a:gd name="connsiteY962" fmla="*/ 59161 h 6858000"/>
              <a:gd name="connsiteX963" fmla="*/ 45427 w 7467600"/>
              <a:gd name="connsiteY963" fmla="*/ 101078 h 6858000"/>
              <a:gd name="connsiteX964" fmla="*/ 630103 w 7467600"/>
              <a:gd name="connsiteY964" fmla="*/ 485885 h 6858000"/>
              <a:gd name="connsiteX965" fmla="*/ 532040 w 7467600"/>
              <a:gd name="connsiteY965" fmla="*/ 399359 h 6858000"/>
              <a:gd name="connsiteX966" fmla="*/ 517618 w 7467600"/>
              <a:gd name="connsiteY966" fmla="*/ 385726 h 6858000"/>
              <a:gd name="connsiteX967" fmla="*/ 285074 w 7467600"/>
              <a:gd name="connsiteY967" fmla="*/ 182755 h 6858000"/>
              <a:gd name="connsiteX968" fmla="*/ 43151 w 7467600"/>
              <a:gd name="connsiteY96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271900 w 7467600"/>
              <a:gd name="connsiteY77" fmla="*/ 5734551 h 6858000"/>
              <a:gd name="connsiteX78" fmla="*/ 7467600 w 7467600"/>
              <a:gd name="connsiteY78" fmla="*/ 6012219 h 6858000"/>
              <a:gd name="connsiteX79" fmla="*/ 7356878 w 7467600"/>
              <a:gd name="connsiteY79" fmla="*/ 5981332 h 6858000"/>
              <a:gd name="connsiteX80" fmla="*/ 7467600 w 7467600"/>
              <a:gd name="connsiteY80" fmla="*/ 6117703 h 6858000"/>
              <a:gd name="connsiteX81" fmla="*/ 7467600 w 7467600"/>
              <a:gd name="connsiteY81" fmla="*/ 6163634 h 6858000"/>
              <a:gd name="connsiteX82" fmla="*/ 7403637 w 7467600"/>
              <a:gd name="connsiteY82" fmla="*/ 6083957 h 6858000"/>
              <a:gd name="connsiteX83" fmla="*/ 7254615 w 7467600"/>
              <a:gd name="connsiteY83" fmla="*/ 5911918 h 6858000"/>
              <a:gd name="connsiteX84" fmla="*/ 7312589 w 7467600"/>
              <a:gd name="connsiteY84" fmla="*/ 5982309 h 6858000"/>
              <a:gd name="connsiteX85" fmla="*/ 7448321 w 7467600"/>
              <a:gd name="connsiteY85" fmla="*/ 6190991 h 6858000"/>
              <a:gd name="connsiteX86" fmla="*/ 7467600 w 7467600"/>
              <a:gd name="connsiteY86" fmla="*/ 6221686 h 6858000"/>
              <a:gd name="connsiteX87" fmla="*/ 7467600 w 7467600"/>
              <a:gd name="connsiteY87" fmla="*/ 6334256 h 6858000"/>
              <a:gd name="connsiteX88" fmla="*/ 7454976 w 7467600"/>
              <a:gd name="connsiteY88" fmla="*/ 6318297 h 6858000"/>
              <a:gd name="connsiteX89" fmla="*/ 1456157 w 7467600"/>
              <a:gd name="connsiteY89" fmla="*/ 5371404 h 6858000"/>
              <a:gd name="connsiteX90" fmla="*/ 1244432 w 7467600"/>
              <a:gd name="connsiteY90" fmla="*/ 5385601 h 6858000"/>
              <a:gd name="connsiteX91" fmla="*/ 973990 w 7467600"/>
              <a:gd name="connsiteY91" fmla="*/ 5424940 h 6858000"/>
              <a:gd name="connsiteX92" fmla="*/ 1103809 w 7467600"/>
              <a:gd name="connsiteY92" fmla="*/ 5433720 h 6858000"/>
              <a:gd name="connsiteX93" fmla="*/ 1123454 w 7467600"/>
              <a:gd name="connsiteY93" fmla="*/ 5435727 h 6858000"/>
              <a:gd name="connsiteX94" fmla="*/ 1737017 w 7467600"/>
              <a:gd name="connsiteY94" fmla="*/ 5452183 h 6858000"/>
              <a:gd name="connsiteX95" fmla="*/ 1824397 w 7467600"/>
              <a:gd name="connsiteY95" fmla="*/ 5447757 h 6858000"/>
              <a:gd name="connsiteX96" fmla="*/ 2070059 w 7467600"/>
              <a:gd name="connsiteY96" fmla="*/ 5441660 h 6858000"/>
              <a:gd name="connsiteX97" fmla="*/ 1456157 w 7467600"/>
              <a:gd name="connsiteY97" fmla="*/ 5371404 h 6858000"/>
              <a:gd name="connsiteX98" fmla="*/ 4988186 w 7467600"/>
              <a:gd name="connsiteY98" fmla="*/ 5216467 h 6858000"/>
              <a:gd name="connsiteX99" fmla="*/ 4777334 w 7467600"/>
              <a:gd name="connsiteY99" fmla="*/ 5406072 h 6858000"/>
              <a:gd name="connsiteX100" fmla="*/ 4718341 w 7467600"/>
              <a:gd name="connsiteY100" fmla="*/ 5468043 h 6858000"/>
              <a:gd name="connsiteX101" fmla="*/ 4604655 w 7467600"/>
              <a:gd name="connsiteY101" fmla="*/ 5583434 h 6858000"/>
              <a:gd name="connsiteX102" fmla="*/ 4565074 w 7467600"/>
              <a:gd name="connsiteY102" fmla="*/ 5618550 h 6858000"/>
              <a:gd name="connsiteX103" fmla="*/ 4988186 w 7467600"/>
              <a:gd name="connsiteY103" fmla="*/ 5216467 h 6858000"/>
              <a:gd name="connsiteX104" fmla="*/ 4978032 w 7467600"/>
              <a:gd name="connsiteY104" fmla="*/ 5183809 h 6858000"/>
              <a:gd name="connsiteX105" fmla="*/ 4463413 w 7467600"/>
              <a:gd name="connsiteY105" fmla="*/ 5615162 h 6858000"/>
              <a:gd name="connsiteX106" fmla="*/ 4358134 w 7467600"/>
              <a:gd name="connsiteY106" fmla="*/ 5742791 h 6858000"/>
              <a:gd name="connsiteX107" fmla="*/ 4376219 w 7467600"/>
              <a:gd name="connsiteY107" fmla="*/ 5729027 h 6858000"/>
              <a:gd name="connsiteX108" fmla="*/ 4582340 w 7467600"/>
              <a:gd name="connsiteY108" fmla="*/ 5561037 h 6858000"/>
              <a:gd name="connsiteX109" fmla="*/ 4694684 w 7467600"/>
              <a:gd name="connsiteY109" fmla="*/ 5447098 h 6858000"/>
              <a:gd name="connsiteX110" fmla="*/ 4754123 w 7467600"/>
              <a:gd name="connsiteY110" fmla="*/ 5384643 h 6858000"/>
              <a:gd name="connsiteX111" fmla="*/ 4978032 w 7467600"/>
              <a:gd name="connsiteY111" fmla="*/ 5183809 h 6858000"/>
              <a:gd name="connsiteX112" fmla="*/ 1903353 w 7467600"/>
              <a:gd name="connsiteY112" fmla="*/ 5044827 h 6858000"/>
              <a:gd name="connsiteX113" fmla="*/ 1936931 w 7467600"/>
              <a:gd name="connsiteY113" fmla="*/ 5093954 h 6858000"/>
              <a:gd name="connsiteX114" fmla="*/ 2195868 w 7467600"/>
              <a:gd name="connsiteY114" fmla="*/ 5396574 h 6858000"/>
              <a:gd name="connsiteX115" fmla="*/ 2088852 w 7467600"/>
              <a:gd name="connsiteY115" fmla="*/ 5166123 h 6858000"/>
              <a:gd name="connsiteX116" fmla="*/ 1958241 w 7467600"/>
              <a:gd name="connsiteY116" fmla="*/ 5067955 h 6858000"/>
              <a:gd name="connsiteX117" fmla="*/ 1903353 w 7467600"/>
              <a:gd name="connsiteY117" fmla="*/ 5044827 h 6858000"/>
              <a:gd name="connsiteX118" fmla="*/ 1979378 w 7467600"/>
              <a:gd name="connsiteY118" fmla="*/ 4769504 h 6858000"/>
              <a:gd name="connsiteX119" fmla="*/ 2882120 w 7467600"/>
              <a:gd name="connsiteY119" fmla="*/ 5064547 h 6858000"/>
              <a:gd name="connsiteX120" fmla="*/ 2793103 w 7467600"/>
              <a:gd name="connsiteY120" fmla="*/ 5039699 h 6858000"/>
              <a:gd name="connsiteX121" fmla="*/ 2770041 w 7467600"/>
              <a:gd name="connsiteY121" fmla="*/ 5033634 h 6858000"/>
              <a:gd name="connsiteX122" fmla="*/ 1979378 w 7467600"/>
              <a:gd name="connsiteY122" fmla="*/ 4769504 h 6858000"/>
              <a:gd name="connsiteX123" fmla="*/ 1927410 w 7467600"/>
              <a:gd name="connsiteY123" fmla="*/ 4716164 h 6858000"/>
              <a:gd name="connsiteX124" fmla="*/ 1959587 w 7467600"/>
              <a:gd name="connsiteY124" fmla="*/ 4728849 h 6858000"/>
              <a:gd name="connsiteX125" fmla="*/ 2777707 w 7467600"/>
              <a:gd name="connsiteY125" fmla="*/ 5003991 h 6858000"/>
              <a:gd name="connsiteX126" fmla="*/ 2800768 w 7467600"/>
              <a:gd name="connsiteY126" fmla="*/ 5010056 h 6858000"/>
              <a:gd name="connsiteX127" fmla="*/ 2879408 w 7467600"/>
              <a:gd name="connsiteY127" fmla="*/ 5031590 h 6858000"/>
              <a:gd name="connsiteX128" fmla="*/ 2862295 w 7467600"/>
              <a:gd name="connsiteY128" fmla="*/ 5022958 h 6858000"/>
              <a:gd name="connsiteX129" fmla="*/ 2813343 w 7467600"/>
              <a:gd name="connsiteY129" fmla="*/ 4998369 h 6858000"/>
              <a:gd name="connsiteX130" fmla="*/ 2646245 w 7467600"/>
              <a:gd name="connsiteY130" fmla="*/ 4930999 h 6858000"/>
              <a:gd name="connsiteX131" fmla="*/ 1999243 w 7467600"/>
              <a:gd name="connsiteY131" fmla="*/ 4730524 h 6858000"/>
              <a:gd name="connsiteX132" fmla="*/ 1979527 w 7467600"/>
              <a:gd name="connsiteY132" fmla="*/ 4726651 h 6858000"/>
              <a:gd name="connsiteX133" fmla="*/ 1927410 w 7467600"/>
              <a:gd name="connsiteY133" fmla="*/ 4716164 h 6858000"/>
              <a:gd name="connsiteX134" fmla="*/ 1997014 w 7467600"/>
              <a:gd name="connsiteY134" fmla="*/ 4698007 h 6858000"/>
              <a:gd name="connsiteX135" fmla="*/ 2005458 w 7467600"/>
              <a:gd name="connsiteY135" fmla="*/ 4699540 h 6858000"/>
              <a:gd name="connsiteX136" fmla="*/ 2657186 w 7467600"/>
              <a:gd name="connsiteY136" fmla="*/ 4901687 h 6858000"/>
              <a:gd name="connsiteX137" fmla="*/ 2826662 w 7467600"/>
              <a:gd name="connsiteY137" fmla="*/ 4970362 h 6858000"/>
              <a:gd name="connsiteX138" fmla="*/ 2876100 w 7467600"/>
              <a:gd name="connsiteY138" fmla="*/ 4995397 h 6858000"/>
              <a:gd name="connsiteX139" fmla="*/ 3042600 w 7467600"/>
              <a:gd name="connsiteY139" fmla="*/ 5059532 h 6858000"/>
              <a:gd name="connsiteX140" fmla="*/ 1997014 w 7467600"/>
              <a:gd name="connsiteY140" fmla="*/ 4698007 h 6858000"/>
              <a:gd name="connsiteX141" fmla="*/ 2305292 w 7467600"/>
              <a:gd name="connsiteY141" fmla="*/ 4219492 h 6858000"/>
              <a:gd name="connsiteX142" fmla="*/ 3360922 w 7467600"/>
              <a:gd name="connsiteY142" fmla="*/ 4529373 h 6858000"/>
              <a:gd name="connsiteX143" fmla="*/ 3492420 w 7467600"/>
              <a:gd name="connsiteY143" fmla="*/ 4510145 h 6858000"/>
              <a:gd name="connsiteX144" fmla="*/ 3364086 w 7467600"/>
              <a:gd name="connsiteY144" fmla="*/ 4480340 h 6858000"/>
              <a:gd name="connsiteX145" fmla="*/ 3225818 w 7467600"/>
              <a:gd name="connsiteY145" fmla="*/ 4411822 h 6858000"/>
              <a:gd name="connsiteX146" fmla="*/ 3129696 w 7467600"/>
              <a:gd name="connsiteY146" fmla="*/ 4360704 h 6858000"/>
              <a:gd name="connsiteX147" fmla="*/ 2814545 w 7467600"/>
              <a:gd name="connsiteY147" fmla="*/ 4282955 h 6858000"/>
              <a:gd name="connsiteX148" fmla="*/ 2305292 w 7467600"/>
              <a:gd name="connsiteY148" fmla="*/ 4219492 h 6858000"/>
              <a:gd name="connsiteX149" fmla="*/ 2626982 w 7467600"/>
              <a:gd name="connsiteY149" fmla="*/ 4206450 h 6858000"/>
              <a:gd name="connsiteX150" fmla="*/ 2490617 w 7467600"/>
              <a:gd name="connsiteY150" fmla="*/ 4206951 h 6858000"/>
              <a:gd name="connsiteX151" fmla="*/ 2819869 w 7467600"/>
              <a:gd name="connsiteY151" fmla="*/ 4252936 h 6858000"/>
              <a:gd name="connsiteX152" fmla="*/ 3143018 w 7467600"/>
              <a:gd name="connsiteY152" fmla="*/ 4332698 h 6858000"/>
              <a:gd name="connsiteX153" fmla="*/ 3241520 w 7467600"/>
              <a:gd name="connsiteY153" fmla="*/ 4385112 h 6858000"/>
              <a:gd name="connsiteX154" fmla="*/ 3374575 w 7467600"/>
              <a:gd name="connsiteY154" fmla="*/ 4451517 h 6858000"/>
              <a:gd name="connsiteX155" fmla="*/ 3505221 w 7467600"/>
              <a:gd name="connsiteY155" fmla="*/ 4480757 h 6858000"/>
              <a:gd name="connsiteX156" fmla="*/ 2626982 w 7467600"/>
              <a:gd name="connsiteY156" fmla="*/ 4206450 h 6858000"/>
              <a:gd name="connsiteX157" fmla="*/ 1310106 w 7467600"/>
              <a:gd name="connsiteY157" fmla="*/ 3943217 h 6858000"/>
              <a:gd name="connsiteX158" fmla="*/ 854994 w 7467600"/>
              <a:gd name="connsiteY158" fmla="*/ 4399136 h 6858000"/>
              <a:gd name="connsiteX159" fmla="*/ 742462 w 7467600"/>
              <a:gd name="connsiteY159" fmla="*/ 4594648 h 6858000"/>
              <a:gd name="connsiteX160" fmla="*/ 820602 w 7467600"/>
              <a:gd name="connsiteY160" fmla="*/ 4485915 h 6858000"/>
              <a:gd name="connsiteX161" fmla="*/ 878295 w 7467600"/>
              <a:gd name="connsiteY161" fmla="*/ 4403594 h 6858000"/>
              <a:gd name="connsiteX162" fmla="*/ 1240607 w 7467600"/>
              <a:gd name="connsiteY162" fmla="*/ 4010401 h 6858000"/>
              <a:gd name="connsiteX163" fmla="*/ 1310106 w 7467600"/>
              <a:gd name="connsiteY163" fmla="*/ 3943217 h 6858000"/>
              <a:gd name="connsiteX164" fmla="*/ 1423113 w 7467600"/>
              <a:gd name="connsiteY164" fmla="*/ 3874565 h 6858000"/>
              <a:gd name="connsiteX165" fmla="*/ 1260565 w 7467600"/>
              <a:gd name="connsiteY165" fmla="*/ 4031982 h 6858000"/>
              <a:gd name="connsiteX166" fmla="*/ 901900 w 7467600"/>
              <a:gd name="connsiteY166" fmla="*/ 4421236 h 6858000"/>
              <a:gd name="connsiteX167" fmla="*/ 845044 w 7467600"/>
              <a:gd name="connsiteY167" fmla="*/ 4502436 h 6858000"/>
              <a:gd name="connsiteX168" fmla="*/ 685926 w 7467600"/>
              <a:gd name="connsiteY168" fmla="*/ 4703069 h 6858000"/>
              <a:gd name="connsiteX169" fmla="*/ 684248 w 7467600"/>
              <a:gd name="connsiteY169" fmla="*/ 4706721 h 6858000"/>
              <a:gd name="connsiteX170" fmla="*/ 1423113 w 7467600"/>
              <a:gd name="connsiteY170" fmla="*/ 3874565 h 6858000"/>
              <a:gd name="connsiteX171" fmla="*/ 3316479 w 7467600"/>
              <a:gd name="connsiteY171" fmla="*/ 3872136 h 6858000"/>
              <a:gd name="connsiteX172" fmla="*/ 3546806 w 7467600"/>
              <a:gd name="connsiteY172" fmla="*/ 4356139 h 6858000"/>
              <a:gd name="connsiteX173" fmla="*/ 3364433 w 7467600"/>
              <a:gd name="connsiteY173" fmla="*/ 3953121 h 6858000"/>
              <a:gd name="connsiteX174" fmla="*/ 3316479 w 7467600"/>
              <a:gd name="connsiteY174" fmla="*/ 3872136 h 6858000"/>
              <a:gd name="connsiteX175" fmla="*/ 3291335 w 7467600"/>
              <a:gd name="connsiteY175" fmla="*/ 3767420 h 6858000"/>
              <a:gd name="connsiteX176" fmla="*/ 3390805 w 7467600"/>
              <a:gd name="connsiteY176" fmla="*/ 3937163 h 6858000"/>
              <a:gd name="connsiteX177" fmla="*/ 3579062 w 7467600"/>
              <a:gd name="connsiteY177" fmla="*/ 4359040 h 6858000"/>
              <a:gd name="connsiteX178" fmla="*/ 3467355 w 7467600"/>
              <a:gd name="connsiteY178" fmla="*/ 3988130 h 6858000"/>
              <a:gd name="connsiteX179" fmla="*/ 3310753 w 7467600"/>
              <a:gd name="connsiteY179" fmla="*/ 3787140 h 6858000"/>
              <a:gd name="connsiteX180" fmla="*/ 3291335 w 7467600"/>
              <a:gd name="connsiteY180" fmla="*/ 3767420 h 6858000"/>
              <a:gd name="connsiteX181" fmla="*/ 1635889 w 7467600"/>
              <a:gd name="connsiteY181" fmla="*/ 3709494 h 6858000"/>
              <a:gd name="connsiteX182" fmla="*/ 1634800 w 7467600"/>
              <a:gd name="connsiteY182" fmla="*/ 3731111 h 6858000"/>
              <a:gd name="connsiteX183" fmla="*/ 1635889 w 7467600"/>
              <a:gd name="connsiteY183" fmla="*/ 3709494 h 6858000"/>
              <a:gd name="connsiteX184" fmla="*/ 1510397 w 7467600"/>
              <a:gd name="connsiteY184" fmla="*/ 3684705 h 6858000"/>
              <a:gd name="connsiteX185" fmla="*/ 1146550 w 7467600"/>
              <a:gd name="connsiteY185" fmla="*/ 3802012 h 6858000"/>
              <a:gd name="connsiteX186" fmla="*/ 698834 w 7467600"/>
              <a:gd name="connsiteY186" fmla="*/ 3952272 h 6858000"/>
              <a:gd name="connsiteX187" fmla="*/ 34256 w 7467600"/>
              <a:gd name="connsiteY187" fmla="*/ 4347603 h 6858000"/>
              <a:gd name="connsiteX188" fmla="*/ 527241 w 7467600"/>
              <a:gd name="connsiteY188" fmla="*/ 4065078 h 6858000"/>
              <a:gd name="connsiteX189" fmla="*/ 1510397 w 7467600"/>
              <a:gd name="connsiteY189" fmla="*/ 3684705 h 6858000"/>
              <a:gd name="connsiteX190" fmla="*/ 1313114 w 7467600"/>
              <a:gd name="connsiteY190" fmla="*/ 3655216 h 6858000"/>
              <a:gd name="connsiteX191" fmla="*/ 1109304 w 7467600"/>
              <a:gd name="connsiteY191" fmla="*/ 3669030 h 6858000"/>
              <a:gd name="connsiteX192" fmla="*/ 8129 w 7467600"/>
              <a:gd name="connsiteY192" fmla="*/ 4330519 h 6858000"/>
              <a:gd name="connsiteX193" fmla="*/ 687572 w 7467600"/>
              <a:gd name="connsiteY193" fmla="*/ 3925629 h 6858000"/>
              <a:gd name="connsiteX194" fmla="*/ 1138365 w 7467600"/>
              <a:gd name="connsiteY194" fmla="*/ 3774515 h 6858000"/>
              <a:gd name="connsiteX195" fmla="*/ 1505579 w 7467600"/>
              <a:gd name="connsiteY195" fmla="*/ 3655526 h 6858000"/>
              <a:gd name="connsiteX196" fmla="*/ 1313114 w 7467600"/>
              <a:gd name="connsiteY196" fmla="*/ 3655216 h 6858000"/>
              <a:gd name="connsiteX197" fmla="*/ 3655073 w 7467600"/>
              <a:gd name="connsiteY197" fmla="*/ 3650884 h 6858000"/>
              <a:gd name="connsiteX198" fmla="*/ 3989938 w 7467600"/>
              <a:gd name="connsiteY198" fmla="*/ 3991685 h 6858000"/>
              <a:gd name="connsiteX199" fmla="*/ 4393907 w 7467600"/>
              <a:gd name="connsiteY199" fmla="*/ 4261258 h 6858000"/>
              <a:gd name="connsiteX200" fmla="*/ 4648051 w 7467600"/>
              <a:gd name="connsiteY200" fmla="*/ 4374051 h 6858000"/>
              <a:gd name="connsiteX201" fmla="*/ 4383389 w 7467600"/>
              <a:gd name="connsiteY201" fmla="*/ 4184369 h 6858000"/>
              <a:gd name="connsiteX202" fmla="*/ 4165508 w 7467600"/>
              <a:gd name="connsiteY202" fmla="*/ 4035196 h 6858000"/>
              <a:gd name="connsiteX203" fmla="*/ 4068162 w 7467600"/>
              <a:gd name="connsiteY203" fmla="*/ 3953394 h 6858000"/>
              <a:gd name="connsiteX204" fmla="*/ 3981416 w 7467600"/>
              <a:gd name="connsiteY204" fmla="*/ 3880482 h 6858000"/>
              <a:gd name="connsiteX205" fmla="*/ 3800147 w 7467600"/>
              <a:gd name="connsiteY205" fmla="*/ 3749872 h 6858000"/>
              <a:gd name="connsiteX206" fmla="*/ 3655073 w 7467600"/>
              <a:gd name="connsiteY206" fmla="*/ 3650884 h 6858000"/>
              <a:gd name="connsiteX207" fmla="*/ 3670252 w 7467600"/>
              <a:gd name="connsiteY207" fmla="*/ 3622798 h 6858000"/>
              <a:gd name="connsiteX208" fmla="*/ 3817258 w 7467600"/>
              <a:gd name="connsiteY208" fmla="*/ 3723577 h 6858000"/>
              <a:gd name="connsiteX209" fmla="*/ 4000461 w 7467600"/>
              <a:gd name="connsiteY209" fmla="*/ 3855966 h 6858000"/>
              <a:gd name="connsiteX210" fmla="*/ 4088180 w 7467600"/>
              <a:gd name="connsiteY210" fmla="*/ 3929774 h 6858000"/>
              <a:gd name="connsiteX211" fmla="*/ 4184555 w 7467600"/>
              <a:gd name="connsiteY211" fmla="*/ 4010683 h 6858000"/>
              <a:gd name="connsiteX212" fmla="*/ 4399563 w 7467600"/>
              <a:gd name="connsiteY212" fmla="*/ 4158106 h 6858000"/>
              <a:gd name="connsiteX213" fmla="*/ 4684469 w 7467600"/>
              <a:gd name="connsiteY213" fmla="*/ 4364680 h 6858000"/>
              <a:gd name="connsiteX214" fmla="*/ 4690271 w 7467600"/>
              <a:gd name="connsiteY214" fmla="*/ 4370034 h 6858000"/>
              <a:gd name="connsiteX215" fmla="*/ 4136093 w 7467600"/>
              <a:gd name="connsiteY215" fmla="*/ 3858466 h 6858000"/>
              <a:gd name="connsiteX216" fmla="*/ 3670252 w 7467600"/>
              <a:gd name="connsiteY216" fmla="*/ 3622798 h 6858000"/>
              <a:gd name="connsiteX217" fmla="*/ 4440129 w 7467600"/>
              <a:gd name="connsiteY217" fmla="*/ 3448571 h 6858000"/>
              <a:gd name="connsiteX218" fmla="*/ 4856525 w 7467600"/>
              <a:gd name="connsiteY218" fmla="*/ 3915351 h 6858000"/>
              <a:gd name="connsiteX219" fmla="*/ 5059055 w 7467600"/>
              <a:gd name="connsiteY219" fmla="*/ 4108918 h 6858000"/>
              <a:gd name="connsiteX220" fmla="*/ 5290070 w 7467600"/>
              <a:gd name="connsiteY220" fmla="*/ 4263619 h 6858000"/>
              <a:gd name="connsiteX221" fmla="*/ 4834991 w 7467600"/>
              <a:gd name="connsiteY221" fmla="*/ 3830985 h 6858000"/>
              <a:gd name="connsiteX222" fmla="*/ 4440129 w 7467600"/>
              <a:gd name="connsiteY222" fmla="*/ 3448571 h 6858000"/>
              <a:gd name="connsiteX223" fmla="*/ 4441737 w 7467600"/>
              <a:gd name="connsiteY223" fmla="*/ 3399734 h 6858000"/>
              <a:gd name="connsiteX224" fmla="*/ 4431236 w 7467600"/>
              <a:gd name="connsiteY224" fmla="*/ 3400954 h 6858000"/>
              <a:gd name="connsiteX225" fmla="*/ 4557150 w 7467600"/>
              <a:gd name="connsiteY225" fmla="*/ 3510023 h 6858000"/>
              <a:gd name="connsiteX226" fmla="*/ 4856936 w 7467600"/>
              <a:gd name="connsiteY226" fmla="*/ 3809146 h 6858000"/>
              <a:gd name="connsiteX227" fmla="*/ 5111996 w 7467600"/>
              <a:gd name="connsiteY227" fmla="*/ 4065759 h 6858000"/>
              <a:gd name="connsiteX228" fmla="*/ 5388878 w 7467600"/>
              <a:gd name="connsiteY228" fmla="*/ 4300185 h 6858000"/>
              <a:gd name="connsiteX229" fmla="*/ 5425556 w 7467600"/>
              <a:gd name="connsiteY229" fmla="*/ 4308967 h 6858000"/>
              <a:gd name="connsiteX230" fmla="*/ 4943646 w 7467600"/>
              <a:gd name="connsiteY230" fmla="*/ 3822916 h 6858000"/>
              <a:gd name="connsiteX231" fmla="*/ 4594837 w 7467600"/>
              <a:gd name="connsiteY231" fmla="*/ 3532274 h 6858000"/>
              <a:gd name="connsiteX232" fmla="*/ 4441737 w 7467600"/>
              <a:gd name="connsiteY232" fmla="*/ 3399734 h 6858000"/>
              <a:gd name="connsiteX233" fmla="*/ 5425834 w 7467600"/>
              <a:gd name="connsiteY233" fmla="*/ 3162785 h 6858000"/>
              <a:gd name="connsiteX234" fmla="*/ 5401644 w 7467600"/>
              <a:gd name="connsiteY234" fmla="*/ 3617847 h 6858000"/>
              <a:gd name="connsiteX235" fmla="*/ 5467256 w 7467600"/>
              <a:gd name="connsiteY235" fmla="*/ 4175494 h 6858000"/>
              <a:gd name="connsiteX236" fmla="*/ 5448069 w 7467600"/>
              <a:gd name="connsiteY236" fmla="*/ 3567554 h 6858000"/>
              <a:gd name="connsiteX237" fmla="*/ 5425834 w 7467600"/>
              <a:gd name="connsiteY237" fmla="*/ 3162785 h 6858000"/>
              <a:gd name="connsiteX238" fmla="*/ 1318687 w 7467600"/>
              <a:gd name="connsiteY238" fmla="*/ 3113840 h 6858000"/>
              <a:gd name="connsiteX239" fmla="*/ 1066793 w 7467600"/>
              <a:gd name="connsiteY239" fmla="*/ 3212171 h 6858000"/>
              <a:gd name="connsiteX240" fmla="*/ 993319 w 7467600"/>
              <a:gd name="connsiteY240" fmla="*/ 3247648 h 6858000"/>
              <a:gd name="connsiteX241" fmla="*/ 853081 w 7467600"/>
              <a:gd name="connsiteY241" fmla="*/ 3312410 h 6858000"/>
              <a:gd name="connsiteX242" fmla="*/ 805957 w 7467600"/>
              <a:gd name="connsiteY242" fmla="*/ 3330443 h 6858000"/>
              <a:gd name="connsiteX243" fmla="*/ 1318687 w 7467600"/>
              <a:gd name="connsiteY243" fmla="*/ 3113840 h 6858000"/>
              <a:gd name="connsiteX244" fmla="*/ 5453702 w 7467600"/>
              <a:gd name="connsiteY244" fmla="*/ 3090882 h 6858000"/>
              <a:gd name="connsiteX245" fmla="*/ 5480135 w 7467600"/>
              <a:gd name="connsiteY245" fmla="*/ 3565802 h 6858000"/>
              <a:gd name="connsiteX246" fmla="*/ 5499023 w 7467600"/>
              <a:gd name="connsiteY246" fmla="*/ 4166310 h 6858000"/>
              <a:gd name="connsiteX247" fmla="*/ 5547022 w 7467600"/>
              <a:gd name="connsiteY247" fmla="*/ 3607838 h 6858000"/>
              <a:gd name="connsiteX248" fmla="*/ 5515964 w 7467600"/>
              <a:gd name="connsiteY248" fmla="*/ 3378541 h 6858000"/>
              <a:gd name="connsiteX249" fmla="*/ 5453702 w 7467600"/>
              <a:gd name="connsiteY249" fmla="*/ 3090882 h 6858000"/>
              <a:gd name="connsiteX250" fmla="*/ 1238695 w 7467600"/>
              <a:gd name="connsiteY250" fmla="*/ 3076820 h 6858000"/>
              <a:gd name="connsiteX251" fmla="*/ 716371 w 7467600"/>
              <a:gd name="connsiteY251" fmla="*/ 3293249 h 6858000"/>
              <a:gd name="connsiteX252" fmla="*/ 579522 w 7467600"/>
              <a:gd name="connsiteY252" fmla="*/ 3371759 h 6858000"/>
              <a:gd name="connsiteX253" fmla="*/ 600288 w 7467600"/>
              <a:gd name="connsiteY253" fmla="*/ 3365555 h 6858000"/>
              <a:gd name="connsiteX254" fmla="*/ 840692 w 7467600"/>
              <a:gd name="connsiteY254" fmla="*/ 3284921 h 6858000"/>
              <a:gd name="connsiteX255" fmla="*/ 979248 w 7467600"/>
              <a:gd name="connsiteY255" fmla="*/ 3221003 h 6858000"/>
              <a:gd name="connsiteX256" fmla="*/ 1053282 w 7467600"/>
              <a:gd name="connsiteY256" fmla="*/ 3185247 h 6858000"/>
              <a:gd name="connsiteX257" fmla="*/ 1320603 w 7467600"/>
              <a:gd name="connsiteY257" fmla="*/ 3081281 h 6858000"/>
              <a:gd name="connsiteX258" fmla="*/ 1238695 w 7467600"/>
              <a:gd name="connsiteY258" fmla="*/ 3076820 h 6858000"/>
              <a:gd name="connsiteX259" fmla="*/ 5425627 w 7467600"/>
              <a:gd name="connsiteY259" fmla="*/ 2954192 h 6858000"/>
              <a:gd name="connsiteX260" fmla="*/ 5470770 w 7467600"/>
              <a:gd name="connsiteY260" fmla="*/ 3005435 h 6858000"/>
              <a:gd name="connsiteX261" fmla="*/ 5519779 w 7467600"/>
              <a:gd name="connsiteY261" fmla="*/ 4359223 h 6858000"/>
              <a:gd name="connsiteX262" fmla="*/ 5520293 w 7467600"/>
              <a:gd name="connsiteY262" fmla="*/ 4360602 h 6858000"/>
              <a:gd name="connsiteX263" fmla="*/ 5767221 w 7467600"/>
              <a:gd name="connsiteY263" fmla="*/ 4665564 h 6858000"/>
              <a:gd name="connsiteX264" fmla="*/ 6937169 w 7467600"/>
              <a:gd name="connsiteY264" fmla="*/ 4815941 h 6858000"/>
              <a:gd name="connsiteX265" fmla="*/ 6953922 w 7467600"/>
              <a:gd name="connsiteY265" fmla="*/ 4890068 h 6858000"/>
              <a:gd name="connsiteX266" fmla="*/ 6071359 w 7467600"/>
              <a:gd name="connsiteY266" fmla="*/ 4770770 h 6858000"/>
              <a:gd name="connsiteX267" fmla="*/ 6038839 w 7467600"/>
              <a:gd name="connsiteY267" fmla="*/ 4764474 h 6858000"/>
              <a:gd name="connsiteX268" fmla="*/ 6038706 w 7467600"/>
              <a:gd name="connsiteY268" fmla="*/ 4763847 h 6858000"/>
              <a:gd name="connsiteX269" fmla="*/ 6037784 w 7467600"/>
              <a:gd name="connsiteY269" fmla="*/ 4764270 h 6858000"/>
              <a:gd name="connsiteX270" fmla="*/ 6038839 w 7467600"/>
              <a:gd name="connsiteY270" fmla="*/ 4764474 h 6858000"/>
              <a:gd name="connsiteX271" fmla="*/ 6040338 w 7467600"/>
              <a:gd name="connsiteY271" fmla="*/ 4771418 h 6858000"/>
              <a:gd name="connsiteX272" fmla="*/ 6024488 w 7467600"/>
              <a:gd name="connsiteY272" fmla="*/ 4809903 h 6858000"/>
              <a:gd name="connsiteX273" fmla="*/ 5599771 w 7467600"/>
              <a:gd name="connsiteY273" fmla="*/ 5509652 h 6858000"/>
              <a:gd name="connsiteX274" fmla="*/ 5548843 w 7467600"/>
              <a:gd name="connsiteY274" fmla="*/ 5563845 h 6858000"/>
              <a:gd name="connsiteX275" fmla="*/ 5940952 w 7467600"/>
              <a:gd name="connsiteY275" fmla="*/ 6250028 h 6858000"/>
              <a:gd name="connsiteX276" fmla="*/ 6043441 w 7467600"/>
              <a:gd name="connsiteY276" fmla="*/ 6665847 h 6858000"/>
              <a:gd name="connsiteX277" fmla="*/ 6093432 w 7467600"/>
              <a:gd name="connsiteY277" fmla="*/ 6858000 h 6858000"/>
              <a:gd name="connsiteX278" fmla="*/ 6034344 w 7467600"/>
              <a:gd name="connsiteY278" fmla="*/ 6858000 h 6858000"/>
              <a:gd name="connsiteX279" fmla="*/ 6026679 w 7467600"/>
              <a:gd name="connsiteY279" fmla="*/ 6836959 h 6858000"/>
              <a:gd name="connsiteX280" fmla="*/ 5800441 w 7467600"/>
              <a:gd name="connsiteY280" fmla="*/ 6335286 h 6858000"/>
              <a:gd name="connsiteX281" fmla="*/ 5526562 w 7467600"/>
              <a:gd name="connsiteY281" fmla="*/ 5705388 h 6858000"/>
              <a:gd name="connsiteX282" fmla="*/ 5519640 w 7467600"/>
              <a:gd name="connsiteY282" fmla="*/ 5683774 h 6858000"/>
              <a:gd name="connsiteX283" fmla="*/ 5844559 w 7467600"/>
              <a:gd name="connsiteY283" fmla="*/ 6553349 h 6858000"/>
              <a:gd name="connsiteX284" fmla="*/ 5975994 w 7467600"/>
              <a:gd name="connsiteY284" fmla="*/ 6858000 h 6858000"/>
              <a:gd name="connsiteX285" fmla="*/ 5898547 w 7467600"/>
              <a:gd name="connsiteY285" fmla="*/ 6858000 h 6858000"/>
              <a:gd name="connsiteX286" fmla="*/ 5682041 w 7467600"/>
              <a:gd name="connsiteY286" fmla="*/ 6355860 h 6858000"/>
              <a:gd name="connsiteX287" fmla="*/ 5461758 w 7467600"/>
              <a:gd name="connsiteY287" fmla="*/ 5820220 h 6858000"/>
              <a:gd name="connsiteX288" fmla="*/ 5237282 w 7467600"/>
              <a:gd name="connsiteY288" fmla="*/ 6579086 h 6858000"/>
              <a:gd name="connsiteX289" fmla="*/ 5115009 w 7467600"/>
              <a:gd name="connsiteY289" fmla="*/ 6858000 h 6858000"/>
              <a:gd name="connsiteX290" fmla="*/ 5028074 w 7467600"/>
              <a:gd name="connsiteY290" fmla="*/ 6858000 h 6858000"/>
              <a:gd name="connsiteX291" fmla="*/ 5079508 w 7467600"/>
              <a:gd name="connsiteY291" fmla="*/ 6749074 h 6858000"/>
              <a:gd name="connsiteX292" fmla="*/ 5371846 w 7467600"/>
              <a:gd name="connsiteY292" fmla="*/ 5924413 h 6858000"/>
              <a:gd name="connsiteX293" fmla="*/ 5270512 w 7467600"/>
              <a:gd name="connsiteY293" fmla="*/ 6138975 h 6858000"/>
              <a:gd name="connsiteX294" fmla="*/ 5062409 w 7467600"/>
              <a:gd name="connsiteY294" fmla="*/ 6653544 h 6858000"/>
              <a:gd name="connsiteX295" fmla="*/ 5036628 w 7467600"/>
              <a:gd name="connsiteY295" fmla="*/ 6754247 h 6858000"/>
              <a:gd name="connsiteX296" fmla="*/ 5009112 w 7467600"/>
              <a:gd name="connsiteY296" fmla="*/ 6858000 h 6858000"/>
              <a:gd name="connsiteX297" fmla="*/ 4976679 w 7467600"/>
              <a:gd name="connsiteY297" fmla="*/ 6858000 h 6858000"/>
              <a:gd name="connsiteX298" fmla="*/ 5006537 w 7467600"/>
              <a:gd name="connsiteY298" fmla="*/ 6747068 h 6858000"/>
              <a:gd name="connsiteX299" fmla="*/ 5032723 w 7467600"/>
              <a:gd name="connsiteY299" fmla="*/ 6644957 h 6858000"/>
              <a:gd name="connsiteX300" fmla="*/ 5242949 w 7467600"/>
              <a:gd name="connsiteY300" fmla="*/ 6125175 h 6858000"/>
              <a:gd name="connsiteX301" fmla="*/ 5286321 w 7467600"/>
              <a:gd name="connsiteY301" fmla="*/ 6033555 h 6858000"/>
              <a:gd name="connsiteX302" fmla="*/ 5008210 w 7467600"/>
              <a:gd name="connsiteY302" fmla="*/ 6649194 h 6858000"/>
              <a:gd name="connsiteX303" fmla="*/ 4986321 w 7467600"/>
              <a:gd name="connsiteY303" fmla="*/ 6765687 h 6858000"/>
              <a:gd name="connsiteX304" fmla="*/ 4973474 w 7467600"/>
              <a:gd name="connsiteY304" fmla="*/ 6858000 h 6858000"/>
              <a:gd name="connsiteX305" fmla="*/ 4907178 w 7467600"/>
              <a:gd name="connsiteY305" fmla="*/ 6858000 h 6858000"/>
              <a:gd name="connsiteX306" fmla="*/ 4910810 w 7467600"/>
              <a:gd name="connsiteY306" fmla="*/ 6829660 h 6858000"/>
              <a:gd name="connsiteX307" fmla="*/ 4987461 w 7467600"/>
              <a:gd name="connsiteY307" fmla="*/ 6432994 h 6858000"/>
              <a:gd name="connsiteX308" fmla="*/ 5179262 w 7467600"/>
              <a:gd name="connsiteY308" fmla="*/ 6035044 h 6858000"/>
              <a:gd name="connsiteX309" fmla="*/ 4689678 w 7467600"/>
              <a:gd name="connsiteY309" fmla="*/ 6440241 h 6858000"/>
              <a:gd name="connsiteX310" fmla="*/ 4477543 w 7467600"/>
              <a:gd name="connsiteY310" fmla="*/ 6674836 h 6858000"/>
              <a:gd name="connsiteX311" fmla="*/ 4329957 w 7467600"/>
              <a:gd name="connsiteY311" fmla="*/ 6858000 h 6858000"/>
              <a:gd name="connsiteX312" fmla="*/ 4218595 w 7467600"/>
              <a:gd name="connsiteY312" fmla="*/ 6858000 h 6858000"/>
              <a:gd name="connsiteX313" fmla="*/ 4368888 w 7467600"/>
              <a:gd name="connsiteY313" fmla="*/ 6668412 h 6858000"/>
              <a:gd name="connsiteX314" fmla="*/ 4563091 w 7467600"/>
              <a:gd name="connsiteY314" fmla="*/ 6442508 h 6858000"/>
              <a:gd name="connsiteX315" fmla="*/ 5387324 w 7467600"/>
              <a:gd name="connsiteY315" fmla="*/ 5705830 h 6858000"/>
              <a:gd name="connsiteX316" fmla="*/ 5073620 w 7467600"/>
              <a:gd name="connsiteY316" fmla="*/ 5955437 h 6858000"/>
              <a:gd name="connsiteX317" fmla="*/ 4689789 w 7467600"/>
              <a:gd name="connsiteY317" fmla="*/ 6268382 h 6858000"/>
              <a:gd name="connsiteX318" fmla="*/ 4418722 w 7467600"/>
              <a:gd name="connsiteY318" fmla="*/ 6570886 h 6858000"/>
              <a:gd name="connsiteX319" fmla="*/ 4214944 w 7467600"/>
              <a:gd name="connsiteY319" fmla="*/ 6858000 h 6858000"/>
              <a:gd name="connsiteX320" fmla="*/ 4177898 w 7467600"/>
              <a:gd name="connsiteY320" fmla="*/ 6858000 h 6858000"/>
              <a:gd name="connsiteX321" fmla="*/ 4391597 w 7467600"/>
              <a:gd name="connsiteY321" fmla="*/ 6556370 h 6858000"/>
              <a:gd name="connsiteX322" fmla="*/ 4668889 w 7467600"/>
              <a:gd name="connsiteY322" fmla="*/ 6246399 h 6858000"/>
              <a:gd name="connsiteX323" fmla="*/ 5055427 w 7467600"/>
              <a:gd name="connsiteY323" fmla="*/ 5931476 h 6858000"/>
              <a:gd name="connsiteX324" fmla="*/ 5371814 w 7467600"/>
              <a:gd name="connsiteY324" fmla="*/ 5678975 h 6858000"/>
              <a:gd name="connsiteX325" fmla="*/ 4987918 w 7467600"/>
              <a:gd name="connsiteY325" fmla="*/ 5838701 h 6858000"/>
              <a:gd name="connsiteX326" fmla="*/ 4317146 w 7467600"/>
              <a:gd name="connsiteY326" fmla="*/ 6587716 h 6858000"/>
              <a:gd name="connsiteX327" fmla="*/ 4171627 w 7467600"/>
              <a:gd name="connsiteY327" fmla="*/ 6858000 h 6858000"/>
              <a:gd name="connsiteX328" fmla="*/ 4081585 w 7467600"/>
              <a:gd name="connsiteY328" fmla="*/ 6858000 h 6858000"/>
              <a:gd name="connsiteX329" fmla="*/ 4238603 w 7467600"/>
              <a:gd name="connsiteY329" fmla="*/ 6559341 h 6858000"/>
              <a:gd name="connsiteX330" fmla="*/ 4778333 w 7467600"/>
              <a:gd name="connsiteY330" fmla="*/ 5873626 h 6858000"/>
              <a:gd name="connsiteX331" fmla="*/ 5414185 w 7467600"/>
              <a:gd name="connsiteY331" fmla="*/ 5573882 h 6858000"/>
              <a:gd name="connsiteX332" fmla="*/ 5959648 w 7467600"/>
              <a:gd name="connsiteY332" fmla="*/ 4760797 h 6858000"/>
              <a:gd name="connsiteX333" fmla="*/ 5355019 w 7467600"/>
              <a:gd name="connsiteY333" fmla="*/ 4734672 h 6858000"/>
              <a:gd name="connsiteX334" fmla="*/ 5083565 w 7467600"/>
              <a:gd name="connsiteY334" fmla="*/ 5179121 h 6858000"/>
              <a:gd name="connsiteX335" fmla="*/ 4713577 w 7467600"/>
              <a:gd name="connsiteY335" fmla="*/ 5616803 h 6858000"/>
              <a:gd name="connsiteX336" fmla="*/ 3989559 w 7467600"/>
              <a:gd name="connsiteY336" fmla="*/ 6145945 h 6858000"/>
              <a:gd name="connsiteX337" fmla="*/ 3939824 w 7467600"/>
              <a:gd name="connsiteY337" fmla="*/ 6066900 h 6858000"/>
              <a:gd name="connsiteX338" fmla="*/ 4584537 w 7467600"/>
              <a:gd name="connsiteY338" fmla="*/ 5324826 h 6858000"/>
              <a:gd name="connsiteX339" fmla="*/ 5037105 w 7467600"/>
              <a:gd name="connsiteY339" fmla="*/ 5088765 h 6858000"/>
              <a:gd name="connsiteX340" fmla="*/ 5039930 w 7467600"/>
              <a:gd name="connsiteY340" fmla="*/ 5089585 h 6858000"/>
              <a:gd name="connsiteX341" fmla="*/ 5263764 w 7467600"/>
              <a:gd name="connsiteY341" fmla="*/ 4735525 h 6858000"/>
              <a:gd name="connsiteX342" fmla="*/ 4086300 w 7467600"/>
              <a:gd name="connsiteY342" fmla="*/ 4884599 h 6858000"/>
              <a:gd name="connsiteX343" fmla="*/ 4085485 w 7467600"/>
              <a:gd name="connsiteY343" fmla="*/ 4899070 h 6858000"/>
              <a:gd name="connsiteX344" fmla="*/ 3871915 w 7467600"/>
              <a:gd name="connsiteY344" fmla="*/ 5253645 h 6858000"/>
              <a:gd name="connsiteX345" fmla="*/ 3799374 w 7467600"/>
              <a:gd name="connsiteY345" fmla="*/ 5466127 h 6858000"/>
              <a:gd name="connsiteX346" fmla="*/ 3498850 w 7467600"/>
              <a:gd name="connsiteY346" fmla="*/ 6661888 h 6858000"/>
              <a:gd name="connsiteX347" fmla="*/ 3399216 w 7467600"/>
              <a:gd name="connsiteY347" fmla="*/ 6858000 h 6858000"/>
              <a:gd name="connsiteX348" fmla="*/ 3303688 w 7467600"/>
              <a:gd name="connsiteY348" fmla="*/ 6858000 h 6858000"/>
              <a:gd name="connsiteX349" fmla="*/ 3391774 w 7467600"/>
              <a:gd name="connsiteY349" fmla="*/ 6697181 h 6858000"/>
              <a:gd name="connsiteX350" fmla="*/ 3735540 w 7467600"/>
              <a:gd name="connsiteY350" fmla="*/ 5546923 h 6858000"/>
              <a:gd name="connsiteX351" fmla="*/ 3729438 w 7467600"/>
              <a:gd name="connsiteY351" fmla="*/ 5569058 h 6858000"/>
              <a:gd name="connsiteX352" fmla="*/ 3707782 w 7467600"/>
              <a:gd name="connsiteY352" fmla="*/ 5644908 h 6858000"/>
              <a:gd name="connsiteX353" fmla="*/ 3583827 w 7467600"/>
              <a:gd name="connsiteY353" fmla="*/ 6039215 h 6858000"/>
              <a:gd name="connsiteX354" fmla="*/ 3547861 w 7467600"/>
              <a:gd name="connsiteY354" fmla="*/ 6129609 h 6858000"/>
              <a:gd name="connsiteX355" fmla="*/ 3490905 w 7467600"/>
              <a:gd name="connsiteY355" fmla="*/ 6277660 h 6858000"/>
              <a:gd name="connsiteX356" fmla="*/ 3455859 w 7467600"/>
              <a:gd name="connsiteY356" fmla="*/ 6391301 h 6858000"/>
              <a:gd name="connsiteX357" fmla="*/ 3429112 w 7467600"/>
              <a:gd name="connsiteY357" fmla="*/ 6479469 h 6858000"/>
              <a:gd name="connsiteX358" fmla="*/ 3304862 w 7467600"/>
              <a:gd name="connsiteY358" fmla="*/ 6796476 h 6858000"/>
              <a:gd name="connsiteX359" fmla="*/ 3276071 w 7467600"/>
              <a:gd name="connsiteY359" fmla="*/ 6858000 h 6858000"/>
              <a:gd name="connsiteX360" fmla="*/ 3240805 w 7467600"/>
              <a:gd name="connsiteY360" fmla="*/ 6858000 h 6858000"/>
              <a:gd name="connsiteX361" fmla="*/ 3275917 w 7467600"/>
              <a:gd name="connsiteY361" fmla="*/ 6783192 h 6858000"/>
              <a:gd name="connsiteX362" fmla="*/ 3399358 w 7467600"/>
              <a:gd name="connsiteY362" fmla="*/ 6469011 h 6858000"/>
              <a:gd name="connsiteX363" fmla="*/ 3425650 w 7467600"/>
              <a:gd name="connsiteY363" fmla="*/ 6381333 h 6858000"/>
              <a:gd name="connsiteX364" fmla="*/ 3460661 w 7467600"/>
              <a:gd name="connsiteY364" fmla="*/ 6266763 h 6858000"/>
              <a:gd name="connsiteX365" fmla="*/ 3518021 w 7467600"/>
              <a:gd name="connsiteY365" fmla="*/ 6117298 h 6858000"/>
              <a:gd name="connsiteX366" fmla="*/ 3554035 w 7467600"/>
              <a:gd name="connsiteY366" fmla="*/ 6027832 h 6858000"/>
              <a:gd name="connsiteX367" fmla="*/ 3677174 w 7467600"/>
              <a:gd name="connsiteY367" fmla="*/ 5636351 h 6858000"/>
              <a:gd name="connsiteX368" fmla="*/ 3698819 w 7467600"/>
              <a:gd name="connsiteY368" fmla="*/ 5560503 h 6858000"/>
              <a:gd name="connsiteX369" fmla="*/ 3702094 w 7467600"/>
              <a:gd name="connsiteY369" fmla="*/ 5549194 h 6858000"/>
              <a:gd name="connsiteX370" fmla="*/ 3398355 w 7467600"/>
              <a:gd name="connsiteY370" fmla="*/ 6094603 h 6858000"/>
              <a:gd name="connsiteX371" fmla="*/ 3193941 w 7467600"/>
              <a:gd name="connsiteY371" fmla="*/ 6798775 h 6858000"/>
              <a:gd name="connsiteX372" fmla="*/ 3184140 w 7467600"/>
              <a:gd name="connsiteY372" fmla="*/ 6858000 h 6858000"/>
              <a:gd name="connsiteX373" fmla="*/ 3099978 w 7467600"/>
              <a:gd name="connsiteY373" fmla="*/ 6858000 h 6858000"/>
              <a:gd name="connsiteX374" fmla="*/ 3101556 w 7467600"/>
              <a:gd name="connsiteY374" fmla="*/ 6843337 h 6858000"/>
              <a:gd name="connsiteX375" fmla="*/ 3370162 w 7467600"/>
              <a:gd name="connsiteY375" fmla="*/ 5785550 h 6858000"/>
              <a:gd name="connsiteX376" fmla="*/ 3746477 w 7467600"/>
              <a:gd name="connsiteY376" fmla="*/ 5377889 h 6858000"/>
              <a:gd name="connsiteX377" fmla="*/ 3863399 w 7467600"/>
              <a:gd name="connsiteY377" fmla="*/ 5087257 h 6858000"/>
              <a:gd name="connsiteX378" fmla="*/ 3968712 w 7467600"/>
              <a:gd name="connsiteY378" fmla="*/ 4913989 h 6858000"/>
              <a:gd name="connsiteX379" fmla="*/ 2792390 w 7467600"/>
              <a:gd name="connsiteY379" fmla="*/ 5382974 h 6858000"/>
              <a:gd name="connsiteX380" fmla="*/ 2714982 w 7467600"/>
              <a:gd name="connsiteY380" fmla="*/ 5427051 h 6858000"/>
              <a:gd name="connsiteX381" fmla="*/ 2813361 w 7467600"/>
              <a:gd name="connsiteY381" fmla="*/ 6023912 h 6858000"/>
              <a:gd name="connsiteX382" fmla="*/ 2688430 w 7467600"/>
              <a:gd name="connsiteY382" fmla="*/ 6801564 h 6858000"/>
              <a:gd name="connsiteX383" fmla="*/ 2629626 w 7467600"/>
              <a:gd name="connsiteY383" fmla="*/ 6763394 h 6858000"/>
              <a:gd name="connsiteX384" fmla="*/ 2565328 w 7467600"/>
              <a:gd name="connsiteY384" fmla="*/ 5516399 h 6858000"/>
              <a:gd name="connsiteX385" fmla="*/ 1922999 w 7467600"/>
              <a:gd name="connsiteY385" fmla="*/ 5980343 h 6858000"/>
              <a:gd name="connsiteX386" fmla="*/ 1950261 w 7467600"/>
              <a:gd name="connsiteY386" fmla="*/ 6405858 h 6858000"/>
              <a:gd name="connsiteX387" fmla="*/ 2365554 w 7467600"/>
              <a:gd name="connsiteY387" fmla="*/ 6759107 h 6858000"/>
              <a:gd name="connsiteX388" fmla="*/ 2424142 w 7467600"/>
              <a:gd name="connsiteY388" fmla="*/ 6858000 h 6858000"/>
              <a:gd name="connsiteX389" fmla="*/ 2395994 w 7467600"/>
              <a:gd name="connsiteY389" fmla="*/ 6858000 h 6858000"/>
              <a:gd name="connsiteX390" fmla="*/ 2392863 w 7467600"/>
              <a:gd name="connsiteY390" fmla="*/ 6852964 h 6858000"/>
              <a:gd name="connsiteX391" fmla="*/ 2017589 w 7467600"/>
              <a:gd name="connsiteY391" fmla="*/ 6493982 h 6858000"/>
              <a:gd name="connsiteX392" fmla="*/ 2147336 w 7467600"/>
              <a:gd name="connsiteY392" fmla="*/ 6594052 h 6858000"/>
              <a:gd name="connsiteX393" fmla="*/ 2207047 w 7467600"/>
              <a:gd name="connsiteY393" fmla="*/ 6654540 h 6858000"/>
              <a:gd name="connsiteX394" fmla="*/ 2299106 w 7467600"/>
              <a:gd name="connsiteY394" fmla="*/ 6778931 h 6858000"/>
              <a:gd name="connsiteX395" fmla="*/ 2314430 w 7467600"/>
              <a:gd name="connsiteY395" fmla="*/ 6801144 h 6858000"/>
              <a:gd name="connsiteX396" fmla="*/ 2352406 w 7467600"/>
              <a:gd name="connsiteY396" fmla="*/ 6858000 h 6858000"/>
              <a:gd name="connsiteX397" fmla="*/ 2314492 w 7467600"/>
              <a:gd name="connsiteY397" fmla="*/ 6858000 h 6858000"/>
              <a:gd name="connsiteX398" fmla="*/ 2288095 w 7467600"/>
              <a:gd name="connsiteY398" fmla="*/ 6818030 h 6858000"/>
              <a:gd name="connsiteX399" fmla="*/ 2272768 w 7467600"/>
              <a:gd name="connsiteY399" fmla="*/ 6795822 h 6858000"/>
              <a:gd name="connsiteX400" fmla="*/ 2182715 w 7467600"/>
              <a:gd name="connsiteY400" fmla="*/ 6675071 h 6858000"/>
              <a:gd name="connsiteX401" fmla="*/ 2032061 w 7467600"/>
              <a:gd name="connsiteY401" fmla="*/ 6541380 h 6858000"/>
              <a:gd name="connsiteX402" fmla="*/ 2257220 w 7467600"/>
              <a:gd name="connsiteY402" fmla="*/ 6826257 h 6858000"/>
              <a:gd name="connsiteX403" fmla="*/ 2281324 w 7467600"/>
              <a:gd name="connsiteY403" fmla="*/ 6858000 h 6858000"/>
              <a:gd name="connsiteX404" fmla="*/ 2242860 w 7467600"/>
              <a:gd name="connsiteY404" fmla="*/ 6858000 h 6858000"/>
              <a:gd name="connsiteX405" fmla="*/ 2232818 w 7467600"/>
              <a:gd name="connsiteY405" fmla="*/ 6844926 h 6858000"/>
              <a:gd name="connsiteX406" fmla="*/ 1990172 w 7467600"/>
              <a:gd name="connsiteY406" fmla="*/ 6542121 h 6858000"/>
              <a:gd name="connsiteX407" fmla="*/ 2124090 w 7467600"/>
              <a:gd name="connsiteY407" fmla="*/ 6761017 h 6858000"/>
              <a:gd name="connsiteX408" fmla="*/ 2200380 w 7467600"/>
              <a:gd name="connsiteY408" fmla="*/ 6858000 h 6858000"/>
              <a:gd name="connsiteX409" fmla="*/ 2147507 w 7467600"/>
              <a:gd name="connsiteY409" fmla="*/ 6858000 h 6858000"/>
              <a:gd name="connsiteX410" fmla="*/ 2070668 w 7467600"/>
              <a:gd name="connsiteY410" fmla="*/ 6761520 h 6858000"/>
              <a:gd name="connsiteX411" fmla="*/ 1975142 w 7467600"/>
              <a:gd name="connsiteY411" fmla="*/ 6585570 h 6858000"/>
              <a:gd name="connsiteX412" fmla="*/ 2050035 w 7467600"/>
              <a:gd name="connsiteY412" fmla="*/ 6813345 h 6858000"/>
              <a:gd name="connsiteX413" fmla="*/ 2063025 w 7467600"/>
              <a:gd name="connsiteY413" fmla="*/ 6858000 h 6858000"/>
              <a:gd name="connsiteX414" fmla="*/ 2021675 w 7467600"/>
              <a:gd name="connsiteY414" fmla="*/ 6858000 h 6858000"/>
              <a:gd name="connsiteX415" fmla="*/ 2019308 w 7467600"/>
              <a:gd name="connsiteY415" fmla="*/ 6847118 h 6858000"/>
              <a:gd name="connsiteX416" fmla="*/ 1938835 w 7467600"/>
              <a:gd name="connsiteY416" fmla="*/ 6551160 h 6858000"/>
              <a:gd name="connsiteX417" fmla="*/ 1953230 w 7467600"/>
              <a:gd name="connsiteY417" fmla="*/ 6759699 h 6858000"/>
              <a:gd name="connsiteX418" fmla="*/ 1956763 w 7467600"/>
              <a:gd name="connsiteY418" fmla="*/ 6778191 h 6858000"/>
              <a:gd name="connsiteX419" fmla="*/ 1967925 w 7467600"/>
              <a:gd name="connsiteY419" fmla="*/ 6858000 h 6858000"/>
              <a:gd name="connsiteX420" fmla="*/ 1936622 w 7467600"/>
              <a:gd name="connsiteY420" fmla="*/ 6858000 h 6858000"/>
              <a:gd name="connsiteX421" fmla="*/ 1926261 w 7467600"/>
              <a:gd name="connsiteY421" fmla="*/ 6784064 h 6858000"/>
              <a:gd name="connsiteX422" fmla="*/ 1922724 w 7467600"/>
              <a:gd name="connsiteY422" fmla="*/ 6765577 h 6858000"/>
              <a:gd name="connsiteX423" fmla="*/ 1904650 w 7467600"/>
              <a:gd name="connsiteY423" fmla="*/ 6639616 h 6858000"/>
              <a:gd name="connsiteX424" fmla="*/ 1885273 w 7467600"/>
              <a:gd name="connsiteY424" fmla="*/ 6858000 h 6858000"/>
              <a:gd name="connsiteX425" fmla="*/ 1854363 w 7467600"/>
              <a:gd name="connsiteY425" fmla="*/ 6858000 h 6858000"/>
              <a:gd name="connsiteX426" fmla="*/ 1880391 w 7467600"/>
              <a:gd name="connsiteY426" fmla="*/ 6603796 h 6858000"/>
              <a:gd name="connsiteX427" fmla="*/ 1818273 w 7467600"/>
              <a:gd name="connsiteY427" fmla="*/ 6715729 h 6858000"/>
              <a:gd name="connsiteX428" fmla="*/ 1794691 w 7467600"/>
              <a:gd name="connsiteY428" fmla="*/ 6843239 h 6858000"/>
              <a:gd name="connsiteX429" fmla="*/ 1794914 w 7467600"/>
              <a:gd name="connsiteY429" fmla="*/ 6858000 h 6858000"/>
              <a:gd name="connsiteX430" fmla="*/ 1746128 w 7467600"/>
              <a:gd name="connsiteY430" fmla="*/ 6858000 h 6858000"/>
              <a:gd name="connsiteX431" fmla="*/ 1753934 w 7467600"/>
              <a:gd name="connsiteY431" fmla="*/ 6724796 h 6858000"/>
              <a:gd name="connsiteX432" fmla="*/ 1792053 w 7467600"/>
              <a:gd name="connsiteY432" fmla="*/ 6572396 h 6858000"/>
              <a:gd name="connsiteX433" fmla="*/ 1862248 w 7467600"/>
              <a:gd name="connsiteY433" fmla="*/ 6266397 h 6858000"/>
              <a:gd name="connsiteX434" fmla="*/ 1862250 w 7467600"/>
              <a:gd name="connsiteY434" fmla="*/ 6033531 h 6858000"/>
              <a:gd name="connsiteX435" fmla="*/ 1211999 w 7467600"/>
              <a:gd name="connsiteY435" fmla="*/ 6683610 h 6858000"/>
              <a:gd name="connsiteX436" fmla="*/ 1213266 w 7467600"/>
              <a:gd name="connsiteY436" fmla="*/ 6691947 h 6858000"/>
              <a:gd name="connsiteX437" fmla="*/ 1203370 w 7467600"/>
              <a:gd name="connsiteY437" fmla="*/ 6850676 h 6858000"/>
              <a:gd name="connsiteX438" fmla="*/ 1203671 w 7467600"/>
              <a:gd name="connsiteY438" fmla="*/ 6858000 h 6858000"/>
              <a:gd name="connsiteX439" fmla="*/ 1143180 w 7467600"/>
              <a:gd name="connsiteY439" fmla="*/ 6858000 h 6858000"/>
              <a:gd name="connsiteX440" fmla="*/ 1142176 w 7467600"/>
              <a:gd name="connsiteY440" fmla="*/ 6766045 h 6858000"/>
              <a:gd name="connsiteX441" fmla="*/ 1067484 w 7467600"/>
              <a:gd name="connsiteY441" fmla="*/ 6858000 h 6858000"/>
              <a:gd name="connsiteX442" fmla="*/ 953928 w 7467600"/>
              <a:gd name="connsiteY442" fmla="*/ 6858000 h 6858000"/>
              <a:gd name="connsiteX443" fmla="*/ 959715 w 7467600"/>
              <a:gd name="connsiteY443" fmla="*/ 6850185 h 6858000"/>
              <a:gd name="connsiteX444" fmla="*/ 1483788 w 7467600"/>
              <a:gd name="connsiteY444" fmla="*/ 6259174 h 6858000"/>
              <a:gd name="connsiteX445" fmla="*/ 1100671 w 7467600"/>
              <a:gd name="connsiteY445" fmla="*/ 6252137 h 6858000"/>
              <a:gd name="connsiteX446" fmla="*/ 1090144 w 7467600"/>
              <a:gd name="connsiteY446" fmla="*/ 6256748 h 6858000"/>
              <a:gd name="connsiteX447" fmla="*/ 1095872 w 7467600"/>
              <a:gd name="connsiteY447" fmla="*/ 6271892 h 6858000"/>
              <a:gd name="connsiteX448" fmla="*/ 262785 w 7467600"/>
              <a:gd name="connsiteY448" fmla="*/ 6845450 h 6858000"/>
              <a:gd name="connsiteX449" fmla="*/ 209968 w 7467600"/>
              <a:gd name="connsiteY449" fmla="*/ 6770713 h 6858000"/>
              <a:gd name="connsiteX450" fmla="*/ 873460 w 7467600"/>
              <a:gd name="connsiteY450" fmla="*/ 6253768 h 6858000"/>
              <a:gd name="connsiteX451" fmla="*/ 192686 w 7467600"/>
              <a:gd name="connsiteY451" fmla="*/ 5849257 h 6858000"/>
              <a:gd name="connsiteX452" fmla="*/ 4696 w 7467600"/>
              <a:gd name="connsiteY452" fmla="*/ 5697668 h 6858000"/>
              <a:gd name="connsiteX453" fmla="*/ 0 w 7467600"/>
              <a:gd name="connsiteY453" fmla="*/ 5689984 h 6858000"/>
              <a:gd name="connsiteX454" fmla="*/ 0 w 7467600"/>
              <a:gd name="connsiteY454" fmla="*/ 5513472 h 6858000"/>
              <a:gd name="connsiteX455" fmla="*/ 174101 w 7467600"/>
              <a:gd name="connsiteY455" fmla="*/ 5620277 h 6858000"/>
              <a:gd name="connsiteX456" fmla="*/ 891800 w 7467600"/>
              <a:gd name="connsiteY456" fmla="*/ 6036935 h 6858000"/>
              <a:gd name="connsiteX457" fmla="*/ 1072219 w 7467600"/>
              <a:gd name="connsiteY457" fmla="*/ 6169443 h 6858000"/>
              <a:gd name="connsiteX458" fmla="*/ 1074117 w 7467600"/>
              <a:gd name="connsiteY458" fmla="*/ 6170301 h 6858000"/>
              <a:gd name="connsiteX459" fmla="*/ 1083114 w 7467600"/>
              <a:gd name="connsiteY459" fmla="*/ 6174131 h 6858000"/>
              <a:gd name="connsiteX460" fmla="*/ 1543010 w 7467600"/>
              <a:gd name="connsiteY460" fmla="*/ 6191140 h 6858000"/>
              <a:gd name="connsiteX461" fmla="*/ 1551080 w 7467600"/>
              <a:gd name="connsiteY461" fmla="*/ 6195006 h 6858000"/>
              <a:gd name="connsiteX462" fmla="*/ 2345443 w 7467600"/>
              <a:gd name="connsiteY462" fmla="*/ 5549882 h 6858000"/>
              <a:gd name="connsiteX463" fmla="*/ 1721499 w 7467600"/>
              <a:gd name="connsiteY463" fmla="*/ 5599969 h 6858000"/>
              <a:gd name="connsiteX464" fmla="*/ 767716 w 7467600"/>
              <a:gd name="connsiteY464" fmla="*/ 5472768 h 6858000"/>
              <a:gd name="connsiteX465" fmla="*/ 722147 w 7467600"/>
              <a:gd name="connsiteY465" fmla="*/ 5393091 h 6858000"/>
              <a:gd name="connsiteX466" fmla="*/ 1485552 w 7467600"/>
              <a:gd name="connsiteY466" fmla="*/ 5313202 h 6858000"/>
              <a:gd name="connsiteX467" fmla="*/ 2143004 w 7467600"/>
              <a:gd name="connsiteY467" fmla="*/ 5402420 h 6858000"/>
              <a:gd name="connsiteX468" fmla="*/ 1933391 w 7467600"/>
              <a:gd name="connsiteY468" fmla="*/ 5156971 h 6858000"/>
              <a:gd name="connsiteX469" fmla="*/ 1827118 w 7467600"/>
              <a:gd name="connsiteY469" fmla="*/ 4968410 h 6858000"/>
              <a:gd name="connsiteX470" fmla="*/ 1837349 w 7467600"/>
              <a:gd name="connsiteY470" fmla="*/ 4956357 h 6858000"/>
              <a:gd name="connsiteX471" fmla="*/ 2162835 w 7467600"/>
              <a:gd name="connsiteY471" fmla="*/ 5187853 h 6858000"/>
              <a:gd name="connsiteX472" fmla="*/ 2257167 w 7467600"/>
              <a:gd name="connsiteY472" fmla="*/ 5462123 h 6858000"/>
              <a:gd name="connsiteX473" fmla="*/ 2261598 w 7467600"/>
              <a:gd name="connsiteY473" fmla="*/ 5467998 h 6858000"/>
              <a:gd name="connsiteX474" fmla="*/ 2437177 w 7467600"/>
              <a:gd name="connsiteY474" fmla="*/ 5479608 h 6858000"/>
              <a:gd name="connsiteX475" fmla="*/ 2445247 w 7467600"/>
              <a:gd name="connsiteY475" fmla="*/ 5483476 h 6858000"/>
              <a:gd name="connsiteX476" fmla="*/ 2743626 w 7467600"/>
              <a:gd name="connsiteY476" fmla="*/ 5304819 h 6858000"/>
              <a:gd name="connsiteX477" fmla="*/ 3048102 w 7467600"/>
              <a:gd name="connsiteY477" fmla="*/ 5150595 h 6858000"/>
              <a:gd name="connsiteX478" fmla="*/ 1799414 w 7467600"/>
              <a:gd name="connsiteY478" fmla="*/ 4694732 h 6858000"/>
              <a:gd name="connsiteX479" fmla="*/ 1771735 w 7467600"/>
              <a:gd name="connsiteY479" fmla="*/ 4619929 h 6858000"/>
              <a:gd name="connsiteX480" fmla="*/ 3104273 w 7467600"/>
              <a:gd name="connsiteY480" fmla="*/ 5076159 h 6858000"/>
              <a:gd name="connsiteX481" fmla="*/ 3113245 w 7467600"/>
              <a:gd name="connsiteY481" fmla="*/ 5090705 h 6858000"/>
              <a:gd name="connsiteX482" fmla="*/ 3126294 w 7467600"/>
              <a:gd name="connsiteY482" fmla="*/ 5114400 h 6858000"/>
              <a:gd name="connsiteX483" fmla="*/ 3937433 w 7467600"/>
              <a:gd name="connsiteY483" fmla="*/ 4830473 h 6858000"/>
              <a:gd name="connsiteX484" fmla="*/ 3590475 w 7467600"/>
              <a:gd name="connsiteY484" fmla="*/ 4597974 h 6858000"/>
              <a:gd name="connsiteX485" fmla="*/ 3100264 w 7467600"/>
              <a:gd name="connsiteY485" fmla="*/ 4579845 h 6858000"/>
              <a:gd name="connsiteX486" fmla="*/ 2183576 w 7467600"/>
              <a:gd name="connsiteY486" fmla="*/ 4227150 h 6858000"/>
              <a:gd name="connsiteX487" fmla="*/ 2151029 w 7467600"/>
              <a:gd name="connsiteY487" fmla="*/ 4146947 h 6858000"/>
              <a:gd name="connsiteX488" fmla="*/ 3563434 w 7467600"/>
              <a:gd name="connsiteY488" fmla="*/ 4469115 h 6858000"/>
              <a:gd name="connsiteX489" fmla="*/ 3177952 w 7467600"/>
              <a:gd name="connsiteY489" fmla="*/ 3657386 h 6858000"/>
              <a:gd name="connsiteX490" fmla="*/ 3189263 w 7467600"/>
              <a:gd name="connsiteY490" fmla="*/ 3625726 h 6858000"/>
              <a:gd name="connsiteX491" fmla="*/ 3560912 w 7467600"/>
              <a:gd name="connsiteY491" fmla="*/ 4079863 h 6858000"/>
              <a:gd name="connsiteX492" fmla="*/ 3626636 w 7467600"/>
              <a:gd name="connsiteY492" fmla="*/ 4512230 h 6858000"/>
              <a:gd name="connsiteX493" fmla="*/ 3653088 w 7467600"/>
              <a:gd name="connsiteY493" fmla="*/ 4521417 h 6858000"/>
              <a:gd name="connsiteX494" fmla="*/ 3988128 w 7467600"/>
              <a:gd name="connsiteY494" fmla="*/ 4817267 h 6858000"/>
              <a:gd name="connsiteX495" fmla="*/ 4830582 w 7467600"/>
              <a:gd name="connsiteY495" fmla="*/ 4676000 h 6858000"/>
              <a:gd name="connsiteX496" fmla="*/ 4830100 w 7467600"/>
              <a:gd name="connsiteY496" fmla="*/ 4675554 h 6858000"/>
              <a:gd name="connsiteX497" fmla="*/ 4036318 w 7467600"/>
              <a:gd name="connsiteY497" fmla="*/ 4147013 h 6858000"/>
              <a:gd name="connsiteX498" fmla="*/ 3432098 w 7467600"/>
              <a:gd name="connsiteY498" fmla="*/ 3537312 h 6858000"/>
              <a:gd name="connsiteX499" fmla="*/ 3446761 w 7467600"/>
              <a:gd name="connsiteY499" fmla="*/ 3461278 h 6858000"/>
              <a:gd name="connsiteX500" fmla="*/ 4419733 w 7467600"/>
              <a:gd name="connsiteY500" fmla="*/ 3963555 h 6858000"/>
              <a:gd name="connsiteX501" fmla="*/ 4781371 w 7467600"/>
              <a:gd name="connsiteY501" fmla="*/ 4458604 h 6858000"/>
              <a:gd name="connsiteX502" fmla="*/ 4780440 w 7467600"/>
              <a:gd name="connsiteY502" fmla="*/ 4470290 h 6858000"/>
              <a:gd name="connsiteX503" fmla="*/ 4898954 w 7467600"/>
              <a:gd name="connsiteY503" fmla="*/ 4662092 h 6858000"/>
              <a:gd name="connsiteX504" fmla="*/ 4900699 w 7467600"/>
              <a:gd name="connsiteY504" fmla="*/ 4670867 h 6858000"/>
              <a:gd name="connsiteX505" fmla="*/ 5714511 w 7467600"/>
              <a:gd name="connsiteY505" fmla="*/ 4663483 h 6858000"/>
              <a:gd name="connsiteX506" fmla="*/ 5464793 w 7467600"/>
              <a:gd name="connsiteY506" fmla="*/ 4393556 h 6858000"/>
              <a:gd name="connsiteX507" fmla="*/ 5461897 w 7467600"/>
              <a:gd name="connsiteY507" fmla="*/ 4390879 h 6858000"/>
              <a:gd name="connsiteX508" fmla="*/ 4294126 w 7467600"/>
              <a:gd name="connsiteY508" fmla="*/ 3303048 h 6858000"/>
              <a:gd name="connsiteX509" fmla="*/ 4305321 w 7467600"/>
              <a:gd name="connsiteY509" fmla="*/ 3256953 h 6858000"/>
              <a:gd name="connsiteX510" fmla="*/ 4949299 w 7467600"/>
              <a:gd name="connsiteY510" fmla="*/ 3766336 h 6858000"/>
              <a:gd name="connsiteX511" fmla="*/ 5291452 w 7467600"/>
              <a:gd name="connsiteY511" fmla="*/ 4076801 h 6858000"/>
              <a:gd name="connsiteX512" fmla="*/ 5434998 w 7467600"/>
              <a:gd name="connsiteY512" fmla="*/ 4254100 h 6858000"/>
              <a:gd name="connsiteX513" fmla="*/ 5351015 w 7467600"/>
              <a:gd name="connsiteY513" fmla="*/ 3760989 h 6858000"/>
              <a:gd name="connsiteX514" fmla="*/ 5413780 w 7467600"/>
              <a:gd name="connsiteY514" fmla="*/ 2966265 h 6858000"/>
              <a:gd name="connsiteX515" fmla="*/ 5425627 w 7467600"/>
              <a:gd name="connsiteY515" fmla="*/ 2954192 h 6858000"/>
              <a:gd name="connsiteX516" fmla="*/ 6604735 w 7467600"/>
              <a:gd name="connsiteY516" fmla="*/ 2041381 h 6858000"/>
              <a:gd name="connsiteX517" fmla="*/ 7204487 w 7467600"/>
              <a:gd name="connsiteY517" fmla="*/ 2742112 h 6858000"/>
              <a:gd name="connsiteX518" fmla="*/ 7131592 w 7467600"/>
              <a:gd name="connsiteY518" fmla="*/ 2672096 h 6858000"/>
              <a:gd name="connsiteX519" fmla="*/ 6996344 w 7467600"/>
              <a:gd name="connsiteY519" fmla="*/ 2518310 h 6858000"/>
              <a:gd name="connsiteX520" fmla="*/ 6735495 w 7467600"/>
              <a:gd name="connsiteY520" fmla="*/ 2196890 h 6858000"/>
              <a:gd name="connsiteX521" fmla="*/ 6721901 w 7467600"/>
              <a:gd name="connsiteY521" fmla="*/ 2179274 h 6858000"/>
              <a:gd name="connsiteX522" fmla="*/ 6604735 w 7467600"/>
              <a:gd name="connsiteY522" fmla="*/ 2041381 h 6858000"/>
              <a:gd name="connsiteX523" fmla="*/ 6591670 w 7467600"/>
              <a:gd name="connsiteY523" fmla="*/ 1988277 h 6858000"/>
              <a:gd name="connsiteX524" fmla="*/ 6747349 w 7467600"/>
              <a:gd name="connsiteY524" fmla="*/ 2160069 h 6858000"/>
              <a:gd name="connsiteX525" fmla="*/ 6760943 w 7467600"/>
              <a:gd name="connsiteY525" fmla="*/ 2177686 h 6858000"/>
              <a:gd name="connsiteX526" fmla="*/ 7021065 w 7467600"/>
              <a:gd name="connsiteY526" fmla="*/ 2498102 h 6858000"/>
              <a:gd name="connsiteX527" fmla="*/ 7155223 w 7467600"/>
              <a:gd name="connsiteY527" fmla="*/ 2650386 h 6858000"/>
              <a:gd name="connsiteX528" fmla="*/ 7203167 w 7467600"/>
              <a:gd name="connsiteY528" fmla="*/ 2697288 h 6858000"/>
              <a:gd name="connsiteX529" fmla="*/ 6937703 w 7467600"/>
              <a:gd name="connsiteY529" fmla="*/ 2321981 h 6858000"/>
              <a:gd name="connsiteX530" fmla="*/ 6591670 w 7467600"/>
              <a:gd name="connsiteY530" fmla="*/ 1988277 h 6858000"/>
              <a:gd name="connsiteX531" fmla="*/ 5798671 w 7467600"/>
              <a:gd name="connsiteY531" fmla="*/ 1981601 h 6858000"/>
              <a:gd name="connsiteX532" fmla="*/ 5754709 w 7467600"/>
              <a:gd name="connsiteY532" fmla="*/ 2071454 h 6858000"/>
              <a:gd name="connsiteX533" fmla="*/ 5763044 w 7467600"/>
              <a:gd name="connsiteY533" fmla="*/ 2842206 h 6858000"/>
              <a:gd name="connsiteX534" fmla="*/ 5764974 w 7467600"/>
              <a:gd name="connsiteY534" fmla="*/ 2799609 h 6858000"/>
              <a:gd name="connsiteX535" fmla="*/ 5767665 w 7467600"/>
              <a:gd name="connsiteY535" fmla="*/ 2666409 h 6858000"/>
              <a:gd name="connsiteX536" fmla="*/ 5763055 w 7467600"/>
              <a:gd name="connsiteY536" fmla="*/ 2579705 h 6858000"/>
              <a:gd name="connsiteX537" fmla="*/ 5758079 w 7467600"/>
              <a:gd name="connsiteY537" fmla="*/ 2492508 h 6858000"/>
              <a:gd name="connsiteX538" fmla="*/ 5779325 w 7467600"/>
              <a:gd name="connsiteY538" fmla="*/ 2197069 h 6858000"/>
              <a:gd name="connsiteX539" fmla="*/ 5798671 w 7467600"/>
              <a:gd name="connsiteY539" fmla="*/ 1981601 h 6858000"/>
              <a:gd name="connsiteX540" fmla="*/ 5829202 w 7467600"/>
              <a:gd name="connsiteY540" fmla="*/ 1971679 h 6858000"/>
              <a:gd name="connsiteX541" fmla="*/ 5809558 w 7467600"/>
              <a:gd name="connsiteY541" fmla="*/ 2198043 h 6858000"/>
              <a:gd name="connsiteX542" fmla="*/ 5788653 w 7467600"/>
              <a:gd name="connsiteY542" fmla="*/ 2489430 h 6858000"/>
              <a:gd name="connsiteX543" fmla="*/ 5793439 w 7467600"/>
              <a:gd name="connsiteY543" fmla="*/ 2575235 h 6858000"/>
              <a:gd name="connsiteX544" fmla="*/ 5796837 w 7467600"/>
              <a:gd name="connsiteY544" fmla="*/ 2637633 h 6858000"/>
              <a:gd name="connsiteX545" fmla="*/ 5818614 w 7467600"/>
              <a:gd name="connsiteY545" fmla="*/ 2473055 h 6858000"/>
              <a:gd name="connsiteX546" fmla="*/ 5829202 w 7467600"/>
              <a:gd name="connsiteY546" fmla="*/ 1971679 h 6858000"/>
              <a:gd name="connsiteX547" fmla="*/ 5911389 w 7467600"/>
              <a:gd name="connsiteY547" fmla="*/ 1898371 h 6858000"/>
              <a:gd name="connsiteX548" fmla="*/ 6237627 w 7467600"/>
              <a:gd name="connsiteY548" fmla="*/ 2231921 h 6858000"/>
              <a:gd name="connsiteX549" fmla="*/ 5911389 w 7467600"/>
              <a:gd name="connsiteY549" fmla="*/ 1898371 h 6858000"/>
              <a:gd name="connsiteX550" fmla="*/ 6944437 w 7467600"/>
              <a:gd name="connsiteY550" fmla="*/ 1575402 h 6858000"/>
              <a:gd name="connsiteX551" fmla="*/ 6304730 w 7467600"/>
              <a:gd name="connsiteY551" fmla="*/ 1766654 h 6858000"/>
              <a:gd name="connsiteX552" fmla="*/ 6944437 w 7467600"/>
              <a:gd name="connsiteY552" fmla="*/ 1575402 h 6858000"/>
              <a:gd name="connsiteX553" fmla="*/ 7019523 w 7467600"/>
              <a:gd name="connsiteY553" fmla="*/ 1519450 h 6858000"/>
              <a:gd name="connsiteX554" fmla="*/ 6298091 w 7467600"/>
              <a:gd name="connsiteY554" fmla="*/ 1737122 h 6858000"/>
              <a:gd name="connsiteX555" fmla="*/ 7019523 w 7467600"/>
              <a:gd name="connsiteY555" fmla="*/ 1519450 h 6858000"/>
              <a:gd name="connsiteX556" fmla="*/ 2399523 w 7467600"/>
              <a:gd name="connsiteY556" fmla="*/ 1428234 h 6858000"/>
              <a:gd name="connsiteX557" fmla="*/ 2224982 w 7467600"/>
              <a:gd name="connsiteY557" fmla="*/ 1826201 h 6858000"/>
              <a:gd name="connsiteX558" fmla="*/ 2096099 w 7467600"/>
              <a:gd name="connsiteY558" fmla="*/ 2345900 h 6858000"/>
              <a:gd name="connsiteX559" fmla="*/ 2283317 w 7467600"/>
              <a:gd name="connsiteY559" fmla="*/ 1796925 h 6858000"/>
              <a:gd name="connsiteX560" fmla="*/ 2399523 w 7467600"/>
              <a:gd name="connsiteY560" fmla="*/ 1428234 h 6858000"/>
              <a:gd name="connsiteX561" fmla="*/ 2448558 w 7467600"/>
              <a:gd name="connsiteY561" fmla="*/ 1373435 h 6858000"/>
              <a:gd name="connsiteX562" fmla="*/ 2312521 w 7467600"/>
              <a:gd name="connsiteY562" fmla="*/ 1806140 h 6858000"/>
              <a:gd name="connsiteX563" fmla="*/ 2127533 w 7467600"/>
              <a:gd name="connsiteY563" fmla="*/ 2348380 h 6858000"/>
              <a:gd name="connsiteX564" fmla="*/ 2358080 w 7467600"/>
              <a:gd name="connsiteY564" fmla="*/ 1866134 h 6858000"/>
              <a:gd name="connsiteX565" fmla="*/ 2407436 w 7467600"/>
              <a:gd name="connsiteY565" fmla="*/ 1651070 h 6858000"/>
              <a:gd name="connsiteX566" fmla="*/ 2448558 w 7467600"/>
              <a:gd name="connsiteY566" fmla="*/ 1373435 h 6858000"/>
              <a:gd name="connsiteX567" fmla="*/ 278707 w 7467600"/>
              <a:gd name="connsiteY567" fmla="*/ 1352270 h 6858000"/>
              <a:gd name="connsiteX568" fmla="*/ 321570 w 7467600"/>
              <a:gd name="connsiteY568" fmla="*/ 1861610 h 6858000"/>
              <a:gd name="connsiteX569" fmla="*/ 294281 w 7467600"/>
              <a:gd name="connsiteY569" fmla="*/ 1440658 h 6858000"/>
              <a:gd name="connsiteX570" fmla="*/ 278707 w 7467600"/>
              <a:gd name="connsiteY570" fmla="*/ 1352270 h 6858000"/>
              <a:gd name="connsiteX571" fmla="*/ 1423821 w 7467600"/>
              <a:gd name="connsiteY571" fmla="*/ 1351958 h 6858000"/>
              <a:gd name="connsiteX572" fmla="*/ 1638521 w 7467600"/>
              <a:gd name="connsiteY572" fmla="*/ 1908470 h 6858000"/>
              <a:gd name="connsiteX573" fmla="*/ 1754199 w 7467600"/>
              <a:gd name="connsiteY573" fmla="*/ 2149284 h 6858000"/>
              <a:gd name="connsiteX574" fmla="*/ 1908359 w 7467600"/>
              <a:gd name="connsiteY574" fmla="*/ 2364988 h 6858000"/>
              <a:gd name="connsiteX575" fmla="*/ 1647661 w 7467600"/>
              <a:gd name="connsiteY575" fmla="*/ 1825945 h 6858000"/>
              <a:gd name="connsiteX576" fmla="*/ 1423821 w 7467600"/>
              <a:gd name="connsiteY576" fmla="*/ 1351958 h 6858000"/>
              <a:gd name="connsiteX577" fmla="*/ 1431890 w 7467600"/>
              <a:gd name="connsiteY577" fmla="*/ 1306475 h 6858000"/>
              <a:gd name="connsiteX578" fmla="*/ 1507597 w 7467600"/>
              <a:gd name="connsiteY578" fmla="*/ 1446132 h 6858000"/>
              <a:gd name="connsiteX579" fmla="*/ 1674586 w 7467600"/>
              <a:gd name="connsiteY579" fmla="*/ 1813832 h 6858000"/>
              <a:gd name="connsiteX580" fmla="*/ 1815950 w 7467600"/>
              <a:gd name="connsiteY580" fmla="*/ 2128564 h 6858000"/>
              <a:gd name="connsiteX581" fmla="*/ 1984242 w 7467600"/>
              <a:gd name="connsiteY581" fmla="*/ 2430829 h 6858000"/>
              <a:gd name="connsiteX582" fmla="*/ 2014023 w 7467600"/>
              <a:gd name="connsiteY582" fmla="*/ 2450995 h 6858000"/>
              <a:gd name="connsiteX583" fmla="*/ 1747337 w 7467600"/>
              <a:gd name="connsiteY583" fmla="*/ 1855264 h 6858000"/>
              <a:gd name="connsiteX584" fmla="*/ 1533749 w 7467600"/>
              <a:gd name="connsiteY584" fmla="*/ 1478656 h 6858000"/>
              <a:gd name="connsiteX585" fmla="*/ 1431890 w 7467600"/>
              <a:gd name="connsiteY585" fmla="*/ 1306475 h 6858000"/>
              <a:gd name="connsiteX586" fmla="*/ 5052692 w 7467600"/>
              <a:gd name="connsiteY586" fmla="*/ 1292994 h 6858000"/>
              <a:gd name="connsiteX587" fmla="*/ 5200661 w 7467600"/>
              <a:gd name="connsiteY587" fmla="*/ 1635186 h 6858000"/>
              <a:gd name="connsiteX588" fmla="*/ 5297138 w 7467600"/>
              <a:gd name="connsiteY588" fmla="*/ 1906351 h 6858000"/>
              <a:gd name="connsiteX589" fmla="*/ 5052692 w 7467600"/>
              <a:gd name="connsiteY589" fmla="*/ 1292994 h 6858000"/>
              <a:gd name="connsiteX590" fmla="*/ 5009948 w 7467600"/>
              <a:gd name="connsiteY590" fmla="*/ 1273619 h 6858000"/>
              <a:gd name="connsiteX591" fmla="*/ 5121777 w 7467600"/>
              <a:gd name="connsiteY591" fmla="*/ 1654213 h 6858000"/>
              <a:gd name="connsiteX592" fmla="*/ 5293545 w 7467600"/>
              <a:gd name="connsiteY592" fmla="*/ 2072247 h 6858000"/>
              <a:gd name="connsiteX593" fmla="*/ 5294042 w 7467600"/>
              <a:gd name="connsiteY593" fmla="*/ 2065019 h 6858000"/>
              <a:gd name="connsiteX594" fmla="*/ 5171936 w 7467600"/>
              <a:gd name="connsiteY594" fmla="*/ 1647613 h 6858000"/>
              <a:gd name="connsiteX595" fmla="*/ 5009948 w 7467600"/>
              <a:gd name="connsiteY595" fmla="*/ 1273619 h 6858000"/>
              <a:gd name="connsiteX596" fmla="*/ 655236 w 7467600"/>
              <a:gd name="connsiteY596" fmla="*/ 1268632 h 6858000"/>
              <a:gd name="connsiteX597" fmla="*/ 839521 w 7467600"/>
              <a:gd name="connsiteY597" fmla="*/ 1685315 h 6858000"/>
              <a:gd name="connsiteX598" fmla="*/ 1109416 w 7467600"/>
              <a:gd name="connsiteY598" fmla="*/ 2061663 h 6858000"/>
              <a:gd name="connsiteX599" fmla="*/ 1298300 w 7467600"/>
              <a:gd name="connsiteY599" fmla="*/ 2247742 h 6858000"/>
              <a:gd name="connsiteX600" fmla="*/ 1125871 w 7467600"/>
              <a:gd name="connsiteY600" fmla="*/ 1989513 h 6858000"/>
              <a:gd name="connsiteX601" fmla="*/ 981574 w 7467600"/>
              <a:gd name="connsiteY601" fmla="*/ 1783157 h 6858000"/>
              <a:gd name="connsiteX602" fmla="*/ 922198 w 7467600"/>
              <a:gd name="connsiteY602" fmla="*/ 1677437 h 6858000"/>
              <a:gd name="connsiteX603" fmla="*/ 869293 w 7467600"/>
              <a:gd name="connsiteY603" fmla="*/ 1583214 h 6858000"/>
              <a:gd name="connsiteX604" fmla="*/ 751431 w 7467600"/>
              <a:gd name="connsiteY604" fmla="*/ 1405731 h 6858000"/>
              <a:gd name="connsiteX605" fmla="*/ 655236 w 7467600"/>
              <a:gd name="connsiteY605" fmla="*/ 1268632 h 6858000"/>
              <a:gd name="connsiteX606" fmla="*/ 6516292 w 7467600"/>
              <a:gd name="connsiteY606" fmla="*/ 1263064 h 6858000"/>
              <a:gd name="connsiteX607" fmla="*/ 5736320 w 7467600"/>
              <a:gd name="connsiteY607" fmla="*/ 1501803 h 6858000"/>
              <a:gd name="connsiteX608" fmla="*/ 6516292 w 7467600"/>
              <a:gd name="connsiteY608" fmla="*/ 1263064 h 6858000"/>
              <a:gd name="connsiteX609" fmla="*/ 291466 w 7467600"/>
              <a:gd name="connsiteY609" fmla="*/ 1250369 h 6858000"/>
              <a:gd name="connsiteX610" fmla="*/ 323180 w 7467600"/>
              <a:gd name="connsiteY610" fmla="*/ 1435283 h 6858000"/>
              <a:gd name="connsiteX611" fmla="*/ 349381 w 7467600"/>
              <a:gd name="connsiteY611" fmla="*/ 1875041 h 6858000"/>
              <a:gd name="connsiteX612" fmla="*/ 374363 w 7467600"/>
              <a:gd name="connsiteY612" fmla="*/ 1506494 h 6858000"/>
              <a:gd name="connsiteX613" fmla="*/ 302168 w 7467600"/>
              <a:gd name="connsiteY613" fmla="*/ 1274495 h 6858000"/>
              <a:gd name="connsiteX614" fmla="*/ 291466 w 7467600"/>
              <a:gd name="connsiteY614" fmla="*/ 1250369 h 6858000"/>
              <a:gd name="connsiteX615" fmla="*/ 678222 w 7467600"/>
              <a:gd name="connsiteY615" fmla="*/ 1248670 h 6858000"/>
              <a:gd name="connsiteX616" fmla="*/ 775536 w 7467600"/>
              <a:gd name="connsiteY616" fmla="*/ 1388015 h 6858000"/>
              <a:gd name="connsiteX617" fmla="*/ 894529 w 7467600"/>
              <a:gd name="connsiteY617" fmla="*/ 1567739 h 6858000"/>
              <a:gd name="connsiteX618" fmla="*/ 948000 w 7467600"/>
              <a:gd name="connsiteY618" fmla="*/ 1663088 h 6858000"/>
              <a:gd name="connsiteX619" fmla="*/ 1006812 w 7467600"/>
              <a:gd name="connsiteY619" fmla="*/ 1767683 h 6858000"/>
              <a:gd name="connsiteX620" fmla="*/ 1149133 w 7467600"/>
              <a:gd name="connsiteY620" fmla="*/ 1971513 h 6858000"/>
              <a:gd name="connsiteX621" fmla="*/ 1333952 w 7467600"/>
              <a:gd name="connsiteY621" fmla="*/ 2251620 h 6858000"/>
              <a:gd name="connsiteX622" fmla="*/ 1337329 w 7467600"/>
              <a:gd name="connsiteY622" fmla="*/ 2258350 h 6858000"/>
              <a:gd name="connsiteX623" fmla="*/ 1014726 w 7467600"/>
              <a:gd name="connsiteY623" fmla="*/ 1615556 h 6858000"/>
              <a:gd name="connsiteX624" fmla="*/ 678222 w 7467600"/>
              <a:gd name="connsiteY624" fmla="*/ 1248670 h 6858000"/>
              <a:gd name="connsiteX625" fmla="*/ 6691602 w 7467600"/>
              <a:gd name="connsiteY625" fmla="*/ 1140573 h 6858000"/>
              <a:gd name="connsiteX626" fmla="*/ 6571100 w 7467600"/>
              <a:gd name="connsiteY626" fmla="*/ 1183662 h 6858000"/>
              <a:gd name="connsiteX627" fmla="*/ 6241687 w 7467600"/>
              <a:gd name="connsiteY627" fmla="*/ 1257600 h 6858000"/>
              <a:gd name="connsiteX628" fmla="*/ 5693009 w 7467600"/>
              <a:gd name="connsiteY628" fmla="*/ 1478256 h 6858000"/>
              <a:gd name="connsiteX629" fmla="*/ 6548420 w 7467600"/>
              <a:gd name="connsiteY629" fmla="*/ 1214599 h 6858000"/>
              <a:gd name="connsiteX630" fmla="*/ 6605473 w 7467600"/>
              <a:gd name="connsiteY630" fmla="*/ 1184686 h 6858000"/>
              <a:gd name="connsiteX631" fmla="*/ 6691602 w 7467600"/>
              <a:gd name="connsiteY631" fmla="*/ 1140573 h 6858000"/>
              <a:gd name="connsiteX632" fmla="*/ 4002475 w 7467600"/>
              <a:gd name="connsiteY632" fmla="*/ 1037802 h 6858000"/>
              <a:gd name="connsiteX633" fmla="*/ 4000324 w 7467600"/>
              <a:gd name="connsiteY633" fmla="*/ 1039362 h 6858000"/>
              <a:gd name="connsiteX634" fmla="*/ 4002862 w 7467600"/>
              <a:gd name="connsiteY634" fmla="*/ 1042866 h 6858000"/>
              <a:gd name="connsiteX635" fmla="*/ 4002475 w 7467600"/>
              <a:gd name="connsiteY635" fmla="*/ 1037802 h 6858000"/>
              <a:gd name="connsiteX636" fmla="*/ 506322 w 7467600"/>
              <a:gd name="connsiteY636" fmla="*/ 1020997 h 6858000"/>
              <a:gd name="connsiteX637" fmla="*/ 533068 w 7467600"/>
              <a:gd name="connsiteY637" fmla="*/ 1029409 h 6858000"/>
              <a:gd name="connsiteX638" fmla="*/ 1232525 w 7467600"/>
              <a:gd name="connsiteY638" fmla="*/ 1804675 h 6858000"/>
              <a:gd name="connsiteX639" fmla="*/ 1388858 w 7467600"/>
              <a:gd name="connsiteY639" fmla="*/ 2368011 h 6858000"/>
              <a:gd name="connsiteX640" fmla="*/ 1384098 w 7467600"/>
              <a:gd name="connsiteY640" fmla="*/ 2378125 h 6858000"/>
              <a:gd name="connsiteX641" fmla="*/ 1425393 w 7467600"/>
              <a:gd name="connsiteY641" fmla="*/ 2589124 h 6858000"/>
              <a:gd name="connsiteX642" fmla="*/ 1424001 w 7467600"/>
              <a:gd name="connsiteY642" fmla="*/ 2597541 h 6858000"/>
              <a:gd name="connsiteX643" fmla="*/ 2152729 w 7467600"/>
              <a:gd name="connsiteY643" fmla="*/ 2864487 h 6858000"/>
              <a:gd name="connsiteX644" fmla="*/ 2020609 w 7467600"/>
              <a:gd name="connsiteY644" fmla="*/ 2539671 h 6858000"/>
              <a:gd name="connsiteX645" fmla="*/ 2018920 w 7467600"/>
              <a:gd name="connsiteY645" fmla="*/ 2536309 h 6858000"/>
              <a:gd name="connsiteX646" fmla="*/ 1342441 w 7467600"/>
              <a:gd name="connsiteY646" fmla="*/ 1173017 h 6858000"/>
              <a:gd name="connsiteX647" fmla="*/ 1367925 w 7467600"/>
              <a:gd name="connsiteY647" fmla="*/ 1135648 h 6858000"/>
              <a:gd name="connsiteX648" fmla="*/ 1771401 w 7467600"/>
              <a:gd name="connsiteY648" fmla="*/ 1806673 h 6858000"/>
              <a:gd name="connsiteX649" fmla="*/ 1972385 w 7467600"/>
              <a:gd name="connsiteY649" fmla="*/ 2198735 h 6858000"/>
              <a:gd name="connsiteX650" fmla="*/ 2040892 w 7467600"/>
              <a:gd name="connsiteY650" fmla="*/ 2405205 h 6858000"/>
              <a:gd name="connsiteX651" fmla="*/ 2131689 w 7467600"/>
              <a:gd name="connsiteY651" fmla="*/ 1936926 h 6858000"/>
              <a:gd name="connsiteX652" fmla="*/ 2454820 w 7467600"/>
              <a:gd name="connsiteY652" fmla="*/ 1248808 h 6858000"/>
              <a:gd name="connsiteX653" fmla="*/ 2492512 w 7467600"/>
              <a:gd name="connsiteY653" fmla="*/ 1302920 h 6858000"/>
              <a:gd name="connsiteX654" fmla="*/ 2081216 w 7467600"/>
              <a:gd name="connsiteY654" fmla="*/ 2527513 h 6858000"/>
              <a:gd name="connsiteX655" fmla="*/ 2081211 w 7467600"/>
              <a:gd name="connsiteY655" fmla="*/ 2528916 h 6858000"/>
              <a:gd name="connsiteX656" fmla="*/ 2199067 w 7467600"/>
              <a:gd name="connsiteY656" fmla="*/ 2884061 h 6858000"/>
              <a:gd name="connsiteX657" fmla="*/ 3192586 w 7467600"/>
              <a:gd name="connsiteY657" fmla="*/ 3411496 h 6858000"/>
              <a:gd name="connsiteX658" fmla="*/ 3182620 w 7467600"/>
              <a:gd name="connsiteY658" fmla="*/ 3483279 h 6858000"/>
              <a:gd name="connsiteX659" fmla="*/ 2435119 w 7467600"/>
              <a:gd name="connsiteY659" fmla="*/ 3080173 h 6858000"/>
              <a:gd name="connsiteX660" fmla="*/ 2410152 w 7467600"/>
              <a:gd name="connsiteY660" fmla="*/ 3063751 h 6858000"/>
              <a:gd name="connsiteX661" fmla="*/ 2408099 w 7467600"/>
              <a:gd name="connsiteY661" fmla="*/ 3064403 h 6858000"/>
              <a:gd name="connsiteX662" fmla="*/ 2407218 w 7467600"/>
              <a:gd name="connsiteY662" fmla="*/ 3070324 h 6858000"/>
              <a:gd name="connsiteX663" fmla="*/ 2380138 w 7467600"/>
              <a:gd name="connsiteY663" fmla="*/ 3099341 h 6858000"/>
              <a:gd name="connsiteX664" fmla="*/ 1765923 w 7467600"/>
              <a:gd name="connsiteY664" fmla="*/ 3581043 h 6858000"/>
              <a:gd name="connsiteX665" fmla="*/ 1702258 w 7467600"/>
              <a:gd name="connsiteY665" fmla="*/ 3612286 h 6858000"/>
              <a:gd name="connsiteX666" fmla="*/ 1538370 w 7467600"/>
              <a:gd name="connsiteY666" fmla="*/ 3811804 h 6858000"/>
              <a:gd name="connsiteX667" fmla="*/ 542867 w 7467600"/>
              <a:gd name="connsiteY667" fmla="*/ 4944092 h 6858000"/>
              <a:gd name="connsiteX668" fmla="*/ 515800 w 7467600"/>
              <a:gd name="connsiteY668" fmla="*/ 4862180 h 6858000"/>
              <a:gd name="connsiteX669" fmla="*/ 909145 w 7467600"/>
              <a:gd name="connsiteY669" fmla="*/ 4199225 h 6858000"/>
              <a:gd name="connsiteX670" fmla="*/ 1214067 w 7467600"/>
              <a:gd name="connsiteY670" fmla="*/ 3908561 h 6858000"/>
              <a:gd name="connsiteX671" fmla="*/ 640967 w 7467600"/>
              <a:gd name="connsiteY671" fmla="*/ 4105601 h 6858000"/>
              <a:gd name="connsiteX672" fmla="*/ 112563 w 7467600"/>
              <a:gd name="connsiteY672" fmla="*/ 4396952 h 6858000"/>
              <a:gd name="connsiteX673" fmla="*/ 0 w 7467600"/>
              <a:gd name="connsiteY673" fmla="*/ 4466006 h 6858000"/>
              <a:gd name="connsiteX674" fmla="*/ 0 w 7467600"/>
              <a:gd name="connsiteY674" fmla="*/ 4233763 h 6858000"/>
              <a:gd name="connsiteX675" fmla="*/ 36881 w 7467600"/>
              <a:gd name="connsiteY675" fmla="*/ 4200118 h 6858000"/>
              <a:gd name="connsiteX676" fmla="*/ 910534 w 7467600"/>
              <a:gd name="connsiteY676" fmla="*/ 3629753 h 6858000"/>
              <a:gd name="connsiteX677" fmla="*/ 1578717 w 7467600"/>
              <a:gd name="connsiteY677" fmla="*/ 3575982 h 6858000"/>
              <a:gd name="connsiteX678" fmla="*/ 2338780 w 7467600"/>
              <a:gd name="connsiteY678" fmla="*/ 3033725 h 6858000"/>
              <a:gd name="connsiteX679" fmla="*/ 1807991 w 7467600"/>
              <a:gd name="connsiteY679" fmla="*/ 2807184 h 6858000"/>
              <a:gd name="connsiteX680" fmla="*/ 1416358 w 7467600"/>
              <a:gd name="connsiteY680" fmla="*/ 3112571 h 6858000"/>
              <a:gd name="connsiteX681" fmla="*/ 939066 w 7467600"/>
              <a:gd name="connsiteY681" fmla="*/ 3378798 h 6858000"/>
              <a:gd name="connsiteX682" fmla="*/ 115099 w 7467600"/>
              <a:gd name="connsiteY682" fmla="*/ 3607650 h 6858000"/>
              <a:gd name="connsiteX683" fmla="*/ 97284 w 7467600"/>
              <a:gd name="connsiteY683" fmla="*/ 3520393 h 6858000"/>
              <a:gd name="connsiteX684" fmla="*/ 922050 w 7467600"/>
              <a:gd name="connsiteY684" fmla="*/ 3074867 h 6858000"/>
              <a:gd name="connsiteX685" fmla="*/ 1405265 w 7467600"/>
              <a:gd name="connsiteY685" fmla="*/ 3016319 h 6858000"/>
              <a:gd name="connsiteX686" fmla="*/ 1407512 w 7467600"/>
              <a:gd name="connsiteY686" fmla="*/ 3018001 h 6858000"/>
              <a:gd name="connsiteX687" fmla="*/ 1726266 w 7467600"/>
              <a:gd name="connsiteY687" fmla="*/ 2777274 h 6858000"/>
              <a:gd name="connsiteX688" fmla="*/ 625390 w 7467600"/>
              <a:gd name="connsiteY688" fmla="*/ 2514541 h 6858000"/>
              <a:gd name="connsiteX689" fmla="*/ 619799 w 7467600"/>
              <a:gd name="connsiteY689" fmla="*/ 2527180 h 6858000"/>
              <a:gd name="connsiteX690" fmla="*/ 310030 w 7467600"/>
              <a:gd name="connsiteY690" fmla="*/ 2771818 h 6858000"/>
              <a:gd name="connsiteX691" fmla="*/ 173877 w 7467600"/>
              <a:gd name="connsiteY691" fmla="*/ 2937056 h 6858000"/>
              <a:gd name="connsiteX692" fmla="*/ 77889 w 7467600"/>
              <a:gd name="connsiteY692" fmla="*/ 3138440 h 6858000"/>
              <a:gd name="connsiteX693" fmla="*/ 0 w 7467600"/>
              <a:gd name="connsiteY693" fmla="*/ 3271395 h 6858000"/>
              <a:gd name="connsiteX694" fmla="*/ 0 w 7467600"/>
              <a:gd name="connsiteY694" fmla="*/ 3153002 h 6858000"/>
              <a:gd name="connsiteX695" fmla="*/ 2386 w 7467600"/>
              <a:gd name="connsiteY695" fmla="*/ 3149203 h 6858000"/>
              <a:gd name="connsiteX696" fmla="*/ 89753 w 7467600"/>
              <a:gd name="connsiteY696" fmla="*/ 2987702 h 6858000"/>
              <a:gd name="connsiteX697" fmla="*/ 76869 w 7467600"/>
              <a:gd name="connsiteY697" fmla="*/ 3005404 h 6858000"/>
              <a:gd name="connsiteX698" fmla="*/ 32049 w 7467600"/>
              <a:gd name="connsiteY698" fmla="*/ 3065814 h 6858000"/>
              <a:gd name="connsiteX699" fmla="*/ 0 w 7467600"/>
              <a:gd name="connsiteY699" fmla="*/ 3108744 h 6858000"/>
              <a:gd name="connsiteX700" fmla="*/ 0 w 7467600"/>
              <a:gd name="connsiteY700" fmla="*/ 3058059 h 6858000"/>
              <a:gd name="connsiteX701" fmla="*/ 7610 w 7467600"/>
              <a:gd name="connsiteY701" fmla="*/ 3047889 h 6858000"/>
              <a:gd name="connsiteX702" fmla="*/ 52419 w 7467600"/>
              <a:gd name="connsiteY702" fmla="*/ 2987479 h 6858000"/>
              <a:gd name="connsiteX703" fmla="*/ 59142 w 7467600"/>
              <a:gd name="connsiteY703" fmla="*/ 2978488 h 6858000"/>
              <a:gd name="connsiteX704" fmla="*/ 0 w 7467600"/>
              <a:gd name="connsiteY704" fmla="*/ 3015334 h 6858000"/>
              <a:gd name="connsiteX705" fmla="*/ 0 w 7467600"/>
              <a:gd name="connsiteY705" fmla="*/ 2914286 h 6858000"/>
              <a:gd name="connsiteX706" fmla="*/ 36383 w 7467600"/>
              <a:gd name="connsiteY706" fmla="*/ 2901128 h 6858000"/>
              <a:gd name="connsiteX707" fmla="*/ 156329 w 7467600"/>
              <a:gd name="connsiteY707" fmla="*/ 2840533 h 6858000"/>
              <a:gd name="connsiteX708" fmla="*/ 358355 w 7467600"/>
              <a:gd name="connsiteY708" fmla="*/ 2620471 h 6858000"/>
              <a:gd name="connsiteX709" fmla="*/ 510577 w 7467600"/>
              <a:gd name="connsiteY709" fmla="*/ 2501244 h 6858000"/>
              <a:gd name="connsiteX710" fmla="*/ 211967 w 7467600"/>
              <a:gd name="connsiteY710" fmla="*/ 2479171 h 6858000"/>
              <a:gd name="connsiteX711" fmla="*/ 0 w 7467600"/>
              <a:gd name="connsiteY711" fmla="*/ 2476398 h 6858000"/>
              <a:gd name="connsiteX712" fmla="*/ 0 w 7467600"/>
              <a:gd name="connsiteY712" fmla="*/ 2389189 h 6858000"/>
              <a:gd name="connsiteX713" fmla="*/ 103062 w 7467600"/>
              <a:gd name="connsiteY713" fmla="*/ 2389518 h 6858000"/>
              <a:gd name="connsiteX714" fmla="*/ 510734 w 7467600"/>
              <a:gd name="connsiteY714" fmla="*/ 2416201 h 6858000"/>
              <a:gd name="connsiteX715" fmla="*/ 279257 w 7467600"/>
              <a:gd name="connsiteY715" fmla="*/ 2092102 h 6858000"/>
              <a:gd name="connsiteX716" fmla="*/ 65265 w 7467600"/>
              <a:gd name="connsiteY716" fmla="*/ 2006049 h 6858000"/>
              <a:gd name="connsiteX717" fmla="*/ 0 w 7467600"/>
              <a:gd name="connsiteY717" fmla="*/ 1982532 h 6858000"/>
              <a:gd name="connsiteX718" fmla="*/ 0 w 7467600"/>
              <a:gd name="connsiteY718" fmla="*/ 1912789 h 6858000"/>
              <a:gd name="connsiteX719" fmla="*/ 97460 w 7467600"/>
              <a:gd name="connsiteY719" fmla="*/ 1953725 h 6858000"/>
              <a:gd name="connsiteX720" fmla="*/ 221272 w 7467600"/>
              <a:gd name="connsiteY720" fmla="*/ 1980766 h 6858000"/>
              <a:gd name="connsiteX721" fmla="*/ 116765 w 7467600"/>
              <a:gd name="connsiteY721" fmla="*/ 1911033 h 6858000"/>
              <a:gd name="connsiteX722" fmla="*/ 16405 w 7467600"/>
              <a:gd name="connsiteY722" fmla="*/ 1803412 h 6858000"/>
              <a:gd name="connsiteX723" fmla="*/ 0 w 7467600"/>
              <a:gd name="connsiteY723" fmla="*/ 1784777 h 6858000"/>
              <a:gd name="connsiteX724" fmla="*/ 0 w 7467600"/>
              <a:gd name="connsiteY724" fmla="*/ 1740082 h 6858000"/>
              <a:gd name="connsiteX725" fmla="*/ 39394 w 7467600"/>
              <a:gd name="connsiteY725" fmla="*/ 1784856 h 6858000"/>
              <a:gd name="connsiteX726" fmla="*/ 135813 w 7467600"/>
              <a:gd name="connsiteY726" fmla="*/ 1888838 h 6858000"/>
              <a:gd name="connsiteX727" fmla="*/ 242575 w 7467600"/>
              <a:gd name="connsiteY727" fmla="*/ 1958841 h 6858000"/>
              <a:gd name="connsiteX728" fmla="*/ 82197 w 7467600"/>
              <a:gd name="connsiteY728" fmla="*/ 1754826 h 6858000"/>
              <a:gd name="connsiteX729" fmla="*/ 0 w 7467600"/>
              <a:gd name="connsiteY729" fmla="*/ 1679650 h 6858000"/>
              <a:gd name="connsiteX730" fmla="*/ 0 w 7467600"/>
              <a:gd name="connsiteY730" fmla="*/ 1602463 h 6858000"/>
              <a:gd name="connsiteX731" fmla="*/ 84689 w 7467600"/>
              <a:gd name="connsiteY731" fmla="*/ 1677442 h 6858000"/>
              <a:gd name="connsiteX732" fmla="*/ 298437 w 7467600"/>
              <a:gd name="connsiteY732" fmla="*/ 1968019 h 6858000"/>
              <a:gd name="connsiteX733" fmla="*/ 227269 w 7467600"/>
              <a:gd name="connsiteY733" fmla="*/ 1114064 h 6858000"/>
              <a:gd name="connsiteX734" fmla="*/ 248003 w 7467600"/>
              <a:gd name="connsiteY734" fmla="*/ 1089613 h 6858000"/>
              <a:gd name="connsiteX735" fmla="*/ 427020 w 7467600"/>
              <a:gd name="connsiteY735" fmla="*/ 1619803 h 6858000"/>
              <a:gd name="connsiteX736" fmla="*/ 340345 w 7467600"/>
              <a:gd name="connsiteY736" fmla="*/ 2027739 h 6858000"/>
              <a:gd name="connsiteX737" fmla="*/ 360865 w 7467600"/>
              <a:gd name="connsiteY737" fmla="*/ 2044827 h 6858000"/>
              <a:gd name="connsiteX738" fmla="*/ 560414 w 7467600"/>
              <a:gd name="connsiteY738" fmla="*/ 2421457 h 6858000"/>
              <a:gd name="connsiteX739" fmla="*/ 1359703 w 7467600"/>
              <a:gd name="connsiteY739" fmla="*/ 2578554 h 6858000"/>
              <a:gd name="connsiteX740" fmla="*/ 1359422 w 7467600"/>
              <a:gd name="connsiteY740" fmla="*/ 2577994 h 6858000"/>
              <a:gd name="connsiteX741" fmla="*/ 828701 w 7467600"/>
              <a:gd name="connsiteY741" fmla="*/ 1839520 h 6858000"/>
              <a:gd name="connsiteX742" fmla="*/ 494427 w 7467600"/>
              <a:gd name="connsiteY742" fmla="*/ 1092333 h 6858000"/>
              <a:gd name="connsiteX743" fmla="*/ 506322 w 7467600"/>
              <a:gd name="connsiteY743" fmla="*/ 1020997 h 6858000"/>
              <a:gd name="connsiteX744" fmla="*/ 4570198 w 7467600"/>
              <a:gd name="connsiteY744" fmla="*/ 978081 h 6858000"/>
              <a:gd name="connsiteX745" fmla="*/ 4523691 w 7467600"/>
              <a:gd name="connsiteY745" fmla="*/ 1127776 h 6858000"/>
              <a:gd name="connsiteX746" fmla="*/ 4509875 w 7467600"/>
              <a:gd name="connsiteY746" fmla="*/ 1167552 h 6858000"/>
              <a:gd name="connsiteX747" fmla="*/ 4478168 w 7467600"/>
              <a:gd name="connsiteY747" fmla="*/ 1260735 h 6858000"/>
              <a:gd name="connsiteX748" fmla="*/ 4409309 w 7467600"/>
              <a:gd name="connsiteY748" fmla="*/ 1666996 h 6858000"/>
              <a:gd name="connsiteX749" fmla="*/ 4370031 w 7467600"/>
              <a:gd name="connsiteY749" fmla="*/ 1955666 h 6858000"/>
              <a:gd name="connsiteX750" fmla="*/ 4570198 w 7467600"/>
              <a:gd name="connsiteY750" fmla="*/ 978081 h 6858000"/>
              <a:gd name="connsiteX751" fmla="*/ 4557898 w 7467600"/>
              <a:gd name="connsiteY751" fmla="*/ 900011 h 6858000"/>
              <a:gd name="connsiteX752" fmla="*/ 4344840 w 7467600"/>
              <a:gd name="connsiteY752" fmla="*/ 1922038 h 6858000"/>
              <a:gd name="connsiteX753" fmla="*/ 4378710 w 7467600"/>
              <a:gd name="connsiteY753" fmla="*/ 1665516 h 6858000"/>
              <a:gd name="connsiteX754" fmla="*/ 4448798 w 7467600"/>
              <a:gd name="connsiteY754" fmla="*/ 1253024 h 6858000"/>
              <a:gd name="connsiteX755" fmla="*/ 4480315 w 7467600"/>
              <a:gd name="connsiteY755" fmla="*/ 1158454 h 6858000"/>
              <a:gd name="connsiteX756" fmla="*/ 4494133 w 7467600"/>
              <a:gd name="connsiteY756" fmla="*/ 1118676 h 6858000"/>
              <a:gd name="connsiteX757" fmla="*/ 4557898 w 7467600"/>
              <a:gd name="connsiteY757" fmla="*/ 900011 h 6858000"/>
              <a:gd name="connsiteX758" fmla="*/ 5870151 w 7467600"/>
              <a:gd name="connsiteY758" fmla="*/ 898890 h 6858000"/>
              <a:gd name="connsiteX759" fmla="*/ 5861335 w 7467600"/>
              <a:gd name="connsiteY759" fmla="*/ 899177 h 6858000"/>
              <a:gd name="connsiteX760" fmla="*/ 5843702 w 7467600"/>
              <a:gd name="connsiteY760" fmla="*/ 899748 h 6858000"/>
              <a:gd name="connsiteX761" fmla="*/ 5651107 w 7467600"/>
              <a:gd name="connsiteY761" fmla="*/ 920306 h 6858000"/>
              <a:gd name="connsiteX762" fmla="*/ 5459407 w 7467600"/>
              <a:gd name="connsiteY762" fmla="*/ 940975 h 6858000"/>
              <a:gd name="connsiteX763" fmla="*/ 5374846 w 7467600"/>
              <a:gd name="connsiteY763" fmla="*/ 941988 h 6858000"/>
              <a:gd name="connsiteX764" fmla="*/ 5256105 w 7467600"/>
              <a:gd name="connsiteY764" fmla="*/ 945632 h 6858000"/>
              <a:gd name="connsiteX765" fmla="*/ 5107071 w 7467600"/>
              <a:gd name="connsiteY765" fmla="*/ 969720 h 6858000"/>
              <a:gd name="connsiteX766" fmla="*/ 4998681 w 7467600"/>
              <a:gd name="connsiteY766" fmla="*/ 988771 h 6858000"/>
              <a:gd name="connsiteX767" fmla="*/ 5870151 w 7467600"/>
              <a:gd name="connsiteY767" fmla="*/ 898890 h 6858000"/>
              <a:gd name="connsiteX768" fmla="*/ 5504425 w 7467600"/>
              <a:gd name="connsiteY768" fmla="*/ 848067 h 6858000"/>
              <a:gd name="connsiteX769" fmla="*/ 4968849 w 7467600"/>
              <a:gd name="connsiteY769" fmla="*/ 962318 h 6858000"/>
              <a:gd name="connsiteX770" fmla="*/ 5104039 w 7467600"/>
              <a:gd name="connsiteY770" fmla="*/ 940634 h 6858000"/>
              <a:gd name="connsiteX771" fmla="*/ 5256311 w 7467600"/>
              <a:gd name="connsiteY771" fmla="*/ 916490 h 6858000"/>
              <a:gd name="connsiteX772" fmla="*/ 5377381 w 7467600"/>
              <a:gd name="connsiteY772" fmla="*/ 912671 h 6858000"/>
              <a:gd name="connsiteX773" fmla="*/ 5460148 w 7467600"/>
              <a:gd name="connsiteY773" fmla="*/ 911442 h 6858000"/>
              <a:gd name="connsiteX774" fmla="*/ 5648971 w 7467600"/>
              <a:gd name="connsiteY774" fmla="*/ 891331 h 6858000"/>
              <a:gd name="connsiteX775" fmla="*/ 5844807 w 7467600"/>
              <a:gd name="connsiteY775" fmla="*/ 870718 h 6858000"/>
              <a:gd name="connsiteX776" fmla="*/ 5862975 w 7467600"/>
              <a:gd name="connsiteY776" fmla="*/ 869756 h 6858000"/>
              <a:gd name="connsiteX777" fmla="*/ 5920887 w 7467600"/>
              <a:gd name="connsiteY777" fmla="*/ 865929 h 6858000"/>
              <a:gd name="connsiteX778" fmla="*/ 5504425 w 7467600"/>
              <a:gd name="connsiteY778" fmla="*/ 848067 h 6858000"/>
              <a:gd name="connsiteX779" fmla="*/ 3607114 w 7467600"/>
              <a:gd name="connsiteY779" fmla="*/ 467441 h 6858000"/>
              <a:gd name="connsiteX780" fmla="*/ 3296242 w 7467600"/>
              <a:gd name="connsiteY780" fmla="*/ 807991 h 6858000"/>
              <a:gd name="connsiteX781" fmla="*/ 3174674 w 7467600"/>
              <a:gd name="connsiteY781" fmla="*/ 919759 h 6858000"/>
              <a:gd name="connsiteX782" fmla="*/ 3042978 w 7467600"/>
              <a:gd name="connsiteY782" fmla="*/ 1054894 h 6858000"/>
              <a:gd name="connsiteX783" fmla="*/ 2968914 w 7467600"/>
              <a:gd name="connsiteY783" fmla="*/ 1133756 h 6858000"/>
              <a:gd name="connsiteX784" fmla="*/ 3103823 w 7467600"/>
              <a:gd name="connsiteY784" fmla="*/ 1026814 h 6858000"/>
              <a:gd name="connsiteX785" fmla="*/ 3607114 w 7467600"/>
              <a:gd name="connsiteY785" fmla="*/ 467441 h 6858000"/>
              <a:gd name="connsiteX786" fmla="*/ 3744487 w 7467600"/>
              <a:gd name="connsiteY786" fmla="*/ 383136 h 6858000"/>
              <a:gd name="connsiteX787" fmla="*/ 3970213 w 7467600"/>
              <a:gd name="connsiteY787" fmla="*/ 995559 h 6858000"/>
              <a:gd name="connsiteX788" fmla="*/ 3744487 w 7467600"/>
              <a:gd name="connsiteY788" fmla="*/ 383136 h 6858000"/>
              <a:gd name="connsiteX789" fmla="*/ 3624562 w 7467600"/>
              <a:gd name="connsiteY789" fmla="*/ 367041 h 6858000"/>
              <a:gd name="connsiteX790" fmla="*/ 3489712 w 7467600"/>
              <a:gd name="connsiteY790" fmla="*/ 485386 h 6858000"/>
              <a:gd name="connsiteX791" fmla="*/ 3182994 w 7467600"/>
              <a:gd name="connsiteY791" fmla="*/ 828265 h 6858000"/>
              <a:gd name="connsiteX792" fmla="*/ 2892114 w 7467600"/>
              <a:gd name="connsiteY792" fmla="*/ 1172635 h 6858000"/>
              <a:gd name="connsiteX793" fmla="*/ 3021459 w 7467600"/>
              <a:gd name="connsiteY793" fmla="*/ 1035385 h 6858000"/>
              <a:gd name="connsiteX794" fmla="*/ 3153873 w 7467600"/>
              <a:gd name="connsiteY794" fmla="*/ 898971 h 6858000"/>
              <a:gd name="connsiteX795" fmla="*/ 3276511 w 7467600"/>
              <a:gd name="connsiteY795" fmla="*/ 786423 h 6858000"/>
              <a:gd name="connsiteX796" fmla="*/ 3584154 w 7467600"/>
              <a:gd name="connsiteY796" fmla="*/ 448218 h 6858000"/>
              <a:gd name="connsiteX797" fmla="*/ 3624562 w 7467600"/>
              <a:gd name="connsiteY797" fmla="*/ 367041 h 6858000"/>
              <a:gd name="connsiteX798" fmla="*/ 3766672 w 7467600"/>
              <a:gd name="connsiteY798" fmla="*/ 359429 h 6858000"/>
              <a:gd name="connsiteX799" fmla="*/ 3996338 w 7467600"/>
              <a:gd name="connsiteY799" fmla="*/ 968237 h 6858000"/>
              <a:gd name="connsiteX800" fmla="*/ 3766672 w 7467600"/>
              <a:gd name="connsiteY800" fmla="*/ 359429 h 6858000"/>
              <a:gd name="connsiteX801" fmla="*/ 5805386 w 7467600"/>
              <a:gd name="connsiteY801" fmla="*/ 239240 h 6858000"/>
              <a:gd name="connsiteX802" fmla="*/ 5736947 w 7467600"/>
              <a:gd name="connsiteY802" fmla="*/ 261367 h 6858000"/>
              <a:gd name="connsiteX803" fmla="*/ 5427012 w 7467600"/>
              <a:gd name="connsiteY803" fmla="*/ 311272 h 6858000"/>
              <a:gd name="connsiteX804" fmla="*/ 5147818 w 7467600"/>
              <a:gd name="connsiteY804" fmla="*/ 322112 h 6858000"/>
              <a:gd name="connsiteX805" fmla="*/ 5060854 w 7467600"/>
              <a:gd name="connsiteY805" fmla="*/ 311882 h 6858000"/>
              <a:gd name="connsiteX806" fmla="*/ 4945989 w 7467600"/>
              <a:gd name="connsiteY806" fmla="*/ 300516 h 6858000"/>
              <a:gd name="connsiteX807" fmla="*/ 5410479 w 7467600"/>
              <a:gd name="connsiteY807" fmla="*/ 348434 h 6858000"/>
              <a:gd name="connsiteX808" fmla="*/ 5805386 w 7467600"/>
              <a:gd name="connsiteY808" fmla="*/ 239240 h 6858000"/>
              <a:gd name="connsiteX809" fmla="*/ 5905192 w 7467600"/>
              <a:gd name="connsiteY809" fmla="*/ 163079 h 6858000"/>
              <a:gd name="connsiteX810" fmla="*/ 5865655 w 7467600"/>
              <a:gd name="connsiteY810" fmla="*/ 171901 h 6858000"/>
              <a:gd name="connsiteX811" fmla="*/ 5259740 w 7467600"/>
              <a:gd name="connsiteY811" fmla="*/ 257013 h 6858000"/>
              <a:gd name="connsiteX812" fmla="*/ 5208466 w 7467600"/>
              <a:gd name="connsiteY812" fmla="*/ 257550 h 6858000"/>
              <a:gd name="connsiteX813" fmla="*/ 4980204 w 7467600"/>
              <a:gd name="connsiteY813" fmla="*/ 271903 h 6858000"/>
              <a:gd name="connsiteX814" fmla="*/ 5068068 w 7467600"/>
              <a:gd name="connsiteY814" fmla="*/ 282244 h 6858000"/>
              <a:gd name="connsiteX815" fmla="*/ 5153231 w 7467600"/>
              <a:gd name="connsiteY815" fmla="*/ 292240 h 6858000"/>
              <a:gd name="connsiteX816" fmla="*/ 5426491 w 7467600"/>
              <a:gd name="connsiteY816" fmla="*/ 281128 h 6858000"/>
              <a:gd name="connsiteX817" fmla="*/ 5731212 w 7467600"/>
              <a:gd name="connsiteY817" fmla="*/ 231951 h 6858000"/>
              <a:gd name="connsiteX818" fmla="*/ 5905192 w 7467600"/>
              <a:gd name="connsiteY818" fmla="*/ 163079 h 6858000"/>
              <a:gd name="connsiteX819" fmla="*/ 5944437 w 7467600"/>
              <a:gd name="connsiteY819" fmla="*/ 113829 h 6858000"/>
              <a:gd name="connsiteX820" fmla="*/ 5825032 w 7467600"/>
              <a:gd name="connsiteY820" fmla="*/ 146405 h 6858000"/>
              <a:gd name="connsiteX821" fmla="*/ 4955599 w 7467600"/>
              <a:gd name="connsiteY821" fmla="*/ 247008 h 6858000"/>
              <a:gd name="connsiteX822" fmla="*/ 5210104 w 7467600"/>
              <a:gd name="connsiteY822" fmla="*/ 228123 h 6858000"/>
              <a:gd name="connsiteX823" fmla="*/ 5261015 w 7467600"/>
              <a:gd name="connsiteY823" fmla="*/ 227087 h 6858000"/>
              <a:gd name="connsiteX824" fmla="*/ 5861181 w 7467600"/>
              <a:gd name="connsiteY824" fmla="*/ 143093 h 6858000"/>
              <a:gd name="connsiteX825" fmla="*/ 5961252 w 7467600"/>
              <a:gd name="connsiteY825" fmla="*/ 114820 h 6858000"/>
              <a:gd name="connsiteX826" fmla="*/ 5944437 w 7467600"/>
              <a:gd name="connsiteY826" fmla="*/ 113829 h 6858000"/>
              <a:gd name="connsiteX827" fmla="*/ 3882765 w 7467600"/>
              <a:gd name="connsiteY827" fmla="*/ 0 h 6858000"/>
              <a:gd name="connsiteX828" fmla="*/ 3995099 w 7467600"/>
              <a:gd name="connsiteY828" fmla="*/ 0 h 6858000"/>
              <a:gd name="connsiteX829" fmla="*/ 4163818 w 7467600"/>
              <a:gd name="connsiteY829" fmla="*/ 234104 h 6858000"/>
              <a:gd name="connsiteX830" fmla="*/ 4172099 w 7467600"/>
              <a:gd name="connsiteY830" fmla="*/ 234207 h 6858000"/>
              <a:gd name="connsiteX831" fmla="*/ 4784282 w 7467600"/>
              <a:gd name="connsiteY831" fmla="*/ 276561 h 6858000"/>
              <a:gd name="connsiteX832" fmla="*/ 4801687 w 7467600"/>
              <a:gd name="connsiteY832" fmla="*/ 267764 h 6858000"/>
              <a:gd name="connsiteX833" fmla="*/ 6082788 w 7467600"/>
              <a:gd name="connsiteY833" fmla="*/ 64119 h 6858000"/>
              <a:gd name="connsiteX834" fmla="*/ 6099442 w 7467600"/>
              <a:gd name="connsiteY834" fmla="*/ 82568 h 6858000"/>
              <a:gd name="connsiteX835" fmla="*/ 4804137 w 7467600"/>
              <a:gd name="connsiteY835" fmla="*/ 320931 h 6858000"/>
              <a:gd name="connsiteX836" fmla="*/ 4227047 w 7467600"/>
              <a:gd name="connsiteY836" fmla="*/ 313415 h 6858000"/>
              <a:gd name="connsiteX837" fmla="*/ 4346041 w 7467600"/>
              <a:gd name="connsiteY837" fmla="*/ 456086 h 6858000"/>
              <a:gd name="connsiteX838" fmla="*/ 4870967 w 7467600"/>
              <a:gd name="connsiteY838" fmla="*/ 963061 h 6858000"/>
              <a:gd name="connsiteX839" fmla="*/ 4889647 w 7467600"/>
              <a:gd name="connsiteY839" fmla="*/ 957147 h 6858000"/>
              <a:gd name="connsiteX840" fmla="*/ 5422504 w 7467600"/>
              <a:gd name="connsiteY840" fmla="*/ 805191 h 6858000"/>
              <a:gd name="connsiteX841" fmla="*/ 6087656 w 7467600"/>
              <a:gd name="connsiteY841" fmla="*/ 826703 h 6858000"/>
              <a:gd name="connsiteX842" fmla="*/ 6058717 w 7467600"/>
              <a:gd name="connsiteY842" fmla="*/ 865992 h 6858000"/>
              <a:gd name="connsiteX843" fmla="*/ 4974153 w 7467600"/>
              <a:gd name="connsiteY843" fmla="*/ 1045456 h 6858000"/>
              <a:gd name="connsiteX844" fmla="*/ 5627835 w 7467600"/>
              <a:gd name="connsiteY844" fmla="*/ 1472077 h 6858000"/>
              <a:gd name="connsiteX845" fmla="*/ 5629817 w 7467600"/>
              <a:gd name="connsiteY845" fmla="*/ 1471412 h 6858000"/>
              <a:gd name="connsiteX846" fmla="*/ 5634124 w 7467600"/>
              <a:gd name="connsiteY846" fmla="*/ 1470572 h 6858000"/>
              <a:gd name="connsiteX847" fmla="*/ 5755832 w 7467600"/>
              <a:gd name="connsiteY847" fmla="*/ 1383886 h 6858000"/>
              <a:gd name="connsiteX848" fmla="*/ 6014186 w 7467600"/>
              <a:gd name="connsiteY848" fmla="*/ 1279799 h 6858000"/>
              <a:gd name="connsiteX849" fmla="*/ 6901619 w 7467600"/>
              <a:gd name="connsiteY849" fmla="*/ 1047874 h 6858000"/>
              <a:gd name="connsiteX850" fmla="*/ 6931566 w 7467600"/>
              <a:gd name="connsiteY850" fmla="*/ 1062034 h 6858000"/>
              <a:gd name="connsiteX851" fmla="*/ 5790982 w 7467600"/>
              <a:gd name="connsiteY851" fmla="*/ 1561380 h 6858000"/>
              <a:gd name="connsiteX852" fmla="*/ 6188971 w 7467600"/>
              <a:gd name="connsiteY852" fmla="*/ 1755168 h 6858000"/>
              <a:gd name="connsiteX853" fmla="*/ 6202446 w 7467600"/>
              <a:gd name="connsiteY853" fmla="*/ 1752268 h 6858000"/>
              <a:gd name="connsiteX854" fmla="*/ 7179560 w 7467600"/>
              <a:gd name="connsiteY854" fmla="*/ 1467551 h 6858000"/>
              <a:gd name="connsiteX855" fmla="*/ 7158730 w 7467600"/>
              <a:gd name="connsiteY855" fmla="*/ 1507835 h 6858000"/>
              <a:gd name="connsiteX856" fmla="*/ 6326959 w 7467600"/>
              <a:gd name="connsiteY856" fmla="*/ 1817686 h 6858000"/>
              <a:gd name="connsiteX857" fmla="*/ 6537433 w 7467600"/>
              <a:gd name="connsiteY857" fmla="*/ 1907790 h 6858000"/>
              <a:gd name="connsiteX858" fmla="*/ 6550221 w 7467600"/>
              <a:gd name="connsiteY858" fmla="*/ 1910729 h 6858000"/>
              <a:gd name="connsiteX859" fmla="*/ 6964438 w 7467600"/>
              <a:gd name="connsiteY859" fmla="*/ 2209505 h 6858000"/>
              <a:gd name="connsiteX860" fmla="*/ 7367862 w 7467600"/>
              <a:gd name="connsiteY860" fmla="*/ 2806833 h 6858000"/>
              <a:gd name="connsiteX861" fmla="*/ 7364329 w 7467600"/>
              <a:gd name="connsiteY861" fmla="*/ 2826907 h 6858000"/>
              <a:gd name="connsiteX862" fmla="*/ 7290545 w 7467600"/>
              <a:gd name="connsiteY862" fmla="*/ 2850663 h 6858000"/>
              <a:gd name="connsiteX863" fmla="*/ 6472036 w 7467600"/>
              <a:gd name="connsiteY863" fmla="*/ 1959003 h 6858000"/>
              <a:gd name="connsiteX864" fmla="*/ 5792897 w 7467600"/>
              <a:gd name="connsiteY864" fmla="*/ 1647747 h 6858000"/>
              <a:gd name="connsiteX865" fmla="*/ 5842751 w 7467600"/>
              <a:gd name="connsiteY865" fmla="*/ 1816112 h 6858000"/>
              <a:gd name="connsiteX866" fmla="*/ 5847424 w 7467600"/>
              <a:gd name="connsiteY866" fmla="*/ 1815776 h 6858000"/>
              <a:gd name="connsiteX867" fmla="*/ 6399821 w 7467600"/>
              <a:gd name="connsiteY867" fmla="*/ 2344799 h 6858000"/>
              <a:gd name="connsiteX868" fmla="*/ 6323232 w 7467600"/>
              <a:gd name="connsiteY868" fmla="*/ 2389634 h 6858000"/>
              <a:gd name="connsiteX869" fmla="*/ 5942958 w 7467600"/>
              <a:gd name="connsiteY869" fmla="*/ 2077708 h 6858000"/>
              <a:gd name="connsiteX870" fmla="*/ 5921559 w 7467600"/>
              <a:gd name="connsiteY870" fmla="*/ 2378596 h 6858000"/>
              <a:gd name="connsiteX871" fmla="*/ 5817651 w 7467600"/>
              <a:gd name="connsiteY871" fmla="*/ 3023919 h 6858000"/>
              <a:gd name="connsiteX872" fmla="*/ 5729634 w 7467600"/>
              <a:gd name="connsiteY872" fmla="*/ 3051849 h 6858000"/>
              <a:gd name="connsiteX873" fmla="*/ 5611018 w 7467600"/>
              <a:gd name="connsiteY873" fmla="*/ 2316769 h 6858000"/>
              <a:gd name="connsiteX874" fmla="*/ 5687608 w 7467600"/>
              <a:gd name="connsiteY874" fmla="*/ 2039972 h 6858000"/>
              <a:gd name="connsiteX875" fmla="*/ 5657554 w 7467600"/>
              <a:gd name="connsiteY875" fmla="*/ 1576445 h 6858000"/>
              <a:gd name="connsiteX876" fmla="*/ 5150475 w 7467600"/>
              <a:gd name="connsiteY876" fmla="*/ 1274012 h 6858000"/>
              <a:gd name="connsiteX877" fmla="*/ 5349142 w 7467600"/>
              <a:gd name="connsiteY877" fmla="*/ 2204405 h 6858000"/>
              <a:gd name="connsiteX878" fmla="*/ 5262214 w 7467600"/>
              <a:gd name="connsiteY878" fmla="*/ 2233836 h 6858000"/>
              <a:gd name="connsiteX879" fmla="*/ 4981539 w 7467600"/>
              <a:gd name="connsiteY879" fmla="*/ 1542201 h 6858000"/>
              <a:gd name="connsiteX880" fmla="*/ 4958461 w 7467600"/>
              <a:gd name="connsiteY880" fmla="*/ 1136957 h 6858000"/>
              <a:gd name="connsiteX881" fmla="*/ 4655015 w 7467600"/>
              <a:gd name="connsiteY881" fmla="*/ 891426 h 6858000"/>
              <a:gd name="connsiteX882" fmla="*/ 4348002 w 7467600"/>
              <a:gd name="connsiteY882" fmla="*/ 2205895 h 6858000"/>
              <a:gd name="connsiteX883" fmla="*/ 4262250 w 7467600"/>
              <a:gd name="connsiteY883" fmla="*/ 2219972 h 6858000"/>
              <a:gd name="connsiteX884" fmla="*/ 4550611 w 7467600"/>
              <a:gd name="connsiteY884" fmla="*/ 817540 h 6858000"/>
              <a:gd name="connsiteX885" fmla="*/ 4564418 w 7467600"/>
              <a:gd name="connsiteY885" fmla="*/ 808293 h 6858000"/>
              <a:gd name="connsiteX886" fmla="*/ 4266388 w 7467600"/>
              <a:gd name="connsiteY886" fmla="*/ 500083 h 6858000"/>
              <a:gd name="connsiteX887" fmla="*/ 4032842 w 7467600"/>
              <a:gd name="connsiteY887" fmla="*/ 211809 h 6858000"/>
              <a:gd name="connsiteX888" fmla="*/ 3882765 w 7467600"/>
              <a:gd name="connsiteY888" fmla="*/ 0 h 6858000"/>
              <a:gd name="connsiteX889" fmla="*/ 3721337 w 7467600"/>
              <a:gd name="connsiteY889" fmla="*/ 0 h 6858000"/>
              <a:gd name="connsiteX890" fmla="*/ 3797544 w 7467600"/>
              <a:gd name="connsiteY890" fmla="*/ 0 h 6858000"/>
              <a:gd name="connsiteX891" fmla="*/ 3775734 w 7467600"/>
              <a:gd name="connsiteY891" fmla="*/ 95131 h 6858000"/>
              <a:gd name="connsiteX892" fmla="*/ 3724807 w 7467600"/>
              <a:gd name="connsiteY892" fmla="*/ 272257 h 6858000"/>
              <a:gd name="connsiteX893" fmla="*/ 3726844 w 7467600"/>
              <a:gd name="connsiteY893" fmla="*/ 282988 h 6858000"/>
              <a:gd name="connsiteX894" fmla="*/ 3742664 w 7467600"/>
              <a:gd name="connsiteY894" fmla="*/ 279918 h 6858000"/>
              <a:gd name="connsiteX895" fmla="*/ 4103910 w 7467600"/>
              <a:gd name="connsiteY895" fmla="*/ 1161917 h 6858000"/>
              <a:gd name="connsiteX896" fmla="*/ 4020269 w 7467600"/>
              <a:gd name="connsiteY896" fmla="*/ 1200406 h 6858000"/>
              <a:gd name="connsiteX897" fmla="*/ 3674882 w 7467600"/>
              <a:gd name="connsiteY897" fmla="*/ 488524 h 6858000"/>
              <a:gd name="connsiteX898" fmla="*/ 3132682 w 7467600"/>
              <a:gd name="connsiteY898" fmla="*/ 1072284 h 6858000"/>
              <a:gd name="connsiteX899" fmla="*/ 2716346 w 7467600"/>
              <a:gd name="connsiteY899" fmla="*/ 1276376 h 6858000"/>
              <a:gd name="connsiteX900" fmla="*/ 2716772 w 7467600"/>
              <a:gd name="connsiteY900" fmla="*/ 1255462 h 6858000"/>
              <a:gd name="connsiteX901" fmla="*/ 3471096 w 7467600"/>
              <a:gd name="connsiteY901" fmla="*/ 437072 h 6858000"/>
              <a:gd name="connsiteX902" fmla="*/ 3639057 w 7467600"/>
              <a:gd name="connsiteY902" fmla="*/ 286334 h 6858000"/>
              <a:gd name="connsiteX903" fmla="*/ 3640309 w 7467600"/>
              <a:gd name="connsiteY903" fmla="*/ 284664 h 6858000"/>
              <a:gd name="connsiteX904" fmla="*/ 3646022 w 7467600"/>
              <a:gd name="connsiteY904" fmla="*/ 276711 h 6858000"/>
              <a:gd name="connsiteX905" fmla="*/ 3707943 w 7467600"/>
              <a:gd name="connsiteY905" fmla="*/ 65958 h 6858000"/>
              <a:gd name="connsiteX906" fmla="*/ 3721337 w 7467600"/>
              <a:gd name="connsiteY906" fmla="*/ 0 h 6858000"/>
              <a:gd name="connsiteX907" fmla="*/ 2867960 w 7467600"/>
              <a:gd name="connsiteY907" fmla="*/ 0 h 6858000"/>
              <a:gd name="connsiteX908" fmla="*/ 2926351 w 7467600"/>
              <a:gd name="connsiteY908" fmla="*/ 0 h 6858000"/>
              <a:gd name="connsiteX909" fmla="*/ 2902823 w 7467600"/>
              <a:gd name="connsiteY909" fmla="*/ 262929 h 6858000"/>
              <a:gd name="connsiteX910" fmla="*/ 2940663 w 7467600"/>
              <a:gd name="connsiteY910" fmla="*/ 140884 h 6858000"/>
              <a:gd name="connsiteX911" fmla="*/ 2947039 w 7467600"/>
              <a:gd name="connsiteY911" fmla="*/ 122524 h 6858000"/>
              <a:gd name="connsiteX912" fmla="*/ 2984316 w 7467600"/>
              <a:gd name="connsiteY912" fmla="*/ 0 h 6858000"/>
              <a:gd name="connsiteX913" fmla="*/ 3016114 w 7467600"/>
              <a:gd name="connsiteY913" fmla="*/ 0 h 6858000"/>
              <a:gd name="connsiteX914" fmla="*/ 2979949 w 7467600"/>
              <a:gd name="connsiteY914" fmla="*/ 119274 h 6858000"/>
              <a:gd name="connsiteX915" fmla="*/ 3023879 w 7467600"/>
              <a:gd name="connsiteY915" fmla="*/ 0 h 6858000"/>
              <a:gd name="connsiteX916" fmla="*/ 3105400 w 7467600"/>
              <a:gd name="connsiteY916" fmla="*/ 0 h 6858000"/>
              <a:gd name="connsiteX917" fmla="*/ 3094669 w 7467600"/>
              <a:gd name="connsiteY917" fmla="*/ 30308 h 6858000"/>
              <a:gd name="connsiteX918" fmla="*/ 2901945 w 7467600"/>
              <a:gd name="connsiteY918" fmla="*/ 466538 h 6858000"/>
              <a:gd name="connsiteX919" fmla="*/ 2815209 w 7467600"/>
              <a:gd name="connsiteY919" fmla="*/ 497361 h 6858000"/>
              <a:gd name="connsiteX920" fmla="*/ 2844845 w 7467600"/>
              <a:gd name="connsiteY920" fmla="*/ 127638 h 6858000"/>
              <a:gd name="connsiteX921" fmla="*/ 2867960 w 7467600"/>
              <a:gd name="connsiteY921" fmla="*/ 0 h 6858000"/>
              <a:gd name="connsiteX922" fmla="*/ 1057230 w 7467600"/>
              <a:gd name="connsiteY922" fmla="*/ 0 h 6858000"/>
              <a:gd name="connsiteX923" fmla="*/ 1111003 w 7467600"/>
              <a:gd name="connsiteY923" fmla="*/ 0 h 6858000"/>
              <a:gd name="connsiteX924" fmla="*/ 1125553 w 7467600"/>
              <a:gd name="connsiteY924" fmla="*/ 52588 h 6858000"/>
              <a:gd name="connsiteX925" fmla="*/ 1304276 w 7467600"/>
              <a:gd name="connsiteY925" fmla="*/ 476275 h 6858000"/>
              <a:gd name="connsiteX926" fmla="*/ 1492066 w 7467600"/>
              <a:gd name="connsiteY926" fmla="*/ 886333 h 6858000"/>
              <a:gd name="connsiteX927" fmla="*/ 1423698 w 7467600"/>
              <a:gd name="connsiteY927" fmla="*/ 710817 h 6858000"/>
              <a:gd name="connsiteX928" fmla="*/ 1357609 w 7467600"/>
              <a:gd name="connsiteY928" fmla="*/ 532892 h 6858000"/>
              <a:gd name="connsiteX929" fmla="*/ 1309550 w 7467600"/>
              <a:gd name="connsiteY929" fmla="*/ 374031 h 6858000"/>
              <a:gd name="connsiteX930" fmla="*/ 1193673 w 7467600"/>
              <a:gd name="connsiteY930" fmla="*/ 49533 h 6858000"/>
              <a:gd name="connsiteX931" fmla="*/ 1164391 w 7467600"/>
              <a:gd name="connsiteY931" fmla="*/ 0 h 6858000"/>
              <a:gd name="connsiteX932" fmla="*/ 1200666 w 7467600"/>
              <a:gd name="connsiteY932" fmla="*/ 0 h 6858000"/>
              <a:gd name="connsiteX933" fmla="*/ 1223408 w 7467600"/>
              <a:gd name="connsiteY933" fmla="*/ 38996 h 6858000"/>
              <a:gd name="connsiteX934" fmla="*/ 1339635 w 7467600"/>
              <a:gd name="connsiteY934" fmla="*/ 365517 h 6858000"/>
              <a:gd name="connsiteX935" fmla="*/ 1387469 w 7467600"/>
              <a:gd name="connsiteY935" fmla="*/ 523079 h 6858000"/>
              <a:gd name="connsiteX936" fmla="*/ 1452685 w 7467600"/>
              <a:gd name="connsiteY936" fmla="*/ 699806 h 6858000"/>
              <a:gd name="connsiteX937" fmla="*/ 1492092 w 7467600"/>
              <a:gd name="connsiteY937" fmla="*/ 800424 h 6858000"/>
              <a:gd name="connsiteX938" fmla="*/ 1455302 w 7467600"/>
              <a:gd name="connsiteY938" fmla="*/ 632913 h 6858000"/>
              <a:gd name="connsiteX939" fmla="*/ 1222336 w 7467600"/>
              <a:gd name="connsiteY939" fmla="*/ 9480 h 6858000"/>
              <a:gd name="connsiteX940" fmla="*/ 1214634 w 7467600"/>
              <a:gd name="connsiteY940" fmla="*/ 0 h 6858000"/>
              <a:gd name="connsiteX941" fmla="*/ 1289827 w 7467600"/>
              <a:gd name="connsiteY941" fmla="*/ 0 h 6858000"/>
              <a:gd name="connsiteX942" fmla="*/ 1321076 w 7467600"/>
              <a:gd name="connsiteY942" fmla="*/ 59722 h 6858000"/>
              <a:gd name="connsiteX943" fmla="*/ 1512579 w 7467600"/>
              <a:gd name="connsiteY943" fmla="*/ 626441 h 6858000"/>
              <a:gd name="connsiteX944" fmla="*/ 1506076 w 7467600"/>
              <a:gd name="connsiteY944" fmla="*/ 1089289 h 6858000"/>
              <a:gd name="connsiteX945" fmla="*/ 1486346 w 7467600"/>
              <a:gd name="connsiteY945" fmla="*/ 1079919 h 6858000"/>
              <a:gd name="connsiteX946" fmla="*/ 1070511 w 7467600"/>
              <a:gd name="connsiteY946" fmla="*/ 48609 h 6858000"/>
              <a:gd name="connsiteX947" fmla="*/ 1057230 w 7467600"/>
              <a:gd name="connsiteY947" fmla="*/ 0 h 6858000"/>
              <a:gd name="connsiteX948" fmla="*/ 43151 w 7467600"/>
              <a:gd name="connsiteY948" fmla="*/ 0 h 6858000"/>
              <a:gd name="connsiteX949" fmla="*/ 95283 w 7467600"/>
              <a:gd name="connsiteY949" fmla="*/ 0 h 6858000"/>
              <a:gd name="connsiteX950" fmla="*/ 300708 w 7467600"/>
              <a:gd name="connsiteY950" fmla="*/ 154571 h 6858000"/>
              <a:gd name="connsiteX951" fmla="*/ 530414 w 7467600"/>
              <a:gd name="connsiteY951" fmla="*/ 354673 h 6858000"/>
              <a:gd name="connsiteX952" fmla="*/ 333785 w 7467600"/>
              <a:gd name="connsiteY952" fmla="*/ 161564 h 6858000"/>
              <a:gd name="connsiteX953" fmla="*/ 147005 w 7467600"/>
              <a:gd name="connsiteY953" fmla="*/ 0 h 6858000"/>
              <a:gd name="connsiteX954" fmla="*/ 272509 w 7467600"/>
              <a:gd name="connsiteY954" fmla="*/ 0 h 6858000"/>
              <a:gd name="connsiteX955" fmla="*/ 326276 w 7467600"/>
              <a:gd name="connsiteY955" fmla="*/ 45847 h 6858000"/>
              <a:gd name="connsiteX956" fmla="*/ 823759 w 7467600"/>
              <a:gd name="connsiteY956" fmla="*/ 574145 h 6858000"/>
              <a:gd name="connsiteX957" fmla="*/ 811254 w 7467600"/>
              <a:gd name="connsiteY957" fmla="*/ 665546 h 6858000"/>
              <a:gd name="connsiteX958" fmla="*/ 154042 w 7467600"/>
              <a:gd name="connsiteY958" fmla="*/ 261522 h 6858000"/>
              <a:gd name="connsiteX959" fmla="*/ 13550 w 7467600"/>
              <a:gd name="connsiteY959" fmla="*/ 158423 h 6858000"/>
              <a:gd name="connsiteX960" fmla="*/ 0 w 7467600"/>
              <a:gd name="connsiteY960" fmla="*/ 146618 h 6858000"/>
              <a:gd name="connsiteX961" fmla="*/ 0 w 7467600"/>
              <a:gd name="connsiteY961" fmla="*/ 59161 h 6858000"/>
              <a:gd name="connsiteX962" fmla="*/ 45427 w 7467600"/>
              <a:gd name="connsiteY962" fmla="*/ 101078 h 6858000"/>
              <a:gd name="connsiteX963" fmla="*/ 630103 w 7467600"/>
              <a:gd name="connsiteY963" fmla="*/ 485885 h 6858000"/>
              <a:gd name="connsiteX964" fmla="*/ 532040 w 7467600"/>
              <a:gd name="connsiteY964" fmla="*/ 399359 h 6858000"/>
              <a:gd name="connsiteX965" fmla="*/ 517618 w 7467600"/>
              <a:gd name="connsiteY965" fmla="*/ 385726 h 6858000"/>
              <a:gd name="connsiteX966" fmla="*/ 285074 w 7467600"/>
              <a:gd name="connsiteY966" fmla="*/ 182755 h 6858000"/>
              <a:gd name="connsiteX967" fmla="*/ 43151 w 7467600"/>
              <a:gd name="connsiteY96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5845526 h 6858000"/>
              <a:gd name="connsiteX77" fmla="*/ 7467600 w 7467600"/>
              <a:gd name="connsiteY77" fmla="*/ 6012219 h 6858000"/>
              <a:gd name="connsiteX78" fmla="*/ 7356878 w 7467600"/>
              <a:gd name="connsiteY78" fmla="*/ 5981332 h 6858000"/>
              <a:gd name="connsiteX79" fmla="*/ 7467600 w 7467600"/>
              <a:gd name="connsiteY79" fmla="*/ 6117703 h 6858000"/>
              <a:gd name="connsiteX80" fmla="*/ 7467600 w 7467600"/>
              <a:gd name="connsiteY80" fmla="*/ 6163634 h 6858000"/>
              <a:gd name="connsiteX81" fmla="*/ 7403637 w 7467600"/>
              <a:gd name="connsiteY81" fmla="*/ 6083957 h 6858000"/>
              <a:gd name="connsiteX82" fmla="*/ 7254615 w 7467600"/>
              <a:gd name="connsiteY82" fmla="*/ 5911918 h 6858000"/>
              <a:gd name="connsiteX83" fmla="*/ 7312589 w 7467600"/>
              <a:gd name="connsiteY83" fmla="*/ 5982309 h 6858000"/>
              <a:gd name="connsiteX84" fmla="*/ 7448321 w 7467600"/>
              <a:gd name="connsiteY84" fmla="*/ 6190991 h 6858000"/>
              <a:gd name="connsiteX85" fmla="*/ 7467600 w 7467600"/>
              <a:gd name="connsiteY85" fmla="*/ 6221686 h 6858000"/>
              <a:gd name="connsiteX86" fmla="*/ 7467600 w 7467600"/>
              <a:gd name="connsiteY86" fmla="*/ 6334256 h 6858000"/>
              <a:gd name="connsiteX87" fmla="*/ 7454976 w 7467600"/>
              <a:gd name="connsiteY87" fmla="*/ 6318297 h 6858000"/>
              <a:gd name="connsiteX88" fmla="*/ 1456157 w 7467600"/>
              <a:gd name="connsiteY88" fmla="*/ 5371404 h 6858000"/>
              <a:gd name="connsiteX89" fmla="*/ 1244432 w 7467600"/>
              <a:gd name="connsiteY89" fmla="*/ 5385601 h 6858000"/>
              <a:gd name="connsiteX90" fmla="*/ 973990 w 7467600"/>
              <a:gd name="connsiteY90" fmla="*/ 5424940 h 6858000"/>
              <a:gd name="connsiteX91" fmla="*/ 1103809 w 7467600"/>
              <a:gd name="connsiteY91" fmla="*/ 5433720 h 6858000"/>
              <a:gd name="connsiteX92" fmla="*/ 1123454 w 7467600"/>
              <a:gd name="connsiteY92" fmla="*/ 5435727 h 6858000"/>
              <a:gd name="connsiteX93" fmla="*/ 1737017 w 7467600"/>
              <a:gd name="connsiteY93" fmla="*/ 5452183 h 6858000"/>
              <a:gd name="connsiteX94" fmla="*/ 1824397 w 7467600"/>
              <a:gd name="connsiteY94" fmla="*/ 5447757 h 6858000"/>
              <a:gd name="connsiteX95" fmla="*/ 2070059 w 7467600"/>
              <a:gd name="connsiteY95" fmla="*/ 5441660 h 6858000"/>
              <a:gd name="connsiteX96" fmla="*/ 1456157 w 7467600"/>
              <a:gd name="connsiteY96" fmla="*/ 5371404 h 6858000"/>
              <a:gd name="connsiteX97" fmla="*/ 4988186 w 7467600"/>
              <a:gd name="connsiteY97" fmla="*/ 5216467 h 6858000"/>
              <a:gd name="connsiteX98" fmla="*/ 4777334 w 7467600"/>
              <a:gd name="connsiteY98" fmla="*/ 5406072 h 6858000"/>
              <a:gd name="connsiteX99" fmla="*/ 4718341 w 7467600"/>
              <a:gd name="connsiteY99" fmla="*/ 5468043 h 6858000"/>
              <a:gd name="connsiteX100" fmla="*/ 4604655 w 7467600"/>
              <a:gd name="connsiteY100" fmla="*/ 5583434 h 6858000"/>
              <a:gd name="connsiteX101" fmla="*/ 4565074 w 7467600"/>
              <a:gd name="connsiteY101" fmla="*/ 5618550 h 6858000"/>
              <a:gd name="connsiteX102" fmla="*/ 4988186 w 7467600"/>
              <a:gd name="connsiteY102" fmla="*/ 5216467 h 6858000"/>
              <a:gd name="connsiteX103" fmla="*/ 4978032 w 7467600"/>
              <a:gd name="connsiteY103" fmla="*/ 5183809 h 6858000"/>
              <a:gd name="connsiteX104" fmla="*/ 4463413 w 7467600"/>
              <a:gd name="connsiteY104" fmla="*/ 5615162 h 6858000"/>
              <a:gd name="connsiteX105" fmla="*/ 4358134 w 7467600"/>
              <a:gd name="connsiteY105" fmla="*/ 5742791 h 6858000"/>
              <a:gd name="connsiteX106" fmla="*/ 4376219 w 7467600"/>
              <a:gd name="connsiteY106" fmla="*/ 5729027 h 6858000"/>
              <a:gd name="connsiteX107" fmla="*/ 4582340 w 7467600"/>
              <a:gd name="connsiteY107" fmla="*/ 5561037 h 6858000"/>
              <a:gd name="connsiteX108" fmla="*/ 4694684 w 7467600"/>
              <a:gd name="connsiteY108" fmla="*/ 5447098 h 6858000"/>
              <a:gd name="connsiteX109" fmla="*/ 4754123 w 7467600"/>
              <a:gd name="connsiteY109" fmla="*/ 5384643 h 6858000"/>
              <a:gd name="connsiteX110" fmla="*/ 4978032 w 7467600"/>
              <a:gd name="connsiteY110" fmla="*/ 5183809 h 6858000"/>
              <a:gd name="connsiteX111" fmla="*/ 1903353 w 7467600"/>
              <a:gd name="connsiteY111" fmla="*/ 5044827 h 6858000"/>
              <a:gd name="connsiteX112" fmla="*/ 1936931 w 7467600"/>
              <a:gd name="connsiteY112" fmla="*/ 5093954 h 6858000"/>
              <a:gd name="connsiteX113" fmla="*/ 2195868 w 7467600"/>
              <a:gd name="connsiteY113" fmla="*/ 5396574 h 6858000"/>
              <a:gd name="connsiteX114" fmla="*/ 2088852 w 7467600"/>
              <a:gd name="connsiteY114" fmla="*/ 5166123 h 6858000"/>
              <a:gd name="connsiteX115" fmla="*/ 1958241 w 7467600"/>
              <a:gd name="connsiteY115" fmla="*/ 5067955 h 6858000"/>
              <a:gd name="connsiteX116" fmla="*/ 1903353 w 7467600"/>
              <a:gd name="connsiteY116" fmla="*/ 5044827 h 6858000"/>
              <a:gd name="connsiteX117" fmla="*/ 1979378 w 7467600"/>
              <a:gd name="connsiteY117" fmla="*/ 4769504 h 6858000"/>
              <a:gd name="connsiteX118" fmla="*/ 2882120 w 7467600"/>
              <a:gd name="connsiteY118" fmla="*/ 5064547 h 6858000"/>
              <a:gd name="connsiteX119" fmla="*/ 2793103 w 7467600"/>
              <a:gd name="connsiteY119" fmla="*/ 5039699 h 6858000"/>
              <a:gd name="connsiteX120" fmla="*/ 2770041 w 7467600"/>
              <a:gd name="connsiteY120" fmla="*/ 5033634 h 6858000"/>
              <a:gd name="connsiteX121" fmla="*/ 1979378 w 7467600"/>
              <a:gd name="connsiteY121" fmla="*/ 4769504 h 6858000"/>
              <a:gd name="connsiteX122" fmla="*/ 1927410 w 7467600"/>
              <a:gd name="connsiteY122" fmla="*/ 4716164 h 6858000"/>
              <a:gd name="connsiteX123" fmla="*/ 1959587 w 7467600"/>
              <a:gd name="connsiteY123" fmla="*/ 4728849 h 6858000"/>
              <a:gd name="connsiteX124" fmla="*/ 2777707 w 7467600"/>
              <a:gd name="connsiteY124" fmla="*/ 5003991 h 6858000"/>
              <a:gd name="connsiteX125" fmla="*/ 2800768 w 7467600"/>
              <a:gd name="connsiteY125" fmla="*/ 5010056 h 6858000"/>
              <a:gd name="connsiteX126" fmla="*/ 2879408 w 7467600"/>
              <a:gd name="connsiteY126" fmla="*/ 5031590 h 6858000"/>
              <a:gd name="connsiteX127" fmla="*/ 2862295 w 7467600"/>
              <a:gd name="connsiteY127" fmla="*/ 5022958 h 6858000"/>
              <a:gd name="connsiteX128" fmla="*/ 2813343 w 7467600"/>
              <a:gd name="connsiteY128" fmla="*/ 4998369 h 6858000"/>
              <a:gd name="connsiteX129" fmla="*/ 2646245 w 7467600"/>
              <a:gd name="connsiteY129" fmla="*/ 4930999 h 6858000"/>
              <a:gd name="connsiteX130" fmla="*/ 1999243 w 7467600"/>
              <a:gd name="connsiteY130" fmla="*/ 4730524 h 6858000"/>
              <a:gd name="connsiteX131" fmla="*/ 1979527 w 7467600"/>
              <a:gd name="connsiteY131" fmla="*/ 4726651 h 6858000"/>
              <a:gd name="connsiteX132" fmla="*/ 1927410 w 7467600"/>
              <a:gd name="connsiteY132" fmla="*/ 4716164 h 6858000"/>
              <a:gd name="connsiteX133" fmla="*/ 1997014 w 7467600"/>
              <a:gd name="connsiteY133" fmla="*/ 4698007 h 6858000"/>
              <a:gd name="connsiteX134" fmla="*/ 2005458 w 7467600"/>
              <a:gd name="connsiteY134" fmla="*/ 4699540 h 6858000"/>
              <a:gd name="connsiteX135" fmla="*/ 2657186 w 7467600"/>
              <a:gd name="connsiteY135" fmla="*/ 4901687 h 6858000"/>
              <a:gd name="connsiteX136" fmla="*/ 2826662 w 7467600"/>
              <a:gd name="connsiteY136" fmla="*/ 4970362 h 6858000"/>
              <a:gd name="connsiteX137" fmla="*/ 2876100 w 7467600"/>
              <a:gd name="connsiteY137" fmla="*/ 4995397 h 6858000"/>
              <a:gd name="connsiteX138" fmla="*/ 3042600 w 7467600"/>
              <a:gd name="connsiteY138" fmla="*/ 5059532 h 6858000"/>
              <a:gd name="connsiteX139" fmla="*/ 1997014 w 7467600"/>
              <a:gd name="connsiteY139" fmla="*/ 4698007 h 6858000"/>
              <a:gd name="connsiteX140" fmla="*/ 2305292 w 7467600"/>
              <a:gd name="connsiteY140" fmla="*/ 4219492 h 6858000"/>
              <a:gd name="connsiteX141" fmla="*/ 3360922 w 7467600"/>
              <a:gd name="connsiteY141" fmla="*/ 4529373 h 6858000"/>
              <a:gd name="connsiteX142" fmla="*/ 3492420 w 7467600"/>
              <a:gd name="connsiteY142" fmla="*/ 4510145 h 6858000"/>
              <a:gd name="connsiteX143" fmla="*/ 3364086 w 7467600"/>
              <a:gd name="connsiteY143" fmla="*/ 4480340 h 6858000"/>
              <a:gd name="connsiteX144" fmla="*/ 3225818 w 7467600"/>
              <a:gd name="connsiteY144" fmla="*/ 4411822 h 6858000"/>
              <a:gd name="connsiteX145" fmla="*/ 3129696 w 7467600"/>
              <a:gd name="connsiteY145" fmla="*/ 4360704 h 6858000"/>
              <a:gd name="connsiteX146" fmla="*/ 2814545 w 7467600"/>
              <a:gd name="connsiteY146" fmla="*/ 4282955 h 6858000"/>
              <a:gd name="connsiteX147" fmla="*/ 2305292 w 7467600"/>
              <a:gd name="connsiteY147" fmla="*/ 4219492 h 6858000"/>
              <a:gd name="connsiteX148" fmla="*/ 2626982 w 7467600"/>
              <a:gd name="connsiteY148" fmla="*/ 4206450 h 6858000"/>
              <a:gd name="connsiteX149" fmla="*/ 2490617 w 7467600"/>
              <a:gd name="connsiteY149" fmla="*/ 4206951 h 6858000"/>
              <a:gd name="connsiteX150" fmla="*/ 2819869 w 7467600"/>
              <a:gd name="connsiteY150" fmla="*/ 4252936 h 6858000"/>
              <a:gd name="connsiteX151" fmla="*/ 3143018 w 7467600"/>
              <a:gd name="connsiteY151" fmla="*/ 4332698 h 6858000"/>
              <a:gd name="connsiteX152" fmla="*/ 3241520 w 7467600"/>
              <a:gd name="connsiteY152" fmla="*/ 4385112 h 6858000"/>
              <a:gd name="connsiteX153" fmla="*/ 3374575 w 7467600"/>
              <a:gd name="connsiteY153" fmla="*/ 4451517 h 6858000"/>
              <a:gd name="connsiteX154" fmla="*/ 3505221 w 7467600"/>
              <a:gd name="connsiteY154" fmla="*/ 4480757 h 6858000"/>
              <a:gd name="connsiteX155" fmla="*/ 2626982 w 7467600"/>
              <a:gd name="connsiteY155" fmla="*/ 4206450 h 6858000"/>
              <a:gd name="connsiteX156" fmla="*/ 1310106 w 7467600"/>
              <a:gd name="connsiteY156" fmla="*/ 3943217 h 6858000"/>
              <a:gd name="connsiteX157" fmla="*/ 854994 w 7467600"/>
              <a:gd name="connsiteY157" fmla="*/ 4399136 h 6858000"/>
              <a:gd name="connsiteX158" fmla="*/ 742462 w 7467600"/>
              <a:gd name="connsiteY158" fmla="*/ 4594648 h 6858000"/>
              <a:gd name="connsiteX159" fmla="*/ 820602 w 7467600"/>
              <a:gd name="connsiteY159" fmla="*/ 4485915 h 6858000"/>
              <a:gd name="connsiteX160" fmla="*/ 878295 w 7467600"/>
              <a:gd name="connsiteY160" fmla="*/ 4403594 h 6858000"/>
              <a:gd name="connsiteX161" fmla="*/ 1240607 w 7467600"/>
              <a:gd name="connsiteY161" fmla="*/ 4010401 h 6858000"/>
              <a:gd name="connsiteX162" fmla="*/ 1310106 w 7467600"/>
              <a:gd name="connsiteY162" fmla="*/ 3943217 h 6858000"/>
              <a:gd name="connsiteX163" fmla="*/ 1423113 w 7467600"/>
              <a:gd name="connsiteY163" fmla="*/ 3874565 h 6858000"/>
              <a:gd name="connsiteX164" fmla="*/ 1260565 w 7467600"/>
              <a:gd name="connsiteY164" fmla="*/ 4031982 h 6858000"/>
              <a:gd name="connsiteX165" fmla="*/ 901900 w 7467600"/>
              <a:gd name="connsiteY165" fmla="*/ 4421236 h 6858000"/>
              <a:gd name="connsiteX166" fmla="*/ 845044 w 7467600"/>
              <a:gd name="connsiteY166" fmla="*/ 4502436 h 6858000"/>
              <a:gd name="connsiteX167" fmla="*/ 685926 w 7467600"/>
              <a:gd name="connsiteY167" fmla="*/ 4703069 h 6858000"/>
              <a:gd name="connsiteX168" fmla="*/ 684248 w 7467600"/>
              <a:gd name="connsiteY168" fmla="*/ 4706721 h 6858000"/>
              <a:gd name="connsiteX169" fmla="*/ 1423113 w 7467600"/>
              <a:gd name="connsiteY169" fmla="*/ 3874565 h 6858000"/>
              <a:gd name="connsiteX170" fmla="*/ 3316479 w 7467600"/>
              <a:gd name="connsiteY170" fmla="*/ 3872136 h 6858000"/>
              <a:gd name="connsiteX171" fmla="*/ 3546806 w 7467600"/>
              <a:gd name="connsiteY171" fmla="*/ 4356139 h 6858000"/>
              <a:gd name="connsiteX172" fmla="*/ 3364433 w 7467600"/>
              <a:gd name="connsiteY172" fmla="*/ 3953121 h 6858000"/>
              <a:gd name="connsiteX173" fmla="*/ 3316479 w 7467600"/>
              <a:gd name="connsiteY173" fmla="*/ 3872136 h 6858000"/>
              <a:gd name="connsiteX174" fmla="*/ 3291335 w 7467600"/>
              <a:gd name="connsiteY174" fmla="*/ 3767420 h 6858000"/>
              <a:gd name="connsiteX175" fmla="*/ 3390805 w 7467600"/>
              <a:gd name="connsiteY175" fmla="*/ 3937163 h 6858000"/>
              <a:gd name="connsiteX176" fmla="*/ 3579062 w 7467600"/>
              <a:gd name="connsiteY176" fmla="*/ 4359040 h 6858000"/>
              <a:gd name="connsiteX177" fmla="*/ 3467355 w 7467600"/>
              <a:gd name="connsiteY177" fmla="*/ 3988130 h 6858000"/>
              <a:gd name="connsiteX178" fmla="*/ 3310753 w 7467600"/>
              <a:gd name="connsiteY178" fmla="*/ 3787140 h 6858000"/>
              <a:gd name="connsiteX179" fmla="*/ 3291335 w 7467600"/>
              <a:gd name="connsiteY179" fmla="*/ 3767420 h 6858000"/>
              <a:gd name="connsiteX180" fmla="*/ 1635889 w 7467600"/>
              <a:gd name="connsiteY180" fmla="*/ 3709494 h 6858000"/>
              <a:gd name="connsiteX181" fmla="*/ 1634800 w 7467600"/>
              <a:gd name="connsiteY181" fmla="*/ 3731111 h 6858000"/>
              <a:gd name="connsiteX182" fmla="*/ 1635889 w 7467600"/>
              <a:gd name="connsiteY182" fmla="*/ 3709494 h 6858000"/>
              <a:gd name="connsiteX183" fmla="*/ 1510397 w 7467600"/>
              <a:gd name="connsiteY183" fmla="*/ 3684705 h 6858000"/>
              <a:gd name="connsiteX184" fmla="*/ 1146550 w 7467600"/>
              <a:gd name="connsiteY184" fmla="*/ 3802012 h 6858000"/>
              <a:gd name="connsiteX185" fmla="*/ 698834 w 7467600"/>
              <a:gd name="connsiteY185" fmla="*/ 3952272 h 6858000"/>
              <a:gd name="connsiteX186" fmla="*/ 34256 w 7467600"/>
              <a:gd name="connsiteY186" fmla="*/ 4347603 h 6858000"/>
              <a:gd name="connsiteX187" fmla="*/ 527241 w 7467600"/>
              <a:gd name="connsiteY187" fmla="*/ 4065078 h 6858000"/>
              <a:gd name="connsiteX188" fmla="*/ 1510397 w 7467600"/>
              <a:gd name="connsiteY188" fmla="*/ 3684705 h 6858000"/>
              <a:gd name="connsiteX189" fmla="*/ 1313114 w 7467600"/>
              <a:gd name="connsiteY189" fmla="*/ 3655216 h 6858000"/>
              <a:gd name="connsiteX190" fmla="*/ 1109304 w 7467600"/>
              <a:gd name="connsiteY190" fmla="*/ 3669030 h 6858000"/>
              <a:gd name="connsiteX191" fmla="*/ 8129 w 7467600"/>
              <a:gd name="connsiteY191" fmla="*/ 4330519 h 6858000"/>
              <a:gd name="connsiteX192" fmla="*/ 687572 w 7467600"/>
              <a:gd name="connsiteY192" fmla="*/ 3925629 h 6858000"/>
              <a:gd name="connsiteX193" fmla="*/ 1138365 w 7467600"/>
              <a:gd name="connsiteY193" fmla="*/ 3774515 h 6858000"/>
              <a:gd name="connsiteX194" fmla="*/ 1505579 w 7467600"/>
              <a:gd name="connsiteY194" fmla="*/ 3655526 h 6858000"/>
              <a:gd name="connsiteX195" fmla="*/ 1313114 w 7467600"/>
              <a:gd name="connsiteY195" fmla="*/ 3655216 h 6858000"/>
              <a:gd name="connsiteX196" fmla="*/ 3655073 w 7467600"/>
              <a:gd name="connsiteY196" fmla="*/ 3650884 h 6858000"/>
              <a:gd name="connsiteX197" fmla="*/ 3989938 w 7467600"/>
              <a:gd name="connsiteY197" fmla="*/ 3991685 h 6858000"/>
              <a:gd name="connsiteX198" fmla="*/ 4393907 w 7467600"/>
              <a:gd name="connsiteY198" fmla="*/ 4261258 h 6858000"/>
              <a:gd name="connsiteX199" fmla="*/ 4648051 w 7467600"/>
              <a:gd name="connsiteY199" fmla="*/ 4374051 h 6858000"/>
              <a:gd name="connsiteX200" fmla="*/ 4383389 w 7467600"/>
              <a:gd name="connsiteY200" fmla="*/ 4184369 h 6858000"/>
              <a:gd name="connsiteX201" fmla="*/ 4165508 w 7467600"/>
              <a:gd name="connsiteY201" fmla="*/ 4035196 h 6858000"/>
              <a:gd name="connsiteX202" fmla="*/ 4068162 w 7467600"/>
              <a:gd name="connsiteY202" fmla="*/ 3953394 h 6858000"/>
              <a:gd name="connsiteX203" fmla="*/ 3981416 w 7467600"/>
              <a:gd name="connsiteY203" fmla="*/ 3880482 h 6858000"/>
              <a:gd name="connsiteX204" fmla="*/ 3800147 w 7467600"/>
              <a:gd name="connsiteY204" fmla="*/ 3749872 h 6858000"/>
              <a:gd name="connsiteX205" fmla="*/ 3655073 w 7467600"/>
              <a:gd name="connsiteY205" fmla="*/ 3650884 h 6858000"/>
              <a:gd name="connsiteX206" fmla="*/ 3670252 w 7467600"/>
              <a:gd name="connsiteY206" fmla="*/ 3622798 h 6858000"/>
              <a:gd name="connsiteX207" fmla="*/ 3817258 w 7467600"/>
              <a:gd name="connsiteY207" fmla="*/ 3723577 h 6858000"/>
              <a:gd name="connsiteX208" fmla="*/ 4000461 w 7467600"/>
              <a:gd name="connsiteY208" fmla="*/ 3855966 h 6858000"/>
              <a:gd name="connsiteX209" fmla="*/ 4088180 w 7467600"/>
              <a:gd name="connsiteY209" fmla="*/ 3929774 h 6858000"/>
              <a:gd name="connsiteX210" fmla="*/ 4184555 w 7467600"/>
              <a:gd name="connsiteY210" fmla="*/ 4010683 h 6858000"/>
              <a:gd name="connsiteX211" fmla="*/ 4399563 w 7467600"/>
              <a:gd name="connsiteY211" fmla="*/ 4158106 h 6858000"/>
              <a:gd name="connsiteX212" fmla="*/ 4684469 w 7467600"/>
              <a:gd name="connsiteY212" fmla="*/ 4364680 h 6858000"/>
              <a:gd name="connsiteX213" fmla="*/ 4690271 w 7467600"/>
              <a:gd name="connsiteY213" fmla="*/ 4370034 h 6858000"/>
              <a:gd name="connsiteX214" fmla="*/ 4136093 w 7467600"/>
              <a:gd name="connsiteY214" fmla="*/ 3858466 h 6858000"/>
              <a:gd name="connsiteX215" fmla="*/ 3670252 w 7467600"/>
              <a:gd name="connsiteY215" fmla="*/ 3622798 h 6858000"/>
              <a:gd name="connsiteX216" fmla="*/ 4440129 w 7467600"/>
              <a:gd name="connsiteY216" fmla="*/ 3448571 h 6858000"/>
              <a:gd name="connsiteX217" fmla="*/ 4856525 w 7467600"/>
              <a:gd name="connsiteY217" fmla="*/ 3915351 h 6858000"/>
              <a:gd name="connsiteX218" fmla="*/ 5059055 w 7467600"/>
              <a:gd name="connsiteY218" fmla="*/ 4108918 h 6858000"/>
              <a:gd name="connsiteX219" fmla="*/ 5290070 w 7467600"/>
              <a:gd name="connsiteY219" fmla="*/ 4263619 h 6858000"/>
              <a:gd name="connsiteX220" fmla="*/ 4834991 w 7467600"/>
              <a:gd name="connsiteY220" fmla="*/ 3830985 h 6858000"/>
              <a:gd name="connsiteX221" fmla="*/ 4440129 w 7467600"/>
              <a:gd name="connsiteY221" fmla="*/ 3448571 h 6858000"/>
              <a:gd name="connsiteX222" fmla="*/ 4441737 w 7467600"/>
              <a:gd name="connsiteY222" fmla="*/ 3399734 h 6858000"/>
              <a:gd name="connsiteX223" fmla="*/ 4431236 w 7467600"/>
              <a:gd name="connsiteY223" fmla="*/ 3400954 h 6858000"/>
              <a:gd name="connsiteX224" fmla="*/ 4557150 w 7467600"/>
              <a:gd name="connsiteY224" fmla="*/ 3510023 h 6858000"/>
              <a:gd name="connsiteX225" fmla="*/ 4856936 w 7467600"/>
              <a:gd name="connsiteY225" fmla="*/ 3809146 h 6858000"/>
              <a:gd name="connsiteX226" fmla="*/ 5111996 w 7467600"/>
              <a:gd name="connsiteY226" fmla="*/ 4065759 h 6858000"/>
              <a:gd name="connsiteX227" fmla="*/ 5388878 w 7467600"/>
              <a:gd name="connsiteY227" fmla="*/ 4300185 h 6858000"/>
              <a:gd name="connsiteX228" fmla="*/ 5425556 w 7467600"/>
              <a:gd name="connsiteY228" fmla="*/ 4308967 h 6858000"/>
              <a:gd name="connsiteX229" fmla="*/ 4943646 w 7467600"/>
              <a:gd name="connsiteY229" fmla="*/ 3822916 h 6858000"/>
              <a:gd name="connsiteX230" fmla="*/ 4594837 w 7467600"/>
              <a:gd name="connsiteY230" fmla="*/ 3532274 h 6858000"/>
              <a:gd name="connsiteX231" fmla="*/ 4441737 w 7467600"/>
              <a:gd name="connsiteY231" fmla="*/ 3399734 h 6858000"/>
              <a:gd name="connsiteX232" fmla="*/ 5425834 w 7467600"/>
              <a:gd name="connsiteY232" fmla="*/ 3162785 h 6858000"/>
              <a:gd name="connsiteX233" fmla="*/ 5401644 w 7467600"/>
              <a:gd name="connsiteY233" fmla="*/ 3617847 h 6858000"/>
              <a:gd name="connsiteX234" fmla="*/ 5467256 w 7467600"/>
              <a:gd name="connsiteY234" fmla="*/ 4175494 h 6858000"/>
              <a:gd name="connsiteX235" fmla="*/ 5448069 w 7467600"/>
              <a:gd name="connsiteY235" fmla="*/ 3567554 h 6858000"/>
              <a:gd name="connsiteX236" fmla="*/ 5425834 w 7467600"/>
              <a:gd name="connsiteY236" fmla="*/ 3162785 h 6858000"/>
              <a:gd name="connsiteX237" fmla="*/ 1318687 w 7467600"/>
              <a:gd name="connsiteY237" fmla="*/ 3113840 h 6858000"/>
              <a:gd name="connsiteX238" fmla="*/ 1066793 w 7467600"/>
              <a:gd name="connsiteY238" fmla="*/ 3212171 h 6858000"/>
              <a:gd name="connsiteX239" fmla="*/ 993319 w 7467600"/>
              <a:gd name="connsiteY239" fmla="*/ 3247648 h 6858000"/>
              <a:gd name="connsiteX240" fmla="*/ 853081 w 7467600"/>
              <a:gd name="connsiteY240" fmla="*/ 3312410 h 6858000"/>
              <a:gd name="connsiteX241" fmla="*/ 805957 w 7467600"/>
              <a:gd name="connsiteY241" fmla="*/ 3330443 h 6858000"/>
              <a:gd name="connsiteX242" fmla="*/ 1318687 w 7467600"/>
              <a:gd name="connsiteY242" fmla="*/ 3113840 h 6858000"/>
              <a:gd name="connsiteX243" fmla="*/ 5453702 w 7467600"/>
              <a:gd name="connsiteY243" fmla="*/ 3090882 h 6858000"/>
              <a:gd name="connsiteX244" fmla="*/ 5480135 w 7467600"/>
              <a:gd name="connsiteY244" fmla="*/ 3565802 h 6858000"/>
              <a:gd name="connsiteX245" fmla="*/ 5499023 w 7467600"/>
              <a:gd name="connsiteY245" fmla="*/ 4166310 h 6858000"/>
              <a:gd name="connsiteX246" fmla="*/ 5547022 w 7467600"/>
              <a:gd name="connsiteY246" fmla="*/ 3607838 h 6858000"/>
              <a:gd name="connsiteX247" fmla="*/ 5515964 w 7467600"/>
              <a:gd name="connsiteY247" fmla="*/ 3378541 h 6858000"/>
              <a:gd name="connsiteX248" fmla="*/ 5453702 w 7467600"/>
              <a:gd name="connsiteY248" fmla="*/ 3090882 h 6858000"/>
              <a:gd name="connsiteX249" fmla="*/ 1238695 w 7467600"/>
              <a:gd name="connsiteY249" fmla="*/ 3076820 h 6858000"/>
              <a:gd name="connsiteX250" fmla="*/ 716371 w 7467600"/>
              <a:gd name="connsiteY250" fmla="*/ 3293249 h 6858000"/>
              <a:gd name="connsiteX251" fmla="*/ 579522 w 7467600"/>
              <a:gd name="connsiteY251" fmla="*/ 3371759 h 6858000"/>
              <a:gd name="connsiteX252" fmla="*/ 600288 w 7467600"/>
              <a:gd name="connsiteY252" fmla="*/ 3365555 h 6858000"/>
              <a:gd name="connsiteX253" fmla="*/ 840692 w 7467600"/>
              <a:gd name="connsiteY253" fmla="*/ 3284921 h 6858000"/>
              <a:gd name="connsiteX254" fmla="*/ 979248 w 7467600"/>
              <a:gd name="connsiteY254" fmla="*/ 3221003 h 6858000"/>
              <a:gd name="connsiteX255" fmla="*/ 1053282 w 7467600"/>
              <a:gd name="connsiteY255" fmla="*/ 3185247 h 6858000"/>
              <a:gd name="connsiteX256" fmla="*/ 1320603 w 7467600"/>
              <a:gd name="connsiteY256" fmla="*/ 3081281 h 6858000"/>
              <a:gd name="connsiteX257" fmla="*/ 1238695 w 7467600"/>
              <a:gd name="connsiteY257" fmla="*/ 3076820 h 6858000"/>
              <a:gd name="connsiteX258" fmla="*/ 5425627 w 7467600"/>
              <a:gd name="connsiteY258" fmla="*/ 2954192 h 6858000"/>
              <a:gd name="connsiteX259" fmla="*/ 5470770 w 7467600"/>
              <a:gd name="connsiteY259" fmla="*/ 3005435 h 6858000"/>
              <a:gd name="connsiteX260" fmla="*/ 5519779 w 7467600"/>
              <a:gd name="connsiteY260" fmla="*/ 4359223 h 6858000"/>
              <a:gd name="connsiteX261" fmla="*/ 5520293 w 7467600"/>
              <a:gd name="connsiteY261" fmla="*/ 4360602 h 6858000"/>
              <a:gd name="connsiteX262" fmla="*/ 5767221 w 7467600"/>
              <a:gd name="connsiteY262" fmla="*/ 4665564 h 6858000"/>
              <a:gd name="connsiteX263" fmla="*/ 6937169 w 7467600"/>
              <a:gd name="connsiteY263" fmla="*/ 4815941 h 6858000"/>
              <a:gd name="connsiteX264" fmla="*/ 6953922 w 7467600"/>
              <a:gd name="connsiteY264" fmla="*/ 4890068 h 6858000"/>
              <a:gd name="connsiteX265" fmla="*/ 6071359 w 7467600"/>
              <a:gd name="connsiteY265" fmla="*/ 4770770 h 6858000"/>
              <a:gd name="connsiteX266" fmla="*/ 6038839 w 7467600"/>
              <a:gd name="connsiteY266" fmla="*/ 4764474 h 6858000"/>
              <a:gd name="connsiteX267" fmla="*/ 6038706 w 7467600"/>
              <a:gd name="connsiteY267" fmla="*/ 4763847 h 6858000"/>
              <a:gd name="connsiteX268" fmla="*/ 6037784 w 7467600"/>
              <a:gd name="connsiteY268" fmla="*/ 4764270 h 6858000"/>
              <a:gd name="connsiteX269" fmla="*/ 6038839 w 7467600"/>
              <a:gd name="connsiteY269" fmla="*/ 4764474 h 6858000"/>
              <a:gd name="connsiteX270" fmla="*/ 6040338 w 7467600"/>
              <a:gd name="connsiteY270" fmla="*/ 4771418 h 6858000"/>
              <a:gd name="connsiteX271" fmla="*/ 6024488 w 7467600"/>
              <a:gd name="connsiteY271" fmla="*/ 4809903 h 6858000"/>
              <a:gd name="connsiteX272" fmla="*/ 5599771 w 7467600"/>
              <a:gd name="connsiteY272" fmla="*/ 5509652 h 6858000"/>
              <a:gd name="connsiteX273" fmla="*/ 5548843 w 7467600"/>
              <a:gd name="connsiteY273" fmla="*/ 5563845 h 6858000"/>
              <a:gd name="connsiteX274" fmla="*/ 5940952 w 7467600"/>
              <a:gd name="connsiteY274" fmla="*/ 6250028 h 6858000"/>
              <a:gd name="connsiteX275" fmla="*/ 6043441 w 7467600"/>
              <a:gd name="connsiteY275" fmla="*/ 6665847 h 6858000"/>
              <a:gd name="connsiteX276" fmla="*/ 6093432 w 7467600"/>
              <a:gd name="connsiteY276" fmla="*/ 6858000 h 6858000"/>
              <a:gd name="connsiteX277" fmla="*/ 6034344 w 7467600"/>
              <a:gd name="connsiteY277" fmla="*/ 6858000 h 6858000"/>
              <a:gd name="connsiteX278" fmla="*/ 6026679 w 7467600"/>
              <a:gd name="connsiteY278" fmla="*/ 6836959 h 6858000"/>
              <a:gd name="connsiteX279" fmla="*/ 5800441 w 7467600"/>
              <a:gd name="connsiteY279" fmla="*/ 6335286 h 6858000"/>
              <a:gd name="connsiteX280" fmla="*/ 5526562 w 7467600"/>
              <a:gd name="connsiteY280" fmla="*/ 5705388 h 6858000"/>
              <a:gd name="connsiteX281" fmla="*/ 5519640 w 7467600"/>
              <a:gd name="connsiteY281" fmla="*/ 5683774 h 6858000"/>
              <a:gd name="connsiteX282" fmla="*/ 5844559 w 7467600"/>
              <a:gd name="connsiteY282" fmla="*/ 6553349 h 6858000"/>
              <a:gd name="connsiteX283" fmla="*/ 5975994 w 7467600"/>
              <a:gd name="connsiteY283" fmla="*/ 6858000 h 6858000"/>
              <a:gd name="connsiteX284" fmla="*/ 5898547 w 7467600"/>
              <a:gd name="connsiteY284" fmla="*/ 6858000 h 6858000"/>
              <a:gd name="connsiteX285" fmla="*/ 5682041 w 7467600"/>
              <a:gd name="connsiteY285" fmla="*/ 6355860 h 6858000"/>
              <a:gd name="connsiteX286" fmla="*/ 5461758 w 7467600"/>
              <a:gd name="connsiteY286" fmla="*/ 5820220 h 6858000"/>
              <a:gd name="connsiteX287" fmla="*/ 5237282 w 7467600"/>
              <a:gd name="connsiteY287" fmla="*/ 6579086 h 6858000"/>
              <a:gd name="connsiteX288" fmla="*/ 5115009 w 7467600"/>
              <a:gd name="connsiteY288" fmla="*/ 6858000 h 6858000"/>
              <a:gd name="connsiteX289" fmla="*/ 5028074 w 7467600"/>
              <a:gd name="connsiteY289" fmla="*/ 6858000 h 6858000"/>
              <a:gd name="connsiteX290" fmla="*/ 5079508 w 7467600"/>
              <a:gd name="connsiteY290" fmla="*/ 6749074 h 6858000"/>
              <a:gd name="connsiteX291" fmla="*/ 5371846 w 7467600"/>
              <a:gd name="connsiteY291" fmla="*/ 5924413 h 6858000"/>
              <a:gd name="connsiteX292" fmla="*/ 5270512 w 7467600"/>
              <a:gd name="connsiteY292" fmla="*/ 6138975 h 6858000"/>
              <a:gd name="connsiteX293" fmla="*/ 5062409 w 7467600"/>
              <a:gd name="connsiteY293" fmla="*/ 6653544 h 6858000"/>
              <a:gd name="connsiteX294" fmla="*/ 5036628 w 7467600"/>
              <a:gd name="connsiteY294" fmla="*/ 6754247 h 6858000"/>
              <a:gd name="connsiteX295" fmla="*/ 5009112 w 7467600"/>
              <a:gd name="connsiteY295" fmla="*/ 6858000 h 6858000"/>
              <a:gd name="connsiteX296" fmla="*/ 4976679 w 7467600"/>
              <a:gd name="connsiteY296" fmla="*/ 6858000 h 6858000"/>
              <a:gd name="connsiteX297" fmla="*/ 5006537 w 7467600"/>
              <a:gd name="connsiteY297" fmla="*/ 6747068 h 6858000"/>
              <a:gd name="connsiteX298" fmla="*/ 5032723 w 7467600"/>
              <a:gd name="connsiteY298" fmla="*/ 6644957 h 6858000"/>
              <a:gd name="connsiteX299" fmla="*/ 5242949 w 7467600"/>
              <a:gd name="connsiteY299" fmla="*/ 6125175 h 6858000"/>
              <a:gd name="connsiteX300" fmla="*/ 5286321 w 7467600"/>
              <a:gd name="connsiteY300" fmla="*/ 6033555 h 6858000"/>
              <a:gd name="connsiteX301" fmla="*/ 5008210 w 7467600"/>
              <a:gd name="connsiteY301" fmla="*/ 6649194 h 6858000"/>
              <a:gd name="connsiteX302" fmla="*/ 4986321 w 7467600"/>
              <a:gd name="connsiteY302" fmla="*/ 6765687 h 6858000"/>
              <a:gd name="connsiteX303" fmla="*/ 4973474 w 7467600"/>
              <a:gd name="connsiteY303" fmla="*/ 6858000 h 6858000"/>
              <a:gd name="connsiteX304" fmla="*/ 4907178 w 7467600"/>
              <a:gd name="connsiteY304" fmla="*/ 6858000 h 6858000"/>
              <a:gd name="connsiteX305" fmla="*/ 4910810 w 7467600"/>
              <a:gd name="connsiteY305" fmla="*/ 6829660 h 6858000"/>
              <a:gd name="connsiteX306" fmla="*/ 4987461 w 7467600"/>
              <a:gd name="connsiteY306" fmla="*/ 6432994 h 6858000"/>
              <a:gd name="connsiteX307" fmla="*/ 5179262 w 7467600"/>
              <a:gd name="connsiteY307" fmla="*/ 6035044 h 6858000"/>
              <a:gd name="connsiteX308" fmla="*/ 4689678 w 7467600"/>
              <a:gd name="connsiteY308" fmla="*/ 6440241 h 6858000"/>
              <a:gd name="connsiteX309" fmla="*/ 4477543 w 7467600"/>
              <a:gd name="connsiteY309" fmla="*/ 6674836 h 6858000"/>
              <a:gd name="connsiteX310" fmla="*/ 4329957 w 7467600"/>
              <a:gd name="connsiteY310" fmla="*/ 6858000 h 6858000"/>
              <a:gd name="connsiteX311" fmla="*/ 4218595 w 7467600"/>
              <a:gd name="connsiteY311" fmla="*/ 6858000 h 6858000"/>
              <a:gd name="connsiteX312" fmla="*/ 4368888 w 7467600"/>
              <a:gd name="connsiteY312" fmla="*/ 6668412 h 6858000"/>
              <a:gd name="connsiteX313" fmla="*/ 4563091 w 7467600"/>
              <a:gd name="connsiteY313" fmla="*/ 6442508 h 6858000"/>
              <a:gd name="connsiteX314" fmla="*/ 5387324 w 7467600"/>
              <a:gd name="connsiteY314" fmla="*/ 5705830 h 6858000"/>
              <a:gd name="connsiteX315" fmla="*/ 5073620 w 7467600"/>
              <a:gd name="connsiteY315" fmla="*/ 5955437 h 6858000"/>
              <a:gd name="connsiteX316" fmla="*/ 4689789 w 7467600"/>
              <a:gd name="connsiteY316" fmla="*/ 6268382 h 6858000"/>
              <a:gd name="connsiteX317" fmla="*/ 4418722 w 7467600"/>
              <a:gd name="connsiteY317" fmla="*/ 6570886 h 6858000"/>
              <a:gd name="connsiteX318" fmla="*/ 4214944 w 7467600"/>
              <a:gd name="connsiteY318" fmla="*/ 6858000 h 6858000"/>
              <a:gd name="connsiteX319" fmla="*/ 4177898 w 7467600"/>
              <a:gd name="connsiteY319" fmla="*/ 6858000 h 6858000"/>
              <a:gd name="connsiteX320" fmla="*/ 4391597 w 7467600"/>
              <a:gd name="connsiteY320" fmla="*/ 6556370 h 6858000"/>
              <a:gd name="connsiteX321" fmla="*/ 4668889 w 7467600"/>
              <a:gd name="connsiteY321" fmla="*/ 6246399 h 6858000"/>
              <a:gd name="connsiteX322" fmla="*/ 5055427 w 7467600"/>
              <a:gd name="connsiteY322" fmla="*/ 5931476 h 6858000"/>
              <a:gd name="connsiteX323" fmla="*/ 5371814 w 7467600"/>
              <a:gd name="connsiteY323" fmla="*/ 5678975 h 6858000"/>
              <a:gd name="connsiteX324" fmla="*/ 4987918 w 7467600"/>
              <a:gd name="connsiteY324" fmla="*/ 5838701 h 6858000"/>
              <a:gd name="connsiteX325" fmla="*/ 4317146 w 7467600"/>
              <a:gd name="connsiteY325" fmla="*/ 6587716 h 6858000"/>
              <a:gd name="connsiteX326" fmla="*/ 4171627 w 7467600"/>
              <a:gd name="connsiteY326" fmla="*/ 6858000 h 6858000"/>
              <a:gd name="connsiteX327" fmla="*/ 4081585 w 7467600"/>
              <a:gd name="connsiteY327" fmla="*/ 6858000 h 6858000"/>
              <a:gd name="connsiteX328" fmla="*/ 4238603 w 7467600"/>
              <a:gd name="connsiteY328" fmla="*/ 6559341 h 6858000"/>
              <a:gd name="connsiteX329" fmla="*/ 4778333 w 7467600"/>
              <a:gd name="connsiteY329" fmla="*/ 5873626 h 6858000"/>
              <a:gd name="connsiteX330" fmla="*/ 5414185 w 7467600"/>
              <a:gd name="connsiteY330" fmla="*/ 5573882 h 6858000"/>
              <a:gd name="connsiteX331" fmla="*/ 5959648 w 7467600"/>
              <a:gd name="connsiteY331" fmla="*/ 4760797 h 6858000"/>
              <a:gd name="connsiteX332" fmla="*/ 5355019 w 7467600"/>
              <a:gd name="connsiteY332" fmla="*/ 4734672 h 6858000"/>
              <a:gd name="connsiteX333" fmla="*/ 5083565 w 7467600"/>
              <a:gd name="connsiteY333" fmla="*/ 5179121 h 6858000"/>
              <a:gd name="connsiteX334" fmla="*/ 4713577 w 7467600"/>
              <a:gd name="connsiteY334" fmla="*/ 5616803 h 6858000"/>
              <a:gd name="connsiteX335" fmla="*/ 3989559 w 7467600"/>
              <a:gd name="connsiteY335" fmla="*/ 6145945 h 6858000"/>
              <a:gd name="connsiteX336" fmla="*/ 3939824 w 7467600"/>
              <a:gd name="connsiteY336" fmla="*/ 6066900 h 6858000"/>
              <a:gd name="connsiteX337" fmla="*/ 4584537 w 7467600"/>
              <a:gd name="connsiteY337" fmla="*/ 5324826 h 6858000"/>
              <a:gd name="connsiteX338" fmla="*/ 5037105 w 7467600"/>
              <a:gd name="connsiteY338" fmla="*/ 5088765 h 6858000"/>
              <a:gd name="connsiteX339" fmla="*/ 5039930 w 7467600"/>
              <a:gd name="connsiteY339" fmla="*/ 5089585 h 6858000"/>
              <a:gd name="connsiteX340" fmla="*/ 5263764 w 7467600"/>
              <a:gd name="connsiteY340" fmla="*/ 4735525 h 6858000"/>
              <a:gd name="connsiteX341" fmla="*/ 4086300 w 7467600"/>
              <a:gd name="connsiteY341" fmla="*/ 4884599 h 6858000"/>
              <a:gd name="connsiteX342" fmla="*/ 4085485 w 7467600"/>
              <a:gd name="connsiteY342" fmla="*/ 4899070 h 6858000"/>
              <a:gd name="connsiteX343" fmla="*/ 3871915 w 7467600"/>
              <a:gd name="connsiteY343" fmla="*/ 5253645 h 6858000"/>
              <a:gd name="connsiteX344" fmla="*/ 3799374 w 7467600"/>
              <a:gd name="connsiteY344" fmla="*/ 5466127 h 6858000"/>
              <a:gd name="connsiteX345" fmla="*/ 3498850 w 7467600"/>
              <a:gd name="connsiteY345" fmla="*/ 6661888 h 6858000"/>
              <a:gd name="connsiteX346" fmla="*/ 3399216 w 7467600"/>
              <a:gd name="connsiteY346" fmla="*/ 6858000 h 6858000"/>
              <a:gd name="connsiteX347" fmla="*/ 3303688 w 7467600"/>
              <a:gd name="connsiteY347" fmla="*/ 6858000 h 6858000"/>
              <a:gd name="connsiteX348" fmla="*/ 3391774 w 7467600"/>
              <a:gd name="connsiteY348" fmla="*/ 6697181 h 6858000"/>
              <a:gd name="connsiteX349" fmla="*/ 3735540 w 7467600"/>
              <a:gd name="connsiteY349" fmla="*/ 5546923 h 6858000"/>
              <a:gd name="connsiteX350" fmla="*/ 3729438 w 7467600"/>
              <a:gd name="connsiteY350" fmla="*/ 5569058 h 6858000"/>
              <a:gd name="connsiteX351" fmla="*/ 3707782 w 7467600"/>
              <a:gd name="connsiteY351" fmla="*/ 5644908 h 6858000"/>
              <a:gd name="connsiteX352" fmla="*/ 3583827 w 7467600"/>
              <a:gd name="connsiteY352" fmla="*/ 6039215 h 6858000"/>
              <a:gd name="connsiteX353" fmla="*/ 3547861 w 7467600"/>
              <a:gd name="connsiteY353" fmla="*/ 6129609 h 6858000"/>
              <a:gd name="connsiteX354" fmla="*/ 3490905 w 7467600"/>
              <a:gd name="connsiteY354" fmla="*/ 6277660 h 6858000"/>
              <a:gd name="connsiteX355" fmla="*/ 3455859 w 7467600"/>
              <a:gd name="connsiteY355" fmla="*/ 6391301 h 6858000"/>
              <a:gd name="connsiteX356" fmla="*/ 3429112 w 7467600"/>
              <a:gd name="connsiteY356" fmla="*/ 6479469 h 6858000"/>
              <a:gd name="connsiteX357" fmla="*/ 3304862 w 7467600"/>
              <a:gd name="connsiteY357" fmla="*/ 6796476 h 6858000"/>
              <a:gd name="connsiteX358" fmla="*/ 3276071 w 7467600"/>
              <a:gd name="connsiteY358" fmla="*/ 6858000 h 6858000"/>
              <a:gd name="connsiteX359" fmla="*/ 3240805 w 7467600"/>
              <a:gd name="connsiteY359" fmla="*/ 6858000 h 6858000"/>
              <a:gd name="connsiteX360" fmla="*/ 3275917 w 7467600"/>
              <a:gd name="connsiteY360" fmla="*/ 6783192 h 6858000"/>
              <a:gd name="connsiteX361" fmla="*/ 3399358 w 7467600"/>
              <a:gd name="connsiteY361" fmla="*/ 6469011 h 6858000"/>
              <a:gd name="connsiteX362" fmla="*/ 3425650 w 7467600"/>
              <a:gd name="connsiteY362" fmla="*/ 6381333 h 6858000"/>
              <a:gd name="connsiteX363" fmla="*/ 3460661 w 7467600"/>
              <a:gd name="connsiteY363" fmla="*/ 6266763 h 6858000"/>
              <a:gd name="connsiteX364" fmla="*/ 3518021 w 7467600"/>
              <a:gd name="connsiteY364" fmla="*/ 6117298 h 6858000"/>
              <a:gd name="connsiteX365" fmla="*/ 3554035 w 7467600"/>
              <a:gd name="connsiteY365" fmla="*/ 6027832 h 6858000"/>
              <a:gd name="connsiteX366" fmla="*/ 3677174 w 7467600"/>
              <a:gd name="connsiteY366" fmla="*/ 5636351 h 6858000"/>
              <a:gd name="connsiteX367" fmla="*/ 3698819 w 7467600"/>
              <a:gd name="connsiteY367" fmla="*/ 5560503 h 6858000"/>
              <a:gd name="connsiteX368" fmla="*/ 3702094 w 7467600"/>
              <a:gd name="connsiteY368" fmla="*/ 5549194 h 6858000"/>
              <a:gd name="connsiteX369" fmla="*/ 3398355 w 7467600"/>
              <a:gd name="connsiteY369" fmla="*/ 6094603 h 6858000"/>
              <a:gd name="connsiteX370" fmla="*/ 3193941 w 7467600"/>
              <a:gd name="connsiteY370" fmla="*/ 6798775 h 6858000"/>
              <a:gd name="connsiteX371" fmla="*/ 3184140 w 7467600"/>
              <a:gd name="connsiteY371" fmla="*/ 6858000 h 6858000"/>
              <a:gd name="connsiteX372" fmla="*/ 3099978 w 7467600"/>
              <a:gd name="connsiteY372" fmla="*/ 6858000 h 6858000"/>
              <a:gd name="connsiteX373" fmla="*/ 3101556 w 7467600"/>
              <a:gd name="connsiteY373" fmla="*/ 6843337 h 6858000"/>
              <a:gd name="connsiteX374" fmla="*/ 3370162 w 7467600"/>
              <a:gd name="connsiteY374" fmla="*/ 5785550 h 6858000"/>
              <a:gd name="connsiteX375" fmla="*/ 3746477 w 7467600"/>
              <a:gd name="connsiteY375" fmla="*/ 5377889 h 6858000"/>
              <a:gd name="connsiteX376" fmla="*/ 3863399 w 7467600"/>
              <a:gd name="connsiteY376" fmla="*/ 5087257 h 6858000"/>
              <a:gd name="connsiteX377" fmla="*/ 3968712 w 7467600"/>
              <a:gd name="connsiteY377" fmla="*/ 4913989 h 6858000"/>
              <a:gd name="connsiteX378" fmla="*/ 2792390 w 7467600"/>
              <a:gd name="connsiteY378" fmla="*/ 5382974 h 6858000"/>
              <a:gd name="connsiteX379" fmla="*/ 2714982 w 7467600"/>
              <a:gd name="connsiteY379" fmla="*/ 5427051 h 6858000"/>
              <a:gd name="connsiteX380" fmla="*/ 2813361 w 7467600"/>
              <a:gd name="connsiteY380" fmla="*/ 6023912 h 6858000"/>
              <a:gd name="connsiteX381" fmla="*/ 2688430 w 7467600"/>
              <a:gd name="connsiteY381" fmla="*/ 6801564 h 6858000"/>
              <a:gd name="connsiteX382" fmla="*/ 2629626 w 7467600"/>
              <a:gd name="connsiteY382" fmla="*/ 6763394 h 6858000"/>
              <a:gd name="connsiteX383" fmla="*/ 2565328 w 7467600"/>
              <a:gd name="connsiteY383" fmla="*/ 5516399 h 6858000"/>
              <a:gd name="connsiteX384" fmla="*/ 1922999 w 7467600"/>
              <a:gd name="connsiteY384" fmla="*/ 5980343 h 6858000"/>
              <a:gd name="connsiteX385" fmla="*/ 1950261 w 7467600"/>
              <a:gd name="connsiteY385" fmla="*/ 6405858 h 6858000"/>
              <a:gd name="connsiteX386" fmla="*/ 2365554 w 7467600"/>
              <a:gd name="connsiteY386" fmla="*/ 6759107 h 6858000"/>
              <a:gd name="connsiteX387" fmla="*/ 2424142 w 7467600"/>
              <a:gd name="connsiteY387" fmla="*/ 6858000 h 6858000"/>
              <a:gd name="connsiteX388" fmla="*/ 2395994 w 7467600"/>
              <a:gd name="connsiteY388" fmla="*/ 6858000 h 6858000"/>
              <a:gd name="connsiteX389" fmla="*/ 2392863 w 7467600"/>
              <a:gd name="connsiteY389" fmla="*/ 6852964 h 6858000"/>
              <a:gd name="connsiteX390" fmla="*/ 2017589 w 7467600"/>
              <a:gd name="connsiteY390" fmla="*/ 6493982 h 6858000"/>
              <a:gd name="connsiteX391" fmla="*/ 2147336 w 7467600"/>
              <a:gd name="connsiteY391" fmla="*/ 6594052 h 6858000"/>
              <a:gd name="connsiteX392" fmla="*/ 2207047 w 7467600"/>
              <a:gd name="connsiteY392" fmla="*/ 6654540 h 6858000"/>
              <a:gd name="connsiteX393" fmla="*/ 2299106 w 7467600"/>
              <a:gd name="connsiteY393" fmla="*/ 6778931 h 6858000"/>
              <a:gd name="connsiteX394" fmla="*/ 2314430 w 7467600"/>
              <a:gd name="connsiteY394" fmla="*/ 6801144 h 6858000"/>
              <a:gd name="connsiteX395" fmla="*/ 2352406 w 7467600"/>
              <a:gd name="connsiteY395" fmla="*/ 6858000 h 6858000"/>
              <a:gd name="connsiteX396" fmla="*/ 2314492 w 7467600"/>
              <a:gd name="connsiteY396" fmla="*/ 6858000 h 6858000"/>
              <a:gd name="connsiteX397" fmla="*/ 2288095 w 7467600"/>
              <a:gd name="connsiteY397" fmla="*/ 6818030 h 6858000"/>
              <a:gd name="connsiteX398" fmla="*/ 2272768 w 7467600"/>
              <a:gd name="connsiteY398" fmla="*/ 6795822 h 6858000"/>
              <a:gd name="connsiteX399" fmla="*/ 2182715 w 7467600"/>
              <a:gd name="connsiteY399" fmla="*/ 6675071 h 6858000"/>
              <a:gd name="connsiteX400" fmla="*/ 2032061 w 7467600"/>
              <a:gd name="connsiteY400" fmla="*/ 6541380 h 6858000"/>
              <a:gd name="connsiteX401" fmla="*/ 2257220 w 7467600"/>
              <a:gd name="connsiteY401" fmla="*/ 6826257 h 6858000"/>
              <a:gd name="connsiteX402" fmla="*/ 2281324 w 7467600"/>
              <a:gd name="connsiteY402" fmla="*/ 6858000 h 6858000"/>
              <a:gd name="connsiteX403" fmla="*/ 2242860 w 7467600"/>
              <a:gd name="connsiteY403" fmla="*/ 6858000 h 6858000"/>
              <a:gd name="connsiteX404" fmla="*/ 2232818 w 7467600"/>
              <a:gd name="connsiteY404" fmla="*/ 6844926 h 6858000"/>
              <a:gd name="connsiteX405" fmla="*/ 1990172 w 7467600"/>
              <a:gd name="connsiteY405" fmla="*/ 6542121 h 6858000"/>
              <a:gd name="connsiteX406" fmla="*/ 2124090 w 7467600"/>
              <a:gd name="connsiteY406" fmla="*/ 6761017 h 6858000"/>
              <a:gd name="connsiteX407" fmla="*/ 2200380 w 7467600"/>
              <a:gd name="connsiteY407" fmla="*/ 6858000 h 6858000"/>
              <a:gd name="connsiteX408" fmla="*/ 2147507 w 7467600"/>
              <a:gd name="connsiteY408" fmla="*/ 6858000 h 6858000"/>
              <a:gd name="connsiteX409" fmla="*/ 2070668 w 7467600"/>
              <a:gd name="connsiteY409" fmla="*/ 6761520 h 6858000"/>
              <a:gd name="connsiteX410" fmla="*/ 1975142 w 7467600"/>
              <a:gd name="connsiteY410" fmla="*/ 6585570 h 6858000"/>
              <a:gd name="connsiteX411" fmla="*/ 2050035 w 7467600"/>
              <a:gd name="connsiteY411" fmla="*/ 6813345 h 6858000"/>
              <a:gd name="connsiteX412" fmla="*/ 2063025 w 7467600"/>
              <a:gd name="connsiteY412" fmla="*/ 6858000 h 6858000"/>
              <a:gd name="connsiteX413" fmla="*/ 2021675 w 7467600"/>
              <a:gd name="connsiteY413" fmla="*/ 6858000 h 6858000"/>
              <a:gd name="connsiteX414" fmla="*/ 2019308 w 7467600"/>
              <a:gd name="connsiteY414" fmla="*/ 6847118 h 6858000"/>
              <a:gd name="connsiteX415" fmla="*/ 1938835 w 7467600"/>
              <a:gd name="connsiteY415" fmla="*/ 6551160 h 6858000"/>
              <a:gd name="connsiteX416" fmla="*/ 1953230 w 7467600"/>
              <a:gd name="connsiteY416" fmla="*/ 6759699 h 6858000"/>
              <a:gd name="connsiteX417" fmla="*/ 1956763 w 7467600"/>
              <a:gd name="connsiteY417" fmla="*/ 6778191 h 6858000"/>
              <a:gd name="connsiteX418" fmla="*/ 1967925 w 7467600"/>
              <a:gd name="connsiteY418" fmla="*/ 6858000 h 6858000"/>
              <a:gd name="connsiteX419" fmla="*/ 1936622 w 7467600"/>
              <a:gd name="connsiteY419" fmla="*/ 6858000 h 6858000"/>
              <a:gd name="connsiteX420" fmla="*/ 1926261 w 7467600"/>
              <a:gd name="connsiteY420" fmla="*/ 6784064 h 6858000"/>
              <a:gd name="connsiteX421" fmla="*/ 1922724 w 7467600"/>
              <a:gd name="connsiteY421" fmla="*/ 6765577 h 6858000"/>
              <a:gd name="connsiteX422" fmla="*/ 1904650 w 7467600"/>
              <a:gd name="connsiteY422" fmla="*/ 6639616 h 6858000"/>
              <a:gd name="connsiteX423" fmla="*/ 1885273 w 7467600"/>
              <a:gd name="connsiteY423" fmla="*/ 6858000 h 6858000"/>
              <a:gd name="connsiteX424" fmla="*/ 1854363 w 7467600"/>
              <a:gd name="connsiteY424" fmla="*/ 6858000 h 6858000"/>
              <a:gd name="connsiteX425" fmla="*/ 1880391 w 7467600"/>
              <a:gd name="connsiteY425" fmla="*/ 6603796 h 6858000"/>
              <a:gd name="connsiteX426" fmla="*/ 1818273 w 7467600"/>
              <a:gd name="connsiteY426" fmla="*/ 6715729 h 6858000"/>
              <a:gd name="connsiteX427" fmla="*/ 1794691 w 7467600"/>
              <a:gd name="connsiteY427" fmla="*/ 6843239 h 6858000"/>
              <a:gd name="connsiteX428" fmla="*/ 1794914 w 7467600"/>
              <a:gd name="connsiteY428" fmla="*/ 6858000 h 6858000"/>
              <a:gd name="connsiteX429" fmla="*/ 1746128 w 7467600"/>
              <a:gd name="connsiteY429" fmla="*/ 6858000 h 6858000"/>
              <a:gd name="connsiteX430" fmla="*/ 1753934 w 7467600"/>
              <a:gd name="connsiteY430" fmla="*/ 6724796 h 6858000"/>
              <a:gd name="connsiteX431" fmla="*/ 1792053 w 7467600"/>
              <a:gd name="connsiteY431" fmla="*/ 6572396 h 6858000"/>
              <a:gd name="connsiteX432" fmla="*/ 1862248 w 7467600"/>
              <a:gd name="connsiteY432" fmla="*/ 6266397 h 6858000"/>
              <a:gd name="connsiteX433" fmla="*/ 1862250 w 7467600"/>
              <a:gd name="connsiteY433" fmla="*/ 6033531 h 6858000"/>
              <a:gd name="connsiteX434" fmla="*/ 1211999 w 7467600"/>
              <a:gd name="connsiteY434" fmla="*/ 6683610 h 6858000"/>
              <a:gd name="connsiteX435" fmla="*/ 1213266 w 7467600"/>
              <a:gd name="connsiteY435" fmla="*/ 6691947 h 6858000"/>
              <a:gd name="connsiteX436" fmla="*/ 1203370 w 7467600"/>
              <a:gd name="connsiteY436" fmla="*/ 6850676 h 6858000"/>
              <a:gd name="connsiteX437" fmla="*/ 1203671 w 7467600"/>
              <a:gd name="connsiteY437" fmla="*/ 6858000 h 6858000"/>
              <a:gd name="connsiteX438" fmla="*/ 1143180 w 7467600"/>
              <a:gd name="connsiteY438" fmla="*/ 6858000 h 6858000"/>
              <a:gd name="connsiteX439" fmla="*/ 1142176 w 7467600"/>
              <a:gd name="connsiteY439" fmla="*/ 6766045 h 6858000"/>
              <a:gd name="connsiteX440" fmla="*/ 1067484 w 7467600"/>
              <a:gd name="connsiteY440" fmla="*/ 6858000 h 6858000"/>
              <a:gd name="connsiteX441" fmla="*/ 953928 w 7467600"/>
              <a:gd name="connsiteY441" fmla="*/ 6858000 h 6858000"/>
              <a:gd name="connsiteX442" fmla="*/ 959715 w 7467600"/>
              <a:gd name="connsiteY442" fmla="*/ 6850185 h 6858000"/>
              <a:gd name="connsiteX443" fmla="*/ 1483788 w 7467600"/>
              <a:gd name="connsiteY443" fmla="*/ 6259174 h 6858000"/>
              <a:gd name="connsiteX444" fmla="*/ 1100671 w 7467600"/>
              <a:gd name="connsiteY444" fmla="*/ 6252137 h 6858000"/>
              <a:gd name="connsiteX445" fmla="*/ 1090144 w 7467600"/>
              <a:gd name="connsiteY445" fmla="*/ 6256748 h 6858000"/>
              <a:gd name="connsiteX446" fmla="*/ 1095872 w 7467600"/>
              <a:gd name="connsiteY446" fmla="*/ 6271892 h 6858000"/>
              <a:gd name="connsiteX447" fmla="*/ 262785 w 7467600"/>
              <a:gd name="connsiteY447" fmla="*/ 6845450 h 6858000"/>
              <a:gd name="connsiteX448" fmla="*/ 209968 w 7467600"/>
              <a:gd name="connsiteY448" fmla="*/ 6770713 h 6858000"/>
              <a:gd name="connsiteX449" fmla="*/ 873460 w 7467600"/>
              <a:gd name="connsiteY449" fmla="*/ 6253768 h 6858000"/>
              <a:gd name="connsiteX450" fmla="*/ 192686 w 7467600"/>
              <a:gd name="connsiteY450" fmla="*/ 5849257 h 6858000"/>
              <a:gd name="connsiteX451" fmla="*/ 4696 w 7467600"/>
              <a:gd name="connsiteY451" fmla="*/ 5697668 h 6858000"/>
              <a:gd name="connsiteX452" fmla="*/ 0 w 7467600"/>
              <a:gd name="connsiteY452" fmla="*/ 5689984 h 6858000"/>
              <a:gd name="connsiteX453" fmla="*/ 0 w 7467600"/>
              <a:gd name="connsiteY453" fmla="*/ 5513472 h 6858000"/>
              <a:gd name="connsiteX454" fmla="*/ 174101 w 7467600"/>
              <a:gd name="connsiteY454" fmla="*/ 5620277 h 6858000"/>
              <a:gd name="connsiteX455" fmla="*/ 891800 w 7467600"/>
              <a:gd name="connsiteY455" fmla="*/ 6036935 h 6858000"/>
              <a:gd name="connsiteX456" fmla="*/ 1072219 w 7467600"/>
              <a:gd name="connsiteY456" fmla="*/ 6169443 h 6858000"/>
              <a:gd name="connsiteX457" fmla="*/ 1074117 w 7467600"/>
              <a:gd name="connsiteY457" fmla="*/ 6170301 h 6858000"/>
              <a:gd name="connsiteX458" fmla="*/ 1083114 w 7467600"/>
              <a:gd name="connsiteY458" fmla="*/ 6174131 h 6858000"/>
              <a:gd name="connsiteX459" fmla="*/ 1543010 w 7467600"/>
              <a:gd name="connsiteY459" fmla="*/ 6191140 h 6858000"/>
              <a:gd name="connsiteX460" fmla="*/ 1551080 w 7467600"/>
              <a:gd name="connsiteY460" fmla="*/ 6195006 h 6858000"/>
              <a:gd name="connsiteX461" fmla="*/ 2345443 w 7467600"/>
              <a:gd name="connsiteY461" fmla="*/ 5549882 h 6858000"/>
              <a:gd name="connsiteX462" fmla="*/ 1721499 w 7467600"/>
              <a:gd name="connsiteY462" fmla="*/ 5599969 h 6858000"/>
              <a:gd name="connsiteX463" fmla="*/ 767716 w 7467600"/>
              <a:gd name="connsiteY463" fmla="*/ 5472768 h 6858000"/>
              <a:gd name="connsiteX464" fmla="*/ 722147 w 7467600"/>
              <a:gd name="connsiteY464" fmla="*/ 5393091 h 6858000"/>
              <a:gd name="connsiteX465" fmla="*/ 1485552 w 7467600"/>
              <a:gd name="connsiteY465" fmla="*/ 5313202 h 6858000"/>
              <a:gd name="connsiteX466" fmla="*/ 2143004 w 7467600"/>
              <a:gd name="connsiteY466" fmla="*/ 5402420 h 6858000"/>
              <a:gd name="connsiteX467" fmla="*/ 1933391 w 7467600"/>
              <a:gd name="connsiteY467" fmla="*/ 5156971 h 6858000"/>
              <a:gd name="connsiteX468" fmla="*/ 1827118 w 7467600"/>
              <a:gd name="connsiteY468" fmla="*/ 4968410 h 6858000"/>
              <a:gd name="connsiteX469" fmla="*/ 1837349 w 7467600"/>
              <a:gd name="connsiteY469" fmla="*/ 4956357 h 6858000"/>
              <a:gd name="connsiteX470" fmla="*/ 2162835 w 7467600"/>
              <a:gd name="connsiteY470" fmla="*/ 5187853 h 6858000"/>
              <a:gd name="connsiteX471" fmla="*/ 2257167 w 7467600"/>
              <a:gd name="connsiteY471" fmla="*/ 5462123 h 6858000"/>
              <a:gd name="connsiteX472" fmla="*/ 2261598 w 7467600"/>
              <a:gd name="connsiteY472" fmla="*/ 5467998 h 6858000"/>
              <a:gd name="connsiteX473" fmla="*/ 2437177 w 7467600"/>
              <a:gd name="connsiteY473" fmla="*/ 5479608 h 6858000"/>
              <a:gd name="connsiteX474" fmla="*/ 2445247 w 7467600"/>
              <a:gd name="connsiteY474" fmla="*/ 5483476 h 6858000"/>
              <a:gd name="connsiteX475" fmla="*/ 2743626 w 7467600"/>
              <a:gd name="connsiteY475" fmla="*/ 5304819 h 6858000"/>
              <a:gd name="connsiteX476" fmla="*/ 3048102 w 7467600"/>
              <a:gd name="connsiteY476" fmla="*/ 5150595 h 6858000"/>
              <a:gd name="connsiteX477" fmla="*/ 1799414 w 7467600"/>
              <a:gd name="connsiteY477" fmla="*/ 4694732 h 6858000"/>
              <a:gd name="connsiteX478" fmla="*/ 1771735 w 7467600"/>
              <a:gd name="connsiteY478" fmla="*/ 4619929 h 6858000"/>
              <a:gd name="connsiteX479" fmla="*/ 3104273 w 7467600"/>
              <a:gd name="connsiteY479" fmla="*/ 5076159 h 6858000"/>
              <a:gd name="connsiteX480" fmla="*/ 3113245 w 7467600"/>
              <a:gd name="connsiteY480" fmla="*/ 5090705 h 6858000"/>
              <a:gd name="connsiteX481" fmla="*/ 3126294 w 7467600"/>
              <a:gd name="connsiteY481" fmla="*/ 5114400 h 6858000"/>
              <a:gd name="connsiteX482" fmla="*/ 3937433 w 7467600"/>
              <a:gd name="connsiteY482" fmla="*/ 4830473 h 6858000"/>
              <a:gd name="connsiteX483" fmla="*/ 3590475 w 7467600"/>
              <a:gd name="connsiteY483" fmla="*/ 4597974 h 6858000"/>
              <a:gd name="connsiteX484" fmla="*/ 3100264 w 7467600"/>
              <a:gd name="connsiteY484" fmla="*/ 4579845 h 6858000"/>
              <a:gd name="connsiteX485" fmla="*/ 2183576 w 7467600"/>
              <a:gd name="connsiteY485" fmla="*/ 4227150 h 6858000"/>
              <a:gd name="connsiteX486" fmla="*/ 2151029 w 7467600"/>
              <a:gd name="connsiteY486" fmla="*/ 4146947 h 6858000"/>
              <a:gd name="connsiteX487" fmla="*/ 3563434 w 7467600"/>
              <a:gd name="connsiteY487" fmla="*/ 4469115 h 6858000"/>
              <a:gd name="connsiteX488" fmla="*/ 3177952 w 7467600"/>
              <a:gd name="connsiteY488" fmla="*/ 3657386 h 6858000"/>
              <a:gd name="connsiteX489" fmla="*/ 3189263 w 7467600"/>
              <a:gd name="connsiteY489" fmla="*/ 3625726 h 6858000"/>
              <a:gd name="connsiteX490" fmla="*/ 3560912 w 7467600"/>
              <a:gd name="connsiteY490" fmla="*/ 4079863 h 6858000"/>
              <a:gd name="connsiteX491" fmla="*/ 3626636 w 7467600"/>
              <a:gd name="connsiteY491" fmla="*/ 4512230 h 6858000"/>
              <a:gd name="connsiteX492" fmla="*/ 3653088 w 7467600"/>
              <a:gd name="connsiteY492" fmla="*/ 4521417 h 6858000"/>
              <a:gd name="connsiteX493" fmla="*/ 3988128 w 7467600"/>
              <a:gd name="connsiteY493" fmla="*/ 4817267 h 6858000"/>
              <a:gd name="connsiteX494" fmla="*/ 4830582 w 7467600"/>
              <a:gd name="connsiteY494" fmla="*/ 4676000 h 6858000"/>
              <a:gd name="connsiteX495" fmla="*/ 4830100 w 7467600"/>
              <a:gd name="connsiteY495" fmla="*/ 4675554 h 6858000"/>
              <a:gd name="connsiteX496" fmla="*/ 4036318 w 7467600"/>
              <a:gd name="connsiteY496" fmla="*/ 4147013 h 6858000"/>
              <a:gd name="connsiteX497" fmla="*/ 3432098 w 7467600"/>
              <a:gd name="connsiteY497" fmla="*/ 3537312 h 6858000"/>
              <a:gd name="connsiteX498" fmla="*/ 3446761 w 7467600"/>
              <a:gd name="connsiteY498" fmla="*/ 3461278 h 6858000"/>
              <a:gd name="connsiteX499" fmla="*/ 4419733 w 7467600"/>
              <a:gd name="connsiteY499" fmla="*/ 3963555 h 6858000"/>
              <a:gd name="connsiteX500" fmla="*/ 4781371 w 7467600"/>
              <a:gd name="connsiteY500" fmla="*/ 4458604 h 6858000"/>
              <a:gd name="connsiteX501" fmla="*/ 4780440 w 7467600"/>
              <a:gd name="connsiteY501" fmla="*/ 4470290 h 6858000"/>
              <a:gd name="connsiteX502" fmla="*/ 4898954 w 7467600"/>
              <a:gd name="connsiteY502" fmla="*/ 4662092 h 6858000"/>
              <a:gd name="connsiteX503" fmla="*/ 4900699 w 7467600"/>
              <a:gd name="connsiteY503" fmla="*/ 4670867 h 6858000"/>
              <a:gd name="connsiteX504" fmla="*/ 5714511 w 7467600"/>
              <a:gd name="connsiteY504" fmla="*/ 4663483 h 6858000"/>
              <a:gd name="connsiteX505" fmla="*/ 5464793 w 7467600"/>
              <a:gd name="connsiteY505" fmla="*/ 4393556 h 6858000"/>
              <a:gd name="connsiteX506" fmla="*/ 5461897 w 7467600"/>
              <a:gd name="connsiteY506" fmla="*/ 4390879 h 6858000"/>
              <a:gd name="connsiteX507" fmla="*/ 4294126 w 7467600"/>
              <a:gd name="connsiteY507" fmla="*/ 3303048 h 6858000"/>
              <a:gd name="connsiteX508" fmla="*/ 4305321 w 7467600"/>
              <a:gd name="connsiteY508" fmla="*/ 3256953 h 6858000"/>
              <a:gd name="connsiteX509" fmla="*/ 4949299 w 7467600"/>
              <a:gd name="connsiteY509" fmla="*/ 3766336 h 6858000"/>
              <a:gd name="connsiteX510" fmla="*/ 5291452 w 7467600"/>
              <a:gd name="connsiteY510" fmla="*/ 4076801 h 6858000"/>
              <a:gd name="connsiteX511" fmla="*/ 5434998 w 7467600"/>
              <a:gd name="connsiteY511" fmla="*/ 4254100 h 6858000"/>
              <a:gd name="connsiteX512" fmla="*/ 5351015 w 7467600"/>
              <a:gd name="connsiteY512" fmla="*/ 3760989 h 6858000"/>
              <a:gd name="connsiteX513" fmla="*/ 5413780 w 7467600"/>
              <a:gd name="connsiteY513" fmla="*/ 2966265 h 6858000"/>
              <a:gd name="connsiteX514" fmla="*/ 5425627 w 7467600"/>
              <a:gd name="connsiteY514" fmla="*/ 2954192 h 6858000"/>
              <a:gd name="connsiteX515" fmla="*/ 6604735 w 7467600"/>
              <a:gd name="connsiteY515" fmla="*/ 2041381 h 6858000"/>
              <a:gd name="connsiteX516" fmla="*/ 7204487 w 7467600"/>
              <a:gd name="connsiteY516" fmla="*/ 2742112 h 6858000"/>
              <a:gd name="connsiteX517" fmla="*/ 7131592 w 7467600"/>
              <a:gd name="connsiteY517" fmla="*/ 2672096 h 6858000"/>
              <a:gd name="connsiteX518" fmla="*/ 6996344 w 7467600"/>
              <a:gd name="connsiteY518" fmla="*/ 2518310 h 6858000"/>
              <a:gd name="connsiteX519" fmla="*/ 6735495 w 7467600"/>
              <a:gd name="connsiteY519" fmla="*/ 2196890 h 6858000"/>
              <a:gd name="connsiteX520" fmla="*/ 6721901 w 7467600"/>
              <a:gd name="connsiteY520" fmla="*/ 2179274 h 6858000"/>
              <a:gd name="connsiteX521" fmla="*/ 6604735 w 7467600"/>
              <a:gd name="connsiteY521" fmla="*/ 2041381 h 6858000"/>
              <a:gd name="connsiteX522" fmla="*/ 6591670 w 7467600"/>
              <a:gd name="connsiteY522" fmla="*/ 1988277 h 6858000"/>
              <a:gd name="connsiteX523" fmla="*/ 6747349 w 7467600"/>
              <a:gd name="connsiteY523" fmla="*/ 2160069 h 6858000"/>
              <a:gd name="connsiteX524" fmla="*/ 6760943 w 7467600"/>
              <a:gd name="connsiteY524" fmla="*/ 2177686 h 6858000"/>
              <a:gd name="connsiteX525" fmla="*/ 7021065 w 7467600"/>
              <a:gd name="connsiteY525" fmla="*/ 2498102 h 6858000"/>
              <a:gd name="connsiteX526" fmla="*/ 7155223 w 7467600"/>
              <a:gd name="connsiteY526" fmla="*/ 2650386 h 6858000"/>
              <a:gd name="connsiteX527" fmla="*/ 7203167 w 7467600"/>
              <a:gd name="connsiteY527" fmla="*/ 2697288 h 6858000"/>
              <a:gd name="connsiteX528" fmla="*/ 6937703 w 7467600"/>
              <a:gd name="connsiteY528" fmla="*/ 2321981 h 6858000"/>
              <a:gd name="connsiteX529" fmla="*/ 6591670 w 7467600"/>
              <a:gd name="connsiteY529" fmla="*/ 1988277 h 6858000"/>
              <a:gd name="connsiteX530" fmla="*/ 5798671 w 7467600"/>
              <a:gd name="connsiteY530" fmla="*/ 1981601 h 6858000"/>
              <a:gd name="connsiteX531" fmla="*/ 5754709 w 7467600"/>
              <a:gd name="connsiteY531" fmla="*/ 2071454 h 6858000"/>
              <a:gd name="connsiteX532" fmla="*/ 5763044 w 7467600"/>
              <a:gd name="connsiteY532" fmla="*/ 2842206 h 6858000"/>
              <a:gd name="connsiteX533" fmla="*/ 5764974 w 7467600"/>
              <a:gd name="connsiteY533" fmla="*/ 2799609 h 6858000"/>
              <a:gd name="connsiteX534" fmla="*/ 5767665 w 7467600"/>
              <a:gd name="connsiteY534" fmla="*/ 2666409 h 6858000"/>
              <a:gd name="connsiteX535" fmla="*/ 5763055 w 7467600"/>
              <a:gd name="connsiteY535" fmla="*/ 2579705 h 6858000"/>
              <a:gd name="connsiteX536" fmla="*/ 5758079 w 7467600"/>
              <a:gd name="connsiteY536" fmla="*/ 2492508 h 6858000"/>
              <a:gd name="connsiteX537" fmla="*/ 5779325 w 7467600"/>
              <a:gd name="connsiteY537" fmla="*/ 2197069 h 6858000"/>
              <a:gd name="connsiteX538" fmla="*/ 5798671 w 7467600"/>
              <a:gd name="connsiteY538" fmla="*/ 1981601 h 6858000"/>
              <a:gd name="connsiteX539" fmla="*/ 5829202 w 7467600"/>
              <a:gd name="connsiteY539" fmla="*/ 1971679 h 6858000"/>
              <a:gd name="connsiteX540" fmla="*/ 5809558 w 7467600"/>
              <a:gd name="connsiteY540" fmla="*/ 2198043 h 6858000"/>
              <a:gd name="connsiteX541" fmla="*/ 5788653 w 7467600"/>
              <a:gd name="connsiteY541" fmla="*/ 2489430 h 6858000"/>
              <a:gd name="connsiteX542" fmla="*/ 5793439 w 7467600"/>
              <a:gd name="connsiteY542" fmla="*/ 2575235 h 6858000"/>
              <a:gd name="connsiteX543" fmla="*/ 5796837 w 7467600"/>
              <a:gd name="connsiteY543" fmla="*/ 2637633 h 6858000"/>
              <a:gd name="connsiteX544" fmla="*/ 5818614 w 7467600"/>
              <a:gd name="connsiteY544" fmla="*/ 2473055 h 6858000"/>
              <a:gd name="connsiteX545" fmla="*/ 5829202 w 7467600"/>
              <a:gd name="connsiteY545" fmla="*/ 1971679 h 6858000"/>
              <a:gd name="connsiteX546" fmla="*/ 5911389 w 7467600"/>
              <a:gd name="connsiteY546" fmla="*/ 1898371 h 6858000"/>
              <a:gd name="connsiteX547" fmla="*/ 6237627 w 7467600"/>
              <a:gd name="connsiteY547" fmla="*/ 2231921 h 6858000"/>
              <a:gd name="connsiteX548" fmla="*/ 5911389 w 7467600"/>
              <a:gd name="connsiteY548" fmla="*/ 1898371 h 6858000"/>
              <a:gd name="connsiteX549" fmla="*/ 6944437 w 7467600"/>
              <a:gd name="connsiteY549" fmla="*/ 1575402 h 6858000"/>
              <a:gd name="connsiteX550" fmla="*/ 6304730 w 7467600"/>
              <a:gd name="connsiteY550" fmla="*/ 1766654 h 6858000"/>
              <a:gd name="connsiteX551" fmla="*/ 6944437 w 7467600"/>
              <a:gd name="connsiteY551" fmla="*/ 1575402 h 6858000"/>
              <a:gd name="connsiteX552" fmla="*/ 7019523 w 7467600"/>
              <a:gd name="connsiteY552" fmla="*/ 1519450 h 6858000"/>
              <a:gd name="connsiteX553" fmla="*/ 6298091 w 7467600"/>
              <a:gd name="connsiteY553" fmla="*/ 1737122 h 6858000"/>
              <a:gd name="connsiteX554" fmla="*/ 7019523 w 7467600"/>
              <a:gd name="connsiteY554" fmla="*/ 1519450 h 6858000"/>
              <a:gd name="connsiteX555" fmla="*/ 2399523 w 7467600"/>
              <a:gd name="connsiteY555" fmla="*/ 1428234 h 6858000"/>
              <a:gd name="connsiteX556" fmla="*/ 2224982 w 7467600"/>
              <a:gd name="connsiteY556" fmla="*/ 1826201 h 6858000"/>
              <a:gd name="connsiteX557" fmla="*/ 2096099 w 7467600"/>
              <a:gd name="connsiteY557" fmla="*/ 2345900 h 6858000"/>
              <a:gd name="connsiteX558" fmla="*/ 2283317 w 7467600"/>
              <a:gd name="connsiteY558" fmla="*/ 1796925 h 6858000"/>
              <a:gd name="connsiteX559" fmla="*/ 2399523 w 7467600"/>
              <a:gd name="connsiteY559" fmla="*/ 1428234 h 6858000"/>
              <a:gd name="connsiteX560" fmla="*/ 2448558 w 7467600"/>
              <a:gd name="connsiteY560" fmla="*/ 1373435 h 6858000"/>
              <a:gd name="connsiteX561" fmla="*/ 2312521 w 7467600"/>
              <a:gd name="connsiteY561" fmla="*/ 1806140 h 6858000"/>
              <a:gd name="connsiteX562" fmla="*/ 2127533 w 7467600"/>
              <a:gd name="connsiteY562" fmla="*/ 2348380 h 6858000"/>
              <a:gd name="connsiteX563" fmla="*/ 2358080 w 7467600"/>
              <a:gd name="connsiteY563" fmla="*/ 1866134 h 6858000"/>
              <a:gd name="connsiteX564" fmla="*/ 2407436 w 7467600"/>
              <a:gd name="connsiteY564" fmla="*/ 1651070 h 6858000"/>
              <a:gd name="connsiteX565" fmla="*/ 2448558 w 7467600"/>
              <a:gd name="connsiteY565" fmla="*/ 1373435 h 6858000"/>
              <a:gd name="connsiteX566" fmla="*/ 278707 w 7467600"/>
              <a:gd name="connsiteY566" fmla="*/ 1352270 h 6858000"/>
              <a:gd name="connsiteX567" fmla="*/ 321570 w 7467600"/>
              <a:gd name="connsiteY567" fmla="*/ 1861610 h 6858000"/>
              <a:gd name="connsiteX568" fmla="*/ 294281 w 7467600"/>
              <a:gd name="connsiteY568" fmla="*/ 1440658 h 6858000"/>
              <a:gd name="connsiteX569" fmla="*/ 278707 w 7467600"/>
              <a:gd name="connsiteY569" fmla="*/ 1352270 h 6858000"/>
              <a:gd name="connsiteX570" fmla="*/ 1423821 w 7467600"/>
              <a:gd name="connsiteY570" fmla="*/ 1351958 h 6858000"/>
              <a:gd name="connsiteX571" fmla="*/ 1638521 w 7467600"/>
              <a:gd name="connsiteY571" fmla="*/ 1908470 h 6858000"/>
              <a:gd name="connsiteX572" fmla="*/ 1754199 w 7467600"/>
              <a:gd name="connsiteY572" fmla="*/ 2149284 h 6858000"/>
              <a:gd name="connsiteX573" fmla="*/ 1908359 w 7467600"/>
              <a:gd name="connsiteY573" fmla="*/ 2364988 h 6858000"/>
              <a:gd name="connsiteX574" fmla="*/ 1647661 w 7467600"/>
              <a:gd name="connsiteY574" fmla="*/ 1825945 h 6858000"/>
              <a:gd name="connsiteX575" fmla="*/ 1423821 w 7467600"/>
              <a:gd name="connsiteY575" fmla="*/ 1351958 h 6858000"/>
              <a:gd name="connsiteX576" fmla="*/ 1431890 w 7467600"/>
              <a:gd name="connsiteY576" fmla="*/ 1306475 h 6858000"/>
              <a:gd name="connsiteX577" fmla="*/ 1507597 w 7467600"/>
              <a:gd name="connsiteY577" fmla="*/ 1446132 h 6858000"/>
              <a:gd name="connsiteX578" fmla="*/ 1674586 w 7467600"/>
              <a:gd name="connsiteY578" fmla="*/ 1813832 h 6858000"/>
              <a:gd name="connsiteX579" fmla="*/ 1815950 w 7467600"/>
              <a:gd name="connsiteY579" fmla="*/ 2128564 h 6858000"/>
              <a:gd name="connsiteX580" fmla="*/ 1984242 w 7467600"/>
              <a:gd name="connsiteY580" fmla="*/ 2430829 h 6858000"/>
              <a:gd name="connsiteX581" fmla="*/ 2014023 w 7467600"/>
              <a:gd name="connsiteY581" fmla="*/ 2450995 h 6858000"/>
              <a:gd name="connsiteX582" fmla="*/ 1747337 w 7467600"/>
              <a:gd name="connsiteY582" fmla="*/ 1855264 h 6858000"/>
              <a:gd name="connsiteX583" fmla="*/ 1533749 w 7467600"/>
              <a:gd name="connsiteY583" fmla="*/ 1478656 h 6858000"/>
              <a:gd name="connsiteX584" fmla="*/ 1431890 w 7467600"/>
              <a:gd name="connsiteY584" fmla="*/ 1306475 h 6858000"/>
              <a:gd name="connsiteX585" fmla="*/ 5052692 w 7467600"/>
              <a:gd name="connsiteY585" fmla="*/ 1292994 h 6858000"/>
              <a:gd name="connsiteX586" fmla="*/ 5200661 w 7467600"/>
              <a:gd name="connsiteY586" fmla="*/ 1635186 h 6858000"/>
              <a:gd name="connsiteX587" fmla="*/ 5297138 w 7467600"/>
              <a:gd name="connsiteY587" fmla="*/ 1906351 h 6858000"/>
              <a:gd name="connsiteX588" fmla="*/ 5052692 w 7467600"/>
              <a:gd name="connsiteY588" fmla="*/ 1292994 h 6858000"/>
              <a:gd name="connsiteX589" fmla="*/ 5009948 w 7467600"/>
              <a:gd name="connsiteY589" fmla="*/ 1273619 h 6858000"/>
              <a:gd name="connsiteX590" fmla="*/ 5121777 w 7467600"/>
              <a:gd name="connsiteY590" fmla="*/ 1654213 h 6858000"/>
              <a:gd name="connsiteX591" fmla="*/ 5293545 w 7467600"/>
              <a:gd name="connsiteY591" fmla="*/ 2072247 h 6858000"/>
              <a:gd name="connsiteX592" fmla="*/ 5294042 w 7467600"/>
              <a:gd name="connsiteY592" fmla="*/ 2065019 h 6858000"/>
              <a:gd name="connsiteX593" fmla="*/ 5171936 w 7467600"/>
              <a:gd name="connsiteY593" fmla="*/ 1647613 h 6858000"/>
              <a:gd name="connsiteX594" fmla="*/ 5009948 w 7467600"/>
              <a:gd name="connsiteY594" fmla="*/ 1273619 h 6858000"/>
              <a:gd name="connsiteX595" fmla="*/ 655236 w 7467600"/>
              <a:gd name="connsiteY595" fmla="*/ 1268632 h 6858000"/>
              <a:gd name="connsiteX596" fmla="*/ 839521 w 7467600"/>
              <a:gd name="connsiteY596" fmla="*/ 1685315 h 6858000"/>
              <a:gd name="connsiteX597" fmla="*/ 1109416 w 7467600"/>
              <a:gd name="connsiteY597" fmla="*/ 2061663 h 6858000"/>
              <a:gd name="connsiteX598" fmla="*/ 1298300 w 7467600"/>
              <a:gd name="connsiteY598" fmla="*/ 2247742 h 6858000"/>
              <a:gd name="connsiteX599" fmla="*/ 1125871 w 7467600"/>
              <a:gd name="connsiteY599" fmla="*/ 1989513 h 6858000"/>
              <a:gd name="connsiteX600" fmla="*/ 981574 w 7467600"/>
              <a:gd name="connsiteY600" fmla="*/ 1783157 h 6858000"/>
              <a:gd name="connsiteX601" fmla="*/ 922198 w 7467600"/>
              <a:gd name="connsiteY601" fmla="*/ 1677437 h 6858000"/>
              <a:gd name="connsiteX602" fmla="*/ 869293 w 7467600"/>
              <a:gd name="connsiteY602" fmla="*/ 1583214 h 6858000"/>
              <a:gd name="connsiteX603" fmla="*/ 751431 w 7467600"/>
              <a:gd name="connsiteY603" fmla="*/ 1405731 h 6858000"/>
              <a:gd name="connsiteX604" fmla="*/ 655236 w 7467600"/>
              <a:gd name="connsiteY604" fmla="*/ 1268632 h 6858000"/>
              <a:gd name="connsiteX605" fmla="*/ 6516292 w 7467600"/>
              <a:gd name="connsiteY605" fmla="*/ 1263064 h 6858000"/>
              <a:gd name="connsiteX606" fmla="*/ 5736320 w 7467600"/>
              <a:gd name="connsiteY606" fmla="*/ 1501803 h 6858000"/>
              <a:gd name="connsiteX607" fmla="*/ 6516292 w 7467600"/>
              <a:gd name="connsiteY607" fmla="*/ 1263064 h 6858000"/>
              <a:gd name="connsiteX608" fmla="*/ 291466 w 7467600"/>
              <a:gd name="connsiteY608" fmla="*/ 1250369 h 6858000"/>
              <a:gd name="connsiteX609" fmla="*/ 323180 w 7467600"/>
              <a:gd name="connsiteY609" fmla="*/ 1435283 h 6858000"/>
              <a:gd name="connsiteX610" fmla="*/ 349381 w 7467600"/>
              <a:gd name="connsiteY610" fmla="*/ 1875041 h 6858000"/>
              <a:gd name="connsiteX611" fmla="*/ 374363 w 7467600"/>
              <a:gd name="connsiteY611" fmla="*/ 1506494 h 6858000"/>
              <a:gd name="connsiteX612" fmla="*/ 302168 w 7467600"/>
              <a:gd name="connsiteY612" fmla="*/ 1274495 h 6858000"/>
              <a:gd name="connsiteX613" fmla="*/ 291466 w 7467600"/>
              <a:gd name="connsiteY613" fmla="*/ 1250369 h 6858000"/>
              <a:gd name="connsiteX614" fmla="*/ 678222 w 7467600"/>
              <a:gd name="connsiteY614" fmla="*/ 1248670 h 6858000"/>
              <a:gd name="connsiteX615" fmla="*/ 775536 w 7467600"/>
              <a:gd name="connsiteY615" fmla="*/ 1388015 h 6858000"/>
              <a:gd name="connsiteX616" fmla="*/ 894529 w 7467600"/>
              <a:gd name="connsiteY616" fmla="*/ 1567739 h 6858000"/>
              <a:gd name="connsiteX617" fmla="*/ 948000 w 7467600"/>
              <a:gd name="connsiteY617" fmla="*/ 1663088 h 6858000"/>
              <a:gd name="connsiteX618" fmla="*/ 1006812 w 7467600"/>
              <a:gd name="connsiteY618" fmla="*/ 1767683 h 6858000"/>
              <a:gd name="connsiteX619" fmla="*/ 1149133 w 7467600"/>
              <a:gd name="connsiteY619" fmla="*/ 1971513 h 6858000"/>
              <a:gd name="connsiteX620" fmla="*/ 1333952 w 7467600"/>
              <a:gd name="connsiteY620" fmla="*/ 2251620 h 6858000"/>
              <a:gd name="connsiteX621" fmla="*/ 1337329 w 7467600"/>
              <a:gd name="connsiteY621" fmla="*/ 2258350 h 6858000"/>
              <a:gd name="connsiteX622" fmla="*/ 1014726 w 7467600"/>
              <a:gd name="connsiteY622" fmla="*/ 1615556 h 6858000"/>
              <a:gd name="connsiteX623" fmla="*/ 678222 w 7467600"/>
              <a:gd name="connsiteY623" fmla="*/ 1248670 h 6858000"/>
              <a:gd name="connsiteX624" fmla="*/ 6691602 w 7467600"/>
              <a:gd name="connsiteY624" fmla="*/ 1140573 h 6858000"/>
              <a:gd name="connsiteX625" fmla="*/ 6571100 w 7467600"/>
              <a:gd name="connsiteY625" fmla="*/ 1183662 h 6858000"/>
              <a:gd name="connsiteX626" fmla="*/ 6241687 w 7467600"/>
              <a:gd name="connsiteY626" fmla="*/ 1257600 h 6858000"/>
              <a:gd name="connsiteX627" fmla="*/ 5693009 w 7467600"/>
              <a:gd name="connsiteY627" fmla="*/ 1478256 h 6858000"/>
              <a:gd name="connsiteX628" fmla="*/ 6548420 w 7467600"/>
              <a:gd name="connsiteY628" fmla="*/ 1214599 h 6858000"/>
              <a:gd name="connsiteX629" fmla="*/ 6605473 w 7467600"/>
              <a:gd name="connsiteY629" fmla="*/ 1184686 h 6858000"/>
              <a:gd name="connsiteX630" fmla="*/ 6691602 w 7467600"/>
              <a:gd name="connsiteY630" fmla="*/ 1140573 h 6858000"/>
              <a:gd name="connsiteX631" fmla="*/ 4002475 w 7467600"/>
              <a:gd name="connsiteY631" fmla="*/ 1037802 h 6858000"/>
              <a:gd name="connsiteX632" fmla="*/ 4000324 w 7467600"/>
              <a:gd name="connsiteY632" fmla="*/ 1039362 h 6858000"/>
              <a:gd name="connsiteX633" fmla="*/ 4002862 w 7467600"/>
              <a:gd name="connsiteY633" fmla="*/ 1042866 h 6858000"/>
              <a:gd name="connsiteX634" fmla="*/ 4002475 w 7467600"/>
              <a:gd name="connsiteY634" fmla="*/ 1037802 h 6858000"/>
              <a:gd name="connsiteX635" fmla="*/ 506322 w 7467600"/>
              <a:gd name="connsiteY635" fmla="*/ 1020997 h 6858000"/>
              <a:gd name="connsiteX636" fmla="*/ 533068 w 7467600"/>
              <a:gd name="connsiteY636" fmla="*/ 1029409 h 6858000"/>
              <a:gd name="connsiteX637" fmla="*/ 1232525 w 7467600"/>
              <a:gd name="connsiteY637" fmla="*/ 1804675 h 6858000"/>
              <a:gd name="connsiteX638" fmla="*/ 1388858 w 7467600"/>
              <a:gd name="connsiteY638" fmla="*/ 2368011 h 6858000"/>
              <a:gd name="connsiteX639" fmla="*/ 1384098 w 7467600"/>
              <a:gd name="connsiteY639" fmla="*/ 2378125 h 6858000"/>
              <a:gd name="connsiteX640" fmla="*/ 1425393 w 7467600"/>
              <a:gd name="connsiteY640" fmla="*/ 2589124 h 6858000"/>
              <a:gd name="connsiteX641" fmla="*/ 1424001 w 7467600"/>
              <a:gd name="connsiteY641" fmla="*/ 2597541 h 6858000"/>
              <a:gd name="connsiteX642" fmla="*/ 2152729 w 7467600"/>
              <a:gd name="connsiteY642" fmla="*/ 2864487 h 6858000"/>
              <a:gd name="connsiteX643" fmla="*/ 2020609 w 7467600"/>
              <a:gd name="connsiteY643" fmla="*/ 2539671 h 6858000"/>
              <a:gd name="connsiteX644" fmla="*/ 2018920 w 7467600"/>
              <a:gd name="connsiteY644" fmla="*/ 2536309 h 6858000"/>
              <a:gd name="connsiteX645" fmla="*/ 1342441 w 7467600"/>
              <a:gd name="connsiteY645" fmla="*/ 1173017 h 6858000"/>
              <a:gd name="connsiteX646" fmla="*/ 1367925 w 7467600"/>
              <a:gd name="connsiteY646" fmla="*/ 1135648 h 6858000"/>
              <a:gd name="connsiteX647" fmla="*/ 1771401 w 7467600"/>
              <a:gd name="connsiteY647" fmla="*/ 1806673 h 6858000"/>
              <a:gd name="connsiteX648" fmla="*/ 1972385 w 7467600"/>
              <a:gd name="connsiteY648" fmla="*/ 2198735 h 6858000"/>
              <a:gd name="connsiteX649" fmla="*/ 2040892 w 7467600"/>
              <a:gd name="connsiteY649" fmla="*/ 2405205 h 6858000"/>
              <a:gd name="connsiteX650" fmla="*/ 2131689 w 7467600"/>
              <a:gd name="connsiteY650" fmla="*/ 1936926 h 6858000"/>
              <a:gd name="connsiteX651" fmla="*/ 2454820 w 7467600"/>
              <a:gd name="connsiteY651" fmla="*/ 1248808 h 6858000"/>
              <a:gd name="connsiteX652" fmla="*/ 2492512 w 7467600"/>
              <a:gd name="connsiteY652" fmla="*/ 1302920 h 6858000"/>
              <a:gd name="connsiteX653" fmla="*/ 2081216 w 7467600"/>
              <a:gd name="connsiteY653" fmla="*/ 2527513 h 6858000"/>
              <a:gd name="connsiteX654" fmla="*/ 2081211 w 7467600"/>
              <a:gd name="connsiteY654" fmla="*/ 2528916 h 6858000"/>
              <a:gd name="connsiteX655" fmla="*/ 2199067 w 7467600"/>
              <a:gd name="connsiteY655" fmla="*/ 2884061 h 6858000"/>
              <a:gd name="connsiteX656" fmla="*/ 3192586 w 7467600"/>
              <a:gd name="connsiteY656" fmla="*/ 3411496 h 6858000"/>
              <a:gd name="connsiteX657" fmla="*/ 3182620 w 7467600"/>
              <a:gd name="connsiteY657" fmla="*/ 3483279 h 6858000"/>
              <a:gd name="connsiteX658" fmla="*/ 2435119 w 7467600"/>
              <a:gd name="connsiteY658" fmla="*/ 3080173 h 6858000"/>
              <a:gd name="connsiteX659" fmla="*/ 2410152 w 7467600"/>
              <a:gd name="connsiteY659" fmla="*/ 3063751 h 6858000"/>
              <a:gd name="connsiteX660" fmla="*/ 2408099 w 7467600"/>
              <a:gd name="connsiteY660" fmla="*/ 3064403 h 6858000"/>
              <a:gd name="connsiteX661" fmla="*/ 2407218 w 7467600"/>
              <a:gd name="connsiteY661" fmla="*/ 3070324 h 6858000"/>
              <a:gd name="connsiteX662" fmla="*/ 2380138 w 7467600"/>
              <a:gd name="connsiteY662" fmla="*/ 3099341 h 6858000"/>
              <a:gd name="connsiteX663" fmla="*/ 1765923 w 7467600"/>
              <a:gd name="connsiteY663" fmla="*/ 3581043 h 6858000"/>
              <a:gd name="connsiteX664" fmla="*/ 1702258 w 7467600"/>
              <a:gd name="connsiteY664" fmla="*/ 3612286 h 6858000"/>
              <a:gd name="connsiteX665" fmla="*/ 1538370 w 7467600"/>
              <a:gd name="connsiteY665" fmla="*/ 3811804 h 6858000"/>
              <a:gd name="connsiteX666" fmla="*/ 542867 w 7467600"/>
              <a:gd name="connsiteY666" fmla="*/ 4944092 h 6858000"/>
              <a:gd name="connsiteX667" fmla="*/ 515800 w 7467600"/>
              <a:gd name="connsiteY667" fmla="*/ 4862180 h 6858000"/>
              <a:gd name="connsiteX668" fmla="*/ 909145 w 7467600"/>
              <a:gd name="connsiteY668" fmla="*/ 4199225 h 6858000"/>
              <a:gd name="connsiteX669" fmla="*/ 1214067 w 7467600"/>
              <a:gd name="connsiteY669" fmla="*/ 3908561 h 6858000"/>
              <a:gd name="connsiteX670" fmla="*/ 640967 w 7467600"/>
              <a:gd name="connsiteY670" fmla="*/ 4105601 h 6858000"/>
              <a:gd name="connsiteX671" fmla="*/ 112563 w 7467600"/>
              <a:gd name="connsiteY671" fmla="*/ 4396952 h 6858000"/>
              <a:gd name="connsiteX672" fmla="*/ 0 w 7467600"/>
              <a:gd name="connsiteY672" fmla="*/ 4466006 h 6858000"/>
              <a:gd name="connsiteX673" fmla="*/ 0 w 7467600"/>
              <a:gd name="connsiteY673" fmla="*/ 4233763 h 6858000"/>
              <a:gd name="connsiteX674" fmla="*/ 36881 w 7467600"/>
              <a:gd name="connsiteY674" fmla="*/ 4200118 h 6858000"/>
              <a:gd name="connsiteX675" fmla="*/ 910534 w 7467600"/>
              <a:gd name="connsiteY675" fmla="*/ 3629753 h 6858000"/>
              <a:gd name="connsiteX676" fmla="*/ 1578717 w 7467600"/>
              <a:gd name="connsiteY676" fmla="*/ 3575982 h 6858000"/>
              <a:gd name="connsiteX677" fmla="*/ 2338780 w 7467600"/>
              <a:gd name="connsiteY677" fmla="*/ 3033725 h 6858000"/>
              <a:gd name="connsiteX678" fmla="*/ 1807991 w 7467600"/>
              <a:gd name="connsiteY678" fmla="*/ 2807184 h 6858000"/>
              <a:gd name="connsiteX679" fmla="*/ 1416358 w 7467600"/>
              <a:gd name="connsiteY679" fmla="*/ 3112571 h 6858000"/>
              <a:gd name="connsiteX680" fmla="*/ 939066 w 7467600"/>
              <a:gd name="connsiteY680" fmla="*/ 3378798 h 6858000"/>
              <a:gd name="connsiteX681" fmla="*/ 115099 w 7467600"/>
              <a:gd name="connsiteY681" fmla="*/ 3607650 h 6858000"/>
              <a:gd name="connsiteX682" fmla="*/ 97284 w 7467600"/>
              <a:gd name="connsiteY682" fmla="*/ 3520393 h 6858000"/>
              <a:gd name="connsiteX683" fmla="*/ 922050 w 7467600"/>
              <a:gd name="connsiteY683" fmla="*/ 3074867 h 6858000"/>
              <a:gd name="connsiteX684" fmla="*/ 1405265 w 7467600"/>
              <a:gd name="connsiteY684" fmla="*/ 3016319 h 6858000"/>
              <a:gd name="connsiteX685" fmla="*/ 1407512 w 7467600"/>
              <a:gd name="connsiteY685" fmla="*/ 3018001 h 6858000"/>
              <a:gd name="connsiteX686" fmla="*/ 1726266 w 7467600"/>
              <a:gd name="connsiteY686" fmla="*/ 2777274 h 6858000"/>
              <a:gd name="connsiteX687" fmla="*/ 625390 w 7467600"/>
              <a:gd name="connsiteY687" fmla="*/ 2514541 h 6858000"/>
              <a:gd name="connsiteX688" fmla="*/ 619799 w 7467600"/>
              <a:gd name="connsiteY688" fmla="*/ 2527180 h 6858000"/>
              <a:gd name="connsiteX689" fmla="*/ 310030 w 7467600"/>
              <a:gd name="connsiteY689" fmla="*/ 2771818 h 6858000"/>
              <a:gd name="connsiteX690" fmla="*/ 173877 w 7467600"/>
              <a:gd name="connsiteY690" fmla="*/ 2937056 h 6858000"/>
              <a:gd name="connsiteX691" fmla="*/ 77889 w 7467600"/>
              <a:gd name="connsiteY691" fmla="*/ 3138440 h 6858000"/>
              <a:gd name="connsiteX692" fmla="*/ 0 w 7467600"/>
              <a:gd name="connsiteY692" fmla="*/ 3271395 h 6858000"/>
              <a:gd name="connsiteX693" fmla="*/ 0 w 7467600"/>
              <a:gd name="connsiteY693" fmla="*/ 3153002 h 6858000"/>
              <a:gd name="connsiteX694" fmla="*/ 2386 w 7467600"/>
              <a:gd name="connsiteY694" fmla="*/ 3149203 h 6858000"/>
              <a:gd name="connsiteX695" fmla="*/ 89753 w 7467600"/>
              <a:gd name="connsiteY695" fmla="*/ 2987702 h 6858000"/>
              <a:gd name="connsiteX696" fmla="*/ 76869 w 7467600"/>
              <a:gd name="connsiteY696" fmla="*/ 3005404 h 6858000"/>
              <a:gd name="connsiteX697" fmla="*/ 32049 w 7467600"/>
              <a:gd name="connsiteY697" fmla="*/ 3065814 h 6858000"/>
              <a:gd name="connsiteX698" fmla="*/ 0 w 7467600"/>
              <a:gd name="connsiteY698" fmla="*/ 3108744 h 6858000"/>
              <a:gd name="connsiteX699" fmla="*/ 0 w 7467600"/>
              <a:gd name="connsiteY699" fmla="*/ 3058059 h 6858000"/>
              <a:gd name="connsiteX700" fmla="*/ 7610 w 7467600"/>
              <a:gd name="connsiteY700" fmla="*/ 3047889 h 6858000"/>
              <a:gd name="connsiteX701" fmla="*/ 52419 w 7467600"/>
              <a:gd name="connsiteY701" fmla="*/ 2987479 h 6858000"/>
              <a:gd name="connsiteX702" fmla="*/ 59142 w 7467600"/>
              <a:gd name="connsiteY702" fmla="*/ 2978488 h 6858000"/>
              <a:gd name="connsiteX703" fmla="*/ 0 w 7467600"/>
              <a:gd name="connsiteY703" fmla="*/ 3015334 h 6858000"/>
              <a:gd name="connsiteX704" fmla="*/ 0 w 7467600"/>
              <a:gd name="connsiteY704" fmla="*/ 2914286 h 6858000"/>
              <a:gd name="connsiteX705" fmla="*/ 36383 w 7467600"/>
              <a:gd name="connsiteY705" fmla="*/ 2901128 h 6858000"/>
              <a:gd name="connsiteX706" fmla="*/ 156329 w 7467600"/>
              <a:gd name="connsiteY706" fmla="*/ 2840533 h 6858000"/>
              <a:gd name="connsiteX707" fmla="*/ 358355 w 7467600"/>
              <a:gd name="connsiteY707" fmla="*/ 2620471 h 6858000"/>
              <a:gd name="connsiteX708" fmla="*/ 510577 w 7467600"/>
              <a:gd name="connsiteY708" fmla="*/ 2501244 h 6858000"/>
              <a:gd name="connsiteX709" fmla="*/ 211967 w 7467600"/>
              <a:gd name="connsiteY709" fmla="*/ 2479171 h 6858000"/>
              <a:gd name="connsiteX710" fmla="*/ 0 w 7467600"/>
              <a:gd name="connsiteY710" fmla="*/ 2476398 h 6858000"/>
              <a:gd name="connsiteX711" fmla="*/ 0 w 7467600"/>
              <a:gd name="connsiteY711" fmla="*/ 2389189 h 6858000"/>
              <a:gd name="connsiteX712" fmla="*/ 103062 w 7467600"/>
              <a:gd name="connsiteY712" fmla="*/ 2389518 h 6858000"/>
              <a:gd name="connsiteX713" fmla="*/ 510734 w 7467600"/>
              <a:gd name="connsiteY713" fmla="*/ 2416201 h 6858000"/>
              <a:gd name="connsiteX714" fmla="*/ 279257 w 7467600"/>
              <a:gd name="connsiteY714" fmla="*/ 2092102 h 6858000"/>
              <a:gd name="connsiteX715" fmla="*/ 65265 w 7467600"/>
              <a:gd name="connsiteY715" fmla="*/ 2006049 h 6858000"/>
              <a:gd name="connsiteX716" fmla="*/ 0 w 7467600"/>
              <a:gd name="connsiteY716" fmla="*/ 1982532 h 6858000"/>
              <a:gd name="connsiteX717" fmla="*/ 0 w 7467600"/>
              <a:gd name="connsiteY717" fmla="*/ 1912789 h 6858000"/>
              <a:gd name="connsiteX718" fmla="*/ 97460 w 7467600"/>
              <a:gd name="connsiteY718" fmla="*/ 1953725 h 6858000"/>
              <a:gd name="connsiteX719" fmla="*/ 221272 w 7467600"/>
              <a:gd name="connsiteY719" fmla="*/ 1980766 h 6858000"/>
              <a:gd name="connsiteX720" fmla="*/ 116765 w 7467600"/>
              <a:gd name="connsiteY720" fmla="*/ 1911033 h 6858000"/>
              <a:gd name="connsiteX721" fmla="*/ 16405 w 7467600"/>
              <a:gd name="connsiteY721" fmla="*/ 1803412 h 6858000"/>
              <a:gd name="connsiteX722" fmla="*/ 0 w 7467600"/>
              <a:gd name="connsiteY722" fmla="*/ 1784777 h 6858000"/>
              <a:gd name="connsiteX723" fmla="*/ 0 w 7467600"/>
              <a:gd name="connsiteY723" fmla="*/ 1740082 h 6858000"/>
              <a:gd name="connsiteX724" fmla="*/ 39394 w 7467600"/>
              <a:gd name="connsiteY724" fmla="*/ 1784856 h 6858000"/>
              <a:gd name="connsiteX725" fmla="*/ 135813 w 7467600"/>
              <a:gd name="connsiteY725" fmla="*/ 1888838 h 6858000"/>
              <a:gd name="connsiteX726" fmla="*/ 242575 w 7467600"/>
              <a:gd name="connsiteY726" fmla="*/ 1958841 h 6858000"/>
              <a:gd name="connsiteX727" fmla="*/ 82197 w 7467600"/>
              <a:gd name="connsiteY727" fmla="*/ 1754826 h 6858000"/>
              <a:gd name="connsiteX728" fmla="*/ 0 w 7467600"/>
              <a:gd name="connsiteY728" fmla="*/ 1679650 h 6858000"/>
              <a:gd name="connsiteX729" fmla="*/ 0 w 7467600"/>
              <a:gd name="connsiteY729" fmla="*/ 1602463 h 6858000"/>
              <a:gd name="connsiteX730" fmla="*/ 84689 w 7467600"/>
              <a:gd name="connsiteY730" fmla="*/ 1677442 h 6858000"/>
              <a:gd name="connsiteX731" fmla="*/ 298437 w 7467600"/>
              <a:gd name="connsiteY731" fmla="*/ 1968019 h 6858000"/>
              <a:gd name="connsiteX732" fmla="*/ 227269 w 7467600"/>
              <a:gd name="connsiteY732" fmla="*/ 1114064 h 6858000"/>
              <a:gd name="connsiteX733" fmla="*/ 248003 w 7467600"/>
              <a:gd name="connsiteY733" fmla="*/ 1089613 h 6858000"/>
              <a:gd name="connsiteX734" fmla="*/ 427020 w 7467600"/>
              <a:gd name="connsiteY734" fmla="*/ 1619803 h 6858000"/>
              <a:gd name="connsiteX735" fmla="*/ 340345 w 7467600"/>
              <a:gd name="connsiteY735" fmla="*/ 2027739 h 6858000"/>
              <a:gd name="connsiteX736" fmla="*/ 360865 w 7467600"/>
              <a:gd name="connsiteY736" fmla="*/ 2044827 h 6858000"/>
              <a:gd name="connsiteX737" fmla="*/ 560414 w 7467600"/>
              <a:gd name="connsiteY737" fmla="*/ 2421457 h 6858000"/>
              <a:gd name="connsiteX738" fmla="*/ 1359703 w 7467600"/>
              <a:gd name="connsiteY738" fmla="*/ 2578554 h 6858000"/>
              <a:gd name="connsiteX739" fmla="*/ 1359422 w 7467600"/>
              <a:gd name="connsiteY739" fmla="*/ 2577994 h 6858000"/>
              <a:gd name="connsiteX740" fmla="*/ 828701 w 7467600"/>
              <a:gd name="connsiteY740" fmla="*/ 1839520 h 6858000"/>
              <a:gd name="connsiteX741" fmla="*/ 494427 w 7467600"/>
              <a:gd name="connsiteY741" fmla="*/ 1092333 h 6858000"/>
              <a:gd name="connsiteX742" fmla="*/ 506322 w 7467600"/>
              <a:gd name="connsiteY742" fmla="*/ 1020997 h 6858000"/>
              <a:gd name="connsiteX743" fmla="*/ 4570198 w 7467600"/>
              <a:gd name="connsiteY743" fmla="*/ 978081 h 6858000"/>
              <a:gd name="connsiteX744" fmla="*/ 4523691 w 7467600"/>
              <a:gd name="connsiteY744" fmla="*/ 1127776 h 6858000"/>
              <a:gd name="connsiteX745" fmla="*/ 4509875 w 7467600"/>
              <a:gd name="connsiteY745" fmla="*/ 1167552 h 6858000"/>
              <a:gd name="connsiteX746" fmla="*/ 4478168 w 7467600"/>
              <a:gd name="connsiteY746" fmla="*/ 1260735 h 6858000"/>
              <a:gd name="connsiteX747" fmla="*/ 4409309 w 7467600"/>
              <a:gd name="connsiteY747" fmla="*/ 1666996 h 6858000"/>
              <a:gd name="connsiteX748" fmla="*/ 4370031 w 7467600"/>
              <a:gd name="connsiteY748" fmla="*/ 1955666 h 6858000"/>
              <a:gd name="connsiteX749" fmla="*/ 4570198 w 7467600"/>
              <a:gd name="connsiteY749" fmla="*/ 978081 h 6858000"/>
              <a:gd name="connsiteX750" fmla="*/ 4557898 w 7467600"/>
              <a:gd name="connsiteY750" fmla="*/ 900011 h 6858000"/>
              <a:gd name="connsiteX751" fmla="*/ 4344840 w 7467600"/>
              <a:gd name="connsiteY751" fmla="*/ 1922038 h 6858000"/>
              <a:gd name="connsiteX752" fmla="*/ 4378710 w 7467600"/>
              <a:gd name="connsiteY752" fmla="*/ 1665516 h 6858000"/>
              <a:gd name="connsiteX753" fmla="*/ 4448798 w 7467600"/>
              <a:gd name="connsiteY753" fmla="*/ 1253024 h 6858000"/>
              <a:gd name="connsiteX754" fmla="*/ 4480315 w 7467600"/>
              <a:gd name="connsiteY754" fmla="*/ 1158454 h 6858000"/>
              <a:gd name="connsiteX755" fmla="*/ 4494133 w 7467600"/>
              <a:gd name="connsiteY755" fmla="*/ 1118676 h 6858000"/>
              <a:gd name="connsiteX756" fmla="*/ 4557898 w 7467600"/>
              <a:gd name="connsiteY756" fmla="*/ 900011 h 6858000"/>
              <a:gd name="connsiteX757" fmla="*/ 5870151 w 7467600"/>
              <a:gd name="connsiteY757" fmla="*/ 898890 h 6858000"/>
              <a:gd name="connsiteX758" fmla="*/ 5861335 w 7467600"/>
              <a:gd name="connsiteY758" fmla="*/ 899177 h 6858000"/>
              <a:gd name="connsiteX759" fmla="*/ 5843702 w 7467600"/>
              <a:gd name="connsiteY759" fmla="*/ 899748 h 6858000"/>
              <a:gd name="connsiteX760" fmla="*/ 5651107 w 7467600"/>
              <a:gd name="connsiteY760" fmla="*/ 920306 h 6858000"/>
              <a:gd name="connsiteX761" fmla="*/ 5459407 w 7467600"/>
              <a:gd name="connsiteY761" fmla="*/ 940975 h 6858000"/>
              <a:gd name="connsiteX762" fmla="*/ 5374846 w 7467600"/>
              <a:gd name="connsiteY762" fmla="*/ 941988 h 6858000"/>
              <a:gd name="connsiteX763" fmla="*/ 5256105 w 7467600"/>
              <a:gd name="connsiteY763" fmla="*/ 945632 h 6858000"/>
              <a:gd name="connsiteX764" fmla="*/ 5107071 w 7467600"/>
              <a:gd name="connsiteY764" fmla="*/ 969720 h 6858000"/>
              <a:gd name="connsiteX765" fmla="*/ 4998681 w 7467600"/>
              <a:gd name="connsiteY765" fmla="*/ 988771 h 6858000"/>
              <a:gd name="connsiteX766" fmla="*/ 5870151 w 7467600"/>
              <a:gd name="connsiteY766" fmla="*/ 898890 h 6858000"/>
              <a:gd name="connsiteX767" fmla="*/ 5504425 w 7467600"/>
              <a:gd name="connsiteY767" fmla="*/ 848067 h 6858000"/>
              <a:gd name="connsiteX768" fmla="*/ 4968849 w 7467600"/>
              <a:gd name="connsiteY768" fmla="*/ 962318 h 6858000"/>
              <a:gd name="connsiteX769" fmla="*/ 5104039 w 7467600"/>
              <a:gd name="connsiteY769" fmla="*/ 940634 h 6858000"/>
              <a:gd name="connsiteX770" fmla="*/ 5256311 w 7467600"/>
              <a:gd name="connsiteY770" fmla="*/ 916490 h 6858000"/>
              <a:gd name="connsiteX771" fmla="*/ 5377381 w 7467600"/>
              <a:gd name="connsiteY771" fmla="*/ 912671 h 6858000"/>
              <a:gd name="connsiteX772" fmla="*/ 5460148 w 7467600"/>
              <a:gd name="connsiteY772" fmla="*/ 911442 h 6858000"/>
              <a:gd name="connsiteX773" fmla="*/ 5648971 w 7467600"/>
              <a:gd name="connsiteY773" fmla="*/ 891331 h 6858000"/>
              <a:gd name="connsiteX774" fmla="*/ 5844807 w 7467600"/>
              <a:gd name="connsiteY774" fmla="*/ 870718 h 6858000"/>
              <a:gd name="connsiteX775" fmla="*/ 5862975 w 7467600"/>
              <a:gd name="connsiteY775" fmla="*/ 869756 h 6858000"/>
              <a:gd name="connsiteX776" fmla="*/ 5920887 w 7467600"/>
              <a:gd name="connsiteY776" fmla="*/ 865929 h 6858000"/>
              <a:gd name="connsiteX777" fmla="*/ 5504425 w 7467600"/>
              <a:gd name="connsiteY777" fmla="*/ 848067 h 6858000"/>
              <a:gd name="connsiteX778" fmla="*/ 3607114 w 7467600"/>
              <a:gd name="connsiteY778" fmla="*/ 467441 h 6858000"/>
              <a:gd name="connsiteX779" fmla="*/ 3296242 w 7467600"/>
              <a:gd name="connsiteY779" fmla="*/ 807991 h 6858000"/>
              <a:gd name="connsiteX780" fmla="*/ 3174674 w 7467600"/>
              <a:gd name="connsiteY780" fmla="*/ 919759 h 6858000"/>
              <a:gd name="connsiteX781" fmla="*/ 3042978 w 7467600"/>
              <a:gd name="connsiteY781" fmla="*/ 1054894 h 6858000"/>
              <a:gd name="connsiteX782" fmla="*/ 2968914 w 7467600"/>
              <a:gd name="connsiteY782" fmla="*/ 1133756 h 6858000"/>
              <a:gd name="connsiteX783" fmla="*/ 3103823 w 7467600"/>
              <a:gd name="connsiteY783" fmla="*/ 1026814 h 6858000"/>
              <a:gd name="connsiteX784" fmla="*/ 3607114 w 7467600"/>
              <a:gd name="connsiteY784" fmla="*/ 467441 h 6858000"/>
              <a:gd name="connsiteX785" fmla="*/ 3744487 w 7467600"/>
              <a:gd name="connsiteY785" fmla="*/ 383136 h 6858000"/>
              <a:gd name="connsiteX786" fmla="*/ 3970213 w 7467600"/>
              <a:gd name="connsiteY786" fmla="*/ 995559 h 6858000"/>
              <a:gd name="connsiteX787" fmla="*/ 3744487 w 7467600"/>
              <a:gd name="connsiteY787" fmla="*/ 383136 h 6858000"/>
              <a:gd name="connsiteX788" fmla="*/ 3624562 w 7467600"/>
              <a:gd name="connsiteY788" fmla="*/ 367041 h 6858000"/>
              <a:gd name="connsiteX789" fmla="*/ 3489712 w 7467600"/>
              <a:gd name="connsiteY789" fmla="*/ 485386 h 6858000"/>
              <a:gd name="connsiteX790" fmla="*/ 3182994 w 7467600"/>
              <a:gd name="connsiteY790" fmla="*/ 828265 h 6858000"/>
              <a:gd name="connsiteX791" fmla="*/ 2892114 w 7467600"/>
              <a:gd name="connsiteY791" fmla="*/ 1172635 h 6858000"/>
              <a:gd name="connsiteX792" fmla="*/ 3021459 w 7467600"/>
              <a:gd name="connsiteY792" fmla="*/ 1035385 h 6858000"/>
              <a:gd name="connsiteX793" fmla="*/ 3153873 w 7467600"/>
              <a:gd name="connsiteY793" fmla="*/ 898971 h 6858000"/>
              <a:gd name="connsiteX794" fmla="*/ 3276511 w 7467600"/>
              <a:gd name="connsiteY794" fmla="*/ 786423 h 6858000"/>
              <a:gd name="connsiteX795" fmla="*/ 3584154 w 7467600"/>
              <a:gd name="connsiteY795" fmla="*/ 448218 h 6858000"/>
              <a:gd name="connsiteX796" fmla="*/ 3624562 w 7467600"/>
              <a:gd name="connsiteY796" fmla="*/ 367041 h 6858000"/>
              <a:gd name="connsiteX797" fmla="*/ 3766672 w 7467600"/>
              <a:gd name="connsiteY797" fmla="*/ 359429 h 6858000"/>
              <a:gd name="connsiteX798" fmla="*/ 3996338 w 7467600"/>
              <a:gd name="connsiteY798" fmla="*/ 968237 h 6858000"/>
              <a:gd name="connsiteX799" fmla="*/ 3766672 w 7467600"/>
              <a:gd name="connsiteY799" fmla="*/ 359429 h 6858000"/>
              <a:gd name="connsiteX800" fmla="*/ 5805386 w 7467600"/>
              <a:gd name="connsiteY800" fmla="*/ 239240 h 6858000"/>
              <a:gd name="connsiteX801" fmla="*/ 5736947 w 7467600"/>
              <a:gd name="connsiteY801" fmla="*/ 261367 h 6858000"/>
              <a:gd name="connsiteX802" fmla="*/ 5427012 w 7467600"/>
              <a:gd name="connsiteY802" fmla="*/ 311272 h 6858000"/>
              <a:gd name="connsiteX803" fmla="*/ 5147818 w 7467600"/>
              <a:gd name="connsiteY803" fmla="*/ 322112 h 6858000"/>
              <a:gd name="connsiteX804" fmla="*/ 5060854 w 7467600"/>
              <a:gd name="connsiteY804" fmla="*/ 311882 h 6858000"/>
              <a:gd name="connsiteX805" fmla="*/ 4945989 w 7467600"/>
              <a:gd name="connsiteY805" fmla="*/ 300516 h 6858000"/>
              <a:gd name="connsiteX806" fmla="*/ 5410479 w 7467600"/>
              <a:gd name="connsiteY806" fmla="*/ 348434 h 6858000"/>
              <a:gd name="connsiteX807" fmla="*/ 5805386 w 7467600"/>
              <a:gd name="connsiteY807" fmla="*/ 239240 h 6858000"/>
              <a:gd name="connsiteX808" fmla="*/ 5905192 w 7467600"/>
              <a:gd name="connsiteY808" fmla="*/ 163079 h 6858000"/>
              <a:gd name="connsiteX809" fmla="*/ 5865655 w 7467600"/>
              <a:gd name="connsiteY809" fmla="*/ 171901 h 6858000"/>
              <a:gd name="connsiteX810" fmla="*/ 5259740 w 7467600"/>
              <a:gd name="connsiteY810" fmla="*/ 257013 h 6858000"/>
              <a:gd name="connsiteX811" fmla="*/ 5208466 w 7467600"/>
              <a:gd name="connsiteY811" fmla="*/ 257550 h 6858000"/>
              <a:gd name="connsiteX812" fmla="*/ 4980204 w 7467600"/>
              <a:gd name="connsiteY812" fmla="*/ 271903 h 6858000"/>
              <a:gd name="connsiteX813" fmla="*/ 5068068 w 7467600"/>
              <a:gd name="connsiteY813" fmla="*/ 282244 h 6858000"/>
              <a:gd name="connsiteX814" fmla="*/ 5153231 w 7467600"/>
              <a:gd name="connsiteY814" fmla="*/ 292240 h 6858000"/>
              <a:gd name="connsiteX815" fmla="*/ 5426491 w 7467600"/>
              <a:gd name="connsiteY815" fmla="*/ 281128 h 6858000"/>
              <a:gd name="connsiteX816" fmla="*/ 5731212 w 7467600"/>
              <a:gd name="connsiteY816" fmla="*/ 231951 h 6858000"/>
              <a:gd name="connsiteX817" fmla="*/ 5905192 w 7467600"/>
              <a:gd name="connsiteY817" fmla="*/ 163079 h 6858000"/>
              <a:gd name="connsiteX818" fmla="*/ 5944437 w 7467600"/>
              <a:gd name="connsiteY818" fmla="*/ 113829 h 6858000"/>
              <a:gd name="connsiteX819" fmla="*/ 5825032 w 7467600"/>
              <a:gd name="connsiteY819" fmla="*/ 146405 h 6858000"/>
              <a:gd name="connsiteX820" fmla="*/ 4955599 w 7467600"/>
              <a:gd name="connsiteY820" fmla="*/ 247008 h 6858000"/>
              <a:gd name="connsiteX821" fmla="*/ 5210104 w 7467600"/>
              <a:gd name="connsiteY821" fmla="*/ 228123 h 6858000"/>
              <a:gd name="connsiteX822" fmla="*/ 5261015 w 7467600"/>
              <a:gd name="connsiteY822" fmla="*/ 227087 h 6858000"/>
              <a:gd name="connsiteX823" fmla="*/ 5861181 w 7467600"/>
              <a:gd name="connsiteY823" fmla="*/ 143093 h 6858000"/>
              <a:gd name="connsiteX824" fmla="*/ 5961252 w 7467600"/>
              <a:gd name="connsiteY824" fmla="*/ 114820 h 6858000"/>
              <a:gd name="connsiteX825" fmla="*/ 5944437 w 7467600"/>
              <a:gd name="connsiteY825" fmla="*/ 113829 h 6858000"/>
              <a:gd name="connsiteX826" fmla="*/ 3882765 w 7467600"/>
              <a:gd name="connsiteY826" fmla="*/ 0 h 6858000"/>
              <a:gd name="connsiteX827" fmla="*/ 3995099 w 7467600"/>
              <a:gd name="connsiteY827" fmla="*/ 0 h 6858000"/>
              <a:gd name="connsiteX828" fmla="*/ 4163818 w 7467600"/>
              <a:gd name="connsiteY828" fmla="*/ 234104 h 6858000"/>
              <a:gd name="connsiteX829" fmla="*/ 4172099 w 7467600"/>
              <a:gd name="connsiteY829" fmla="*/ 234207 h 6858000"/>
              <a:gd name="connsiteX830" fmla="*/ 4784282 w 7467600"/>
              <a:gd name="connsiteY830" fmla="*/ 276561 h 6858000"/>
              <a:gd name="connsiteX831" fmla="*/ 4801687 w 7467600"/>
              <a:gd name="connsiteY831" fmla="*/ 267764 h 6858000"/>
              <a:gd name="connsiteX832" fmla="*/ 6082788 w 7467600"/>
              <a:gd name="connsiteY832" fmla="*/ 64119 h 6858000"/>
              <a:gd name="connsiteX833" fmla="*/ 6099442 w 7467600"/>
              <a:gd name="connsiteY833" fmla="*/ 82568 h 6858000"/>
              <a:gd name="connsiteX834" fmla="*/ 4804137 w 7467600"/>
              <a:gd name="connsiteY834" fmla="*/ 320931 h 6858000"/>
              <a:gd name="connsiteX835" fmla="*/ 4227047 w 7467600"/>
              <a:gd name="connsiteY835" fmla="*/ 313415 h 6858000"/>
              <a:gd name="connsiteX836" fmla="*/ 4346041 w 7467600"/>
              <a:gd name="connsiteY836" fmla="*/ 456086 h 6858000"/>
              <a:gd name="connsiteX837" fmla="*/ 4870967 w 7467600"/>
              <a:gd name="connsiteY837" fmla="*/ 963061 h 6858000"/>
              <a:gd name="connsiteX838" fmla="*/ 4889647 w 7467600"/>
              <a:gd name="connsiteY838" fmla="*/ 957147 h 6858000"/>
              <a:gd name="connsiteX839" fmla="*/ 5422504 w 7467600"/>
              <a:gd name="connsiteY839" fmla="*/ 805191 h 6858000"/>
              <a:gd name="connsiteX840" fmla="*/ 6087656 w 7467600"/>
              <a:gd name="connsiteY840" fmla="*/ 826703 h 6858000"/>
              <a:gd name="connsiteX841" fmla="*/ 6058717 w 7467600"/>
              <a:gd name="connsiteY841" fmla="*/ 865992 h 6858000"/>
              <a:gd name="connsiteX842" fmla="*/ 4974153 w 7467600"/>
              <a:gd name="connsiteY842" fmla="*/ 1045456 h 6858000"/>
              <a:gd name="connsiteX843" fmla="*/ 5627835 w 7467600"/>
              <a:gd name="connsiteY843" fmla="*/ 1472077 h 6858000"/>
              <a:gd name="connsiteX844" fmla="*/ 5629817 w 7467600"/>
              <a:gd name="connsiteY844" fmla="*/ 1471412 h 6858000"/>
              <a:gd name="connsiteX845" fmla="*/ 5634124 w 7467600"/>
              <a:gd name="connsiteY845" fmla="*/ 1470572 h 6858000"/>
              <a:gd name="connsiteX846" fmla="*/ 5755832 w 7467600"/>
              <a:gd name="connsiteY846" fmla="*/ 1383886 h 6858000"/>
              <a:gd name="connsiteX847" fmla="*/ 6014186 w 7467600"/>
              <a:gd name="connsiteY847" fmla="*/ 1279799 h 6858000"/>
              <a:gd name="connsiteX848" fmla="*/ 6901619 w 7467600"/>
              <a:gd name="connsiteY848" fmla="*/ 1047874 h 6858000"/>
              <a:gd name="connsiteX849" fmla="*/ 6931566 w 7467600"/>
              <a:gd name="connsiteY849" fmla="*/ 1062034 h 6858000"/>
              <a:gd name="connsiteX850" fmla="*/ 5790982 w 7467600"/>
              <a:gd name="connsiteY850" fmla="*/ 1561380 h 6858000"/>
              <a:gd name="connsiteX851" fmla="*/ 6188971 w 7467600"/>
              <a:gd name="connsiteY851" fmla="*/ 1755168 h 6858000"/>
              <a:gd name="connsiteX852" fmla="*/ 6202446 w 7467600"/>
              <a:gd name="connsiteY852" fmla="*/ 1752268 h 6858000"/>
              <a:gd name="connsiteX853" fmla="*/ 7179560 w 7467600"/>
              <a:gd name="connsiteY853" fmla="*/ 1467551 h 6858000"/>
              <a:gd name="connsiteX854" fmla="*/ 7158730 w 7467600"/>
              <a:gd name="connsiteY854" fmla="*/ 1507835 h 6858000"/>
              <a:gd name="connsiteX855" fmla="*/ 6326959 w 7467600"/>
              <a:gd name="connsiteY855" fmla="*/ 1817686 h 6858000"/>
              <a:gd name="connsiteX856" fmla="*/ 6537433 w 7467600"/>
              <a:gd name="connsiteY856" fmla="*/ 1907790 h 6858000"/>
              <a:gd name="connsiteX857" fmla="*/ 6550221 w 7467600"/>
              <a:gd name="connsiteY857" fmla="*/ 1910729 h 6858000"/>
              <a:gd name="connsiteX858" fmla="*/ 6964438 w 7467600"/>
              <a:gd name="connsiteY858" fmla="*/ 2209505 h 6858000"/>
              <a:gd name="connsiteX859" fmla="*/ 7367862 w 7467600"/>
              <a:gd name="connsiteY859" fmla="*/ 2806833 h 6858000"/>
              <a:gd name="connsiteX860" fmla="*/ 7364329 w 7467600"/>
              <a:gd name="connsiteY860" fmla="*/ 2826907 h 6858000"/>
              <a:gd name="connsiteX861" fmla="*/ 7290545 w 7467600"/>
              <a:gd name="connsiteY861" fmla="*/ 2850663 h 6858000"/>
              <a:gd name="connsiteX862" fmla="*/ 6472036 w 7467600"/>
              <a:gd name="connsiteY862" fmla="*/ 1959003 h 6858000"/>
              <a:gd name="connsiteX863" fmla="*/ 5792897 w 7467600"/>
              <a:gd name="connsiteY863" fmla="*/ 1647747 h 6858000"/>
              <a:gd name="connsiteX864" fmla="*/ 5842751 w 7467600"/>
              <a:gd name="connsiteY864" fmla="*/ 1816112 h 6858000"/>
              <a:gd name="connsiteX865" fmla="*/ 5847424 w 7467600"/>
              <a:gd name="connsiteY865" fmla="*/ 1815776 h 6858000"/>
              <a:gd name="connsiteX866" fmla="*/ 6399821 w 7467600"/>
              <a:gd name="connsiteY866" fmla="*/ 2344799 h 6858000"/>
              <a:gd name="connsiteX867" fmla="*/ 6323232 w 7467600"/>
              <a:gd name="connsiteY867" fmla="*/ 2389634 h 6858000"/>
              <a:gd name="connsiteX868" fmla="*/ 5942958 w 7467600"/>
              <a:gd name="connsiteY868" fmla="*/ 2077708 h 6858000"/>
              <a:gd name="connsiteX869" fmla="*/ 5921559 w 7467600"/>
              <a:gd name="connsiteY869" fmla="*/ 2378596 h 6858000"/>
              <a:gd name="connsiteX870" fmla="*/ 5817651 w 7467600"/>
              <a:gd name="connsiteY870" fmla="*/ 3023919 h 6858000"/>
              <a:gd name="connsiteX871" fmla="*/ 5729634 w 7467600"/>
              <a:gd name="connsiteY871" fmla="*/ 3051849 h 6858000"/>
              <a:gd name="connsiteX872" fmla="*/ 5611018 w 7467600"/>
              <a:gd name="connsiteY872" fmla="*/ 2316769 h 6858000"/>
              <a:gd name="connsiteX873" fmla="*/ 5687608 w 7467600"/>
              <a:gd name="connsiteY873" fmla="*/ 2039972 h 6858000"/>
              <a:gd name="connsiteX874" fmla="*/ 5657554 w 7467600"/>
              <a:gd name="connsiteY874" fmla="*/ 1576445 h 6858000"/>
              <a:gd name="connsiteX875" fmla="*/ 5150475 w 7467600"/>
              <a:gd name="connsiteY875" fmla="*/ 1274012 h 6858000"/>
              <a:gd name="connsiteX876" fmla="*/ 5349142 w 7467600"/>
              <a:gd name="connsiteY876" fmla="*/ 2204405 h 6858000"/>
              <a:gd name="connsiteX877" fmla="*/ 5262214 w 7467600"/>
              <a:gd name="connsiteY877" fmla="*/ 2233836 h 6858000"/>
              <a:gd name="connsiteX878" fmla="*/ 4981539 w 7467600"/>
              <a:gd name="connsiteY878" fmla="*/ 1542201 h 6858000"/>
              <a:gd name="connsiteX879" fmla="*/ 4958461 w 7467600"/>
              <a:gd name="connsiteY879" fmla="*/ 1136957 h 6858000"/>
              <a:gd name="connsiteX880" fmla="*/ 4655015 w 7467600"/>
              <a:gd name="connsiteY880" fmla="*/ 891426 h 6858000"/>
              <a:gd name="connsiteX881" fmla="*/ 4348002 w 7467600"/>
              <a:gd name="connsiteY881" fmla="*/ 2205895 h 6858000"/>
              <a:gd name="connsiteX882" fmla="*/ 4262250 w 7467600"/>
              <a:gd name="connsiteY882" fmla="*/ 2219972 h 6858000"/>
              <a:gd name="connsiteX883" fmla="*/ 4550611 w 7467600"/>
              <a:gd name="connsiteY883" fmla="*/ 817540 h 6858000"/>
              <a:gd name="connsiteX884" fmla="*/ 4564418 w 7467600"/>
              <a:gd name="connsiteY884" fmla="*/ 808293 h 6858000"/>
              <a:gd name="connsiteX885" fmla="*/ 4266388 w 7467600"/>
              <a:gd name="connsiteY885" fmla="*/ 500083 h 6858000"/>
              <a:gd name="connsiteX886" fmla="*/ 4032842 w 7467600"/>
              <a:gd name="connsiteY886" fmla="*/ 211809 h 6858000"/>
              <a:gd name="connsiteX887" fmla="*/ 3882765 w 7467600"/>
              <a:gd name="connsiteY887" fmla="*/ 0 h 6858000"/>
              <a:gd name="connsiteX888" fmla="*/ 3721337 w 7467600"/>
              <a:gd name="connsiteY888" fmla="*/ 0 h 6858000"/>
              <a:gd name="connsiteX889" fmla="*/ 3797544 w 7467600"/>
              <a:gd name="connsiteY889" fmla="*/ 0 h 6858000"/>
              <a:gd name="connsiteX890" fmla="*/ 3775734 w 7467600"/>
              <a:gd name="connsiteY890" fmla="*/ 95131 h 6858000"/>
              <a:gd name="connsiteX891" fmla="*/ 3724807 w 7467600"/>
              <a:gd name="connsiteY891" fmla="*/ 272257 h 6858000"/>
              <a:gd name="connsiteX892" fmla="*/ 3726844 w 7467600"/>
              <a:gd name="connsiteY892" fmla="*/ 282988 h 6858000"/>
              <a:gd name="connsiteX893" fmla="*/ 3742664 w 7467600"/>
              <a:gd name="connsiteY893" fmla="*/ 279918 h 6858000"/>
              <a:gd name="connsiteX894" fmla="*/ 4103910 w 7467600"/>
              <a:gd name="connsiteY894" fmla="*/ 1161917 h 6858000"/>
              <a:gd name="connsiteX895" fmla="*/ 4020269 w 7467600"/>
              <a:gd name="connsiteY895" fmla="*/ 1200406 h 6858000"/>
              <a:gd name="connsiteX896" fmla="*/ 3674882 w 7467600"/>
              <a:gd name="connsiteY896" fmla="*/ 488524 h 6858000"/>
              <a:gd name="connsiteX897" fmla="*/ 3132682 w 7467600"/>
              <a:gd name="connsiteY897" fmla="*/ 1072284 h 6858000"/>
              <a:gd name="connsiteX898" fmla="*/ 2716346 w 7467600"/>
              <a:gd name="connsiteY898" fmla="*/ 1276376 h 6858000"/>
              <a:gd name="connsiteX899" fmla="*/ 2716772 w 7467600"/>
              <a:gd name="connsiteY899" fmla="*/ 1255462 h 6858000"/>
              <a:gd name="connsiteX900" fmla="*/ 3471096 w 7467600"/>
              <a:gd name="connsiteY900" fmla="*/ 437072 h 6858000"/>
              <a:gd name="connsiteX901" fmla="*/ 3639057 w 7467600"/>
              <a:gd name="connsiteY901" fmla="*/ 286334 h 6858000"/>
              <a:gd name="connsiteX902" fmla="*/ 3640309 w 7467600"/>
              <a:gd name="connsiteY902" fmla="*/ 284664 h 6858000"/>
              <a:gd name="connsiteX903" fmla="*/ 3646022 w 7467600"/>
              <a:gd name="connsiteY903" fmla="*/ 276711 h 6858000"/>
              <a:gd name="connsiteX904" fmla="*/ 3707943 w 7467600"/>
              <a:gd name="connsiteY904" fmla="*/ 65958 h 6858000"/>
              <a:gd name="connsiteX905" fmla="*/ 3721337 w 7467600"/>
              <a:gd name="connsiteY905" fmla="*/ 0 h 6858000"/>
              <a:gd name="connsiteX906" fmla="*/ 2867960 w 7467600"/>
              <a:gd name="connsiteY906" fmla="*/ 0 h 6858000"/>
              <a:gd name="connsiteX907" fmla="*/ 2926351 w 7467600"/>
              <a:gd name="connsiteY907" fmla="*/ 0 h 6858000"/>
              <a:gd name="connsiteX908" fmla="*/ 2902823 w 7467600"/>
              <a:gd name="connsiteY908" fmla="*/ 262929 h 6858000"/>
              <a:gd name="connsiteX909" fmla="*/ 2940663 w 7467600"/>
              <a:gd name="connsiteY909" fmla="*/ 140884 h 6858000"/>
              <a:gd name="connsiteX910" fmla="*/ 2947039 w 7467600"/>
              <a:gd name="connsiteY910" fmla="*/ 122524 h 6858000"/>
              <a:gd name="connsiteX911" fmla="*/ 2984316 w 7467600"/>
              <a:gd name="connsiteY911" fmla="*/ 0 h 6858000"/>
              <a:gd name="connsiteX912" fmla="*/ 3016114 w 7467600"/>
              <a:gd name="connsiteY912" fmla="*/ 0 h 6858000"/>
              <a:gd name="connsiteX913" fmla="*/ 2979949 w 7467600"/>
              <a:gd name="connsiteY913" fmla="*/ 119274 h 6858000"/>
              <a:gd name="connsiteX914" fmla="*/ 3023879 w 7467600"/>
              <a:gd name="connsiteY914" fmla="*/ 0 h 6858000"/>
              <a:gd name="connsiteX915" fmla="*/ 3105400 w 7467600"/>
              <a:gd name="connsiteY915" fmla="*/ 0 h 6858000"/>
              <a:gd name="connsiteX916" fmla="*/ 3094669 w 7467600"/>
              <a:gd name="connsiteY916" fmla="*/ 30308 h 6858000"/>
              <a:gd name="connsiteX917" fmla="*/ 2901945 w 7467600"/>
              <a:gd name="connsiteY917" fmla="*/ 466538 h 6858000"/>
              <a:gd name="connsiteX918" fmla="*/ 2815209 w 7467600"/>
              <a:gd name="connsiteY918" fmla="*/ 497361 h 6858000"/>
              <a:gd name="connsiteX919" fmla="*/ 2844845 w 7467600"/>
              <a:gd name="connsiteY919" fmla="*/ 127638 h 6858000"/>
              <a:gd name="connsiteX920" fmla="*/ 2867960 w 7467600"/>
              <a:gd name="connsiteY920" fmla="*/ 0 h 6858000"/>
              <a:gd name="connsiteX921" fmla="*/ 1057230 w 7467600"/>
              <a:gd name="connsiteY921" fmla="*/ 0 h 6858000"/>
              <a:gd name="connsiteX922" fmla="*/ 1111003 w 7467600"/>
              <a:gd name="connsiteY922" fmla="*/ 0 h 6858000"/>
              <a:gd name="connsiteX923" fmla="*/ 1125553 w 7467600"/>
              <a:gd name="connsiteY923" fmla="*/ 52588 h 6858000"/>
              <a:gd name="connsiteX924" fmla="*/ 1304276 w 7467600"/>
              <a:gd name="connsiteY924" fmla="*/ 476275 h 6858000"/>
              <a:gd name="connsiteX925" fmla="*/ 1492066 w 7467600"/>
              <a:gd name="connsiteY925" fmla="*/ 886333 h 6858000"/>
              <a:gd name="connsiteX926" fmla="*/ 1423698 w 7467600"/>
              <a:gd name="connsiteY926" fmla="*/ 710817 h 6858000"/>
              <a:gd name="connsiteX927" fmla="*/ 1357609 w 7467600"/>
              <a:gd name="connsiteY927" fmla="*/ 532892 h 6858000"/>
              <a:gd name="connsiteX928" fmla="*/ 1309550 w 7467600"/>
              <a:gd name="connsiteY928" fmla="*/ 374031 h 6858000"/>
              <a:gd name="connsiteX929" fmla="*/ 1193673 w 7467600"/>
              <a:gd name="connsiteY929" fmla="*/ 49533 h 6858000"/>
              <a:gd name="connsiteX930" fmla="*/ 1164391 w 7467600"/>
              <a:gd name="connsiteY930" fmla="*/ 0 h 6858000"/>
              <a:gd name="connsiteX931" fmla="*/ 1200666 w 7467600"/>
              <a:gd name="connsiteY931" fmla="*/ 0 h 6858000"/>
              <a:gd name="connsiteX932" fmla="*/ 1223408 w 7467600"/>
              <a:gd name="connsiteY932" fmla="*/ 38996 h 6858000"/>
              <a:gd name="connsiteX933" fmla="*/ 1339635 w 7467600"/>
              <a:gd name="connsiteY933" fmla="*/ 365517 h 6858000"/>
              <a:gd name="connsiteX934" fmla="*/ 1387469 w 7467600"/>
              <a:gd name="connsiteY934" fmla="*/ 523079 h 6858000"/>
              <a:gd name="connsiteX935" fmla="*/ 1452685 w 7467600"/>
              <a:gd name="connsiteY935" fmla="*/ 699806 h 6858000"/>
              <a:gd name="connsiteX936" fmla="*/ 1492092 w 7467600"/>
              <a:gd name="connsiteY936" fmla="*/ 800424 h 6858000"/>
              <a:gd name="connsiteX937" fmla="*/ 1455302 w 7467600"/>
              <a:gd name="connsiteY937" fmla="*/ 632913 h 6858000"/>
              <a:gd name="connsiteX938" fmla="*/ 1222336 w 7467600"/>
              <a:gd name="connsiteY938" fmla="*/ 9480 h 6858000"/>
              <a:gd name="connsiteX939" fmla="*/ 1214634 w 7467600"/>
              <a:gd name="connsiteY939" fmla="*/ 0 h 6858000"/>
              <a:gd name="connsiteX940" fmla="*/ 1289827 w 7467600"/>
              <a:gd name="connsiteY940" fmla="*/ 0 h 6858000"/>
              <a:gd name="connsiteX941" fmla="*/ 1321076 w 7467600"/>
              <a:gd name="connsiteY941" fmla="*/ 59722 h 6858000"/>
              <a:gd name="connsiteX942" fmla="*/ 1512579 w 7467600"/>
              <a:gd name="connsiteY942" fmla="*/ 626441 h 6858000"/>
              <a:gd name="connsiteX943" fmla="*/ 1506076 w 7467600"/>
              <a:gd name="connsiteY943" fmla="*/ 1089289 h 6858000"/>
              <a:gd name="connsiteX944" fmla="*/ 1486346 w 7467600"/>
              <a:gd name="connsiteY944" fmla="*/ 1079919 h 6858000"/>
              <a:gd name="connsiteX945" fmla="*/ 1070511 w 7467600"/>
              <a:gd name="connsiteY945" fmla="*/ 48609 h 6858000"/>
              <a:gd name="connsiteX946" fmla="*/ 1057230 w 7467600"/>
              <a:gd name="connsiteY946" fmla="*/ 0 h 6858000"/>
              <a:gd name="connsiteX947" fmla="*/ 43151 w 7467600"/>
              <a:gd name="connsiteY947" fmla="*/ 0 h 6858000"/>
              <a:gd name="connsiteX948" fmla="*/ 95283 w 7467600"/>
              <a:gd name="connsiteY948" fmla="*/ 0 h 6858000"/>
              <a:gd name="connsiteX949" fmla="*/ 300708 w 7467600"/>
              <a:gd name="connsiteY949" fmla="*/ 154571 h 6858000"/>
              <a:gd name="connsiteX950" fmla="*/ 530414 w 7467600"/>
              <a:gd name="connsiteY950" fmla="*/ 354673 h 6858000"/>
              <a:gd name="connsiteX951" fmla="*/ 333785 w 7467600"/>
              <a:gd name="connsiteY951" fmla="*/ 161564 h 6858000"/>
              <a:gd name="connsiteX952" fmla="*/ 147005 w 7467600"/>
              <a:gd name="connsiteY952" fmla="*/ 0 h 6858000"/>
              <a:gd name="connsiteX953" fmla="*/ 272509 w 7467600"/>
              <a:gd name="connsiteY953" fmla="*/ 0 h 6858000"/>
              <a:gd name="connsiteX954" fmla="*/ 326276 w 7467600"/>
              <a:gd name="connsiteY954" fmla="*/ 45847 h 6858000"/>
              <a:gd name="connsiteX955" fmla="*/ 823759 w 7467600"/>
              <a:gd name="connsiteY955" fmla="*/ 574145 h 6858000"/>
              <a:gd name="connsiteX956" fmla="*/ 811254 w 7467600"/>
              <a:gd name="connsiteY956" fmla="*/ 665546 h 6858000"/>
              <a:gd name="connsiteX957" fmla="*/ 154042 w 7467600"/>
              <a:gd name="connsiteY957" fmla="*/ 261522 h 6858000"/>
              <a:gd name="connsiteX958" fmla="*/ 13550 w 7467600"/>
              <a:gd name="connsiteY958" fmla="*/ 158423 h 6858000"/>
              <a:gd name="connsiteX959" fmla="*/ 0 w 7467600"/>
              <a:gd name="connsiteY959" fmla="*/ 146618 h 6858000"/>
              <a:gd name="connsiteX960" fmla="*/ 0 w 7467600"/>
              <a:gd name="connsiteY960" fmla="*/ 59161 h 6858000"/>
              <a:gd name="connsiteX961" fmla="*/ 45427 w 7467600"/>
              <a:gd name="connsiteY961" fmla="*/ 101078 h 6858000"/>
              <a:gd name="connsiteX962" fmla="*/ 630103 w 7467600"/>
              <a:gd name="connsiteY962" fmla="*/ 485885 h 6858000"/>
              <a:gd name="connsiteX963" fmla="*/ 532040 w 7467600"/>
              <a:gd name="connsiteY963" fmla="*/ 399359 h 6858000"/>
              <a:gd name="connsiteX964" fmla="*/ 517618 w 7467600"/>
              <a:gd name="connsiteY964" fmla="*/ 385726 h 6858000"/>
              <a:gd name="connsiteX965" fmla="*/ 285074 w 7467600"/>
              <a:gd name="connsiteY965" fmla="*/ 182755 h 6858000"/>
              <a:gd name="connsiteX966" fmla="*/ 43151 w 7467600"/>
              <a:gd name="connsiteY96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379510 w 7467600"/>
              <a:gd name="connsiteY75" fmla="*/ 5755454 h 6858000"/>
              <a:gd name="connsiteX76" fmla="*/ 7467600 w 7467600"/>
              <a:gd name="connsiteY76" fmla="*/ 6012219 h 6858000"/>
              <a:gd name="connsiteX77" fmla="*/ 7356878 w 7467600"/>
              <a:gd name="connsiteY77" fmla="*/ 5981332 h 6858000"/>
              <a:gd name="connsiteX78" fmla="*/ 7467600 w 7467600"/>
              <a:gd name="connsiteY78" fmla="*/ 6117703 h 6858000"/>
              <a:gd name="connsiteX79" fmla="*/ 7467600 w 7467600"/>
              <a:gd name="connsiteY79" fmla="*/ 6163634 h 6858000"/>
              <a:gd name="connsiteX80" fmla="*/ 7403637 w 7467600"/>
              <a:gd name="connsiteY80" fmla="*/ 6083957 h 6858000"/>
              <a:gd name="connsiteX81" fmla="*/ 7254615 w 7467600"/>
              <a:gd name="connsiteY81" fmla="*/ 5911918 h 6858000"/>
              <a:gd name="connsiteX82" fmla="*/ 7312589 w 7467600"/>
              <a:gd name="connsiteY82" fmla="*/ 5982309 h 6858000"/>
              <a:gd name="connsiteX83" fmla="*/ 7448321 w 7467600"/>
              <a:gd name="connsiteY83" fmla="*/ 6190991 h 6858000"/>
              <a:gd name="connsiteX84" fmla="*/ 7467600 w 7467600"/>
              <a:gd name="connsiteY84" fmla="*/ 6221686 h 6858000"/>
              <a:gd name="connsiteX85" fmla="*/ 7467600 w 7467600"/>
              <a:gd name="connsiteY85" fmla="*/ 6334256 h 6858000"/>
              <a:gd name="connsiteX86" fmla="*/ 7454976 w 7467600"/>
              <a:gd name="connsiteY86" fmla="*/ 6318297 h 6858000"/>
              <a:gd name="connsiteX87" fmla="*/ 1456157 w 7467600"/>
              <a:gd name="connsiteY87" fmla="*/ 5371404 h 6858000"/>
              <a:gd name="connsiteX88" fmla="*/ 1244432 w 7467600"/>
              <a:gd name="connsiteY88" fmla="*/ 5385601 h 6858000"/>
              <a:gd name="connsiteX89" fmla="*/ 973990 w 7467600"/>
              <a:gd name="connsiteY89" fmla="*/ 5424940 h 6858000"/>
              <a:gd name="connsiteX90" fmla="*/ 1103809 w 7467600"/>
              <a:gd name="connsiteY90" fmla="*/ 5433720 h 6858000"/>
              <a:gd name="connsiteX91" fmla="*/ 1123454 w 7467600"/>
              <a:gd name="connsiteY91" fmla="*/ 5435727 h 6858000"/>
              <a:gd name="connsiteX92" fmla="*/ 1737017 w 7467600"/>
              <a:gd name="connsiteY92" fmla="*/ 5452183 h 6858000"/>
              <a:gd name="connsiteX93" fmla="*/ 1824397 w 7467600"/>
              <a:gd name="connsiteY93" fmla="*/ 5447757 h 6858000"/>
              <a:gd name="connsiteX94" fmla="*/ 2070059 w 7467600"/>
              <a:gd name="connsiteY94" fmla="*/ 5441660 h 6858000"/>
              <a:gd name="connsiteX95" fmla="*/ 1456157 w 7467600"/>
              <a:gd name="connsiteY95" fmla="*/ 5371404 h 6858000"/>
              <a:gd name="connsiteX96" fmla="*/ 4988186 w 7467600"/>
              <a:gd name="connsiteY96" fmla="*/ 5216467 h 6858000"/>
              <a:gd name="connsiteX97" fmla="*/ 4777334 w 7467600"/>
              <a:gd name="connsiteY97" fmla="*/ 5406072 h 6858000"/>
              <a:gd name="connsiteX98" fmla="*/ 4718341 w 7467600"/>
              <a:gd name="connsiteY98" fmla="*/ 5468043 h 6858000"/>
              <a:gd name="connsiteX99" fmla="*/ 4604655 w 7467600"/>
              <a:gd name="connsiteY99" fmla="*/ 5583434 h 6858000"/>
              <a:gd name="connsiteX100" fmla="*/ 4565074 w 7467600"/>
              <a:gd name="connsiteY100" fmla="*/ 5618550 h 6858000"/>
              <a:gd name="connsiteX101" fmla="*/ 4988186 w 7467600"/>
              <a:gd name="connsiteY101" fmla="*/ 5216467 h 6858000"/>
              <a:gd name="connsiteX102" fmla="*/ 4978032 w 7467600"/>
              <a:gd name="connsiteY102" fmla="*/ 5183809 h 6858000"/>
              <a:gd name="connsiteX103" fmla="*/ 4463413 w 7467600"/>
              <a:gd name="connsiteY103" fmla="*/ 5615162 h 6858000"/>
              <a:gd name="connsiteX104" fmla="*/ 4358134 w 7467600"/>
              <a:gd name="connsiteY104" fmla="*/ 5742791 h 6858000"/>
              <a:gd name="connsiteX105" fmla="*/ 4376219 w 7467600"/>
              <a:gd name="connsiteY105" fmla="*/ 5729027 h 6858000"/>
              <a:gd name="connsiteX106" fmla="*/ 4582340 w 7467600"/>
              <a:gd name="connsiteY106" fmla="*/ 5561037 h 6858000"/>
              <a:gd name="connsiteX107" fmla="*/ 4694684 w 7467600"/>
              <a:gd name="connsiteY107" fmla="*/ 5447098 h 6858000"/>
              <a:gd name="connsiteX108" fmla="*/ 4754123 w 7467600"/>
              <a:gd name="connsiteY108" fmla="*/ 5384643 h 6858000"/>
              <a:gd name="connsiteX109" fmla="*/ 4978032 w 7467600"/>
              <a:gd name="connsiteY109" fmla="*/ 5183809 h 6858000"/>
              <a:gd name="connsiteX110" fmla="*/ 1903353 w 7467600"/>
              <a:gd name="connsiteY110" fmla="*/ 5044827 h 6858000"/>
              <a:gd name="connsiteX111" fmla="*/ 1936931 w 7467600"/>
              <a:gd name="connsiteY111" fmla="*/ 5093954 h 6858000"/>
              <a:gd name="connsiteX112" fmla="*/ 2195868 w 7467600"/>
              <a:gd name="connsiteY112" fmla="*/ 5396574 h 6858000"/>
              <a:gd name="connsiteX113" fmla="*/ 2088852 w 7467600"/>
              <a:gd name="connsiteY113" fmla="*/ 5166123 h 6858000"/>
              <a:gd name="connsiteX114" fmla="*/ 1958241 w 7467600"/>
              <a:gd name="connsiteY114" fmla="*/ 5067955 h 6858000"/>
              <a:gd name="connsiteX115" fmla="*/ 1903353 w 7467600"/>
              <a:gd name="connsiteY115" fmla="*/ 5044827 h 6858000"/>
              <a:gd name="connsiteX116" fmla="*/ 1979378 w 7467600"/>
              <a:gd name="connsiteY116" fmla="*/ 4769504 h 6858000"/>
              <a:gd name="connsiteX117" fmla="*/ 2882120 w 7467600"/>
              <a:gd name="connsiteY117" fmla="*/ 5064547 h 6858000"/>
              <a:gd name="connsiteX118" fmla="*/ 2793103 w 7467600"/>
              <a:gd name="connsiteY118" fmla="*/ 5039699 h 6858000"/>
              <a:gd name="connsiteX119" fmla="*/ 2770041 w 7467600"/>
              <a:gd name="connsiteY119" fmla="*/ 5033634 h 6858000"/>
              <a:gd name="connsiteX120" fmla="*/ 1979378 w 7467600"/>
              <a:gd name="connsiteY120" fmla="*/ 4769504 h 6858000"/>
              <a:gd name="connsiteX121" fmla="*/ 1927410 w 7467600"/>
              <a:gd name="connsiteY121" fmla="*/ 4716164 h 6858000"/>
              <a:gd name="connsiteX122" fmla="*/ 1959587 w 7467600"/>
              <a:gd name="connsiteY122" fmla="*/ 4728849 h 6858000"/>
              <a:gd name="connsiteX123" fmla="*/ 2777707 w 7467600"/>
              <a:gd name="connsiteY123" fmla="*/ 5003991 h 6858000"/>
              <a:gd name="connsiteX124" fmla="*/ 2800768 w 7467600"/>
              <a:gd name="connsiteY124" fmla="*/ 5010056 h 6858000"/>
              <a:gd name="connsiteX125" fmla="*/ 2879408 w 7467600"/>
              <a:gd name="connsiteY125" fmla="*/ 5031590 h 6858000"/>
              <a:gd name="connsiteX126" fmla="*/ 2862295 w 7467600"/>
              <a:gd name="connsiteY126" fmla="*/ 5022958 h 6858000"/>
              <a:gd name="connsiteX127" fmla="*/ 2813343 w 7467600"/>
              <a:gd name="connsiteY127" fmla="*/ 4998369 h 6858000"/>
              <a:gd name="connsiteX128" fmla="*/ 2646245 w 7467600"/>
              <a:gd name="connsiteY128" fmla="*/ 4930999 h 6858000"/>
              <a:gd name="connsiteX129" fmla="*/ 1999243 w 7467600"/>
              <a:gd name="connsiteY129" fmla="*/ 4730524 h 6858000"/>
              <a:gd name="connsiteX130" fmla="*/ 1979527 w 7467600"/>
              <a:gd name="connsiteY130" fmla="*/ 4726651 h 6858000"/>
              <a:gd name="connsiteX131" fmla="*/ 1927410 w 7467600"/>
              <a:gd name="connsiteY131" fmla="*/ 4716164 h 6858000"/>
              <a:gd name="connsiteX132" fmla="*/ 1997014 w 7467600"/>
              <a:gd name="connsiteY132" fmla="*/ 4698007 h 6858000"/>
              <a:gd name="connsiteX133" fmla="*/ 2005458 w 7467600"/>
              <a:gd name="connsiteY133" fmla="*/ 4699540 h 6858000"/>
              <a:gd name="connsiteX134" fmla="*/ 2657186 w 7467600"/>
              <a:gd name="connsiteY134" fmla="*/ 4901687 h 6858000"/>
              <a:gd name="connsiteX135" fmla="*/ 2826662 w 7467600"/>
              <a:gd name="connsiteY135" fmla="*/ 4970362 h 6858000"/>
              <a:gd name="connsiteX136" fmla="*/ 2876100 w 7467600"/>
              <a:gd name="connsiteY136" fmla="*/ 4995397 h 6858000"/>
              <a:gd name="connsiteX137" fmla="*/ 3042600 w 7467600"/>
              <a:gd name="connsiteY137" fmla="*/ 5059532 h 6858000"/>
              <a:gd name="connsiteX138" fmla="*/ 1997014 w 7467600"/>
              <a:gd name="connsiteY138" fmla="*/ 4698007 h 6858000"/>
              <a:gd name="connsiteX139" fmla="*/ 2305292 w 7467600"/>
              <a:gd name="connsiteY139" fmla="*/ 4219492 h 6858000"/>
              <a:gd name="connsiteX140" fmla="*/ 3360922 w 7467600"/>
              <a:gd name="connsiteY140" fmla="*/ 4529373 h 6858000"/>
              <a:gd name="connsiteX141" fmla="*/ 3492420 w 7467600"/>
              <a:gd name="connsiteY141" fmla="*/ 4510145 h 6858000"/>
              <a:gd name="connsiteX142" fmla="*/ 3364086 w 7467600"/>
              <a:gd name="connsiteY142" fmla="*/ 4480340 h 6858000"/>
              <a:gd name="connsiteX143" fmla="*/ 3225818 w 7467600"/>
              <a:gd name="connsiteY143" fmla="*/ 4411822 h 6858000"/>
              <a:gd name="connsiteX144" fmla="*/ 3129696 w 7467600"/>
              <a:gd name="connsiteY144" fmla="*/ 4360704 h 6858000"/>
              <a:gd name="connsiteX145" fmla="*/ 2814545 w 7467600"/>
              <a:gd name="connsiteY145" fmla="*/ 4282955 h 6858000"/>
              <a:gd name="connsiteX146" fmla="*/ 2305292 w 7467600"/>
              <a:gd name="connsiteY146" fmla="*/ 4219492 h 6858000"/>
              <a:gd name="connsiteX147" fmla="*/ 2626982 w 7467600"/>
              <a:gd name="connsiteY147" fmla="*/ 4206450 h 6858000"/>
              <a:gd name="connsiteX148" fmla="*/ 2490617 w 7467600"/>
              <a:gd name="connsiteY148" fmla="*/ 4206951 h 6858000"/>
              <a:gd name="connsiteX149" fmla="*/ 2819869 w 7467600"/>
              <a:gd name="connsiteY149" fmla="*/ 4252936 h 6858000"/>
              <a:gd name="connsiteX150" fmla="*/ 3143018 w 7467600"/>
              <a:gd name="connsiteY150" fmla="*/ 4332698 h 6858000"/>
              <a:gd name="connsiteX151" fmla="*/ 3241520 w 7467600"/>
              <a:gd name="connsiteY151" fmla="*/ 4385112 h 6858000"/>
              <a:gd name="connsiteX152" fmla="*/ 3374575 w 7467600"/>
              <a:gd name="connsiteY152" fmla="*/ 4451517 h 6858000"/>
              <a:gd name="connsiteX153" fmla="*/ 3505221 w 7467600"/>
              <a:gd name="connsiteY153" fmla="*/ 4480757 h 6858000"/>
              <a:gd name="connsiteX154" fmla="*/ 2626982 w 7467600"/>
              <a:gd name="connsiteY154" fmla="*/ 4206450 h 6858000"/>
              <a:gd name="connsiteX155" fmla="*/ 1310106 w 7467600"/>
              <a:gd name="connsiteY155" fmla="*/ 3943217 h 6858000"/>
              <a:gd name="connsiteX156" fmla="*/ 854994 w 7467600"/>
              <a:gd name="connsiteY156" fmla="*/ 4399136 h 6858000"/>
              <a:gd name="connsiteX157" fmla="*/ 742462 w 7467600"/>
              <a:gd name="connsiteY157" fmla="*/ 4594648 h 6858000"/>
              <a:gd name="connsiteX158" fmla="*/ 820602 w 7467600"/>
              <a:gd name="connsiteY158" fmla="*/ 4485915 h 6858000"/>
              <a:gd name="connsiteX159" fmla="*/ 878295 w 7467600"/>
              <a:gd name="connsiteY159" fmla="*/ 4403594 h 6858000"/>
              <a:gd name="connsiteX160" fmla="*/ 1240607 w 7467600"/>
              <a:gd name="connsiteY160" fmla="*/ 4010401 h 6858000"/>
              <a:gd name="connsiteX161" fmla="*/ 1310106 w 7467600"/>
              <a:gd name="connsiteY161" fmla="*/ 3943217 h 6858000"/>
              <a:gd name="connsiteX162" fmla="*/ 1423113 w 7467600"/>
              <a:gd name="connsiteY162" fmla="*/ 3874565 h 6858000"/>
              <a:gd name="connsiteX163" fmla="*/ 1260565 w 7467600"/>
              <a:gd name="connsiteY163" fmla="*/ 4031982 h 6858000"/>
              <a:gd name="connsiteX164" fmla="*/ 901900 w 7467600"/>
              <a:gd name="connsiteY164" fmla="*/ 4421236 h 6858000"/>
              <a:gd name="connsiteX165" fmla="*/ 845044 w 7467600"/>
              <a:gd name="connsiteY165" fmla="*/ 4502436 h 6858000"/>
              <a:gd name="connsiteX166" fmla="*/ 685926 w 7467600"/>
              <a:gd name="connsiteY166" fmla="*/ 4703069 h 6858000"/>
              <a:gd name="connsiteX167" fmla="*/ 684248 w 7467600"/>
              <a:gd name="connsiteY167" fmla="*/ 4706721 h 6858000"/>
              <a:gd name="connsiteX168" fmla="*/ 1423113 w 7467600"/>
              <a:gd name="connsiteY168" fmla="*/ 3874565 h 6858000"/>
              <a:gd name="connsiteX169" fmla="*/ 3316479 w 7467600"/>
              <a:gd name="connsiteY169" fmla="*/ 3872136 h 6858000"/>
              <a:gd name="connsiteX170" fmla="*/ 3546806 w 7467600"/>
              <a:gd name="connsiteY170" fmla="*/ 4356139 h 6858000"/>
              <a:gd name="connsiteX171" fmla="*/ 3364433 w 7467600"/>
              <a:gd name="connsiteY171" fmla="*/ 3953121 h 6858000"/>
              <a:gd name="connsiteX172" fmla="*/ 3316479 w 7467600"/>
              <a:gd name="connsiteY172" fmla="*/ 3872136 h 6858000"/>
              <a:gd name="connsiteX173" fmla="*/ 3291335 w 7467600"/>
              <a:gd name="connsiteY173" fmla="*/ 3767420 h 6858000"/>
              <a:gd name="connsiteX174" fmla="*/ 3390805 w 7467600"/>
              <a:gd name="connsiteY174" fmla="*/ 3937163 h 6858000"/>
              <a:gd name="connsiteX175" fmla="*/ 3579062 w 7467600"/>
              <a:gd name="connsiteY175" fmla="*/ 4359040 h 6858000"/>
              <a:gd name="connsiteX176" fmla="*/ 3467355 w 7467600"/>
              <a:gd name="connsiteY176" fmla="*/ 3988130 h 6858000"/>
              <a:gd name="connsiteX177" fmla="*/ 3310753 w 7467600"/>
              <a:gd name="connsiteY177" fmla="*/ 3787140 h 6858000"/>
              <a:gd name="connsiteX178" fmla="*/ 3291335 w 7467600"/>
              <a:gd name="connsiteY178" fmla="*/ 3767420 h 6858000"/>
              <a:gd name="connsiteX179" fmla="*/ 1635889 w 7467600"/>
              <a:gd name="connsiteY179" fmla="*/ 3709494 h 6858000"/>
              <a:gd name="connsiteX180" fmla="*/ 1634800 w 7467600"/>
              <a:gd name="connsiteY180" fmla="*/ 3731111 h 6858000"/>
              <a:gd name="connsiteX181" fmla="*/ 1635889 w 7467600"/>
              <a:gd name="connsiteY181" fmla="*/ 3709494 h 6858000"/>
              <a:gd name="connsiteX182" fmla="*/ 1510397 w 7467600"/>
              <a:gd name="connsiteY182" fmla="*/ 3684705 h 6858000"/>
              <a:gd name="connsiteX183" fmla="*/ 1146550 w 7467600"/>
              <a:gd name="connsiteY183" fmla="*/ 3802012 h 6858000"/>
              <a:gd name="connsiteX184" fmla="*/ 698834 w 7467600"/>
              <a:gd name="connsiteY184" fmla="*/ 3952272 h 6858000"/>
              <a:gd name="connsiteX185" fmla="*/ 34256 w 7467600"/>
              <a:gd name="connsiteY185" fmla="*/ 4347603 h 6858000"/>
              <a:gd name="connsiteX186" fmla="*/ 527241 w 7467600"/>
              <a:gd name="connsiteY186" fmla="*/ 4065078 h 6858000"/>
              <a:gd name="connsiteX187" fmla="*/ 1510397 w 7467600"/>
              <a:gd name="connsiteY187" fmla="*/ 3684705 h 6858000"/>
              <a:gd name="connsiteX188" fmla="*/ 1313114 w 7467600"/>
              <a:gd name="connsiteY188" fmla="*/ 3655216 h 6858000"/>
              <a:gd name="connsiteX189" fmla="*/ 1109304 w 7467600"/>
              <a:gd name="connsiteY189" fmla="*/ 3669030 h 6858000"/>
              <a:gd name="connsiteX190" fmla="*/ 8129 w 7467600"/>
              <a:gd name="connsiteY190" fmla="*/ 4330519 h 6858000"/>
              <a:gd name="connsiteX191" fmla="*/ 687572 w 7467600"/>
              <a:gd name="connsiteY191" fmla="*/ 3925629 h 6858000"/>
              <a:gd name="connsiteX192" fmla="*/ 1138365 w 7467600"/>
              <a:gd name="connsiteY192" fmla="*/ 3774515 h 6858000"/>
              <a:gd name="connsiteX193" fmla="*/ 1505579 w 7467600"/>
              <a:gd name="connsiteY193" fmla="*/ 3655526 h 6858000"/>
              <a:gd name="connsiteX194" fmla="*/ 1313114 w 7467600"/>
              <a:gd name="connsiteY194" fmla="*/ 3655216 h 6858000"/>
              <a:gd name="connsiteX195" fmla="*/ 3655073 w 7467600"/>
              <a:gd name="connsiteY195" fmla="*/ 3650884 h 6858000"/>
              <a:gd name="connsiteX196" fmla="*/ 3989938 w 7467600"/>
              <a:gd name="connsiteY196" fmla="*/ 3991685 h 6858000"/>
              <a:gd name="connsiteX197" fmla="*/ 4393907 w 7467600"/>
              <a:gd name="connsiteY197" fmla="*/ 4261258 h 6858000"/>
              <a:gd name="connsiteX198" fmla="*/ 4648051 w 7467600"/>
              <a:gd name="connsiteY198" fmla="*/ 4374051 h 6858000"/>
              <a:gd name="connsiteX199" fmla="*/ 4383389 w 7467600"/>
              <a:gd name="connsiteY199" fmla="*/ 4184369 h 6858000"/>
              <a:gd name="connsiteX200" fmla="*/ 4165508 w 7467600"/>
              <a:gd name="connsiteY200" fmla="*/ 4035196 h 6858000"/>
              <a:gd name="connsiteX201" fmla="*/ 4068162 w 7467600"/>
              <a:gd name="connsiteY201" fmla="*/ 3953394 h 6858000"/>
              <a:gd name="connsiteX202" fmla="*/ 3981416 w 7467600"/>
              <a:gd name="connsiteY202" fmla="*/ 3880482 h 6858000"/>
              <a:gd name="connsiteX203" fmla="*/ 3800147 w 7467600"/>
              <a:gd name="connsiteY203" fmla="*/ 3749872 h 6858000"/>
              <a:gd name="connsiteX204" fmla="*/ 3655073 w 7467600"/>
              <a:gd name="connsiteY204" fmla="*/ 3650884 h 6858000"/>
              <a:gd name="connsiteX205" fmla="*/ 3670252 w 7467600"/>
              <a:gd name="connsiteY205" fmla="*/ 3622798 h 6858000"/>
              <a:gd name="connsiteX206" fmla="*/ 3817258 w 7467600"/>
              <a:gd name="connsiteY206" fmla="*/ 3723577 h 6858000"/>
              <a:gd name="connsiteX207" fmla="*/ 4000461 w 7467600"/>
              <a:gd name="connsiteY207" fmla="*/ 3855966 h 6858000"/>
              <a:gd name="connsiteX208" fmla="*/ 4088180 w 7467600"/>
              <a:gd name="connsiteY208" fmla="*/ 3929774 h 6858000"/>
              <a:gd name="connsiteX209" fmla="*/ 4184555 w 7467600"/>
              <a:gd name="connsiteY209" fmla="*/ 4010683 h 6858000"/>
              <a:gd name="connsiteX210" fmla="*/ 4399563 w 7467600"/>
              <a:gd name="connsiteY210" fmla="*/ 4158106 h 6858000"/>
              <a:gd name="connsiteX211" fmla="*/ 4684469 w 7467600"/>
              <a:gd name="connsiteY211" fmla="*/ 4364680 h 6858000"/>
              <a:gd name="connsiteX212" fmla="*/ 4690271 w 7467600"/>
              <a:gd name="connsiteY212" fmla="*/ 4370034 h 6858000"/>
              <a:gd name="connsiteX213" fmla="*/ 4136093 w 7467600"/>
              <a:gd name="connsiteY213" fmla="*/ 3858466 h 6858000"/>
              <a:gd name="connsiteX214" fmla="*/ 3670252 w 7467600"/>
              <a:gd name="connsiteY214" fmla="*/ 3622798 h 6858000"/>
              <a:gd name="connsiteX215" fmla="*/ 4440129 w 7467600"/>
              <a:gd name="connsiteY215" fmla="*/ 3448571 h 6858000"/>
              <a:gd name="connsiteX216" fmla="*/ 4856525 w 7467600"/>
              <a:gd name="connsiteY216" fmla="*/ 3915351 h 6858000"/>
              <a:gd name="connsiteX217" fmla="*/ 5059055 w 7467600"/>
              <a:gd name="connsiteY217" fmla="*/ 4108918 h 6858000"/>
              <a:gd name="connsiteX218" fmla="*/ 5290070 w 7467600"/>
              <a:gd name="connsiteY218" fmla="*/ 4263619 h 6858000"/>
              <a:gd name="connsiteX219" fmla="*/ 4834991 w 7467600"/>
              <a:gd name="connsiteY219" fmla="*/ 3830985 h 6858000"/>
              <a:gd name="connsiteX220" fmla="*/ 4440129 w 7467600"/>
              <a:gd name="connsiteY220" fmla="*/ 3448571 h 6858000"/>
              <a:gd name="connsiteX221" fmla="*/ 4441737 w 7467600"/>
              <a:gd name="connsiteY221" fmla="*/ 3399734 h 6858000"/>
              <a:gd name="connsiteX222" fmla="*/ 4431236 w 7467600"/>
              <a:gd name="connsiteY222" fmla="*/ 3400954 h 6858000"/>
              <a:gd name="connsiteX223" fmla="*/ 4557150 w 7467600"/>
              <a:gd name="connsiteY223" fmla="*/ 3510023 h 6858000"/>
              <a:gd name="connsiteX224" fmla="*/ 4856936 w 7467600"/>
              <a:gd name="connsiteY224" fmla="*/ 3809146 h 6858000"/>
              <a:gd name="connsiteX225" fmla="*/ 5111996 w 7467600"/>
              <a:gd name="connsiteY225" fmla="*/ 4065759 h 6858000"/>
              <a:gd name="connsiteX226" fmla="*/ 5388878 w 7467600"/>
              <a:gd name="connsiteY226" fmla="*/ 4300185 h 6858000"/>
              <a:gd name="connsiteX227" fmla="*/ 5425556 w 7467600"/>
              <a:gd name="connsiteY227" fmla="*/ 4308967 h 6858000"/>
              <a:gd name="connsiteX228" fmla="*/ 4943646 w 7467600"/>
              <a:gd name="connsiteY228" fmla="*/ 3822916 h 6858000"/>
              <a:gd name="connsiteX229" fmla="*/ 4594837 w 7467600"/>
              <a:gd name="connsiteY229" fmla="*/ 3532274 h 6858000"/>
              <a:gd name="connsiteX230" fmla="*/ 4441737 w 7467600"/>
              <a:gd name="connsiteY230" fmla="*/ 3399734 h 6858000"/>
              <a:gd name="connsiteX231" fmla="*/ 5425834 w 7467600"/>
              <a:gd name="connsiteY231" fmla="*/ 3162785 h 6858000"/>
              <a:gd name="connsiteX232" fmla="*/ 5401644 w 7467600"/>
              <a:gd name="connsiteY232" fmla="*/ 3617847 h 6858000"/>
              <a:gd name="connsiteX233" fmla="*/ 5467256 w 7467600"/>
              <a:gd name="connsiteY233" fmla="*/ 4175494 h 6858000"/>
              <a:gd name="connsiteX234" fmla="*/ 5448069 w 7467600"/>
              <a:gd name="connsiteY234" fmla="*/ 3567554 h 6858000"/>
              <a:gd name="connsiteX235" fmla="*/ 5425834 w 7467600"/>
              <a:gd name="connsiteY235" fmla="*/ 3162785 h 6858000"/>
              <a:gd name="connsiteX236" fmla="*/ 1318687 w 7467600"/>
              <a:gd name="connsiteY236" fmla="*/ 3113840 h 6858000"/>
              <a:gd name="connsiteX237" fmla="*/ 1066793 w 7467600"/>
              <a:gd name="connsiteY237" fmla="*/ 3212171 h 6858000"/>
              <a:gd name="connsiteX238" fmla="*/ 993319 w 7467600"/>
              <a:gd name="connsiteY238" fmla="*/ 3247648 h 6858000"/>
              <a:gd name="connsiteX239" fmla="*/ 853081 w 7467600"/>
              <a:gd name="connsiteY239" fmla="*/ 3312410 h 6858000"/>
              <a:gd name="connsiteX240" fmla="*/ 805957 w 7467600"/>
              <a:gd name="connsiteY240" fmla="*/ 3330443 h 6858000"/>
              <a:gd name="connsiteX241" fmla="*/ 1318687 w 7467600"/>
              <a:gd name="connsiteY241" fmla="*/ 3113840 h 6858000"/>
              <a:gd name="connsiteX242" fmla="*/ 5453702 w 7467600"/>
              <a:gd name="connsiteY242" fmla="*/ 3090882 h 6858000"/>
              <a:gd name="connsiteX243" fmla="*/ 5480135 w 7467600"/>
              <a:gd name="connsiteY243" fmla="*/ 3565802 h 6858000"/>
              <a:gd name="connsiteX244" fmla="*/ 5499023 w 7467600"/>
              <a:gd name="connsiteY244" fmla="*/ 4166310 h 6858000"/>
              <a:gd name="connsiteX245" fmla="*/ 5547022 w 7467600"/>
              <a:gd name="connsiteY245" fmla="*/ 3607838 h 6858000"/>
              <a:gd name="connsiteX246" fmla="*/ 5515964 w 7467600"/>
              <a:gd name="connsiteY246" fmla="*/ 3378541 h 6858000"/>
              <a:gd name="connsiteX247" fmla="*/ 5453702 w 7467600"/>
              <a:gd name="connsiteY247" fmla="*/ 3090882 h 6858000"/>
              <a:gd name="connsiteX248" fmla="*/ 1238695 w 7467600"/>
              <a:gd name="connsiteY248" fmla="*/ 3076820 h 6858000"/>
              <a:gd name="connsiteX249" fmla="*/ 716371 w 7467600"/>
              <a:gd name="connsiteY249" fmla="*/ 3293249 h 6858000"/>
              <a:gd name="connsiteX250" fmla="*/ 579522 w 7467600"/>
              <a:gd name="connsiteY250" fmla="*/ 3371759 h 6858000"/>
              <a:gd name="connsiteX251" fmla="*/ 600288 w 7467600"/>
              <a:gd name="connsiteY251" fmla="*/ 3365555 h 6858000"/>
              <a:gd name="connsiteX252" fmla="*/ 840692 w 7467600"/>
              <a:gd name="connsiteY252" fmla="*/ 3284921 h 6858000"/>
              <a:gd name="connsiteX253" fmla="*/ 979248 w 7467600"/>
              <a:gd name="connsiteY253" fmla="*/ 3221003 h 6858000"/>
              <a:gd name="connsiteX254" fmla="*/ 1053282 w 7467600"/>
              <a:gd name="connsiteY254" fmla="*/ 3185247 h 6858000"/>
              <a:gd name="connsiteX255" fmla="*/ 1320603 w 7467600"/>
              <a:gd name="connsiteY255" fmla="*/ 3081281 h 6858000"/>
              <a:gd name="connsiteX256" fmla="*/ 1238695 w 7467600"/>
              <a:gd name="connsiteY256" fmla="*/ 3076820 h 6858000"/>
              <a:gd name="connsiteX257" fmla="*/ 5425627 w 7467600"/>
              <a:gd name="connsiteY257" fmla="*/ 2954192 h 6858000"/>
              <a:gd name="connsiteX258" fmla="*/ 5470770 w 7467600"/>
              <a:gd name="connsiteY258" fmla="*/ 3005435 h 6858000"/>
              <a:gd name="connsiteX259" fmla="*/ 5519779 w 7467600"/>
              <a:gd name="connsiteY259" fmla="*/ 4359223 h 6858000"/>
              <a:gd name="connsiteX260" fmla="*/ 5520293 w 7467600"/>
              <a:gd name="connsiteY260" fmla="*/ 4360602 h 6858000"/>
              <a:gd name="connsiteX261" fmla="*/ 5767221 w 7467600"/>
              <a:gd name="connsiteY261" fmla="*/ 4665564 h 6858000"/>
              <a:gd name="connsiteX262" fmla="*/ 6937169 w 7467600"/>
              <a:gd name="connsiteY262" fmla="*/ 4815941 h 6858000"/>
              <a:gd name="connsiteX263" fmla="*/ 6953922 w 7467600"/>
              <a:gd name="connsiteY263" fmla="*/ 4890068 h 6858000"/>
              <a:gd name="connsiteX264" fmla="*/ 6071359 w 7467600"/>
              <a:gd name="connsiteY264" fmla="*/ 4770770 h 6858000"/>
              <a:gd name="connsiteX265" fmla="*/ 6038839 w 7467600"/>
              <a:gd name="connsiteY265" fmla="*/ 4764474 h 6858000"/>
              <a:gd name="connsiteX266" fmla="*/ 6038706 w 7467600"/>
              <a:gd name="connsiteY266" fmla="*/ 4763847 h 6858000"/>
              <a:gd name="connsiteX267" fmla="*/ 6037784 w 7467600"/>
              <a:gd name="connsiteY267" fmla="*/ 4764270 h 6858000"/>
              <a:gd name="connsiteX268" fmla="*/ 6038839 w 7467600"/>
              <a:gd name="connsiteY268" fmla="*/ 4764474 h 6858000"/>
              <a:gd name="connsiteX269" fmla="*/ 6040338 w 7467600"/>
              <a:gd name="connsiteY269" fmla="*/ 4771418 h 6858000"/>
              <a:gd name="connsiteX270" fmla="*/ 6024488 w 7467600"/>
              <a:gd name="connsiteY270" fmla="*/ 4809903 h 6858000"/>
              <a:gd name="connsiteX271" fmla="*/ 5599771 w 7467600"/>
              <a:gd name="connsiteY271" fmla="*/ 5509652 h 6858000"/>
              <a:gd name="connsiteX272" fmla="*/ 5548843 w 7467600"/>
              <a:gd name="connsiteY272" fmla="*/ 5563845 h 6858000"/>
              <a:gd name="connsiteX273" fmla="*/ 5940952 w 7467600"/>
              <a:gd name="connsiteY273" fmla="*/ 6250028 h 6858000"/>
              <a:gd name="connsiteX274" fmla="*/ 6043441 w 7467600"/>
              <a:gd name="connsiteY274" fmla="*/ 6665847 h 6858000"/>
              <a:gd name="connsiteX275" fmla="*/ 6093432 w 7467600"/>
              <a:gd name="connsiteY275" fmla="*/ 6858000 h 6858000"/>
              <a:gd name="connsiteX276" fmla="*/ 6034344 w 7467600"/>
              <a:gd name="connsiteY276" fmla="*/ 6858000 h 6858000"/>
              <a:gd name="connsiteX277" fmla="*/ 6026679 w 7467600"/>
              <a:gd name="connsiteY277" fmla="*/ 6836959 h 6858000"/>
              <a:gd name="connsiteX278" fmla="*/ 5800441 w 7467600"/>
              <a:gd name="connsiteY278" fmla="*/ 6335286 h 6858000"/>
              <a:gd name="connsiteX279" fmla="*/ 5526562 w 7467600"/>
              <a:gd name="connsiteY279" fmla="*/ 5705388 h 6858000"/>
              <a:gd name="connsiteX280" fmla="*/ 5519640 w 7467600"/>
              <a:gd name="connsiteY280" fmla="*/ 5683774 h 6858000"/>
              <a:gd name="connsiteX281" fmla="*/ 5844559 w 7467600"/>
              <a:gd name="connsiteY281" fmla="*/ 6553349 h 6858000"/>
              <a:gd name="connsiteX282" fmla="*/ 5975994 w 7467600"/>
              <a:gd name="connsiteY282" fmla="*/ 6858000 h 6858000"/>
              <a:gd name="connsiteX283" fmla="*/ 5898547 w 7467600"/>
              <a:gd name="connsiteY283" fmla="*/ 6858000 h 6858000"/>
              <a:gd name="connsiteX284" fmla="*/ 5682041 w 7467600"/>
              <a:gd name="connsiteY284" fmla="*/ 6355860 h 6858000"/>
              <a:gd name="connsiteX285" fmla="*/ 5461758 w 7467600"/>
              <a:gd name="connsiteY285" fmla="*/ 5820220 h 6858000"/>
              <a:gd name="connsiteX286" fmla="*/ 5237282 w 7467600"/>
              <a:gd name="connsiteY286" fmla="*/ 6579086 h 6858000"/>
              <a:gd name="connsiteX287" fmla="*/ 5115009 w 7467600"/>
              <a:gd name="connsiteY287" fmla="*/ 6858000 h 6858000"/>
              <a:gd name="connsiteX288" fmla="*/ 5028074 w 7467600"/>
              <a:gd name="connsiteY288" fmla="*/ 6858000 h 6858000"/>
              <a:gd name="connsiteX289" fmla="*/ 5079508 w 7467600"/>
              <a:gd name="connsiteY289" fmla="*/ 6749074 h 6858000"/>
              <a:gd name="connsiteX290" fmla="*/ 5371846 w 7467600"/>
              <a:gd name="connsiteY290" fmla="*/ 5924413 h 6858000"/>
              <a:gd name="connsiteX291" fmla="*/ 5270512 w 7467600"/>
              <a:gd name="connsiteY291" fmla="*/ 6138975 h 6858000"/>
              <a:gd name="connsiteX292" fmla="*/ 5062409 w 7467600"/>
              <a:gd name="connsiteY292" fmla="*/ 6653544 h 6858000"/>
              <a:gd name="connsiteX293" fmla="*/ 5036628 w 7467600"/>
              <a:gd name="connsiteY293" fmla="*/ 6754247 h 6858000"/>
              <a:gd name="connsiteX294" fmla="*/ 5009112 w 7467600"/>
              <a:gd name="connsiteY294" fmla="*/ 6858000 h 6858000"/>
              <a:gd name="connsiteX295" fmla="*/ 4976679 w 7467600"/>
              <a:gd name="connsiteY295" fmla="*/ 6858000 h 6858000"/>
              <a:gd name="connsiteX296" fmla="*/ 5006537 w 7467600"/>
              <a:gd name="connsiteY296" fmla="*/ 6747068 h 6858000"/>
              <a:gd name="connsiteX297" fmla="*/ 5032723 w 7467600"/>
              <a:gd name="connsiteY297" fmla="*/ 6644957 h 6858000"/>
              <a:gd name="connsiteX298" fmla="*/ 5242949 w 7467600"/>
              <a:gd name="connsiteY298" fmla="*/ 6125175 h 6858000"/>
              <a:gd name="connsiteX299" fmla="*/ 5286321 w 7467600"/>
              <a:gd name="connsiteY299" fmla="*/ 6033555 h 6858000"/>
              <a:gd name="connsiteX300" fmla="*/ 5008210 w 7467600"/>
              <a:gd name="connsiteY300" fmla="*/ 6649194 h 6858000"/>
              <a:gd name="connsiteX301" fmla="*/ 4986321 w 7467600"/>
              <a:gd name="connsiteY301" fmla="*/ 6765687 h 6858000"/>
              <a:gd name="connsiteX302" fmla="*/ 4973474 w 7467600"/>
              <a:gd name="connsiteY302" fmla="*/ 6858000 h 6858000"/>
              <a:gd name="connsiteX303" fmla="*/ 4907178 w 7467600"/>
              <a:gd name="connsiteY303" fmla="*/ 6858000 h 6858000"/>
              <a:gd name="connsiteX304" fmla="*/ 4910810 w 7467600"/>
              <a:gd name="connsiteY304" fmla="*/ 6829660 h 6858000"/>
              <a:gd name="connsiteX305" fmla="*/ 4987461 w 7467600"/>
              <a:gd name="connsiteY305" fmla="*/ 6432994 h 6858000"/>
              <a:gd name="connsiteX306" fmla="*/ 5179262 w 7467600"/>
              <a:gd name="connsiteY306" fmla="*/ 6035044 h 6858000"/>
              <a:gd name="connsiteX307" fmla="*/ 4689678 w 7467600"/>
              <a:gd name="connsiteY307" fmla="*/ 6440241 h 6858000"/>
              <a:gd name="connsiteX308" fmla="*/ 4477543 w 7467600"/>
              <a:gd name="connsiteY308" fmla="*/ 6674836 h 6858000"/>
              <a:gd name="connsiteX309" fmla="*/ 4329957 w 7467600"/>
              <a:gd name="connsiteY309" fmla="*/ 6858000 h 6858000"/>
              <a:gd name="connsiteX310" fmla="*/ 4218595 w 7467600"/>
              <a:gd name="connsiteY310" fmla="*/ 6858000 h 6858000"/>
              <a:gd name="connsiteX311" fmla="*/ 4368888 w 7467600"/>
              <a:gd name="connsiteY311" fmla="*/ 6668412 h 6858000"/>
              <a:gd name="connsiteX312" fmla="*/ 4563091 w 7467600"/>
              <a:gd name="connsiteY312" fmla="*/ 6442508 h 6858000"/>
              <a:gd name="connsiteX313" fmla="*/ 5387324 w 7467600"/>
              <a:gd name="connsiteY313" fmla="*/ 5705830 h 6858000"/>
              <a:gd name="connsiteX314" fmla="*/ 5073620 w 7467600"/>
              <a:gd name="connsiteY314" fmla="*/ 5955437 h 6858000"/>
              <a:gd name="connsiteX315" fmla="*/ 4689789 w 7467600"/>
              <a:gd name="connsiteY315" fmla="*/ 6268382 h 6858000"/>
              <a:gd name="connsiteX316" fmla="*/ 4418722 w 7467600"/>
              <a:gd name="connsiteY316" fmla="*/ 6570886 h 6858000"/>
              <a:gd name="connsiteX317" fmla="*/ 4214944 w 7467600"/>
              <a:gd name="connsiteY317" fmla="*/ 6858000 h 6858000"/>
              <a:gd name="connsiteX318" fmla="*/ 4177898 w 7467600"/>
              <a:gd name="connsiteY318" fmla="*/ 6858000 h 6858000"/>
              <a:gd name="connsiteX319" fmla="*/ 4391597 w 7467600"/>
              <a:gd name="connsiteY319" fmla="*/ 6556370 h 6858000"/>
              <a:gd name="connsiteX320" fmla="*/ 4668889 w 7467600"/>
              <a:gd name="connsiteY320" fmla="*/ 6246399 h 6858000"/>
              <a:gd name="connsiteX321" fmla="*/ 5055427 w 7467600"/>
              <a:gd name="connsiteY321" fmla="*/ 5931476 h 6858000"/>
              <a:gd name="connsiteX322" fmla="*/ 5371814 w 7467600"/>
              <a:gd name="connsiteY322" fmla="*/ 5678975 h 6858000"/>
              <a:gd name="connsiteX323" fmla="*/ 4987918 w 7467600"/>
              <a:gd name="connsiteY323" fmla="*/ 5838701 h 6858000"/>
              <a:gd name="connsiteX324" fmla="*/ 4317146 w 7467600"/>
              <a:gd name="connsiteY324" fmla="*/ 6587716 h 6858000"/>
              <a:gd name="connsiteX325" fmla="*/ 4171627 w 7467600"/>
              <a:gd name="connsiteY325" fmla="*/ 6858000 h 6858000"/>
              <a:gd name="connsiteX326" fmla="*/ 4081585 w 7467600"/>
              <a:gd name="connsiteY326" fmla="*/ 6858000 h 6858000"/>
              <a:gd name="connsiteX327" fmla="*/ 4238603 w 7467600"/>
              <a:gd name="connsiteY327" fmla="*/ 6559341 h 6858000"/>
              <a:gd name="connsiteX328" fmla="*/ 4778333 w 7467600"/>
              <a:gd name="connsiteY328" fmla="*/ 5873626 h 6858000"/>
              <a:gd name="connsiteX329" fmla="*/ 5414185 w 7467600"/>
              <a:gd name="connsiteY329" fmla="*/ 5573882 h 6858000"/>
              <a:gd name="connsiteX330" fmla="*/ 5959648 w 7467600"/>
              <a:gd name="connsiteY330" fmla="*/ 4760797 h 6858000"/>
              <a:gd name="connsiteX331" fmla="*/ 5355019 w 7467600"/>
              <a:gd name="connsiteY331" fmla="*/ 4734672 h 6858000"/>
              <a:gd name="connsiteX332" fmla="*/ 5083565 w 7467600"/>
              <a:gd name="connsiteY332" fmla="*/ 5179121 h 6858000"/>
              <a:gd name="connsiteX333" fmla="*/ 4713577 w 7467600"/>
              <a:gd name="connsiteY333" fmla="*/ 5616803 h 6858000"/>
              <a:gd name="connsiteX334" fmla="*/ 3989559 w 7467600"/>
              <a:gd name="connsiteY334" fmla="*/ 6145945 h 6858000"/>
              <a:gd name="connsiteX335" fmla="*/ 3939824 w 7467600"/>
              <a:gd name="connsiteY335" fmla="*/ 6066900 h 6858000"/>
              <a:gd name="connsiteX336" fmla="*/ 4584537 w 7467600"/>
              <a:gd name="connsiteY336" fmla="*/ 5324826 h 6858000"/>
              <a:gd name="connsiteX337" fmla="*/ 5037105 w 7467600"/>
              <a:gd name="connsiteY337" fmla="*/ 5088765 h 6858000"/>
              <a:gd name="connsiteX338" fmla="*/ 5039930 w 7467600"/>
              <a:gd name="connsiteY338" fmla="*/ 5089585 h 6858000"/>
              <a:gd name="connsiteX339" fmla="*/ 5263764 w 7467600"/>
              <a:gd name="connsiteY339" fmla="*/ 4735525 h 6858000"/>
              <a:gd name="connsiteX340" fmla="*/ 4086300 w 7467600"/>
              <a:gd name="connsiteY340" fmla="*/ 4884599 h 6858000"/>
              <a:gd name="connsiteX341" fmla="*/ 4085485 w 7467600"/>
              <a:gd name="connsiteY341" fmla="*/ 4899070 h 6858000"/>
              <a:gd name="connsiteX342" fmla="*/ 3871915 w 7467600"/>
              <a:gd name="connsiteY342" fmla="*/ 5253645 h 6858000"/>
              <a:gd name="connsiteX343" fmla="*/ 3799374 w 7467600"/>
              <a:gd name="connsiteY343" fmla="*/ 5466127 h 6858000"/>
              <a:gd name="connsiteX344" fmla="*/ 3498850 w 7467600"/>
              <a:gd name="connsiteY344" fmla="*/ 6661888 h 6858000"/>
              <a:gd name="connsiteX345" fmla="*/ 3399216 w 7467600"/>
              <a:gd name="connsiteY345" fmla="*/ 6858000 h 6858000"/>
              <a:gd name="connsiteX346" fmla="*/ 3303688 w 7467600"/>
              <a:gd name="connsiteY346" fmla="*/ 6858000 h 6858000"/>
              <a:gd name="connsiteX347" fmla="*/ 3391774 w 7467600"/>
              <a:gd name="connsiteY347" fmla="*/ 6697181 h 6858000"/>
              <a:gd name="connsiteX348" fmla="*/ 3735540 w 7467600"/>
              <a:gd name="connsiteY348" fmla="*/ 5546923 h 6858000"/>
              <a:gd name="connsiteX349" fmla="*/ 3729438 w 7467600"/>
              <a:gd name="connsiteY349" fmla="*/ 5569058 h 6858000"/>
              <a:gd name="connsiteX350" fmla="*/ 3707782 w 7467600"/>
              <a:gd name="connsiteY350" fmla="*/ 5644908 h 6858000"/>
              <a:gd name="connsiteX351" fmla="*/ 3583827 w 7467600"/>
              <a:gd name="connsiteY351" fmla="*/ 6039215 h 6858000"/>
              <a:gd name="connsiteX352" fmla="*/ 3547861 w 7467600"/>
              <a:gd name="connsiteY352" fmla="*/ 6129609 h 6858000"/>
              <a:gd name="connsiteX353" fmla="*/ 3490905 w 7467600"/>
              <a:gd name="connsiteY353" fmla="*/ 6277660 h 6858000"/>
              <a:gd name="connsiteX354" fmla="*/ 3455859 w 7467600"/>
              <a:gd name="connsiteY354" fmla="*/ 6391301 h 6858000"/>
              <a:gd name="connsiteX355" fmla="*/ 3429112 w 7467600"/>
              <a:gd name="connsiteY355" fmla="*/ 6479469 h 6858000"/>
              <a:gd name="connsiteX356" fmla="*/ 3304862 w 7467600"/>
              <a:gd name="connsiteY356" fmla="*/ 6796476 h 6858000"/>
              <a:gd name="connsiteX357" fmla="*/ 3276071 w 7467600"/>
              <a:gd name="connsiteY357" fmla="*/ 6858000 h 6858000"/>
              <a:gd name="connsiteX358" fmla="*/ 3240805 w 7467600"/>
              <a:gd name="connsiteY358" fmla="*/ 6858000 h 6858000"/>
              <a:gd name="connsiteX359" fmla="*/ 3275917 w 7467600"/>
              <a:gd name="connsiteY359" fmla="*/ 6783192 h 6858000"/>
              <a:gd name="connsiteX360" fmla="*/ 3399358 w 7467600"/>
              <a:gd name="connsiteY360" fmla="*/ 6469011 h 6858000"/>
              <a:gd name="connsiteX361" fmla="*/ 3425650 w 7467600"/>
              <a:gd name="connsiteY361" fmla="*/ 6381333 h 6858000"/>
              <a:gd name="connsiteX362" fmla="*/ 3460661 w 7467600"/>
              <a:gd name="connsiteY362" fmla="*/ 6266763 h 6858000"/>
              <a:gd name="connsiteX363" fmla="*/ 3518021 w 7467600"/>
              <a:gd name="connsiteY363" fmla="*/ 6117298 h 6858000"/>
              <a:gd name="connsiteX364" fmla="*/ 3554035 w 7467600"/>
              <a:gd name="connsiteY364" fmla="*/ 6027832 h 6858000"/>
              <a:gd name="connsiteX365" fmla="*/ 3677174 w 7467600"/>
              <a:gd name="connsiteY365" fmla="*/ 5636351 h 6858000"/>
              <a:gd name="connsiteX366" fmla="*/ 3698819 w 7467600"/>
              <a:gd name="connsiteY366" fmla="*/ 5560503 h 6858000"/>
              <a:gd name="connsiteX367" fmla="*/ 3702094 w 7467600"/>
              <a:gd name="connsiteY367" fmla="*/ 5549194 h 6858000"/>
              <a:gd name="connsiteX368" fmla="*/ 3398355 w 7467600"/>
              <a:gd name="connsiteY368" fmla="*/ 6094603 h 6858000"/>
              <a:gd name="connsiteX369" fmla="*/ 3193941 w 7467600"/>
              <a:gd name="connsiteY369" fmla="*/ 6798775 h 6858000"/>
              <a:gd name="connsiteX370" fmla="*/ 3184140 w 7467600"/>
              <a:gd name="connsiteY370" fmla="*/ 6858000 h 6858000"/>
              <a:gd name="connsiteX371" fmla="*/ 3099978 w 7467600"/>
              <a:gd name="connsiteY371" fmla="*/ 6858000 h 6858000"/>
              <a:gd name="connsiteX372" fmla="*/ 3101556 w 7467600"/>
              <a:gd name="connsiteY372" fmla="*/ 6843337 h 6858000"/>
              <a:gd name="connsiteX373" fmla="*/ 3370162 w 7467600"/>
              <a:gd name="connsiteY373" fmla="*/ 5785550 h 6858000"/>
              <a:gd name="connsiteX374" fmla="*/ 3746477 w 7467600"/>
              <a:gd name="connsiteY374" fmla="*/ 5377889 h 6858000"/>
              <a:gd name="connsiteX375" fmla="*/ 3863399 w 7467600"/>
              <a:gd name="connsiteY375" fmla="*/ 5087257 h 6858000"/>
              <a:gd name="connsiteX376" fmla="*/ 3968712 w 7467600"/>
              <a:gd name="connsiteY376" fmla="*/ 4913989 h 6858000"/>
              <a:gd name="connsiteX377" fmla="*/ 2792390 w 7467600"/>
              <a:gd name="connsiteY377" fmla="*/ 5382974 h 6858000"/>
              <a:gd name="connsiteX378" fmla="*/ 2714982 w 7467600"/>
              <a:gd name="connsiteY378" fmla="*/ 5427051 h 6858000"/>
              <a:gd name="connsiteX379" fmla="*/ 2813361 w 7467600"/>
              <a:gd name="connsiteY379" fmla="*/ 6023912 h 6858000"/>
              <a:gd name="connsiteX380" fmla="*/ 2688430 w 7467600"/>
              <a:gd name="connsiteY380" fmla="*/ 6801564 h 6858000"/>
              <a:gd name="connsiteX381" fmla="*/ 2629626 w 7467600"/>
              <a:gd name="connsiteY381" fmla="*/ 6763394 h 6858000"/>
              <a:gd name="connsiteX382" fmla="*/ 2565328 w 7467600"/>
              <a:gd name="connsiteY382" fmla="*/ 5516399 h 6858000"/>
              <a:gd name="connsiteX383" fmla="*/ 1922999 w 7467600"/>
              <a:gd name="connsiteY383" fmla="*/ 5980343 h 6858000"/>
              <a:gd name="connsiteX384" fmla="*/ 1950261 w 7467600"/>
              <a:gd name="connsiteY384" fmla="*/ 6405858 h 6858000"/>
              <a:gd name="connsiteX385" fmla="*/ 2365554 w 7467600"/>
              <a:gd name="connsiteY385" fmla="*/ 6759107 h 6858000"/>
              <a:gd name="connsiteX386" fmla="*/ 2424142 w 7467600"/>
              <a:gd name="connsiteY386" fmla="*/ 6858000 h 6858000"/>
              <a:gd name="connsiteX387" fmla="*/ 2395994 w 7467600"/>
              <a:gd name="connsiteY387" fmla="*/ 6858000 h 6858000"/>
              <a:gd name="connsiteX388" fmla="*/ 2392863 w 7467600"/>
              <a:gd name="connsiteY388" fmla="*/ 6852964 h 6858000"/>
              <a:gd name="connsiteX389" fmla="*/ 2017589 w 7467600"/>
              <a:gd name="connsiteY389" fmla="*/ 6493982 h 6858000"/>
              <a:gd name="connsiteX390" fmla="*/ 2147336 w 7467600"/>
              <a:gd name="connsiteY390" fmla="*/ 6594052 h 6858000"/>
              <a:gd name="connsiteX391" fmla="*/ 2207047 w 7467600"/>
              <a:gd name="connsiteY391" fmla="*/ 6654540 h 6858000"/>
              <a:gd name="connsiteX392" fmla="*/ 2299106 w 7467600"/>
              <a:gd name="connsiteY392" fmla="*/ 6778931 h 6858000"/>
              <a:gd name="connsiteX393" fmla="*/ 2314430 w 7467600"/>
              <a:gd name="connsiteY393" fmla="*/ 6801144 h 6858000"/>
              <a:gd name="connsiteX394" fmla="*/ 2352406 w 7467600"/>
              <a:gd name="connsiteY394" fmla="*/ 6858000 h 6858000"/>
              <a:gd name="connsiteX395" fmla="*/ 2314492 w 7467600"/>
              <a:gd name="connsiteY395" fmla="*/ 6858000 h 6858000"/>
              <a:gd name="connsiteX396" fmla="*/ 2288095 w 7467600"/>
              <a:gd name="connsiteY396" fmla="*/ 6818030 h 6858000"/>
              <a:gd name="connsiteX397" fmla="*/ 2272768 w 7467600"/>
              <a:gd name="connsiteY397" fmla="*/ 6795822 h 6858000"/>
              <a:gd name="connsiteX398" fmla="*/ 2182715 w 7467600"/>
              <a:gd name="connsiteY398" fmla="*/ 6675071 h 6858000"/>
              <a:gd name="connsiteX399" fmla="*/ 2032061 w 7467600"/>
              <a:gd name="connsiteY399" fmla="*/ 6541380 h 6858000"/>
              <a:gd name="connsiteX400" fmla="*/ 2257220 w 7467600"/>
              <a:gd name="connsiteY400" fmla="*/ 6826257 h 6858000"/>
              <a:gd name="connsiteX401" fmla="*/ 2281324 w 7467600"/>
              <a:gd name="connsiteY401" fmla="*/ 6858000 h 6858000"/>
              <a:gd name="connsiteX402" fmla="*/ 2242860 w 7467600"/>
              <a:gd name="connsiteY402" fmla="*/ 6858000 h 6858000"/>
              <a:gd name="connsiteX403" fmla="*/ 2232818 w 7467600"/>
              <a:gd name="connsiteY403" fmla="*/ 6844926 h 6858000"/>
              <a:gd name="connsiteX404" fmla="*/ 1990172 w 7467600"/>
              <a:gd name="connsiteY404" fmla="*/ 6542121 h 6858000"/>
              <a:gd name="connsiteX405" fmla="*/ 2124090 w 7467600"/>
              <a:gd name="connsiteY405" fmla="*/ 6761017 h 6858000"/>
              <a:gd name="connsiteX406" fmla="*/ 2200380 w 7467600"/>
              <a:gd name="connsiteY406" fmla="*/ 6858000 h 6858000"/>
              <a:gd name="connsiteX407" fmla="*/ 2147507 w 7467600"/>
              <a:gd name="connsiteY407" fmla="*/ 6858000 h 6858000"/>
              <a:gd name="connsiteX408" fmla="*/ 2070668 w 7467600"/>
              <a:gd name="connsiteY408" fmla="*/ 6761520 h 6858000"/>
              <a:gd name="connsiteX409" fmla="*/ 1975142 w 7467600"/>
              <a:gd name="connsiteY409" fmla="*/ 6585570 h 6858000"/>
              <a:gd name="connsiteX410" fmla="*/ 2050035 w 7467600"/>
              <a:gd name="connsiteY410" fmla="*/ 6813345 h 6858000"/>
              <a:gd name="connsiteX411" fmla="*/ 2063025 w 7467600"/>
              <a:gd name="connsiteY411" fmla="*/ 6858000 h 6858000"/>
              <a:gd name="connsiteX412" fmla="*/ 2021675 w 7467600"/>
              <a:gd name="connsiteY412" fmla="*/ 6858000 h 6858000"/>
              <a:gd name="connsiteX413" fmla="*/ 2019308 w 7467600"/>
              <a:gd name="connsiteY413" fmla="*/ 6847118 h 6858000"/>
              <a:gd name="connsiteX414" fmla="*/ 1938835 w 7467600"/>
              <a:gd name="connsiteY414" fmla="*/ 6551160 h 6858000"/>
              <a:gd name="connsiteX415" fmla="*/ 1953230 w 7467600"/>
              <a:gd name="connsiteY415" fmla="*/ 6759699 h 6858000"/>
              <a:gd name="connsiteX416" fmla="*/ 1956763 w 7467600"/>
              <a:gd name="connsiteY416" fmla="*/ 6778191 h 6858000"/>
              <a:gd name="connsiteX417" fmla="*/ 1967925 w 7467600"/>
              <a:gd name="connsiteY417" fmla="*/ 6858000 h 6858000"/>
              <a:gd name="connsiteX418" fmla="*/ 1936622 w 7467600"/>
              <a:gd name="connsiteY418" fmla="*/ 6858000 h 6858000"/>
              <a:gd name="connsiteX419" fmla="*/ 1926261 w 7467600"/>
              <a:gd name="connsiteY419" fmla="*/ 6784064 h 6858000"/>
              <a:gd name="connsiteX420" fmla="*/ 1922724 w 7467600"/>
              <a:gd name="connsiteY420" fmla="*/ 6765577 h 6858000"/>
              <a:gd name="connsiteX421" fmla="*/ 1904650 w 7467600"/>
              <a:gd name="connsiteY421" fmla="*/ 6639616 h 6858000"/>
              <a:gd name="connsiteX422" fmla="*/ 1885273 w 7467600"/>
              <a:gd name="connsiteY422" fmla="*/ 6858000 h 6858000"/>
              <a:gd name="connsiteX423" fmla="*/ 1854363 w 7467600"/>
              <a:gd name="connsiteY423" fmla="*/ 6858000 h 6858000"/>
              <a:gd name="connsiteX424" fmla="*/ 1880391 w 7467600"/>
              <a:gd name="connsiteY424" fmla="*/ 6603796 h 6858000"/>
              <a:gd name="connsiteX425" fmla="*/ 1818273 w 7467600"/>
              <a:gd name="connsiteY425" fmla="*/ 6715729 h 6858000"/>
              <a:gd name="connsiteX426" fmla="*/ 1794691 w 7467600"/>
              <a:gd name="connsiteY426" fmla="*/ 6843239 h 6858000"/>
              <a:gd name="connsiteX427" fmla="*/ 1794914 w 7467600"/>
              <a:gd name="connsiteY427" fmla="*/ 6858000 h 6858000"/>
              <a:gd name="connsiteX428" fmla="*/ 1746128 w 7467600"/>
              <a:gd name="connsiteY428" fmla="*/ 6858000 h 6858000"/>
              <a:gd name="connsiteX429" fmla="*/ 1753934 w 7467600"/>
              <a:gd name="connsiteY429" fmla="*/ 6724796 h 6858000"/>
              <a:gd name="connsiteX430" fmla="*/ 1792053 w 7467600"/>
              <a:gd name="connsiteY430" fmla="*/ 6572396 h 6858000"/>
              <a:gd name="connsiteX431" fmla="*/ 1862248 w 7467600"/>
              <a:gd name="connsiteY431" fmla="*/ 6266397 h 6858000"/>
              <a:gd name="connsiteX432" fmla="*/ 1862250 w 7467600"/>
              <a:gd name="connsiteY432" fmla="*/ 6033531 h 6858000"/>
              <a:gd name="connsiteX433" fmla="*/ 1211999 w 7467600"/>
              <a:gd name="connsiteY433" fmla="*/ 6683610 h 6858000"/>
              <a:gd name="connsiteX434" fmla="*/ 1213266 w 7467600"/>
              <a:gd name="connsiteY434" fmla="*/ 6691947 h 6858000"/>
              <a:gd name="connsiteX435" fmla="*/ 1203370 w 7467600"/>
              <a:gd name="connsiteY435" fmla="*/ 6850676 h 6858000"/>
              <a:gd name="connsiteX436" fmla="*/ 1203671 w 7467600"/>
              <a:gd name="connsiteY436" fmla="*/ 6858000 h 6858000"/>
              <a:gd name="connsiteX437" fmla="*/ 1143180 w 7467600"/>
              <a:gd name="connsiteY437" fmla="*/ 6858000 h 6858000"/>
              <a:gd name="connsiteX438" fmla="*/ 1142176 w 7467600"/>
              <a:gd name="connsiteY438" fmla="*/ 6766045 h 6858000"/>
              <a:gd name="connsiteX439" fmla="*/ 1067484 w 7467600"/>
              <a:gd name="connsiteY439" fmla="*/ 6858000 h 6858000"/>
              <a:gd name="connsiteX440" fmla="*/ 953928 w 7467600"/>
              <a:gd name="connsiteY440" fmla="*/ 6858000 h 6858000"/>
              <a:gd name="connsiteX441" fmla="*/ 959715 w 7467600"/>
              <a:gd name="connsiteY441" fmla="*/ 6850185 h 6858000"/>
              <a:gd name="connsiteX442" fmla="*/ 1483788 w 7467600"/>
              <a:gd name="connsiteY442" fmla="*/ 6259174 h 6858000"/>
              <a:gd name="connsiteX443" fmla="*/ 1100671 w 7467600"/>
              <a:gd name="connsiteY443" fmla="*/ 6252137 h 6858000"/>
              <a:gd name="connsiteX444" fmla="*/ 1090144 w 7467600"/>
              <a:gd name="connsiteY444" fmla="*/ 6256748 h 6858000"/>
              <a:gd name="connsiteX445" fmla="*/ 1095872 w 7467600"/>
              <a:gd name="connsiteY445" fmla="*/ 6271892 h 6858000"/>
              <a:gd name="connsiteX446" fmla="*/ 262785 w 7467600"/>
              <a:gd name="connsiteY446" fmla="*/ 6845450 h 6858000"/>
              <a:gd name="connsiteX447" fmla="*/ 209968 w 7467600"/>
              <a:gd name="connsiteY447" fmla="*/ 6770713 h 6858000"/>
              <a:gd name="connsiteX448" fmla="*/ 873460 w 7467600"/>
              <a:gd name="connsiteY448" fmla="*/ 6253768 h 6858000"/>
              <a:gd name="connsiteX449" fmla="*/ 192686 w 7467600"/>
              <a:gd name="connsiteY449" fmla="*/ 5849257 h 6858000"/>
              <a:gd name="connsiteX450" fmla="*/ 4696 w 7467600"/>
              <a:gd name="connsiteY450" fmla="*/ 5697668 h 6858000"/>
              <a:gd name="connsiteX451" fmla="*/ 0 w 7467600"/>
              <a:gd name="connsiteY451" fmla="*/ 5689984 h 6858000"/>
              <a:gd name="connsiteX452" fmla="*/ 0 w 7467600"/>
              <a:gd name="connsiteY452" fmla="*/ 5513472 h 6858000"/>
              <a:gd name="connsiteX453" fmla="*/ 174101 w 7467600"/>
              <a:gd name="connsiteY453" fmla="*/ 5620277 h 6858000"/>
              <a:gd name="connsiteX454" fmla="*/ 891800 w 7467600"/>
              <a:gd name="connsiteY454" fmla="*/ 6036935 h 6858000"/>
              <a:gd name="connsiteX455" fmla="*/ 1072219 w 7467600"/>
              <a:gd name="connsiteY455" fmla="*/ 6169443 h 6858000"/>
              <a:gd name="connsiteX456" fmla="*/ 1074117 w 7467600"/>
              <a:gd name="connsiteY456" fmla="*/ 6170301 h 6858000"/>
              <a:gd name="connsiteX457" fmla="*/ 1083114 w 7467600"/>
              <a:gd name="connsiteY457" fmla="*/ 6174131 h 6858000"/>
              <a:gd name="connsiteX458" fmla="*/ 1543010 w 7467600"/>
              <a:gd name="connsiteY458" fmla="*/ 6191140 h 6858000"/>
              <a:gd name="connsiteX459" fmla="*/ 1551080 w 7467600"/>
              <a:gd name="connsiteY459" fmla="*/ 6195006 h 6858000"/>
              <a:gd name="connsiteX460" fmla="*/ 2345443 w 7467600"/>
              <a:gd name="connsiteY460" fmla="*/ 5549882 h 6858000"/>
              <a:gd name="connsiteX461" fmla="*/ 1721499 w 7467600"/>
              <a:gd name="connsiteY461" fmla="*/ 5599969 h 6858000"/>
              <a:gd name="connsiteX462" fmla="*/ 767716 w 7467600"/>
              <a:gd name="connsiteY462" fmla="*/ 5472768 h 6858000"/>
              <a:gd name="connsiteX463" fmla="*/ 722147 w 7467600"/>
              <a:gd name="connsiteY463" fmla="*/ 5393091 h 6858000"/>
              <a:gd name="connsiteX464" fmla="*/ 1485552 w 7467600"/>
              <a:gd name="connsiteY464" fmla="*/ 5313202 h 6858000"/>
              <a:gd name="connsiteX465" fmla="*/ 2143004 w 7467600"/>
              <a:gd name="connsiteY465" fmla="*/ 5402420 h 6858000"/>
              <a:gd name="connsiteX466" fmla="*/ 1933391 w 7467600"/>
              <a:gd name="connsiteY466" fmla="*/ 5156971 h 6858000"/>
              <a:gd name="connsiteX467" fmla="*/ 1827118 w 7467600"/>
              <a:gd name="connsiteY467" fmla="*/ 4968410 h 6858000"/>
              <a:gd name="connsiteX468" fmla="*/ 1837349 w 7467600"/>
              <a:gd name="connsiteY468" fmla="*/ 4956357 h 6858000"/>
              <a:gd name="connsiteX469" fmla="*/ 2162835 w 7467600"/>
              <a:gd name="connsiteY469" fmla="*/ 5187853 h 6858000"/>
              <a:gd name="connsiteX470" fmla="*/ 2257167 w 7467600"/>
              <a:gd name="connsiteY470" fmla="*/ 5462123 h 6858000"/>
              <a:gd name="connsiteX471" fmla="*/ 2261598 w 7467600"/>
              <a:gd name="connsiteY471" fmla="*/ 5467998 h 6858000"/>
              <a:gd name="connsiteX472" fmla="*/ 2437177 w 7467600"/>
              <a:gd name="connsiteY472" fmla="*/ 5479608 h 6858000"/>
              <a:gd name="connsiteX473" fmla="*/ 2445247 w 7467600"/>
              <a:gd name="connsiteY473" fmla="*/ 5483476 h 6858000"/>
              <a:gd name="connsiteX474" fmla="*/ 2743626 w 7467600"/>
              <a:gd name="connsiteY474" fmla="*/ 5304819 h 6858000"/>
              <a:gd name="connsiteX475" fmla="*/ 3048102 w 7467600"/>
              <a:gd name="connsiteY475" fmla="*/ 5150595 h 6858000"/>
              <a:gd name="connsiteX476" fmla="*/ 1799414 w 7467600"/>
              <a:gd name="connsiteY476" fmla="*/ 4694732 h 6858000"/>
              <a:gd name="connsiteX477" fmla="*/ 1771735 w 7467600"/>
              <a:gd name="connsiteY477" fmla="*/ 4619929 h 6858000"/>
              <a:gd name="connsiteX478" fmla="*/ 3104273 w 7467600"/>
              <a:gd name="connsiteY478" fmla="*/ 5076159 h 6858000"/>
              <a:gd name="connsiteX479" fmla="*/ 3113245 w 7467600"/>
              <a:gd name="connsiteY479" fmla="*/ 5090705 h 6858000"/>
              <a:gd name="connsiteX480" fmla="*/ 3126294 w 7467600"/>
              <a:gd name="connsiteY480" fmla="*/ 5114400 h 6858000"/>
              <a:gd name="connsiteX481" fmla="*/ 3937433 w 7467600"/>
              <a:gd name="connsiteY481" fmla="*/ 4830473 h 6858000"/>
              <a:gd name="connsiteX482" fmla="*/ 3590475 w 7467600"/>
              <a:gd name="connsiteY482" fmla="*/ 4597974 h 6858000"/>
              <a:gd name="connsiteX483" fmla="*/ 3100264 w 7467600"/>
              <a:gd name="connsiteY483" fmla="*/ 4579845 h 6858000"/>
              <a:gd name="connsiteX484" fmla="*/ 2183576 w 7467600"/>
              <a:gd name="connsiteY484" fmla="*/ 4227150 h 6858000"/>
              <a:gd name="connsiteX485" fmla="*/ 2151029 w 7467600"/>
              <a:gd name="connsiteY485" fmla="*/ 4146947 h 6858000"/>
              <a:gd name="connsiteX486" fmla="*/ 3563434 w 7467600"/>
              <a:gd name="connsiteY486" fmla="*/ 4469115 h 6858000"/>
              <a:gd name="connsiteX487" fmla="*/ 3177952 w 7467600"/>
              <a:gd name="connsiteY487" fmla="*/ 3657386 h 6858000"/>
              <a:gd name="connsiteX488" fmla="*/ 3189263 w 7467600"/>
              <a:gd name="connsiteY488" fmla="*/ 3625726 h 6858000"/>
              <a:gd name="connsiteX489" fmla="*/ 3560912 w 7467600"/>
              <a:gd name="connsiteY489" fmla="*/ 4079863 h 6858000"/>
              <a:gd name="connsiteX490" fmla="*/ 3626636 w 7467600"/>
              <a:gd name="connsiteY490" fmla="*/ 4512230 h 6858000"/>
              <a:gd name="connsiteX491" fmla="*/ 3653088 w 7467600"/>
              <a:gd name="connsiteY491" fmla="*/ 4521417 h 6858000"/>
              <a:gd name="connsiteX492" fmla="*/ 3988128 w 7467600"/>
              <a:gd name="connsiteY492" fmla="*/ 4817267 h 6858000"/>
              <a:gd name="connsiteX493" fmla="*/ 4830582 w 7467600"/>
              <a:gd name="connsiteY493" fmla="*/ 4676000 h 6858000"/>
              <a:gd name="connsiteX494" fmla="*/ 4830100 w 7467600"/>
              <a:gd name="connsiteY494" fmla="*/ 4675554 h 6858000"/>
              <a:gd name="connsiteX495" fmla="*/ 4036318 w 7467600"/>
              <a:gd name="connsiteY495" fmla="*/ 4147013 h 6858000"/>
              <a:gd name="connsiteX496" fmla="*/ 3432098 w 7467600"/>
              <a:gd name="connsiteY496" fmla="*/ 3537312 h 6858000"/>
              <a:gd name="connsiteX497" fmla="*/ 3446761 w 7467600"/>
              <a:gd name="connsiteY497" fmla="*/ 3461278 h 6858000"/>
              <a:gd name="connsiteX498" fmla="*/ 4419733 w 7467600"/>
              <a:gd name="connsiteY498" fmla="*/ 3963555 h 6858000"/>
              <a:gd name="connsiteX499" fmla="*/ 4781371 w 7467600"/>
              <a:gd name="connsiteY499" fmla="*/ 4458604 h 6858000"/>
              <a:gd name="connsiteX500" fmla="*/ 4780440 w 7467600"/>
              <a:gd name="connsiteY500" fmla="*/ 4470290 h 6858000"/>
              <a:gd name="connsiteX501" fmla="*/ 4898954 w 7467600"/>
              <a:gd name="connsiteY501" fmla="*/ 4662092 h 6858000"/>
              <a:gd name="connsiteX502" fmla="*/ 4900699 w 7467600"/>
              <a:gd name="connsiteY502" fmla="*/ 4670867 h 6858000"/>
              <a:gd name="connsiteX503" fmla="*/ 5714511 w 7467600"/>
              <a:gd name="connsiteY503" fmla="*/ 4663483 h 6858000"/>
              <a:gd name="connsiteX504" fmla="*/ 5464793 w 7467600"/>
              <a:gd name="connsiteY504" fmla="*/ 4393556 h 6858000"/>
              <a:gd name="connsiteX505" fmla="*/ 5461897 w 7467600"/>
              <a:gd name="connsiteY505" fmla="*/ 4390879 h 6858000"/>
              <a:gd name="connsiteX506" fmla="*/ 4294126 w 7467600"/>
              <a:gd name="connsiteY506" fmla="*/ 3303048 h 6858000"/>
              <a:gd name="connsiteX507" fmla="*/ 4305321 w 7467600"/>
              <a:gd name="connsiteY507" fmla="*/ 3256953 h 6858000"/>
              <a:gd name="connsiteX508" fmla="*/ 4949299 w 7467600"/>
              <a:gd name="connsiteY508" fmla="*/ 3766336 h 6858000"/>
              <a:gd name="connsiteX509" fmla="*/ 5291452 w 7467600"/>
              <a:gd name="connsiteY509" fmla="*/ 4076801 h 6858000"/>
              <a:gd name="connsiteX510" fmla="*/ 5434998 w 7467600"/>
              <a:gd name="connsiteY510" fmla="*/ 4254100 h 6858000"/>
              <a:gd name="connsiteX511" fmla="*/ 5351015 w 7467600"/>
              <a:gd name="connsiteY511" fmla="*/ 3760989 h 6858000"/>
              <a:gd name="connsiteX512" fmla="*/ 5413780 w 7467600"/>
              <a:gd name="connsiteY512" fmla="*/ 2966265 h 6858000"/>
              <a:gd name="connsiteX513" fmla="*/ 5425627 w 7467600"/>
              <a:gd name="connsiteY513" fmla="*/ 2954192 h 6858000"/>
              <a:gd name="connsiteX514" fmla="*/ 6604735 w 7467600"/>
              <a:gd name="connsiteY514" fmla="*/ 2041381 h 6858000"/>
              <a:gd name="connsiteX515" fmla="*/ 7204487 w 7467600"/>
              <a:gd name="connsiteY515" fmla="*/ 2742112 h 6858000"/>
              <a:gd name="connsiteX516" fmla="*/ 7131592 w 7467600"/>
              <a:gd name="connsiteY516" fmla="*/ 2672096 h 6858000"/>
              <a:gd name="connsiteX517" fmla="*/ 6996344 w 7467600"/>
              <a:gd name="connsiteY517" fmla="*/ 2518310 h 6858000"/>
              <a:gd name="connsiteX518" fmla="*/ 6735495 w 7467600"/>
              <a:gd name="connsiteY518" fmla="*/ 2196890 h 6858000"/>
              <a:gd name="connsiteX519" fmla="*/ 6721901 w 7467600"/>
              <a:gd name="connsiteY519" fmla="*/ 2179274 h 6858000"/>
              <a:gd name="connsiteX520" fmla="*/ 6604735 w 7467600"/>
              <a:gd name="connsiteY520" fmla="*/ 2041381 h 6858000"/>
              <a:gd name="connsiteX521" fmla="*/ 6591670 w 7467600"/>
              <a:gd name="connsiteY521" fmla="*/ 1988277 h 6858000"/>
              <a:gd name="connsiteX522" fmla="*/ 6747349 w 7467600"/>
              <a:gd name="connsiteY522" fmla="*/ 2160069 h 6858000"/>
              <a:gd name="connsiteX523" fmla="*/ 6760943 w 7467600"/>
              <a:gd name="connsiteY523" fmla="*/ 2177686 h 6858000"/>
              <a:gd name="connsiteX524" fmla="*/ 7021065 w 7467600"/>
              <a:gd name="connsiteY524" fmla="*/ 2498102 h 6858000"/>
              <a:gd name="connsiteX525" fmla="*/ 7155223 w 7467600"/>
              <a:gd name="connsiteY525" fmla="*/ 2650386 h 6858000"/>
              <a:gd name="connsiteX526" fmla="*/ 7203167 w 7467600"/>
              <a:gd name="connsiteY526" fmla="*/ 2697288 h 6858000"/>
              <a:gd name="connsiteX527" fmla="*/ 6937703 w 7467600"/>
              <a:gd name="connsiteY527" fmla="*/ 2321981 h 6858000"/>
              <a:gd name="connsiteX528" fmla="*/ 6591670 w 7467600"/>
              <a:gd name="connsiteY528" fmla="*/ 1988277 h 6858000"/>
              <a:gd name="connsiteX529" fmla="*/ 5798671 w 7467600"/>
              <a:gd name="connsiteY529" fmla="*/ 1981601 h 6858000"/>
              <a:gd name="connsiteX530" fmla="*/ 5754709 w 7467600"/>
              <a:gd name="connsiteY530" fmla="*/ 2071454 h 6858000"/>
              <a:gd name="connsiteX531" fmla="*/ 5763044 w 7467600"/>
              <a:gd name="connsiteY531" fmla="*/ 2842206 h 6858000"/>
              <a:gd name="connsiteX532" fmla="*/ 5764974 w 7467600"/>
              <a:gd name="connsiteY532" fmla="*/ 2799609 h 6858000"/>
              <a:gd name="connsiteX533" fmla="*/ 5767665 w 7467600"/>
              <a:gd name="connsiteY533" fmla="*/ 2666409 h 6858000"/>
              <a:gd name="connsiteX534" fmla="*/ 5763055 w 7467600"/>
              <a:gd name="connsiteY534" fmla="*/ 2579705 h 6858000"/>
              <a:gd name="connsiteX535" fmla="*/ 5758079 w 7467600"/>
              <a:gd name="connsiteY535" fmla="*/ 2492508 h 6858000"/>
              <a:gd name="connsiteX536" fmla="*/ 5779325 w 7467600"/>
              <a:gd name="connsiteY536" fmla="*/ 2197069 h 6858000"/>
              <a:gd name="connsiteX537" fmla="*/ 5798671 w 7467600"/>
              <a:gd name="connsiteY537" fmla="*/ 1981601 h 6858000"/>
              <a:gd name="connsiteX538" fmla="*/ 5829202 w 7467600"/>
              <a:gd name="connsiteY538" fmla="*/ 1971679 h 6858000"/>
              <a:gd name="connsiteX539" fmla="*/ 5809558 w 7467600"/>
              <a:gd name="connsiteY539" fmla="*/ 2198043 h 6858000"/>
              <a:gd name="connsiteX540" fmla="*/ 5788653 w 7467600"/>
              <a:gd name="connsiteY540" fmla="*/ 2489430 h 6858000"/>
              <a:gd name="connsiteX541" fmla="*/ 5793439 w 7467600"/>
              <a:gd name="connsiteY541" fmla="*/ 2575235 h 6858000"/>
              <a:gd name="connsiteX542" fmla="*/ 5796837 w 7467600"/>
              <a:gd name="connsiteY542" fmla="*/ 2637633 h 6858000"/>
              <a:gd name="connsiteX543" fmla="*/ 5818614 w 7467600"/>
              <a:gd name="connsiteY543" fmla="*/ 2473055 h 6858000"/>
              <a:gd name="connsiteX544" fmla="*/ 5829202 w 7467600"/>
              <a:gd name="connsiteY544" fmla="*/ 1971679 h 6858000"/>
              <a:gd name="connsiteX545" fmla="*/ 5911389 w 7467600"/>
              <a:gd name="connsiteY545" fmla="*/ 1898371 h 6858000"/>
              <a:gd name="connsiteX546" fmla="*/ 6237627 w 7467600"/>
              <a:gd name="connsiteY546" fmla="*/ 2231921 h 6858000"/>
              <a:gd name="connsiteX547" fmla="*/ 5911389 w 7467600"/>
              <a:gd name="connsiteY547" fmla="*/ 1898371 h 6858000"/>
              <a:gd name="connsiteX548" fmla="*/ 6944437 w 7467600"/>
              <a:gd name="connsiteY548" fmla="*/ 1575402 h 6858000"/>
              <a:gd name="connsiteX549" fmla="*/ 6304730 w 7467600"/>
              <a:gd name="connsiteY549" fmla="*/ 1766654 h 6858000"/>
              <a:gd name="connsiteX550" fmla="*/ 6944437 w 7467600"/>
              <a:gd name="connsiteY550" fmla="*/ 1575402 h 6858000"/>
              <a:gd name="connsiteX551" fmla="*/ 7019523 w 7467600"/>
              <a:gd name="connsiteY551" fmla="*/ 1519450 h 6858000"/>
              <a:gd name="connsiteX552" fmla="*/ 6298091 w 7467600"/>
              <a:gd name="connsiteY552" fmla="*/ 1737122 h 6858000"/>
              <a:gd name="connsiteX553" fmla="*/ 7019523 w 7467600"/>
              <a:gd name="connsiteY553" fmla="*/ 1519450 h 6858000"/>
              <a:gd name="connsiteX554" fmla="*/ 2399523 w 7467600"/>
              <a:gd name="connsiteY554" fmla="*/ 1428234 h 6858000"/>
              <a:gd name="connsiteX555" fmla="*/ 2224982 w 7467600"/>
              <a:gd name="connsiteY555" fmla="*/ 1826201 h 6858000"/>
              <a:gd name="connsiteX556" fmla="*/ 2096099 w 7467600"/>
              <a:gd name="connsiteY556" fmla="*/ 2345900 h 6858000"/>
              <a:gd name="connsiteX557" fmla="*/ 2283317 w 7467600"/>
              <a:gd name="connsiteY557" fmla="*/ 1796925 h 6858000"/>
              <a:gd name="connsiteX558" fmla="*/ 2399523 w 7467600"/>
              <a:gd name="connsiteY558" fmla="*/ 1428234 h 6858000"/>
              <a:gd name="connsiteX559" fmla="*/ 2448558 w 7467600"/>
              <a:gd name="connsiteY559" fmla="*/ 1373435 h 6858000"/>
              <a:gd name="connsiteX560" fmla="*/ 2312521 w 7467600"/>
              <a:gd name="connsiteY560" fmla="*/ 1806140 h 6858000"/>
              <a:gd name="connsiteX561" fmla="*/ 2127533 w 7467600"/>
              <a:gd name="connsiteY561" fmla="*/ 2348380 h 6858000"/>
              <a:gd name="connsiteX562" fmla="*/ 2358080 w 7467600"/>
              <a:gd name="connsiteY562" fmla="*/ 1866134 h 6858000"/>
              <a:gd name="connsiteX563" fmla="*/ 2407436 w 7467600"/>
              <a:gd name="connsiteY563" fmla="*/ 1651070 h 6858000"/>
              <a:gd name="connsiteX564" fmla="*/ 2448558 w 7467600"/>
              <a:gd name="connsiteY564" fmla="*/ 1373435 h 6858000"/>
              <a:gd name="connsiteX565" fmla="*/ 278707 w 7467600"/>
              <a:gd name="connsiteY565" fmla="*/ 1352270 h 6858000"/>
              <a:gd name="connsiteX566" fmla="*/ 321570 w 7467600"/>
              <a:gd name="connsiteY566" fmla="*/ 1861610 h 6858000"/>
              <a:gd name="connsiteX567" fmla="*/ 294281 w 7467600"/>
              <a:gd name="connsiteY567" fmla="*/ 1440658 h 6858000"/>
              <a:gd name="connsiteX568" fmla="*/ 278707 w 7467600"/>
              <a:gd name="connsiteY568" fmla="*/ 1352270 h 6858000"/>
              <a:gd name="connsiteX569" fmla="*/ 1423821 w 7467600"/>
              <a:gd name="connsiteY569" fmla="*/ 1351958 h 6858000"/>
              <a:gd name="connsiteX570" fmla="*/ 1638521 w 7467600"/>
              <a:gd name="connsiteY570" fmla="*/ 1908470 h 6858000"/>
              <a:gd name="connsiteX571" fmla="*/ 1754199 w 7467600"/>
              <a:gd name="connsiteY571" fmla="*/ 2149284 h 6858000"/>
              <a:gd name="connsiteX572" fmla="*/ 1908359 w 7467600"/>
              <a:gd name="connsiteY572" fmla="*/ 2364988 h 6858000"/>
              <a:gd name="connsiteX573" fmla="*/ 1647661 w 7467600"/>
              <a:gd name="connsiteY573" fmla="*/ 1825945 h 6858000"/>
              <a:gd name="connsiteX574" fmla="*/ 1423821 w 7467600"/>
              <a:gd name="connsiteY574" fmla="*/ 1351958 h 6858000"/>
              <a:gd name="connsiteX575" fmla="*/ 1431890 w 7467600"/>
              <a:gd name="connsiteY575" fmla="*/ 1306475 h 6858000"/>
              <a:gd name="connsiteX576" fmla="*/ 1507597 w 7467600"/>
              <a:gd name="connsiteY576" fmla="*/ 1446132 h 6858000"/>
              <a:gd name="connsiteX577" fmla="*/ 1674586 w 7467600"/>
              <a:gd name="connsiteY577" fmla="*/ 1813832 h 6858000"/>
              <a:gd name="connsiteX578" fmla="*/ 1815950 w 7467600"/>
              <a:gd name="connsiteY578" fmla="*/ 2128564 h 6858000"/>
              <a:gd name="connsiteX579" fmla="*/ 1984242 w 7467600"/>
              <a:gd name="connsiteY579" fmla="*/ 2430829 h 6858000"/>
              <a:gd name="connsiteX580" fmla="*/ 2014023 w 7467600"/>
              <a:gd name="connsiteY580" fmla="*/ 2450995 h 6858000"/>
              <a:gd name="connsiteX581" fmla="*/ 1747337 w 7467600"/>
              <a:gd name="connsiteY581" fmla="*/ 1855264 h 6858000"/>
              <a:gd name="connsiteX582" fmla="*/ 1533749 w 7467600"/>
              <a:gd name="connsiteY582" fmla="*/ 1478656 h 6858000"/>
              <a:gd name="connsiteX583" fmla="*/ 1431890 w 7467600"/>
              <a:gd name="connsiteY583" fmla="*/ 1306475 h 6858000"/>
              <a:gd name="connsiteX584" fmla="*/ 5052692 w 7467600"/>
              <a:gd name="connsiteY584" fmla="*/ 1292994 h 6858000"/>
              <a:gd name="connsiteX585" fmla="*/ 5200661 w 7467600"/>
              <a:gd name="connsiteY585" fmla="*/ 1635186 h 6858000"/>
              <a:gd name="connsiteX586" fmla="*/ 5297138 w 7467600"/>
              <a:gd name="connsiteY586" fmla="*/ 1906351 h 6858000"/>
              <a:gd name="connsiteX587" fmla="*/ 5052692 w 7467600"/>
              <a:gd name="connsiteY587" fmla="*/ 1292994 h 6858000"/>
              <a:gd name="connsiteX588" fmla="*/ 5009948 w 7467600"/>
              <a:gd name="connsiteY588" fmla="*/ 1273619 h 6858000"/>
              <a:gd name="connsiteX589" fmla="*/ 5121777 w 7467600"/>
              <a:gd name="connsiteY589" fmla="*/ 1654213 h 6858000"/>
              <a:gd name="connsiteX590" fmla="*/ 5293545 w 7467600"/>
              <a:gd name="connsiteY590" fmla="*/ 2072247 h 6858000"/>
              <a:gd name="connsiteX591" fmla="*/ 5294042 w 7467600"/>
              <a:gd name="connsiteY591" fmla="*/ 2065019 h 6858000"/>
              <a:gd name="connsiteX592" fmla="*/ 5171936 w 7467600"/>
              <a:gd name="connsiteY592" fmla="*/ 1647613 h 6858000"/>
              <a:gd name="connsiteX593" fmla="*/ 5009948 w 7467600"/>
              <a:gd name="connsiteY593" fmla="*/ 1273619 h 6858000"/>
              <a:gd name="connsiteX594" fmla="*/ 655236 w 7467600"/>
              <a:gd name="connsiteY594" fmla="*/ 1268632 h 6858000"/>
              <a:gd name="connsiteX595" fmla="*/ 839521 w 7467600"/>
              <a:gd name="connsiteY595" fmla="*/ 1685315 h 6858000"/>
              <a:gd name="connsiteX596" fmla="*/ 1109416 w 7467600"/>
              <a:gd name="connsiteY596" fmla="*/ 2061663 h 6858000"/>
              <a:gd name="connsiteX597" fmla="*/ 1298300 w 7467600"/>
              <a:gd name="connsiteY597" fmla="*/ 2247742 h 6858000"/>
              <a:gd name="connsiteX598" fmla="*/ 1125871 w 7467600"/>
              <a:gd name="connsiteY598" fmla="*/ 1989513 h 6858000"/>
              <a:gd name="connsiteX599" fmla="*/ 981574 w 7467600"/>
              <a:gd name="connsiteY599" fmla="*/ 1783157 h 6858000"/>
              <a:gd name="connsiteX600" fmla="*/ 922198 w 7467600"/>
              <a:gd name="connsiteY600" fmla="*/ 1677437 h 6858000"/>
              <a:gd name="connsiteX601" fmla="*/ 869293 w 7467600"/>
              <a:gd name="connsiteY601" fmla="*/ 1583214 h 6858000"/>
              <a:gd name="connsiteX602" fmla="*/ 751431 w 7467600"/>
              <a:gd name="connsiteY602" fmla="*/ 1405731 h 6858000"/>
              <a:gd name="connsiteX603" fmla="*/ 655236 w 7467600"/>
              <a:gd name="connsiteY603" fmla="*/ 1268632 h 6858000"/>
              <a:gd name="connsiteX604" fmla="*/ 6516292 w 7467600"/>
              <a:gd name="connsiteY604" fmla="*/ 1263064 h 6858000"/>
              <a:gd name="connsiteX605" fmla="*/ 5736320 w 7467600"/>
              <a:gd name="connsiteY605" fmla="*/ 1501803 h 6858000"/>
              <a:gd name="connsiteX606" fmla="*/ 6516292 w 7467600"/>
              <a:gd name="connsiteY606" fmla="*/ 1263064 h 6858000"/>
              <a:gd name="connsiteX607" fmla="*/ 291466 w 7467600"/>
              <a:gd name="connsiteY607" fmla="*/ 1250369 h 6858000"/>
              <a:gd name="connsiteX608" fmla="*/ 323180 w 7467600"/>
              <a:gd name="connsiteY608" fmla="*/ 1435283 h 6858000"/>
              <a:gd name="connsiteX609" fmla="*/ 349381 w 7467600"/>
              <a:gd name="connsiteY609" fmla="*/ 1875041 h 6858000"/>
              <a:gd name="connsiteX610" fmla="*/ 374363 w 7467600"/>
              <a:gd name="connsiteY610" fmla="*/ 1506494 h 6858000"/>
              <a:gd name="connsiteX611" fmla="*/ 302168 w 7467600"/>
              <a:gd name="connsiteY611" fmla="*/ 1274495 h 6858000"/>
              <a:gd name="connsiteX612" fmla="*/ 291466 w 7467600"/>
              <a:gd name="connsiteY612" fmla="*/ 1250369 h 6858000"/>
              <a:gd name="connsiteX613" fmla="*/ 678222 w 7467600"/>
              <a:gd name="connsiteY613" fmla="*/ 1248670 h 6858000"/>
              <a:gd name="connsiteX614" fmla="*/ 775536 w 7467600"/>
              <a:gd name="connsiteY614" fmla="*/ 1388015 h 6858000"/>
              <a:gd name="connsiteX615" fmla="*/ 894529 w 7467600"/>
              <a:gd name="connsiteY615" fmla="*/ 1567739 h 6858000"/>
              <a:gd name="connsiteX616" fmla="*/ 948000 w 7467600"/>
              <a:gd name="connsiteY616" fmla="*/ 1663088 h 6858000"/>
              <a:gd name="connsiteX617" fmla="*/ 1006812 w 7467600"/>
              <a:gd name="connsiteY617" fmla="*/ 1767683 h 6858000"/>
              <a:gd name="connsiteX618" fmla="*/ 1149133 w 7467600"/>
              <a:gd name="connsiteY618" fmla="*/ 1971513 h 6858000"/>
              <a:gd name="connsiteX619" fmla="*/ 1333952 w 7467600"/>
              <a:gd name="connsiteY619" fmla="*/ 2251620 h 6858000"/>
              <a:gd name="connsiteX620" fmla="*/ 1337329 w 7467600"/>
              <a:gd name="connsiteY620" fmla="*/ 2258350 h 6858000"/>
              <a:gd name="connsiteX621" fmla="*/ 1014726 w 7467600"/>
              <a:gd name="connsiteY621" fmla="*/ 1615556 h 6858000"/>
              <a:gd name="connsiteX622" fmla="*/ 678222 w 7467600"/>
              <a:gd name="connsiteY622" fmla="*/ 1248670 h 6858000"/>
              <a:gd name="connsiteX623" fmla="*/ 6691602 w 7467600"/>
              <a:gd name="connsiteY623" fmla="*/ 1140573 h 6858000"/>
              <a:gd name="connsiteX624" fmla="*/ 6571100 w 7467600"/>
              <a:gd name="connsiteY624" fmla="*/ 1183662 h 6858000"/>
              <a:gd name="connsiteX625" fmla="*/ 6241687 w 7467600"/>
              <a:gd name="connsiteY625" fmla="*/ 1257600 h 6858000"/>
              <a:gd name="connsiteX626" fmla="*/ 5693009 w 7467600"/>
              <a:gd name="connsiteY626" fmla="*/ 1478256 h 6858000"/>
              <a:gd name="connsiteX627" fmla="*/ 6548420 w 7467600"/>
              <a:gd name="connsiteY627" fmla="*/ 1214599 h 6858000"/>
              <a:gd name="connsiteX628" fmla="*/ 6605473 w 7467600"/>
              <a:gd name="connsiteY628" fmla="*/ 1184686 h 6858000"/>
              <a:gd name="connsiteX629" fmla="*/ 6691602 w 7467600"/>
              <a:gd name="connsiteY629" fmla="*/ 1140573 h 6858000"/>
              <a:gd name="connsiteX630" fmla="*/ 4002475 w 7467600"/>
              <a:gd name="connsiteY630" fmla="*/ 1037802 h 6858000"/>
              <a:gd name="connsiteX631" fmla="*/ 4000324 w 7467600"/>
              <a:gd name="connsiteY631" fmla="*/ 1039362 h 6858000"/>
              <a:gd name="connsiteX632" fmla="*/ 4002862 w 7467600"/>
              <a:gd name="connsiteY632" fmla="*/ 1042866 h 6858000"/>
              <a:gd name="connsiteX633" fmla="*/ 4002475 w 7467600"/>
              <a:gd name="connsiteY633" fmla="*/ 1037802 h 6858000"/>
              <a:gd name="connsiteX634" fmla="*/ 506322 w 7467600"/>
              <a:gd name="connsiteY634" fmla="*/ 1020997 h 6858000"/>
              <a:gd name="connsiteX635" fmla="*/ 533068 w 7467600"/>
              <a:gd name="connsiteY635" fmla="*/ 1029409 h 6858000"/>
              <a:gd name="connsiteX636" fmla="*/ 1232525 w 7467600"/>
              <a:gd name="connsiteY636" fmla="*/ 1804675 h 6858000"/>
              <a:gd name="connsiteX637" fmla="*/ 1388858 w 7467600"/>
              <a:gd name="connsiteY637" fmla="*/ 2368011 h 6858000"/>
              <a:gd name="connsiteX638" fmla="*/ 1384098 w 7467600"/>
              <a:gd name="connsiteY638" fmla="*/ 2378125 h 6858000"/>
              <a:gd name="connsiteX639" fmla="*/ 1425393 w 7467600"/>
              <a:gd name="connsiteY639" fmla="*/ 2589124 h 6858000"/>
              <a:gd name="connsiteX640" fmla="*/ 1424001 w 7467600"/>
              <a:gd name="connsiteY640" fmla="*/ 2597541 h 6858000"/>
              <a:gd name="connsiteX641" fmla="*/ 2152729 w 7467600"/>
              <a:gd name="connsiteY641" fmla="*/ 2864487 h 6858000"/>
              <a:gd name="connsiteX642" fmla="*/ 2020609 w 7467600"/>
              <a:gd name="connsiteY642" fmla="*/ 2539671 h 6858000"/>
              <a:gd name="connsiteX643" fmla="*/ 2018920 w 7467600"/>
              <a:gd name="connsiteY643" fmla="*/ 2536309 h 6858000"/>
              <a:gd name="connsiteX644" fmla="*/ 1342441 w 7467600"/>
              <a:gd name="connsiteY644" fmla="*/ 1173017 h 6858000"/>
              <a:gd name="connsiteX645" fmla="*/ 1367925 w 7467600"/>
              <a:gd name="connsiteY645" fmla="*/ 1135648 h 6858000"/>
              <a:gd name="connsiteX646" fmla="*/ 1771401 w 7467600"/>
              <a:gd name="connsiteY646" fmla="*/ 1806673 h 6858000"/>
              <a:gd name="connsiteX647" fmla="*/ 1972385 w 7467600"/>
              <a:gd name="connsiteY647" fmla="*/ 2198735 h 6858000"/>
              <a:gd name="connsiteX648" fmla="*/ 2040892 w 7467600"/>
              <a:gd name="connsiteY648" fmla="*/ 2405205 h 6858000"/>
              <a:gd name="connsiteX649" fmla="*/ 2131689 w 7467600"/>
              <a:gd name="connsiteY649" fmla="*/ 1936926 h 6858000"/>
              <a:gd name="connsiteX650" fmla="*/ 2454820 w 7467600"/>
              <a:gd name="connsiteY650" fmla="*/ 1248808 h 6858000"/>
              <a:gd name="connsiteX651" fmla="*/ 2492512 w 7467600"/>
              <a:gd name="connsiteY651" fmla="*/ 1302920 h 6858000"/>
              <a:gd name="connsiteX652" fmla="*/ 2081216 w 7467600"/>
              <a:gd name="connsiteY652" fmla="*/ 2527513 h 6858000"/>
              <a:gd name="connsiteX653" fmla="*/ 2081211 w 7467600"/>
              <a:gd name="connsiteY653" fmla="*/ 2528916 h 6858000"/>
              <a:gd name="connsiteX654" fmla="*/ 2199067 w 7467600"/>
              <a:gd name="connsiteY654" fmla="*/ 2884061 h 6858000"/>
              <a:gd name="connsiteX655" fmla="*/ 3192586 w 7467600"/>
              <a:gd name="connsiteY655" fmla="*/ 3411496 h 6858000"/>
              <a:gd name="connsiteX656" fmla="*/ 3182620 w 7467600"/>
              <a:gd name="connsiteY656" fmla="*/ 3483279 h 6858000"/>
              <a:gd name="connsiteX657" fmla="*/ 2435119 w 7467600"/>
              <a:gd name="connsiteY657" fmla="*/ 3080173 h 6858000"/>
              <a:gd name="connsiteX658" fmla="*/ 2410152 w 7467600"/>
              <a:gd name="connsiteY658" fmla="*/ 3063751 h 6858000"/>
              <a:gd name="connsiteX659" fmla="*/ 2408099 w 7467600"/>
              <a:gd name="connsiteY659" fmla="*/ 3064403 h 6858000"/>
              <a:gd name="connsiteX660" fmla="*/ 2407218 w 7467600"/>
              <a:gd name="connsiteY660" fmla="*/ 3070324 h 6858000"/>
              <a:gd name="connsiteX661" fmla="*/ 2380138 w 7467600"/>
              <a:gd name="connsiteY661" fmla="*/ 3099341 h 6858000"/>
              <a:gd name="connsiteX662" fmla="*/ 1765923 w 7467600"/>
              <a:gd name="connsiteY662" fmla="*/ 3581043 h 6858000"/>
              <a:gd name="connsiteX663" fmla="*/ 1702258 w 7467600"/>
              <a:gd name="connsiteY663" fmla="*/ 3612286 h 6858000"/>
              <a:gd name="connsiteX664" fmla="*/ 1538370 w 7467600"/>
              <a:gd name="connsiteY664" fmla="*/ 3811804 h 6858000"/>
              <a:gd name="connsiteX665" fmla="*/ 542867 w 7467600"/>
              <a:gd name="connsiteY665" fmla="*/ 4944092 h 6858000"/>
              <a:gd name="connsiteX666" fmla="*/ 515800 w 7467600"/>
              <a:gd name="connsiteY666" fmla="*/ 4862180 h 6858000"/>
              <a:gd name="connsiteX667" fmla="*/ 909145 w 7467600"/>
              <a:gd name="connsiteY667" fmla="*/ 4199225 h 6858000"/>
              <a:gd name="connsiteX668" fmla="*/ 1214067 w 7467600"/>
              <a:gd name="connsiteY668" fmla="*/ 3908561 h 6858000"/>
              <a:gd name="connsiteX669" fmla="*/ 640967 w 7467600"/>
              <a:gd name="connsiteY669" fmla="*/ 4105601 h 6858000"/>
              <a:gd name="connsiteX670" fmla="*/ 112563 w 7467600"/>
              <a:gd name="connsiteY670" fmla="*/ 4396952 h 6858000"/>
              <a:gd name="connsiteX671" fmla="*/ 0 w 7467600"/>
              <a:gd name="connsiteY671" fmla="*/ 4466006 h 6858000"/>
              <a:gd name="connsiteX672" fmla="*/ 0 w 7467600"/>
              <a:gd name="connsiteY672" fmla="*/ 4233763 h 6858000"/>
              <a:gd name="connsiteX673" fmla="*/ 36881 w 7467600"/>
              <a:gd name="connsiteY673" fmla="*/ 4200118 h 6858000"/>
              <a:gd name="connsiteX674" fmla="*/ 910534 w 7467600"/>
              <a:gd name="connsiteY674" fmla="*/ 3629753 h 6858000"/>
              <a:gd name="connsiteX675" fmla="*/ 1578717 w 7467600"/>
              <a:gd name="connsiteY675" fmla="*/ 3575982 h 6858000"/>
              <a:gd name="connsiteX676" fmla="*/ 2338780 w 7467600"/>
              <a:gd name="connsiteY676" fmla="*/ 3033725 h 6858000"/>
              <a:gd name="connsiteX677" fmla="*/ 1807991 w 7467600"/>
              <a:gd name="connsiteY677" fmla="*/ 2807184 h 6858000"/>
              <a:gd name="connsiteX678" fmla="*/ 1416358 w 7467600"/>
              <a:gd name="connsiteY678" fmla="*/ 3112571 h 6858000"/>
              <a:gd name="connsiteX679" fmla="*/ 939066 w 7467600"/>
              <a:gd name="connsiteY679" fmla="*/ 3378798 h 6858000"/>
              <a:gd name="connsiteX680" fmla="*/ 115099 w 7467600"/>
              <a:gd name="connsiteY680" fmla="*/ 3607650 h 6858000"/>
              <a:gd name="connsiteX681" fmla="*/ 97284 w 7467600"/>
              <a:gd name="connsiteY681" fmla="*/ 3520393 h 6858000"/>
              <a:gd name="connsiteX682" fmla="*/ 922050 w 7467600"/>
              <a:gd name="connsiteY682" fmla="*/ 3074867 h 6858000"/>
              <a:gd name="connsiteX683" fmla="*/ 1405265 w 7467600"/>
              <a:gd name="connsiteY683" fmla="*/ 3016319 h 6858000"/>
              <a:gd name="connsiteX684" fmla="*/ 1407512 w 7467600"/>
              <a:gd name="connsiteY684" fmla="*/ 3018001 h 6858000"/>
              <a:gd name="connsiteX685" fmla="*/ 1726266 w 7467600"/>
              <a:gd name="connsiteY685" fmla="*/ 2777274 h 6858000"/>
              <a:gd name="connsiteX686" fmla="*/ 625390 w 7467600"/>
              <a:gd name="connsiteY686" fmla="*/ 2514541 h 6858000"/>
              <a:gd name="connsiteX687" fmla="*/ 619799 w 7467600"/>
              <a:gd name="connsiteY687" fmla="*/ 2527180 h 6858000"/>
              <a:gd name="connsiteX688" fmla="*/ 310030 w 7467600"/>
              <a:gd name="connsiteY688" fmla="*/ 2771818 h 6858000"/>
              <a:gd name="connsiteX689" fmla="*/ 173877 w 7467600"/>
              <a:gd name="connsiteY689" fmla="*/ 2937056 h 6858000"/>
              <a:gd name="connsiteX690" fmla="*/ 77889 w 7467600"/>
              <a:gd name="connsiteY690" fmla="*/ 3138440 h 6858000"/>
              <a:gd name="connsiteX691" fmla="*/ 0 w 7467600"/>
              <a:gd name="connsiteY691" fmla="*/ 3271395 h 6858000"/>
              <a:gd name="connsiteX692" fmla="*/ 0 w 7467600"/>
              <a:gd name="connsiteY692" fmla="*/ 3153002 h 6858000"/>
              <a:gd name="connsiteX693" fmla="*/ 2386 w 7467600"/>
              <a:gd name="connsiteY693" fmla="*/ 3149203 h 6858000"/>
              <a:gd name="connsiteX694" fmla="*/ 89753 w 7467600"/>
              <a:gd name="connsiteY694" fmla="*/ 2987702 h 6858000"/>
              <a:gd name="connsiteX695" fmla="*/ 76869 w 7467600"/>
              <a:gd name="connsiteY695" fmla="*/ 3005404 h 6858000"/>
              <a:gd name="connsiteX696" fmla="*/ 32049 w 7467600"/>
              <a:gd name="connsiteY696" fmla="*/ 3065814 h 6858000"/>
              <a:gd name="connsiteX697" fmla="*/ 0 w 7467600"/>
              <a:gd name="connsiteY697" fmla="*/ 3108744 h 6858000"/>
              <a:gd name="connsiteX698" fmla="*/ 0 w 7467600"/>
              <a:gd name="connsiteY698" fmla="*/ 3058059 h 6858000"/>
              <a:gd name="connsiteX699" fmla="*/ 7610 w 7467600"/>
              <a:gd name="connsiteY699" fmla="*/ 3047889 h 6858000"/>
              <a:gd name="connsiteX700" fmla="*/ 52419 w 7467600"/>
              <a:gd name="connsiteY700" fmla="*/ 2987479 h 6858000"/>
              <a:gd name="connsiteX701" fmla="*/ 59142 w 7467600"/>
              <a:gd name="connsiteY701" fmla="*/ 2978488 h 6858000"/>
              <a:gd name="connsiteX702" fmla="*/ 0 w 7467600"/>
              <a:gd name="connsiteY702" fmla="*/ 3015334 h 6858000"/>
              <a:gd name="connsiteX703" fmla="*/ 0 w 7467600"/>
              <a:gd name="connsiteY703" fmla="*/ 2914286 h 6858000"/>
              <a:gd name="connsiteX704" fmla="*/ 36383 w 7467600"/>
              <a:gd name="connsiteY704" fmla="*/ 2901128 h 6858000"/>
              <a:gd name="connsiteX705" fmla="*/ 156329 w 7467600"/>
              <a:gd name="connsiteY705" fmla="*/ 2840533 h 6858000"/>
              <a:gd name="connsiteX706" fmla="*/ 358355 w 7467600"/>
              <a:gd name="connsiteY706" fmla="*/ 2620471 h 6858000"/>
              <a:gd name="connsiteX707" fmla="*/ 510577 w 7467600"/>
              <a:gd name="connsiteY707" fmla="*/ 2501244 h 6858000"/>
              <a:gd name="connsiteX708" fmla="*/ 211967 w 7467600"/>
              <a:gd name="connsiteY708" fmla="*/ 2479171 h 6858000"/>
              <a:gd name="connsiteX709" fmla="*/ 0 w 7467600"/>
              <a:gd name="connsiteY709" fmla="*/ 2476398 h 6858000"/>
              <a:gd name="connsiteX710" fmla="*/ 0 w 7467600"/>
              <a:gd name="connsiteY710" fmla="*/ 2389189 h 6858000"/>
              <a:gd name="connsiteX711" fmla="*/ 103062 w 7467600"/>
              <a:gd name="connsiteY711" fmla="*/ 2389518 h 6858000"/>
              <a:gd name="connsiteX712" fmla="*/ 510734 w 7467600"/>
              <a:gd name="connsiteY712" fmla="*/ 2416201 h 6858000"/>
              <a:gd name="connsiteX713" fmla="*/ 279257 w 7467600"/>
              <a:gd name="connsiteY713" fmla="*/ 2092102 h 6858000"/>
              <a:gd name="connsiteX714" fmla="*/ 65265 w 7467600"/>
              <a:gd name="connsiteY714" fmla="*/ 2006049 h 6858000"/>
              <a:gd name="connsiteX715" fmla="*/ 0 w 7467600"/>
              <a:gd name="connsiteY715" fmla="*/ 1982532 h 6858000"/>
              <a:gd name="connsiteX716" fmla="*/ 0 w 7467600"/>
              <a:gd name="connsiteY716" fmla="*/ 1912789 h 6858000"/>
              <a:gd name="connsiteX717" fmla="*/ 97460 w 7467600"/>
              <a:gd name="connsiteY717" fmla="*/ 1953725 h 6858000"/>
              <a:gd name="connsiteX718" fmla="*/ 221272 w 7467600"/>
              <a:gd name="connsiteY718" fmla="*/ 1980766 h 6858000"/>
              <a:gd name="connsiteX719" fmla="*/ 116765 w 7467600"/>
              <a:gd name="connsiteY719" fmla="*/ 1911033 h 6858000"/>
              <a:gd name="connsiteX720" fmla="*/ 16405 w 7467600"/>
              <a:gd name="connsiteY720" fmla="*/ 1803412 h 6858000"/>
              <a:gd name="connsiteX721" fmla="*/ 0 w 7467600"/>
              <a:gd name="connsiteY721" fmla="*/ 1784777 h 6858000"/>
              <a:gd name="connsiteX722" fmla="*/ 0 w 7467600"/>
              <a:gd name="connsiteY722" fmla="*/ 1740082 h 6858000"/>
              <a:gd name="connsiteX723" fmla="*/ 39394 w 7467600"/>
              <a:gd name="connsiteY723" fmla="*/ 1784856 h 6858000"/>
              <a:gd name="connsiteX724" fmla="*/ 135813 w 7467600"/>
              <a:gd name="connsiteY724" fmla="*/ 1888838 h 6858000"/>
              <a:gd name="connsiteX725" fmla="*/ 242575 w 7467600"/>
              <a:gd name="connsiteY725" fmla="*/ 1958841 h 6858000"/>
              <a:gd name="connsiteX726" fmla="*/ 82197 w 7467600"/>
              <a:gd name="connsiteY726" fmla="*/ 1754826 h 6858000"/>
              <a:gd name="connsiteX727" fmla="*/ 0 w 7467600"/>
              <a:gd name="connsiteY727" fmla="*/ 1679650 h 6858000"/>
              <a:gd name="connsiteX728" fmla="*/ 0 w 7467600"/>
              <a:gd name="connsiteY728" fmla="*/ 1602463 h 6858000"/>
              <a:gd name="connsiteX729" fmla="*/ 84689 w 7467600"/>
              <a:gd name="connsiteY729" fmla="*/ 1677442 h 6858000"/>
              <a:gd name="connsiteX730" fmla="*/ 298437 w 7467600"/>
              <a:gd name="connsiteY730" fmla="*/ 1968019 h 6858000"/>
              <a:gd name="connsiteX731" fmla="*/ 227269 w 7467600"/>
              <a:gd name="connsiteY731" fmla="*/ 1114064 h 6858000"/>
              <a:gd name="connsiteX732" fmla="*/ 248003 w 7467600"/>
              <a:gd name="connsiteY732" fmla="*/ 1089613 h 6858000"/>
              <a:gd name="connsiteX733" fmla="*/ 427020 w 7467600"/>
              <a:gd name="connsiteY733" fmla="*/ 1619803 h 6858000"/>
              <a:gd name="connsiteX734" fmla="*/ 340345 w 7467600"/>
              <a:gd name="connsiteY734" fmla="*/ 2027739 h 6858000"/>
              <a:gd name="connsiteX735" fmla="*/ 360865 w 7467600"/>
              <a:gd name="connsiteY735" fmla="*/ 2044827 h 6858000"/>
              <a:gd name="connsiteX736" fmla="*/ 560414 w 7467600"/>
              <a:gd name="connsiteY736" fmla="*/ 2421457 h 6858000"/>
              <a:gd name="connsiteX737" fmla="*/ 1359703 w 7467600"/>
              <a:gd name="connsiteY737" fmla="*/ 2578554 h 6858000"/>
              <a:gd name="connsiteX738" fmla="*/ 1359422 w 7467600"/>
              <a:gd name="connsiteY738" fmla="*/ 2577994 h 6858000"/>
              <a:gd name="connsiteX739" fmla="*/ 828701 w 7467600"/>
              <a:gd name="connsiteY739" fmla="*/ 1839520 h 6858000"/>
              <a:gd name="connsiteX740" fmla="*/ 494427 w 7467600"/>
              <a:gd name="connsiteY740" fmla="*/ 1092333 h 6858000"/>
              <a:gd name="connsiteX741" fmla="*/ 506322 w 7467600"/>
              <a:gd name="connsiteY741" fmla="*/ 1020997 h 6858000"/>
              <a:gd name="connsiteX742" fmla="*/ 4570198 w 7467600"/>
              <a:gd name="connsiteY742" fmla="*/ 978081 h 6858000"/>
              <a:gd name="connsiteX743" fmla="*/ 4523691 w 7467600"/>
              <a:gd name="connsiteY743" fmla="*/ 1127776 h 6858000"/>
              <a:gd name="connsiteX744" fmla="*/ 4509875 w 7467600"/>
              <a:gd name="connsiteY744" fmla="*/ 1167552 h 6858000"/>
              <a:gd name="connsiteX745" fmla="*/ 4478168 w 7467600"/>
              <a:gd name="connsiteY745" fmla="*/ 1260735 h 6858000"/>
              <a:gd name="connsiteX746" fmla="*/ 4409309 w 7467600"/>
              <a:gd name="connsiteY746" fmla="*/ 1666996 h 6858000"/>
              <a:gd name="connsiteX747" fmla="*/ 4370031 w 7467600"/>
              <a:gd name="connsiteY747" fmla="*/ 1955666 h 6858000"/>
              <a:gd name="connsiteX748" fmla="*/ 4570198 w 7467600"/>
              <a:gd name="connsiteY748" fmla="*/ 978081 h 6858000"/>
              <a:gd name="connsiteX749" fmla="*/ 4557898 w 7467600"/>
              <a:gd name="connsiteY749" fmla="*/ 900011 h 6858000"/>
              <a:gd name="connsiteX750" fmla="*/ 4344840 w 7467600"/>
              <a:gd name="connsiteY750" fmla="*/ 1922038 h 6858000"/>
              <a:gd name="connsiteX751" fmla="*/ 4378710 w 7467600"/>
              <a:gd name="connsiteY751" fmla="*/ 1665516 h 6858000"/>
              <a:gd name="connsiteX752" fmla="*/ 4448798 w 7467600"/>
              <a:gd name="connsiteY752" fmla="*/ 1253024 h 6858000"/>
              <a:gd name="connsiteX753" fmla="*/ 4480315 w 7467600"/>
              <a:gd name="connsiteY753" fmla="*/ 1158454 h 6858000"/>
              <a:gd name="connsiteX754" fmla="*/ 4494133 w 7467600"/>
              <a:gd name="connsiteY754" fmla="*/ 1118676 h 6858000"/>
              <a:gd name="connsiteX755" fmla="*/ 4557898 w 7467600"/>
              <a:gd name="connsiteY755" fmla="*/ 900011 h 6858000"/>
              <a:gd name="connsiteX756" fmla="*/ 5870151 w 7467600"/>
              <a:gd name="connsiteY756" fmla="*/ 898890 h 6858000"/>
              <a:gd name="connsiteX757" fmla="*/ 5861335 w 7467600"/>
              <a:gd name="connsiteY757" fmla="*/ 899177 h 6858000"/>
              <a:gd name="connsiteX758" fmla="*/ 5843702 w 7467600"/>
              <a:gd name="connsiteY758" fmla="*/ 899748 h 6858000"/>
              <a:gd name="connsiteX759" fmla="*/ 5651107 w 7467600"/>
              <a:gd name="connsiteY759" fmla="*/ 920306 h 6858000"/>
              <a:gd name="connsiteX760" fmla="*/ 5459407 w 7467600"/>
              <a:gd name="connsiteY760" fmla="*/ 940975 h 6858000"/>
              <a:gd name="connsiteX761" fmla="*/ 5374846 w 7467600"/>
              <a:gd name="connsiteY761" fmla="*/ 941988 h 6858000"/>
              <a:gd name="connsiteX762" fmla="*/ 5256105 w 7467600"/>
              <a:gd name="connsiteY762" fmla="*/ 945632 h 6858000"/>
              <a:gd name="connsiteX763" fmla="*/ 5107071 w 7467600"/>
              <a:gd name="connsiteY763" fmla="*/ 969720 h 6858000"/>
              <a:gd name="connsiteX764" fmla="*/ 4998681 w 7467600"/>
              <a:gd name="connsiteY764" fmla="*/ 988771 h 6858000"/>
              <a:gd name="connsiteX765" fmla="*/ 5870151 w 7467600"/>
              <a:gd name="connsiteY765" fmla="*/ 898890 h 6858000"/>
              <a:gd name="connsiteX766" fmla="*/ 5504425 w 7467600"/>
              <a:gd name="connsiteY766" fmla="*/ 848067 h 6858000"/>
              <a:gd name="connsiteX767" fmla="*/ 4968849 w 7467600"/>
              <a:gd name="connsiteY767" fmla="*/ 962318 h 6858000"/>
              <a:gd name="connsiteX768" fmla="*/ 5104039 w 7467600"/>
              <a:gd name="connsiteY768" fmla="*/ 940634 h 6858000"/>
              <a:gd name="connsiteX769" fmla="*/ 5256311 w 7467600"/>
              <a:gd name="connsiteY769" fmla="*/ 916490 h 6858000"/>
              <a:gd name="connsiteX770" fmla="*/ 5377381 w 7467600"/>
              <a:gd name="connsiteY770" fmla="*/ 912671 h 6858000"/>
              <a:gd name="connsiteX771" fmla="*/ 5460148 w 7467600"/>
              <a:gd name="connsiteY771" fmla="*/ 911442 h 6858000"/>
              <a:gd name="connsiteX772" fmla="*/ 5648971 w 7467600"/>
              <a:gd name="connsiteY772" fmla="*/ 891331 h 6858000"/>
              <a:gd name="connsiteX773" fmla="*/ 5844807 w 7467600"/>
              <a:gd name="connsiteY773" fmla="*/ 870718 h 6858000"/>
              <a:gd name="connsiteX774" fmla="*/ 5862975 w 7467600"/>
              <a:gd name="connsiteY774" fmla="*/ 869756 h 6858000"/>
              <a:gd name="connsiteX775" fmla="*/ 5920887 w 7467600"/>
              <a:gd name="connsiteY775" fmla="*/ 865929 h 6858000"/>
              <a:gd name="connsiteX776" fmla="*/ 5504425 w 7467600"/>
              <a:gd name="connsiteY776" fmla="*/ 848067 h 6858000"/>
              <a:gd name="connsiteX777" fmla="*/ 3607114 w 7467600"/>
              <a:gd name="connsiteY777" fmla="*/ 467441 h 6858000"/>
              <a:gd name="connsiteX778" fmla="*/ 3296242 w 7467600"/>
              <a:gd name="connsiteY778" fmla="*/ 807991 h 6858000"/>
              <a:gd name="connsiteX779" fmla="*/ 3174674 w 7467600"/>
              <a:gd name="connsiteY779" fmla="*/ 919759 h 6858000"/>
              <a:gd name="connsiteX780" fmla="*/ 3042978 w 7467600"/>
              <a:gd name="connsiteY780" fmla="*/ 1054894 h 6858000"/>
              <a:gd name="connsiteX781" fmla="*/ 2968914 w 7467600"/>
              <a:gd name="connsiteY781" fmla="*/ 1133756 h 6858000"/>
              <a:gd name="connsiteX782" fmla="*/ 3103823 w 7467600"/>
              <a:gd name="connsiteY782" fmla="*/ 1026814 h 6858000"/>
              <a:gd name="connsiteX783" fmla="*/ 3607114 w 7467600"/>
              <a:gd name="connsiteY783" fmla="*/ 467441 h 6858000"/>
              <a:gd name="connsiteX784" fmla="*/ 3744487 w 7467600"/>
              <a:gd name="connsiteY784" fmla="*/ 383136 h 6858000"/>
              <a:gd name="connsiteX785" fmla="*/ 3970213 w 7467600"/>
              <a:gd name="connsiteY785" fmla="*/ 995559 h 6858000"/>
              <a:gd name="connsiteX786" fmla="*/ 3744487 w 7467600"/>
              <a:gd name="connsiteY786" fmla="*/ 383136 h 6858000"/>
              <a:gd name="connsiteX787" fmla="*/ 3624562 w 7467600"/>
              <a:gd name="connsiteY787" fmla="*/ 367041 h 6858000"/>
              <a:gd name="connsiteX788" fmla="*/ 3489712 w 7467600"/>
              <a:gd name="connsiteY788" fmla="*/ 485386 h 6858000"/>
              <a:gd name="connsiteX789" fmla="*/ 3182994 w 7467600"/>
              <a:gd name="connsiteY789" fmla="*/ 828265 h 6858000"/>
              <a:gd name="connsiteX790" fmla="*/ 2892114 w 7467600"/>
              <a:gd name="connsiteY790" fmla="*/ 1172635 h 6858000"/>
              <a:gd name="connsiteX791" fmla="*/ 3021459 w 7467600"/>
              <a:gd name="connsiteY791" fmla="*/ 1035385 h 6858000"/>
              <a:gd name="connsiteX792" fmla="*/ 3153873 w 7467600"/>
              <a:gd name="connsiteY792" fmla="*/ 898971 h 6858000"/>
              <a:gd name="connsiteX793" fmla="*/ 3276511 w 7467600"/>
              <a:gd name="connsiteY793" fmla="*/ 786423 h 6858000"/>
              <a:gd name="connsiteX794" fmla="*/ 3584154 w 7467600"/>
              <a:gd name="connsiteY794" fmla="*/ 448218 h 6858000"/>
              <a:gd name="connsiteX795" fmla="*/ 3624562 w 7467600"/>
              <a:gd name="connsiteY795" fmla="*/ 367041 h 6858000"/>
              <a:gd name="connsiteX796" fmla="*/ 3766672 w 7467600"/>
              <a:gd name="connsiteY796" fmla="*/ 359429 h 6858000"/>
              <a:gd name="connsiteX797" fmla="*/ 3996338 w 7467600"/>
              <a:gd name="connsiteY797" fmla="*/ 968237 h 6858000"/>
              <a:gd name="connsiteX798" fmla="*/ 3766672 w 7467600"/>
              <a:gd name="connsiteY798" fmla="*/ 359429 h 6858000"/>
              <a:gd name="connsiteX799" fmla="*/ 5805386 w 7467600"/>
              <a:gd name="connsiteY799" fmla="*/ 239240 h 6858000"/>
              <a:gd name="connsiteX800" fmla="*/ 5736947 w 7467600"/>
              <a:gd name="connsiteY800" fmla="*/ 261367 h 6858000"/>
              <a:gd name="connsiteX801" fmla="*/ 5427012 w 7467600"/>
              <a:gd name="connsiteY801" fmla="*/ 311272 h 6858000"/>
              <a:gd name="connsiteX802" fmla="*/ 5147818 w 7467600"/>
              <a:gd name="connsiteY802" fmla="*/ 322112 h 6858000"/>
              <a:gd name="connsiteX803" fmla="*/ 5060854 w 7467600"/>
              <a:gd name="connsiteY803" fmla="*/ 311882 h 6858000"/>
              <a:gd name="connsiteX804" fmla="*/ 4945989 w 7467600"/>
              <a:gd name="connsiteY804" fmla="*/ 300516 h 6858000"/>
              <a:gd name="connsiteX805" fmla="*/ 5410479 w 7467600"/>
              <a:gd name="connsiteY805" fmla="*/ 348434 h 6858000"/>
              <a:gd name="connsiteX806" fmla="*/ 5805386 w 7467600"/>
              <a:gd name="connsiteY806" fmla="*/ 239240 h 6858000"/>
              <a:gd name="connsiteX807" fmla="*/ 5905192 w 7467600"/>
              <a:gd name="connsiteY807" fmla="*/ 163079 h 6858000"/>
              <a:gd name="connsiteX808" fmla="*/ 5865655 w 7467600"/>
              <a:gd name="connsiteY808" fmla="*/ 171901 h 6858000"/>
              <a:gd name="connsiteX809" fmla="*/ 5259740 w 7467600"/>
              <a:gd name="connsiteY809" fmla="*/ 257013 h 6858000"/>
              <a:gd name="connsiteX810" fmla="*/ 5208466 w 7467600"/>
              <a:gd name="connsiteY810" fmla="*/ 257550 h 6858000"/>
              <a:gd name="connsiteX811" fmla="*/ 4980204 w 7467600"/>
              <a:gd name="connsiteY811" fmla="*/ 271903 h 6858000"/>
              <a:gd name="connsiteX812" fmla="*/ 5068068 w 7467600"/>
              <a:gd name="connsiteY812" fmla="*/ 282244 h 6858000"/>
              <a:gd name="connsiteX813" fmla="*/ 5153231 w 7467600"/>
              <a:gd name="connsiteY813" fmla="*/ 292240 h 6858000"/>
              <a:gd name="connsiteX814" fmla="*/ 5426491 w 7467600"/>
              <a:gd name="connsiteY814" fmla="*/ 281128 h 6858000"/>
              <a:gd name="connsiteX815" fmla="*/ 5731212 w 7467600"/>
              <a:gd name="connsiteY815" fmla="*/ 231951 h 6858000"/>
              <a:gd name="connsiteX816" fmla="*/ 5905192 w 7467600"/>
              <a:gd name="connsiteY816" fmla="*/ 163079 h 6858000"/>
              <a:gd name="connsiteX817" fmla="*/ 5944437 w 7467600"/>
              <a:gd name="connsiteY817" fmla="*/ 113829 h 6858000"/>
              <a:gd name="connsiteX818" fmla="*/ 5825032 w 7467600"/>
              <a:gd name="connsiteY818" fmla="*/ 146405 h 6858000"/>
              <a:gd name="connsiteX819" fmla="*/ 4955599 w 7467600"/>
              <a:gd name="connsiteY819" fmla="*/ 247008 h 6858000"/>
              <a:gd name="connsiteX820" fmla="*/ 5210104 w 7467600"/>
              <a:gd name="connsiteY820" fmla="*/ 228123 h 6858000"/>
              <a:gd name="connsiteX821" fmla="*/ 5261015 w 7467600"/>
              <a:gd name="connsiteY821" fmla="*/ 227087 h 6858000"/>
              <a:gd name="connsiteX822" fmla="*/ 5861181 w 7467600"/>
              <a:gd name="connsiteY822" fmla="*/ 143093 h 6858000"/>
              <a:gd name="connsiteX823" fmla="*/ 5961252 w 7467600"/>
              <a:gd name="connsiteY823" fmla="*/ 114820 h 6858000"/>
              <a:gd name="connsiteX824" fmla="*/ 5944437 w 7467600"/>
              <a:gd name="connsiteY824" fmla="*/ 113829 h 6858000"/>
              <a:gd name="connsiteX825" fmla="*/ 3882765 w 7467600"/>
              <a:gd name="connsiteY825" fmla="*/ 0 h 6858000"/>
              <a:gd name="connsiteX826" fmla="*/ 3995099 w 7467600"/>
              <a:gd name="connsiteY826" fmla="*/ 0 h 6858000"/>
              <a:gd name="connsiteX827" fmla="*/ 4163818 w 7467600"/>
              <a:gd name="connsiteY827" fmla="*/ 234104 h 6858000"/>
              <a:gd name="connsiteX828" fmla="*/ 4172099 w 7467600"/>
              <a:gd name="connsiteY828" fmla="*/ 234207 h 6858000"/>
              <a:gd name="connsiteX829" fmla="*/ 4784282 w 7467600"/>
              <a:gd name="connsiteY829" fmla="*/ 276561 h 6858000"/>
              <a:gd name="connsiteX830" fmla="*/ 4801687 w 7467600"/>
              <a:gd name="connsiteY830" fmla="*/ 267764 h 6858000"/>
              <a:gd name="connsiteX831" fmla="*/ 6082788 w 7467600"/>
              <a:gd name="connsiteY831" fmla="*/ 64119 h 6858000"/>
              <a:gd name="connsiteX832" fmla="*/ 6099442 w 7467600"/>
              <a:gd name="connsiteY832" fmla="*/ 82568 h 6858000"/>
              <a:gd name="connsiteX833" fmla="*/ 4804137 w 7467600"/>
              <a:gd name="connsiteY833" fmla="*/ 320931 h 6858000"/>
              <a:gd name="connsiteX834" fmla="*/ 4227047 w 7467600"/>
              <a:gd name="connsiteY834" fmla="*/ 313415 h 6858000"/>
              <a:gd name="connsiteX835" fmla="*/ 4346041 w 7467600"/>
              <a:gd name="connsiteY835" fmla="*/ 456086 h 6858000"/>
              <a:gd name="connsiteX836" fmla="*/ 4870967 w 7467600"/>
              <a:gd name="connsiteY836" fmla="*/ 963061 h 6858000"/>
              <a:gd name="connsiteX837" fmla="*/ 4889647 w 7467600"/>
              <a:gd name="connsiteY837" fmla="*/ 957147 h 6858000"/>
              <a:gd name="connsiteX838" fmla="*/ 5422504 w 7467600"/>
              <a:gd name="connsiteY838" fmla="*/ 805191 h 6858000"/>
              <a:gd name="connsiteX839" fmla="*/ 6087656 w 7467600"/>
              <a:gd name="connsiteY839" fmla="*/ 826703 h 6858000"/>
              <a:gd name="connsiteX840" fmla="*/ 6058717 w 7467600"/>
              <a:gd name="connsiteY840" fmla="*/ 865992 h 6858000"/>
              <a:gd name="connsiteX841" fmla="*/ 4974153 w 7467600"/>
              <a:gd name="connsiteY841" fmla="*/ 1045456 h 6858000"/>
              <a:gd name="connsiteX842" fmla="*/ 5627835 w 7467600"/>
              <a:gd name="connsiteY842" fmla="*/ 1472077 h 6858000"/>
              <a:gd name="connsiteX843" fmla="*/ 5629817 w 7467600"/>
              <a:gd name="connsiteY843" fmla="*/ 1471412 h 6858000"/>
              <a:gd name="connsiteX844" fmla="*/ 5634124 w 7467600"/>
              <a:gd name="connsiteY844" fmla="*/ 1470572 h 6858000"/>
              <a:gd name="connsiteX845" fmla="*/ 5755832 w 7467600"/>
              <a:gd name="connsiteY845" fmla="*/ 1383886 h 6858000"/>
              <a:gd name="connsiteX846" fmla="*/ 6014186 w 7467600"/>
              <a:gd name="connsiteY846" fmla="*/ 1279799 h 6858000"/>
              <a:gd name="connsiteX847" fmla="*/ 6901619 w 7467600"/>
              <a:gd name="connsiteY847" fmla="*/ 1047874 h 6858000"/>
              <a:gd name="connsiteX848" fmla="*/ 6931566 w 7467600"/>
              <a:gd name="connsiteY848" fmla="*/ 1062034 h 6858000"/>
              <a:gd name="connsiteX849" fmla="*/ 5790982 w 7467600"/>
              <a:gd name="connsiteY849" fmla="*/ 1561380 h 6858000"/>
              <a:gd name="connsiteX850" fmla="*/ 6188971 w 7467600"/>
              <a:gd name="connsiteY850" fmla="*/ 1755168 h 6858000"/>
              <a:gd name="connsiteX851" fmla="*/ 6202446 w 7467600"/>
              <a:gd name="connsiteY851" fmla="*/ 1752268 h 6858000"/>
              <a:gd name="connsiteX852" fmla="*/ 7179560 w 7467600"/>
              <a:gd name="connsiteY852" fmla="*/ 1467551 h 6858000"/>
              <a:gd name="connsiteX853" fmla="*/ 7158730 w 7467600"/>
              <a:gd name="connsiteY853" fmla="*/ 1507835 h 6858000"/>
              <a:gd name="connsiteX854" fmla="*/ 6326959 w 7467600"/>
              <a:gd name="connsiteY854" fmla="*/ 1817686 h 6858000"/>
              <a:gd name="connsiteX855" fmla="*/ 6537433 w 7467600"/>
              <a:gd name="connsiteY855" fmla="*/ 1907790 h 6858000"/>
              <a:gd name="connsiteX856" fmla="*/ 6550221 w 7467600"/>
              <a:gd name="connsiteY856" fmla="*/ 1910729 h 6858000"/>
              <a:gd name="connsiteX857" fmla="*/ 6964438 w 7467600"/>
              <a:gd name="connsiteY857" fmla="*/ 2209505 h 6858000"/>
              <a:gd name="connsiteX858" fmla="*/ 7367862 w 7467600"/>
              <a:gd name="connsiteY858" fmla="*/ 2806833 h 6858000"/>
              <a:gd name="connsiteX859" fmla="*/ 7364329 w 7467600"/>
              <a:gd name="connsiteY859" fmla="*/ 2826907 h 6858000"/>
              <a:gd name="connsiteX860" fmla="*/ 7290545 w 7467600"/>
              <a:gd name="connsiteY860" fmla="*/ 2850663 h 6858000"/>
              <a:gd name="connsiteX861" fmla="*/ 6472036 w 7467600"/>
              <a:gd name="connsiteY861" fmla="*/ 1959003 h 6858000"/>
              <a:gd name="connsiteX862" fmla="*/ 5792897 w 7467600"/>
              <a:gd name="connsiteY862" fmla="*/ 1647747 h 6858000"/>
              <a:gd name="connsiteX863" fmla="*/ 5842751 w 7467600"/>
              <a:gd name="connsiteY863" fmla="*/ 1816112 h 6858000"/>
              <a:gd name="connsiteX864" fmla="*/ 5847424 w 7467600"/>
              <a:gd name="connsiteY864" fmla="*/ 1815776 h 6858000"/>
              <a:gd name="connsiteX865" fmla="*/ 6399821 w 7467600"/>
              <a:gd name="connsiteY865" fmla="*/ 2344799 h 6858000"/>
              <a:gd name="connsiteX866" fmla="*/ 6323232 w 7467600"/>
              <a:gd name="connsiteY866" fmla="*/ 2389634 h 6858000"/>
              <a:gd name="connsiteX867" fmla="*/ 5942958 w 7467600"/>
              <a:gd name="connsiteY867" fmla="*/ 2077708 h 6858000"/>
              <a:gd name="connsiteX868" fmla="*/ 5921559 w 7467600"/>
              <a:gd name="connsiteY868" fmla="*/ 2378596 h 6858000"/>
              <a:gd name="connsiteX869" fmla="*/ 5817651 w 7467600"/>
              <a:gd name="connsiteY869" fmla="*/ 3023919 h 6858000"/>
              <a:gd name="connsiteX870" fmla="*/ 5729634 w 7467600"/>
              <a:gd name="connsiteY870" fmla="*/ 3051849 h 6858000"/>
              <a:gd name="connsiteX871" fmla="*/ 5611018 w 7467600"/>
              <a:gd name="connsiteY871" fmla="*/ 2316769 h 6858000"/>
              <a:gd name="connsiteX872" fmla="*/ 5687608 w 7467600"/>
              <a:gd name="connsiteY872" fmla="*/ 2039972 h 6858000"/>
              <a:gd name="connsiteX873" fmla="*/ 5657554 w 7467600"/>
              <a:gd name="connsiteY873" fmla="*/ 1576445 h 6858000"/>
              <a:gd name="connsiteX874" fmla="*/ 5150475 w 7467600"/>
              <a:gd name="connsiteY874" fmla="*/ 1274012 h 6858000"/>
              <a:gd name="connsiteX875" fmla="*/ 5349142 w 7467600"/>
              <a:gd name="connsiteY875" fmla="*/ 2204405 h 6858000"/>
              <a:gd name="connsiteX876" fmla="*/ 5262214 w 7467600"/>
              <a:gd name="connsiteY876" fmla="*/ 2233836 h 6858000"/>
              <a:gd name="connsiteX877" fmla="*/ 4981539 w 7467600"/>
              <a:gd name="connsiteY877" fmla="*/ 1542201 h 6858000"/>
              <a:gd name="connsiteX878" fmla="*/ 4958461 w 7467600"/>
              <a:gd name="connsiteY878" fmla="*/ 1136957 h 6858000"/>
              <a:gd name="connsiteX879" fmla="*/ 4655015 w 7467600"/>
              <a:gd name="connsiteY879" fmla="*/ 891426 h 6858000"/>
              <a:gd name="connsiteX880" fmla="*/ 4348002 w 7467600"/>
              <a:gd name="connsiteY880" fmla="*/ 2205895 h 6858000"/>
              <a:gd name="connsiteX881" fmla="*/ 4262250 w 7467600"/>
              <a:gd name="connsiteY881" fmla="*/ 2219972 h 6858000"/>
              <a:gd name="connsiteX882" fmla="*/ 4550611 w 7467600"/>
              <a:gd name="connsiteY882" fmla="*/ 817540 h 6858000"/>
              <a:gd name="connsiteX883" fmla="*/ 4564418 w 7467600"/>
              <a:gd name="connsiteY883" fmla="*/ 808293 h 6858000"/>
              <a:gd name="connsiteX884" fmla="*/ 4266388 w 7467600"/>
              <a:gd name="connsiteY884" fmla="*/ 500083 h 6858000"/>
              <a:gd name="connsiteX885" fmla="*/ 4032842 w 7467600"/>
              <a:gd name="connsiteY885" fmla="*/ 211809 h 6858000"/>
              <a:gd name="connsiteX886" fmla="*/ 3882765 w 7467600"/>
              <a:gd name="connsiteY886" fmla="*/ 0 h 6858000"/>
              <a:gd name="connsiteX887" fmla="*/ 3721337 w 7467600"/>
              <a:gd name="connsiteY887" fmla="*/ 0 h 6858000"/>
              <a:gd name="connsiteX888" fmla="*/ 3797544 w 7467600"/>
              <a:gd name="connsiteY888" fmla="*/ 0 h 6858000"/>
              <a:gd name="connsiteX889" fmla="*/ 3775734 w 7467600"/>
              <a:gd name="connsiteY889" fmla="*/ 95131 h 6858000"/>
              <a:gd name="connsiteX890" fmla="*/ 3724807 w 7467600"/>
              <a:gd name="connsiteY890" fmla="*/ 272257 h 6858000"/>
              <a:gd name="connsiteX891" fmla="*/ 3726844 w 7467600"/>
              <a:gd name="connsiteY891" fmla="*/ 282988 h 6858000"/>
              <a:gd name="connsiteX892" fmla="*/ 3742664 w 7467600"/>
              <a:gd name="connsiteY892" fmla="*/ 279918 h 6858000"/>
              <a:gd name="connsiteX893" fmla="*/ 4103910 w 7467600"/>
              <a:gd name="connsiteY893" fmla="*/ 1161917 h 6858000"/>
              <a:gd name="connsiteX894" fmla="*/ 4020269 w 7467600"/>
              <a:gd name="connsiteY894" fmla="*/ 1200406 h 6858000"/>
              <a:gd name="connsiteX895" fmla="*/ 3674882 w 7467600"/>
              <a:gd name="connsiteY895" fmla="*/ 488524 h 6858000"/>
              <a:gd name="connsiteX896" fmla="*/ 3132682 w 7467600"/>
              <a:gd name="connsiteY896" fmla="*/ 1072284 h 6858000"/>
              <a:gd name="connsiteX897" fmla="*/ 2716346 w 7467600"/>
              <a:gd name="connsiteY897" fmla="*/ 1276376 h 6858000"/>
              <a:gd name="connsiteX898" fmla="*/ 2716772 w 7467600"/>
              <a:gd name="connsiteY898" fmla="*/ 1255462 h 6858000"/>
              <a:gd name="connsiteX899" fmla="*/ 3471096 w 7467600"/>
              <a:gd name="connsiteY899" fmla="*/ 437072 h 6858000"/>
              <a:gd name="connsiteX900" fmla="*/ 3639057 w 7467600"/>
              <a:gd name="connsiteY900" fmla="*/ 286334 h 6858000"/>
              <a:gd name="connsiteX901" fmla="*/ 3640309 w 7467600"/>
              <a:gd name="connsiteY901" fmla="*/ 284664 h 6858000"/>
              <a:gd name="connsiteX902" fmla="*/ 3646022 w 7467600"/>
              <a:gd name="connsiteY902" fmla="*/ 276711 h 6858000"/>
              <a:gd name="connsiteX903" fmla="*/ 3707943 w 7467600"/>
              <a:gd name="connsiteY903" fmla="*/ 65958 h 6858000"/>
              <a:gd name="connsiteX904" fmla="*/ 3721337 w 7467600"/>
              <a:gd name="connsiteY904" fmla="*/ 0 h 6858000"/>
              <a:gd name="connsiteX905" fmla="*/ 2867960 w 7467600"/>
              <a:gd name="connsiteY905" fmla="*/ 0 h 6858000"/>
              <a:gd name="connsiteX906" fmla="*/ 2926351 w 7467600"/>
              <a:gd name="connsiteY906" fmla="*/ 0 h 6858000"/>
              <a:gd name="connsiteX907" fmla="*/ 2902823 w 7467600"/>
              <a:gd name="connsiteY907" fmla="*/ 262929 h 6858000"/>
              <a:gd name="connsiteX908" fmla="*/ 2940663 w 7467600"/>
              <a:gd name="connsiteY908" fmla="*/ 140884 h 6858000"/>
              <a:gd name="connsiteX909" fmla="*/ 2947039 w 7467600"/>
              <a:gd name="connsiteY909" fmla="*/ 122524 h 6858000"/>
              <a:gd name="connsiteX910" fmla="*/ 2984316 w 7467600"/>
              <a:gd name="connsiteY910" fmla="*/ 0 h 6858000"/>
              <a:gd name="connsiteX911" fmla="*/ 3016114 w 7467600"/>
              <a:gd name="connsiteY911" fmla="*/ 0 h 6858000"/>
              <a:gd name="connsiteX912" fmla="*/ 2979949 w 7467600"/>
              <a:gd name="connsiteY912" fmla="*/ 119274 h 6858000"/>
              <a:gd name="connsiteX913" fmla="*/ 3023879 w 7467600"/>
              <a:gd name="connsiteY913" fmla="*/ 0 h 6858000"/>
              <a:gd name="connsiteX914" fmla="*/ 3105400 w 7467600"/>
              <a:gd name="connsiteY914" fmla="*/ 0 h 6858000"/>
              <a:gd name="connsiteX915" fmla="*/ 3094669 w 7467600"/>
              <a:gd name="connsiteY915" fmla="*/ 30308 h 6858000"/>
              <a:gd name="connsiteX916" fmla="*/ 2901945 w 7467600"/>
              <a:gd name="connsiteY916" fmla="*/ 466538 h 6858000"/>
              <a:gd name="connsiteX917" fmla="*/ 2815209 w 7467600"/>
              <a:gd name="connsiteY917" fmla="*/ 497361 h 6858000"/>
              <a:gd name="connsiteX918" fmla="*/ 2844845 w 7467600"/>
              <a:gd name="connsiteY918" fmla="*/ 127638 h 6858000"/>
              <a:gd name="connsiteX919" fmla="*/ 2867960 w 7467600"/>
              <a:gd name="connsiteY919" fmla="*/ 0 h 6858000"/>
              <a:gd name="connsiteX920" fmla="*/ 1057230 w 7467600"/>
              <a:gd name="connsiteY920" fmla="*/ 0 h 6858000"/>
              <a:gd name="connsiteX921" fmla="*/ 1111003 w 7467600"/>
              <a:gd name="connsiteY921" fmla="*/ 0 h 6858000"/>
              <a:gd name="connsiteX922" fmla="*/ 1125553 w 7467600"/>
              <a:gd name="connsiteY922" fmla="*/ 52588 h 6858000"/>
              <a:gd name="connsiteX923" fmla="*/ 1304276 w 7467600"/>
              <a:gd name="connsiteY923" fmla="*/ 476275 h 6858000"/>
              <a:gd name="connsiteX924" fmla="*/ 1492066 w 7467600"/>
              <a:gd name="connsiteY924" fmla="*/ 886333 h 6858000"/>
              <a:gd name="connsiteX925" fmla="*/ 1423698 w 7467600"/>
              <a:gd name="connsiteY925" fmla="*/ 710817 h 6858000"/>
              <a:gd name="connsiteX926" fmla="*/ 1357609 w 7467600"/>
              <a:gd name="connsiteY926" fmla="*/ 532892 h 6858000"/>
              <a:gd name="connsiteX927" fmla="*/ 1309550 w 7467600"/>
              <a:gd name="connsiteY927" fmla="*/ 374031 h 6858000"/>
              <a:gd name="connsiteX928" fmla="*/ 1193673 w 7467600"/>
              <a:gd name="connsiteY928" fmla="*/ 49533 h 6858000"/>
              <a:gd name="connsiteX929" fmla="*/ 1164391 w 7467600"/>
              <a:gd name="connsiteY929" fmla="*/ 0 h 6858000"/>
              <a:gd name="connsiteX930" fmla="*/ 1200666 w 7467600"/>
              <a:gd name="connsiteY930" fmla="*/ 0 h 6858000"/>
              <a:gd name="connsiteX931" fmla="*/ 1223408 w 7467600"/>
              <a:gd name="connsiteY931" fmla="*/ 38996 h 6858000"/>
              <a:gd name="connsiteX932" fmla="*/ 1339635 w 7467600"/>
              <a:gd name="connsiteY932" fmla="*/ 365517 h 6858000"/>
              <a:gd name="connsiteX933" fmla="*/ 1387469 w 7467600"/>
              <a:gd name="connsiteY933" fmla="*/ 523079 h 6858000"/>
              <a:gd name="connsiteX934" fmla="*/ 1452685 w 7467600"/>
              <a:gd name="connsiteY934" fmla="*/ 699806 h 6858000"/>
              <a:gd name="connsiteX935" fmla="*/ 1492092 w 7467600"/>
              <a:gd name="connsiteY935" fmla="*/ 800424 h 6858000"/>
              <a:gd name="connsiteX936" fmla="*/ 1455302 w 7467600"/>
              <a:gd name="connsiteY936" fmla="*/ 632913 h 6858000"/>
              <a:gd name="connsiteX937" fmla="*/ 1222336 w 7467600"/>
              <a:gd name="connsiteY937" fmla="*/ 9480 h 6858000"/>
              <a:gd name="connsiteX938" fmla="*/ 1214634 w 7467600"/>
              <a:gd name="connsiteY938" fmla="*/ 0 h 6858000"/>
              <a:gd name="connsiteX939" fmla="*/ 1289827 w 7467600"/>
              <a:gd name="connsiteY939" fmla="*/ 0 h 6858000"/>
              <a:gd name="connsiteX940" fmla="*/ 1321076 w 7467600"/>
              <a:gd name="connsiteY940" fmla="*/ 59722 h 6858000"/>
              <a:gd name="connsiteX941" fmla="*/ 1512579 w 7467600"/>
              <a:gd name="connsiteY941" fmla="*/ 626441 h 6858000"/>
              <a:gd name="connsiteX942" fmla="*/ 1506076 w 7467600"/>
              <a:gd name="connsiteY942" fmla="*/ 1089289 h 6858000"/>
              <a:gd name="connsiteX943" fmla="*/ 1486346 w 7467600"/>
              <a:gd name="connsiteY943" fmla="*/ 1079919 h 6858000"/>
              <a:gd name="connsiteX944" fmla="*/ 1070511 w 7467600"/>
              <a:gd name="connsiteY944" fmla="*/ 48609 h 6858000"/>
              <a:gd name="connsiteX945" fmla="*/ 1057230 w 7467600"/>
              <a:gd name="connsiteY945" fmla="*/ 0 h 6858000"/>
              <a:gd name="connsiteX946" fmla="*/ 43151 w 7467600"/>
              <a:gd name="connsiteY946" fmla="*/ 0 h 6858000"/>
              <a:gd name="connsiteX947" fmla="*/ 95283 w 7467600"/>
              <a:gd name="connsiteY947" fmla="*/ 0 h 6858000"/>
              <a:gd name="connsiteX948" fmla="*/ 300708 w 7467600"/>
              <a:gd name="connsiteY948" fmla="*/ 154571 h 6858000"/>
              <a:gd name="connsiteX949" fmla="*/ 530414 w 7467600"/>
              <a:gd name="connsiteY949" fmla="*/ 354673 h 6858000"/>
              <a:gd name="connsiteX950" fmla="*/ 333785 w 7467600"/>
              <a:gd name="connsiteY950" fmla="*/ 161564 h 6858000"/>
              <a:gd name="connsiteX951" fmla="*/ 147005 w 7467600"/>
              <a:gd name="connsiteY951" fmla="*/ 0 h 6858000"/>
              <a:gd name="connsiteX952" fmla="*/ 272509 w 7467600"/>
              <a:gd name="connsiteY952" fmla="*/ 0 h 6858000"/>
              <a:gd name="connsiteX953" fmla="*/ 326276 w 7467600"/>
              <a:gd name="connsiteY953" fmla="*/ 45847 h 6858000"/>
              <a:gd name="connsiteX954" fmla="*/ 823759 w 7467600"/>
              <a:gd name="connsiteY954" fmla="*/ 574145 h 6858000"/>
              <a:gd name="connsiteX955" fmla="*/ 811254 w 7467600"/>
              <a:gd name="connsiteY955" fmla="*/ 665546 h 6858000"/>
              <a:gd name="connsiteX956" fmla="*/ 154042 w 7467600"/>
              <a:gd name="connsiteY956" fmla="*/ 261522 h 6858000"/>
              <a:gd name="connsiteX957" fmla="*/ 13550 w 7467600"/>
              <a:gd name="connsiteY957" fmla="*/ 158423 h 6858000"/>
              <a:gd name="connsiteX958" fmla="*/ 0 w 7467600"/>
              <a:gd name="connsiteY958" fmla="*/ 146618 h 6858000"/>
              <a:gd name="connsiteX959" fmla="*/ 0 w 7467600"/>
              <a:gd name="connsiteY959" fmla="*/ 59161 h 6858000"/>
              <a:gd name="connsiteX960" fmla="*/ 45427 w 7467600"/>
              <a:gd name="connsiteY960" fmla="*/ 101078 h 6858000"/>
              <a:gd name="connsiteX961" fmla="*/ 630103 w 7467600"/>
              <a:gd name="connsiteY961" fmla="*/ 485885 h 6858000"/>
              <a:gd name="connsiteX962" fmla="*/ 532040 w 7467600"/>
              <a:gd name="connsiteY962" fmla="*/ 399359 h 6858000"/>
              <a:gd name="connsiteX963" fmla="*/ 517618 w 7467600"/>
              <a:gd name="connsiteY963" fmla="*/ 385726 h 6858000"/>
              <a:gd name="connsiteX964" fmla="*/ 285074 w 7467600"/>
              <a:gd name="connsiteY964" fmla="*/ 182755 h 6858000"/>
              <a:gd name="connsiteX965" fmla="*/ 43151 w 7467600"/>
              <a:gd name="connsiteY965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254615 w 7472601"/>
              <a:gd name="connsiteY80" fmla="*/ 5911918 h 6858000"/>
              <a:gd name="connsiteX81" fmla="*/ 7312589 w 7472601"/>
              <a:gd name="connsiteY81" fmla="*/ 5982309 h 6858000"/>
              <a:gd name="connsiteX82" fmla="*/ 7448321 w 7472601"/>
              <a:gd name="connsiteY82" fmla="*/ 6190991 h 6858000"/>
              <a:gd name="connsiteX83" fmla="*/ 7467600 w 7472601"/>
              <a:gd name="connsiteY83" fmla="*/ 6221686 h 6858000"/>
              <a:gd name="connsiteX84" fmla="*/ 7467600 w 7472601"/>
              <a:gd name="connsiteY84" fmla="*/ 6334256 h 6858000"/>
              <a:gd name="connsiteX85" fmla="*/ 7454976 w 7472601"/>
              <a:gd name="connsiteY85" fmla="*/ 6318297 h 6858000"/>
              <a:gd name="connsiteX86" fmla="*/ 1456157 w 7472601"/>
              <a:gd name="connsiteY86" fmla="*/ 5371404 h 6858000"/>
              <a:gd name="connsiteX87" fmla="*/ 1244432 w 7472601"/>
              <a:gd name="connsiteY87" fmla="*/ 5385601 h 6858000"/>
              <a:gd name="connsiteX88" fmla="*/ 973990 w 7472601"/>
              <a:gd name="connsiteY88" fmla="*/ 5424940 h 6858000"/>
              <a:gd name="connsiteX89" fmla="*/ 1103809 w 7472601"/>
              <a:gd name="connsiteY89" fmla="*/ 5433720 h 6858000"/>
              <a:gd name="connsiteX90" fmla="*/ 1123454 w 7472601"/>
              <a:gd name="connsiteY90" fmla="*/ 5435727 h 6858000"/>
              <a:gd name="connsiteX91" fmla="*/ 1737017 w 7472601"/>
              <a:gd name="connsiteY91" fmla="*/ 5452183 h 6858000"/>
              <a:gd name="connsiteX92" fmla="*/ 1824397 w 7472601"/>
              <a:gd name="connsiteY92" fmla="*/ 5447757 h 6858000"/>
              <a:gd name="connsiteX93" fmla="*/ 2070059 w 7472601"/>
              <a:gd name="connsiteY93" fmla="*/ 5441660 h 6858000"/>
              <a:gd name="connsiteX94" fmla="*/ 1456157 w 7472601"/>
              <a:gd name="connsiteY94" fmla="*/ 5371404 h 6858000"/>
              <a:gd name="connsiteX95" fmla="*/ 4988186 w 7472601"/>
              <a:gd name="connsiteY95" fmla="*/ 5216467 h 6858000"/>
              <a:gd name="connsiteX96" fmla="*/ 4777334 w 7472601"/>
              <a:gd name="connsiteY96" fmla="*/ 5406072 h 6858000"/>
              <a:gd name="connsiteX97" fmla="*/ 4718341 w 7472601"/>
              <a:gd name="connsiteY97" fmla="*/ 5468043 h 6858000"/>
              <a:gd name="connsiteX98" fmla="*/ 4604655 w 7472601"/>
              <a:gd name="connsiteY98" fmla="*/ 5583434 h 6858000"/>
              <a:gd name="connsiteX99" fmla="*/ 4565074 w 7472601"/>
              <a:gd name="connsiteY99" fmla="*/ 5618550 h 6858000"/>
              <a:gd name="connsiteX100" fmla="*/ 4988186 w 7472601"/>
              <a:gd name="connsiteY100" fmla="*/ 5216467 h 6858000"/>
              <a:gd name="connsiteX101" fmla="*/ 4978032 w 7472601"/>
              <a:gd name="connsiteY101" fmla="*/ 5183809 h 6858000"/>
              <a:gd name="connsiteX102" fmla="*/ 4463413 w 7472601"/>
              <a:gd name="connsiteY102" fmla="*/ 5615162 h 6858000"/>
              <a:gd name="connsiteX103" fmla="*/ 4358134 w 7472601"/>
              <a:gd name="connsiteY103" fmla="*/ 5742791 h 6858000"/>
              <a:gd name="connsiteX104" fmla="*/ 4376219 w 7472601"/>
              <a:gd name="connsiteY104" fmla="*/ 5729027 h 6858000"/>
              <a:gd name="connsiteX105" fmla="*/ 4582340 w 7472601"/>
              <a:gd name="connsiteY105" fmla="*/ 5561037 h 6858000"/>
              <a:gd name="connsiteX106" fmla="*/ 4694684 w 7472601"/>
              <a:gd name="connsiteY106" fmla="*/ 5447098 h 6858000"/>
              <a:gd name="connsiteX107" fmla="*/ 4754123 w 7472601"/>
              <a:gd name="connsiteY107" fmla="*/ 5384643 h 6858000"/>
              <a:gd name="connsiteX108" fmla="*/ 4978032 w 7472601"/>
              <a:gd name="connsiteY108" fmla="*/ 5183809 h 6858000"/>
              <a:gd name="connsiteX109" fmla="*/ 1903353 w 7472601"/>
              <a:gd name="connsiteY109" fmla="*/ 5044827 h 6858000"/>
              <a:gd name="connsiteX110" fmla="*/ 1936931 w 7472601"/>
              <a:gd name="connsiteY110" fmla="*/ 5093954 h 6858000"/>
              <a:gd name="connsiteX111" fmla="*/ 2195868 w 7472601"/>
              <a:gd name="connsiteY111" fmla="*/ 5396574 h 6858000"/>
              <a:gd name="connsiteX112" fmla="*/ 2088852 w 7472601"/>
              <a:gd name="connsiteY112" fmla="*/ 5166123 h 6858000"/>
              <a:gd name="connsiteX113" fmla="*/ 1958241 w 7472601"/>
              <a:gd name="connsiteY113" fmla="*/ 5067955 h 6858000"/>
              <a:gd name="connsiteX114" fmla="*/ 1903353 w 7472601"/>
              <a:gd name="connsiteY114" fmla="*/ 5044827 h 6858000"/>
              <a:gd name="connsiteX115" fmla="*/ 1979378 w 7472601"/>
              <a:gd name="connsiteY115" fmla="*/ 4769504 h 6858000"/>
              <a:gd name="connsiteX116" fmla="*/ 2882120 w 7472601"/>
              <a:gd name="connsiteY116" fmla="*/ 5064547 h 6858000"/>
              <a:gd name="connsiteX117" fmla="*/ 2793103 w 7472601"/>
              <a:gd name="connsiteY117" fmla="*/ 5039699 h 6858000"/>
              <a:gd name="connsiteX118" fmla="*/ 2770041 w 7472601"/>
              <a:gd name="connsiteY118" fmla="*/ 5033634 h 6858000"/>
              <a:gd name="connsiteX119" fmla="*/ 1979378 w 7472601"/>
              <a:gd name="connsiteY119" fmla="*/ 4769504 h 6858000"/>
              <a:gd name="connsiteX120" fmla="*/ 1927410 w 7472601"/>
              <a:gd name="connsiteY120" fmla="*/ 4716164 h 6858000"/>
              <a:gd name="connsiteX121" fmla="*/ 1959587 w 7472601"/>
              <a:gd name="connsiteY121" fmla="*/ 4728849 h 6858000"/>
              <a:gd name="connsiteX122" fmla="*/ 2777707 w 7472601"/>
              <a:gd name="connsiteY122" fmla="*/ 5003991 h 6858000"/>
              <a:gd name="connsiteX123" fmla="*/ 2800768 w 7472601"/>
              <a:gd name="connsiteY123" fmla="*/ 5010056 h 6858000"/>
              <a:gd name="connsiteX124" fmla="*/ 2879408 w 7472601"/>
              <a:gd name="connsiteY124" fmla="*/ 5031590 h 6858000"/>
              <a:gd name="connsiteX125" fmla="*/ 2862295 w 7472601"/>
              <a:gd name="connsiteY125" fmla="*/ 5022958 h 6858000"/>
              <a:gd name="connsiteX126" fmla="*/ 2813343 w 7472601"/>
              <a:gd name="connsiteY126" fmla="*/ 4998369 h 6858000"/>
              <a:gd name="connsiteX127" fmla="*/ 2646245 w 7472601"/>
              <a:gd name="connsiteY127" fmla="*/ 4930999 h 6858000"/>
              <a:gd name="connsiteX128" fmla="*/ 1999243 w 7472601"/>
              <a:gd name="connsiteY128" fmla="*/ 4730524 h 6858000"/>
              <a:gd name="connsiteX129" fmla="*/ 1979527 w 7472601"/>
              <a:gd name="connsiteY129" fmla="*/ 4726651 h 6858000"/>
              <a:gd name="connsiteX130" fmla="*/ 1927410 w 7472601"/>
              <a:gd name="connsiteY130" fmla="*/ 4716164 h 6858000"/>
              <a:gd name="connsiteX131" fmla="*/ 1997014 w 7472601"/>
              <a:gd name="connsiteY131" fmla="*/ 4698007 h 6858000"/>
              <a:gd name="connsiteX132" fmla="*/ 2005458 w 7472601"/>
              <a:gd name="connsiteY132" fmla="*/ 4699540 h 6858000"/>
              <a:gd name="connsiteX133" fmla="*/ 2657186 w 7472601"/>
              <a:gd name="connsiteY133" fmla="*/ 4901687 h 6858000"/>
              <a:gd name="connsiteX134" fmla="*/ 2826662 w 7472601"/>
              <a:gd name="connsiteY134" fmla="*/ 4970362 h 6858000"/>
              <a:gd name="connsiteX135" fmla="*/ 2876100 w 7472601"/>
              <a:gd name="connsiteY135" fmla="*/ 4995397 h 6858000"/>
              <a:gd name="connsiteX136" fmla="*/ 3042600 w 7472601"/>
              <a:gd name="connsiteY136" fmla="*/ 5059532 h 6858000"/>
              <a:gd name="connsiteX137" fmla="*/ 1997014 w 7472601"/>
              <a:gd name="connsiteY137" fmla="*/ 4698007 h 6858000"/>
              <a:gd name="connsiteX138" fmla="*/ 2305292 w 7472601"/>
              <a:gd name="connsiteY138" fmla="*/ 4219492 h 6858000"/>
              <a:gd name="connsiteX139" fmla="*/ 3360922 w 7472601"/>
              <a:gd name="connsiteY139" fmla="*/ 4529373 h 6858000"/>
              <a:gd name="connsiteX140" fmla="*/ 3492420 w 7472601"/>
              <a:gd name="connsiteY140" fmla="*/ 4510145 h 6858000"/>
              <a:gd name="connsiteX141" fmla="*/ 3364086 w 7472601"/>
              <a:gd name="connsiteY141" fmla="*/ 4480340 h 6858000"/>
              <a:gd name="connsiteX142" fmla="*/ 3225818 w 7472601"/>
              <a:gd name="connsiteY142" fmla="*/ 4411822 h 6858000"/>
              <a:gd name="connsiteX143" fmla="*/ 3129696 w 7472601"/>
              <a:gd name="connsiteY143" fmla="*/ 4360704 h 6858000"/>
              <a:gd name="connsiteX144" fmla="*/ 2814545 w 7472601"/>
              <a:gd name="connsiteY144" fmla="*/ 4282955 h 6858000"/>
              <a:gd name="connsiteX145" fmla="*/ 2305292 w 7472601"/>
              <a:gd name="connsiteY145" fmla="*/ 4219492 h 6858000"/>
              <a:gd name="connsiteX146" fmla="*/ 2626982 w 7472601"/>
              <a:gd name="connsiteY146" fmla="*/ 4206450 h 6858000"/>
              <a:gd name="connsiteX147" fmla="*/ 2490617 w 7472601"/>
              <a:gd name="connsiteY147" fmla="*/ 4206951 h 6858000"/>
              <a:gd name="connsiteX148" fmla="*/ 2819869 w 7472601"/>
              <a:gd name="connsiteY148" fmla="*/ 4252936 h 6858000"/>
              <a:gd name="connsiteX149" fmla="*/ 3143018 w 7472601"/>
              <a:gd name="connsiteY149" fmla="*/ 4332698 h 6858000"/>
              <a:gd name="connsiteX150" fmla="*/ 3241520 w 7472601"/>
              <a:gd name="connsiteY150" fmla="*/ 4385112 h 6858000"/>
              <a:gd name="connsiteX151" fmla="*/ 3374575 w 7472601"/>
              <a:gd name="connsiteY151" fmla="*/ 4451517 h 6858000"/>
              <a:gd name="connsiteX152" fmla="*/ 3505221 w 7472601"/>
              <a:gd name="connsiteY152" fmla="*/ 4480757 h 6858000"/>
              <a:gd name="connsiteX153" fmla="*/ 2626982 w 7472601"/>
              <a:gd name="connsiteY153" fmla="*/ 4206450 h 6858000"/>
              <a:gd name="connsiteX154" fmla="*/ 1310106 w 7472601"/>
              <a:gd name="connsiteY154" fmla="*/ 3943217 h 6858000"/>
              <a:gd name="connsiteX155" fmla="*/ 854994 w 7472601"/>
              <a:gd name="connsiteY155" fmla="*/ 4399136 h 6858000"/>
              <a:gd name="connsiteX156" fmla="*/ 742462 w 7472601"/>
              <a:gd name="connsiteY156" fmla="*/ 4594648 h 6858000"/>
              <a:gd name="connsiteX157" fmla="*/ 820602 w 7472601"/>
              <a:gd name="connsiteY157" fmla="*/ 4485915 h 6858000"/>
              <a:gd name="connsiteX158" fmla="*/ 878295 w 7472601"/>
              <a:gd name="connsiteY158" fmla="*/ 4403594 h 6858000"/>
              <a:gd name="connsiteX159" fmla="*/ 1240607 w 7472601"/>
              <a:gd name="connsiteY159" fmla="*/ 4010401 h 6858000"/>
              <a:gd name="connsiteX160" fmla="*/ 1310106 w 7472601"/>
              <a:gd name="connsiteY160" fmla="*/ 3943217 h 6858000"/>
              <a:gd name="connsiteX161" fmla="*/ 1423113 w 7472601"/>
              <a:gd name="connsiteY161" fmla="*/ 3874565 h 6858000"/>
              <a:gd name="connsiteX162" fmla="*/ 1260565 w 7472601"/>
              <a:gd name="connsiteY162" fmla="*/ 4031982 h 6858000"/>
              <a:gd name="connsiteX163" fmla="*/ 901900 w 7472601"/>
              <a:gd name="connsiteY163" fmla="*/ 4421236 h 6858000"/>
              <a:gd name="connsiteX164" fmla="*/ 845044 w 7472601"/>
              <a:gd name="connsiteY164" fmla="*/ 4502436 h 6858000"/>
              <a:gd name="connsiteX165" fmla="*/ 685926 w 7472601"/>
              <a:gd name="connsiteY165" fmla="*/ 4703069 h 6858000"/>
              <a:gd name="connsiteX166" fmla="*/ 684248 w 7472601"/>
              <a:gd name="connsiteY166" fmla="*/ 4706721 h 6858000"/>
              <a:gd name="connsiteX167" fmla="*/ 1423113 w 7472601"/>
              <a:gd name="connsiteY167" fmla="*/ 3874565 h 6858000"/>
              <a:gd name="connsiteX168" fmla="*/ 3316479 w 7472601"/>
              <a:gd name="connsiteY168" fmla="*/ 3872136 h 6858000"/>
              <a:gd name="connsiteX169" fmla="*/ 3546806 w 7472601"/>
              <a:gd name="connsiteY169" fmla="*/ 4356139 h 6858000"/>
              <a:gd name="connsiteX170" fmla="*/ 3364433 w 7472601"/>
              <a:gd name="connsiteY170" fmla="*/ 3953121 h 6858000"/>
              <a:gd name="connsiteX171" fmla="*/ 3316479 w 7472601"/>
              <a:gd name="connsiteY171" fmla="*/ 3872136 h 6858000"/>
              <a:gd name="connsiteX172" fmla="*/ 3291335 w 7472601"/>
              <a:gd name="connsiteY172" fmla="*/ 3767420 h 6858000"/>
              <a:gd name="connsiteX173" fmla="*/ 3390805 w 7472601"/>
              <a:gd name="connsiteY173" fmla="*/ 3937163 h 6858000"/>
              <a:gd name="connsiteX174" fmla="*/ 3579062 w 7472601"/>
              <a:gd name="connsiteY174" fmla="*/ 4359040 h 6858000"/>
              <a:gd name="connsiteX175" fmla="*/ 3467355 w 7472601"/>
              <a:gd name="connsiteY175" fmla="*/ 3988130 h 6858000"/>
              <a:gd name="connsiteX176" fmla="*/ 3310753 w 7472601"/>
              <a:gd name="connsiteY176" fmla="*/ 3787140 h 6858000"/>
              <a:gd name="connsiteX177" fmla="*/ 3291335 w 7472601"/>
              <a:gd name="connsiteY177" fmla="*/ 3767420 h 6858000"/>
              <a:gd name="connsiteX178" fmla="*/ 1635889 w 7472601"/>
              <a:gd name="connsiteY178" fmla="*/ 3709494 h 6858000"/>
              <a:gd name="connsiteX179" fmla="*/ 1634800 w 7472601"/>
              <a:gd name="connsiteY179" fmla="*/ 3731111 h 6858000"/>
              <a:gd name="connsiteX180" fmla="*/ 1635889 w 7472601"/>
              <a:gd name="connsiteY180" fmla="*/ 3709494 h 6858000"/>
              <a:gd name="connsiteX181" fmla="*/ 1510397 w 7472601"/>
              <a:gd name="connsiteY181" fmla="*/ 3684705 h 6858000"/>
              <a:gd name="connsiteX182" fmla="*/ 1146550 w 7472601"/>
              <a:gd name="connsiteY182" fmla="*/ 3802012 h 6858000"/>
              <a:gd name="connsiteX183" fmla="*/ 698834 w 7472601"/>
              <a:gd name="connsiteY183" fmla="*/ 3952272 h 6858000"/>
              <a:gd name="connsiteX184" fmla="*/ 34256 w 7472601"/>
              <a:gd name="connsiteY184" fmla="*/ 4347603 h 6858000"/>
              <a:gd name="connsiteX185" fmla="*/ 527241 w 7472601"/>
              <a:gd name="connsiteY185" fmla="*/ 4065078 h 6858000"/>
              <a:gd name="connsiteX186" fmla="*/ 1510397 w 7472601"/>
              <a:gd name="connsiteY186" fmla="*/ 3684705 h 6858000"/>
              <a:gd name="connsiteX187" fmla="*/ 1313114 w 7472601"/>
              <a:gd name="connsiteY187" fmla="*/ 3655216 h 6858000"/>
              <a:gd name="connsiteX188" fmla="*/ 1109304 w 7472601"/>
              <a:gd name="connsiteY188" fmla="*/ 3669030 h 6858000"/>
              <a:gd name="connsiteX189" fmla="*/ 8129 w 7472601"/>
              <a:gd name="connsiteY189" fmla="*/ 4330519 h 6858000"/>
              <a:gd name="connsiteX190" fmla="*/ 687572 w 7472601"/>
              <a:gd name="connsiteY190" fmla="*/ 3925629 h 6858000"/>
              <a:gd name="connsiteX191" fmla="*/ 1138365 w 7472601"/>
              <a:gd name="connsiteY191" fmla="*/ 3774515 h 6858000"/>
              <a:gd name="connsiteX192" fmla="*/ 1505579 w 7472601"/>
              <a:gd name="connsiteY192" fmla="*/ 3655526 h 6858000"/>
              <a:gd name="connsiteX193" fmla="*/ 1313114 w 7472601"/>
              <a:gd name="connsiteY193" fmla="*/ 3655216 h 6858000"/>
              <a:gd name="connsiteX194" fmla="*/ 3655073 w 7472601"/>
              <a:gd name="connsiteY194" fmla="*/ 3650884 h 6858000"/>
              <a:gd name="connsiteX195" fmla="*/ 3989938 w 7472601"/>
              <a:gd name="connsiteY195" fmla="*/ 3991685 h 6858000"/>
              <a:gd name="connsiteX196" fmla="*/ 4393907 w 7472601"/>
              <a:gd name="connsiteY196" fmla="*/ 4261258 h 6858000"/>
              <a:gd name="connsiteX197" fmla="*/ 4648051 w 7472601"/>
              <a:gd name="connsiteY197" fmla="*/ 4374051 h 6858000"/>
              <a:gd name="connsiteX198" fmla="*/ 4383389 w 7472601"/>
              <a:gd name="connsiteY198" fmla="*/ 4184369 h 6858000"/>
              <a:gd name="connsiteX199" fmla="*/ 4165508 w 7472601"/>
              <a:gd name="connsiteY199" fmla="*/ 4035196 h 6858000"/>
              <a:gd name="connsiteX200" fmla="*/ 4068162 w 7472601"/>
              <a:gd name="connsiteY200" fmla="*/ 3953394 h 6858000"/>
              <a:gd name="connsiteX201" fmla="*/ 3981416 w 7472601"/>
              <a:gd name="connsiteY201" fmla="*/ 3880482 h 6858000"/>
              <a:gd name="connsiteX202" fmla="*/ 3800147 w 7472601"/>
              <a:gd name="connsiteY202" fmla="*/ 3749872 h 6858000"/>
              <a:gd name="connsiteX203" fmla="*/ 3655073 w 7472601"/>
              <a:gd name="connsiteY203" fmla="*/ 3650884 h 6858000"/>
              <a:gd name="connsiteX204" fmla="*/ 3670252 w 7472601"/>
              <a:gd name="connsiteY204" fmla="*/ 3622798 h 6858000"/>
              <a:gd name="connsiteX205" fmla="*/ 3817258 w 7472601"/>
              <a:gd name="connsiteY205" fmla="*/ 3723577 h 6858000"/>
              <a:gd name="connsiteX206" fmla="*/ 4000461 w 7472601"/>
              <a:gd name="connsiteY206" fmla="*/ 3855966 h 6858000"/>
              <a:gd name="connsiteX207" fmla="*/ 4088180 w 7472601"/>
              <a:gd name="connsiteY207" fmla="*/ 3929774 h 6858000"/>
              <a:gd name="connsiteX208" fmla="*/ 4184555 w 7472601"/>
              <a:gd name="connsiteY208" fmla="*/ 4010683 h 6858000"/>
              <a:gd name="connsiteX209" fmla="*/ 4399563 w 7472601"/>
              <a:gd name="connsiteY209" fmla="*/ 4158106 h 6858000"/>
              <a:gd name="connsiteX210" fmla="*/ 4684469 w 7472601"/>
              <a:gd name="connsiteY210" fmla="*/ 4364680 h 6858000"/>
              <a:gd name="connsiteX211" fmla="*/ 4690271 w 7472601"/>
              <a:gd name="connsiteY211" fmla="*/ 4370034 h 6858000"/>
              <a:gd name="connsiteX212" fmla="*/ 4136093 w 7472601"/>
              <a:gd name="connsiteY212" fmla="*/ 3858466 h 6858000"/>
              <a:gd name="connsiteX213" fmla="*/ 3670252 w 7472601"/>
              <a:gd name="connsiteY213" fmla="*/ 3622798 h 6858000"/>
              <a:gd name="connsiteX214" fmla="*/ 4440129 w 7472601"/>
              <a:gd name="connsiteY214" fmla="*/ 3448571 h 6858000"/>
              <a:gd name="connsiteX215" fmla="*/ 4856525 w 7472601"/>
              <a:gd name="connsiteY215" fmla="*/ 3915351 h 6858000"/>
              <a:gd name="connsiteX216" fmla="*/ 5059055 w 7472601"/>
              <a:gd name="connsiteY216" fmla="*/ 4108918 h 6858000"/>
              <a:gd name="connsiteX217" fmla="*/ 5290070 w 7472601"/>
              <a:gd name="connsiteY217" fmla="*/ 4263619 h 6858000"/>
              <a:gd name="connsiteX218" fmla="*/ 4834991 w 7472601"/>
              <a:gd name="connsiteY218" fmla="*/ 3830985 h 6858000"/>
              <a:gd name="connsiteX219" fmla="*/ 4440129 w 7472601"/>
              <a:gd name="connsiteY219" fmla="*/ 3448571 h 6858000"/>
              <a:gd name="connsiteX220" fmla="*/ 4441737 w 7472601"/>
              <a:gd name="connsiteY220" fmla="*/ 3399734 h 6858000"/>
              <a:gd name="connsiteX221" fmla="*/ 4431236 w 7472601"/>
              <a:gd name="connsiteY221" fmla="*/ 3400954 h 6858000"/>
              <a:gd name="connsiteX222" fmla="*/ 4557150 w 7472601"/>
              <a:gd name="connsiteY222" fmla="*/ 3510023 h 6858000"/>
              <a:gd name="connsiteX223" fmla="*/ 4856936 w 7472601"/>
              <a:gd name="connsiteY223" fmla="*/ 3809146 h 6858000"/>
              <a:gd name="connsiteX224" fmla="*/ 5111996 w 7472601"/>
              <a:gd name="connsiteY224" fmla="*/ 4065759 h 6858000"/>
              <a:gd name="connsiteX225" fmla="*/ 5388878 w 7472601"/>
              <a:gd name="connsiteY225" fmla="*/ 4300185 h 6858000"/>
              <a:gd name="connsiteX226" fmla="*/ 5425556 w 7472601"/>
              <a:gd name="connsiteY226" fmla="*/ 4308967 h 6858000"/>
              <a:gd name="connsiteX227" fmla="*/ 4943646 w 7472601"/>
              <a:gd name="connsiteY227" fmla="*/ 3822916 h 6858000"/>
              <a:gd name="connsiteX228" fmla="*/ 4594837 w 7472601"/>
              <a:gd name="connsiteY228" fmla="*/ 3532274 h 6858000"/>
              <a:gd name="connsiteX229" fmla="*/ 4441737 w 7472601"/>
              <a:gd name="connsiteY229" fmla="*/ 3399734 h 6858000"/>
              <a:gd name="connsiteX230" fmla="*/ 5425834 w 7472601"/>
              <a:gd name="connsiteY230" fmla="*/ 3162785 h 6858000"/>
              <a:gd name="connsiteX231" fmla="*/ 5401644 w 7472601"/>
              <a:gd name="connsiteY231" fmla="*/ 3617847 h 6858000"/>
              <a:gd name="connsiteX232" fmla="*/ 5467256 w 7472601"/>
              <a:gd name="connsiteY232" fmla="*/ 4175494 h 6858000"/>
              <a:gd name="connsiteX233" fmla="*/ 5448069 w 7472601"/>
              <a:gd name="connsiteY233" fmla="*/ 3567554 h 6858000"/>
              <a:gd name="connsiteX234" fmla="*/ 5425834 w 7472601"/>
              <a:gd name="connsiteY234" fmla="*/ 3162785 h 6858000"/>
              <a:gd name="connsiteX235" fmla="*/ 1318687 w 7472601"/>
              <a:gd name="connsiteY235" fmla="*/ 3113840 h 6858000"/>
              <a:gd name="connsiteX236" fmla="*/ 1066793 w 7472601"/>
              <a:gd name="connsiteY236" fmla="*/ 3212171 h 6858000"/>
              <a:gd name="connsiteX237" fmla="*/ 993319 w 7472601"/>
              <a:gd name="connsiteY237" fmla="*/ 3247648 h 6858000"/>
              <a:gd name="connsiteX238" fmla="*/ 853081 w 7472601"/>
              <a:gd name="connsiteY238" fmla="*/ 3312410 h 6858000"/>
              <a:gd name="connsiteX239" fmla="*/ 805957 w 7472601"/>
              <a:gd name="connsiteY239" fmla="*/ 3330443 h 6858000"/>
              <a:gd name="connsiteX240" fmla="*/ 1318687 w 7472601"/>
              <a:gd name="connsiteY240" fmla="*/ 3113840 h 6858000"/>
              <a:gd name="connsiteX241" fmla="*/ 5453702 w 7472601"/>
              <a:gd name="connsiteY241" fmla="*/ 3090882 h 6858000"/>
              <a:gd name="connsiteX242" fmla="*/ 5480135 w 7472601"/>
              <a:gd name="connsiteY242" fmla="*/ 3565802 h 6858000"/>
              <a:gd name="connsiteX243" fmla="*/ 5499023 w 7472601"/>
              <a:gd name="connsiteY243" fmla="*/ 4166310 h 6858000"/>
              <a:gd name="connsiteX244" fmla="*/ 5547022 w 7472601"/>
              <a:gd name="connsiteY244" fmla="*/ 3607838 h 6858000"/>
              <a:gd name="connsiteX245" fmla="*/ 5515964 w 7472601"/>
              <a:gd name="connsiteY245" fmla="*/ 3378541 h 6858000"/>
              <a:gd name="connsiteX246" fmla="*/ 5453702 w 7472601"/>
              <a:gd name="connsiteY246" fmla="*/ 3090882 h 6858000"/>
              <a:gd name="connsiteX247" fmla="*/ 1238695 w 7472601"/>
              <a:gd name="connsiteY247" fmla="*/ 3076820 h 6858000"/>
              <a:gd name="connsiteX248" fmla="*/ 716371 w 7472601"/>
              <a:gd name="connsiteY248" fmla="*/ 3293249 h 6858000"/>
              <a:gd name="connsiteX249" fmla="*/ 579522 w 7472601"/>
              <a:gd name="connsiteY249" fmla="*/ 3371759 h 6858000"/>
              <a:gd name="connsiteX250" fmla="*/ 600288 w 7472601"/>
              <a:gd name="connsiteY250" fmla="*/ 3365555 h 6858000"/>
              <a:gd name="connsiteX251" fmla="*/ 840692 w 7472601"/>
              <a:gd name="connsiteY251" fmla="*/ 3284921 h 6858000"/>
              <a:gd name="connsiteX252" fmla="*/ 979248 w 7472601"/>
              <a:gd name="connsiteY252" fmla="*/ 3221003 h 6858000"/>
              <a:gd name="connsiteX253" fmla="*/ 1053282 w 7472601"/>
              <a:gd name="connsiteY253" fmla="*/ 3185247 h 6858000"/>
              <a:gd name="connsiteX254" fmla="*/ 1320603 w 7472601"/>
              <a:gd name="connsiteY254" fmla="*/ 3081281 h 6858000"/>
              <a:gd name="connsiteX255" fmla="*/ 1238695 w 7472601"/>
              <a:gd name="connsiteY255" fmla="*/ 3076820 h 6858000"/>
              <a:gd name="connsiteX256" fmla="*/ 5425627 w 7472601"/>
              <a:gd name="connsiteY256" fmla="*/ 2954192 h 6858000"/>
              <a:gd name="connsiteX257" fmla="*/ 5470770 w 7472601"/>
              <a:gd name="connsiteY257" fmla="*/ 3005435 h 6858000"/>
              <a:gd name="connsiteX258" fmla="*/ 5519779 w 7472601"/>
              <a:gd name="connsiteY258" fmla="*/ 4359223 h 6858000"/>
              <a:gd name="connsiteX259" fmla="*/ 5520293 w 7472601"/>
              <a:gd name="connsiteY259" fmla="*/ 4360602 h 6858000"/>
              <a:gd name="connsiteX260" fmla="*/ 5767221 w 7472601"/>
              <a:gd name="connsiteY260" fmla="*/ 4665564 h 6858000"/>
              <a:gd name="connsiteX261" fmla="*/ 6937169 w 7472601"/>
              <a:gd name="connsiteY261" fmla="*/ 4815941 h 6858000"/>
              <a:gd name="connsiteX262" fmla="*/ 6953922 w 7472601"/>
              <a:gd name="connsiteY262" fmla="*/ 4890068 h 6858000"/>
              <a:gd name="connsiteX263" fmla="*/ 6071359 w 7472601"/>
              <a:gd name="connsiteY263" fmla="*/ 4770770 h 6858000"/>
              <a:gd name="connsiteX264" fmla="*/ 6038839 w 7472601"/>
              <a:gd name="connsiteY264" fmla="*/ 4764474 h 6858000"/>
              <a:gd name="connsiteX265" fmla="*/ 6038706 w 7472601"/>
              <a:gd name="connsiteY265" fmla="*/ 4763847 h 6858000"/>
              <a:gd name="connsiteX266" fmla="*/ 6037784 w 7472601"/>
              <a:gd name="connsiteY266" fmla="*/ 4764270 h 6858000"/>
              <a:gd name="connsiteX267" fmla="*/ 6038839 w 7472601"/>
              <a:gd name="connsiteY267" fmla="*/ 4764474 h 6858000"/>
              <a:gd name="connsiteX268" fmla="*/ 6040338 w 7472601"/>
              <a:gd name="connsiteY268" fmla="*/ 4771418 h 6858000"/>
              <a:gd name="connsiteX269" fmla="*/ 6024488 w 7472601"/>
              <a:gd name="connsiteY269" fmla="*/ 4809903 h 6858000"/>
              <a:gd name="connsiteX270" fmla="*/ 5599771 w 7472601"/>
              <a:gd name="connsiteY270" fmla="*/ 5509652 h 6858000"/>
              <a:gd name="connsiteX271" fmla="*/ 5548843 w 7472601"/>
              <a:gd name="connsiteY271" fmla="*/ 5563845 h 6858000"/>
              <a:gd name="connsiteX272" fmla="*/ 5940952 w 7472601"/>
              <a:gd name="connsiteY272" fmla="*/ 6250028 h 6858000"/>
              <a:gd name="connsiteX273" fmla="*/ 6043441 w 7472601"/>
              <a:gd name="connsiteY273" fmla="*/ 6665847 h 6858000"/>
              <a:gd name="connsiteX274" fmla="*/ 6093432 w 7472601"/>
              <a:gd name="connsiteY274" fmla="*/ 6858000 h 6858000"/>
              <a:gd name="connsiteX275" fmla="*/ 6034344 w 7472601"/>
              <a:gd name="connsiteY275" fmla="*/ 6858000 h 6858000"/>
              <a:gd name="connsiteX276" fmla="*/ 6026679 w 7472601"/>
              <a:gd name="connsiteY276" fmla="*/ 6836959 h 6858000"/>
              <a:gd name="connsiteX277" fmla="*/ 5800441 w 7472601"/>
              <a:gd name="connsiteY277" fmla="*/ 6335286 h 6858000"/>
              <a:gd name="connsiteX278" fmla="*/ 5526562 w 7472601"/>
              <a:gd name="connsiteY278" fmla="*/ 5705388 h 6858000"/>
              <a:gd name="connsiteX279" fmla="*/ 5519640 w 7472601"/>
              <a:gd name="connsiteY279" fmla="*/ 5683774 h 6858000"/>
              <a:gd name="connsiteX280" fmla="*/ 5844559 w 7472601"/>
              <a:gd name="connsiteY280" fmla="*/ 6553349 h 6858000"/>
              <a:gd name="connsiteX281" fmla="*/ 5975994 w 7472601"/>
              <a:gd name="connsiteY281" fmla="*/ 6858000 h 6858000"/>
              <a:gd name="connsiteX282" fmla="*/ 5898547 w 7472601"/>
              <a:gd name="connsiteY282" fmla="*/ 6858000 h 6858000"/>
              <a:gd name="connsiteX283" fmla="*/ 5682041 w 7472601"/>
              <a:gd name="connsiteY283" fmla="*/ 6355860 h 6858000"/>
              <a:gd name="connsiteX284" fmla="*/ 5461758 w 7472601"/>
              <a:gd name="connsiteY284" fmla="*/ 5820220 h 6858000"/>
              <a:gd name="connsiteX285" fmla="*/ 5237282 w 7472601"/>
              <a:gd name="connsiteY285" fmla="*/ 6579086 h 6858000"/>
              <a:gd name="connsiteX286" fmla="*/ 5115009 w 7472601"/>
              <a:gd name="connsiteY286" fmla="*/ 6858000 h 6858000"/>
              <a:gd name="connsiteX287" fmla="*/ 5028074 w 7472601"/>
              <a:gd name="connsiteY287" fmla="*/ 6858000 h 6858000"/>
              <a:gd name="connsiteX288" fmla="*/ 5079508 w 7472601"/>
              <a:gd name="connsiteY288" fmla="*/ 6749074 h 6858000"/>
              <a:gd name="connsiteX289" fmla="*/ 5371846 w 7472601"/>
              <a:gd name="connsiteY289" fmla="*/ 5924413 h 6858000"/>
              <a:gd name="connsiteX290" fmla="*/ 5270512 w 7472601"/>
              <a:gd name="connsiteY290" fmla="*/ 6138975 h 6858000"/>
              <a:gd name="connsiteX291" fmla="*/ 5062409 w 7472601"/>
              <a:gd name="connsiteY291" fmla="*/ 6653544 h 6858000"/>
              <a:gd name="connsiteX292" fmla="*/ 5036628 w 7472601"/>
              <a:gd name="connsiteY292" fmla="*/ 6754247 h 6858000"/>
              <a:gd name="connsiteX293" fmla="*/ 5009112 w 7472601"/>
              <a:gd name="connsiteY293" fmla="*/ 6858000 h 6858000"/>
              <a:gd name="connsiteX294" fmla="*/ 4976679 w 7472601"/>
              <a:gd name="connsiteY294" fmla="*/ 6858000 h 6858000"/>
              <a:gd name="connsiteX295" fmla="*/ 5006537 w 7472601"/>
              <a:gd name="connsiteY295" fmla="*/ 6747068 h 6858000"/>
              <a:gd name="connsiteX296" fmla="*/ 5032723 w 7472601"/>
              <a:gd name="connsiteY296" fmla="*/ 6644957 h 6858000"/>
              <a:gd name="connsiteX297" fmla="*/ 5242949 w 7472601"/>
              <a:gd name="connsiteY297" fmla="*/ 6125175 h 6858000"/>
              <a:gd name="connsiteX298" fmla="*/ 5286321 w 7472601"/>
              <a:gd name="connsiteY298" fmla="*/ 6033555 h 6858000"/>
              <a:gd name="connsiteX299" fmla="*/ 5008210 w 7472601"/>
              <a:gd name="connsiteY299" fmla="*/ 6649194 h 6858000"/>
              <a:gd name="connsiteX300" fmla="*/ 4986321 w 7472601"/>
              <a:gd name="connsiteY300" fmla="*/ 6765687 h 6858000"/>
              <a:gd name="connsiteX301" fmla="*/ 4973474 w 7472601"/>
              <a:gd name="connsiteY301" fmla="*/ 6858000 h 6858000"/>
              <a:gd name="connsiteX302" fmla="*/ 4907178 w 7472601"/>
              <a:gd name="connsiteY302" fmla="*/ 6858000 h 6858000"/>
              <a:gd name="connsiteX303" fmla="*/ 4910810 w 7472601"/>
              <a:gd name="connsiteY303" fmla="*/ 6829660 h 6858000"/>
              <a:gd name="connsiteX304" fmla="*/ 4987461 w 7472601"/>
              <a:gd name="connsiteY304" fmla="*/ 6432994 h 6858000"/>
              <a:gd name="connsiteX305" fmla="*/ 5179262 w 7472601"/>
              <a:gd name="connsiteY305" fmla="*/ 6035044 h 6858000"/>
              <a:gd name="connsiteX306" fmla="*/ 4689678 w 7472601"/>
              <a:gd name="connsiteY306" fmla="*/ 6440241 h 6858000"/>
              <a:gd name="connsiteX307" fmla="*/ 4477543 w 7472601"/>
              <a:gd name="connsiteY307" fmla="*/ 6674836 h 6858000"/>
              <a:gd name="connsiteX308" fmla="*/ 4329957 w 7472601"/>
              <a:gd name="connsiteY308" fmla="*/ 6858000 h 6858000"/>
              <a:gd name="connsiteX309" fmla="*/ 4218595 w 7472601"/>
              <a:gd name="connsiteY309" fmla="*/ 6858000 h 6858000"/>
              <a:gd name="connsiteX310" fmla="*/ 4368888 w 7472601"/>
              <a:gd name="connsiteY310" fmla="*/ 6668412 h 6858000"/>
              <a:gd name="connsiteX311" fmla="*/ 4563091 w 7472601"/>
              <a:gd name="connsiteY311" fmla="*/ 6442508 h 6858000"/>
              <a:gd name="connsiteX312" fmla="*/ 5387324 w 7472601"/>
              <a:gd name="connsiteY312" fmla="*/ 5705830 h 6858000"/>
              <a:gd name="connsiteX313" fmla="*/ 5073620 w 7472601"/>
              <a:gd name="connsiteY313" fmla="*/ 5955437 h 6858000"/>
              <a:gd name="connsiteX314" fmla="*/ 4689789 w 7472601"/>
              <a:gd name="connsiteY314" fmla="*/ 6268382 h 6858000"/>
              <a:gd name="connsiteX315" fmla="*/ 4418722 w 7472601"/>
              <a:gd name="connsiteY315" fmla="*/ 6570886 h 6858000"/>
              <a:gd name="connsiteX316" fmla="*/ 4214944 w 7472601"/>
              <a:gd name="connsiteY316" fmla="*/ 6858000 h 6858000"/>
              <a:gd name="connsiteX317" fmla="*/ 4177898 w 7472601"/>
              <a:gd name="connsiteY317" fmla="*/ 6858000 h 6858000"/>
              <a:gd name="connsiteX318" fmla="*/ 4391597 w 7472601"/>
              <a:gd name="connsiteY318" fmla="*/ 6556370 h 6858000"/>
              <a:gd name="connsiteX319" fmla="*/ 4668889 w 7472601"/>
              <a:gd name="connsiteY319" fmla="*/ 6246399 h 6858000"/>
              <a:gd name="connsiteX320" fmla="*/ 5055427 w 7472601"/>
              <a:gd name="connsiteY320" fmla="*/ 5931476 h 6858000"/>
              <a:gd name="connsiteX321" fmla="*/ 5371814 w 7472601"/>
              <a:gd name="connsiteY321" fmla="*/ 5678975 h 6858000"/>
              <a:gd name="connsiteX322" fmla="*/ 4987918 w 7472601"/>
              <a:gd name="connsiteY322" fmla="*/ 5838701 h 6858000"/>
              <a:gd name="connsiteX323" fmla="*/ 4317146 w 7472601"/>
              <a:gd name="connsiteY323" fmla="*/ 6587716 h 6858000"/>
              <a:gd name="connsiteX324" fmla="*/ 4171627 w 7472601"/>
              <a:gd name="connsiteY324" fmla="*/ 6858000 h 6858000"/>
              <a:gd name="connsiteX325" fmla="*/ 4081585 w 7472601"/>
              <a:gd name="connsiteY325" fmla="*/ 6858000 h 6858000"/>
              <a:gd name="connsiteX326" fmla="*/ 4238603 w 7472601"/>
              <a:gd name="connsiteY326" fmla="*/ 6559341 h 6858000"/>
              <a:gd name="connsiteX327" fmla="*/ 4778333 w 7472601"/>
              <a:gd name="connsiteY327" fmla="*/ 5873626 h 6858000"/>
              <a:gd name="connsiteX328" fmla="*/ 5414185 w 7472601"/>
              <a:gd name="connsiteY328" fmla="*/ 5573882 h 6858000"/>
              <a:gd name="connsiteX329" fmla="*/ 5959648 w 7472601"/>
              <a:gd name="connsiteY329" fmla="*/ 4760797 h 6858000"/>
              <a:gd name="connsiteX330" fmla="*/ 5355019 w 7472601"/>
              <a:gd name="connsiteY330" fmla="*/ 4734672 h 6858000"/>
              <a:gd name="connsiteX331" fmla="*/ 5083565 w 7472601"/>
              <a:gd name="connsiteY331" fmla="*/ 5179121 h 6858000"/>
              <a:gd name="connsiteX332" fmla="*/ 4713577 w 7472601"/>
              <a:gd name="connsiteY332" fmla="*/ 5616803 h 6858000"/>
              <a:gd name="connsiteX333" fmla="*/ 3989559 w 7472601"/>
              <a:gd name="connsiteY333" fmla="*/ 6145945 h 6858000"/>
              <a:gd name="connsiteX334" fmla="*/ 3939824 w 7472601"/>
              <a:gd name="connsiteY334" fmla="*/ 6066900 h 6858000"/>
              <a:gd name="connsiteX335" fmla="*/ 4584537 w 7472601"/>
              <a:gd name="connsiteY335" fmla="*/ 5324826 h 6858000"/>
              <a:gd name="connsiteX336" fmla="*/ 5037105 w 7472601"/>
              <a:gd name="connsiteY336" fmla="*/ 5088765 h 6858000"/>
              <a:gd name="connsiteX337" fmla="*/ 5039930 w 7472601"/>
              <a:gd name="connsiteY337" fmla="*/ 5089585 h 6858000"/>
              <a:gd name="connsiteX338" fmla="*/ 5263764 w 7472601"/>
              <a:gd name="connsiteY338" fmla="*/ 4735525 h 6858000"/>
              <a:gd name="connsiteX339" fmla="*/ 4086300 w 7472601"/>
              <a:gd name="connsiteY339" fmla="*/ 4884599 h 6858000"/>
              <a:gd name="connsiteX340" fmla="*/ 4085485 w 7472601"/>
              <a:gd name="connsiteY340" fmla="*/ 4899070 h 6858000"/>
              <a:gd name="connsiteX341" fmla="*/ 3871915 w 7472601"/>
              <a:gd name="connsiteY341" fmla="*/ 5253645 h 6858000"/>
              <a:gd name="connsiteX342" fmla="*/ 3799374 w 7472601"/>
              <a:gd name="connsiteY342" fmla="*/ 5466127 h 6858000"/>
              <a:gd name="connsiteX343" fmla="*/ 3498850 w 7472601"/>
              <a:gd name="connsiteY343" fmla="*/ 6661888 h 6858000"/>
              <a:gd name="connsiteX344" fmla="*/ 3399216 w 7472601"/>
              <a:gd name="connsiteY344" fmla="*/ 6858000 h 6858000"/>
              <a:gd name="connsiteX345" fmla="*/ 3303688 w 7472601"/>
              <a:gd name="connsiteY345" fmla="*/ 6858000 h 6858000"/>
              <a:gd name="connsiteX346" fmla="*/ 3391774 w 7472601"/>
              <a:gd name="connsiteY346" fmla="*/ 6697181 h 6858000"/>
              <a:gd name="connsiteX347" fmla="*/ 3735540 w 7472601"/>
              <a:gd name="connsiteY347" fmla="*/ 5546923 h 6858000"/>
              <a:gd name="connsiteX348" fmla="*/ 3729438 w 7472601"/>
              <a:gd name="connsiteY348" fmla="*/ 5569058 h 6858000"/>
              <a:gd name="connsiteX349" fmla="*/ 3707782 w 7472601"/>
              <a:gd name="connsiteY349" fmla="*/ 5644908 h 6858000"/>
              <a:gd name="connsiteX350" fmla="*/ 3583827 w 7472601"/>
              <a:gd name="connsiteY350" fmla="*/ 6039215 h 6858000"/>
              <a:gd name="connsiteX351" fmla="*/ 3547861 w 7472601"/>
              <a:gd name="connsiteY351" fmla="*/ 6129609 h 6858000"/>
              <a:gd name="connsiteX352" fmla="*/ 3490905 w 7472601"/>
              <a:gd name="connsiteY352" fmla="*/ 6277660 h 6858000"/>
              <a:gd name="connsiteX353" fmla="*/ 3455859 w 7472601"/>
              <a:gd name="connsiteY353" fmla="*/ 6391301 h 6858000"/>
              <a:gd name="connsiteX354" fmla="*/ 3429112 w 7472601"/>
              <a:gd name="connsiteY354" fmla="*/ 6479469 h 6858000"/>
              <a:gd name="connsiteX355" fmla="*/ 3304862 w 7472601"/>
              <a:gd name="connsiteY355" fmla="*/ 6796476 h 6858000"/>
              <a:gd name="connsiteX356" fmla="*/ 3276071 w 7472601"/>
              <a:gd name="connsiteY356" fmla="*/ 6858000 h 6858000"/>
              <a:gd name="connsiteX357" fmla="*/ 3240805 w 7472601"/>
              <a:gd name="connsiteY357" fmla="*/ 6858000 h 6858000"/>
              <a:gd name="connsiteX358" fmla="*/ 3275917 w 7472601"/>
              <a:gd name="connsiteY358" fmla="*/ 6783192 h 6858000"/>
              <a:gd name="connsiteX359" fmla="*/ 3399358 w 7472601"/>
              <a:gd name="connsiteY359" fmla="*/ 6469011 h 6858000"/>
              <a:gd name="connsiteX360" fmla="*/ 3425650 w 7472601"/>
              <a:gd name="connsiteY360" fmla="*/ 6381333 h 6858000"/>
              <a:gd name="connsiteX361" fmla="*/ 3460661 w 7472601"/>
              <a:gd name="connsiteY361" fmla="*/ 6266763 h 6858000"/>
              <a:gd name="connsiteX362" fmla="*/ 3518021 w 7472601"/>
              <a:gd name="connsiteY362" fmla="*/ 6117298 h 6858000"/>
              <a:gd name="connsiteX363" fmla="*/ 3554035 w 7472601"/>
              <a:gd name="connsiteY363" fmla="*/ 6027832 h 6858000"/>
              <a:gd name="connsiteX364" fmla="*/ 3677174 w 7472601"/>
              <a:gd name="connsiteY364" fmla="*/ 5636351 h 6858000"/>
              <a:gd name="connsiteX365" fmla="*/ 3698819 w 7472601"/>
              <a:gd name="connsiteY365" fmla="*/ 5560503 h 6858000"/>
              <a:gd name="connsiteX366" fmla="*/ 3702094 w 7472601"/>
              <a:gd name="connsiteY366" fmla="*/ 5549194 h 6858000"/>
              <a:gd name="connsiteX367" fmla="*/ 3398355 w 7472601"/>
              <a:gd name="connsiteY367" fmla="*/ 6094603 h 6858000"/>
              <a:gd name="connsiteX368" fmla="*/ 3193941 w 7472601"/>
              <a:gd name="connsiteY368" fmla="*/ 6798775 h 6858000"/>
              <a:gd name="connsiteX369" fmla="*/ 3184140 w 7472601"/>
              <a:gd name="connsiteY369" fmla="*/ 6858000 h 6858000"/>
              <a:gd name="connsiteX370" fmla="*/ 3099978 w 7472601"/>
              <a:gd name="connsiteY370" fmla="*/ 6858000 h 6858000"/>
              <a:gd name="connsiteX371" fmla="*/ 3101556 w 7472601"/>
              <a:gd name="connsiteY371" fmla="*/ 6843337 h 6858000"/>
              <a:gd name="connsiteX372" fmla="*/ 3370162 w 7472601"/>
              <a:gd name="connsiteY372" fmla="*/ 5785550 h 6858000"/>
              <a:gd name="connsiteX373" fmla="*/ 3746477 w 7472601"/>
              <a:gd name="connsiteY373" fmla="*/ 5377889 h 6858000"/>
              <a:gd name="connsiteX374" fmla="*/ 3863399 w 7472601"/>
              <a:gd name="connsiteY374" fmla="*/ 5087257 h 6858000"/>
              <a:gd name="connsiteX375" fmla="*/ 3968712 w 7472601"/>
              <a:gd name="connsiteY375" fmla="*/ 4913989 h 6858000"/>
              <a:gd name="connsiteX376" fmla="*/ 2792390 w 7472601"/>
              <a:gd name="connsiteY376" fmla="*/ 5382974 h 6858000"/>
              <a:gd name="connsiteX377" fmla="*/ 2714982 w 7472601"/>
              <a:gd name="connsiteY377" fmla="*/ 5427051 h 6858000"/>
              <a:gd name="connsiteX378" fmla="*/ 2813361 w 7472601"/>
              <a:gd name="connsiteY378" fmla="*/ 6023912 h 6858000"/>
              <a:gd name="connsiteX379" fmla="*/ 2688430 w 7472601"/>
              <a:gd name="connsiteY379" fmla="*/ 6801564 h 6858000"/>
              <a:gd name="connsiteX380" fmla="*/ 2629626 w 7472601"/>
              <a:gd name="connsiteY380" fmla="*/ 6763394 h 6858000"/>
              <a:gd name="connsiteX381" fmla="*/ 2565328 w 7472601"/>
              <a:gd name="connsiteY381" fmla="*/ 5516399 h 6858000"/>
              <a:gd name="connsiteX382" fmla="*/ 1922999 w 7472601"/>
              <a:gd name="connsiteY382" fmla="*/ 5980343 h 6858000"/>
              <a:gd name="connsiteX383" fmla="*/ 1950261 w 7472601"/>
              <a:gd name="connsiteY383" fmla="*/ 6405858 h 6858000"/>
              <a:gd name="connsiteX384" fmla="*/ 2365554 w 7472601"/>
              <a:gd name="connsiteY384" fmla="*/ 6759107 h 6858000"/>
              <a:gd name="connsiteX385" fmla="*/ 2424142 w 7472601"/>
              <a:gd name="connsiteY385" fmla="*/ 6858000 h 6858000"/>
              <a:gd name="connsiteX386" fmla="*/ 2395994 w 7472601"/>
              <a:gd name="connsiteY386" fmla="*/ 6858000 h 6858000"/>
              <a:gd name="connsiteX387" fmla="*/ 2392863 w 7472601"/>
              <a:gd name="connsiteY387" fmla="*/ 6852964 h 6858000"/>
              <a:gd name="connsiteX388" fmla="*/ 2017589 w 7472601"/>
              <a:gd name="connsiteY388" fmla="*/ 6493982 h 6858000"/>
              <a:gd name="connsiteX389" fmla="*/ 2147336 w 7472601"/>
              <a:gd name="connsiteY389" fmla="*/ 6594052 h 6858000"/>
              <a:gd name="connsiteX390" fmla="*/ 2207047 w 7472601"/>
              <a:gd name="connsiteY390" fmla="*/ 6654540 h 6858000"/>
              <a:gd name="connsiteX391" fmla="*/ 2299106 w 7472601"/>
              <a:gd name="connsiteY391" fmla="*/ 6778931 h 6858000"/>
              <a:gd name="connsiteX392" fmla="*/ 2314430 w 7472601"/>
              <a:gd name="connsiteY392" fmla="*/ 6801144 h 6858000"/>
              <a:gd name="connsiteX393" fmla="*/ 2352406 w 7472601"/>
              <a:gd name="connsiteY393" fmla="*/ 6858000 h 6858000"/>
              <a:gd name="connsiteX394" fmla="*/ 2314492 w 7472601"/>
              <a:gd name="connsiteY394" fmla="*/ 6858000 h 6858000"/>
              <a:gd name="connsiteX395" fmla="*/ 2288095 w 7472601"/>
              <a:gd name="connsiteY395" fmla="*/ 6818030 h 6858000"/>
              <a:gd name="connsiteX396" fmla="*/ 2272768 w 7472601"/>
              <a:gd name="connsiteY396" fmla="*/ 6795822 h 6858000"/>
              <a:gd name="connsiteX397" fmla="*/ 2182715 w 7472601"/>
              <a:gd name="connsiteY397" fmla="*/ 6675071 h 6858000"/>
              <a:gd name="connsiteX398" fmla="*/ 2032061 w 7472601"/>
              <a:gd name="connsiteY398" fmla="*/ 6541380 h 6858000"/>
              <a:gd name="connsiteX399" fmla="*/ 2257220 w 7472601"/>
              <a:gd name="connsiteY399" fmla="*/ 6826257 h 6858000"/>
              <a:gd name="connsiteX400" fmla="*/ 2281324 w 7472601"/>
              <a:gd name="connsiteY400" fmla="*/ 6858000 h 6858000"/>
              <a:gd name="connsiteX401" fmla="*/ 2242860 w 7472601"/>
              <a:gd name="connsiteY401" fmla="*/ 6858000 h 6858000"/>
              <a:gd name="connsiteX402" fmla="*/ 2232818 w 7472601"/>
              <a:gd name="connsiteY402" fmla="*/ 6844926 h 6858000"/>
              <a:gd name="connsiteX403" fmla="*/ 1990172 w 7472601"/>
              <a:gd name="connsiteY403" fmla="*/ 6542121 h 6858000"/>
              <a:gd name="connsiteX404" fmla="*/ 2124090 w 7472601"/>
              <a:gd name="connsiteY404" fmla="*/ 6761017 h 6858000"/>
              <a:gd name="connsiteX405" fmla="*/ 2200380 w 7472601"/>
              <a:gd name="connsiteY405" fmla="*/ 6858000 h 6858000"/>
              <a:gd name="connsiteX406" fmla="*/ 2147507 w 7472601"/>
              <a:gd name="connsiteY406" fmla="*/ 6858000 h 6858000"/>
              <a:gd name="connsiteX407" fmla="*/ 2070668 w 7472601"/>
              <a:gd name="connsiteY407" fmla="*/ 6761520 h 6858000"/>
              <a:gd name="connsiteX408" fmla="*/ 1975142 w 7472601"/>
              <a:gd name="connsiteY408" fmla="*/ 6585570 h 6858000"/>
              <a:gd name="connsiteX409" fmla="*/ 2050035 w 7472601"/>
              <a:gd name="connsiteY409" fmla="*/ 6813345 h 6858000"/>
              <a:gd name="connsiteX410" fmla="*/ 2063025 w 7472601"/>
              <a:gd name="connsiteY410" fmla="*/ 6858000 h 6858000"/>
              <a:gd name="connsiteX411" fmla="*/ 2021675 w 7472601"/>
              <a:gd name="connsiteY411" fmla="*/ 6858000 h 6858000"/>
              <a:gd name="connsiteX412" fmla="*/ 2019308 w 7472601"/>
              <a:gd name="connsiteY412" fmla="*/ 6847118 h 6858000"/>
              <a:gd name="connsiteX413" fmla="*/ 1938835 w 7472601"/>
              <a:gd name="connsiteY413" fmla="*/ 6551160 h 6858000"/>
              <a:gd name="connsiteX414" fmla="*/ 1953230 w 7472601"/>
              <a:gd name="connsiteY414" fmla="*/ 6759699 h 6858000"/>
              <a:gd name="connsiteX415" fmla="*/ 1956763 w 7472601"/>
              <a:gd name="connsiteY415" fmla="*/ 6778191 h 6858000"/>
              <a:gd name="connsiteX416" fmla="*/ 1967925 w 7472601"/>
              <a:gd name="connsiteY416" fmla="*/ 6858000 h 6858000"/>
              <a:gd name="connsiteX417" fmla="*/ 1936622 w 7472601"/>
              <a:gd name="connsiteY417" fmla="*/ 6858000 h 6858000"/>
              <a:gd name="connsiteX418" fmla="*/ 1926261 w 7472601"/>
              <a:gd name="connsiteY418" fmla="*/ 6784064 h 6858000"/>
              <a:gd name="connsiteX419" fmla="*/ 1922724 w 7472601"/>
              <a:gd name="connsiteY419" fmla="*/ 6765577 h 6858000"/>
              <a:gd name="connsiteX420" fmla="*/ 1904650 w 7472601"/>
              <a:gd name="connsiteY420" fmla="*/ 6639616 h 6858000"/>
              <a:gd name="connsiteX421" fmla="*/ 1885273 w 7472601"/>
              <a:gd name="connsiteY421" fmla="*/ 6858000 h 6858000"/>
              <a:gd name="connsiteX422" fmla="*/ 1854363 w 7472601"/>
              <a:gd name="connsiteY422" fmla="*/ 6858000 h 6858000"/>
              <a:gd name="connsiteX423" fmla="*/ 1880391 w 7472601"/>
              <a:gd name="connsiteY423" fmla="*/ 6603796 h 6858000"/>
              <a:gd name="connsiteX424" fmla="*/ 1818273 w 7472601"/>
              <a:gd name="connsiteY424" fmla="*/ 6715729 h 6858000"/>
              <a:gd name="connsiteX425" fmla="*/ 1794691 w 7472601"/>
              <a:gd name="connsiteY425" fmla="*/ 6843239 h 6858000"/>
              <a:gd name="connsiteX426" fmla="*/ 1794914 w 7472601"/>
              <a:gd name="connsiteY426" fmla="*/ 6858000 h 6858000"/>
              <a:gd name="connsiteX427" fmla="*/ 1746128 w 7472601"/>
              <a:gd name="connsiteY427" fmla="*/ 6858000 h 6858000"/>
              <a:gd name="connsiteX428" fmla="*/ 1753934 w 7472601"/>
              <a:gd name="connsiteY428" fmla="*/ 6724796 h 6858000"/>
              <a:gd name="connsiteX429" fmla="*/ 1792053 w 7472601"/>
              <a:gd name="connsiteY429" fmla="*/ 6572396 h 6858000"/>
              <a:gd name="connsiteX430" fmla="*/ 1862248 w 7472601"/>
              <a:gd name="connsiteY430" fmla="*/ 6266397 h 6858000"/>
              <a:gd name="connsiteX431" fmla="*/ 1862250 w 7472601"/>
              <a:gd name="connsiteY431" fmla="*/ 6033531 h 6858000"/>
              <a:gd name="connsiteX432" fmla="*/ 1211999 w 7472601"/>
              <a:gd name="connsiteY432" fmla="*/ 6683610 h 6858000"/>
              <a:gd name="connsiteX433" fmla="*/ 1213266 w 7472601"/>
              <a:gd name="connsiteY433" fmla="*/ 6691947 h 6858000"/>
              <a:gd name="connsiteX434" fmla="*/ 1203370 w 7472601"/>
              <a:gd name="connsiteY434" fmla="*/ 6850676 h 6858000"/>
              <a:gd name="connsiteX435" fmla="*/ 1203671 w 7472601"/>
              <a:gd name="connsiteY435" fmla="*/ 6858000 h 6858000"/>
              <a:gd name="connsiteX436" fmla="*/ 1143180 w 7472601"/>
              <a:gd name="connsiteY436" fmla="*/ 6858000 h 6858000"/>
              <a:gd name="connsiteX437" fmla="*/ 1142176 w 7472601"/>
              <a:gd name="connsiteY437" fmla="*/ 6766045 h 6858000"/>
              <a:gd name="connsiteX438" fmla="*/ 1067484 w 7472601"/>
              <a:gd name="connsiteY438" fmla="*/ 6858000 h 6858000"/>
              <a:gd name="connsiteX439" fmla="*/ 953928 w 7472601"/>
              <a:gd name="connsiteY439" fmla="*/ 6858000 h 6858000"/>
              <a:gd name="connsiteX440" fmla="*/ 959715 w 7472601"/>
              <a:gd name="connsiteY440" fmla="*/ 6850185 h 6858000"/>
              <a:gd name="connsiteX441" fmla="*/ 1483788 w 7472601"/>
              <a:gd name="connsiteY441" fmla="*/ 6259174 h 6858000"/>
              <a:gd name="connsiteX442" fmla="*/ 1100671 w 7472601"/>
              <a:gd name="connsiteY442" fmla="*/ 6252137 h 6858000"/>
              <a:gd name="connsiteX443" fmla="*/ 1090144 w 7472601"/>
              <a:gd name="connsiteY443" fmla="*/ 6256748 h 6858000"/>
              <a:gd name="connsiteX444" fmla="*/ 1095872 w 7472601"/>
              <a:gd name="connsiteY444" fmla="*/ 6271892 h 6858000"/>
              <a:gd name="connsiteX445" fmla="*/ 262785 w 7472601"/>
              <a:gd name="connsiteY445" fmla="*/ 6845450 h 6858000"/>
              <a:gd name="connsiteX446" fmla="*/ 209968 w 7472601"/>
              <a:gd name="connsiteY446" fmla="*/ 6770713 h 6858000"/>
              <a:gd name="connsiteX447" fmla="*/ 873460 w 7472601"/>
              <a:gd name="connsiteY447" fmla="*/ 6253768 h 6858000"/>
              <a:gd name="connsiteX448" fmla="*/ 192686 w 7472601"/>
              <a:gd name="connsiteY448" fmla="*/ 5849257 h 6858000"/>
              <a:gd name="connsiteX449" fmla="*/ 4696 w 7472601"/>
              <a:gd name="connsiteY449" fmla="*/ 5697668 h 6858000"/>
              <a:gd name="connsiteX450" fmla="*/ 0 w 7472601"/>
              <a:gd name="connsiteY450" fmla="*/ 5689984 h 6858000"/>
              <a:gd name="connsiteX451" fmla="*/ 0 w 7472601"/>
              <a:gd name="connsiteY451" fmla="*/ 5513472 h 6858000"/>
              <a:gd name="connsiteX452" fmla="*/ 174101 w 7472601"/>
              <a:gd name="connsiteY452" fmla="*/ 5620277 h 6858000"/>
              <a:gd name="connsiteX453" fmla="*/ 891800 w 7472601"/>
              <a:gd name="connsiteY453" fmla="*/ 6036935 h 6858000"/>
              <a:gd name="connsiteX454" fmla="*/ 1072219 w 7472601"/>
              <a:gd name="connsiteY454" fmla="*/ 6169443 h 6858000"/>
              <a:gd name="connsiteX455" fmla="*/ 1074117 w 7472601"/>
              <a:gd name="connsiteY455" fmla="*/ 6170301 h 6858000"/>
              <a:gd name="connsiteX456" fmla="*/ 1083114 w 7472601"/>
              <a:gd name="connsiteY456" fmla="*/ 6174131 h 6858000"/>
              <a:gd name="connsiteX457" fmla="*/ 1543010 w 7472601"/>
              <a:gd name="connsiteY457" fmla="*/ 6191140 h 6858000"/>
              <a:gd name="connsiteX458" fmla="*/ 1551080 w 7472601"/>
              <a:gd name="connsiteY458" fmla="*/ 6195006 h 6858000"/>
              <a:gd name="connsiteX459" fmla="*/ 2345443 w 7472601"/>
              <a:gd name="connsiteY459" fmla="*/ 5549882 h 6858000"/>
              <a:gd name="connsiteX460" fmla="*/ 1721499 w 7472601"/>
              <a:gd name="connsiteY460" fmla="*/ 5599969 h 6858000"/>
              <a:gd name="connsiteX461" fmla="*/ 767716 w 7472601"/>
              <a:gd name="connsiteY461" fmla="*/ 5472768 h 6858000"/>
              <a:gd name="connsiteX462" fmla="*/ 722147 w 7472601"/>
              <a:gd name="connsiteY462" fmla="*/ 5393091 h 6858000"/>
              <a:gd name="connsiteX463" fmla="*/ 1485552 w 7472601"/>
              <a:gd name="connsiteY463" fmla="*/ 5313202 h 6858000"/>
              <a:gd name="connsiteX464" fmla="*/ 2143004 w 7472601"/>
              <a:gd name="connsiteY464" fmla="*/ 5402420 h 6858000"/>
              <a:gd name="connsiteX465" fmla="*/ 1933391 w 7472601"/>
              <a:gd name="connsiteY465" fmla="*/ 5156971 h 6858000"/>
              <a:gd name="connsiteX466" fmla="*/ 1827118 w 7472601"/>
              <a:gd name="connsiteY466" fmla="*/ 4968410 h 6858000"/>
              <a:gd name="connsiteX467" fmla="*/ 1837349 w 7472601"/>
              <a:gd name="connsiteY467" fmla="*/ 4956357 h 6858000"/>
              <a:gd name="connsiteX468" fmla="*/ 2162835 w 7472601"/>
              <a:gd name="connsiteY468" fmla="*/ 5187853 h 6858000"/>
              <a:gd name="connsiteX469" fmla="*/ 2257167 w 7472601"/>
              <a:gd name="connsiteY469" fmla="*/ 5462123 h 6858000"/>
              <a:gd name="connsiteX470" fmla="*/ 2261598 w 7472601"/>
              <a:gd name="connsiteY470" fmla="*/ 5467998 h 6858000"/>
              <a:gd name="connsiteX471" fmla="*/ 2437177 w 7472601"/>
              <a:gd name="connsiteY471" fmla="*/ 5479608 h 6858000"/>
              <a:gd name="connsiteX472" fmla="*/ 2445247 w 7472601"/>
              <a:gd name="connsiteY472" fmla="*/ 5483476 h 6858000"/>
              <a:gd name="connsiteX473" fmla="*/ 2743626 w 7472601"/>
              <a:gd name="connsiteY473" fmla="*/ 5304819 h 6858000"/>
              <a:gd name="connsiteX474" fmla="*/ 3048102 w 7472601"/>
              <a:gd name="connsiteY474" fmla="*/ 5150595 h 6858000"/>
              <a:gd name="connsiteX475" fmla="*/ 1799414 w 7472601"/>
              <a:gd name="connsiteY475" fmla="*/ 4694732 h 6858000"/>
              <a:gd name="connsiteX476" fmla="*/ 1771735 w 7472601"/>
              <a:gd name="connsiteY476" fmla="*/ 4619929 h 6858000"/>
              <a:gd name="connsiteX477" fmla="*/ 3104273 w 7472601"/>
              <a:gd name="connsiteY477" fmla="*/ 5076159 h 6858000"/>
              <a:gd name="connsiteX478" fmla="*/ 3113245 w 7472601"/>
              <a:gd name="connsiteY478" fmla="*/ 5090705 h 6858000"/>
              <a:gd name="connsiteX479" fmla="*/ 3126294 w 7472601"/>
              <a:gd name="connsiteY479" fmla="*/ 5114400 h 6858000"/>
              <a:gd name="connsiteX480" fmla="*/ 3937433 w 7472601"/>
              <a:gd name="connsiteY480" fmla="*/ 4830473 h 6858000"/>
              <a:gd name="connsiteX481" fmla="*/ 3590475 w 7472601"/>
              <a:gd name="connsiteY481" fmla="*/ 4597974 h 6858000"/>
              <a:gd name="connsiteX482" fmla="*/ 3100264 w 7472601"/>
              <a:gd name="connsiteY482" fmla="*/ 4579845 h 6858000"/>
              <a:gd name="connsiteX483" fmla="*/ 2183576 w 7472601"/>
              <a:gd name="connsiteY483" fmla="*/ 4227150 h 6858000"/>
              <a:gd name="connsiteX484" fmla="*/ 2151029 w 7472601"/>
              <a:gd name="connsiteY484" fmla="*/ 4146947 h 6858000"/>
              <a:gd name="connsiteX485" fmla="*/ 3563434 w 7472601"/>
              <a:gd name="connsiteY485" fmla="*/ 4469115 h 6858000"/>
              <a:gd name="connsiteX486" fmla="*/ 3177952 w 7472601"/>
              <a:gd name="connsiteY486" fmla="*/ 3657386 h 6858000"/>
              <a:gd name="connsiteX487" fmla="*/ 3189263 w 7472601"/>
              <a:gd name="connsiteY487" fmla="*/ 3625726 h 6858000"/>
              <a:gd name="connsiteX488" fmla="*/ 3560912 w 7472601"/>
              <a:gd name="connsiteY488" fmla="*/ 4079863 h 6858000"/>
              <a:gd name="connsiteX489" fmla="*/ 3626636 w 7472601"/>
              <a:gd name="connsiteY489" fmla="*/ 4512230 h 6858000"/>
              <a:gd name="connsiteX490" fmla="*/ 3653088 w 7472601"/>
              <a:gd name="connsiteY490" fmla="*/ 4521417 h 6858000"/>
              <a:gd name="connsiteX491" fmla="*/ 3988128 w 7472601"/>
              <a:gd name="connsiteY491" fmla="*/ 4817267 h 6858000"/>
              <a:gd name="connsiteX492" fmla="*/ 4830582 w 7472601"/>
              <a:gd name="connsiteY492" fmla="*/ 4676000 h 6858000"/>
              <a:gd name="connsiteX493" fmla="*/ 4830100 w 7472601"/>
              <a:gd name="connsiteY493" fmla="*/ 4675554 h 6858000"/>
              <a:gd name="connsiteX494" fmla="*/ 4036318 w 7472601"/>
              <a:gd name="connsiteY494" fmla="*/ 4147013 h 6858000"/>
              <a:gd name="connsiteX495" fmla="*/ 3432098 w 7472601"/>
              <a:gd name="connsiteY495" fmla="*/ 3537312 h 6858000"/>
              <a:gd name="connsiteX496" fmla="*/ 3446761 w 7472601"/>
              <a:gd name="connsiteY496" fmla="*/ 3461278 h 6858000"/>
              <a:gd name="connsiteX497" fmla="*/ 4419733 w 7472601"/>
              <a:gd name="connsiteY497" fmla="*/ 3963555 h 6858000"/>
              <a:gd name="connsiteX498" fmla="*/ 4781371 w 7472601"/>
              <a:gd name="connsiteY498" fmla="*/ 4458604 h 6858000"/>
              <a:gd name="connsiteX499" fmla="*/ 4780440 w 7472601"/>
              <a:gd name="connsiteY499" fmla="*/ 4470290 h 6858000"/>
              <a:gd name="connsiteX500" fmla="*/ 4898954 w 7472601"/>
              <a:gd name="connsiteY500" fmla="*/ 4662092 h 6858000"/>
              <a:gd name="connsiteX501" fmla="*/ 4900699 w 7472601"/>
              <a:gd name="connsiteY501" fmla="*/ 4670867 h 6858000"/>
              <a:gd name="connsiteX502" fmla="*/ 5714511 w 7472601"/>
              <a:gd name="connsiteY502" fmla="*/ 4663483 h 6858000"/>
              <a:gd name="connsiteX503" fmla="*/ 5464793 w 7472601"/>
              <a:gd name="connsiteY503" fmla="*/ 4393556 h 6858000"/>
              <a:gd name="connsiteX504" fmla="*/ 5461897 w 7472601"/>
              <a:gd name="connsiteY504" fmla="*/ 4390879 h 6858000"/>
              <a:gd name="connsiteX505" fmla="*/ 4294126 w 7472601"/>
              <a:gd name="connsiteY505" fmla="*/ 3303048 h 6858000"/>
              <a:gd name="connsiteX506" fmla="*/ 4305321 w 7472601"/>
              <a:gd name="connsiteY506" fmla="*/ 3256953 h 6858000"/>
              <a:gd name="connsiteX507" fmla="*/ 4949299 w 7472601"/>
              <a:gd name="connsiteY507" fmla="*/ 3766336 h 6858000"/>
              <a:gd name="connsiteX508" fmla="*/ 5291452 w 7472601"/>
              <a:gd name="connsiteY508" fmla="*/ 4076801 h 6858000"/>
              <a:gd name="connsiteX509" fmla="*/ 5434998 w 7472601"/>
              <a:gd name="connsiteY509" fmla="*/ 4254100 h 6858000"/>
              <a:gd name="connsiteX510" fmla="*/ 5351015 w 7472601"/>
              <a:gd name="connsiteY510" fmla="*/ 3760989 h 6858000"/>
              <a:gd name="connsiteX511" fmla="*/ 5413780 w 7472601"/>
              <a:gd name="connsiteY511" fmla="*/ 2966265 h 6858000"/>
              <a:gd name="connsiteX512" fmla="*/ 5425627 w 7472601"/>
              <a:gd name="connsiteY512" fmla="*/ 2954192 h 6858000"/>
              <a:gd name="connsiteX513" fmla="*/ 6604735 w 7472601"/>
              <a:gd name="connsiteY513" fmla="*/ 2041381 h 6858000"/>
              <a:gd name="connsiteX514" fmla="*/ 7204487 w 7472601"/>
              <a:gd name="connsiteY514" fmla="*/ 2742112 h 6858000"/>
              <a:gd name="connsiteX515" fmla="*/ 7131592 w 7472601"/>
              <a:gd name="connsiteY515" fmla="*/ 2672096 h 6858000"/>
              <a:gd name="connsiteX516" fmla="*/ 6996344 w 7472601"/>
              <a:gd name="connsiteY516" fmla="*/ 2518310 h 6858000"/>
              <a:gd name="connsiteX517" fmla="*/ 6735495 w 7472601"/>
              <a:gd name="connsiteY517" fmla="*/ 2196890 h 6858000"/>
              <a:gd name="connsiteX518" fmla="*/ 6721901 w 7472601"/>
              <a:gd name="connsiteY518" fmla="*/ 2179274 h 6858000"/>
              <a:gd name="connsiteX519" fmla="*/ 6604735 w 7472601"/>
              <a:gd name="connsiteY519" fmla="*/ 2041381 h 6858000"/>
              <a:gd name="connsiteX520" fmla="*/ 6591670 w 7472601"/>
              <a:gd name="connsiteY520" fmla="*/ 1988277 h 6858000"/>
              <a:gd name="connsiteX521" fmla="*/ 6747349 w 7472601"/>
              <a:gd name="connsiteY521" fmla="*/ 2160069 h 6858000"/>
              <a:gd name="connsiteX522" fmla="*/ 6760943 w 7472601"/>
              <a:gd name="connsiteY522" fmla="*/ 2177686 h 6858000"/>
              <a:gd name="connsiteX523" fmla="*/ 7021065 w 7472601"/>
              <a:gd name="connsiteY523" fmla="*/ 2498102 h 6858000"/>
              <a:gd name="connsiteX524" fmla="*/ 7155223 w 7472601"/>
              <a:gd name="connsiteY524" fmla="*/ 2650386 h 6858000"/>
              <a:gd name="connsiteX525" fmla="*/ 7203167 w 7472601"/>
              <a:gd name="connsiteY525" fmla="*/ 2697288 h 6858000"/>
              <a:gd name="connsiteX526" fmla="*/ 6937703 w 7472601"/>
              <a:gd name="connsiteY526" fmla="*/ 2321981 h 6858000"/>
              <a:gd name="connsiteX527" fmla="*/ 6591670 w 7472601"/>
              <a:gd name="connsiteY527" fmla="*/ 1988277 h 6858000"/>
              <a:gd name="connsiteX528" fmla="*/ 5798671 w 7472601"/>
              <a:gd name="connsiteY528" fmla="*/ 1981601 h 6858000"/>
              <a:gd name="connsiteX529" fmla="*/ 5754709 w 7472601"/>
              <a:gd name="connsiteY529" fmla="*/ 2071454 h 6858000"/>
              <a:gd name="connsiteX530" fmla="*/ 5763044 w 7472601"/>
              <a:gd name="connsiteY530" fmla="*/ 2842206 h 6858000"/>
              <a:gd name="connsiteX531" fmla="*/ 5764974 w 7472601"/>
              <a:gd name="connsiteY531" fmla="*/ 2799609 h 6858000"/>
              <a:gd name="connsiteX532" fmla="*/ 5767665 w 7472601"/>
              <a:gd name="connsiteY532" fmla="*/ 2666409 h 6858000"/>
              <a:gd name="connsiteX533" fmla="*/ 5763055 w 7472601"/>
              <a:gd name="connsiteY533" fmla="*/ 2579705 h 6858000"/>
              <a:gd name="connsiteX534" fmla="*/ 5758079 w 7472601"/>
              <a:gd name="connsiteY534" fmla="*/ 2492508 h 6858000"/>
              <a:gd name="connsiteX535" fmla="*/ 5779325 w 7472601"/>
              <a:gd name="connsiteY535" fmla="*/ 2197069 h 6858000"/>
              <a:gd name="connsiteX536" fmla="*/ 5798671 w 7472601"/>
              <a:gd name="connsiteY536" fmla="*/ 1981601 h 6858000"/>
              <a:gd name="connsiteX537" fmla="*/ 5829202 w 7472601"/>
              <a:gd name="connsiteY537" fmla="*/ 1971679 h 6858000"/>
              <a:gd name="connsiteX538" fmla="*/ 5809558 w 7472601"/>
              <a:gd name="connsiteY538" fmla="*/ 2198043 h 6858000"/>
              <a:gd name="connsiteX539" fmla="*/ 5788653 w 7472601"/>
              <a:gd name="connsiteY539" fmla="*/ 2489430 h 6858000"/>
              <a:gd name="connsiteX540" fmla="*/ 5793439 w 7472601"/>
              <a:gd name="connsiteY540" fmla="*/ 2575235 h 6858000"/>
              <a:gd name="connsiteX541" fmla="*/ 5796837 w 7472601"/>
              <a:gd name="connsiteY541" fmla="*/ 2637633 h 6858000"/>
              <a:gd name="connsiteX542" fmla="*/ 5818614 w 7472601"/>
              <a:gd name="connsiteY542" fmla="*/ 2473055 h 6858000"/>
              <a:gd name="connsiteX543" fmla="*/ 5829202 w 7472601"/>
              <a:gd name="connsiteY543" fmla="*/ 1971679 h 6858000"/>
              <a:gd name="connsiteX544" fmla="*/ 5911389 w 7472601"/>
              <a:gd name="connsiteY544" fmla="*/ 1898371 h 6858000"/>
              <a:gd name="connsiteX545" fmla="*/ 6237627 w 7472601"/>
              <a:gd name="connsiteY545" fmla="*/ 2231921 h 6858000"/>
              <a:gd name="connsiteX546" fmla="*/ 5911389 w 7472601"/>
              <a:gd name="connsiteY546" fmla="*/ 1898371 h 6858000"/>
              <a:gd name="connsiteX547" fmla="*/ 6944437 w 7472601"/>
              <a:gd name="connsiteY547" fmla="*/ 1575402 h 6858000"/>
              <a:gd name="connsiteX548" fmla="*/ 6304730 w 7472601"/>
              <a:gd name="connsiteY548" fmla="*/ 1766654 h 6858000"/>
              <a:gd name="connsiteX549" fmla="*/ 6944437 w 7472601"/>
              <a:gd name="connsiteY549" fmla="*/ 1575402 h 6858000"/>
              <a:gd name="connsiteX550" fmla="*/ 7019523 w 7472601"/>
              <a:gd name="connsiteY550" fmla="*/ 1519450 h 6858000"/>
              <a:gd name="connsiteX551" fmla="*/ 6298091 w 7472601"/>
              <a:gd name="connsiteY551" fmla="*/ 1737122 h 6858000"/>
              <a:gd name="connsiteX552" fmla="*/ 7019523 w 7472601"/>
              <a:gd name="connsiteY552" fmla="*/ 1519450 h 6858000"/>
              <a:gd name="connsiteX553" fmla="*/ 2399523 w 7472601"/>
              <a:gd name="connsiteY553" fmla="*/ 1428234 h 6858000"/>
              <a:gd name="connsiteX554" fmla="*/ 2224982 w 7472601"/>
              <a:gd name="connsiteY554" fmla="*/ 1826201 h 6858000"/>
              <a:gd name="connsiteX555" fmla="*/ 2096099 w 7472601"/>
              <a:gd name="connsiteY555" fmla="*/ 2345900 h 6858000"/>
              <a:gd name="connsiteX556" fmla="*/ 2283317 w 7472601"/>
              <a:gd name="connsiteY556" fmla="*/ 1796925 h 6858000"/>
              <a:gd name="connsiteX557" fmla="*/ 2399523 w 7472601"/>
              <a:gd name="connsiteY557" fmla="*/ 1428234 h 6858000"/>
              <a:gd name="connsiteX558" fmla="*/ 2448558 w 7472601"/>
              <a:gd name="connsiteY558" fmla="*/ 1373435 h 6858000"/>
              <a:gd name="connsiteX559" fmla="*/ 2312521 w 7472601"/>
              <a:gd name="connsiteY559" fmla="*/ 1806140 h 6858000"/>
              <a:gd name="connsiteX560" fmla="*/ 2127533 w 7472601"/>
              <a:gd name="connsiteY560" fmla="*/ 2348380 h 6858000"/>
              <a:gd name="connsiteX561" fmla="*/ 2358080 w 7472601"/>
              <a:gd name="connsiteY561" fmla="*/ 1866134 h 6858000"/>
              <a:gd name="connsiteX562" fmla="*/ 2407436 w 7472601"/>
              <a:gd name="connsiteY562" fmla="*/ 1651070 h 6858000"/>
              <a:gd name="connsiteX563" fmla="*/ 2448558 w 7472601"/>
              <a:gd name="connsiteY563" fmla="*/ 1373435 h 6858000"/>
              <a:gd name="connsiteX564" fmla="*/ 278707 w 7472601"/>
              <a:gd name="connsiteY564" fmla="*/ 1352270 h 6858000"/>
              <a:gd name="connsiteX565" fmla="*/ 321570 w 7472601"/>
              <a:gd name="connsiteY565" fmla="*/ 1861610 h 6858000"/>
              <a:gd name="connsiteX566" fmla="*/ 294281 w 7472601"/>
              <a:gd name="connsiteY566" fmla="*/ 1440658 h 6858000"/>
              <a:gd name="connsiteX567" fmla="*/ 278707 w 7472601"/>
              <a:gd name="connsiteY567" fmla="*/ 1352270 h 6858000"/>
              <a:gd name="connsiteX568" fmla="*/ 1423821 w 7472601"/>
              <a:gd name="connsiteY568" fmla="*/ 1351958 h 6858000"/>
              <a:gd name="connsiteX569" fmla="*/ 1638521 w 7472601"/>
              <a:gd name="connsiteY569" fmla="*/ 1908470 h 6858000"/>
              <a:gd name="connsiteX570" fmla="*/ 1754199 w 7472601"/>
              <a:gd name="connsiteY570" fmla="*/ 2149284 h 6858000"/>
              <a:gd name="connsiteX571" fmla="*/ 1908359 w 7472601"/>
              <a:gd name="connsiteY571" fmla="*/ 2364988 h 6858000"/>
              <a:gd name="connsiteX572" fmla="*/ 1647661 w 7472601"/>
              <a:gd name="connsiteY572" fmla="*/ 1825945 h 6858000"/>
              <a:gd name="connsiteX573" fmla="*/ 1423821 w 7472601"/>
              <a:gd name="connsiteY573" fmla="*/ 1351958 h 6858000"/>
              <a:gd name="connsiteX574" fmla="*/ 1431890 w 7472601"/>
              <a:gd name="connsiteY574" fmla="*/ 1306475 h 6858000"/>
              <a:gd name="connsiteX575" fmla="*/ 1507597 w 7472601"/>
              <a:gd name="connsiteY575" fmla="*/ 1446132 h 6858000"/>
              <a:gd name="connsiteX576" fmla="*/ 1674586 w 7472601"/>
              <a:gd name="connsiteY576" fmla="*/ 1813832 h 6858000"/>
              <a:gd name="connsiteX577" fmla="*/ 1815950 w 7472601"/>
              <a:gd name="connsiteY577" fmla="*/ 2128564 h 6858000"/>
              <a:gd name="connsiteX578" fmla="*/ 1984242 w 7472601"/>
              <a:gd name="connsiteY578" fmla="*/ 2430829 h 6858000"/>
              <a:gd name="connsiteX579" fmla="*/ 2014023 w 7472601"/>
              <a:gd name="connsiteY579" fmla="*/ 2450995 h 6858000"/>
              <a:gd name="connsiteX580" fmla="*/ 1747337 w 7472601"/>
              <a:gd name="connsiteY580" fmla="*/ 1855264 h 6858000"/>
              <a:gd name="connsiteX581" fmla="*/ 1533749 w 7472601"/>
              <a:gd name="connsiteY581" fmla="*/ 1478656 h 6858000"/>
              <a:gd name="connsiteX582" fmla="*/ 1431890 w 7472601"/>
              <a:gd name="connsiteY582" fmla="*/ 1306475 h 6858000"/>
              <a:gd name="connsiteX583" fmla="*/ 5052692 w 7472601"/>
              <a:gd name="connsiteY583" fmla="*/ 1292994 h 6858000"/>
              <a:gd name="connsiteX584" fmla="*/ 5200661 w 7472601"/>
              <a:gd name="connsiteY584" fmla="*/ 1635186 h 6858000"/>
              <a:gd name="connsiteX585" fmla="*/ 5297138 w 7472601"/>
              <a:gd name="connsiteY585" fmla="*/ 1906351 h 6858000"/>
              <a:gd name="connsiteX586" fmla="*/ 5052692 w 7472601"/>
              <a:gd name="connsiteY586" fmla="*/ 1292994 h 6858000"/>
              <a:gd name="connsiteX587" fmla="*/ 5009948 w 7472601"/>
              <a:gd name="connsiteY587" fmla="*/ 1273619 h 6858000"/>
              <a:gd name="connsiteX588" fmla="*/ 5121777 w 7472601"/>
              <a:gd name="connsiteY588" fmla="*/ 1654213 h 6858000"/>
              <a:gd name="connsiteX589" fmla="*/ 5293545 w 7472601"/>
              <a:gd name="connsiteY589" fmla="*/ 2072247 h 6858000"/>
              <a:gd name="connsiteX590" fmla="*/ 5294042 w 7472601"/>
              <a:gd name="connsiteY590" fmla="*/ 2065019 h 6858000"/>
              <a:gd name="connsiteX591" fmla="*/ 5171936 w 7472601"/>
              <a:gd name="connsiteY591" fmla="*/ 1647613 h 6858000"/>
              <a:gd name="connsiteX592" fmla="*/ 5009948 w 7472601"/>
              <a:gd name="connsiteY592" fmla="*/ 1273619 h 6858000"/>
              <a:gd name="connsiteX593" fmla="*/ 655236 w 7472601"/>
              <a:gd name="connsiteY593" fmla="*/ 1268632 h 6858000"/>
              <a:gd name="connsiteX594" fmla="*/ 839521 w 7472601"/>
              <a:gd name="connsiteY594" fmla="*/ 1685315 h 6858000"/>
              <a:gd name="connsiteX595" fmla="*/ 1109416 w 7472601"/>
              <a:gd name="connsiteY595" fmla="*/ 2061663 h 6858000"/>
              <a:gd name="connsiteX596" fmla="*/ 1298300 w 7472601"/>
              <a:gd name="connsiteY596" fmla="*/ 2247742 h 6858000"/>
              <a:gd name="connsiteX597" fmla="*/ 1125871 w 7472601"/>
              <a:gd name="connsiteY597" fmla="*/ 1989513 h 6858000"/>
              <a:gd name="connsiteX598" fmla="*/ 981574 w 7472601"/>
              <a:gd name="connsiteY598" fmla="*/ 1783157 h 6858000"/>
              <a:gd name="connsiteX599" fmla="*/ 922198 w 7472601"/>
              <a:gd name="connsiteY599" fmla="*/ 1677437 h 6858000"/>
              <a:gd name="connsiteX600" fmla="*/ 869293 w 7472601"/>
              <a:gd name="connsiteY600" fmla="*/ 1583214 h 6858000"/>
              <a:gd name="connsiteX601" fmla="*/ 751431 w 7472601"/>
              <a:gd name="connsiteY601" fmla="*/ 1405731 h 6858000"/>
              <a:gd name="connsiteX602" fmla="*/ 655236 w 7472601"/>
              <a:gd name="connsiteY602" fmla="*/ 1268632 h 6858000"/>
              <a:gd name="connsiteX603" fmla="*/ 6516292 w 7472601"/>
              <a:gd name="connsiteY603" fmla="*/ 1263064 h 6858000"/>
              <a:gd name="connsiteX604" fmla="*/ 5736320 w 7472601"/>
              <a:gd name="connsiteY604" fmla="*/ 1501803 h 6858000"/>
              <a:gd name="connsiteX605" fmla="*/ 6516292 w 7472601"/>
              <a:gd name="connsiteY605" fmla="*/ 1263064 h 6858000"/>
              <a:gd name="connsiteX606" fmla="*/ 291466 w 7472601"/>
              <a:gd name="connsiteY606" fmla="*/ 1250369 h 6858000"/>
              <a:gd name="connsiteX607" fmla="*/ 323180 w 7472601"/>
              <a:gd name="connsiteY607" fmla="*/ 1435283 h 6858000"/>
              <a:gd name="connsiteX608" fmla="*/ 349381 w 7472601"/>
              <a:gd name="connsiteY608" fmla="*/ 1875041 h 6858000"/>
              <a:gd name="connsiteX609" fmla="*/ 374363 w 7472601"/>
              <a:gd name="connsiteY609" fmla="*/ 1506494 h 6858000"/>
              <a:gd name="connsiteX610" fmla="*/ 302168 w 7472601"/>
              <a:gd name="connsiteY610" fmla="*/ 1274495 h 6858000"/>
              <a:gd name="connsiteX611" fmla="*/ 291466 w 7472601"/>
              <a:gd name="connsiteY611" fmla="*/ 1250369 h 6858000"/>
              <a:gd name="connsiteX612" fmla="*/ 678222 w 7472601"/>
              <a:gd name="connsiteY612" fmla="*/ 1248670 h 6858000"/>
              <a:gd name="connsiteX613" fmla="*/ 775536 w 7472601"/>
              <a:gd name="connsiteY613" fmla="*/ 1388015 h 6858000"/>
              <a:gd name="connsiteX614" fmla="*/ 894529 w 7472601"/>
              <a:gd name="connsiteY614" fmla="*/ 1567739 h 6858000"/>
              <a:gd name="connsiteX615" fmla="*/ 948000 w 7472601"/>
              <a:gd name="connsiteY615" fmla="*/ 1663088 h 6858000"/>
              <a:gd name="connsiteX616" fmla="*/ 1006812 w 7472601"/>
              <a:gd name="connsiteY616" fmla="*/ 1767683 h 6858000"/>
              <a:gd name="connsiteX617" fmla="*/ 1149133 w 7472601"/>
              <a:gd name="connsiteY617" fmla="*/ 1971513 h 6858000"/>
              <a:gd name="connsiteX618" fmla="*/ 1333952 w 7472601"/>
              <a:gd name="connsiteY618" fmla="*/ 2251620 h 6858000"/>
              <a:gd name="connsiteX619" fmla="*/ 1337329 w 7472601"/>
              <a:gd name="connsiteY619" fmla="*/ 2258350 h 6858000"/>
              <a:gd name="connsiteX620" fmla="*/ 1014726 w 7472601"/>
              <a:gd name="connsiteY620" fmla="*/ 1615556 h 6858000"/>
              <a:gd name="connsiteX621" fmla="*/ 678222 w 7472601"/>
              <a:gd name="connsiteY621" fmla="*/ 1248670 h 6858000"/>
              <a:gd name="connsiteX622" fmla="*/ 6691602 w 7472601"/>
              <a:gd name="connsiteY622" fmla="*/ 1140573 h 6858000"/>
              <a:gd name="connsiteX623" fmla="*/ 6571100 w 7472601"/>
              <a:gd name="connsiteY623" fmla="*/ 1183662 h 6858000"/>
              <a:gd name="connsiteX624" fmla="*/ 6241687 w 7472601"/>
              <a:gd name="connsiteY624" fmla="*/ 1257600 h 6858000"/>
              <a:gd name="connsiteX625" fmla="*/ 5693009 w 7472601"/>
              <a:gd name="connsiteY625" fmla="*/ 1478256 h 6858000"/>
              <a:gd name="connsiteX626" fmla="*/ 6548420 w 7472601"/>
              <a:gd name="connsiteY626" fmla="*/ 1214599 h 6858000"/>
              <a:gd name="connsiteX627" fmla="*/ 6605473 w 7472601"/>
              <a:gd name="connsiteY627" fmla="*/ 1184686 h 6858000"/>
              <a:gd name="connsiteX628" fmla="*/ 6691602 w 7472601"/>
              <a:gd name="connsiteY628" fmla="*/ 1140573 h 6858000"/>
              <a:gd name="connsiteX629" fmla="*/ 4002475 w 7472601"/>
              <a:gd name="connsiteY629" fmla="*/ 1037802 h 6858000"/>
              <a:gd name="connsiteX630" fmla="*/ 4000324 w 7472601"/>
              <a:gd name="connsiteY630" fmla="*/ 1039362 h 6858000"/>
              <a:gd name="connsiteX631" fmla="*/ 4002862 w 7472601"/>
              <a:gd name="connsiteY631" fmla="*/ 1042866 h 6858000"/>
              <a:gd name="connsiteX632" fmla="*/ 4002475 w 7472601"/>
              <a:gd name="connsiteY632" fmla="*/ 1037802 h 6858000"/>
              <a:gd name="connsiteX633" fmla="*/ 506322 w 7472601"/>
              <a:gd name="connsiteY633" fmla="*/ 1020997 h 6858000"/>
              <a:gd name="connsiteX634" fmla="*/ 533068 w 7472601"/>
              <a:gd name="connsiteY634" fmla="*/ 1029409 h 6858000"/>
              <a:gd name="connsiteX635" fmla="*/ 1232525 w 7472601"/>
              <a:gd name="connsiteY635" fmla="*/ 1804675 h 6858000"/>
              <a:gd name="connsiteX636" fmla="*/ 1388858 w 7472601"/>
              <a:gd name="connsiteY636" fmla="*/ 2368011 h 6858000"/>
              <a:gd name="connsiteX637" fmla="*/ 1384098 w 7472601"/>
              <a:gd name="connsiteY637" fmla="*/ 2378125 h 6858000"/>
              <a:gd name="connsiteX638" fmla="*/ 1425393 w 7472601"/>
              <a:gd name="connsiteY638" fmla="*/ 2589124 h 6858000"/>
              <a:gd name="connsiteX639" fmla="*/ 1424001 w 7472601"/>
              <a:gd name="connsiteY639" fmla="*/ 2597541 h 6858000"/>
              <a:gd name="connsiteX640" fmla="*/ 2152729 w 7472601"/>
              <a:gd name="connsiteY640" fmla="*/ 2864487 h 6858000"/>
              <a:gd name="connsiteX641" fmla="*/ 2020609 w 7472601"/>
              <a:gd name="connsiteY641" fmla="*/ 2539671 h 6858000"/>
              <a:gd name="connsiteX642" fmla="*/ 2018920 w 7472601"/>
              <a:gd name="connsiteY642" fmla="*/ 2536309 h 6858000"/>
              <a:gd name="connsiteX643" fmla="*/ 1342441 w 7472601"/>
              <a:gd name="connsiteY643" fmla="*/ 1173017 h 6858000"/>
              <a:gd name="connsiteX644" fmla="*/ 1367925 w 7472601"/>
              <a:gd name="connsiteY644" fmla="*/ 1135648 h 6858000"/>
              <a:gd name="connsiteX645" fmla="*/ 1771401 w 7472601"/>
              <a:gd name="connsiteY645" fmla="*/ 1806673 h 6858000"/>
              <a:gd name="connsiteX646" fmla="*/ 1972385 w 7472601"/>
              <a:gd name="connsiteY646" fmla="*/ 2198735 h 6858000"/>
              <a:gd name="connsiteX647" fmla="*/ 2040892 w 7472601"/>
              <a:gd name="connsiteY647" fmla="*/ 2405205 h 6858000"/>
              <a:gd name="connsiteX648" fmla="*/ 2131689 w 7472601"/>
              <a:gd name="connsiteY648" fmla="*/ 1936926 h 6858000"/>
              <a:gd name="connsiteX649" fmla="*/ 2454820 w 7472601"/>
              <a:gd name="connsiteY649" fmla="*/ 1248808 h 6858000"/>
              <a:gd name="connsiteX650" fmla="*/ 2492512 w 7472601"/>
              <a:gd name="connsiteY650" fmla="*/ 1302920 h 6858000"/>
              <a:gd name="connsiteX651" fmla="*/ 2081216 w 7472601"/>
              <a:gd name="connsiteY651" fmla="*/ 2527513 h 6858000"/>
              <a:gd name="connsiteX652" fmla="*/ 2081211 w 7472601"/>
              <a:gd name="connsiteY652" fmla="*/ 2528916 h 6858000"/>
              <a:gd name="connsiteX653" fmla="*/ 2199067 w 7472601"/>
              <a:gd name="connsiteY653" fmla="*/ 2884061 h 6858000"/>
              <a:gd name="connsiteX654" fmla="*/ 3192586 w 7472601"/>
              <a:gd name="connsiteY654" fmla="*/ 3411496 h 6858000"/>
              <a:gd name="connsiteX655" fmla="*/ 3182620 w 7472601"/>
              <a:gd name="connsiteY655" fmla="*/ 3483279 h 6858000"/>
              <a:gd name="connsiteX656" fmla="*/ 2435119 w 7472601"/>
              <a:gd name="connsiteY656" fmla="*/ 3080173 h 6858000"/>
              <a:gd name="connsiteX657" fmla="*/ 2410152 w 7472601"/>
              <a:gd name="connsiteY657" fmla="*/ 3063751 h 6858000"/>
              <a:gd name="connsiteX658" fmla="*/ 2408099 w 7472601"/>
              <a:gd name="connsiteY658" fmla="*/ 3064403 h 6858000"/>
              <a:gd name="connsiteX659" fmla="*/ 2407218 w 7472601"/>
              <a:gd name="connsiteY659" fmla="*/ 3070324 h 6858000"/>
              <a:gd name="connsiteX660" fmla="*/ 2380138 w 7472601"/>
              <a:gd name="connsiteY660" fmla="*/ 3099341 h 6858000"/>
              <a:gd name="connsiteX661" fmla="*/ 1765923 w 7472601"/>
              <a:gd name="connsiteY661" fmla="*/ 3581043 h 6858000"/>
              <a:gd name="connsiteX662" fmla="*/ 1702258 w 7472601"/>
              <a:gd name="connsiteY662" fmla="*/ 3612286 h 6858000"/>
              <a:gd name="connsiteX663" fmla="*/ 1538370 w 7472601"/>
              <a:gd name="connsiteY663" fmla="*/ 3811804 h 6858000"/>
              <a:gd name="connsiteX664" fmla="*/ 542867 w 7472601"/>
              <a:gd name="connsiteY664" fmla="*/ 4944092 h 6858000"/>
              <a:gd name="connsiteX665" fmla="*/ 515800 w 7472601"/>
              <a:gd name="connsiteY665" fmla="*/ 4862180 h 6858000"/>
              <a:gd name="connsiteX666" fmla="*/ 909145 w 7472601"/>
              <a:gd name="connsiteY666" fmla="*/ 4199225 h 6858000"/>
              <a:gd name="connsiteX667" fmla="*/ 1214067 w 7472601"/>
              <a:gd name="connsiteY667" fmla="*/ 3908561 h 6858000"/>
              <a:gd name="connsiteX668" fmla="*/ 640967 w 7472601"/>
              <a:gd name="connsiteY668" fmla="*/ 4105601 h 6858000"/>
              <a:gd name="connsiteX669" fmla="*/ 112563 w 7472601"/>
              <a:gd name="connsiteY669" fmla="*/ 4396952 h 6858000"/>
              <a:gd name="connsiteX670" fmla="*/ 0 w 7472601"/>
              <a:gd name="connsiteY670" fmla="*/ 4466006 h 6858000"/>
              <a:gd name="connsiteX671" fmla="*/ 0 w 7472601"/>
              <a:gd name="connsiteY671" fmla="*/ 4233763 h 6858000"/>
              <a:gd name="connsiteX672" fmla="*/ 36881 w 7472601"/>
              <a:gd name="connsiteY672" fmla="*/ 4200118 h 6858000"/>
              <a:gd name="connsiteX673" fmla="*/ 910534 w 7472601"/>
              <a:gd name="connsiteY673" fmla="*/ 3629753 h 6858000"/>
              <a:gd name="connsiteX674" fmla="*/ 1578717 w 7472601"/>
              <a:gd name="connsiteY674" fmla="*/ 3575982 h 6858000"/>
              <a:gd name="connsiteX675" fmla="*/ 2338780 w 7472601"/>
              <a:gd name="connsiteY675" fmla="*/ 3033725 h 6858000"/>
              <a:gd name="connsiteX676" fmla="*/ 1807991 w 7472601"/>
              <a:gd name="connsiteY676" fmla="*/ 2807184 h 6858000"/>
              <a:gd name="connsiteX677" fmla="*/ 1416358 w 7472601"/>
              <a:gd name="connsiteY677" fmla="*/ 3112571 h 6858000"/>
              <a:gd name="connsiteX678" fmla="*/ 939066 w 7472601"/>
              <a:gd name="connsiteY678" fmla="*/ 3378798 h 6858000"/>
              <a:gd name="connsiteX679" fmla="*/ 115099 w 7472601"/>
              <a:gd name="connsiteY679" fmla="*/ 3607650 h 6858000"/>
              <a:gd name="connsiteX680" fmla="*/ 97284 w 7472601"/>
              <a:gd name="connsiteY680" fmla="*/ 3520393 h 6858000"/>
              <a:gd name="connsiteX681" fmla="*/ 922050 w 7472601"/>
              <a:gd name="connsiteY681" fmla="*/ 3074867 h 6858000"/>
              <a:gd name="connsiteX682" fmla="*/ 1405265 w 7472601"/>
              <a:gd name="connsiteY682" fmla="*/ 3016319 h 6858000"/>
              <a:gd name="connsiteX683" fmla="*/ 1407512 w 7472601"/>
              <a:gd name="connsiteY683" fmla="*/ 3018001 h 6858000"/>
              <a:gd name="connsiteX684" fmla="*/ 1726266 w 7472601"/>
              <a:gd name="connsiteY684" fmla="*/ 2777274 h 6858000"/>
              <a:gd name="connsiteX685" fmla="*/ 625390 w 7472601"/>
              <a:gd name="connsiteY685" fmla="*/ 2514541 h 6858000"/>
              <a:gd name="connsiteX686" fmla="*/ 619799 w 7472601"/>
              <a:gd name="connsiteY686" fmla="*/ 2527180 h 6858000"/>
              <a:gd name="connsiteX687" fmla="*/ 310030 w 7472601"/>
              <a:gd name="connsiteY687" fmla="*/ 2771818 h 6858000"/>
              <a:gd name="connsiteX688" fmla="*/ 173877 w 7472601"/>
              <a:gd name="connsiteY688" fmla="*/ 2937056 h 6858000"/>
              <a:gd name="connsiteX689" fmla="*/ 77889 w 7472601"/>
              <a:gd name="connsiteY689" fmla="*/ 3138440 h 6858000"/>
              <a:gd name="connsiteX690" fmla="*/ 0 w 7472601"/>
              <a:gd name="connsiteY690" fmla="*/ 3271395 h 6858000"/>
              <a:gd name="connsiteX691" fmla="*/ 0 w 7472601"/>
              <a:gd name="connsiteY691" fmla="*/ 3153002 h 6858000"/>
              <a:gd name="connsiteX692" fmla="*/ 2386 w 7472601"/>
              <a:gd name="connsiteY692" fmla="*/ 3149203 h 6858000"/>
              <a:gd name="connsiteX693" fmla="*/ 89753 w 7472601"/>
              <a:gd name="connsiteY693" fmla="*/ 2987702 h 6858000"/>
              <a:gd name="connsiteX694" fmla="*/ 76869 w 7472601"/>
              <a:gd name="connsiteY694" fmla="*/ 3005404 h 6858000"/>
              <a:gd name="connsiteX695" fmla="*/ 32049 w 7472601"/>
              <a:gd name="connsiteY695" fmla="*/ 3065814 h 6858000"/>
              <a:gd name="connsiteX696" fmla="*/ 0 w 7472601"/>
              <a:gd name="connsiteY696" fmla="*/ 3108744 h 6858000"/>
              <a:gd name="connsiteX697" fmla="*/ 0 w 7472601"/>
              <a:gd name="connsiteY697" fmla="*/ 3058059 h 6858000"/>
              <a:gd name="connsiteX698" fmla="*/ 7610 w 7472601"/>
              <a:gd name="connsiteY698" fmla="*/ 3047889 h 6858000"/>
              <a:gd name="connsiteX699" fmla="*/ 52419 w 7472601"/>
              <a:gd name="connsiteY699" fmla="*/ 2987479 h 6858000"/>
              <a:gd name="connsiteX700" fmla="*/ 59142 w 7472601"/>
              <a:gd name="connsiteY700" fmla="*/ 2978488 h 6858000"/>
              <a:gd name="connsiteX701" fmla="*/ 0 w 7472601"/>
              <a:gd name="connsiteY701" fmla="*/ 3015334 h 6858000"/>
              <a:gd name="connsiteX702" fmla="*/ 0 w 7472601"/>
              <a:gd name="connsiteY702" fmla="*/ 2914286 h 6858000"/>
              <a:gd name="connsiteX703" fmla="*/ 36383 w 7472601"/>
              <a:gd name="connsiteY703" fmla="*/ 2901128 h 6858000"/>
              <a:gd name="connsiteX704" fmla="*/ 156329 w 7472601"/>
              <a:gd name="connsiteY704" fmla="*/ 2840533 h 6858000"/>
              <a:gd name="connsiteX705" fmla="*/ 358355 w 7472601"/>
              <a:gd name="connsiteY705" fmla="*/ 2620471 h 6858000"/>
              <a:gd name="connsiteX706" fmla="*/ 510577 w 7472601"/>
              <a:gd name="connsiteY706" fmla="*/ 2501244 h 6858000"/>
              <a:gd name="connsiteX707" fmla="*/ 211967 w 7472601"/>
              <a:gd name="connsiteY707" fmla="*/ 2479171 h 6858000"/>
              <a:gd name="connsiteX708" fmla="*/ 0 w 7472601"/>
              <a:gd name="connsiteY708" fmla="*/ 2476398 h 6858000"/>
              <a:gd name="connsiteX709" fmla="*/ 0 w 7472601"/>
              <a:gd name="connsiteY709" fmla="*/ 2389189 h 6858000"/>
              <a:gd name="connsiteX710" fmla="*/ 103062 w 7472601"/>
              <a:gd name="connsiteY710" fmla="*/ 2389518 h 6858000"/>
              <a:gd name="connsiteX711" fmla="*/ 510734 w 7472601"/>
              <a:gd name="connsiteY711" fmla="*/ 2416201 h 6858000"/>
              <a:gd name="connsiteX712" fmla="*/ 279257 w 7472601"/>
              <a:gd name="connsiteY712" fmla="*/ 2092102 h 6858000"/>
              <a:gd name="connsiteX713" fmla="*/ 65265 w 7472601"/>
              <a:gd name="connsiteY713" fmla="*/ 2006049 h 6858000"/>
              <a:gd name="connsiteX714" fmla="*/ 0 w 7472601"/>
              <a:gd name="connsiteY714" fmla="*/ 1982532 h 6858000"/>
              <a:gd name="connsiteX715" fmla="*/ 0 w 7472601"/>
              <a:gd name="connsiteY715" fmla="*/ 1912789 h 6858000"/>
              <a:gd name="connsiteX716" fmla="*/ 97460 w 7472601"/>
              <a:gd name="connsiteY716" fmla="*/ 1953725 h 6858000"/>
              <a:gd name="connsiteX717" fmla="*/ 221272 w 7472601"/>
              <a:gd name="connsiteY717" fmla="*/ 1980766 h 6858000"/>
              <a:gd name="connsiteX718" fmla="*/ 116765 w 7472601"/>
              <a:gd name="connsiteY718" fmla="*/ 1911033 h 6858000"/>
              <a:gd name="connsiteX719" fmla="*/ 16405 w 7472601"/>
              <a:gd name="connsiteY719" fmla="*/ 1803412 h 6858000"/>
              <a:gd name="connsiteX720" fmla="*/ 0 w 7472601"/>
              <a:gd name="connsiteY720" fmla="*/ 1784777 h 6858000"/>
              <a:gd name="connsiteX721" fmla="*/ 0 w 7472601"/>
              <a:gd name="connsiteY721" fmla="*/ 1740082 h 6858000"/>
              <a:gd name="connsiteX722" fmla="*/ 39394 w 7472601"/>
              <a:gd name="connsiteY722" fmla="*/ 1784856 h 6858000"/>
              <a:gd name="connsiteX723" fmla="*/ 135813 w 7472601"/>
              <a:gd name="connsiteY723" fmla="*/ 1888838 h 6858000"/>
              <a:gd name="connsiteX724" fmla="*/ 242575 w 7472601"/>
              <a:gd name="connsiteY724" fmla="*/ 1958841 h 6858000"/>
              <a:gd name="connsiteX725" fmla="*/ 82197 w 7472601"/>
              <a:gd name="connsiteY725" fmla="*/ 1754826 h 6858000"/>
              <a:gd name="connsiteX726" fmla="*/ 0 w 7472601"/>
              <a:gd name="connsiteY726" fmla="*/ 1679650 h 6858000"/>
              <a:gd name="connsiteX727" fmla="*/ 0 w 7472601"/>
              <a:gd name="connsiteY727" fmla="*/ 1602463 h 6858000"/>
              <a:gd name="connsiteX728" fmla="*/ 84689 w 7472601"/>
              <a:gd name="connsiteY728" fmla="*/ 1677442 h 6858000"/>
              <a:gd name="connsiteX729" fmla="*/ 298437 w 7472601"/>
              <a:gd name="connsiteY729" fmla="*/ 1968019 h 6858000"/>
              <a:gd name="connsiteX730" fmla="*/ 227269 w 7472601"/>
              <a:gd name="connsiteY730" fmla="*/ 1114064 h 6858000"/>
              <a:gd name="connsiteX731" fmla="*/ 248003 w 7472601"/>
              <a:gd name="connsiteY731" fmla="*/ 1089613 h 6858000"/>
              <a:gd name="connsiteX732" fmla="*/ 427020 w 7472601"/>
              <a:gd name="connsiteY732" fmla="*/ 1619803 h 6858000"/>
              <a:gd name="connsiteX733" fmla="*/ 340345 w 7472601"/>
              <a:gd name="connsiteY733" fmla="*/ 2027739 h 6858000"/>
              <a:gd name="connsiteX734" fmla="*/ 360865 w 7472601"/>
              <a:gd name="connsiteY734" fmla="*/ 2044827 h 6858000"/>
              <a:gd name="connsiteX735" fmla="*/ 560414 w 7472601"/>
              <a:gd name="connsiteY735" fmla="*/ 2421457 h 6858000"/>
              <a:gd name="connsiteX736" fmla="*/ 1359703 w 7472601"/>
              <a:gd name="connsiteY736" fmla="*/ 2578554 h 6858000"/>
              <a:gd name="connsiteX737" fmla="*/ 1359422 w 7472601"/>
              <a:gd name="connsiteY737" fmla="*/ 2577994 h 6858000"/>
              <a:gd name="connsiteX738" fmla="*/ 828701 w 7472601"/>
              <a:gd name="connsiteY738" fmla="*/ 1839520 h 6858000"/>
              <a:gd name="connsiteX739" fmla="*/ 494427 w 7472601"/>
              <a:gd name="connsiteY739" fmla="*/ 1092333 h 6858000"/>
              <a:gd name="connsiteX740" fmla="*/ 506322 w 7472601"/>
              <a:gd name="connsiteY740" fmla="*/ 1020997 h 6858000"/>
              <a:gd name="connsiteX741" fmla="*/ 4570198 w 7472601"/>
              <a:gd name="connsiteY741" fmla="*/ 978081 h 6858000"/>
              <a:gd name="connsiteX742" fmla="*/ 4523691 w 7472601"/>
              <a:gd name="connsiteY742" fmla="*/ 1127776 h 6858000"/>
              <a:gd name="connsiteX743" fmla="*/ 4509875 w 7472601"/>
              <a:gd name="connsiteY743" fmla="*/ 1167552 h 6858000"/>
              <a:gd name="connsiteX744" fmla="*/ 4478168 w 7472601"/>
              <a:gd name="connsiteY744" fmla="*/ 1260735 h 6858000"/>
              <a:gd name="connsiteX745" fmla="*/ 4409309 w 7472601"/>
              <a:gd name="connsiteY745" fmla="*/ 1666996 h 6858000"/>
              <a:gd name="connsiteX746" fmla="*/ 4370031 w 7472601"/>
              <a:gd name="connsiteY746" fmla="*/ 1955666 h 6858000"/>
              <a:gd name="connsiteX747" fmla="*/ 4570198 w 7472601"/>
              <a:gd name="connsiteY747" fmla="*/ 978081 h 6858000"/>
              <a:gd name="connsiteX748" fmla="*/ 4557898 w 7472601"/>
              <a:gd name="connsiteY748" fmla="*/ 900011 h 6858000"/>
              <a:gd name="connsiteX749" fmla="*/ 4344840 w 7472601"/>
              <a:gd name="connsiteY749" fmla="*/ 1922038 h 6858000"/>
              <a:gd name="connsiteX750" fmla="*/ 4378710 w 7472601"/>
              <a:gd name="connsiteY750" fmla="*/ 1665516 h 6858000"/>
              <a:gd name="connsiteX751" fmla="*/ 4448798 w 7472601"/>
              <a:gd name="connsiteY751" fmla="*/ 1253024 h 6858000"/>
              <a:gd name="connsiteX752" fmla="*/ 4480315 w 7472601"/>
              <a:gd name="connsiteY752" fmla="*/ 1158454 h 6858000"/>
              <a:gd name="connsiteX753" fmla="*/ 4494133 w 7472601"/>
              <a:gd name="connsiteY753" fmla="*/ 1118676 h 6858000"/>
              <a:gd name="connsiteX754" fmla="*/ 4557898 w 7472601"/>
              <a:gd name="connsiteY754" fmla="*/ 900011 h 6858000"/>
              <a:gd name="connsiteX755" fmla="*/ 5870151 w 7472601"/>
              <a:gd name="connsiteY755" fmla="*/ 898890 h 6858000"/>
              <a:gd name="connsiteX756" fmla="*/ 5861335 w 7472601"/>
              <a:gd name="connsiteY756" fmla="*/ 899177 h 6858000"/>
              <a:gd name="connsiteX757" fmla="*/ 5843702 w 7472601"/>
              <a:gd name="connsiteY757" fmla="*/ 899748 h 6858000"/>
              <a:gd name="connsiteX758" fmla="*/ 5651107 w 7472601"/>
              <a:gd name="connsiteY758" fmla="*/ 920306 h 6858000"/>
              <a:gd name="connsiteX759" fmla="*/ 5459407 w 7472601"/>
              <a:gd name="connsiteY759" fmla="*/ 940975 h 6858000"/>
              <a:gd name="connsiteX760" fmla="*/ 5374846 w 7472601"/>
              <a:gd name="connsiteY760" fmla="*/ 941988 h 6858000"/>
              <a:gd name="connsiteX761" fmla="*/ 5256105 w 7472601"/>
              <a:gd name="connsiteY761" fmla="*/ 945632 h 6858000"/>
              <a:gd name="connsiteX762" fmla="*/ 5107071 w 7472601"/>
              <a:gd name="connsiteY762" fmla="*/ 969720 h 6858000"/>
              <a:gd name="connsiteX763" fmla="*/ 4998681 w 7472601"/>
              <a:gd name="connsiteY763" fmla="*/ 988771 h 6858000"/>
              <a:gd name="connsiteX764" fmla="*/ 5870151 w 7472601"/>
              <a:gd name="connsiteY764" fmla="*/ 898890 h 6858000"/>
              <a:gd name="connsiteX765" fmla="*/ 5504425 w 7472601"/>
              <a:gd name="connsiteY765" fmla="*/ 848067 h 6858000"/>
              <a:gd name="connsiteX766" fmla="*/ 4968849 w 7472601"/>
              <a:gd name="connsiteY766" fmla="*/ 962318 h 6858000"/>
              <a:gd name="connsiteX767" fmla="*/ 5104039 w 7472601"/>
              <a:gd name="connsiteY767" fmla="*/ 940634 h 6858000"/>
              <a:gd name="connsiteX768" fmla="*/ 5256311 w 7472601"/>
              <a:gd name="connsiteY768" fmla="*/ 916490 h 6858000"/>
              <a:gd name="connsiteX769" fmla="*/ 5377381 w 7472601"/>
              <a:gd name="connsiteY769" fmla="*/ 912671 h 6858000"/>
              <a:gd name="connsiteX770" fmla="*/ 5460148 w 7472601"/>
              <a:gd name="connsiteY770" fmla="*/ 911442 h 6858000"/>
              <a:gd name="connsiteX771" fmla="*/ 5648971 w 7472601"/>
              <a:gd name="connsiteY771" fmla="*/ 891331 h 6858000"/>
              <a:gd name="connsiteX772" fmla="*/ 5844807 w 7472601"/>
              <a:gd name="connsiteY772" fmla="*/ 870718 h 6858000"/>
              <a:gd name="connsiteX773" fmla="*/ 5862975 w 7472601"/>
              <a:gd name="connsiteY773" fmla="*/ 869756 h 6858000"/>
              <a:gd name="connsiteX774" fmla="*/ 5920887 w 7472601"/>
              <a:gd name="connsiteY774" fmla="*/ 865929 h 6858000"/>
              <a:gd name="connsiteX775" fmla="*/ 5504425 w 7472601"/>
              <a:gd name="connsiteY775" fmla="*/ 848067 h 6858000"/>
              <a:gd name="connsiteX776" fmla="*/ 3607114 w 7472601"/>
              <a:gd name="connsiteY776" fmla="*/ 467441 h 6858000"/>
              <a:gd name="connsiteX777" fmla="*/ 3296242 w 7472601"/>
              <a:gd name="connsiteY777" fmla="*/ 807991 h 6858000"/>
              <a:gd name="connsiteX778" fmla="*/ 3174674 w 7472601"/>
              <a:gd name="connsiteY778" fmla="*/ 919759 h 6858000"/>
              <a:gd name="connsiteX779" fmla="*/ 3042978 w 7472601"/>
              <a:gd name="connsiteY779" fmla="*/ 1054894 h 6858000"/>
              <a:gd name="connsiteX780" fmla="*/ 2968914 w 7472601"/>
              <a:gd name="connsiteY780" fmla="*/ 1133756 h 6858000"/>
              <a:gd name="connsiteX781" fmla="*/ 3103823 w 7472601"/>
              <a:gd name="connsiteY781" fmla="*/ 1026814 h 6858000"/>
              <a:gd name="connsiteX782" fmla="*/ 3607114 w 7472601"/>
              <a:gd name="connsiteY782" fmla="*/ 467441 h 6858000"/>
              <a:gd name="connsiteX783" fmla="*/ 3744487 w 7472601"/>
              <a:gd name="connsiteY783" fmla="*/ 383136 h 6858000"/>
              <a:gd name="connsiteX784" fmla="*/ 3970213 w 7472601"/>
              <a:gd name="connsiteY784" fmla="*/ 995559 h 6858000"/>
              <a:gd name="connsiteX785" fmla="*/ 3744487 w 7472601"/>
              <a:gd name="connsiteY785" fmla="*/ 383136 h 6858000"/>
              <a:gd name="connsiteX786" fmla="*/ 3624562 w 7472601"/>
              <a:gd name="connsiteY786" fmla="*/ 367041 h 6858000"/>
              <a:gd name="connsiteX787" fmla="*/ 3489712 w 7472601"/>
              <a:gd name="connsiteY787" fmla="*/ 485386 h 6858000"/>
              <a:gd name="connsiteX788" fmla="*/ 3182994 w 7472601"/>
              <a:gd name="connsiteY788" fmla="*/ 828265 h 6858000"/>
              <a:gd name="connsiteX789" fmla="*/ 2892114 w 7472601"/>
              <a:gd name="connsiteY789" fmla="*/ 1172635 h 6858000"/>
              <a:gd name="connsiteX790" fmla="*/ 3021459 w 7472601"/>
              <a:gd name="connsiteY790" fmla="*/ 1035385 h 6858000"/>
              <a:gd name="connsiteX791" fmla="*/ 3153873 w 7472601"/>
              <a:gd name="connsiteY791" fmla="*/ 898971 h 6858000"/>
              <a:gd name="connsiteX792" fmla="*/ 3276511 w 7472601"/>
              <a:gd name="connsiteY792" fmla="*/ 786423 h 6858000"/>
              <a:gd name="connsiteX793" fmla="*/ 3584154 w 7472601"/>
              <a:gd name="connsiteY793" fmla="*/ 448218 h 6858000"/>
              <a:gd name="connsiteX794" fmla="*/ 3624562 w 7472601"/>
              <a:gd name="connsiteY794" fmla="*/ 367041 h 6858000"/>
              <a:gd name="connsiteX795" fmla="*/ 3766672 w 7472601"/>
              <a:gd name="connsiteY795" fmla="*/ 359429 h 6858000"/>
              <a:gd name="connsiteX796" fmla="*/ 3996338 w 7472601"/>
              <a:gd name="connsiteY796" fmla="*/ 968237 h 6858000"/>
              <a:gd name="connsiteX797" fmla="*/ 3766672 w 7472601"/>
              <a:gd name="connsiteY797" fmla="*/ 359429 h 6858000"/>
              <a:gd name="connsiteX798" fmla="*/ 5805386 w 7472601"/>
              <a:gd name="connsiteY798" fmla="*/ 239240 h 6858000"/>
              <a:gd name="connsiteX799" fmla="*/ 5736947 w 7472601"/>
              <a:gd name="connsiteY799" fmla="*/ 261367 h 6858000"/>
              <a:gd name="connsiteX800" fmla="*/ 5427012 w 7472601"/>
              <a:gd name="connsiteY800" fmla="*/ 311272 h 6858000"/>
              <a:gd name="connsiteX801" fmla="*/ 5147818 w 7472601"/>
              <a:gd name="connsiteY801" fmla="*/ 322112 h 6858000"/>
              <a:gd name="connsiteX802" fmla="*/ 5060854 w 7472601"/>
              <a:gd name="connsiteY802" fmla="*/ 311882 h 6858000"/>
              <a:gd name="connsiteX803" fmla="*/ 4945989 w 7472601"/>
              <a:gd name="connsiteY803" fmla="*/ 300516 h 6858000"/>
              <a:gd name="connsiteX804" fmla="*/ 5410479 w 7472601"/>
              <a:gd name="connsiteY804" fmla="*/ 348434 h 6858000"/>
              <a:gd name="connsiteX805" fmla="*/ 5805386 w 7472601"/>
              <a:gd name="connsiteY805" fmla="*/ 239240 h 6858000"/>
              <a:gd name="connsiteX806" fmla="*/ 5905192 w 7472601"/>
              <a:gd name="connsiteY806" fmla="*/ 163079 h 6858000"/>
              <a:gd name="connsiteX807" fmla="*/ 5865655 w 7472601"/>
              <a:gd name="connsiteY807" fmla="*/ 171901 h 6858000"/>
              <a:gd name="connsiteX808" fmla="*/ 5259740 w 7472601"/>
              <a:gd name="connsiteY808" fmla="*/ 257013 h 6858000"/>
              <a:gd name="connsiteX809" fmla="*/ 5208466 w 7472601"/>
              <a:gd name="connsiteY809" fmla="*/ 257550 h 6858000"/>
              <a:gd name="connsiteX810" fmla="*/ 4980204 w 7472601"/>
              <a:gd name="connsiteY810" fmla="*/ 271903 h 6858000"/>
              <a:gd name="connsiteX811" fmla="*/ 5068068 w 7472601"/>
              <a:gd name="connsiteY811" fmla="*/ 282244 h 6858000"/>
              <a:gd name="connsiteX812" fmla="*/ 5153231 w 7472601"/>
              <a:gd name="connsiteY812" fmla="*/ 292240 h 6858000"/>
              <a:gd name="connsiteX813" fmla="*/ 5426491 w 7472601"/>
              <a:gd name="connsiteY813" fmla="*/ 281128 h 6858000"/>
              <a:gd name="connsiteX814" fmla="*/ 5731212 w 7472601"/>
              <a:gd name="connsiteY814" fmla="*/ 231951 h 6858000"/>
              <a:gd name="connsiteX815" fmla="*/ 5905192 w 7472601"/>
              <a:gd name="connsiteY815" fmla="*/ 163079 h 6858000"/>
              <a:gd name="connsiteX816" fmla="*/ 5944437 w 7472601"/>
              <a:gd name="connsiteY816" fmla="*/ 113829 h 6858000"/>
              <a:gd name="connsiteX817" fmla="*/ 5825032 w 7472601"/>
              <a:gd name="connsiteY817" fmla="*/ 146405 h 6858000"/>
              <a:gd name="connsiteX818" fmla="*/ 4955599 w 7472601"/>
              <a:gd name="connsiteY818" fmla="*/ 247008 h 6858000"/>
              <a:gd name="connsiteX819" fmla="*/ 5210104 w 7472601"/>
              <a:gd name="connsiteY819" fmla="*/ 228123 h 6858000"/>
              <a:gd name="connsiteX820" fmla="*/ 5261015 w 7472601"/>
              <a:gd name="connsiteY820" fmla="*/ 227087 h 6858000"/>
              <a:gd name="connsiteX821" fmla="*/ 5861181 w 7472601"/>
              <a:gd name="connsiteY821" fmla="*/ 143093 h 6858000"/>
              <a:gd name="connsiteX822" fmla="*/ 5961252 w 7472601"/>
              <a:gd name="connsiteY822" fmla="*/ 114820 h 6858000"/>
              <a:gd name="connsiteX823" fmla="*/ 5944437 w 7472601"/>
              <a:gd name="connsiteY823" fmla="*/ 113829 h 6858000"/>
              <a:gd name="connsiteX824" fmla="*/ 3882765 w 7472601"/>
              <a:gd name="connsiteY824" fmla="*/ 0 h 6858000"/>
              <a:gd name="connsiteX825" fmla="*/ 3995099 w 7472601"/>
              <a:gd name="connsiteY825" fmla="*/ 0 h 6858000"/>
              <a:gd name="connsiteX826" fmla="*/ 4163818 w 7472601"/>
              <a:gd name="connsiteY826" fmla="*/ 234104 h 6858000"/>
              <a:gd name="connsiteX827" fmla="*/ 4172099 w 7472601"/>
              <a:gd name="connsiteY827" fmla="*/ 234207 h 6858000"/>
              <a:gd name="connsiteX828" fmla="*/ 4784282 w 7472601"/>
              <a:gd name="connsiteY828" fmla="*/ 276561 h 6858000"/>
              <a:gd name="connsiteX829" fmla="*/ 4801687 w 7472601"/>
              <a:gd name="connsiteY829" fmla="*/ 267764 h 6858000"/>
              <a:gd name="connsiteX830" fmla="*/ 6082788 w 7472601"/>
              <a:gd name="connsiteY830" fmla="*/ 64119 h 6858000"/>
              <a:gd name="connsiteX831" fmla="*/ 6099442 w 7472601"/>
              <a:gd name="connsiteY831" fmla="*/ 82568 h 6858000"/>
              <a:gd name="connsiteX832" fmla="*/ 4804137 w 7472601"/>
              <a:gd name="connsiteY832" fmla="*/ 320931 h 6858000"/>
              <a:gd name="connsiteX833" fmla="*/ 4227047 w 7472601"/>
              <a:gd name="connsiteY833" fmla="*/ 313415 h 6858000"/>
              <a:gd name="connsiteX834" fmla="*/ 4346041 w 7472601"/>
              <a:gd name="connsiteY834" fmla="*/ 456086 h 6858000"/>
              <a:gd name="connsiteX835" fmla="*/ 4870967 w 7472601"/>
              <a:gd name="connsiteY835" fmla="*/ 963061 h 6858000"/>
              <a:gd name="connsiteX836" fmla="*/ 4889647 w 7472601"/>
              <a:gd name="connsiteY836" fmla="*/ 957147 h 6858000"/>
              <a:gd name="connsiteX837" fmla="*/ 5422504 w 7472601"/>
              <a:gd name="connsiteY837" fmla="*/ 805191 h 6858000"/>
              <a:gd name="connsiteX838" fmla="*/ 6087656 w 7472601"/>
              <a:gd name="connsiteY838" fmla="*/ 826703 h 6858000"/>
              <a:gd name="connsiteX839" fmla="*/ 6058717 w 7472601"/>
              <a:gd name="connsiteY839" fmla="*/ 865992 h 6858000"/>
              <a:gd name="connsiteX840" fmla="*/ 4974153 w 7472601"/>
              <a:gd name="connsiteY840" fmla="*/ 1045456 h 6858000"/>
              <a:gd name="connsiteX841" fmla="*/ 5627835 w 7472601"/>
              <a:gd name="connsiteY841" fmla="*/ 1472077 h 6858000"/>
              <a:gd name="connsiteX842" fmla="*/ 5629817 w 7472601"/>
              <a:gd name="connsiteY842" fmla="*/ 1471412 h 6858000"/>
              <a:gd name="connsiteX843" fmla="*/ 5634124 w 7472601"/>
              <a:gd name="connsiteY843" fmla="*/ 1470572 h 6858000"/>
              <a:gd name="connsiteX844" fmla="*/ 5755832 w 7472601"/>
              <a:gd name="connsiteY844" fmla="*/ 1383886 h 6858000"/>
              <a:gd name="connsiteX845" fmla="*/ 6014186 w 7472601"/>
              <a:gd name="connsiteY845" fmla="*/ 1279799 h 6858000"/>
              <a:gd name="connsiteX846" fmla="*/ 6901619 w 7472601"/>
              <a:gd name="connsiteY846" fmla="*/ 1047874 h 6858000"/>
              <a:gd name="connsiteX847" fmla="*/ 6931566 w 7472601"/>
              <a:gd name="connsiteY847" fmla="*/ 1062034 h 6858000"/>
              <a:gd name="connsiteX848" fmla="*/ 5790982 w 7472601"/>
              <a:gd name="connsiteY848" fmla="*/ 1561380 h 6858000"/>
              <a:gd name="connsiteX849" fmla="*/ 6188971 w 7472601"/>
              <a:gd name="connsiteY849" fmla="*/ 1755168 h 6858000"/>
              <a:gd name="connsiteX850" fmla="*/ 6202446 w 7472601"/>
              <a:gd name="connsiteY850" fmla="*/ 1752268 h 6858000"/>
              <a:gd name="connsiteX851" fmla="*/ 7179560 w 7472601"/>
              <a:gd name="connsiteY851" fmla="*/ 1467551 h 6858000"/>
              <a:gd name="connsiteX852" fmla="*/ 7158730 w 7472601"/>
              <a:gd name="connsiteY852" fmla="*/ 1507835 h 6858000"/>
              <a:gd name="connsiteX853" fmla="*/ 6326959 w 7472601"/>
              <a:gd name="connsiteY853" fmla="*/ 1817686 h 6858000"/>
              <a:gd name="connsiteX854" fmla="*/ 6537433 w 7472601"/>
              <a:gd name="connsiteY854" fmla="*/ 1907790 h 6858000"/>
              <a:gd name="connsiteX855" fmla="*/ 6550221 w 7472601"/>
              <a:gd name="connsiteY855" fmla="*/ 1910729 h 6858000"/>
              <a:gd name="connsiteX856" fmla="*/ 6964438 w 7472601"/>
              <a:gd name="connsiteY856" fmla="*/ 2209505 h 6858000"/>
              <a:gd name="connsiteX857" fmla="*/ 7367862 w 7472601"/>
              <a:gd name="connsiteY857" fmla="*/ 2806833 h 6858000"/>
              <a:gd name="connsiteX858" fmla="*/ 7364329 w 7472601"/>
              <a:gd name="connsiteY858" fmla="*/ 2826907 h 6858000"/>
              <a:gd name="connsiteX859" fmla="*/ 7290545 w 7472601"/>
              <a:gd name="connsiteY859" fmla="*/ 2850663 h 6858000"/>
              <a:gd name="connsiteX860" fmla="*/ 6472036 w 7472601"/>
              <a:gd name="connsiteY860" fmla="*/ 1959003 h 6858000"/>
              <a:gd name="connsiteX861" fmla="*/ 5792897 w 7472601"/>
              <a:gd name="connsiteY861" fmla="*/ 1647747 h 6858000"/>
              <a:gd name="connsiteX862" fmla="*/ 5842751 w 7472601"/>
              <a:gd name="connsiteY862" fmla="*/ 1816112 h 6858000"/>
              <a:gd name="connsiteX863" fmla="*/ 5847424 w 7472601"/>
              <a:gd name="connsiteY863" fmla="*/ 1815776 h 6858000"/>
              <a:gd name="connsiteX864" fmla="*/ 6399821 w 7472601"/>
              <a:gd name="connsiteY864" fmla="*/ 2344799 h 6858000"/>
              <a:gd name="connsiteX865" fmla="*/ 6323232 w 7472601"/>
              <a:gd name="connsiteY865" fmla="*/ 2389634 h 6858000"/>
              <a:gd name="connsiteX866" fmla="*/ 5942958 w 7472601"/>
              <a:gd name="connsiteY866" fmla="*/ 2077708 h 6858000"/>
              <a:gd name="connsiteX867" fmla="*/ 5921559 w 7472601"/>
              <a:gd name="connsiteY867" fmla="*/ 2378596 h 6858000"/>
              <a:gd name="connsiteX868" fmla="*/ 5817651 w 7472601"/>
              <a:gd name="connsiteY868" fmla="*/ 3023919 h 6858000"/>
              <a:gd name="connsiteX869" fmla="*/ 5729634 w 7472601"/>
              <a:gd name="connsiteY869" fmla="*/ 3051849 h 6858000"/>
              <a:gd name="connsiteX870" fmla="*/ 5611018 w 7472601"/>
              <a:gd name="connsiteY870" fmla="*/ 2316769 h 6858000"/>
              <a:gd name="connsiteX871" fmla="*/ 5687608 w 7472601"/>
              <a:gd name="connsiteY871" fmla="*/ 2039972 h 6858000"/>
              <a:gd name="connsiteX872" fmla="*/ 5657554 w 7472601"/>
              <a:gd name="connsiteY872" fmla="*/ 1576445 h 6858000"/>
              <a:gd name="connsiteX873" fmla="*/ 5150475 w 7472601"/>
              <a:gd name="connsiteY873" fmla="*/ 1274012 h 6858000"/>
              <a:gd name="connsiteX874" fmla="*/ 5349142 w 7472601"/>
              <a:gd name="connsiteY874" fmla="*/ 2204405 h 6858000"/>
              <a:gd name="connsiteX875" fmla="*/ 5262214 w 7472601"/>
              <a:gd name="connsiteY875" fmla="*/ 2233836 h 6858000"/>
              <a:gd name="connsiteX876" fmla="*/ 4981539 w 7472601"/>
              <a:gd name="connsiteY876" fmla="*/ 1542201 h 6858000"/>
              <a:gd name="connsiteX877" fmla="*/ 4958461 w 7472601"/>
              <a:gd name="connsiteY877" fmla="*/ 1136957 h 6858000"/>
              <a:gd name="connsiteX878" fmla="*/ 4655015 w 7472601"/>
              <a:gd name="connsiteY878" fmla="*/ 891426 h 6858000"/>
              <a:gd name="connsiteX879" fmla="*/ 4348002 w 7472601"/>
              <a:gd name="connsiteY879" fmla="*/ 2205895 h 6858000"/>
              <a:gd name="connsiteX880" fmla="*/ 4262250 w 7472601"/>
              <a:gd name="connsiteY880" fmla="*/ 2219972 h 6858000"/>
              <a:gd name="connsiteX881" fmla="*/ 4550611 w 7472601"/>
              <a:gd name="connsiteY881" fmla="*/ 817540 h 6858000"/>
              <a:gd name="connsiteX882" fmla="*/ 4564418 w 7472601"/>
              <a:gd name="connsiteY882" fmla="*/ 808293 h 6858000"/>
              <a:gd name="connsiteX883" fmla="*/ 4266388 w 7472601"/>
              <a:gd name="connsiteY883" fmla="*/ 500083 h 6858000"/>
              <a:gd name="connsiteX884" fmla="*/ 4032842 w 7472601"/>
              <a:gd name="connsiteY884" fmla="*/ 211809 h 6858000"/>
              <a:gd name="connsiteX885" fmla="*/ 3882765 w 7472601"/>
              <a:gd name="connsiteY885" fmla="*/ 0 h 6858000"/>
              <a:gd name="connsiteX886" fmla="*/ 3721337 w 7472601"/>
              <a:gd name="connsiteY886" fmla="*/ 0 h 6858000"/>
              <a:gd name="connsiteX887" fmla="*/ 3797544 w 7472601"/>
              <a:gd name="connsiteY887" fmla="*/ 0 h 6858000"/>
              <a:gd name="connsiteX888" fmla="*/ 3775734 w 7472601"/>
              <a:gd name="connsiteY888" fmla="*/ 95131 h 6858000"/>
              <a:gd name="connsiteX889" fmla="*/ 3724807 w 7472601"/>
              <a:gd name="connsiteY889" fmla="*/ 272257 h 6858000"/>
              <a:gd name="connsiteX890" fmla="*/ 3726844 w 7472601"/>
              <a:gd name="connsiteY890" fmla="*/ 282988 h 6858000"/>
              <a:gd name="connsiteX891" fmla="*/ 3742664 w 7472601"/>
              <a:gd name="connsiteY891" fmla="*/ 279918 h 6858000"/>
              <a:gd name="connsiteX892" fmla="*/ 4103910 w 7472601"/>
              <a:gd name="connsiteY892" fmla="*/ 1161917 h 6858000"/>
              <a:gd name="connsiteX893" fmla="*/ 4020269 w 7472601"/>
              <a:gd name="connsiteY893" fmla="*/ 1200406 h 6858000"/>
              <a:gd name="connsiteX894" fmla="*/ 3674882 w 7472601"/>
              <a:gd name="connsiteY894" fmla="*/ 488524 h 6858000"/>
              <a:gd name="connsiteX895" fmla="*/ 3132682 w 7472601"/>
              <a:gd name="connsiteY895" fmla="*/ 1072284 h 6858000"/>
              <a:gd name="connsiteX896" fmla="*/ 2716346 w 7472601"/>
              <a:gd name="connsiteY896" fmla="*/ 1276376 h 6858000"/>
              <a:gd name="connsiteX897" fmla="*/ 2716772 w 7472601"/>
              <a:gd name="connsiteY897" fmla="*/ 1255462 h 6858000"/>
              <a:gd name="connsiteX898" fmla="*/ 3471096 w 7472601"/>
              <a:gd name="connsiteY898" fmla="*/ 437072 h 6858000"/>
              <a:gd name="connsiteX899" fmla="*/ 3639057 w 7472601"/>
              <a:gd name="connsiteY899" fmla="*/ 286334 h 6858000"/>
              <a:gd name="connsiteX900" fmla="*/ 3640309 w 7472601"/>
              <a:gd name="connsiteY900" fmla="*/ 284664 h 6858000"/>
              <a:gd name="connsiteX901" fmla="*/ 3646022 w 7472601"/>
              <a:gd name="connsiteY901" fmla="*/ 276711 h 6858000"/>
              <a:gd name="connsiteX902" fmla="*/ 3707943 w 7472601"/>
              <a:gd name="connsiteY902" fmla="*/ 65958 h 6858000"/>
              <a:gd name="connsiteX903" fmla="*/ 3721337 w 7472601"/>
              <a:gd name="connsiteY903" fmla="*/ 0 h 6858000"/>
              <a:gd name="connsiteX904" fmla="*/ 2867960 w 7472601"/>
              <a:gd name="connsiteY904" fmla="*/ 0 h 6858000"/>
              <a:gd name="connsiteX905" fmla="*/ 2926351 w 7472601"/>
              <a:gd name="connsiteY905" fmla="*/ 0 h 6858000"/>
              <a:gd name="connsiteX906" fmla="*/ 2902823 w 7472601"/>
              <a:gd name="connsiteY906" fmla="*/ 262929 h 6858000"/>
              <a:gd name="connsiteX907" fmla="*/ 2940663 w 7472601"/>
              <a:gd name="connsiteY907" fmla="*/ 140884 h 6858000"/>
              <a:gd name="connsiteX908" fmla="*/ 2947039 w 7472601"/>
              <a:gd name="connsiteY908" fmla="*/ 122524 h 6858000"/>
              <a:gd name="connsiteX909" fmla="*/ 2984316 w 7472601"/>
              <a:gd name="connsiteY909" fmla="*/ 0 h 6858000"/>
              <a:gd name="connsiteX910" fmla="*/ 3016114 w 7472601"/>
              <a:gd name="connsiteY910" fmla="*/ 0 h 6858000"/>
              <a:gd name="connsiteX911" fmla="*/ 2979949 w 7472601"/>
              <a:gd name="connsiteY911" fmla="*/ 119274 h 6858000"/>
              <a:gd name="connsiteX912" fmla="*/ 3023879 w 7472601"/>
              <a:gd name="connsiteY912" fmla="*/ 0 h 6858000"/>
              <a:gd name="connsiteX913" fmla="*/ 3105400 w 7472601"/>
              <a:gd name="connsiteY913" fmla="*/ 0 h 6858000"/>
              <a:gd name="connsiteX914" fmla="*/ 3094669 w 7472601"/>
              <a:gd name="connsiteY914" fmla="*/ 30308 h 6858000"/>
              <a:gd name="connsiteX915" fmla="*/ 2901945 w 7472601"/>
              <a:gd name="connsiteY915" fmla="*/ 466538 h 6858000"/>
              <a:gd name="connsiteX916" fmla="*/ 2815209 w 7472601"/>
              <a:gd name="connsiteY916" fmla="*/ 497361 h 6858000"/>
              <a:gd name="connsiteX917" fmla="*/ 2844845 w 7472601"/>
              <a:gd name="connsiteY917" fmla="*/ 127638 h 6858000"/>
              <a:gd name="connsiteX918" fmla="*/ 2867960 w 7472601"/>
              <a:gd name="connsiteY918" fmla="*/ 0 h 6858000"/>
              <a:gd name="connsiteX919" fmla="*/ 1057230 w 7472601"/>
              <a:gd name="connsiteY919" fmla="*/ 0 h 6858000"/>
              <a:gd name="connsiteX920" fmla="*/ 1111003 w 7472601"/>
              <a:gd name="connsiteY920" fmla="*/ 0 h 6858000"/>
              <a:gd name="connsiteX921" fmla="*/ 1125553 w 7472601"/>
              <a:gd name="connsiteY921" fmla="*/ 52588 h 6858000"/>
              <a:gd name="connsiteX922" fmla="*/ 1304276 w 7472601"/>
              <a:gd name="connsiteY922" fmla="*/ 476275 h 6858000"/>
              <a:gd name="connsiteX923" fmla="*/ 1492066 w 7472601"/>
              <a:gd name="connsiteY923" fmla="*/ 886333 h 6858000"/>
              <a:gd name="connsiteX924" fmla="*/ 1423698 w 7472601"/>
              <a:gd name="connsiteY924" fmla="*/ 710817 h 6858000"/>
              <a:gd name="connsiteX925" fmla="*/ 1357609 w 7472601"/>
              <a:gd name="connsiteY925" fmla="*/ 532892 h 6858000"/>
              <a:gd name="connsiteX926" fmla="*/ 1309550 w 7472601"/>
              <a:gd name="connsiteY926" fmla="*/ 374031 h 6858000"/>
              <a:gd name="connsiteX927" fmla="*/ 1193673 w 7472601"/>
              <a:gd name="connsiteY927" fmla="*/ 49533 h 6858000"/>
              <a:gd name="connsiteX928" fmla="*/ 1164391 w 7472601"/>
              <a:gd name="connsiteY928" fmla="*/ 0 h 6858000"/>
              <a:gd name="connsiteX929" fmla="*/ 1200666 w 7472601"/>
              <a:gd name="connsiteY929" fmla="*/ 0 h 6858000"/>
              <a:gd name="connsiteX930" fmla="*/ 1223408 w 7472601"/>
              <a:gd name="connsiteY930" fmla="*/ 38996 h 6858000"/>
              <a:gd name="connsiteX931" fmla="*/ 1339635 w 7472601"/>
              <a:gd name="connsiteY931" fmla="*/ 365517 h 6858000"/>
              <a:gd name="connsiteX932" fmla="*/ 1387469 w 7472601"/>
              <a:gd name="connsiteY932" fmla="*/ 523079 h 6858000"/>
              <a:gd name="connsiteX933" fmla="*/ 1452685 w 7472601"/>
              <a:gd name="connsiteY933" fmla="*/ 699806 h 6858000"/>
              <a:gd name="connsiteX934" fmla="*/ 1492092 w 7472601"/>
              <a:gd name="connsiteY934" fmla="*/ 800424 h 6858000"/>
              <a:gd name="connsiteX935" fmla="*/ 1455302 w 7472601"/>
              <a:gd name="connsiteY935" fmla="*/ 632913 h 6858000"/>
              <a:gd name="connsiteX936" fmla="*/ 1222336 w 7472601"/>
              <a:gd name="connsiteY936" fmla="*/ 9480 h 6858000"/>
              <a:gd name="connsiteX937" fmla="*/ 1214634 w 7472601"/>
              <a:gd name="connsiteY937" fmla="*/ 0 h 6858000"/>
              <a:gd name="connsiteX938" fmla="*/ 1289827 w 7472601"/>
              <a:gd name="connsiteY938" fmla="*/ 0 h 6858000"/>
              <a:gd name="connsiteX939" fmla="*/ 1321076 w 7472601"/>
              <a:gd name="connsiteY939" fmla="*/ 59722 h 6858000"/>
              <a:gd name="connsiteX940" fmla="*/ 1512579 w 7472601"/>
              <a:gd name="connsiteY940" fmla="*/ 626441 h 6858000"/>
              <a:gd name="connsiteX941" fmla="*/ 1506076 w 7472601"/>
              <a:gd name="connsiteY941" fmla="*/ 1089289 h 6858000"/>
              <a:gd name="connsiteX942" fmla="*/ 1486346 w 7472601"/>
              <a:gd name="connsiteY942" fmla="*/ 1079919 h 6858000"/>
              <a:gd name="connsiteX943" fmla="*/ 1070511 w 7472601"/>
              <a:gd name="connsiteY943" fmla="*/ 48609 h 6858000"/>
              <a:gd name="connsiteX944" fmla="*/ 1057230 w 7472601"/>
              <a:gd name="connsiteY944" fmla="*/ 0 h 6858000"/>
              <a:gd name="connsiteX945" fmla="*/ 43151 w 7472601"/>
              <a:gd name="connsiteY945" fmla="*/ 0 h 6858000"/>
              <a:gd name="connsiteX946" fmla="*/ 95283 w 7472601"/>
              <a:gd name="connsiteY946" fmla="*/ 0 h 6858000"/>
              <a:gd name="connsiteX947" fmla="*/ 300708 w 7472601"/>
              <a:gd name="connsiteY947" fmla="*/ 154571 h 6858000"/>
              <a:gd name="connsiteX948" fmla="*/ 530414 w 7472601"/>
              <a:gd name="connsiteY948" fmla="*/ 354673 h 6858000"/>
              <a:gd name="connsiteX949" fmla="*/ 333785 w 7472601"/>
              <a:gd name="connsiteY949" fmla="*/ 161564 h 6858000"/>
              <a:gd name="connsiteX950" fmla="*/ 147005 w 7472601"/>
              <a:gd name="connsiteY950" fmla="*/ 0 h 6858000"/>
              <a:gd name="connsiteX951" fmla="*/ 272509 w 7472601"/>
              <a:gd name="connsiteY951" fmla="*/ 0 h 6858000"/>
              <a:gd name="connsiteX952" fmla="*/ 326276 w 7472601"/>
              <a:gd name="connsiteY952" fmla="*/ 45847 h 6858000"/>
              <a:gd name="connsiteX953" fmla="*/ 823759 w 7472601"/>
              <a:gd name="connsiteY953" fmla="*/ 574145 h 6858000"/>
              <a:gd name="connsiteX954" fmla="*/ 811254 w 7472601"/>
              <a:gd name="connsiteY954" fmla="*/ 665546 h 6858000"/>
              <a:gd name="connsiteX955" fmla="*/ 154042 w 7472601"/>
              <a:gd name="connsiteY955" fmla="*/ 261522 h 6858000"/>
              <a:gd name="connsiteX956" fmla="*/ 13550 w 7472601"/>
              <a:gd name="connsiteY956" fmla="*/ 158423 h 6858000"/>
              <a:gd name="connsiteX957" fmla="*/ 0 w 7472601"/>
              <a:gd name="connsiteY957" fmla="*/ 146618 h 6858000"/>
              <a:gd name="connsiteX958" fmla="*/ 0 w 7472601"/>
              <a:gd name="connsiteY958" fmla="*/ 59161 h 6858000"/>
              <a:gd name="connsiteX959" fmla="*/ 45427 w 7472601"/>
              <a:gd name="connsiteY959" fmla="*/ 101078 h 6858000"/>
              <a:gd name="connsiteX960" fmla="*/ 630103 w 7472601"/>
              <a:gd name="connsiteY960" fmla="*/ 485885 h 6858000"/>
              <a:gd name="connsiteX961" fmla="*/ 532040 w 7472601"/>
              <a:gd name="connsiteY961" fmla="*/ 399359 h 6858000"/>
              <a:gd name="connsiteX962" fmla="*/ 517618 w 7472601"/>
              <a:gd name="connsiteY962" fmla="*/ 385726 h 6858000"/>
              <a:gd name="connsiteX963" fmla="*/ 285074 w 7472601"/>
              <a:gd name="connsiteY963" fmla="*/ 182755 h 6858000"/>
              <a:gd name="connsiteX964" fmla="*/ 43151 w 7472601"/>
              <a:gd name="connsiteY964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312589 w 7472601"/>
              <a:gd name="connsiteY80" fmla="*/ 5982309 h 6858000"/>
              <a:gd name="connsiteX81" fmla="*/ 7448321 w 7472601"/>
              <a:gd name="connsiteY81" fmla="*/ 6190991 h 6858000"/>
              <a:gd name="connsiteX82" fmla="*/ 7467600 w 7472601"/>
              <a:gd name="connsiteY82" fmla="*/ 6221686 h 6858000"/>
              <a:gd name="connsiteX83" fmla="*/ 7467600 w 7472601"/>
              <a:gd name="connsiteY83" fmla="*/ 6334256 h 6858000"/>
              <a:gd name="connsiteX84" fmla="*/ 7454976 w 7472601"/>
              <a:gd name="connsiteY84" fmla="*/ 6318297 h 6858000"/>
              <a:gd name="connsiteX85" fmla="*/ 1456157 w 7472601"/>
              <a:gd name="connsiteY85" fmla="*/ 5371404 h 6858000"/>
              <a:gd name="connsiteX86" fmla="*/ 1244432 w 7472601"/>
              <a:gd name="connsiteY86" fmla="*/ 5385601 h 6858000"/>
              <a:gd name="connsiteX87" fmla="*/ 973990 w 7472601"/>
              <a:gd name="connsiteY87" fmla="*/ 5424940 h 6858000"/>
              <a:gd name="connsiteX88" fmla="*/ 1103809 w 7472601"/>
              <a:gd name="connsiteY88" fmla="*/ 5433720 h 6858000"/>
              <a:gd name="connsiteX89" fmla="*/ 1123454 w 7472601"/>
              <a:gd name="connsiteY89" fmla="*/ 5435727 h 6858000"/>
              <a:gd name="connsiteX90" fmla="*/ 1737017 w 7472601"/>
              <a:gd name="connsiteY90" fmla="*/ 5452183 h 6858000"/>
              <a:gd name="connsiteX91" fmla="*/ 1824397 w 7472601"/>
              <a:gd name="connsiteY91" fmla="*/ 5447757 h 6858000"/>
              <a:gd name="connsiteX92" fmla="*/ 2070059 w 7472601"/>
              <a:gd name="connsiteY92" fmla="*/ 5441660 h 6858000"/>
              <a:gd name="connsiteX93" fmla="*/ 1456157 w 7472601"/>
              <a:gd name="connsiteY93" fmla="*/ 5371404 h 6858000"/>
              <a:gd name="connsiteX94" fmla="*/ 4988186 w 7472601"/>
              <a:gd name="connsiteY94" fmla="*/ 5216467 h 6858000"/>
              <a:gd name="connsiteX95" fmla="*/ 4777334 w 7472601"/>
              <a:gd name="connsiteY95" fmla="*/ 5406072 h 6858000"/>
              <a:gd name="connsiteX96" fmla="*/ 4718341 w 7472601"/>
              <a:gd name="connsiteY96" fmla="*/ 5468043 h 6858000"/>
              <a:gd name="connsiteX97" fmla="*/ 4604655 w 7472601"/>
              <a:gd name="connsiteY97" fmla="*/ 5583434 h 6858000"/>
              <a:gd name="connsiteX98" fmla="*/ 4565074 w 7472601"/>
              <a:gd name="connsiteY98" fmla="*/ 5618550 h 6858000"/>
              <a:gd name="connsiteX99" fmla="*/ 4988186 w 7472601"/>
              <a:gd name="connsiteY99" fmla="*/ 5216467 h 6858000"/>
              <a:gd name="connsiteX100" fmla="*/ 4978032 w 7472601"/>
              <a:gd name="connsiteY100" fmla="*/ 5183809 h 6858000"/>
              <a:gd name="connsiteX101" fmla="*/ 4463413 w 7472601"/>
              <a:gd name="connsiteY101" fmla="*/ 5615162 h 6858000"/>
              <a:gd name="connsiteX102" fmla="*/ 4358134 w 7472601"/>
              <a:gd name="connsiteY102" fmla="*/ 5742791 h 6858000"/>
              <a:gd name="connsiteX103" fmla="*/ 4376219 w 7472601"/>
              <a:gd name="connsiteY103" fmla="*/ 5729027 h 6858000"/>
              <a:gd name="connsiteX104" fmla="*/ 4582340 w 7472601"/>
              <a:gd name="connsiteY104" fmla="*/ 5561037 h 6858000"/>
              <a:gd name="connsiteX105" fmla="*/ 4694684 w 7472601"/>
              <a:gd name="connsiteY105" fmla="*/ 5447098 h 6858000"/>
              <a:gd name="connsiteX106" fmla="*/ 4754123 w 7472601"/>
              <a:gd name="connsiteY106" fmla="*/ 5384643 h 6858000"/>
              <a:gd name="connsiteX107" fmla="*/ 4978032 w 7472601"/>
              <a:gd name="connsiteY107" fmla="*/ 5183809 h 6858000"/>
              <a:gd name="connsiteX108" fmla="*/ 1903353 w 7472601"/>
              <a:gd name="connsiteY108" fmla="*/ 5044827 h 6858000"/>
              <a:gd name="connsiteX109" fmla="*/ 1936931 w 7472601"/>
              <a:gd name="connsiteY109" fmla="*/ 5093954 h 6858000"/>
              <a:gd name="connsiteX110" fmla="*/ 2195868 w 7472601"/>
              <a:gd name="connsiteY110" fmla="*/ 5396574 h 6858000"/>
              <a:gd name="connsiteX111" fmla="*/ 2088852 w 7472601"/>
              <a:gd name="connsiteY111" fmla="*/ 5166123 h 6858000"/>
              <a:gd name="connsiteX112" fmla="*/ 1958241 w 7472601"/>
              <a:gd name="connsiteY112" fmla="*/ 5067955 h 6858000"/>
              <a:gd name="connsiteX113" fmla="*/ 1903353 w 7472601"/>
              <a:gd name="connsiteY113" fmla="*/ 5044827 h 6858000"/>
              <a:gd name="connsiteX114" fmla="*/ 1979378 w 7472601"/>
              <a:gd name="connsiteY114" fmla="*/ 4769504 h 6858000"/>
              <a:gd name="connsiteX115" fmla="*/ 2882120 w 7472601"/>
              <a:gd name="connsiteY115" fmla="*/ 5064547 h 6858000"/>
              <a:gd name="connsiteX116" fmla="*/ 2793103 w 7472601"/>
              <a:gd name="connsiteY116" fmla="*/ 5039699 h 6858000"/>
              <a:gd name="connsiteX117" fmla="*/ 2770041 w 7472601"/>
              <a:gd name="connsiteY117" fmla="*/ 5033634 h 6858000"/>
              <a:gd name="connsiteX118" fmla="*/ 1979378 w 7472601"/>
              <a:gd name="connsiteY118" fmla="*/ 4769504 h 6858000"/>
              <a:gd name="connsiteX119" fmla="*/ 1927410 w 7472601"/>
              <a:gd name="connsiteY119" fmla="*/ 4716164 h 6858000"/>
              <a:gd name="connsiteX120" fmla="*/ 1959587 w 7472601"/>
              <a:gd name="connsiteY120" fmla="*/ 4728849 h 6858000"/>
              <a:gd name="connsiteX121" fmla="*/ 2777707 w 7472601"/>
              <a:gd name="connsiteY121" fmla="*/ 5003991 h 6858000"/>
              <a:gd name="connsiteX122" fmla="*/ 2800768 w 7472601"/>
              <a:gd name="connsiteY122" fmla="*/ 5010056 h 6858000"/>
              <a:gd name="connsiteX123" fmla="*/ 2879408 w 7472601"/>
              <a:gd name="connsiteY123" fmla="*/ 5031590 h 6858000"/>
              <a:gd name="connsiteX124" fmla="*/ 2862295 w 7472601"/>
              <a:gd name="connsiteY124" fmla="*/ 5022958 h 6858000"/>
              <a:gd name="connsiteX125" fmla="*/ 2813343 w 7472601"/>
              <a:gd name="connsiteY125" fmla="*/ 4998369 h 6858000"/>
              <a:gd name="connsiteX126" fmla="*/ 2646245 w 7472601"/>
              <a:gd name="connsiteY126" fmla="*/ 4930999 h 6858000"/>
              <a:gd name="connsiteX127" fmla="*/ 1999243 w 7472601"/>
              <a:gd name="connsiteY127" fmla="*/ 4730524 h 6858000"/>
              <a:gd name="connsiteX128" fmla="*/ 1979527 w 7472601"/>
              <a:gd name="connsiteY128" fmla="*/ 4726651 h 6858000"/>
              <a:gd name="connsiteX129" fmla="*/ 1927410 w 7472601"/>
              <a:gd name="connsiteY129" fmla="*/ 4716164 h 6858000"/>
              <a:gd name="connsiteX130" fmla="*/ 1997014 w 7472601"/>
              <a:gd name="connsiteY130" fmla="*/ 4698007 h 6858000"/>
              <a:gd name="connsiteX131" fmla="*/ 2005458 w 7472601"/>
              <a:gd name="connsiteY131" fmla="*/ 4699540 h 6858000"/>
              <a:gd name="connsiteX132" fmla="*/ 2657186 w 7472601"/>
              <a:gd name="connsiteY132" fmla="*/ 4901687 h 6858000"/>
              <a:gd name="connsiteX133" fmla="*/ 2826662 w 7472601"/>
              <a:gd name="connsiteY133" fmla="*/ 4970362 h 6858000"/>
              <a:gd name="connsiteX134" fmla="*/ 2876100 w 7472601"/>
              <a:gd name="connsiteY134" fmla="*/ 4995397 h 6858000"/>
              <a:gd name="connsiteX135" fmla="*/ 3042600 w 7472601"/>
              <a:gd name="connsiteY135" fmla="*/ 5059532 h 6858000"/>
              <a:gd name="connsiteX136" fmla="*/ 1997014 w 7472601"/>
              <a:gd name="connsiteY136" fmla="*/ 4698007 h 6858000"/>
              <a:gd name="connsiteX137" fmla="*/ 2305292 w 7472601"/>
              <a:gd name="connsiteY137" fmla="*/ 4219492 h 6858000"/>
              <a:gd name="connsiteX138" fmla="*/ 3360922 w 7472601"/>
              <a:gd name="connsiteY138" fmla="*/ 4529373 h 6858000"/>
              <a:gd name="connsiteX139" fmla="*/ 3492420 w 7472601"/>
              <a:gd name="connsiteY139" fmla="*/ 4510145 h 6858000"/>
              <a:gd name="connsiteX140" fmla="*/ 3364086 w 7472601"/>
              <a:gd name="connsiteY140" fmla="*/ 4480340 h 6858000"/>
              <a:gd name="connsiteX141" fmla="*/ 3225818 w 7472601"/>
              <a:gd name="connsiteY141" fmla="*/ 4411822 h 6858000"/>
              <a:gd name="connsiteX142" fmla="*/ 3129696 w 7472601"/>
              <a:gd name="connsiteY142" fmla="*/ 4360704 h 6858000"/>
              <a:gd name="connsiteX143" fmla="*/ 2814545 w 7472601"/>
              <a:gd name="connsiteY143" fmla="*/ 4282955 h 6858000"/>
              <a:gd name="connsiteX144" fmla="*/ 2305292 w 7472601"/>
              <a:gd name="connsiteY144" fmla="*/ 4219492 h 6858000"/>
              <a:gd name="connsiteX145" fmla="*/ 2626982 w 7472601"/>
              <a:gd name="connsiteY145" fmla="*/ 4206450 h 6858000"/>
              <a:gd name="connsiteX146" fmla="*/ 2490617 w 7472601"/>
              <a:gd name="connsiteY146" fmla="*/ 4206951 h 6858000"/>
              <a:gd name="connsiteX147" fmla="*/ 2819869 w 7472601"/>
              <a:gd name="connsiteY147" fmla="*/ 4252936 h 6858000"/>
              <a:gd name="connsiteX148" fmla="*/ 3143018 w 7472601"/>
              <a:gd name="connsiteY148" fmla="*/ 4332698 h 6858000"/>
              <a:gd name="connsiteX149" fmla="*/ 3241520 w 7472601"/>
              <a:gd name="connsiteY149" fmla="*/ 4385112 h 6858000"/>
              <a:gd name="connsiteX150" fmla="*/ 3374575 w 7472601"/>
              <a:gd name="connsiteY150" fmla="*/ 4451517 h 6858000"/>
              <a:gd name="connsiteX151" fmla="*/ 3505221 w 7472601"/>
              <a:gd name="connsiteY151" fmla="*/ 4480757 h 6858000"/>
              <a:gd name="connsiteX152" fmla="*/ 2626982 w 7472601"/>
              <a:gd name="connsiteY152" fmla="*/ 4206450 h 6858000"/>
              <a:gd name="connsiteX153" fmla="*/ 1310106 w 7472601"/>
              <a:gd name="connsiteY153" fmla="*/ 3943217 h 6858000"/>
              <a:gd name="connsiteX154" fmla="*/ 854994 w 7472601"/>
              <a:gd name="connsiteY154" fmla="*/ 4399136 h 6858000"/>
              <a:gd name="connsiteX155" fmla="*/ 742462 w 7472601"/>
              <a:gd name="connsiteY155" fmla="*/ 4594648 h 6858000"/>
              <a:gd name="connsiteX156" fmla="*/ 820602 w 7472601"/>
              <a:gd name="connsiteY156" fmla="*/ 4485915 h 6858000"/>
              <a:gd name="connsiteX157" fmla="*/ 878295 w 7472601"/>
              <a:gd name="connsiteY157" fmla="*/ 4403594 h 6858000"/>
              <a:gd name="connsiteX158" fmla="*/ 1240607 w 7472601"/>
              <a:gd name="connsiteY158" fmla="*/ 4010401 h 6858000"/>
              <a:gd name="connsiteX159" fmla="*/ 1310106 w 7472601"/>
              <a:gd name="connsiteY159" fmla="*/ 3943217 h 6858000"/>
              <a:gd name="connsiteX160" fmla="*/ 1423113 w 7472601"/>
              <a:gd name="connsiteY160" fmla="*/ 3874565 h 6858000"/>
              <a:gd name="connsiteX161" fmla="*/ 1260565 w 7472601"/>
              <a:gd name="connsiteY161" fmla="*/ 4031982 h 6858000"/>
              <a:gd name="connsiteX162" fmla="*/ 901900 w 7472601"/>
              <a:gd name="connsiteY162" fmla="*/ 4421236 h 6858000"/>
              <a:gd name="connsiteX163" fmla="*/ 845044 w 7472601"/>
              <a:gd name="connsiteY163" fmla="*/ 4502436 h 6858000"/>
              <a:gd name="connsiteX164" fmla="*/ 685926 w 7472601"/>
              <a:gd name="connsiteY164" fmla="*/ 4703069 h 6858000"/>
              <a:gd name="connsiteX165" fmla="*/ 684248 w 7472601"/>
              <a:gd name="connsiteY165" fmla="*/ 4706721 h 6858000"/>
              <a:gd name="connsiteX166" fmla="*/ 1423113 w 7472601"/>
              <a:gd name="connsiteY166" fmla="*/ 3874565 h 6858000"/>
              <a:gd name="connsiteX167" fmla="*/ 3316479 w 7472601"/>
              <a:gd name="connsiteY167" fmla="*/ 3872136 h 6858000"/>
              <a:gd name="connsiteX168" fmla="*/ 3546806 w 7472601"/>
              <a:gd name="connsiteY168" fmla="*/ 4356139 h 6858000"/>
              <a:gd name="connsiteX169" fmla="*/ 3364433 w 7472601"/>
              <a:gd name="connsiteY169" fmla="*/ 3953121 h 6858000"/>
              <a:gd name="connsiteX170" fmla="*/ 3316479 w 7472601"/>
              <a:gd name="connsiteY170" fmla="*/ 3872136 h 6858000"/>
              <a:gd name="connsiteX171" fmla="*/ 3291335 w 7472601"/>
              <a:gd name="connsiteY171" fmla="*/ 3767420 h 6858000"/>
              <a:gd name="connsiteX172" fmla="*/ 3390805 w 7472601"/>
              <a:gd name="connsiteY172" fmla="*/ 3937163 h 6858000"/>
              <a:gd name="connsiteX173" fmla="*/ 3579062 w 7472601"/>
              <a:gd name="connsiteY173" fmla="*/ 4359040 h 6858000"/>
              <a:gd name="connsiteX174" fmla="*/ 3467355 w 7472601"/>
              <a:gd name="connsiteY174" fmla="*/ 3988130 h 6858000"/>
              <a:gd name="connsiteX175" fmla="*/ 3310753 w 7472601"/>
              <a:gd name="connsiteY175" fmla="*/ 3787140 h 6858000"/>
              <a:gd name="connsiteX176" fmla="*/ 3291335 w 7472601"/>
              <a:gd name="connsiteY176" fmla="*/ 3767420 h 6858000"/>
              <a:gd name="connsiteX177" fmla="*/ 1635889 w 7472601"/>
              <a:gd name="connsiteY177" fmla="*/ 3709494 h 6858000"/>
              <a:gd name="connsiteX178" fmla="*/ 1634800 w 7472601"/>
              <a:gd name="connsiteY178" fmla="*/ 3731111 h 6858000"/>
              <a:gd name="connsiteX179" fmla="*/ 1635889 w 7472601"/>
              <a:gd name="connsiteY179" fmla="*/ 3709494 h 6858000"/>
              <a:gd name="connsiteX180" fmla="*/ 1510397 w 7472601"/>
              <a:gd name="connsiteY180" fmla="*/ 3684705 h 6858000"/>
              <a:gd name="connsiteX181" fmla="*/ 1146550 w 7472601"/>
              <a:gd name="connsiteY181" fmla="*/ 3802012 h 6858000"/>
              <a:gd name="connsiteX182" fmla="*/ 698834 w 7472601"/>
              <a:gd name="connsiteY182" fmla="*/ 3952272 h 6858000"/>
              <a:gd name="connsiteX183" fmla="*/ 34256 w 7472601"/>
              <a:gd name="connsiteY183" fmla="*/ 4347603 h 6858000"/>
              <a:gd name="connsiteX184" fmla="*/ 527241 w 7472601"/>
              <a:gd name="connsiteY184" fmla="*/ 4065078 h 6858000"/>
              <a:gd name="connsiteX185" fmla="*/ 1510397 w 7472601"/>
              <a:gd name="connsiteY185" fmla="*/ 3684705 h 6858000"/>
              <a:gd name="connsiteX186" fmla="*/ 1313114 w 7472601"/>
              <a:gd name="connsiteY186" fmla="*/ 3655216 h 6858000"/>
              <a:gd name="connsiteX187" fmla="*/ 1109304 w 7472601"/>
              <a:gd name="connsiteY187" fmla="*/ 3669030 h 6858000"/>
              <a:gd name="connsiteX188" fmla="*/ 8129 w 7472601"/>
              <a:gd name="connsiteY188" fmla="*/ 4330519 h 6858000"/>
              <a:gd name="connsiteX189" fmla="*/ 687572 w 7472601"/>
              <a:gd name="connsiteY189" fmla="*/ 3925629 h 6858000"/>
              <a:gd name="connsiteX190" fmla="*/ 1138365 w 7472601"/>
              <a:gd name="connsiteY190" fmla="*/ 3774515 h 6858000"/>
              <a:gd name="connsiteX191" fmla="*/ 1505579 w 7472601"/>
              <a:gd name="connsiteY191" fmla="*/ 3655526 h 6858000"/>
              <a:gd name="connsiteX192" fmla="*/ 1313114 w 7472601"/>
              <a:gd name="connsiteY192" fmla="*/ 3655216 h 6858000"/>
              <a:gd name="connsiteX193" fmla="*/ 3655073 w 7472601"/>
              <a:gd name="connsiteY193" fmla="*/ 3650884 h 6858000"/>
              <a:gd name="connsiteX194" fmla="*/ 3989938 w 7472601"/>
              <a:gd name="connsiteY194" fmla="*/ 3991685 h 6858000"/>
              <a:gd name="connsiteX195" fmla="*/ 4393907 w 7472601"/>
              <a:gd name="connsiteY195" fmla="*/ 4261258 h 6858000"/>
              <a:gd name="connsiteX196" fmla="*/ 4648051 w 7472601"/>
              <a:gd name="connsiteY196" fmla="*/ 4374051 h 6858000"/>
              <a:gd name="connsiteX197" fmla="*/ 4383389 w 7472601"/>
              <a:gd name="connsiteY197" fmla="*/ 4184369 h 6858000"/>
              <a:gd name="connsiteX198" fmla="*/ 4165508 w 7472601"/>
              <a:gd name="connsiteY198" fmla="*/ 4035196 h 6858000"/>
              <a:gd name="connsiteX199" fmla="*/ 4068162 w 7472601"/>
              <a:gd name="connsiteY199" fmla="*/ 3953394 h 6858000"/>
              <a:gd name="connsiteX200" fmla="*/ 3981416 w 7472601"/>
              <a:gd name="connsiteY200" fmla="*/ 3880482 h 6858000"/>
              <a:gd name="connsiteX201" fmla="*/ 3800147 w 7472601"/>
              <a:gd name="connsiteY201" fmla="*/ 3749872 h 6858000"/>
              <a:gd name="connsiteX202" fmla="*/ 3655073 w 7472601"/>
              <a:gd name="connsiteY202" fmla="*/ 3650884 h 6858000"/>
              <a:gd name="connsiteX203" fmla="*/ 3670252 w 7472601"/>
              <a:gd name="connsiteY203" fmla="*/ 3622798 h 6858000"/>
              <a:gd name="connsiteX204" fmla="*/ 3817258 w 7472601"/>
              <a:gd name="connsiteY204" fmla="*/ 3723577 h 6858000"/>
              <a:gd name="connsiteX205" fmla="*/ 4000461 w 7472601"/>
              <a:gd name="connsiteY205" fmla="*/ 3855966 h 6858000"/>
              <a:gd name="connsiteX206" fmla="*/ 4088180 w 7472601"/>
              <a:gd name="connsiteY206" fmla="*/ 3929774 h 6858000"/>
              <a:gd name="connsiteX207" fmla="*/ 4184555 w 7472601"/>
              <a:gd name="connsiteY207" fmla="*/ 4010683 h 6858000"/>
              <a:gd name="connsiteX208" fmla="*/ 4399563 w 7472601"/>
              <a:gd name="connsiteY208" fmla="*/ 4158106 h 6858000"/>
              <a:gd name="connsiteX209" fmla="*/ 4684469 w 7472601"/>
              <a:gd name="connsiteY209" fmla="*/ 4364680 h 6858000"/>
              <a:gd name="connsiteX210" fmla="*/ 4690271 w 7472601"/>
              <a:gd name="connsiteY210" fmla="*/ 4370034 h 6858000"/>
              <a:gd name="connsiteX211" fmla="*/ 4136093 w 7472601"/>
              <a:gd name="connsiteY211" fmla="*/ 3858466 h 6858000"/>
              <a:gd name="connsiteX212" fmla="*/ 3670252 w 7472601"/>
              <a:gd name="connsiteY212" fmla="*/ 3622798 h 6858000"/>
              <a:gd name="connsiteX213" fmla="*/ 4440129 w 7472601"/>
              <a:gd name="connsiteY213" fmla="*/ 3448571 h 6858000"/>
              <a:gd name="connsiteX214" fmla="*/ 4856525 w 7472601"/>
              <a:gd name="connsiteY214" fmla="*/ 3915351 h 6858000"/>
              <a:gd name="connsiteX215" fmla="*/ 5059055 w 7472601"/>
              <a:gd name="connsiteY215" fmla="*/ 4108918 h 6858000"/>
              <a:gd name="connsiteX216" fmla="*/ 5290070 w 7472601"/>
              <a:gd name="connsiteY216" fmla="*/ 4263619 h 6858000"/>
              <a:gd name="connsiteX217" fmla="*/ 4834991 w 7472601"/>
              <a:gd name="connsiteY217" fmla="*/ 3830985 h 6858000"/>
              <a:gd name="connsiteX218" fmla="*/ 4440129 w 7472601"/>
              <a:gd name="connsiteY218" fmla="*/ 3448571 h 6858000"/>
              <a:gd name="connsiteX219" fmla="*/ 4441737 w 7472601"/>
              <a:gd name="connsiteY219" fmla="*/ 3399734 h 6858000"/>
              <a:gd name="connsiteX220" fmla="*/ 4431236 w 7472601"/>
              <a:gd name="connsiteY220" fmla="*/ 3400954 h 6858000"/>
              <a:gd name="connsiteX221" fmla="*/ 4557150 w 7472601"/>
              <a:gd name="connsiteY221" fmla="*/ 3510023 h 6858000"/>
              <a:gd name="connsiteX222" fmla="*/ 4856936 w 7472601"/>
              <a:gd name="connsiteY222" fmla="*/ 3809146 h 6858000"/>
              <a:gd name="connsiteX223" fmla="*/ 5111996 w 7472601"/>
              <a:gd name="connsiteY223" fmla="*/ 4065759 h 6858000"/>
              <a:gd name="connsiteX224" fmla="*/ 5388878 w 7472601"/>
              <a:gd name="connsiteY224" fmla="*/ 4300185 h 6858000"/>
              <a:gd name="connsiteX225" fmla="*/ 5425556 w 7472601"/>
              <a:gd name="connsiteY225" fmla="*/ 4308967 h 6858000"/>
              <a:gd name="connsiteX226" fmla="*/ 4943646 w 7472601"/>
              <a:gd name="connsiteY226" fmla="*/ 3822916 h 6858000"/>
              <a:gd name="connsiteX227" fmla="*/ 4594837 w 7472601"/>
              <a:gd name="connsiteY227" fmla="*/ 3532274 h 6858000"/>
              <a:gd name="connsiteX228" fmla="*/ 4441737 w 7472601"/>
              <a:gd name="connsiteY228" fmla="*/ 3399734 h 6858000"/>
              <a:gd name="connsiteX229" fmla="*/ 5425834 w 7472601"/>
              <a:gd name="connsiteY229" fmla="*/ 3162785 h 6858000"/>
              <a:gd name="connsiteX230" fmla="*/ 5401644 w 7472601"/>
              <a:gd name="connsiteY230" fmla="*/ 3617847 h 6858000"/>
              <a:gd name="connsiteX231" fmla="*/ 5467256 w 7472601"/>
              <a:gd name="connsiteY231" fmla="*/ 4175494 h 6858000"/>
              <a:gd name="connsiteX232" fmla="*/ 5448069 w 7472601"/>
              <a:gd name="connsiteY232" fmla="*/ 3567554 h 6858000"/>
              <a:gd name="connsiteX233" fmla="*/ 5425834 w 7472601"/>
              <a:gd name="connsiteY233" fmla="*/ 3162785 h 6858000"/>
              <a:gd name="connsiteX234" fmla="*/ 1318687 w 7472601"/>
              <a:gd name="connsiteY234" fmla="*/ 3113840 h 6858000"/>
              <a:gd name="connsiteX235" fmla="*/ 1066793 w 7472601"/>
              <a:gd name="connsiteY235" fmla="*/ 3212171 h 6858000"/>
              <a:gd name="connsiteX236" fmla="*/ 993319 w 7472601"/>
              <a:gd name="connsiteY236" fmla="*/ 3247648 h 6858000"/>
              <a:gd name="connsiteX237" fmla="*/ 853081 w 7472601"/>
              <a:gd name="connsiteY237" fmla="*/ 3312410 h 6858000"/>
              <a:gd name="connsiteX238" fmla="*/ 805957 w 7472601"/>
              <a:gd name="connsiteY238" fmla="*/ 3330443 h 6858000"/>
              <a:gd name="connsiteX239" fmla="*/ 1318687 w 7472601"/>
              <a:gd name="connsiteY239" fmla="*/ 3113840 h 6858000"/>
              <a:gd name="connsiteX240" fmla="*/ 5453702 w 7472601"/>
              <a:gd name="connsiteY240" fmla="*/ 3090882 h 6858000"/>
              <a:gd name="connsiteX241" fmla="*/ 5480135 w 7472601"/>
              <a:gd name="connsiteY241" fmla="*/ 3565802 h 6858000"/>
              <a:gd name="connsiteX242" fmla="*/ 5499023 w 7472601"/>
              <a:gd name="connsiteY242" fmla="*/ 4166310 h 6858000"/>
              <a:gd name="connsiteX243" fmla="*/ 5547022 w 7472601"/>
              <a:gd name="connsiteY243" fmla="*/ 3607838 h 6858000"/>
              <a:gd name="connsiteX244" fmla="*/ 5515964 w 7472601"/>
              <a:gd name="connsiteY244" fmla="*/ 3378541 h 6858000"/>
              <a:gd name="connsiteX245" fmla="*/ 5453702 w 7472601"/>
              <a:gd name="connsiteY245" fmla="*/ 3090882 h 6858000"/>
              <a:gd name="connsiteX246" fmla="*/ 1238695 w 7472601"/>
              <a:gd name="connsiteY246" fmla="*/ 3076820 h 6858000"/>
              <a:gd name="connsiteX247" fmla="*/ 716371 w 7472601"/>
              <a:gd name="connsiteY247" fmla="*/ 3293249 h 6858000"/>
              <a:gd name="connsiteX248" fmla="*/ 579522 w 7472601"/>
              <a:gd name="connsiteY248" fmla="*/ 3371759 h 6858000"/>
              <a:gd name="connsiteX249" fmla="*/ 600288 w 7472601"/>
              <a:gd name="connsiteY249" fmla="*/ 3365555 h 6858000"/>
              <a:gd name="connsiteX250" fmla="*/ 840692 w 7472601"/>
              <a:gd name="connsiteY250" fmla="*/ 3284921 h 6858000"/>
              <a:gd name="connsiteX251" fmla="*/ 979248 w 7472601"/>
              <a:gd name="connsiteY251" fmla="*/ 3221003 h 6858000"/>
              <a:gd name="connsiteX252" fmla="*/ 1053282 w 7472601"/>
              <a:gd name="connsiteY252" fmla="*/ 3185247 h 6858000"/>
              <a:gd name="connsiteX253" fmla="*/ 1320603 w 7472601"/>
              <a:gd name="connsiteY253" fmla="*/ 3081281 h 6858000"/>
              <a:gd name="connsiteX254" fmla="*/ 1238695 w 7472601"/>
              <a:gd name="connsiteY254" fmla="*/ 3076820 h 6858000"/>
              <a:gd name="connsiteX255" fmla="*/ 5425627 w 7472601"/>
              <a:gd name="connsiteY255" fmla="*/ 2954192 h 6858000"/>
              <a:gd name="connsiteX256" fmla="*/ 5470770 w 7472601"/>
              <a:gd name="connsiteY256" fmla="*/ 3005435 h 6858000"/>
              <a:gd name="connsiteX257" fmla="*/ 5519779 w 7472601"/>
              <a:gd name="connsiteY257" fmla="*/ 4359223 h 6858000"/>
              <a:gd name="connsiteX258" fmla="*/ 5520293 w 7472601"/>
              <a:gd name="connsiteY258" fmla="*/ 4360602 h 6858000"/>
              <a:gd name="connsiteX259" fmla="*/ 5767221 w 7472601"/>
              <a:gd name="connsiteY259" fmla="*/ 4665564 h 6858000"/>
              <a:gd name="connsiteX260" fmla="*/ 6937169 w 7472601"/>
              <a:gd name="connsiteY260" fmla="*/ 4815941 h 6858000"/>
              <a:gd name="connsiteX261" fmla="*/ 6953922 w 7472601"/>
              <a:gd name="connsiteY261" fmla="*/ 4890068 h 6858000"/>
              <a:gd name="connsiteX262" fmla="*/ 6071359 w 7472601"/>
              <a:gd name="connsiteY262" fmla="*/ 4770770 h 6858000"/>
              <a:gd name="connsiteX263" fmla="*/ 6038839 w 7472601"/>
              <a:gd name="connsiteY263" fmla="*/ 4764474 h 6858000"/>
              <a:gd name="connsiteX264" fmla="*/ 6038706 w 7472601"/>
              <a:gd name="connsiteY264" fmla="*/ 4763847 h 6858000"/>
              <a:gd name="connsiteX265" fmla="*/ 6037784 w 7472601"/>
              <a:gd name="connsiteY265" fmla="*/ 4764270 h 6858000"/>
              <a:gd name="connsiteX266" fmla="*/ 6038839 w 7472601"/>
              <a:gd name="connsiteY266" fmla="*/ 4764474 h 6858000"/>
              <a:gd name="connsiteX267" fmla="*/ 6040338 w 7472601"/>
              <a:gd name="connsiteY267" fmla="*/ 4771418 h 6858000"/>
              <a:gd name="connsiteX268" fmla="*/ 6024488 w 7472601"/>
              <a:gd name="connsiteY268" fmla="*/ 4809903 h 6858000"/>
              <a:gd name="connsiteX269" fmla="*/ 5599771 w 7472601"/>
              <a:gd name="connsiteY269" fmla="*/ 5509652 h 6858000"/>
              <a:gd name="connsiteX270" fmla="*/ 5548843 w 7472601"/>
              <a:gd name="connsiteY270" fmla="*/ 5563845 h 6858000"/>
              <a:gd name="connsiteX271" fmla="*/ 5940952 w 7472601"/>
              <a:gd name="connsiteY271" fmla="*/ 6250028 h 6858000"/>
              <a:gd name="connsiteX272" fmla="*/ 6043441 w 7472601"/>
              <a:gd name="connsiteY272" fmla="*/ 6665847 h 6858000"/>
              <a:gd name="connsiteX273" fmla="*/ 6093432 w 7472601"/>
              <a:gd name="connsiteY273" fmla="*/ 6858000 h 6858000"/>
              <a:gd name="connsiteX274" fmla="*/ 6034344 w 7472601"/>
              <a:gd name="connsiteY274" fmla="*/ 6858000 h 6858000"/>
              <a:gd name="connsiteX275" fmla="*/ 6026679 w 7472601"/>
              <a:gd name="connsiteY275" fmla="*/ 6836959 h 6858000"/>
              <a:gd name="connsiteX276" fmla="*/ 5800441 w 7472601"/>
              <a:gd name="connsiteY276" fmla="*/ 6335286 h 6858000"/>
              <a:gd name="connsiteX277" fmla="*/ 5526562 w 7472601"/>
              <a:gd name="connsiteY277" fmla="*/ 5705388 h 6858000"/>
              <a:gd name="connsiteX278" fmla="*/ 5519640 w 7472601"/>
              <a:gd name="connsiteY278" fmla="*/ 5683774 h 6858000"/>
              <a:gd name="connsiteX279" fmla="*/ 5844559 w 7472601"/>
              <a:gd name="connsiteY279" fmla="*/ 6553349 h 6858000"/>
              <a:gd name="connsiteX280" fmla="*/ 5975994 w 7472601"/>
              <a:gd name="connsiteY280" fmla="*/ 6858000 h 6858000"/>
              <a:gd name="connsiteX281" fmla="*/ 5898547 w 7472601"/>
              <a:gd name="connsiteY281" fmla="*/ 6858000 h 6858000"/>
              <a:gd name="connsiteX282" fmla="*/ 5682041 w 7472601"/>
              <a:gd name="connsiteY282" fmla="*/ 6355860 h 6858000"/>
              <a:gd name="connsiteX283" fmla="*/ 5461758 w 7472601"/>
              <a:gd name="connsiteY283" fmla="*/ 5820220 h 6858000"/>
              <a:gd name="connsiteX284" fmla="*/ 5237282 w 7472601"/>
              <a:gd name="connsiteY284" fmla="*/ 6579086 h 6858000"/>
              <a:gd name="connsiteX285" fmla="*/ 5115009 w 7472601"/>
              <a:gd name="connsiteY285" fmla="*/ 6858000 h 6858000"/>
              <a:gd name="connsiteX286" fmla="*/ 5028074 w 7472601"/>
              <a:gd name="connsiteY286" fmla="*/ 6858000 h 6858000"/>
              <a:gd name="connsiteX287" fmla="*/ 5079508 w 7472601"/>
              <a:gd name="connsiteY287" fmla="*/ 6749074 h 6858000"/>
              <a:gd name="connsiteX288" fmla="*/ 5371846 w 7472601"/>
              <a:gd name="connsiteY288" fmla="*/ 5924413 h 6858000"/>
              <a:gd name="connsiteX289" fmla="*/ 5270512 w 7472601"/>
              <a:gd name="connsiteY289" fmla="*/ 6138975 h 6858000"/>
              <a:gd name="connsiteX290" fmla="*/ 5062409 w 7472601"/>
              <a:gd name="connsiteY290" fmla="*/ 6653544 h 6858000"/>
              <a:gd name="connsiteX291" fmla="*/ 5036628 w 7472601"/>
              <a:gd name="connsiteY291" fmla="*/ 6754247 h 6858000"/>
              <a:gd name="connsiteX292" fmla="*/ 5009112 w 7472601"/>
              <a:gd name="connsiteY292" fmla="*/ 6858000 h 6858000"/>
              <a:gd name="connsiteX293" fmla="*/ 4976679 w 7472601"/>
              <a:gd name="connsiteY293" fmla="*/ 6858000 h 6858000"/>
              <a:gd name="connsiteX294" fmla="*/ 5006537 w 7472601"/>
              <a:gd name="connsiteY294" fmla="*/ 6747068 h 6858000"/>
              <a:gd name="connsiteX295" fmla="*/ 5032723 w 7472601"/>
              <a:gd name="connsiteY295" fmla="*/ 6644957 h 6858000"/>
              <a:gd name="connsiteX296" fmla="*/ 5242949 w 7472601"/>
              <a:gd name="connsiteY296" fmla="*/ 6125175 h 6858000"/>
              <a:gd name="connsiteX297" fmla="*/ 5286321 w 7472601"/>
              <a:gd name="connsiteY297" fmla="*/ 6033555 h 6858000"/>
              <a:gd name="connsiteX298" fmla="*/ 5008210 w 7472601"/>
              <a:gd name="connsiteY298" fmla="*/ 6649194 h 6858000"/>
              <a:gd name="connsiteX299" fmla="*/ 4986321 w 7472601"/>
              <a:gd name="connsiteY299" fmla="*/ 6765687 h 6858000"/>
              <a:gd name="connsiteX300" fmla="*/ 4973474 w 7472601"/>
              <a:gd name="connsiteY300" fmla="*/ 6858000 h 6858000"/>
              <a:gd name="connsiteX301" fmla="*/ 4907178 w 7472601"/>
              <a:gd name="connsiteY301" fmla="*/ 6858000 h 6858000"/>
              <a:gd name="connsiteX302" fmla="*/ 4910810 w 7472601"/>
              <a:gd name="connsiteY302" fmla="*/ 6829660 h 6858000"/>
              <a:gd name="connsiteX303" fmla="*/ 4987461 w 7472601"/>
              <a:gd name="connsiteY303" fmla="*/ 6432994 h 6858000"/>
              <a:gd name="connsiteX304" fmla="*/ 5179262 w 7472601"/>
              <a:gd name="connsiteY304" fmla="*/ 6035044 h 6858000"/>
              <a:gd name="connsiteX305" fmla="*/ 4689678 w 7472601"/>
              <a:gd name="connsiteY305" fmla="*/ 6440241 h 6858000"/>
              <a:gd name="connsiteX306" fmla="*/ 4477543 w 7472601"/>
              <a:gd name="connsiteY306" fmla="*/ 6674836 h 6858000"/>
              <a:gd name="connsiteX307" fmla="*/ 4329957 w 7472601"/>
              <a:gd name="connsiteY307" fmla="*/ 6858000 h 6858000"/>
              <a:gd name="connsiteX308" fmla="*/ 4218595 w 7472601"/>
              <a:gd name="connsiteY308" fmla="*/ 6858000 h 6858000"/>
              <a:gd name="connsiteX309" fmla="*/ 4368888 w 7472601"/>
              <a:gd name="connsiteY309" fmla="*/ 6668412 h 6858000"/>
              <a:gd name="connsiteX310" fmla="*/ 4563091 w 7472601"/>
              <a:gd name="connsiteY310" fmla="*/ 6442508 h 6858000"/>
              <a:gd name="connsiteX311" fmla="*/ 5387324 w 7472601"/>
              <a:gd name="connsiteY311" fmla="*/ 5705830 h 6858000"/>
              <a:gd name="connsiteX312" fmla="*/ 5073620 w 7472601"/>
              <a:gd name="connsiteY312" fmla="*/ 5955437 h 6858000"/>
              <a:gd name="connsiteX313" fmla="*/ 4689789 w 7472601"/>
              <a:gd name="connsiteY313" fmla="*/ 6268382 h 6858000"/>
              <a:gd name="connsiteX314" fmla="*/ 4418722 w 7472601"/>
              <a:gd name="connsiteY314" fmla="*/ 6570886 h 6858000"/>
              <a:gd name="connsiteX315" fmla="*/ 4214944 w 7472601"/>
              <a:gd name="connsiteY315" fmla="*/ 6858000 h 6858000"/>
              <a:gd name="connsiteX316" fmla="*/ 4177898 w 7472601"/>
              <a:gd name="connsiteY316" fmla="*/ 6858000 h 6858000"/>
              <a:gd name="connsiteX317" fmla="*/ 4391597 w 7472601"/>
              <a:gd name="connsiteY317" fmla="*/ 6556370 h 6858000"/>
              <a:gd name="connsiteX318" fmla="*/ 4668889 w 7472601"/>
              <a:gd name="connsiteY318" fmla="*/ 6246399 h 6858000"/>
              <a:gd name="connsiteX319" fmla="*/ 5055427 w 7472601"/>
              <a:gd name="connsiteY319" fmla="*/ 5931476 h 6858000"/>
              <a:gd name="connsiteX320" fmla="*/ 5371814 w 7472601"/>
              <a:gd name="connsiteY320" fmla="*/ 5678975 h 6858000"/>
              <a:gd name="connsiteX321" fmla="*/ 4987918 w 7472601"/>
              <a:gd name="connsiteY321" fmla="*/ 5838701 h 6858000"/>
              <a:gd name="connsiteX322" fmla="*/ 4317146 w 7472601"/>
              <a:gd name="connsiteY322" fmla="*/ 6587716 h 6858000"/>
              <a:gd name="connsiteX323" fmla="*/ 4171627 w 7472601"/>
              <a:gd name="connsiteY323" fmla="*/ 6858000 h 6858000"/>
              <a:gd name="connsiteX324" fmla="*/ 4081585 w 7472601"/>
              <a:gd name="connsiteY324" fmla="*/ 6858000 h 6858000"/>
              <a:gd name="connsiteX325" fmla="*/ 4238603 w 7472601"/>
              <a:gd name="connsiteY325" fmla="*/ 6559341 h 6858000"/>
              <a:gd name="connsiteX326" fmla="*/ 4778333 w 7472601"/>
              <a:gd name="connsiteY326" fmla="*/ 5873626 h 6858000"/>
              <a:gd name="connsiteX327" fmla="*/ 5414185 w 7472601"/>
              <a:gd name="connsiteY327" fmla="*/ 5573882 h 6858000"/>
              <a:gd name="connsiteX328" fmla="*/ 5959648 w 7472601"/>
              <a:gd name="connsiteY328" fmla="*/ 4760797 h 6858000"/>
              <a:gd name="connsiteX329" fmla="*/ 5355019 w 7472601"/>
              <a:gd name="connsiteY329" fmla="*/ 4734672 h 6858000"/>
              <a:gd name="connsiteX330" fmla="*/ 5083565 w 7472601"/>
              <a:gd name="connsiteY330" fmla="*/ 5179121 h 6858000"/>
              <a:gd name="connsiteX331" fmla="*/ 4713577 w 7472601"/>
              <a:gd name="connsiteY331" fmla="*/ 5616803 h 6858000"/>
              <a:gd name="connsiteX332" fmla="*/ 3989559 w 7472601"/>
              <a:gd name="connsiteY332" fmla="*/ 6145945 h 6858000"/>
              <a:gd name="connsiteX333" fmla="*/ 3939824 w 7472601"/>
              <a:gd name="connsiteY333" fmla="*/ 6066900 h 6858000"/>
              <a:gd name="connsiteX334" fmla="*/ 4584537 w 7472601"/>
              <a:gd name="connsiteY334" fmla="*/ 5324826 h 6858000"/>
              <a:gd name="connsiteX335" fmla="*/ 5037105 w 7472601"/>
              <a:gd name="connsiteY335" fmla="*/ 5088765 h 6858000"/>
              <a:gd name="connsiteX336" fmla="*/ 5039930 w 7472601"/>
              <a:gd name="connsiteY336" fmla="*/ 5089585 h 6858000"/>
              <a:gd name="connsiteX337" fmla="*/ 5263764 w 7472601"/>
              <a:gd name="connsiteY337" fmla="*/ 4735525 h 6858000"/>
              <a:gd name="connsiteX338" fmla="*/ 4086300 w 7472601"/>
              <a:gd name="connsiteY338" fmla="*/ 4884599 h 6858000"/>
              <a:gd name="connsiteX339" fmla="*/ 4085485 w 7472601"/>
              <a:gd name="connsiteY339" fmla="*/ 4899070 h 6858000"/>
              <a:gd name="connsiteX340" fmla="*/ 3871915 w 7472601"/>
              <a:gd name="connsiteY340" fmla="*/ 5253645 h 6858000"/>
              <a:gd name="connsiteX341" fmla="*/ 3799374 w 7472601"/>
              <a:gd name="connsiteY341" fmla="*/ 5466127 h 6858000"/>
              <a:gd name="connsiteX342" fmla="*/ 3498850 w 7472601"/>
              <a:gd name="connsiteY342" fmla="*/ 6661888 h 6858000"/>
              <a:gd name="connsiteX343" fmla="*/ 3399216 w 7472601"/>
              <a:gd name="connsiteY343" fmla="*/ 6858000 h 6858000"/>
              <a:gd name="connsiteX344" fmla="*/ 3303688 w 7472601"/>
              <a:gd name="connsiteY344" fmla="*/ 6858000 h 6858000"/>
              <a:gd name="connsiteX345" fmla="*/ 3391774 w 7472601"/>
              <a:gd name="connsiteY345" fmla="*/ 6697181 h 6858000"/>
              <a:gd name="connsiteX346" fmla="*/ 3735540 w 7472601"/>
              <a:gd name="connsiteY346" fmla="*/ 5546923 h 6858000"/>
              <a:gd name="connsiteX347" fmla="*/ 3729438 w 7472601"/>
              <a:gd name="connsiteY347" fmla="*/ 5569058 h 6858000"/>
              <a:gd name="connsiteX348" fmla="*/ 3707782 w 7472601"/>
              <a:gd name="connsiteY348" fmla="*/ 5644908 h 6858000"/>
              <a:gd name="connsiteX349" fmla="*/ 3583827 w 7472601"/>
              <a:gd name="connsiteY349" fmla="*/ 6039215 h 6858000"/>
              <a:gd name="connsiteX350" fmla="*/ 3547861 w 7472601"/>
              <a:gd name="connsiteY350" fmla="*/ 6129609 h 6858000"/>
              <a:gd name="connsiteX351" fmla="*/ 3490905 w 7472601"/>
              <a:gd name="connsiteY351" fmla="*/ 6277660 h 6858000"/>
              <a:gd name="connsiteX352" fmla="*/ 3455859 w 7472601"/>
              <a:gd name="connsiteY352" fmla="*/ 6391301 h 6858000"/>
              <a:gd name="connsiteX353" fmla="*/ 3429112 w 7472601"/>
              <a:gd name="connsiteY353" fmla="*/ 6479469 h 6858000"/>
              <a:gd name="connsiteX354" fmla="*/ 3304862 w 7472601"/>
              <a:gd name="connsiteY354" fmla="*/ 6796476 h 6858000"/>
              <a:gd name="connsiteX355" fmla="*/ 3276071 w 7472601"/>
              <a:gd name="connsiteY355" fmla="*/ 6858000 h 6858000"/>
              <a:gd name="connsiteX356" fmla="*/ 3240805 w 7472601"/>
              <a:gd name="connsiteY356" fmla="*/ 6858000 h 6858000"/>
              <a:gd name="connsiteX357" fmla="*/ 3275917 w 7472601"/>
              <a:gd name="connsiteY357" fmla="*/ 6783192 h 6858000"/>
              <a:gd name="connsiteX358" fmla="*/ 3399358 w 7472601"/>
              <a:gd name="connsiteY358" fmla="*/ 6469011 h 6858000"/>
              <a:gd name="connsiteX359" fmla="*/ 3425650 w 7472601"/>
              <a:gd name="connsiteY359" fmla="*/ 6381333 h 6858000"/>
              <a:gd name="connsiteX360" fmla="*/ 3460661 w 7472601"/>
              <a:gd name="connsiteY360" fmla="*/ 6266763 h 6858000"/>
              <a:gd name="connsiteX361" fmla="*/ 3518021 w 7472601"/>
              <a:gd name="connsiteY361" fmla="*/ 6117298 h 6858000"/>
              <a:gd name="connsiteX362" fmla="*/ 3554035 w 7472601"/>
              <a:gd name="connsiteY362" fmla="*/ 6027832 h 6858000"/>
              <a:gd name="connsiteX363" fmla="*/ 3677174 w 7472601"/>
              <a:gd name="connsiteY363" fmla="*/ 5636351 h 6858000"/>
              <a:gd name="connsiteX364" fmla="*/ 3698819 w 7472601"/>
              <a:gd name="connsiteY364" fmla="*/ 5560503 h 6858000"/>
              <a:gd name="connsiteX365" fmla="*/ 3702094 w 7472601"/>
              <a:gd name="connsiteY365" fmla="*/ 5549194 h 6858000"/>
              <a:gd name="connsiteX366" fmla="*/ 3398355 w 7472601"/>
              <a:gd name="connsiteY366" fmla="*/ 6094603 h 6858000"/>
              <a:gd name="connsiteX367" fmla="*/ 3193941 w 7472601"/>
              <a:gd name="connsiteY367" fmla="*/ 6798775 h 6858000"/>
              <a:gd name="connsiteX368" fmla="*/ 3184140 w 7472601"/>
              <a:gd name="connsiteY368" fmla="*/ 6858000 h 6858000"/>
              <a:gd name="connsiteX369" fmla="*/ 3099978 w 7472601"/>
              <a:gd name="connsiteY369" fmla="*/ 6858000 h 6858000"/>
              <a:gd name="connsiteX370" fmla="*/ 3101556 w 7472601"/>
              <a:gd name="connsiteY370" fmla="*/ 6843337 h 6858000"/>
              <a:gd name="connsiteX371" fmla="*/ 3370162 w 7472601"/>
              <a:gd name="connsiteY371" fmla="*/ 5785550 h 6858000"/>
              <a:gd name="connsiteX372" fmla="*/ 3746477 w 7472601"/>
              <a:gd name="connsiteY372" fmla="*/ 5377889 h 6858000"/>
              <a:gd name="connsiteX373" fmla="*/ 3863399 w 7472601"/>
              <a:gd name="connsiteY373" fmla="*/ 5087257 h 6858000"/>
              <a:gd name="connsiteX374" fmla="*/ 3968712 w 7472601"/>
              <a:gd name="connsiteY374" fmla="*/ 4913989 h 6858000"/>
              <a:gd name="connsiteX375" fmla="*/ 2792390 w 7472601"/>
              <a:gd name="connsiteY375" fmla="*/ 5382974 h 6858000"/>
              <a:gd name="connsiteX376" fmla="*/ 2714982 w 7472601"/>
              <a:gd name="connsiteY376" fmla="*/ 5427051 h 6858000"/>
              <a:gd name="connsiteX377" fmla="*/ 2813361 w 7472601"/>
              <a:gd name="connsiteY377" fmla="*/ 6023912 h 6858000"/>
              <a:gd name="connsiteX378" fmla="*/ 2688430 w 7472601"/>
              <a:gd name="connsiteY378" fmla="*/ 6801564 h 6858000"/>
              <a:gd name="connsiteX379" fmla="*/ 2629626 w 7472601"/>
              <a:gd name="connsiteY379" fmla="*/ 6763394 h 6858000"/>
              <a:gd name="connsiteX380" fmla="*/ 2565328 w 7472601"/>
              <a:gd name="connsiteY380" fmla="*/ 5516399 h 6858000"/>
              <a:gd name="connsiteX381" fmla="*/ 1922999 w 7472601"/>
              <a:gd name="connsiteY381" fmla="*/ 5980343 h 6858000"/>
              <a:gd name="connsiteX382" fmla="*/ 1950261 w 7472601"/>
              <a:gd name="connsiteY382" fmla="*/ 6405858 h 6858000"/>
              <a:gd name="connsiteX383" fmla="*/ 2365554 w 7472601"/>
              <a:gd name="connsiteY383" fmla="*/ 6759107 h 6858000"/>
              <a:gd name="connsiteX384" fmla="*/ 2424142 w 7472601"/>
              <a:gd name="connsiteY384" fmla="*/ 6858000 h 6858000"/>
              <a:gd name="connsiteX385" fmla="*/ 2395994 w 7472601"/>
              <a:gd name="connsiteY385" fmla="*/ 6858000 h 6858000"/>
              <a:gd name="connsiteX386" fmla="*/ 2392863 w 7472601"/>
              <a:gd name="connsiteY386" fmla="*/ 6852964 h 6858000"/>
              <a:gd name="connsiteX387" fmla="*/ 2017589 w 7472601"/>
              <a:gd name="connsiteY387" fmla="*/ 6493982 h 6858000"/>
              <a:gd name="connsiteX388" fmla="*/ 2147336 w 7472601"/>
              <a:gd name="connsiteY388" fmla="*/ 6594052 h 6858000"/>
              <a:gd name="connsiteX389" fmla="*/ 2207047 w 7472601"/>
              <a:gd name="connsiteY389" fmla="*/ 6654540 h 6858000"/>
              <a:gd name="connsiteX390" fmla="*/ 2299106 w 7472601"/>
              <a:gd name="connsiteY390" fmla="*/ 6778931 h 6858000"/>
              <a:gd name="connsiteX391" fmla="*/ 2314430 w 7472601"/>
              <a:gd name="connsiteY391" fmla="*/ 6801144 h 6858000"/>
              <a:gd name="connsiteX392" fmla="*/ 2352406 w 7472601"/>
              <a:gd name="connsiteY392" fmla="*/ 6858000 h 6858000"/>
              <a:gd name="connsiteX393" fmla="*/ 2314492 w 7472601"/>
              <a:gd name="connsiteY393" fmla="*/ 6858000 h 6858000"/>
              <a:gd name="connsiteX394" fmla="*/ 2288095 w 7472601"/>
              <a:gd name="connsiteY394" fmla="*/ 6818030 h 6858000"/>
              <a:gd name="connsiteX395" fmla="*/ 2272768 w 7472601"/>
              <a:gd name="connsiteY395" fmla="*/ 6795822 h 6858000"/>
              <a:gd name="connsiteX396" fmla="*/ 2182715 w 7472601"/>
              <a:gd name="connsiteY396" fmla="*/ 6675071 h 6858000"/>
              <a:gd name="connsiteX397" fmla="*/ 2032061 w 7472601"/>
              <a:gd name="connsiteY397" fmla="*/ 6541380 h 6858000"/>
              <a:gd name="connsiteX398" fmla="*/ 2257220 w 7472601"/>
              <a:gd name="connsiteY398" fmla="*/ 6826257 h 6858000"/>
              <a:gd name="connsiteX399" fmla="*/ 2281324 w 7472601"/>
              <a:gd name="connsiteY399" fmla="*/ 6858000 h 6858000"/>
              <a:gd name="connsiteX400" fmla="*/ 2242860 w 7472601"/>
              <a:gd name="connsiteY400" fmla="*/ 6858000 h 6858000"/>
              <a:gd name="connsiteX401" fmla="*/ 2232818 w 7472601"/>
              <a:gd name="connsiteY401" fmla="*/ 6844926 h 6858000"/>
              <a:gd name="connsiteX402" fmla="*/ 1990172 w 7472601"/>
              <a:gd name="connsiteY402" fmla="*/ 6542121 h 6858000"/>
              <a:gd name="connsiteX403" fmla="*/ 2124090 w 7472601"/>
              <a:gd name="connsiteY403" fmla="*/ 6761017 h 6858000"/>
              <a:gd name="connsiteX404" fmla="*/ 2200380 w 7472601"/>
              <a:gd name="connsiteY404" fmla="*/ 6858000 h 6858000"/>
              <a:gd name="connsiteX405" fmla="*/ 2147507 w 7472601"/>
              <a:gd name="connsiteY405" fmla="*/ 6858000 h 6858000"/>
              <a:gd name="connsiteX406" fmla="*/ 2070668 w 7472601"/>
              <a:gd name="connsiteY406" fmla="*/ 6761520 h 6858000"/>
              <a:gd name="connsiteX407" fmla="*/ 1975142 w 7472601"/>
              <a:gd name="connsiteY407" fmla="*/ 6585570 h 6858000"/>
              <a:gd name="connsiteX408" fmla="*/ 2050035 w 7472601"/>
              <a:gd name="connsiteY408" fmla="*/ 6813345 h 6858000"/>
              <a:gd name="connsiteX409" fmla="*/ 2063025 w 7472601"/>
              <a:gd name="connsiteY409" fmla="*/ 6858000 h 6858000"/>
              <a:gd name="connsiteX410" fmla="*/ 2021675 w 7472601"/>
              <a:gd name="connsiteY410" fmla="*/ 6858000 h 6858000"/>
              <a:gd name="connsiteX411" fmla="*/ 2019308 w 7472601"/>
              <a:gd name="connsiteY411" fmla="*/ 6847118 h 6858000"/>
              <a:gd name="connsiteX412" fmla="*/ 1938835 w 7472601"/>
              <a:gd name="connsiteY412" fmla="*/ 6551160 h 6858000"/>
              <a:gd name="connsiteX413" fmla="*/ 1953230 w 7472601"/>
              <a:gd name="connsiteY413" fmla="*/ 6759699 h 6858000"/>
              <a:gd name="connsiteX414" fmla="*/ 1956763 w 7472601"/>
              <a:gd name="connsiteY414" fmla="*/ 6778191 h 6858000"/>
              <a:gd name="connsiteX415" fmla="*/ 1967925 w 7472601"/>
              <a:gd name="connsiteY415" fmla="*/ 6858000 h 6858000"/>
              <a:gd name="connsiteX416" fmla="*/ 1936622 w 7472601"/>
              <a:gd name="connsiteY416" fmla="*/ 6858000 h 6858000"/>
              <a:gd name="connsiteX417" fmla="*/ 1926261 w 7472601"/>
              <a:gd name="connsiteY417" fmla="*/ 6784064 h 6858000"/>
              <a:gd name="connsiteX418" fmla="*/ 1922724 w 7472601"/>
              <a:gd name="connsiteY418" fmla="*/ 6765577 h 6858000"/>
              <a:gd name="connsiteX419" fmla="*/ 1904650 w 7472601"/>
              <a:gd name="connsiteY419" fmla="*/ 6639616 h 6858000"/>
              <a:gd name="connsiteX420" fmla="*/ 1885273 w 7472601"/>
              <a:gd name="connsiteY420" fmla="*/ 6858000 h 6858000"/>
              <a:gd name="connsiteX421" fmla="*/ 1854363 w 7472601"/>
              <a:gd name="connsiteY421" fmla="*/ 6858000 h 6858000"/>
              <a:gd name="connsiteX422" fmla="*/ 1880391 w 7472601"/>
              <a:gd name="connsiteY422" fmla="*/ 6603796 h 6858000"/>
              <a:gd name="connsiteX423" fmla="*/ 1818273 w 7472601"/>
              <a:gd name="connsiteY423" fmla="*/ 6715729 h 6858000"/>
              <a:gd name="connsiteX424" fmla="*/ 1794691 w 7472601"/>
              <a:gd name="connsiteY424" fmla="*/ 6843239 h 6858000"/>
              <a:gd name="connsiteX425" fmla="*/ 1794914 w 7472601"/>
              <a:gd name="connsiteY425" fmla="*/ 6858000 h 6858000"/>
              <a:gd name="connsiteX426" fmla="*/ 1746128 w 7472601"/>
              <a:gd name="connsiteY426" fmla="*/ 6858000 h 6858000"/>
              <a:gd name="connsiteX427" fmla="*/ 1753934 w 7472601"/>
              <a:gd name="connsiteY427" fmla="*/ 6724796 h 6858000"/>
              <a:gd name="connsiteX428" fmla="*/ 1792053 w 7472601"/>
              <a:gd name="connsiteY428" fmla="*/ 6572396 h 6858000"/>
              <a:gd name="connsiteX429" fmla="*/ 1862248 w 7472601"/>
              <a:gd name="connsiteY429" fmla="*/ 6266397 h 6858000"/>
              <a:gd name="connsiteX430" fmla="*/ 1862250 w 7472601"/>
              <a:gd name="connsiteY430" fmla="*/ 6033531 h 6858000"/>
              <a:gd name="connsiteX431" fmla="*/ 1211999 w 7472601"/>
              <a:gd name="connsiteY431" fmla="*/ 6683610 h 6858000"/>
              <a:gd name="connsiteX432" fmla="*/ 1213266 w 7472601"/>
              <a:gd name="connsiteY432" fmla="*/ 6691947 h 6858000"/>
              <a:gd name="connsiteX433" fmla="*/ 1203370 w 7472601"/>
              <a:gd name="connsiteY433" fmla="*/ 6850676 h 6858000"/>
              <a:gd name="connsiteX434" fmla="*/ 1203671 w 7472601"/>
              <a:gd name="connsiteY434" fmla="*/ 6858000 h 6858000"/>
              <a:gd name="connsiteX435" fmla="*/ 1143180 w 7472601"/>
              <a:gd name="connsiteY435" fmla="*/ 6858000 h 6858000"/>
              <a:gd name="connsiteX436" fmla="*/ 1142176 w 7472601"/>
              <a:gd name="connsiteY436" fmla="*/ 6766045 h 6858000"/>
              <a:gd name="connsiteX437" fmla="*/ 1067484 w 7472601"/>
              <a:gd name="connsiteY437" fmla="*/ 6858000 h 6858000"/>
              <a:gd name="connsiteX438" fmla="*/ 953928 w 7472601"/>
              <a:gd name="connsiteY438" fmla="*/ 6858000 h 6858000"/>
              <a:gd name="connsiteX439" fmla="*/ 959715 w 7472601"/>
              <a:gd name="connsiteY439" fmla="*/ 6850185 h 6858000"/>
              <a:gd name="connsiteX440" fmla="*/ 1483788 w 7472601"/>
              <a:gd name="connsiteY440" fmla="*/ 6259174 h 6858000"/>
              <a:gd name="connsiteX441" fmla="*/ 1100671 w 7472601"/>
              <a:gd name="connsiteY441" fmla="*/ 6252137 h 6858000"/>
              <a:gd name="connsiteX442" fmla="*/ 1090144 w 7472601"/>
              <a:gd name="connsiteY442" fmla="*/ 6256748 h 6858000"/>
              <a:gd name="connsiteX443" fmla="*/ 1095872 w 7472601"/>
              <a:gd name="connsiteY443" fmla="*/ 6271892 h 6858000"/>
              <a:gd name="connsiteX444" fmla="*/ 262785 w 7472601"/>
              <a:gd name="connsiteY444" fmla="*/ 6845450 h 6858000"/>
              <a:gd name="connsiteX445" fmla="*/ 209968 w 7472601"/>
              <a:gd name="connsiteY445" fmla="*/ 6770713 h 6858000"/>
              <a:gd name="connsiteX446" fmla="*/ 873460 w 7472601"/>
              <a:gd name="connsiteY446" fmla="*/ 6253768 h 6858000"/>
              <a:gd name="connsiteX447" fmla="*/ 192686 w 7472601"/>
              <a:gd name="connsiteY447" fmla="*/ 5849257 h 6858000"/>
              <a:gd name="connsiteX448" fmla="*/ 4696 w 7472601"/>
              <a:gd name="connsiteY448" fmla="*/ 5697668 h 6858000"/>
              <a:gd name="connsiteX449" fmla="*/ 0 w 7472601"/>
              <a:gd name="connsiteY449" fmla="*/ 5689984 h 6858000"/>
              <a:gd name="connsiteX450" fmla="*/ 0 w 7472601"/>
              <a:gd name="connsiteY450" fmla="*/ 5513472 h 6858000"/>
              <a:gd name="connsiteX451" fmla="*/ 174101 w 7472601"/>
              <a:gd name="connsiteY451" fmla="*/ 5620277 h 6858000"/>
              <a:gd name="connsiteX452" fmla="*/ 891800 w 7472601"/>
              <a:gd name="connsiteY452" fmla="*/ 6036935 h 6858000"/>
              <a:gd name="connsiteX453" fmla="*/ 1072219 w 7472601"/>
              <a:gd name="connsiteY453" fmla="*/ 6169443 h 6858000"/>
              <a:gd name="connsiteX454" fmla="*/ 1074117 w 7472601"/>
              <a:gd name="connsiteY454" fmla="*/ 6170301 h 6858000"/>
              <a:gd name="connsiteX455" fmla="*/ 1083114 w 7472601"/>
              <a:gd name="connsiteY455" fmla="*/ 6174131 h 6858000"/>
              <a:gd name="connsiteX456" fmla="*/ 1543010 w 7472601"/>
              <a:gd name="connsiteY456" fmla="*/ 6191140 h 6858000"/>
              <a:gd name="connsiteX457" fmla="*/ 1551080 w 7472601"/>
              <a:gd name="connsiteY457" fmla="*/ 6195006 h 6858000"/>
              <a:gd name="connsiteX458" fmla="*/ 2345443 w 7472601"/>
              <a:gd name="connsiteY458" fmla="*/ 5549882 h 6858000"/>
              <a:gd name="connsiteX459" fmla="*/ 1721499 w 7472601"/>
              <a:gd name="connsiteY459" fmla="*/ 5599969 h 6858000"/>
              <a:gd name="connsiteX460" fmla="*/ 767716 w 7472601"/>
              <a:gd name="connsiteY460" fmla="*/ 5472768 h 6858000"/>
              <a:gd name="connsiteX461" fmla="*/ 722147 w 7472601"/>
              <a:gd name="connsiteY461" fmla="*/ 5393091 h 6858000"/>
              <a:gd name="connsiteX462" fmla="*/ 1485552 w 7472601"/>
              <a:gd name="connsiteY462" fmla="*/ 5313202 h 6858000"/>
              <a:gd name="connsiteX463" fmla="*/ 2143004 w 7472601"/>
              <a:gd name="connsiteY463" fmla="*/ 5402420 h 6858000"/>
              <a:gd name="connsiteX464" fmla="*/ 1933391 w 7472601"/>
              <a:gd name="connsiteY464" fmla="*/ 5156971 h 6858000"/>
              <a:gd name="connsiteX465" fmla="*/ 1827118 w 7472601"/>
              <a:gd name="connsiteY465" fmla="*/ 4968410 h 6858000"/>
              <a:gd name="connsiteX466" fmla="*/ 1837349 w 7472601"/>
              <a:gd name="connsiteY466" fmla="*/ 4956357 h 6858000"/>
              <a:gd name="connsiteX467" fmla="*/ 2162835 w 7472601"/>
              <a:gd name="connsiteY467" fmla="*/ 5187853 h 6858000"/>
              <a:gd name="connsiteX468" fmla="*/ 2257167 w 7472601"/>
              <a:gd name="connsiteY468" fmla="*/ 5462123 h 6858000"/>
              <a:gd name="connsiteX469" fmla="*/ 2261598 w 7472601"/>
              <a:gd name="connsiteY469" fmla="*/ 5467998 h 6858000"/>
              <a:gd name="connsiteX470" fmla="*/ 2437177 w 7472601"/>
              <a:gd name="connsiteY470" fmla="*/ 5479608 h 6858000"/>
              <a:gd name="connsiteX471" fmla="*/ 2445247 w 7472601"/>
              <a:gd name="connsiteY471" fmla="*/ 5483476 h 6858000"/>
              <a:gd name="connsiteX472" fmla="*/ 2743626 w 7472601"/>
              <a:gd name="connsiteY472" fmla="*/ 5304819 h 6858000"/>
              <a:gd name="connsiteX473" fmla="*/ 3048102 w 7472601"/>
              <a:gd name="connsiteY473" fmla="*/ 5150595 h 6858000"/>
              <a:gd name="connsiteX474" fmla="*/ 1799414 w 7472601"/>
              <a:gd name="connsiteY474" fmla="*/ 4694732 h 6858000"/>
              <a:gd name="connsiteX475" fmla="*/ 1771735 w 7472601"/>
              <a:gd name="connsiteY475" fmla="*/ 4619929 h 6858000"/>
              <a:gd name="connsiteX476" fmla="*/ 3104273 w 7472601"/>
              <a:gd name="connsiteY476" fmla="*/ 5076159 h 6858000"/>
              <a:gd name="connsiteX477" fmla="*/ 3113245 w 7472601"/>
              <a:gd name="connsiteY477" fmla="*/ 5090705 h 6858000"/>
              <a:gd name="connsiteX478" fmla="*/ 3126294 w 7472601"/>
              <a:gd name="connsiteY478" fmla="*/ 5114400 h 6858000"/>
              <a:gd name="connsiteX479" fmla="*/ 3937433 w 7472601"/>
              <a:gd name="connsiteY479" fmla="*/ 4830473 h 6858000"/>
              <a:gd name="connsiteX480" fmla="*/ 3590475 w 7472601"/>
              <a:gd name="connsiteY480" fmla="*/ 4597974 h 6858000"/>
              <a:gd name="connsiteX481" fmla="*/ 3100264 w 7472601"/>
              <a:gd name="connsiteY481" fmla="*/ 4579845 h 6858000"/>
              <a:gd name="connsiteX482" fmla="*/ 2183576 w 7472601"/>
              <a:gd name="connsiteY482" fmla="*/ 4227150 h 6858000"/>
              <a:gd name="connsiteX483" fmla="*/ 2151029 w 7472601"/>
              <a:gd name="connsiteY483" fmla="*/ 4146947 h 6858000"/>
              <a:gd name="connsiteX484" fmla="*/ 3563434 w 7472601"/>
              <a:gd name="connsiteY484" fmla="*/ 4469115 h 6858000"/>
              <a:gd name="connsiteX485" fmla="*/ 3177952 w 7472601"/>
              <a:gd name="connsiteY485" fmla="*/ 3657386 h 6858000"/>
              <a:gd name="connsiteX486" fmla="*/ 3189263 w 7472601"/>
              <a:gd name="connsiteY486" fmla="*/ 3625726 h 6858000"/>
              <a:gd name="connsiteX487" fmla="*/ 3560912 w 7472601"/>
              <a:gd name="connsiteY487" fmla="*/ 4079863 h 6858000"/>
              <a:gd name="connsiteX488" fmla="*/ 3626636 w 7472601"/>
              <a:gd name="connsiteY488" fmla="*/ 4512230 h 6858000"/>
              <a:gd name="connsiteX489" fmla="*/ 3653088 w 7472601"/>
              <a:gd name="connsiteY489" fmla="*/ 4521417 h 6858000"/>
              <a:gd name="connsiteX490" fmla="*/ 3988128 w 7472601"/>
              <a:gd name="connsiteY490" fmla="*/ 4817267 h 6858000"/>
              <a:gd name="connsiteX491" fmla="*/ 4830582 w 7472601"/>
              <a:gd name="connsiteY491" fmla="*/ 4676000 h 6858000"/>
              <a:gd name="connsiteX492" fmla="*/ 4830100 w 7472601"/>
              <a:gd name="connsiteY492" fmla="*/ 4675554 h 6858000"/>
              <a:gd name="connsiteX493" fmla="*/ 4036318 w 7472601"/>
              <a:gd name="connsiteY493" fmla="*/ 4147013 h 6858000"/>
              <a:gd name="connsiteX494" fmla="*/ 3432098 w 7472601"/>
              <a:gd name="connsiteY494" fmla="*/ 3537312 h 6858000"/>
              <a:gd name="connsiteX495" fmla="*/ 3446761 w 7472601"/>
              <a:gd name="connsiteY495" fmla="*/ 3461278 h 6858000"/>
              <a:gd name="connsiteX496" fmla="*/ 4419733 w 7472601"/>
              <a:gd name="connsiteY496" fmla="*/ 3963555 h 6858000"/>
              <a:gd name="connsiteX497" fmla="*/ 4781371 w 7472601"/>
              <a:gd name="connsiteY497" fmla="*/ 4458604 h 6858000"/>
              <a:gd name="connsiteX498" fmla="*/ 4780440 w 7472601"/>
              <a:gd name="connsiteY498" fmla="*/ 4470290 h 6858000"/>
              <a:gd name="connsiteX499" fmla="*/ 4898954 w 7472601"/>
              <a:gd name="connsiteY499" fmla="*/ 4662092 h 6858000"/>
              <a:gd name="connsiteX500" fmla="*/ 4900699 w 7472601"/>
              <a:gd name="connsiteY500" fmla="*/ 4670867 h 6858000"/>
              <a:gd name="connsiteX501" fmla="*/ 5714511 w 7472601"/>
              <a:gd name="connsiteY501" fmla="*/ 4663483 h 6858000"/>
              <a:gd name="connsiteX502" fmla="*/ 5464793 w 7472601"/>
              <a:gd name="connsiteY502" fmla="*/ 4393556 h 6858000"/>
              <a:gd name="connsiteX503" fmla="*/ 5461897 w 7472601"/>
              <a:gd name="connsiteY503" fmla="*/ 4390879 h 6858000"/>
              <a:gd name="connsiteX504" fmla="*/ 4294126 w 7472601"/>
              <a:gd name="connsiteY504" fmla="*/ 3303048 h 6858000"/>
              <a:gd name="connsiteX505" fmla="*/ 4305321 w 7472601"/>
              <a:gd name="connsiteY505" fmla="*/ 3256953 h 6858000"/>
              <a:gd name="connsiteX506" fmla="*/ 4949299 w 7472601"/>
              <a:gd name="connsiteY506" fmla="*/ 3766336 h 6858000"/>
              <a:gd name="connsiteX507" fmla="*/ 5291452 w 7472601"/>
              <a:gd name="connsiteY507" fmla="*/ 4076801 h 6858000"/>
              <a:gd name="connsiteX508" fmla="*/ 5434998 w 7472601"/>
              <a:gd name="connsiteY508" fmla="*/ 4254100 h 6858000"/>
              <a:gd name="connsiteX509" fmla="*/ 5351015 w 7472601"/>
              <a:gd name="connsiteY509" fmla="*/ 3760989 h 6858000"/>
              <a:gd name="connsiteX510" fmla="*/ 5413780 w 7472601"/>
              <a:gd name="connsiteY510" fmla="*/ 2966265 h 6858000"/>
              <a:gd name="connsiteX511" fmla="*/ 5425627 w 7472601"/>
              <a:gd name="connsiteY511" fmla="*/ 2954192 h 6858000"/>
              <a:gd name="connsiteX512" fmla="*/ 6604735 w 7472601"/>
              <a:gd name="connsiteY512" fmla="*/ 2041381 h 6858000"/>
              <a:gd name="connsiteX513" fmla="*/ 7204487 w 7472601"/>
              <a:gd name="connsiteY513" fmla="*/ 2742112 h 6858000"/>
              <a:gd name="connsiteX514" fmla="*/ 7131592 w 7472601"/>
              <a:gd name="connsiteY514" fmla="*/ 2672096 h 6858000"/>
              <a:gd name="connsiteX515" fmla="*/ 6996344 w 7472601"/>
              <a:gd name="connsiteY515" fmla="*/ 2518310 h 6858000"/>
              <a:gd name="connsiteX516" fmla="*/ 6735495 w 7472601"/>
              <a:gd name="connsiteY516" fmla="*/ 2196890 h 6858000"/>
              <a:gd name="connsiteX517" fmla="*/ 6721901 w 7472601"/>
              <a:gd name="connsiteY517" fmla="*/ 2179274 h 6858000"/>
              <a:gd name="connsiteX518" fmla="*/ 6604735 w 7472601"/>
              <a:gd name="connsiteY518" fmla="*/ 2041381 h 6858000"/>
              <a:gd name="connsiteX519" fmla="*/ 6591670 w 7472601"/>
              <a:gd name="connsiteY519" fmla="*/ 1988277 h 6858000"/>
              <a:gd name="connsiteX520" fmla="*/ 6747349 w 7472601"/>
              <a:gd name="connsiteY520" fmla="*/ 2160069 h 6858000"/>
              <a:gd name="connsiteX521" fmla="*/ 6760943 w 7472601"/>
              <a:gd name="connsiteY521" fmla="*/ 2177686 h 6858000"/>
              <a:gd name="connsiteX522" fmla="*/ 7021065 w 7472601"/>
              <a:gd name="connsiteY522" fmla="*/ 2498102 h 6858000"/>
              <a:gd name="connsiteX523" fmla="*/ 7155223 w 7472601"/>
              <a:gd name="connsiteY523" fmla="*/ 2650386 h 6858000"/>
              <a:gd name="connsiteX524" fmla="*/ 7203167 w 7472601"/>
              <a:gd name="connsiteY524" fmla="*/ 2697288 h 6858000"/>
              <a:gd name="connsiteX525" fmla="*/ 6937703 w 7472601"/>
              <a:gd name="connsiteY525" fmla="*/ 2321981 h 6858000"/>
              <a:gd name="connsiteX526" fmla="*/ 6591670 w 7472601"/>
              <a:gd name="connsiteY526" fmla="*/ 1988277 h 6858000"/>
              <a:gd name="connsiteX527" fmla="*/ 5798671 w 7472601"/>
              <a:gd name="connsiteY527" fmla="*/ 1981601 h 6858000"/>
              <a:gd name="connsiteX528" fmla="*/ 5754709 w 7472601"/>
              <a:gd name="connsiteY528" fmla="*/ 2071454 h 6858000"/>
              <a:gd name="connsiteX529" fmla="*/ 5763044 w 7472601"/>
              <a:gd name="connsiteY529" fmla="*/ 2842206 h 6858000"/>
              <a:gd name="connsiteX530" fmla="*/ 5764974 w 7472601"/>
              <a:gd name="connsiteY530" fmla="*/ 2799609 h 6858000"/>
              <a:gd name="connsiteX531" fmla="*/ 5767665 w 7472601"/>
              <a:gd name="connsiteY531" fmla="*/ 2666409 h 6858000"/>
              <a:gd name="connsiteX532" fmla="*/ 5763055 w 7472601"/>
              <a:gd name="connsiteY532" fmla="*/ 2579705 h 6858000"/>
              <a:gd name="connsiteX533" fmla="*/ 5758079 w 7472601"/>
              <a:gd name="connsiteY533" fmla="*/ 2492508 h 6858000"/>
              <a:gd name="connsiteX534" fmla="*/ 5779325 w 7472601"/>
              <a:gd name="connsiteY534" fmla="*/ 2197069 h 6858000"/>
              <a:gd name="connsiteX535" fmla="*/ 5798671 w 7472601"/>
              <a:gd name="connsiteY535" fmla="*/ 1981601 h 6858000"/>
              <a:gd name="connsiteX536" fmla="*/ 5829202 w 7472601"/>
              <a:gd name="connsiteY536" fmla="*/ 1971679 h 6858000"/>
              <a:gd name="connsiteX537" fmla="*/ 5809558 w 7472601"/>
              <a:gd name="connsiteY537" fmla="*/ 2198043 h 6858000"/>
              <a:gd name="connsiteX538" fmla="*/ 5788653 w 7472601"/>
              <a:gd name="connsiteY538" fmla="*/ 2489430 h 6858000"/>
              <a:gd name="connsiteX539" fmla="*/ 5793439 w 7472601"/>
              <a:gd name="connsiteY539" fmla="*/ 2575235 h 6858000"/>
              <a:gd name="connsiteX540" fmla="*/ 5796837 w 7472601"/>
              <a:gd name="connsiteY540" fmla="*/ 2637633 h 6858000"/>
              <a:gd name="connsiteX541" fmla="*/ 5818614 w 7472601"/>
              <a:gd name="connsiteY541" fmla="*/ 2473055 h 6858000"/>
              <a:gd name="connsiteX542" fmla="*/ 5829202 w 7472601"/>
              <a:gd name="connsiteY542" fmla="*/ 1971679 h 6858000"/>
              <a:gd name="connsiteX543" fmla="*/ 5911389 w 7472601"/>
              <a:gd name="connsiteY543" fmla="*/ 1898371 h 6858000"/>
              <a:gd name="connsiteX544" fmla="*/ 6237627 w 7472601"/>
              <a:gd name="connsiteY544" fmla="*/ 2231921 h 6858000"/>
              <a:gd name="connsiteX545" fmla="*/ 5911389 w 7472601"/>
              <a:gd name="connsiteY545" fmla="*/ 1898371 h 6858000"/>
              <a:gd name="connsiteX546" fmla="*/ 6944437 w 7472601"/>
              <a:gd name="connsiteY546" fmla="*/ 1575402 h 6858000"/>
              <a:gd name="connsiteX547" fmla="*/ 6304730 w 7472601"/>
              <a:gd name="connsiteY547" fmla="*/ 1766654 h 6858000"/>
              <a:gd name="connsiteX548" fmla="*/ 6944437 w 7472601"/>
              <a:gd name="connsiteY548" fmla="*/ 1575402 h 6858000"/>
              <a:gd name="connsiteX549" fmla="*/ 7019523 w 7472601"/>
              <a:gd name="connsiteY549" fmla="*/ 1519450 h 6858000"/>
              <a:gd name="connsiteX550" fmla="*/ 6298091 w 7472601"/>
              <a:gd name="connsiteY550" fmla="*/ 1737122 h 6858000"/>
              <a:gd name="connsiteX551" fmla="*/ 7019523 w 7472601"/>
              <a:gd name="connsiteY551" fmla="*/ 1519450 h 6858000"/>
              <a:gd name="connsiteX552" fmla="*/ 2399523 w 7472601"/>
              <a:gd name="connsiteY552" fmla="*/ 1428234 h 6858000"/>
              <a:gd name="connsiteX553" fmla="*/ 2224982 w 7472601"/>
              <a:gd name="connsiteY553" fmla="*/ 1826201 h 6858000"/>
              <a:gd name="connsiteX554" fmla="*/ 2096099 w 7472601"/>
              <a:gd name="connsiteY554" fmla="*/ 2345900 h 6858000"/>
              <a:gd name="connsiteX555" fmla="*/ 2283317 w 7472601"/>
              <a:gd name="connsiteY555" fmla="*/ 1796925 h 6858000"/>
              <a:gd name="connsiteX556" fmla="*/ 2399523 w 7472601"/>
              <a:gd name="connsiteY556" fmla="*/ 1428234 h 6858000"/>
              <a:gd name="connsiteX557" fmla="*/ 2448558 w 7472601"/>
              <a:gd name="connsiteY557" fmla="*/ 1373435 h 6858000"/>
              <a:gd name="connsiteX558" fmla="*/ 2312521 w 7472601"/>
              <a:gd name="connsiteY558" fmla="*/ 1806140 h 6858000"/>
              <a:gd name="connsiteX559" fmla="*/ 2127533 w 7472601"/>
              <a:gd name="connsiteY559" fmla="*/ 2348380 h 6858000"/>
              <a:gd name="connsiteX560" fmla="*/ 2358080 w 7472601"/>
              <a:gd name="connsiteY560" fmla="*/ 1866134 h 6858000"/>
              <a:gd name="connsiteX561" fmla="*/ 2407436 w 7472601"/>
              <a:gd name="connsiteY561" fmla="*/ 1651070 h 6858000"/>
              <a:gd name="connsiteX562" fmla="*/ 2448558 w 7472601"/>
              <a:gd name="connsiteY562" fmla="*/ 1373435 h 6858000"/>
              <a:gd name="connsiteX563" fmla="*/ 278707 w 7472601"/>
              <a:gd name="connsiteY563" fmla="*/ 1352270 h 6858000"/>
              <a:gd name="connsiteX564" fmla="*/ 321570 w 7472601"/>
              <a:gd name="connsiteY564" fmla="*/ 1861610 h 6858000"/>
              <a:gd name="connsiteX565" fmla="*/ 294281 w 7472601"/>
              <a:gd name="connsiteY565" fmla="*/ 1440658 h 6858000"/>
              <a:gd name="connsiteX566" fmla="*/ 278707 w 7472601"/>
              <a:gd name="connsiteY566" fmla="*/ 1352270 h 6858000"/>
              <a:gd name="connsiteX567" fmla="*/ 1423821 w 7472601"/>
              <a:gd name="connsiteY567" fmla="*/ 1351958 h 6858000"/>
              <a:gd name="connsiteX568" fmla="*/ 1638521 w 7472601"/>
              <a:gd name="connsiteY568" fmla="*/ 1908470 h 6858000"/>
              <a:gd name="connsiteX569" fmla="*/ 1754199 w 7472601"/>
              <a:gd name="connsiteY569" fmla="*/ 2149284 h 6858000"/>
              <a:gd name="connsiteX570" fmla="*/ 1908359 w 7472601"/>
              <a:gd name="connsiteY570" fmla="*/ 2364988 h 6858000"/>
              <a:gd name="connsiteX571" fmla="*/ 1647661 w 7472601"/>
              <a:gd name="connsiteY571" fmla="*/ 1825945 h 6858000"/>
              <a:gd name="connsiteX572" fmla="*/ 1423821 w 7472601"/>
              <a:gd name="connsiteY572" fmla="*/ 1351958 h 6858000"/>
              <a:gd name="connsiteX573" fmla="*/ 1431890 w 7472601"/>
              <a:gd name="connsiteY573" fmla="*/ 1306475 h 6858000"/>
              <a:gd name="connsiteX574" fmla="*/ 1507597 w 7472601"/>
              <a:gd name="connsiteY574" fmla="*/ 1446132 h 6858000"/>
              <a:gd name="connsiteX575" fmla="*/ 1674586 w 7472601"/>
              <a:gd name="connsiteY575" fmla="*/ 1813832 h 6858000"/>
              <a:gd name="connsiteX576" fmla="*/ 1815950 w 7472601"/>
              <a:gd name="connsiteY576" fmla="*/ 2128564 h 6858000"/>
              <a:gd name="connsiteX577" fmla="*/ 1984242 w 7472601"/>
              <a:gd name="connsiteY577" fmla="*/ 2430829 h 6858000"/>
              <a:gd name="connsiteX578" fmla="*/ 2014023 w 7472601"/>
              <a:gd name="connsiteY578" fmla="*/ 2450995 h 6858000"/>
              <a:gd name="connsiteX579" fmla="*/ 1747337 w 7472601"/>
              <a:gd name="connsiteY579" fmla="*/ 1855264 h 6858000"/>
              <a:gd name="connsiteX580" fmla="*/ 1533749 w 7472601"/>
              <a:gd name="connsiteY580" fmla="*/ 1478656 h 6858000"/>
              <a:gd name="connsiteX581" fmla="*/ 1431890 w 7472601"/>
              <a:gd name="connsiteY581" fmla="*/ 1306475 h 6858000"/>
              <a:gd name="connsiteX582" fmla="*/ 5052692 w 7472601"/>
              <a:gd name="connsiteY582" fmla="*/ 1292994 h 6858000"/>
              <a:gd name="connsiteX583" fmla="*/ 5200661 w 7472601"/>
              <a:gd name="connsiteY583" fmla="*/ 1635186 h 6858000"/>
              <a:gd name="connsiteX584" fmla="*/ 5297138 w 7472601"/>
              <a:gd name="connsiteY584" fmla="*/ 1906351 h 6858000"/>
              <a:gd name="connsiteX585" fmla="*/ 5052692 w 7472601"/>
              <a:gd name="connsiteY585" fmla="*/ 1292994 h 6858000"/>
              <a:gd name="connsiteX586" fmla="*/ 5009948 w 7472601"/>
              <a:gd name="connsiteY586" fmla="*/ 1273619 h 6858000"/>
              <a:gd name="connsiteX587" fmla="*/ 5121777 w 7472601"/>
              <a:gd name="connsiteY587" fmla="*/ 1654213 h 6858000"/>
              <a:gd name="connsiteX588" fmla="*/ 5293545 w 7472601"/>
              <a:gd name="connsiteY588" fmla="*/ 2072247 h 6858000"/>
              <a:gd name="connsiteX589" fmla="*/ 5294042 w 7472601"/>
              <a:gd name="connsiteY589" fmla="*/ 2065019 h 6858000"/>
              <a:gd name="connsiteX590" fmla="*/ 5171936 w 7472601"/>
              <a:gd name="connsiteY590" fmla="*/ 1647613 h 6858000"/>
              <a:gd name="connsiteX591" fmla="*/ 5009948 w 7472601"/>
              <a:gd name="connsiteY591" fmla="*/ 1273619 h 6858000"/>
              <a:gd name="connsiteX592" fmla="*/ 655236 w 7472601"/>
              <a:gd name="connsiteY592" fmla="*/ 1268632 h 6858000"/>
              <a:gd name="connsiteX593" fmla="*/ 839521 w 7472601"/>
              <a:gd name="connsiteY593" fmla="*/ 1685315 h 6858000"/>
              <a:gd name="connsiteX594" fmla="*/ 1109416 w 7472601"/>
              <a:gd name="connsiteY594" fmla="*/ 2061663 h 6858000"/>
              <a:gd name="connsiteX595" fmla="*/ 1298300 w 7472601"/>
              <a:gd name="connsiteY595" fmla="*/ 2247742 h 6858000"/>
              <a:gd name="connsiteX596" fmla="*/ 1125871 w 7472601"/>
              <a:gd name="connsiteY596" fmla="*/ 1989513 h 6858000"/>
              <a:gd name="connsiteX597" fmla="*/ 981574 w 7472601"/>
              <a:gd name="connsiteY597" fmla="*/ 1783157 h 6858000"/>
              <a:gd name="connsiteX598" fmla="*/ 922198 w 7472601"/>
              <a:gd name="connsiteY598" fmla="*/ 1677437 h 6858000"/>
              <a:gd name="connsiteX599" fmla="*/ 869293 w 7472601"/>
              <a:gd name="connsiteY599" fmla="*/ 1583214 h 6858000"/>
              <a:gd name="connsiteX600" fmla="*/ 751431 w 7472601"/>
              <a:gd name="connsiteY600" fmla="*/ 1405731 h 6858000"/>
              <a:gd name="connsiteX601" fmla="*/ 655236 w 7472601"/>
              <a:gd name="connsiteY601" fmla="*/ 1268632 h 6858000"/>
              <a:gd name="connsiteX602" fmla="*/ 6516292 w 7472601"/>
              <a:gd name="connsiteY602" fmla="*/ 1263064 h 6858000"/>
              <a:gd name="connsiteX603" fmla="*/ 5736320 w 7472601"/>
              <a:gd name="connsiteY603" fmla="*/ 1501803 h 6858000"/>
              <a:gd name="connsiteX604" fmla="*/ 6516292 w 7472601"/>
              <a:gd name="connsiteY604" fmla="*/ 1263064 h 6858000"/>
              <a:gd name="connsiteX605" fmla="*/ 291466 w 7472601"/>
              <a:gd name="connsiteY605" fmla="*/ 1250369 h 6858000"/>
              <a:gd name="connsiteX606" fmla="*/ 323180 w 7472601"/>
              <a:gd name="connsiteY606" fmla="*/ 1435283 h 6858000"/>
              <a:gd name="connsiteX607" fmla="*/ 349381 w 7472601"/>
              <a:gd name="connsiteY607" fmla="*/ 1875041 h 6858000"/>
              <a:gd name="connsiteX608" fmla="*/ 374363 w 7472601"/>
              <a:gd name="connsiteY608" fmla="*/ 1506494 h 6858000"/>
              <a:gd name="connsiteX609" fmla="*/ 302168 w 7472601"/>
              <a:gd name="connsiteY609" fmla="*/ 1274495 h 6858000"/>
              <a:gd name="connsiteX610" fmla="*/ 291466 w 7472601"/>
              <a:gd name="connsiteY610" fmla="*/ 1250369 h 6858000"/>
              <a:gd name="connsiteX611" fmla="*/ 678222 w 7472601"/>
              <a:gd name="connsiteY611" fmla="*/ 1248670 h 6858000"/>
              <a:gd name="connsiteX612" fmla="*/ 775536 w 7472601"/>
              <a:gd name="connsiteY612" fmla="*/ 1388015 h 6858000"/>
              <a:gd name="connsiteX613" fmla="*/ 894529 w 7472601"/>
              <a:gd name="connsiteY613" fmla="*/ 1567739 h 6858000"/>
              <a:gd name="connsiteX614" fmla="*/ 948000 w 7472601"/>
              <a:gd name="connsiteY614" fmla="*/ 1663088 h 6858000"/>
              <a:gd name="connsiteX615" fmla="*/ 1006812 w 7472601"/>
              <a:gd name="connsiteY615" fmla="*/ 1767683 h 6858000"/>
              <a:gd name="connsiteX616" fmla="*/ 1149133 w 7472601"/>
              <a:gd name="connsiteY616" fmla="*/ 1971513 h 6858000"/>
              <a:gd name="connsiteX617" fmla="*/ 1333952 w 7472601"/>
              <a:gd name="connsiteY617" fmla="*/ 2251620 h 6858000"/>
              <a:gd name="connsiteX618" fmla="*/ 1337329 w 7472601"/>
              <a:gd name="connsiteY618" fmla="*/ 2258350 h 6858000"/>
              <a:gd name="connsiteX619" fmla="*/ 1014726 w 7472601"/>
              <a:gd name="connsiteY619" fmla="*/ 1615556 h 6858000"/>
              <a:gd name="connsiteX620" fmla="*/ 678222 w 7472601"/>
              <a:gd name="connsiteY620" fmla="*/ 1248670 h 6858000"/>
              <a:gd name="connsiteX621" fmla="*/ 6691602 w 7472601"/>
              <a:gd name="connsiteY621" fmla="*/ 1140573 h 6858000"/>
              <a:gd name="connsiteX622" fmla="*/ 6571100 w 7472601"/>
              <a:gd name="connsiteY622" fmla="*/ 1183662 h 6858000"/>
              <a:gd name="connsiteX623" fmla="*/ 6241687 w 7472601"/>
              <a:gd name="connsiteY623" fmla="*/ 1257600 h 6858000"/>
              <a:gd name="connsiteX624" fmla="*/ 5693009 w 7472601"/>
              <a:gd name="connsiteY624" fmla="*/ 1478256 h 6858000"/>
              <a:gd name="connsiteX625" fmla="*/ 6548420 w 7472601"/>
              <a:gd name="connsiteY625" fmla="*/ 1214599 h 6858000"/>
              <a:gd name="connsiteX626" fmla="*/ 6605473 w 7472601"/>
              <a:gd name="connsiteY626" fmla="*/ 1184686 h 6858000"/>
              <a:gd name="connsiteX627" fmla="*/ 6691602 w 7472601"/>
              <a:gd name="connsiteY627" fmla="*/ 1140573 h 6858000"/>
              <a:gd name="connsiteX628" fmla="*/ 4002475 w 7472601"/>
              <a:gd name="connsiteY628" fmla="*/ 1037802 h 6858000"/>
              <a:gd name="connsiteX629" fmla="*/ 4000324 w 7472601"/>
              <a:gd name="connsiteY629" fmla="*/ 1039362 h 6858000"/>
              <a:gd name="connsiteX630" fmla="*/ 4002862 w 7472601"/>
              <a:gd name="connsiteY630" fmla="*/ 1042866 h 6858000"/>
              <a:gd name="connsiteX631" fmla="*/ 4002475 w 7472601"/>
              <a:gd name="connsiteY631" fmla="*/ 1037802 h 6858000"/>
              <a:gd name="connsiteX632" fmla="*/ 506322 w 7472601"/>
              <a:gd name="connsiteY632" fmla="*/ 1020997 h 6858000"/>
              <a:gd name="connsiteX633" fmla="*/ 533068 w 7472601"/>
              <a:gd name="connsiteY633" fmla="*/ 1029409 h 6858000"/>
              <a:gd name="connsiteX634" fmla="*/ 1232525 w 7472601"/>
              <a:gd name="connsiteY634" fmla="*/ 1804675 h 6858000"/>
              <a:gd name="connsiteX635" fmla="*/ 1388858 w 7472601"/>
              <a:gd name="connsiteY635" fmla="*/ 2368011 h 6858000"/>
              <a:gd name="connsiteX636" fmla="*/ 1384098 w 7472601"/>
              <a:gd name="connsiteY636" fmla="*/ 2378125 h 6858000"/>
              <a:gd name="connsiteX637" fmla="*/ 1425393 w 7472601"/>
              <a:gd name="connsiteY637" fmla="*/ 2589124 h 6858000"/>
              <a:gd name="connsiteX638" fmla="*/ 1424001 w 7472601"/>
              <a:gd name="connsiteY638" fmla="*/ 2597541 h 6858000"/>
              <a:gd name="connsiteX639" fmla="*/ 2152729 w 7472601"/>
              <a:gd name="connsiteY639" fmla="*/ 2864487 h 6858000"/>
              <a:gd name="connsiteX640" fmla="*/ 2020609 w 7472601"/>
              <a:gd name="connsiteY640" fmla="*/ 2539671 h 6858000"/>
              <a:gd name="connsiteX641" fmla="*/ 2018920 w 7472601"/>
              <a:gd name="connsiteY641" fmla="*/ 2536309 h 6858000"/>
              <a:gd name="connsiteX642" fmla="*/ 1342441 w 7472601"/>
              <a:gd name="connsiteY642" fmla="*/ 1173017 h 6858000"/>
              <a:gd name="connsiteX643" fmla="*/ 1367925 w 7472601"/>
              <a:gd name="connsiteY643" fmla="*/ 1135648 h 6858000"/>
              <a:gd name="connsiteX644" fmla="*/ 1771401 w 7472601"/>
              <a:gd name="connsiteY644" fmla="*/ 1806673 h 6858000"/>
              <a:gd name="connsiteX645" fmla="*/ 1972385 w 7472601"/>
              <a:gd name="connsiteY645" fmla="*/ 2198735 h 6858000"/>
              <a:gd name="connsiteX646" fmla="*/ 2040892 w 7472601"/>
              <a:gd name="connsiteY646" fmla="*/ 2405205 h 6858000"/>
              <a:gd name="connsiteX647" fmla="*/ 2131689 w 7472601"/>
              <a:gd name="connsiteY647" fmla="*/ 1936926 h 6858000"/>
              <a:gd name="connsiteX648" fmla="*/ 2454820 w 7472601"/>
              <a:gd name="connsiteY648" fmla="*/ 1248808 h 6858000"/>
              <a:gd name="connsiteX649" fmla="*/ 2492512 w 7472601"/>
              <a:gd name="connsiteY649" fmla="*/ 1302920 h 6858000"/>
              <a:gd name="connsiteX650" fmla="*/ 2081216 w 7472601"/>
              <a:gd name="connsiteY650" fmla="*/ 2527513 h 6858000"/>
              <a:gd name="connsiteX651" fmla="*/ 2081211 w 7472601"/>
              <a:gd name="connsiteY651" fmla="*/ 2528916 h 6858000"/>
              <a:gd name="connsiteX652" fmla="*/ 2199067 w 7472601"/>
              <a:gd name="connsiteY652" fmla="*/ 2884061 h 6858000"/>
              <a:gd name="connsiteX653" fmla="*/ 3192586 w 7472601"/>
              <a:gd name="connsiteY653" fmla="*/ 3411496 h 6858000"/>
              <a:gd name="connsiteX654" fmla="*/ 3182620 w 7472601"/>
              <a:gd name="connsiteY654" fmla="*/ 3483279 h 6858000"/>
              <a:gd name="connsiteX655" fmla="*/ 2435119 w 7472601"/>
              <a:gd name="connsiteY655" fmla="*/ 3080173 h 6858000"/>
              <a:gd name="connsiteX656" fmla="*/ 2410152 w 7472601"/>
              <a:gd name="connsiteY656" fmla="*/ 3063751 h 6858000"/>
              <a:gd name="connsiteX657" fmla="*/ 2408099 w 7472601"/>
              <a:gd name="connsiteY657" fmla="*/ 3064403 h 6858000"/>
              <a:gd name="connsiteX658" fmla="*/ 2407218 w 7472601"/>
              <a:gd name="connsiteY658" fmla="*/ 3070324 h 6858000"/>
              <a:gd name="connsiteX659" fmla="*/ 2380138 w 7472601"/>
              <a:gd name="connsiteY659" fmla="*/ 3099341 h 6858000"/>
              <a:gd name="connsiteX660" fmla="*/ 1765923 w 7472601"/>
              <a:gd name="connsiteY660" fmla="*/ 3581043 h 6858000"/>
              <a:gd name="connsiteX661" fmla="*/ 1702258 w 7472601"/>
              <a:gd name="connsiteY661" fmla="*/ 3612286 h 6858000"/>
              <a:gd name="connsiteX662" fmla="*/ 1538370 w 7472601"/>
              <a:gd name="connsiteY662" fmla="*/ 3811804 h 6858000"/>
              <a:gd name="connsiteX663" fmla="*/ 542867 w 7472601"/>
              <a:gd name="connsiteY663" fmla="*/ 4944092 h 6858000"/>
              <a:gd name="connsiteX664" fmla="*/ 515800 w 7472601"/>
              <a:gd name="connsiteY664" fmla="*/ 4862180 h 6858000"/>
              <a:gd name="connsiteX665" fmla="*/ 909145 w 7472601"/>
              <a:gd name="connsiteY665" fmla="*/ 4199225 h 6858000"/>
              <a:gd name="connsiteX666" fmla="*/ 1214067 w 7472601"/>
              <a:gd name="connsiteY666" fmla="*/ 3908561 h 6858000"/>
              <a:gd name="connsiteX667" fmla="*/ 640967 w 7472601"/>
              <a:gd name="connsiteY667" fmla="*/ 4105601 h 6858000"/>
              <a:gd name="connsiteX668" fmla="*/ 112563 w 7472601"/>
              <a:gd name="connsiteY668" fmla="*/ 4396952 h 6858000"/>
              <a:gd name="connsiteX669" fmla="*/ 0 w 7472601"/>
              <a:gd name="connsiteY669" fmla="*/ 4466006 h 6858000"/>
              <a:gd name="connsiteX670" fmla="*/ 0 w 7472601"/>
              <a:gd name="connsiteY670" fmla="*/ 4233763 h 6858000"/>
              <a:gd name="connsiteX671" fmla="*/ 36881 w 7472601"/>
              <a:gd name="connsiteY671" fmla="*/ 4200118 h 6858000"/>
              <a:gd name="connsiteX672" fmla="*/ 910534 w 7472601"/>
              <a:gd name="connsiteY672" fmla="*/ 3629753 h 6858000"/>
              <a:gd name="connsiteX673" fmla="*/ 1578717 w 7472601"/>
              <a:gd name="connsiteY673" fmla="*/ 3575982 h 6858000"/>
              <a:gd name="connsiteX674" fmla="*/ 2338780 w 7472601"/>
              <a:gd name="connsiteY674" fmla="*/ 3033725 h 6858000"/>
              <a:gd name="connsiteX675" fmla="*/ 1807991 w 7472601"/>
              <a:gd name="connsiteY675" fmla="*/ 2807184 h 6858000"/>
              <a:gd name="connsiteX676" fmla="*/ 1416358 w 7472601"/>
              <a:gd name="connsiteY676" fmla="*/ 3112571 h 6858000"/>
              <a:gd name="connsiteX677" fmla="*/ 939066 w 7472601"/>
              <a:gd name="connsiteY677" fmla="*/ 3378798 h 6858000"/>
              <a:gd name="connsiteX678" fmla="*/ 115099 w 7472601"/>
              <a:gd name="connsiteY678" fmla="*/ 3607650 h 6858000"/>
              <a:gd name="connsiteX679" fmla="*/ 97284 w 7472601"/>
              <a:gd name="connsiteY679" fmla="*/ 3520393 h 6858000"/>
              <a:gd name="connsiteX680" fmla="*/ 922050 w 7472601"/>
              <a:gd name="connsiteY680" fmla="*/ 3074867 h 6858000"/>
              <a:gd name="connsiteX681" fmla="*/ 1405265 w 7472601"/>
              <a:gd name="connsiteY681" fmla="*/ 3016319 h 6858000"/>
              <a:gd name="connsiteX682" fmla="*/ 1407512 w 7472601"/>
              <a:gd name="connsiteY682" fmla="*/ 3018001 h 6858000"/>
              <a:gd name="connsiteX683" fmla="*/ 1726266 w 7472601"/>
              <a:gd name="connsiteY683" fmla="*/ 2777274 h 6858000"/>
              <a:gd name="connsiteX684" fmla="*/ 625390 w 7472601"/>
              <a:gd name="connsiteY684" fmla="*/ 2514541 h 6858000"/>
              <a:gd name="connsiteX685" fmla="*/ 619799 w 7472601"/>
              <a:gd name="connsiteY685" fmla="*/ 2527180 h 6858000"/>
              <a:gd name="connsiteX686" fmla="*/ 310030 w 7472601"/>
              <a:gd name="connsiteY686" fmla="*/ 2771818 h 6858000"/>
              <a:gd name="connsiteX687" fmla="*/ 173877 w 7472601"/>
              <a:gd name="connsiteY687" fmla="*/ 2937056 h 6858000"/>
              <a:gd name="connsiteX688" fmla="*/ 77889 w 7472601"/>
              <a:gd name="connsiteY688" fmla="*/ 3138440 h 6858000"/>
              <a:gd name="connsiteX689" fmla="*/ 0 w 7472601"/>
              <a:gd name="connsiteY689" fmla="*/ 3271395 h 6858000"/>
              <a:gd name="connsiteX690" fmla="*/ 0 w 7472601"/>
              <a:gd name="connsiteY690" fmla="*/ 3153002 h 6858000"/>
              <a:gd name="connsiteX691" fmla="*/ 2386 w 7472601"/>
              <a:gd name="connsiteY691" fmla="*/ 3149203 h 6858000"/>
              <a:gd name="connsiteX692" fmla="*/ 89753 w 7472601"/>
              <a:gd name="connsiteY692" fmla="*/ 2987702 h 6858000"/>
              <a:gd name="connsiteX693" fmla="*/ 76869 w 7472601"/>
              <a:gd name="connsiteY693" fmla="*/ 3005404 h 6858000"/>
              <a:gd name="connsiteX694" fmla="*/ 32049 w 7472601"/>
              <a:gd name="connsiteY694" fmla="*/ 3065814 h 6858000"/>
              <a:gd name="connsiteX695" fmla="*/ 0 w 7472601"/>
              <a:gd name="connsiteY695" fmla="*/ 3108744 h 6858000"/>
              <a:gd name="connsiteX696" fmla="*/ 0 w 7472601"/>
              <a:gd name="connsiteY696" fmla="*/ 3058059 h 6858000"/>
              <a:gd name="connsiteX697" fmla="*/ 7610 w 7472601"/>
              <a:gd name="connsiteY697" fmla="*/ 3047889 h 6858000"/>
              <a:gd name="connsiteX698" fmla="*/ 52419 w 7472601"/>
              <a:gd name="connsiteY698" fmla="*/ 2987479 h 6858000"/>
              <a:gd name="connsiteX699" fmla="*/ 59142 w 7472601"/>
              <a:gd name="connsiteY699" fmla="*/ 2978488 h 6858000"/>
              <a:gd name="connsiteX700" fmla="*/ 0 w 7472601"/>
              <a:gd name="connsiteY700" fmla="*/ 3015334 h 6858000"/>
              <a:gd name="connsiteX701" fmla="*/ 0 w 7472601"/>
              <a:gd name="connsiteY701" fmla="*/ 2914286 h 6858000"/>
              <a:gd name="connsiteX702" fmla="*/ 36383 w 7472601"/>
              <a:gd name="connsiteY702" fmla="*/ 2901128 h 6858000"/>
              <a:gd name="connsiteX703" fmla="*/ 156329 w 7472601"/>
              <a:gd name="connsiteY703" fmla="*/ 2840533 h 6858000"/>
              <a:gd name="connsiteX704" fmla="*/ 358355 w 7472601"/>
              <a:gd name="connsiteY704" fmla="*/ 2620471 h 6858000"/>
              <a:gd name="connsiteX705" fmla="*/ 510577 w 7472601"/>
              <a:gd name="connsiteY705" fmla="*/ 2501244 h 6858000"/>
              <a:gd name="connsiteX706" fmla="*/ 211967 w 7472601"/>
              <a:gd name="connsiteY706" fmla="*/ 2479171 h 6858000"/>
              <a:gd name="connsiteX707" fmla="*/ 0 w 7472601"/>
              <a:gd name="connsiteY707" fmla="*/ 2476398 h 6858000"/>
              <a:gd name="connsiteX708" fmla="*/ 0 w 7472601"/>
              <a:gd name="connsiteY708" fmla="*/ 2389189 h 6858000"/>
              <a:gd name="connsiteX709" fmla="*/ 103062 w 7472601"/>
              <a:gd name="connsiteY709" fmla="*/ 2389518 h 6858000"/>
              <a:gd name="connsiteX710" fmla="*/ 510734 w 7472601"/>
              <a:gd name="connsiteY710" fmla="*/ 2416201 h 6858000"/>
              <a:gd name="connsiteX711" fmla="*/ 279257 w 7472601"/>
              <a:gd name="connsiteY711" fmla="*/ 2092102 h 6858000"/>
              <a:gd name="connsiteX712" fmla="*/ 65265 w 7472601"/>
              <a:gd name="connsiteY712" fmla="*/ 2006049 h 6858000"/>
              <a:gd name="connsiteX713" fmla="*/ 0 w 7472601"/>
              <a:gd name="connsiteY713" fmla="*/ 1982532 h 6858000"/>
              <a:gd name="connsiteX714" fmla="*/ 0 w 7472601"/>
              <a:gd name="connsiteY714" fmla="*/ 1912789 h 6858000"/>
              <a:gd name="connsiteX715" fmla="*/ 97460 w 7472601"/>
              <a:gd name="connsiteY715" fmla="*/ 1953725 h 6858000"/>
              <a:gd name="connsiteX716" fmla="*/ 221272 w 7472601"/>
              <a:gd name="connsiteY716" fmla="*/ 1980766 h 6858000"/>
              <a:gd name="connsiteX717" fmla="*/ 116765 w 7472601"/>
              <a:gd name="connsiteY717" fmla="*/ 1911033 h 6858000"/>
              <a:gd name="connsiteX718" fmla="*/ 16405 w 7472601"/>
              <a:gd name="connsiteY718" fmla="*/ 1803412 h 6858000"/>
              <a:gd name="connsiteX719" fmla="*/ 0 w 7472601"/>
              <a:gd name="connsiteY719" fmla="*/ 1784777 h 6858000"/>
              <a:gd name="connsiteX720" fmla="*/ 0 w 7472601"/>
              <a:gd name="connsiteY720" fmla="*/ 1740082 h 6858000"/>
              <a:gd name="connsiteX721" fmla="*/ 39394 w 7472601"/>
              <a:gd name="connsiteY721" fmla="*/ 1784856 h 6858000"/>
              <a:gd name="connsiteX722" fmla="*/ 135813 w 7472601"/>
              <a:gd name="connsiteY722" fmla="*/ 1888838 h 6858000"/>
              <a:gd name="connsiteX723" fmla="*/ 242575 w 7472601"/>
              <a:gd name="connsiteY723" fmla="*/ 1958841 h 6858000"/>
              <a:gd name="connsiteX724" fmla="*/ 82197 w 7472601"/>
              <a:gd name="connsiteY724" fmla="*/ 1754826 h 6858000"/>
              <a:gd name="connsiteX725" fmla="*/ 0 w 7472601"/>
              <a:gd name="connsiteY725" fmla="*/ 1679650 h 6858000"/>
              <a:gd name="connsiteX726" fmla="*/ 0 w 7472601"/>
              <a:gd name="connsiteY726" fmla="*/ 1602463 h 6858000"/>
              <a:gd name="connsiteX727" fmla="*/ 84689 w 7472601"/>
              <a:gd name="connsiteY727" fmla="*/ 1677442 h 6858000"/>
              <a:gd name="connsiteX728" fmla="*/ 298437 w 7472601"/>
              <a:gd name="connsiteY728" fmla="*/ 1968019 h 6858000"/>
              <a:gd name="connsiteX729" fmla="*/ 227269 w 7472601"/>
              <a:gd name="connsiteY729" fmla="*/ 1114064 h 6858000"/>
              <a:gd name="connsiteX730" fmla="*/ 248003 w 7472601"/>
              <a:gd name="connsiteY730" fmla="*/ 1089613 h 6858000"/>
              <a:gd name="connsiteX731" fmla="*/ 427020 w 7472601"/>
              <a:gd name="connsiteY731" fmla="*/ 1619803 h 6858000"/>
              <a:gd name="connsiteX732" fmla="*/ 340345 w 7472601"/>
              <a:gd name="connsiteY732" fmla="*/ 2027739 h 6858000"/>
              <a:gd name="connsiteX733" fmla="*/ 360865 w 7472601"/>
              <a:gd name="connsiteY733" fmla="*/ 2044827 h 6858000"/>
              <a:gd name="connsiteX734" fmla="*/ 560414 w 7472601"/>
              <a:gd name="connsiteY734" fmla="*/ 2421457 h 6858000"/>
              <a:gd name="connsiteX735" fmla="*/ 1359703 w 7472601"/>
              <a:gd name="connsiteY735" fmla="*/ 2578554 h 6858000"/>
              <a:gd name="connsiteX736" fmla="*/ 1359422 w 7472601"/>
              <a:gd name="connsiteY736" fmla="*/ 2577994 h 6858000"/>
              <a:gd name="connsiteX737" fmla="*/ 828701 w 7472601"/>
              <a:gd name="connsiteY737" fmla="*/ 1839520 h 6858000"/>
              <a:gd name="connsiteX738" fmla="*/ 494427 w 7472601"/>
              <a:gd name="connsiteY738" fmla="*/ 1092333 h 6858000"/>
              <a:gd name="connsiteX739" fmla="*/ 506322 w 7472601"/>
              <a:gd name="connsiteY739" fmla="*/ 1020997 h 6858000"/>
              <a:gd name="connsiteX740" fmla="*/ 4570198 w 7472601"/>
              <a:gd name="connsiteY740" fmla="*/ 978081 h 6858000"/>
              <a:gd name="connsiteX741" fmla="*/ 4523691 w 7472601"/>
              <a:gd name="connsiteY741" fmla="*/ 1127776 h 6858000"/>
              <a:gd name="connsiteX742" fmla="*/ 4509875 w 7472601"/>
              <a:gd name="connsiteY742" fmla="*/ 1167552 h 6858000"/>
              <a:gd name="connsiteX743" fmla="*/ 4478168 w 7472601"/>
              <a:gd name="connsiteY743" fmla="*/ 1260735 h 6858000"/>
              <a:gd name="connsiteX744" fmla="*/ 4409309 w 7472601"/>
              <a:gd name="connsiteY744" fmla="*/ 1666996 h 6858000"/>
              <a:gd name="connsiteX745" fmla="*/ 4370031 w 7472601"/>
              <a:gd name="connsiteY745" fmla="*/ 1955666 h 6858000"/>
              <a:gd name="connsiteX746" fmla="*/ 4570198 w 7472601"/>
              <a:gd name="connsiteY746" fmla="*/ 978081 h 6858000"/>
              <a:gd name="connsiteX747" fmla="*/ 4557898 w 7472601"/>
              <a:gd name="connsiteY747" fmla="*/ 900011 h 6858000"/>
              <a:gd name="connsiteX748" fmla="*/ 4344840 w 7472601"/>
              <a:gd name="connsiteY748" fmla="*/ 1922038 h 6858000"/>
              <a:gd name="connsiteX749" fmla="*/ 4378710 w 7472601"/>
              <a:gd name="connsiteY749" fmla="*/ 1665516 h 6858000"/>
              <a:gd name="connsiteX750" fmla="*/ 4448798 w 7472601"/>
              <a:gd name="connsiteY750" fmla="*/ 1253024 h 6858000"/>
              <a:gd name="connsiteX751" fmla="*/ 4480315 w 7472601"/>
              <a:gd name="connsiteY751" fmla="*/ 1158454 h 6858000"/>
              <a:gd name="connsiteX752" fmla="*/ 4494133 w 7472601"/>
              <a:gd name="connsiteY752" fmla="*/ 1118676 h 6858000"/>
              <a:gd name="connsiteX753" fmla="*/ 4557898 w 7472601"/>
              <a:gd name="connsiteY753" fmla="*/ 900011 h 6858000"/>
              <a:gd name="connsiteX754" fmla="*/ 5870151 w 7472601"/>
              <a:gd name="connsiteY754" fmla="*/ 898890 h 6858000"/>
              <a:gd name="connsiteX755" fmla="*/ 5861335 w 7472601"/>
              <a:gd name="connsiteY755" fmla="*/ 899177 h 6858000"/>
              <a:gd name="connsiteX756" fmla="*/ 5843702 w 7472601"/>
              <a:gd name="connsiteY756" fmla="*/ 899748 h 6858000"/>
              <a:gd name="connsiteX757" fmla="*/ 5651107 w 7472601"/>
              <a:gd name="connsiteY757" fmla="*/ 920306 h 6858000"/>
              <a:gd name="connsiteX758" fmla="*/ 5459407 w 7472601"/>
              <a:gd name="connsiteY758" fmla="*/ 940975 h 6858000"/>
              <a:gd name="connsiteX759" fmla="*/ 5374846 w 7472601"/>
              <a:gd name="connsiteY759" fmla="*/ 941988 h 6858000"/>
              <a:gd name="connsiteX760" fmla="*/ 5256105 w 7472601"/>
              <a:gd name="connsiteY760" fmla="*/ 945632 h 6858000"/>
              <a:gd name="connsiteX761" fmla="*/ 5107071 w 7472601"/>
              <a:gd name="connsiteY761" fmla="*/ 969720 h 6858000"/>
              <a:gd name="connsiteX762" fmla="*/ 4998681 w 7472601"/>
              <a:gd name="connsiteY762" fmla="*/ 988771 h 6858000"/>
              <a:gd name="connsiteX763" fmla="*/ 5870151 w 7472601"/>
              <a:gd name="connsiteY763" fmla="*/ 898890 h 6858000"/>
              <a:gd name="connsiteX764" fmla="*/ 5504425 w 7472601"/>
              <a:gd name="connsiteY764" fmla="*/ 848067 h 6858000"/>
              <a:gd name="connsiteX765" fmla="*/ 4968849 w 7472601"/>
              <a:gd name="connsiteY765" fmla="*/ 962318 h 6858000"/>
              <a:gd name="connsiteX766" fmla="*/ 5104039 w 7472601"/>
              <a:gd name="connsiteY766" fmla="*/ 940634 h 6858000"/>
              <a:gd name="connsiteX767" fmla="*/ 5256311 w 7472601"/>
              <a:gd name="connsiteY767" fmla="*/ 916490 h 6858000"/>
              <a:gd name="connsiteX768" fmla="*/ 5377381 w 7472601"/>
              <a:gd name="connsiteY768" fmla="*/ 912671 h 6858000"/>
              <a:gd name="connsiteX769" fmla="*/ 5460148 w 7472601"/>
              <a:gd name="connsiteY769" fmla="*/ 911442 h 6858000"/>
              <a:gd name="connsiteX770" fmla="*/ 5648971 w 7472601"/>
              <a:gd name="connsiteY770" fmla="*/ 891331 h 6858000"/>
              <a:gd name="connsiteX771" fmla="*/ 5844807 w 7472601"/>
              <a:gd name="connsiteY771" fmla="*/ 870718 h 6858000"/>
              <a:gd name="connsiteX772" fmla="*/ 5862975 w 7472601"/>
              <a:gd name="connsiteY772" fmla="*/ 869756 h 6858000"/>
              <a:gd name="connsiteX773" fmla="*/ 5920887 w 7472601"/>
              <a:gd name="connsiteY773" fmla="*/ 865929 h 6858000"/>
              <a:gd name="connsiteX774" fmla="*/ 5504425 w 7472601"/>
              <a:gd name="connsiteY774" fmla="*/ 848067 h 6858000"/>
              <a:gd name="connsiteX775" fmla="*/ 3607114 w 7472601"/>
              <a:gd name="connsiteY775" fmla="*/ 467441 h 6858000"/>
              <a:gd name="connsiteX776" fmla="*/ 3296242 w 7472601"/>
              <a:gd name="connsiteY776" fmla="*/ 807991 h 6858000"/>
              <a:gd name="connsiteX777" fmla="*/ 3174674 w 7472601"/>
              <a:gd name="connsiteY777" fmla="*/ 919759 h 6858000"/>
              <a:gd name="connsiteX778" fmla="*/ 3042978 w 7472601"/>
              <a:gd name="connsiteY778" fmla="*/ 1054894 h 6858000"/>
              <a:gd name="connsiteX779" fmla="*/ 2968914 w 7472601"/>
              <a:gd name="connsiteY779" fmla="*/ 1133756 h 6858000"/>
              <a:gd name="connsiteX780" fmla="*/ 3103823 w 7472601"/>
              <a:gd name="connsiteY780" fmla="*/ 1026814 h 6858000"/>
              <a:gd name="connsiteX781" fmla="*/ 3607114 w 7472601"/>
              <a:gd name="connsiteY781" fmla="*/ 467441 h 6858000"/>
              <a:gd name="connsiteX782" fmla="*/ 3744487 w 7472601"/>
              <a:gd name="connsiteY782" fmla="*/ 383136 h 6858000"/>
              <a:gd name="connsiteX783" fmla="*/ 3970213 w 7472601"/>
              <a:gd name="connsiteY783" fmla="*/ 995559 h 6858000"/>
              <a:gd name="connsiteX784" fmla="*/ 3744487 w 7472601"/>
              <a:gd name="connsiteY784" fmla="*/ 383136 h 6858000"/>
              <a:gd name="connsiteX785" fmla="*/ 3624562 w 7472601"/>
              <a:gd name="connsiteY785" fmla="*/ 367041 h 6858000"/>
              <a:gd name="connsiteX786" fmla="*/ 3489712 w 7472601"/>
              <a:gd name="connsiteY786" fmla="*/ 485386 h 6858000"/>
              <a:gd name="connsiteX787" fmla="*/ 3182994 w 7472601"/>
              <a:gd name="connsiteY787" fmla="*/ 828265 h 6858000"/>
              <a:gd name="connsiteX788" fmla="*/ 2892114 w 7472601"/>
              <a:gd name="connsiteY788" fmla="*/ 1172635 h 6858000"/>
              <a:gd name="connsiteX789" fmla="*/ 3021459 w 7472601"/>
              <a:gd name="connsiteY789" fmla="*/ 1035385 h 6858000"/>
              <a:gd name="connsiteX790" fmla="*/ 3153873 w 7472601"/>
              <a:gd name="connsiteY790" fmla="*/ 898971 h 6858000"/>
              <a:gd name="connsiteX791" fmla="*/ 3276511 w 7472601"/>
              <a:gd name="connsiteY791" fmla="*/ 786423 h 6858000"/>
              <a:gd name="connsiteX792" fmla="*/ 3584154 w 7472601"/>
              <a:gd name="connsiteY792" fmla="*/ 448218 h 6858000"/>
              <a:gd name="connsiteX793" fmla="*/ 3624562 w 7472601"/>
              <a:gd name="connsiteY793" fmla="*/ 367041 h 6858000"/>
              <a:gd name="connsiteX794" fmla="*/ 3766672 w 7472601"/>
              <a:gd name="connsiteY794" fmla="*/ 359429 h 6858000"/>
              <a:gd name="connsiteX795" fmla="*/ 3996338 w 7472601"/>
              <a:gd name="connsiteY795" fmla="*/ 968237 h 6858000"/>
              <a:gd name="connsiteX796" fmla="*/ 3766672 w 7472601"/>
              <a:gd name="connsiteY796" fmla="*/ 359429 h 6858000"/>
              <a:gd name="connsiteX797" fmla="*/ 5805386 w 7472601"/>
              <a:gd name="connsiteY797" fmla="*/ 239240 h 6858000"/>
              <a:gd name="connsiteX798" fmla="*/ 5736947 w 7472601"/>
              <a:gd name="connsiteY798" fmla="*/ 261367 h 6858000"/>
              <a:gd name="connsiteX799" fmla="*/ 5427012 w 7472601"/>
              <a:gd name="connsiteY799" fmla="*/ 311272 h 6858000"/>
              <a:gd name="connsiteX800" fmla="*/ 5147818 w 7472601"/>
              <a:gd name="connsiteY800" fmla="*/ 322112 h 6858000"/>
              <a:gd name="connsiteX801" fmla="*/ 5060854 w 7472601"/>
              <a:gd name="connsiteY801" fmla="*/ 311882 h 6858000"/>
              <a:gd name="connsiteX802" fmla="*/ 4945989 w 7472601"/>
              <a:gd name="connsiteY802" fmla="*/ 300516 h 6858000"/>
              <a:gd name="connsiteX803" fmla="*/ 5410479 w 7472601"/>
              <a:gd name="connsiteY803" fmla="*/ 348434 h 6858000"/>
              <a:gd name="connsiteX804" fmla="*/ 5805386 w 7472601"/>
              <a:gd name="connsiteY804" fmla="*/ 239240 h 6858000"/>
              <a:gd name="connsiteX805" fmla="*/ 5905192 w 7472601"/>
              <a:gd name="connsiteY805" fmla="*/ 163079 h 6858000"/>
              <a:gd name="connsiteX806" fmla="*/ 5865655 w 7472601"/>
              <a:gd name="connsiteY806" fmla="*/ 171901 h 6858000"/>
              <a:gd name="connsiteX807" fmla="*/ 5259740 w 7472601"/>
              <a:gd name="connsiteY807" fmla="*/ 257013 h 6858000"/>
              <a:gd name="connsiteX808" fmla="*/ 5208466 w 7472601"/>
              <a:gd name="connsiteY808" fmla="*/ 257550 h 6858000"/>
              <a:gd name="connsiteX809" fmla="*/ 4980204 w 7472601"/>
              <a:gd name="connsiteY809" fmla="*/ 271903 h 6858000"/>
              <a:gd name="connsiteX810" fmla="*/ 5068068 w 7472601"/>
              <a:gd name="connsiteY810" fmla="*/ 282244 h 6858000"/>
              <a:gd name="connsiteX811" fmla="*/ 5153231 w 7472601"/>
              <a:gd name="connsiteY811" fmla="*/ 292240 h 6858000"/>
              <a:gd name="connsiteX812" fmla="*/ 5426491 w 7472601"/>
              <a:gd name="connsiteY812" fmla="*/ 281128 h 6858000"/>
              <a:gd name="connsiteX813" fmla="*/ 5731212 w 7472601"/>
              <a:gd name="connsiteY813" fmla="*/ 231951 h 6858000"/>
              <a:gd name="connsiteX814" fmla="*/ 5905192 w 7472601"/>
              <a:gd name="connsiteY814" fmla="*/ 163079 h 6858000"/>
              <a:gd name="connsiteX815" fmla="*/ 5944437 w 7472601"/>
              <a:gd name="connsiteY815" fmla="*/ 113829 h 6858000"/>
              <a:gd name="connsiteX816" fmla="*/ 5825032 w 7472601"/>
              <a:gd name="connsiteY816" fmla="*/ 146405 h 6858000"/>
              <a:gd name="connsiteX817" fmla="*/ 4955599 w 7472601"/>
              <a:gd name="connsiteY817" fmla="*/ 247008 h 6858000"/>
              <a:gd name="connsiteX818" fmla="*/ 5210104 w 7472601"/>
              <a:gd name="connsiteY818" fmla="*/ 228123 h 6858000"/>
              <a:gd name="connsiteX819" fmla="*/ 5261015 w 7472601"/>
              <a:gd name="connsiteY819" fmla="*/ 227087 h 6858000"/>
              <a:gd name="connsiteX820" fmla="*/ 5861181 w 7472601"/>
              <a:gd name="connsiteY820" fmla="*/ 143093 h 6858000"/>
              <a:gd name="connsiteX821" fmla="*/ 5961252 w 7472601"/>
              <a:gd name="connsiteY821" fmla="*/ 114820 h 6858000"/>
              <a:gd name="connsiteX822" fmla="*/ 5944437 w 7472601"/>
              <a:gd name="connsiteY822" fmla="*/ 113829 h 6858000"/>
              <a:gd name="connsiteX823" fmla="*/ 3882765 w 7472601"/>
              <a:gd name="connsiteY823" fmla="*/ 0 h 6858000"/>
              <a:gd name="connsiteX824" fmla="*/ 3995099 w 7472601"/>
              <a:gd name="connsiteY824" fmla="*/ 0 h 6858000"/>
              <a:gd name="connsiteX825" fmla="*/ 4163818 w 7472601"/>
              <a:gd name="connsiteY825" fmla="*/ 234104 h 6858000"/>
              <a:gd name="connsiteX826" fmla="*/ 4172099 w 7472601"/>
              <a:gd name="connsiteY826" fmla="*/ 234207 h 6858000"/>
              <a:gd name="connsiteX827" fmla="*/ 4784282 w 7472601"/>
              <a:gd name="connsiteY827" fmla="*/ 276561 h 6858000"/>
              <a:gd name="connsiteX828" fmla="*/ 4801687 w 7472601"/>
              <a:gd name="connsiteY828" fmla="*/ 267764 h 6858000"/>
              <a:gd name="connsiteX829" fmla="*/ 6082788 w 7472601"/>
              <a:gd name="connsiteY829" fmla="*/ 64119 h 6858000"/>
              <a:gd name="connsiteX830" fmla="*/ 6099442 w 7472601"/>
              <a:gd name="connsiteY830" fmla="*/ 82568 h 6858000"/>
              <a:gd name="connsiteX831" fmla="*/ 4804137 w 7472601"/>
              <a:gd name="connsiteY831" fmla="*/ 320931 h 6858000"/>
              <a:gd name="connsiteX832" fmla="*/ 4227047 w 7472601"/>
              <a:gd name="connsiteY832" fmla="*/ 313415 h 6858000"/>
              <a:gd name="connsiteX833" fmla="*/ 4346041 w 7472601"/>
              <a:gd name="connsiteY833" fmla="*/ 456086 h 6858000"/>
              <a:gd name="connsiteX834" fmla="*/ 4870967 w 7472601"/>
              <a:gd name="connsiteY834" fmla="*/ 963061 h 6858000"/>
              <a:gd name="connsiteX835" fmla="*/ 4889647 w 7472601"/>
              <a:gd name="connsiteY835" fmla="*/ 957147 h 6858000"/>
              <a:gd name="connsiteX836" fmla="*/ 5422504 w 7472601"/>
              <a:gd name="connsiteY836" fmla="*/ 805191 h 6858000"/>
              <a:gd name="connsiteX837" fmla="*/ 6087656 w 7472601"/>
              <a:gd name="connsiteY837" fmla="*/ 826703 h 6858000"/>
              <a:gd name="connsiteX838" fmla="*/ 6058717 w 7472601"/>
              <a:gd name="connsiteY838" fmla="*/ 865992 h 6858000"/>
              <a:gd name="connsiteX839" fmla="*/ 4974153 w 7472601"/>
              <a:gd name="connsiteY839" fmla="*/ 1045456 h 6858000"/>
              <a:gd name="connsiteX840" fmla="*/ 5627835 w 7472601"/>
              <a:gd name="connsiteY840" fmla="*/ 1472077 h 6858000"/>
              <a:gd name="connsiteX841" fmla="*/ 5629817 w 7472601"/>
              <a:gd name="connsiteY841" fmla="*/ 1471412 h 6858000"/>
              <a:gd name="connsiteX842" fmla="*/ 5634124 w 7472601"/>
              <a:gd name="connsiteY842" fmla="*/ 1470572 h 6858000"/>
              <a:gd name="connsiteX843" fmla="*/ 5755832 w 7472601"/>
              <a:gd name="connsiteY843" fmla="*/ 1383886 h 6858000"/>
              <a:gd name="connsiteX844" fmla="*/ 6014186 w 7472601"/>
              <a:gd name="connsiteY844" fmla="*/ 1279799 h 6858000"/>
              <a:gd name="connsiteX845" fmla="*/ 6901619 w 7472601"/>
              <a:gd name="connsiteY845" fmla="*/ 1047874 h 6858000"/>
              <a:gd name="connsiteX846" fmla="*/ 6931566 w 7472601"/>
              <a:gd name="connsiteY846" fmla="*/ 1062034 h 6858000"/>
              <a:gd name="connsiteX847" fmla="*/ 5790982 w 7472601"/>
              <a:gd name="connsiteY847" fmla="*/ 1561380 h 6858000"/>
              <a:gd name="connsiteX848" fmla="*/ 6188971 w 7472601"/>
              <a:gd name="connsiteY848" fmla="*/ 1755168 h 6858000"/>
              <a:gd name="connsiteX849" fmla="*/ 6202446 w 7472601"/>
              <a:gd name="connsiteY849" fmla="*/ 1752268 h 6858000"/>
              <a:gd name="connsiteX850" fmla="*/ 7179560 w 7472601"/>
              <a:gd name="connsiteY850" fmla="*/ 1467551 h 6858000"/>
              <a:gd name="connsiteX851" fmla="*/ 7158730 w 7472601"/>
              <a:gd name="connsiteY851" fmla="*/ 1507835 h 6858000"/>
              <a:gd name="connsiteX852" fmla="*/ 6326959 w 7472601"/>
              <a:gd name="connsiteY852" fmla="*/ 1817686 h 6858000"/>
              <a:gd name="connsiteX853" fmla="*/ 6537433 w 7472601"/>
              <a:gd name="connsiteY853" fmla="*/ 1907790 h 6858000"/>
              <a:gd name="connsiteX854" fmla="*/ 6550221 w 7472601"/>
              <a:gd name="connsiteY854" fmla="*/ 1910729 h 6858000"/>
              <a:gd name="connsiteX855" fmla="*/ 6964438 w 7472601"/>
              <a:gd name="connsiteY855" fmla="*/ 2209505 h 6858000"/>
              <a:gd name="connsiteX856" fmla="*/ 7367862 w 7472601"/>
              <a:gd name="connsiteY856" fmla="*/ 2806833 h 6858000"/>
              <a:gd name="connsiteX857" fmla="*/ 7364329 w 7472601"/>
              <a:gd name="connsiteY857" fmla="*/ 2826907 h 6858000"/>
              <a:gd name="connsiteX858" fmla="*/ 7290545 w 7472601"/>
              <a:gd name="connsiteY858" fmla="*/ 2850663 h 6858000"/>
              <a:gd name="connsiteX859" fmla="*/ 6472036 w 7472601"/>
              <a:gd name="connsiteY859" fmla="*/ 1959003 h 6858000"/>
              <a:gd name="connsiteX860" fmla="*/ 5792897 w 7472601"/>
              <a:gd name="connsiteY860" fmla="*/ 1647747 h 6858000"/>
              <a:gd name="connsiteX861" fmla="*/ 5842751 w 7472601"/>
              <a:gd name="connsiteY861" fmla="*/ 1816112 h 6858000"/>
              <a:gd name="connsiteX862" fmla="*/ 5847424 w 7472601"/>
              <a:gd name="connsiteY862" fmla="*/ 1815776 h 6858000"/>
              <a:gd name="connsiteX863" fmla="*/ 6399821 w 7472601"/>
              <a:gd name="connsiteY863" fmla="*/ 2344799 h 6858000"/>
              <a:gd name="connsiteX864" fmla="*/ 6323232 w 7472601"/>
              <a:gd name="connsiteY864" fmla="*/ 2389634 h 6858000"/>
              <a:gd name="connsiteX865" fmla="*/ 5942958 w 7472601"/>
              <a:gd name="connsiteY865" fmla="*/ 2077708 h 6858000"/>
              <a:gd name="connsiteX866" fmla="*/ 5921559 w 7472601"/>
              <a:gd name="connsiteY866" fmla="*/ 2378596 h 6858000"/>
              <a:gd name="connsiteX867" fmla="*/ 5817651 w 7472601"/>
              <a:gd name="connsiteY867" fmla="*/ 3023919 h 6858000"/>
              <a:gd name="connsiteX868" fmla="*/ 5729634 w 7472601"/>
              <a:gd name="connsiteY868" fmla="*/ 3051849 h 6858000"/>
              <a:gd name="connsiteX869" fmla="*/ 5611018 w 7472601"/>
              <a:gd name="connsiteY869" fmla="*/ 2316769 h 6858000"/>
              <a:gd name="connsiteX870" fmla="*/ 5687608 w 7472601"/>
              <a:gd name="connsiteY870" fmla="*/ 2039972 h 6858000"/>
              <a:gd name="connsiteX871" fmla="*/ 5657554 w 7472601"/>
              <a:gd name="connsiteY871" fmla="*/ 1576445 h 6858000"/>
              <a:gd name="connsiteX872" fmla="*/ 5150475 w 7472601"/>
              <a:gd name="connsiteY872" fmla="*/ 1274012 h 6858000"/>
              <a:gd name="connsiteX873" fmla="*/ 5349142 w 7472601"/>
              <a:gd name="connsiteY873" fmla="*/ 2204405 h 6858000"/>
              <a:gd name="connsiteX874" fmla="*/ 5262214 w 7472601"/>
              <a:gd name="connsiteY874" fmla="*/ 2233836 h 6858000"/>
              <a:gd name="connsiteX875" fmla="*/ 4981539 w 7472601"/>
              <a:gd name="connsiteY875" fmla="*/ 1542201 h 6858000"/>
              <a:gd name="connsiteX876" fmla="*/ 4958461 w 7472601"/>
              <a:gd name="connsiteY876" fmla="*/ 1136957 h 6858000"/>
              <a:gd name="connsiteX877" fmla="*/ 4655015 w 7472601"/>
              <a:gd name="connsiteY877" fmla="*/ 891426 h 6858000"/>
              <a:gd name="connsiteX878" fmla="*/ 4348002 w 7472601"/>
              <a:gd name="connsiteY878" fmla="*/ 2205895 h 6858000"/>
              <a:gd name="connsiteX879" fmla="*/ 4262250 w 7472601"/>
              <a:gd name="connsiteY879" fmla="*/ 2219972 h 6858000"/>
              <a:gd name="connsiteX880" fmla="*/ 4550611 w 7472601"/>
              <a:gd name="connsiteY880" fmla="*/ 817540 h 6858000"/>
              <a:gd name="connsiteX881" fmla="*/ 4564418 w 7472601"/>
              <a:gd name="connsiteY881" fmla="*/ 808293 h 6858000"/>
              <a:gd name="connsiteX882" fmla="*/ 4266388 w 7472601"/>
              <a:gd name="connsiteY882" fmla="*/ 500083 h 6858000"/>
              <a:gd name="connsiteX883" fmla="*/ 4032842 w 7472601"/>
              <a:gd name="connsiteY883" fmla="*/ 211809 h 6858000"/>
              <a:gd name="connsiteX884" fmla="*/ 3882765 w 7472601"/>
              <a:gd name="connsiteY884" fmla="*/ 0 h 6858000"/>
              <a:gd name="connsiteX885" fmla="*/ 3721337 w 7472601"/>
              <a:gd name="connsiteY885" fmla="*/ 0 h 6858000"/>
              <a:gd name="connsiteX886" fmla="*/ 3797544 w 7472601"/>
              <a:gd name="connsiteY886" fmla="*/ 0 h 6858000"/>
              <a:gd name="connsiteX887" fmla="*/ 3775734 w 7472601"/>
              <a:gd name="connsiteY887" fmla="*/ 95131 h 6858000"/>
              <a:gd name="connsiteX888" fmla="*/ 3724807 w 7472601"/>
              <a:gd name="connsiteY888" fmla="*/ 272257 h 6858000"/>
              <a:gd name="connsiteX889" fmla="*/ 3726844 w 7472601"/>
              <a:gd name="connsiteY889" fmla="*/ 282988 h 6858000"/>
              <a:gd name="connsiteX890" fmla="*/ 3742664 w 7472601"/>
              <a:gd name="connsiteY890" fmla="*/ 279918 h 6858000"/>
              <a:gd name="connsiteX891" fmla="*/ 4103910 w 7472601"/>
              <a:gd name="connsiteY891" fmla="*/ 1161917 h 6858000"/>
              <a:gd name="connsiteX892" fmla="*/ 4020269 w 7472601"/>
              <a:gd name="connsiteY892" fmla="*/ 1200406 h 6858000"/>
              <a:gd name="connsiteX893" fmla="*/ 3674882 w 7472601"/>
              <a:gd name="connsiteY893" fmla="*/ 488524 h 6858000"/>
              <a:gd name="connsiteX894" fmla="*/ 3132682 w 7472601"/>
              <a:gd name="connsiteY894" fmla="*/ 1072284 h 6858000"/>
              <a:gd name="connsiteX895" fmla="*/ 2716346 w 7472601"/>
              <a:gd name="connsiteY895" fmla="*/ 1276376 h 6858000"/>
              <a:gd name="connsiteX896" fmla="*/ 2716772 w 7472601"/>
              <a:gd name="connsiteY896" fmla="*/ 1255462 h 6858000"/>
              <a:gd name="connsiteX897" fmla="*/ 3471096 w 7472601"/>
              <a:gd name="connsiteY897" fmla="*/ 437072 h 6858000"/>
              <a:gd name="connsiteX898" fmla="*/ 3639057 w 7472601"/>
              <a:gd name="connsiteY898" fmla="*/ 286334 h 6858000"/>
              <a:gd name="connsiteX899" fmla="*/ 3640309 w 7472601"/>
              <a:gd name="connsiteY899" fmla="*/ 284664 h 6858000"/>
              <a:gd name="connsiteX900" fmla="*/ 3646022 w 7472601"/>
              <a:gd name="connsiteY900" fmla="*/ 276711 h 6858000"/>
              <a:gd name="connsiteX901" fmla="*/ 3707943 w 7472601"/>
              <a:gd name="connsiteY901" fmla="*/ 65958 h 6858000"/>
              <a:gd name="connsiteX902" fmla="*/ 3721337 w 7472601"/>
              <a:gd name="connsiteY902" fmla="*/ 0 h 6858000"/>
              <a:gd name="connsiteX903" fmla="*/ 2867960 w 7472601"/>
              <a:gd name="connsiteY903" fmla="*/ 0 h 6858000"/>
              <a:gd name="connsiteX904" fmla="*/ 2926351 w 7472601"/>
              <a:gd name="connsiteY904" fmla="*/ 0 h 6858000"/>
              <a:gd name="connsiteX905" fmla="*/ 2902823 w 7472601"/>
              <a:gd name="connsiteY905" fmla="*/ 262929 h 6858000"/>
              <a:gd name="connsiteX906" fmla="*/ 2940663 w 7472601"/>
              <a:gd name="connsiteY906" fmla="*/ 140884 h 6858000"/>
              <a:gd name="connsiteX907" fmla="*/ 2947039 w 7472601"/>
              <a:gd name="connsiteY907" fmla="*/ 122524 h 6858000"/>
              <a:gd name="connsiteX908" fmla="*/ 2984316 w 7472601"/>
              <a:gd name="connsiteY908" fmla="*/ 0 h 6858000"/>
              <a:gd name="connsiteX909" fmla="*/ 3016114 w 7472601"/>
              <a:gd name="connsiteY909" fmla="*/ 0 h 6858000"/>
              <a:gd name="connsiteX910" fmla="*/ 2979949 w 7472601"/>
              <a:gd name="connsiteY910" fmla="*/ 119274 h 6858000"/>
              <a:gd name="connsiteX911" fmla="*/ 3023879 w 7472601"/>
              <a:gd name="connsiteY911" fmla="*/ 0 h 6858000"/>
              <a:gd name="connsiteX912" fmla="*/ 3105400 w 7472601"/>
              <a:gd name="connsiteY912" fmla="*/ 0 h 6858000"/>
              <a:gd name="connsiteX913" fmla="*/ 3094669 w 7472601"/>
              <a:gd name="connsiteY913" fmla="*/ 30308 h 6858000"/>
              <a:gd name="connsiteX914" fmla="*/ 2901945 w 7472601"/>
              <a:gd name="connsiteY914" fmla="*/ 466538 h 6858000"/>
              <a:gd name="connsiteX915" fmla="*/ 2815209 w 7472601"/>
              <a:gd name="connsiteY915" fmla="*/ 497361 h 6858000"/>
              <a:gd name="connsiteX916" fmla="*/ 2844845 w 7472601"/>
              <a:gd name="connsiteY916" fmla="*/ 127638 h 6858000"/>
              <a:gd name="connsiteX917" fmla="*/ 2867960 w 7472601"/>
              <a:gd name="connsiteY917" fmla="*/ 0 h 6858000"/>
              <a:gd name="connsiteX918" fmla="*/ 1057230 w 7472601"/>
              <a:gd name="connsiteY918" fmla="*/ 0 h 6858000"/>
              <a:gd name="connsiteX919" fmla="*/ 1111003 w 7472601"/>
              <a:gd name="connsiteY919" fmla="*/ 0 h 6858000"/>
              <a:gd name="connsiteX920" fmla="*/ 1125553 w 7472601"/>
              <a:gd name="connsiteY920" fmla="*/ 52588 h 6858000"/>
              <a:gd name="connsiteX921" fmla="*/ 1304276 w 7472601"/>
              <a:gd name="connsiteY921" fmla="*/ 476275 h 6858000"/>
              <a:gd name="connsiteX922" fmla="*/ 1492066 w 7472601"/>
              <a:gd name="connsiteY922" fmla="*/ 886333 h 6858000"/>
              <a:gd name="connsiteX923" fmla="*/ 1423698 w 7472601"/>
              <a:gd name="connsiteY923" fmla="*/ 710817 h 6858000"/>
              <a:gd name="connsiteX924" fmla="*/ 1357609 w 7472601"/>
              <a:gd name="connsiteY924" fmla="*/ 532892 h 6858000"/>
              <a:gd name="connsiteX925" fmla="*/ 1309550 w 7472601"/>
              <a:gd name="connsiteY925" fmla="*/ 374031 h 6858000"/>
              <a:gd name="connsiteX926" fmla="*/ 1193673 w 7472601"/>
              <a:gd name="connsiteY926" fmla="*/ 49533 h 6858000"/>
              <a:gd name="connsiteX927" fmla="*/ 1164391 w 7472601"/>
              <a:gd name="connsiteY927" fmla="*/ 0 h 6858000"/>
              <a:gd name="connsiteX928" fmla="*/ 1200666 w 7472601"/>
              <a:gd name="connsiteY928" fmla="*/ 0 h 6858000"/>
              <a:gd name="connsiteX929" fmla="*/ 1223408 w 7472601"/>
              <a:gd name="connsiteY929" fmla="*/ 38996 h 6858000"/>
              <a:gd name="connsiteX930" fmla="*/ 1339635 w 7472601"/>
              <a:gd name="connsiteY930" fmla="*/ 365517 h 6858000"/>
              <a:gd name="connsiteX931" fmla="*/ 1387469 w 7472601"/>
              <a:gd name="connsiteY931" fmla="*/ 523079 h 6858000"/>
              <a:gd name="connsiteX932" fmla="*/ 1452685 w 7472601"/>
              <a:gd name="connsiteY932" fmla="*/ 699806 h 6858000"/>
              <a:gd name="connsiteX933" fmla="*/ 1492092 w 7472601"/>
              <a:gd name="connsiteY933" fmla="*/ 800424 h 6858000"/>
              <a:gd name="connsiteX934" fmla="*/ 1455302 w 7472601"/>
              <a:gd name="connsiteY934" fmla="*/ 632913 h 6858000"/>
              <a:gd name="connsiteX935" fmla="*/ 1222336 w 7472601"/>
              <a:gd name="connsiteY935" fmla="*/ 9480 h 6858000"/>
              <a:gd name="connsiteX936" fmla="*/ 1214634 w 7472601"/>
              <a:gd name="connsiteY936" fmla="*/ 0 h 6858000"/>
              <a:gd name="connsiteX937" fmla="*/ 1289827 w 7472601"/>
              <a:gd name="connsiteY937" fmla="*/ 0 h 6858000"/>
              <a:gd name="connsiteX938" fmla="*/ 1321076 w 7472601"/>
              <a:gd name="connsiteY938" fmla="*/ 59722 h 6858000"/>
              <a:gd name="connsiteX939" fmla="*/ 1512579 w 7472601"/>
              <a:gd name="connsiteY939" fmla="*/ 626441 h 6858000"/>
              <a:gd name="connsiteX940" fmla="*/ 1506076 w 7472601"/>
              <a:gd name="connsiteY940" fmla="*/ 1089289 h 6858000"/>
              <a:gd name="connsiteX941" fmla="*/ 1486346 w 7472601"/>
              <a:gd name="connsiteY941" fmla="*/ 1079919 h 6858000"/>
              <a:gd name="connsiteX942" fmla="*/ 1070511 w 7472601"/>
              <a:gd name="connsiteY942" fmla="*/ 48609 h 6858000"/>
              <a:gd name="connsiteX943" fmla="*/ 1057230 w 7472601"/>
              <a:gd name="connsiteY943" fmla="*/ 0 h 6858000"/>
              <a:gd name="connsiteX944" fmla="*/ 43151 w 7472601"/>
              <a:gd name="connsiteY944" fmla="*/ 0 h 6858000"/>
              <a:gd name="connsiteX945" fmla="*/ 95283 w 7472601"/>
              <a:gd name="connsiteY945" fmla="*/ 0 h 6858000"/>
              <a:gd name="connsiteX946" fmla="*/ 300708 w 7472601"/>
              <a:gd name="connsiteY946" fmla="*/ 154571 h 6858000"/>
              <a:gd name="connsiteX947" fmla="*/ 530414 w 7472601"/>
              <a:gd name="connsiteY947" fmla="*/ 354673 h 6858000"/>
              <a:gd name="connsiteX948" fmla="*/ 333785 w 7472601"/>
              <a:gd name="connsiteY948" fmla="*/ 161564 h 6858000"/>
              <a:gd name="connsiteX949" fmla="*/ 147005 w 7472601"/>
              <a:gd name="connsiteY949" fmla="*/ 0 h 6858000"/>
              <a:gd name="connsiteX950" fmla="*/ 272509 w 7472601"/>
              <a:gd name="connsiteY950" fmla="*/ 0 h 6858000"/>
              <a:gd name="connsiteX951" fmla="*/ 326276 w 7472601"/>
              <a:gd name="connsiteY951" fmla="*/ 45847 h 6858000"/>
              <a:gd name="connsiteX952" fmla="*/ 823759 w 7472601"/>
              <a:gd name="connsiteY952" fmla="*/ 574145 h 6858000"/>
              <a:gd name="connsiteX953" fmla="*/ 811254 w 7472601"/>
              <a:gd name="connsiteY953" fmla="*/ 665546 h 6858000"/>
              <a:gd name="connsiteX954" fmla="*/ 154042 w 7472601"/>
              <a:gd name="connsiteY954" fmla="*/ 261522 h 6858000"/>
              <a:gd name="connsiteX955" fmla="*/ 13550 w 7472601"/>
              <a:gd name="connsiteY955" fmla="*/ 158423 h 6858000"/>
              <a:gd name="connsiteX956" fmla="*/ 0 w 7472601"/>
              <a:gd name="connsiteY956" fmla="*/ 146618 h 6858000"/>
              <a:gd name="connsiteX957" fmla="*/ 0 w 7472601"/>
              <a:gd name="connsiteY957" fmla="*/ 59161 h 6858000"/>
              <a:gd name="connsiteX958" fmla="*/ 45427 w 7472601"/>
              <a:gd name="connsiteY958" fmla="*/ 101078 h 6858000"/>
              <a:gd name="connsiteX959" fmla="*/ 630103 w 7472601"/>
              <a:gd name="connsiteY959" fmla="*/ 485885 h 6858000"/>
              <a:gd name="connsiteX960" fmla="*/ 532040 w 7472601"/>
              <a:gd name="connsiteY960" fmla="*/ 399359 h 6858000"/>
              <a:gd name="connsiteX961" fmla="*/ 517618 w 7472601"/>
              <a:gd name="connsiteY961" fmla="*/ 385726 h 6858000"/>
              <a:gd name="connsiteX962" fmla="*/ 285074 w 7472601"/>
              <a:gd name="connsiteY962" fmla="*/ 182755 h 6858000"/>
              <a:gd name="connsiteX963" fmla="*/ 43151 w 7472601"/>
              <a:gd name="connsiteY963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03637 w 7472601"/>
              <a:gd name="connsiteY79" fmla="*/ 6083957 h 6858000"/>
              <a:gd name="connsiteX80" fmla="*/ 7448321 w 7472601"/>
              <a:gd name="connsiteY80" fmla="*/ 6190991 h 6858000"/>
              <a:gd name="connsiteX81" fmla="*/ 7467600 w 7472601"/>
              <a:gd name="connsiteY81" fmla="*/ 6221686 h 6858000"/>
              <a:gd name="connsiteX82" fmla="*/ 7467600 w 7472601"/>
              <a:gd name="connsiteY82" fmla="*/ 6334256 h 6858000"/>
              <a:gd name="connsiteX83" fmla="*/ 7454976 w 7472601"/>
              <a:gd name="connsiteY83" fmla="*/ 6318297 h 6858000"/>
              <a:gd name="connsiteX84" fmla="*/ 1456157 w 7472601"/>
              <a:gd name="connsiteY84" fmla="*/ 5371404 h 6858000"/>
              <a:gd name="connsiteX85" fmla="*/ 1244432 w 7472601"/>
              <a:gd name="connsiteY85" fmla="*/ 5385601 h 6858000"/>
              <a:gd name="connsiteX86" fmla="*/ 973990 w 7472601"/>
              <a:gd name="connsiteY86" fmla="*/ 5424940 h 6858000"/>
              <a:gd name="connsiteX87" fmla="*/ 1103809 w 7472601"/>
              <a:gd name="connsiteY87" fmla="*/ 5433720 h 6858000"/>
              <a:gd name="connsiteX88" fmla="*/ 1123454 w 7472601"/>
              <a:gd name="connsiteY88" fmla="*/ 5435727 h 6858000"/>
              <a:gd name="connsiteX89" fmla="*/ 1737017 w 7472601"/>
              <a:gd name="connsiteY89" fmla="*/ 5452183 h 6858000"/>
              <a:gd name="connsiteX90" fmla="*/ 1824397 w 7472601"/>
              <a:gd name="connsiteY90" fmla="*/ 5447757 h 6858000"/>
              <a:gd name="connsiteX91" fmla="*/ 2070059 w 7472601"/>
              <a:gd name="connsiteY91" fmla="*/ 5441660 h 6858000"/>
              <a:gd name="connsiteX92" fmla="*/ 1456157 w 7472601"/>
              <a:gd name="connsiteY92" fmla="*/ 5371404 h 6858000"/>
              <a:gd name="connsiteX93" fmla="*/ 4988186 w 7472601"/>
              <a:gd name="connsiteY93" fmla="*/ 5216467 h 6858000"/>
              <a:gd name="connsiteX94" fmla="*/ 4777334 w 7472601"/>
              <a:gd name="connsiteY94" fmla="*/ 5406072 h 6858000"/>
              <a:gd name="connsiteX95" fmla="*/ 4718341 w 7472601"/>
              <a:gd name="connsiteY95" fmla="*/ 5468043 h 6858000"/>
              <a:gd name="connsiteX96" fmla="*/ 4604655 w 7472601"/>
              <a:gd name="connsiteY96" fmla="*/ 5583434 h 6858000"/>
              <a:gd name="connsiteX97" fmla="*/ 4565074 w 7472601"/>
              <a:gd name="connsiteY97" fmla="*/ 5618550 h 6858000"/>
              <a:gd name="connsiteX98" fmla="*/ 4988186 w 7472601"/>
              <a:gd name="connsiteY98" fmla="*/ 5216467 h 6858000"/>
              <a:gd name="connsiteX99" fmla="*/ 4978032 w 7472601"/>
              <a:gd name="connsiteY99" fmla="*/ 5183809 h 6858000"/>
              <a:gd name="connsiteX100" fmla="*/ 4463413 w 7472601"/>
              <a:gd name="connsiteY100" fmla="*/ 5615162 h 6858000"/>
              <a:gd name="connsiteX101" fmla="*/ 4358134 w 7472601"/>
              <a:gd name="connsiteY101" fmla="*/ 5742791 h 6858000"/>
              <a:gd name="connsiteX102" fmla="*/ 4376219 w 7472601"/>
              <a:gd name="connsiteY102" fmla="*/ 5729027 h 6858000"/>
              <a:gd name="connsiteX103" fmla="*/ 4582340 w 7472601"/>
              <a:gd name="connsiteY103" fmla="*/ 5561037 h 6858000"/>
              <a:gd name="connsiteX104" fmla="*/ 4694684 w 7472601"/>
              <a:gd name="connsiteY104" fmla="*/ 5447098 h 6858000"/>
              <a:gd name="connsiteX105" fmla="*/ 4754123 w 7472601"/>
              <a:gd name="connsiteY105" fmla="*/ 5384643 h 6858000"/>
              <a:gd name="connsiteX106" fmla="*/ 4978032 w 7472601"/>
              <a:gd name="connsiteY106" fmla="*/ 5183809 h 6858000"/>
              <a:gd name="connsiteX107" fmla="*/ 1903353 w 7472601"/>
              <a:gd name="connsiteY107" fmla="*/ 5044827 h 6858000"/>
              <a:gd name="connsiteX108" fmla="*/ 1936931 w 7472601"/>
              <a:gd name="connsiteY108" fmla="*/ 5093954 h 6858000"/>
              <a:gd name="connsiteX109" fmla="*/ 2195868 w 7472601"/>
              <a:gd name="connsiteY109" fmla="*/ 5396574 h 6858000"/>
              <a:gd name="connsiteX110" fmla="*/ 2088852 w 7472601"/>
              <a:gd name="connsiteY110" fmla="*/ 5166123 h 6858000"/>
              <a:gd name="connsiteX111" fmla="*/ 1958241 w 7472601"/>
              <a:gd name="connsiteY111" fmla="*/ 5067955 h 6858000"/>
              <a:gd name="connsiteX112" fmla="*/ 1903353 w 7472601"/>
              <a:gd name="connsiteY112" fmla="*/ 5044827 h 6858000"/>
              <a:gd name="connsiteX113" fmla="*/ 1979378 w 7472601"/>
              <a:gd name="connsiteY113" fmla="*/ 4769504 h 6858000"/>
              <a:gd name="connsiteX114" fmla="*/ 2882120 w 7472601"/>
              <a:gd name="connsiteY114" fmla="*/ 5064547 h 6858000"/>
              <a:gd name="connsiteX115" fmla="*/ 2793103 w 7472601"/>
              <a:gd name="connsiteY115" fmla="*/ 5039699 h 6858000"/>
              <a:gd name="connsiteX116" fmla="*/ 2770041 w 7472601"/>
              <a:gd name="connsiteY116" fmla="*/ 5033634 h 6858000"/>
              <a:gd name="connsiteX117" fmla="*/ 1979378 w 7472601"/>
              <a:gd name="connsiteY117" fmla="*/ 4769504 h 6858000"/>
              <a:gd name="connsiteX118" fmla="*/ 1927410 w 7472601"/>
              <a:gd name="connsiteY118" fmla="*/ 4716164 h 6858000"/>
              <a:gd name="connsiteX119" fmla="*/ 1959587 w 7472601"/>
              <a:gd name="connsiteY119" fmla="*/ 4728849 h 6858000"/>
              <a:gd name="connsiteX120" fmla="*/ 2777707 w 7472601"/>
              <a:gd name="connsiteY120" fmla="*/ 5003991 h 6858000"/>
              <a:gd name="connsiteX121" fmla="*/ 2800768 w 7472601"/>
              <a:gd name="connsiteY121" fmla="*/ 5010056 h 6858000"/>
              <a:gd name="connsiteX122" fmla="*/ 2879408 w 7472601"/>
              <a:gd name="connsiteY122" fmla="*/ 5031590 h 6858000"/>
              <a:gd name="connsiteX123" fmla="*/ 2862295 w 7472601"/>
              <a:gd name="connsiteY123" fmla="*/ 5022958 h 6858000"/>
              <a:gd name="connsiteX124" fmla="*/ 2813343 w 7472601"/>
              <a:gd name="connsiteY124" fmla="*/ 4998369 h 6858000"/>
              <a:gd name="connsiteX125" fmla="*/ 2646245 w 7472601"/>
              <a:gd name="connsiteY125" fmla="*/ 4930999 h 6858000"/>
              <a:gd name="connsiteX126" fmla="*/ 1999243 w 7472601"/>
              <a:gd name="connsiteY126" fmla="*/ 4730524 h 6858000"/>
              <a:gd name="connsiteX127" fmla="*/ 1979527 w 7472601"/>
              <a:gd name="connsiteY127" fmla="*/ 4726651 h 6858000"/>
              <a:gd name="connsiteX128" fmla="*/ 1927410 w 7472601"/>
              <a:gd name="connsiteY128" fmla="*/ 4716164 h 6858000"/>
              <a:gd name="connsiteX129" fmla="*/ 1997014 w 7472601"/>
              <a:gd name="connsiteY129" fmla="*/ 4698007 h 6858000"/>
              <a:gd name="connsiteX130" fmla="*/ 2005458 w 7472601"/>
              <a:gd name="connsiteY130" fmla="*/ 4699540 h 6858000"/>
              <a:gd name="connsiteX131" fmla="*/ 2657186 w 7472601"/>
              <a:gd name="connsiteY131" fmla="*/ 4901687 h 6858000"/>
              <a:gd name="connsiteX132" fmla="*/ 2826662 w 7472601"/>
              <a:gd name="connsiteY132" fmla="*/ 4970362 h 6858000"/>
              <a:gd name="connsiteX133" fmla="*/ 2876100 w 7472601"/>
              <a:gd name="connsiteY133" fmla="*/ 4995397 h 6858000"/>
              <a:gd name="connsiteX134" fmla="*/ 3042600 w 7472601"/>
              <a:gd name="connsiteY134" fmla="*/ 5059532 h 6858000"/>
              <a:gd name="connsiteX135" fmla="*/ 1997014 w 7472601"/>
              <a:gd name="connsiteY135" fmla="*/ 4698007 h 6858000"/>
              <a:gd name="connsiteX136" fmla="*/ 2305292 w 7472601"/>
              <a:gd name="connsiteY136" fmla="*/ 4219492 h 6858000"/>
              <a:gd name="connsiteX137" fmla="*/ 3360922 w 7472601"/>
              <a:gd name="connsiteY137" fmla="*/ 4529373 h 6858000"/>
              <a:gd name="connsiteX138" fmla="*/ 3492420 w 7472601"/>
              <a:gd name="connsiteY138" fmla="*/ 4510145 h 6858000"/>
              <a:gd name="connsiteX139" fmla="*/ 3364086 w 7472601"/>
              <a:gd name="connsiteY139" fmla="*/ 4480340 h 6858000"/>
              <a:gd name="connsiteX140" fmla="*/ 3225818 w 7472601"/>
              <a:gd name="connsiteY140" fmla="*/ 4411822 h 6858000"/>
              <a:gd name="connsiteX141" fmla="*/ 3129696 w 7472601"/>
              <a:gd name="connsiteY141" fmla="*/ 4360704 h 6858000"/>
              <a:gd name="connsiteX142" fmla="*/ 2814545 w 7472601"/>
              <a:gd name="connsiteY142" fmla="*/ 4282955 h 6858000"/>
              <a:gd name="connsiteX143" fmla="*/ 2305292 w 7472601"/>
              <a:gd name="connsiteY143" fmla="*/ 4219492 h 6858000"/>
              <a:gd name="connsiteX144" fmla="*/ 2626982 w 7472601"/>
              <a:gd name="connsiteY144" fmla="*/ 4206450 h 6858000"/>
              <a:gd name="connsiteX145" fmla="*/ 2490617 w 7472601"/>
              <a:gd name="connsiteY145" fmla="*/ 4206951 h 6858000"/>
              <a:gd name="connsiteX146" fmla="*/ 2819869 w 7472601"/>
              <a:gd name="connsiteY146" fmla="*/ 4252936 h 6858000"/>
              <a:gd name="connsiteX147" fmla="*/ 3143018 w 7472601"/>
              <a:gd name="connsiteY147" fmla="*/ 4332698 h 6858000"/>
              <a:gd name="connsiteX148" fmla="*/ 3241520 w 7472601"/>
              <a:gd name="connsiteY148" fmla="*/ 4385112 h 6858000"/>
              <a:gd name="connsiteX149" fmla="*/ 3374575 w 7472601"/>
              <a:gd name="connsiteY149" fmla="*/ 4451517 h 6858000"/>
              <a:gd name="connsiteX150" fmla="*/ 3505221 w 7472601"/>
              <a:gd name="connsiteY150" fmla="*/ 4480757 h 6858000"/>
              <a:gd name="connsiteX151" fmla="*/ 2626982 w 7472601"/>
              <a:gd name="connsiteY151" fmla="*/ 4206450 h 6858000"/>
              <a:gd name="connsiteX152" fmla="*/ 1310106 w 7472601"/>
              <a:gd name="connsiteY152" fmla="*/ 3943217 h 6858000"/>
              <a:gd name="connsiteX153" fmla="*/ 854994 w 7472601"/>
              <a:gd name="connsiteY153" fmla="*/ 4399136 h 6858000"/>
              <a:gd name="connsiteX154" fmla="*/ 742462 w 7472601"/>
              <a:gd name="connsiteY154" fmla="*/ 4594648 h 6858000"/>
              <a:gd name="connsiteX155" fmla="*/ 820602 w 7472601"/>
              <a:gd name="connsiteY155" fmla="*/ 4485915 h 6858000"/>
              <a:gd name="connsiteX156" fmla="*/ 878295 w 7472601"/>
              <a:gd name="connsiteY156" fmla="*/ 4403594 h 6858000"/>
              <a:gd name="connsiteX157" fmla="*/ 1240607 w 7472601"/>
              <a:gd name="connsiteY157" fmla="*/ 4010401 h 6858000"/>
              <a:gd name="connsiteX158" fmla="*/ 1310106 w 7472601"/>
              <a:gd name="connsiteY158" fmla="*/ 3943217 h 6858000"/>
              <a:gd name="connsiteX159" fmla="*/ 1423113 w 7472601"/>
              <a:gd name="connsiteY159" fmla="*/ 3874565 h 6858000"/>
              <a:gd name="connsiteX160" fmla="*/ 1260565 w 7472601"/>
              <a:gd name="connsiteY160" fmla="*/ 4031982 h 6858000"/>
              <a:gd name="connsiteX161" fmla="*/ 901900 w 7472601"/>
              <a:gd name="connsiteY161" fmla="*/ 4421236 h 6858000"/>
              <a:gd name="connsiteX162" fmla="*/ 845044 w 7472601"/>
              <a:gd name="connsiteY162" fmla="*/ 4502436 h 6858000"/>
              <a:gd name="connsiteX163" fmla="*/ 685926 w 7472601"/>
              <a:gd name="connsiteY163" fmla="*/ 4703069 h 6858000"/>
              <a:gd name="connsiteX164" fmla="*/ 684248 w 7472601"/>
              <a:gd name="connsiteY164" fmla="*/ 4706721 h 6858000"/>
              <a:gd name="connsiteX165" fmla="*/ 1423113 w 7472601"/>
              <a:gd name="connsiteY165" fmla="*/ 3874565 h 6858000"/>
              <a:gd name="connsiteX166" fmla="*/ 3316479 w 7472601"/>
              <a:gd name="connsiteY166" fmla="*/ 3872136 h 6858000"/>
              <a:gd name="connsiteX167" fmla="*/ 3546806 w 7472601"/>
              <a:gd name="connsiteY167" fmla="*/ 4356139 h 6858000"/>
              <a:gd name="connsiteX168" fmla="*/ 3364433 w 7472601"/>
              <a:gd name="connsiteY168" fmla="*/ 3953121 h 6858000"/>
              <a:gd name="connsiteX169" fmla="*/ 3316479 w 7472601"/>
              <a:gd name="connsiteY169" fmla="*/ 3872136 h 6858000"/>
              <a:gd name="connsiteX170" fmla="*/ 3291335 w 7472601"/>
              <a:gd name="connsiteY170" fmla="*/ 3767420 h 6858000"/>
              <a:gd name="connsiteX171" fmla="*/ 3390805 w 7472601"/>
              <a:gd name="connsiteY171" fmla="*/ 3937163 h 6858000"/>
              <a:gd name="connsiteX172" fmla="*/ 3579062 w 7472601"/>
              <a:gd name="connsiteY172" fmla="*/ 4359040 h 6858000"/>
              <a:gd name="connsiteX173" fmla="*/ 3467355 w 7472601"/>
              <a:gd name="connsiteY173" fmla="*/ 3988130 h 6858000"/>
              <a:gd name="connsiteX174" fmla="*/ 3310753 w 7472601"/>
              <a:gd name="connsiteY174" fmla="*/ 3787140 h 6858000"/>
              <a:gd name="connsiteX175" fmla="*/ 3291335 w 7472601"/>
              <a:gd name="connsiteY175" fmla="*/ 3767420 h 6858000"/>
              <a:gd name="connsiteX176" fmla="*/ 1635889 w 7472601"/>
              <a:gd name="connsiteY176" fmla="*/ 3709494 h 6858000"/>
              <a:gd name="connsiteX177" fmla="*/ 1634800 w 7472601"/>
              <a:gd name="connsiteY177" fmla="*/ 3731111 h 6858000"/>
              <a:gd name="connsiteX178" fmla="*/ 1635889 w 7472601"/>
              <a:gd name="connsiteY178" fmla="*/ 3709494 h 6858000"/>
              <a:gd name="connsiteX179" fmla="*/ 1510397 w 7472601"/>
              <a:gd name="connsiteY179" fmla="*/ 3684705 h 6858000"/>
              <a:gd name="connsiteX180" fmla="*/ 1146550 w 7472601"/>
              <a:gd name="connsiteY180" fmla="*/ 3802012 h 6858000"/>
              <a:gd name="connsiteX181" fmla="*/ 698834 w 7472601"/>
              <a:gd name="connsiteY181" fmla="*/ 3952272 h 6858000"/>
              <a:gd name="connsiteX182" fmla="*/ 34256 w 7472601"/>
              <a:gd name="connsiteY182" fmla="*/ 4347603 h 6858000"/>
              <a:gd name="connsiteX183" fmla="*/ 527241 w 7472601"/>
              <a:gd name="connsiteY183" fmla="*/ 4065078 h 6858000"/>
              <a:gd name="connsiteX184" fmla="*/ 1510397 w 7472601"/>
              <a:gd name="connsiteY184" fmla="*/ 3684705 h 6858000"/>
              <a:gd name="connsiteX185" fmla="*/ 1313114 w 7472601"/>
              <a:gd name="connsiteY185" fmla="*/ 3655216 h 6858000"/>
              <a:gd name="connsiteX186" fmla="*/ 1109304 w 7472601"/>
              <a:gd name="connsiteY186" fmla="*/ 3669030 h 6858000"/>
              <a:gd name="connsiteX187" fmla="*/ 8129 w 7472601"/>
              <a:gd name="connsiteY187" fmla="*/ 4330519 h 6858000"/>
              <a:gd name="connsiteX188" fmla="*/ 687572 w 7472601"/>
              <a:gd name="connsiteY188" fmla="*/ 3925629 h 6858000"/>
              <a:gd name="connsiteX189" fmla="*/ 1138365 w 7472601"/>
              <a:gd name="connsiteY189" fmla="*/ 3774515 h 6858000"/>
              <a:gd name="connsiteX190" fmla="*/ 1505579 w 7472601"/>
              <a:gd name="connsiteY190" fmla="*/ 3655526 h 6858000"/>
              <a:gd name="connsiteX191" fmla="*/ 1313114 w 7472601"/>
              <a:gd name="connsiteY191" fmla="*/ 3655216 h 6858000"/>
              <a:gd name="connsiteX192" fmla="*/ 3655073 w 7472601"/>
              <a:gd name="connsiteY192" fmla="*/ 3650884 h 6858000"/>
              <a:gd name="connsiteX193" fmla="*/ 3989938 w 7472601"/>
              <a:gd name="connsiteY193" fmla="*/ 3991685 h 6858000"/>
              <a:gd name="connsiteX194" fmla="*/ 4393907 w 7472601"/>
              <a:gd name="connsiteY194" fmla="*/ 4261258 h 6858000"/>
              <a:gd name="connsiteX195" fmla="*/ 4648051 w 7472601"/>
              <a:gd name="connsiteY195" fmla="*/ 4374051 h 6858000"/>
              <a:gd name="connsiteX196" fmla="*/ 4383389 w 7472601"/>
              <a:gd name="connsiteY196" fmla="*/ 4184369 h 6858000"/>
              <a:gd name="connsiteX197" fmla="*/ 4165508 w 7472601"/>
              <a:gd name="connsiteY197" fmla="*/ 4035196 h 6858000"/>
              <a:gd name="connsiteX198" fmla="*/ 4068162 w 7472601"/>
              <a:gd name="connsiteY198" fmla="*/ 3953394 h 6858000"/>
              <a:gd name="connsiteX199" fmla="*/ 3981416 w 7472601"/>
              <a:gd name="connsiteY199" fmla="*/ 3880482 h 6858000"/>
              <a:gd name="connsiteX200" fmla="*/ 3800147 w 7472601"/>
              <a:gd name="connsiteY200" fmla="*/ 3749872 h 6858000"/>
              <a:gd name="connsiteX201" fmla="*/ 3655073 w 7472601"/>
              <a:gd name="connsiteY201" fmla="*/ 3650884 h 6858000"/>
              <a:gd name="connsiteX202" fmla="*/ 3670252 w 7472601"/>
              <a:gd name="connsiteY202" fmla="*/ 3622798 h 6858000"/>
              <a:gd name="connsiteX203" fmla="*/ 3817258 w 7472601"/>
              <a:gd name="connsiteY203" fmla="*/ 3723577 h 6858000"/>
              <a:gd name="connsiteX204" fmla="*/ 4000461 w 7472601"/>
              <a:gd name="connsiteY204" fmla="*/ 3855966 h 6858000"/>
              <a:gd name="connsiteX205" fmla="*/ 4088180 w 7472601"/>
              <a:gd name="connsiteY205" fmla="*/ 3929774 h 6858000"/>
              <a:gd name="connsiteX206" fmla="*/ 4184555 w 7472601"/>
              <a:gd name="connsiteY206" fmla="*/ 4010683 h 6858000"/>
              <a:gd name="connsiteX207" fmla="*/ 4399563 w 7472601"/>
              <a:gd name="connsiteY207" fmla="*/ 4158106 h 6858000"/>
              <a:gd name="connsiteX208" fmla="*/ 4684469 w 7472601"/>
              <a:gd name="connsiteY208" fmla="*/ 4364680 h 6858000"/>
              <a:gd name="connsiteX209" fmla="*/ 4690271 w 7472601"/>
              <a:gd name="connsiteY209" fmla="*/ 4370034 h 6858000"/>
              <a:gd name="connsiteX210" fmla="*/ 4136093 w 7472601"/>
              <a:gd name="connsiteY210" fmla="*/ 3858466 h 6858000"/>
              <a:gd name="connsiteX211" fmla="*/ 3670252 w 7472601"/>
              <a:gd name="connsiteY211" fmla="*/ 3622798 h 6858000"/>
              <a:gd name="connsiteX212" fmla="*/ 4440129 w 7472601"/>
              <a:gd name="connsiteY212" fmla="*/ 3448571 h 6858000"/>
              <a:gd name="connsiteX213" fmla="*/ 4856525 w 7472601"/>
              <a:gd name="connsiteY213" fmla="*/ 3915351 h 6858000"/>
              <a:gd name="connsiteX214" fmla="*/ 5059055 w 7472601"/>
              <a:gd name="connsiteY214" fmla="*/ 4108918 h 6858000"/>
              <a:gd name="connsiteX215" fmla="*/ 5290070 w 7472601"/>
              <a:gd name="connsiteY215" fmla="*/ 4263619 h 6858000"/>
              <a:gd name="connsiteX216" fmla="*/ 4834991 w 7472601"/>
              <a:gd name="connsiteY216" fmla="*/ 3830985 h 6858000"/>
              <a:gd name="connsiteX217" fmla="*/ 4440129 w 7472601"/>
              <a:gd name="connsiteY217" fmla="*/ 3448571 h 6858000"/>
              <a:gd name="connsiteX218" fmla="*/ 4441737 w 7472601"/>
              <a:gd name="connsiteY218" fmla="*/ 3399734 h 6858000"/>
              <a:gd name="connsiteX219" fmla="*/ 4431236 w 7472601"/>
              <a:gd name="connsiteY219" fmla="*/ 3400954 h 6858000"/>
              <a:gd name="connsiteX220" fmla="*/ 4557150 w 7472601"/>
              <a:gd name="connsiteY220" fmla="*/ 3510023 h 6858000"/>
              <a:gd name="connsiteX221" fmla="*/ 4856936 w 7472601"/>
              <a:gd name="connsiteY221" fmla="*/ 3809146 h 6858000"/>
              <a:gd name="connsiteX222" fmla="*/ 5111996 w 7472601"/>
              <a:gd name="connsiteY222" fmla="*/ 4065759 h 6858000"/>
              <a:gd name="connsiteX223" fmla="*/ 5388878 w 7472601"/>
              <a:gd name="connsiteY223" fmla="*/ 4300185 h 6858000"/>
              <a:gd name="connsiteX224" fmla="*/ 5425556 w 7472601"/>
              <a:gd name="connsiteY224" fmla="*/ 4308967 h 6858000"/>
              <a:gd name="connsiteX225" fmla="*/ 4943646 w 7472601"/>
              <a:gd name="connsiteY225" fmla="*/ 3822916 h 6858000"/>
              <a:gd name="connsiteX226" fmla="*/ 4594837 w 7472601"/>
              <a:gd name="connsiteY226" fmla="*/ 3532274 h 6858000"/>
              <a:gd name="connsiteX227" fmla="*/ 4441737 w 7472601"/>
              <a:gd name="connsiteY227" fmla="*/ 3399734 h 6858000"/>
              <a:gd name="connsiteX228" fmla="*/ 5425834 w 7472601"/>
              <a:gd name="connsiteY228" fmla="*/ 3162785 h 6858000"/>
              <a:gd name="connsiteX229" fmla="*/ 5401644 w 7472601"/>
              <a:gd name="connsiteY229" fmla="*/ 3617847 h 6858000"/>
              <a:gd name="connsiteX230" fmla="*/ 5467256 w 7472601"/>
              <a:gd name="connsiteY230" fmla="*/ 4175494 h 6858000"/>
              <a:gd name="connsiteX231" fmla="*/ 5448069 w 7472601"/>
              <a:gd name="connsiteY231" fmla="*/ 3567554 h 6858000"/>
              <a:gd name="connsiteX232" fmla="*/ 5425834 w 7472601"/>
              <a:gd name="connsiteY232" fmla="*/ 3162785 h 6858000"/>
              <a:gd name="connsiteX233" fmla="*/ 1318687 w 7472601"/>
              <a:gd name="connsiteY233" fmla="*/ 3113840 h 6858000"/>
              <a:gd name="connsiteX234" fmla="*/ 1066793 w 7472601"/>
              <a:gd name="connsiteY234" fmla="*/ 3212171 h 6858000"/>
              <a:gd name="connsiteX235" fmla="*/ 993319 w 7472601"/>
              <a:gd name="connsiteY235" fmla="*/ 3247648 h 6858000"/>
              <a:gd name="connsiteX236" fmla="*/ 853081 w 7472601"/>
              <a:gd name="connsiteY236" fmla="*/ 3312410 h 6858000"/>
              <a:gd name="connsiteX237" fmla="*/ 805957 w 7472601"/>
              <a:gd name="connsiteY237" fmla="*/ 3330443 h 6858000"/>
              <a:gd name="connsiteX238" fmla="*/ 1318687 w 7472601"/>
              <a:gd name="connsiteY238" fmla="*/ 3113840 h 6858000"/>
              <a:gd name="connsiteX239" fmla="*/ 5453702 w 7472601"/>
              <a:gd name="connsiteY239" fmla="*/ 3090882 h 6858000"/>
              <a:gd name="connsiteX240" fmla="*/ 5480135 w 7472601"/>
              <a:gd name="connsiteY240" fmla="*/ 3565802 h 6858000"/>
              <a:gd name="connsiteX241" fmla="*/ 5499023 w 7472601"/>
              <a:gd name="connsiteY241" fmla="*/ 4166310 h 6858000"/>
              <a:gd name="connsiteX242" fmla="*/ 5547022 w 7472601"/>
              <a:gd name="connsiteY242" fmla="*/ 3607838 h 6858000"/>
              <a:gd name="connsiteX243" fmla="*/ 5515964 w 7472601"/>
              <a:gd name="connsiteY243" fmla="*/ 3378541 h 6858000"/>
              <a:gd name="connsiteX244" fmla="*/ 5453702 w 7472601"/>
              <a:gd name="connsiteY244" fmla="*/ 3090882 h 6858000"/>
              <a:gd name="connsiteX245" fmla="*/ 1238695 w 7472601"/>
              <a:gd name="connsiteY245" fmla="*/ 3076820 h 6858000"/>
              <a:gd name="connsiteX246" fmla="*/ 716371 w 7472601"/>
              <a:gd name="connsiteY246" fmla="*/ 3293249 h 6858000"/>
              <a:gd name="connsiteX247" fmla="*/ 579522 w 7472601"/>
              <a:gd name="connsiteY247" fmla="*/ 3371759 h 6858000"/>
              <a:gd name="connsiteX248" fmla="*/ 600288 w 7472601"/>
              <a:gd name="connsiteY248" fmla="*/ 3365555 h 6858000"/>
              <a:gd name="connsiteX249" fmla="*/ 840692 w 7472601"/>
              <a:gd name="connsiteY249" fmla="*/ 3284921 h 6858000"/>
              <a:gd name="connsiteX250" fmla="*/ 979248 w 7472601"/>
              <a:gd name="connsiteY250" fmla="*/ 3221003 h 6858000"/>
              <a:gd name="connsiteX251" fmla="*/ 1053282 w 7472601"/>
              <a:gd name="connsiteY251" fmla="*/ 3185247 h 6858000"/>
              <a:gd name="connsiteX252" fmla="*/ 1320603 w 7472601"/>
              <a:gd name="connsiteY252" fmla="*/ 3081281 h 6858000"/>
              <a:gd name="connsiteX253" fmla="*/ 1238695 w 7472601"/>
              <a:gd name="connsiteY253" fmla="*/ 3076820 h 6858000"/>
              <a:gd name="connsiteX254" fmla="*/ 5425627 w 7472601"/>
              <a:gd name="connsiteY254" fmla="*/ 2954192 h 6858000"/>
              <a:gd name="connsiteX255" fmla="*/ 5470770 w 7472601"/>
              <a:gd name="connsiteY255" fmla="*/ 3005435 h 6858000"/>
              <a:gd name="connsiteX256" fmla="*/ 5519779 w 7472601"/>
              <a:gd name="connsiteY256" fmla="*/ 4359223 h 6858000"/>
              <a:gd name="connsiteX257" fmla="*/ 5520293 w 7472601"/>
              <a:gd name="connsiteY257" fmla="*/ 4360602 h 6858000"/>
              <a:gd name="connsiteX258" fmla="*/ 5767221 w 7472601"/>
              <a:gd name="connsiteY258" fmla="*/ 4665564 h 6858000"/>
              <a:gd name="connsiteX259" fmla="*/ 6937169 w 7472601"/>
              <a:gd name="connsiteY259" fmla="*/ 4815941 h 6858000"/>
              <a:gd name="connsiteX260" fmla="*/ 6953922 w 7472601"/>
              <a:gd name="connsiteY260" fmla="*/ 4890068 h 6858000"/>
              <a:gd name="connsiteX261" fmla="*/ 6071359 w 7472601"/>
              <a:gd name="connsiteY261" fmla="*/ 4770770 h 6858000"/>
              <a:gd name="connsiteX262" fmla="*/ 6038839 w 7472601"/>
              <a:gd name="connsiteY262" fmla="*/ 4764474 h 6858000"/>
              <a:gd name="connsiteX263" fmla="*/ 6038706 w 7472601"/>
              <a:gd name="connsiteY263" fmla="*/ 4763847 h 6858000"/>
              <a:gd name="connsiteX264" fmla="*/ 6037784 w 7472601"/>
              <a:gd name="connsiteY264" fmla="*/ 4764270 h 6858000"/>
              <a:gd name="connsiteX265" fmla="*/ 6038839 w 7472601"/>
              <a:gd name="connsiteY265" fmla="*/ 4764474 h 6858000"/>
              <a:gd name="connsiteX266" fmla="*/ 6040338 w 7472601"/>
              <a:gd name="connsiteY266" fmla="*/ 4771418 h 6858000"/>
              <a:gd name="connsiteX267" fmla="*/ 6024488 w 7472601"/>
              <a:gd name="connsiteY267" fmla="*/ 4809903 h 6858000"/>
              <a:gd name="connsiteX268" fmla="*/ 5599771 w 7472601"/>
              <a:gd name="connsiteY268" fmla="*/ 5509652 h 6858000"/>
              <a:gd name="connsiteX269" fmla="*/ 5548843 w 7472601"/>
              <a:gd name="connsiteY269" fmla="*/ 5563845 h 6858000"/>
              <a:gd name="connsiteX270" fmla="*/ 5940952 w 7472601"/>
              <a:gd name="connsiteY270" fmla="*/ 6250028 h 6858000"/>
              <a:gd name="connsiteX271" fmla="*/ 6043441 w 7472601"/>
              <a:gd name="connsiteY271" fmla="*/ 6665847 h 6858000"/>
              <a:gd name="connsiteX272" fmla="*/ 6093432 w 7472601"/>
              <a:gd name="connsiteY272" fmla="*/ 6858000 h 6858000"/>
              <a:gd name="connsiteX273" fmla="*/ 6034344 w 7472601"/>
              <a:gd name="connsiteY273" fmla="*/ 6858000 h 6858000"/>
              <a:gd name="connsiteX274" fmla="*/ 6026679 w 7472601"/>
              <a:gd name="connsiteY274" fmla="*/ 6836959 h 6858000"/>
              <a:gd name="connsiteX275" fmla="*/ 5800441 w 7472601"/>
              <a:gd name="connsiteY275" fmla="*/ 6335286 h 6858000"/>
              <a:gd name="connsiteX276" fmla="*/ 5526562 w 7472601"/>
              <a:gd name="connsiteY276" fmla="*/ 5705388 h 6858000"/>
              <a:gd name="connsiteX277" fmla="*/ 5519640 w 7472601"/>
              <a:gd name="connsiteY277" fmla="*/ 5683774 h 6858000"/>
              <a:gd name="connsiteX278" fmla="*/ 5844559 w 7472601"/>
              <a:gd name="connsiteY278" fmla="*/ 6553349 h 6858000"/>
              <a:gd name="connsiteX279" fmla="*/ 5975994 w 7472601"/>
              <a:gd name="connsiteY279" fmla="*/ 6858000 h 6858000"/>
              <a:gd name="connsiteX280" fmla="*/ 5898547 w 7472601"/>
              <a:gd name="connsiteY280" fmla="*/ 6858000 h 6858000"/>
              <a:gd name="connsiteX281" fmla="*/ 5682041 w 7472601"/>
              <a:gd name="connsiteY281" fmla="*/ 6355860 h 6858000"/>
              <a:gd name="connsiteX282" fmla="*/ 5461758 w 7472601"/>
              <a:gd name="connsiteY282" fmla="*/ 5820220 h 6858000"/>
              <a:gd name="connsiteX283" fmla="*/ 5237282 w 7472601"/>
              <a:gd name="connsiteY283" fmla="*/ 6579086 h 6858000"/>
              <a:gd name="connsiteX284" fmla="*/ 5115009 w 7472601"/>
              <a:gd name="connsiteY284" fmla="*/ 6858000 h 6858000"/>
              <a:gd name="connsiteX285" fmla="*/ 5028074 w 7472601"/>
              <a:gd name="connsiteY285" fmla="*/ 6858000 h 6858000"/>
              <a:gd name="connsiteX286" fmla="*/ 5079508 w 7472601"/>
              <a:gd name="connsiteY286" fmla="*/ 6749074 h 6858000"/>
              <a:gd name="connsiteX287" fmla="*/ 5371846 w 7472601"/>
              <a:gd name="connsiteY287" fmla="*/ 5924413 h 6858000"/>
              <a:gd name="connsiteX288" fmla="*/ 5270512 w 7472601"/>
              <a:gd name="connsiteY288" fmla="*/ 6138975 h 6858000"/>
              <a:gd name="connsiteX289" fmla="*/ 5062409 w 7472601"/>
              <a:gd name="connsiteY289" fmla="*/ 6653544 h 6858000"/>
              <a:gd name="connsiteX290" fmla="*/ 5036628 w 7472601"/>
              <a:gd name="connsiteY290" fmla="*/ 6754247 h 6858000"/>
              <a:gd name="connsiteX291" fmla="*/ 5009112 w 7472601"/>
              <a:gd name="connsiteY291" fmla="*/ 6858000 h 6858000"/>
              <a:gd name="connsiteX292" fmla="*/ 4976679 w 7472601"/>
              <a:gd name="connsiteY292" fmla="*/ 6858000 h 6858000"/>
              <a:gd name="connsiteX293" fmla="*/ 5006537 w 7472601"/>
              <a:gd name="connsiteY293" fmla="*/ 6747068 h 6858000"/>
              <a:gd name="connsiteX294" fmla="*/ 5032723 w 7472601"/>
              <a:gd name="connsiteY294" fmla="*/ 6644957 h 6858000"/>
              <a:gd name="connsiteX295" fmla="*/ 5242949 w 7472601"/>
              <a:gd name="connsiteY295" fmla="*/ 6125175 h 6858000"/>
              <a:gd name="connsiteX296" fmla="*/ 5286321 w 7472601"/>
              <a:gd name="connsiteY296" fmla="*/ 6033555 h 6858000"/>
              <a:gd name="connsiteX297" fmla="*/ 5008210 w 7472601"/>
              <a:gd name="connsiteY297" fmla="*/ 6649194 h 6858000"/>
              <a:gd name="connsiteX298" fmla="*/ 4986321 w 7472601"/>
              <a:gd name="connsiteY298" fmla="*/ 6765687 h 6858000"/>
              <a:gd name="connsiteX299" fmla="*/ 4973474 w 7472601"/>
              <a:gd name="connsiteY299" fmla="*/ 6858000 h 6858000"/>
              <a:gd name="connsiteX300" fmla="*/ 4907178 w 7472601"/>
              <a:gd name="connsiteY300" fmla="*/ 6858000 h 6858000"/>
              <a:gd name="connsiteX301" fmla="*/ 4910810 w 7472601"/>
              <a:gd name="connsiteY301" fmla="*/ 6829660 h 6858000"/>
              <a:gd name="connsiteX302" fmla="*/ 4987461 w 7472601"/>
              <a:gd name="connsiteY302" fmla="*/ 6432994 h 6858000"/>
              <a:gd name="connsiteX303" fmla="*/ 5179262 w 7472601"/>
              <a:gd name="connsiteY303" fmla="*/ 6035044 h 6858000"/>
              <a:gd name="connsiteX304" fmla="*/ 4689678 w 7472601"/>
              <a:gd name="connsiteY304" fmla="*/ 6440241 h 6858000"/>
              <a:gd name="connsiteX305" fmla="*/ 4477543 w 7472601"/>
              <a:gd name="connsiteY305" fmla="*/ 6674836 h 6858000"/>
              <a:gd name="connsiteX306" fmla="*/ 4329957 w 7472601"/>
              <a:gd name="connsiteY306" fmla="*/ 6858000 h 6858000"/>
              <a:gd name="connsiteX307" fmla="*/ 4218595 w 7472601"/>
              <a:gd name="connsiteY307" fmla="*/ 6858000 h 6858000"/>
              <a:gd name="connsiteX308" fmla="*/ 4368888 w 7472601"/>
              <a:gd name="connsiteY308" fmla="*/ 6668412 h 6858000"/>
              <a:gd name="connsiteX309" fmla="*/ 4563091 w 7472601"/>
              <a:gd name="connsiteY309" fmla="*/ 6442508 h 6858000"/>
              <a:gd name="connsiteX310" fmla="*/ 5387324 w 7472601"/>
              <a:gd name="connsiteY310" fmla="*/ 5705830 h 6858000"/>
              <a:gd name="connsiteX311" fmla="*/ 5073620 w 7472601"/>
              <a:gd name="connsiteY311" fmla="*/ 5955437 h 6858000"/>
              <a:gd name="connsiteX312" fmla="*/ 4689789 w 7472601"/>
              <a:gd name="connsiteY312" fmla="*/ 6268382 h 6858000"/>
              <a:gd name="connsiteX313" fmla="*/ 4418722 w 7472601"/>
              <a:gd name="connsiteY313" fmla="*/ 6570886 h 6858000"/>
              <a:gd name="connsiteX314" fmla="*/ 4214944 w 7472601"/>
              <a:gd name="connsiteY314" fmla="*/ 6858000 h 6858000"/>
              <a:gd name="connsiteX315" fmla="*/ 4177898 w 7472601"/>
              <a:gd name="connsiteY315" fmla="*/ 6858000 h 6858000"/>
              <a:gd name="connsiteX316" fmla="*/ 4391597 w 7472601"/>
              <a:gd name="connsiteY316" fmla="*/ 6556370 h 6858000"/>
              <a:gd name="connsiteX317" fmla="*/ 4668889 w 7472601"/>
              <a:gd name="connsiteY317" fmla="*/ 6246399 h 6858000"/>
              <a:gd name="connsiteX318" fmla="*/ 5055427 w 7472601"/>
              <a:gd name="connsiteY318" fmla="*/ 5931476 h 6858000"/>
              <a:gd name="connsiteX319" fmla="*/ 5371814 w 7472601"/>
              <a:gd name="connsiteY319" fmla="*/ 5678975 h 6858000"/>
              <a:gd name="connsiteX320" fmla="*/ 4987918 w 7472601"/>
              <a:gd name="connsiteY320" fmla="*/ 5838701 h 6858000"/>
              <a:gd name="connsiteX321" fmla="*/ 4317146 w 7472601"/>
              <a:gd name="connsiteY321" fmla="*/ 6587716 h 6858000"/>
              <a:gd name="connsiteX322" fmla="*/ 4171627 w 7472601"/>
              <a:gd name="connsiteY322" fmla="*/ 6858000 h 6858000"/>
              <a:gd name="connsiteX323" fmla="*/ 4081585 w 7472601"/>
              <a:gd name="connsiteY323" fmla="*/ 6858000 h 6858000"/>
              <a:gd name="connsiteX324" fmla="*/ 4238603 w 7472601"/>
              <a:gd name="connsiteY324" fmla="*/ 6559341 h 6858000"/>
              <a:gd name="connsiteX325" fmla="*/ 4778333 w 7472601"/>
              <a:gd name="connsiteY325" fmla="*/ 5873626 h 6858000"/>
              <a:gd name="connsiteX326" fmla="*/ 5414185 w 7472601"/>
              <a:gd name="connsiteY326" fmla="*/ 5573882 h 6858000"/>
              <a:gd name="connsiteX327" fmla="*/ 5959648 w 7472601"/>
              <a:gd name="connsiteY327" fmla="*/ 4760797 h 6858000"/>
              <a:gd name="connsiteX328" fmla="*/ 5355019 w 7472601"/>
              <a:gd name="connsiteY328" fmla="*/ 4734672 h 6858000"/>
              <a:gd name="connsiteX329" fmla="*/ 5083565 w 7472601"/>
              <a:gd name="connsiteY329" fmla="*/ 5179121 h 6858000"/>
              <a:gd name="connsiteX330" fmla="*/ 4713577 w 7472601"/>
              <a:gd name="connsiteY330" fmla="*/ 5616803 h 6858000"/>
              <a:gd name="connsiteX331" fmla="*/ 3989559 w 7472601"/>
              <a:gd name="connsiteY331" fmla="*/ 6145945 h 6858000"/>
              <a:gd name="connsiteX332" fmla="*/ 3939824 w 7472601"/>
              <a:gd name="connsiteY332" fmla="*/ 6066900 h 6858000"/>
              <a:gd name="connsiteX333" fmla="*/ 4584537 w 7472601"/>
              <a:gd name="connsiteY333" fmla="*/ 5324826 h 6858000"/>
              <a:gd name="connsiteX334" fmla="*/ 5037105 w 7472601"/>
              <a:gd name="connsiteY334" fmla="*/ 5088765 h 6858000"/>
              <a:gd name="connsiteX335" fmla="*/ 5039930 w 7472601"/>
              <a:gd name="connsiteY335" fmla="*/ 5089585 h 6858000"/>
              <a:gd name="connsiteX336" fmla="*/ 5263764 w 7472601"/>
              <a:gd name="connsiteY336" fmla="*/ 4735525 h 6858000"/>
              <a:gd name="connsiteX337" fmla="*/ 4086300 w 7472601"/>
              <a:gd name="connsiteY337" fmla="*/ 4884599 h 6858000"/>
              <a:gd name="connsiteX338" fmla="*/ 4085485 w 7472601"/>
              <a:gd name="connsiteY338" fmla="*/ 4899070 h 6858000"/>
              <a:gd name="connsiteX339" fmla="*/ 3871915 w 7472601"/>
              <a:gd name="connsiteY339" fmla="*/ 5253645 h 6858000"/>
              <a:gd name="connsiteX340" fmla="*/ 3799374 w 7472601"/>
              <a:gd name="connsiteY340" fmla="*/ 5466127 h 6858000"/>
              <a:gd name="connsiteX341" fmla="*/ 3498850 w 7472601"/>
              <a:gd name="connsiteY341" fmla="*/ 6661888 h 6858000"/>
              <a:gd name="connsiteX342" fmla="*/ 3399216 w 7472601"/>
              <a:gd name="connsiteY342" fmla="*/ 6858000 h 6858000"/>
              <a:gd name="connsiteX343" fmla="*/ 3303688 w 7472601"/>
              <a:gd name="connsiteY343" fmla="*/ 6858000 h 6858000"/>
              <a:gd name="connsiteX344" fmla="*/ 3391774 w 7472601"/>
              <a:gd name="connsiteY344" fmla="*/ 6697181 h 6858000"/>
              <a:gd name="connsiteX345" fmla="*/ 3735540 w 7472601"/>
              <a:gd name="connsiteY345" fmla="*/ 5546923 h 6858000"/>
              <a:gd name="connsiteX346" fmla="*/ 3729438 w 7472601"/>
              <a:gd name="connsiteY346" fmla="*/ 5569058 h 6858000"/>
              <a:gd name="connsiteX347" fmla="*/ 3707782 w 7472601"/>
              <a:gd name="connsiteY347" fmla="*/ 5644908 h 6858000"/>
              <a:gd name="connsiteX348" fmla="*/ 3583827 w 7472601"/>
              <a:gd name="connsiteY348" fmla="*/ 6039215 h 6858000"/>
              <a:gd name="connsiteX349" fmla="*/ 3547861 w 7472601"/>
              <a:gd name="connsiteY349" fmla="*/ 6129609 h 6858000"/>
              <a:gd name="connsiteX350" fmla="*/ 3490905 w 7472601"/>
              <a:gd name="connsiteY350" fmla="*/ 6277660 h 6858000"/>
              <a:gd name="connsiteX351" fmla="*/ 3455859 w 7472601"/>
              <a:gd name="connsiteY351" fmla="*/ 6391301 h 6858000"/>
              <a:gd name="connsiteX352" fmla="*/ 3429112 w 7472601"/>
              <a:gd name="connsiteY352" fmla="*/ 6479469 h 6858000"/>
              <a:gd name="connsiteX353" fmla="*/ 3304862 w 7472601"/>
              <a:gd name="connsiteY353" fmla="*/ 6796476 h 6858000"/>
              <a:gd name="connsiteX354" fmla="*/ 3276071 w 7472601"/>
              <a:gd name="connsiteY354" fmla="*/ 6858000 h 6858000"/>
              <a:gd name="connsiteX355" fmla="*/ 3240805 w 7472601"/>
              <a:gd name="connsiteY355" fmla="*/ 6858000 h 6858000"/>
              <a:gd name="connsiteX356" fmla="*/ 3275917 w 7472601"/>
              <a:gd name="connsiteY356" fmla="*/ 6783192 h 6858000"/>
              <a:gd name="connsiteX357" fmla="*/ 3399358 w 7472601"/>
              <a:gd name="connsiteY357" fmla="*/ 6469011 h 6858000"/>
              <a:gd name="connsiteX358" fmla="*/ 3425650 w 7472601"/>
              <a:gd name="connsiteY358" fmla="*/ 6381333 h 6858000"/>
              <a:gd name="connsiteX359" fmla="*/ 3460661 w 7472601"/>
              <a:gd name="connsiteY359" fmla="*/ 6266763 h 6858000"/>
              <a:gd name="connsiteX360" fmla="*/ 3518021 w 7472601"/>
              <a:gd name="connsiteY360" fmla="*/ 6117298 h 6858000"/>
              <a:gd name="connsiteX361" fmla="*/ 3554035 w 7472601"/>
              <a:gd name="connsiteY361" fmla="*/ 6027832 h 6858000"/>
              <a:gd name="connsiteX362" fmla="*/ 3677174 w 7472601"/>
              <a:gd name="connsiteY362" fmla="*/ 5636351 h 6858000"/>
              <a:gd name="connsiteX363" fmla="*/ 3698819 w 7472601"/>
              <a:gd name="connsiteY363" fmla="*/ 5560503 h 6858000"/>
              <a:gd name="connsiteX364" fmla="*/ 3702094 w 7472601"/>
              <a:gd name="connsiteY364" fmla="*/ 5549194 h 6858000"/>
              <a:gd name="connsiteX365" fmla="*/ 3398355 w 7472601"/>
              <a:gd name="connsiteY365" fmla="*/ 6094603 h 6858000"/>
              <a:gd name="connsiteX366" fmla="*/ 3193941 w 7472601"/>
              <a:gd name="connsiteY366" fmla="*/ 6798775 h 6858000"/>
              <a:gd name="connsiteX367" fmla="*/ 3184140 w 7472601"/>
              <a:gd name="connsiteY367" fmla="*/ 6858000 h 6858000"/>
              <a:gd name="connsiteX368" fmla="*/ 3099978 w 7472601"/>
              <a:gd name="connsiteY368" fmla="*/ 6858000 h 6858000"/>
              <a:gd name="connsiteX369" fmla="*/ 3101556 w 7472601"/>
              <a:gd name="connsiteY369" fmla="*/ 6843337 h 6858000"/>
              <a:gd name="connsiteX370" fmla="*/ 3370162 w 7472601"/>
              <a:gd name="connsiteY370" fmla="*/ 5785550 h 6858000"/>
              <a:gd name="connsiteX371" fmla="*/ 3746477 w 7472601"/>
              <a:gd name="connsiteY371" fmla="*/ 5377889 h 6858000"/>
              <a:gd name="connsiteX372" fmla="*/ 3863399 w 7472601"/>
              <a:gd name="connsiteY372" fmla="*/ 5087257 h 6858000"/>
              <a:gd name="connsiteX373" fmla="*/ 3968712 w 7472601"/>
              <a:gd name="connsiteY373" fmla="*/ 4913989 h 6858000"/>
              <a:gd name="connsiteX374" fmla="*/ 2792390 w 7472601"/>
              <a:gd name="connsiteY374" fmla="*/ 5382974 h 6858000"/>
              <a:gd name="connsiteX375" fmla="*/ 2714982 w 7472601"/>
              <a:gd name="connsiteY375" fmla="*/ 5427051 h 6858000"/>
              <a:gd name="connsiteX376" fmla="*/ 2813361 w 7472601"/>
              <a:gd name="connsiteY376" fmla="*/ 6023912 h 6858000"/>
              <a:gd name="connsiteX377" fmla="*/ 2688430 w 7472601"/>
              <a:gd name="connsiteY377" fmla="*/ 6801564 h 6858000"/>
              <a:gd name="connsiteX378" fmla="*/ 2629626 w 7472601"/>
              <a:gd name="connsiteY378" fmla="*/ 6763394 h 6858000"/>
              <a:gd name="connsiteX379" fmla="*/ 2565328 w 7472601"/>
              <a:gd name="connsiteY379" fmla="*/ 5516399 h 6858000"/>
              <a:gd name="connsiteX380" fmla="*/ 1922999 w 7472601"/>
              <a:gd name="connsiteY380" fmla="*/ 5980343 h 6858000"/>
              <a:gd name="connsiteX381" fmla="*/ 1950261 w 7472601"/>
              <a:gd name="connsiteY381" fmla="*/ 6405858 h 6858000"/>
              <a:gd name="connsiteX382" fmla="*/ 2365554 w 7472601"/>
              <a:gd name="connsiteY382" fmla="*/ 6759107 h 6858000"/>
              <a:gd name="connsiteX383" fmla="*/ 2424142 w 7472601"/>
              <a:gd name="connsiteY383" fmla="*/ 6858000 h 6858000"/>
              <a:gd name="connsiteX384" fmla="*/ 2395994 w 7472601"/>
              <a:gd name="connsiteY384" fmla="*/ 6858000 h 6858000"/>
              <a:gd name="connsiteX385" fmla="*/ 2392863 w 7472601"/>
              <a:gd name="connsiteY385" fmla="*/ 6852964 h 6858000"/>
              <a:gd name="connsiteX386" fmla="*/ 2017589 w 7472601"/>
              <a:gd name="connsiteY386" fmla="*/ 6493982 h 6858000"/>
              <a:gd name="connsiteX387" fmla="*/ 2147336 w 7472601"/>
              <a:gd name="connsiteY387" fmla="*/ 6594052 h 6858000"/>
              <a:gd name="connsiteX388" fmla="*/ 2207047 w 7472601"/>
              <a:gd name="connsiteY388" fmla="*/ 6654540 h 6858000"/>
              <a:gd name="connsiteX389" fmla="*/ 2299106 w 7472601"/>
              <a:gd name="connsiteY389" fmla="*/ 6778931 h 6858000"/>
              <a:gd name="connsiteX390" fmla="*/ 2314430 w 7472601"/>
              <a:gd name="connsiteY390" fmla="*/ 6801144 h 6858000"/>
              <a:gd name="connsiteX391" fmla="*/ 2352406 w 7472601"/>
              <a:gd name="connsiteY391" fmla="*/ 6858000 h 6858000"/>
              <a:gd name="connsiteX392" fmla="*/ 2314492 w 7472601"/>
              <a:gd name="connsiteY392" fmla="*/ 6858000 h 6858000"/>
              <a:gd name="connsiteX393" fmla="*/ 2288095 w 7472601"/>
              <a:gd name="connsiteY393" fmla="*/ 6818030 h 6858000"/>
              <a:gd name="connsiteX394" fmla="*/ 2272768 w 7472601"/>
              <a:gd name="connsiteY394" fmla="*/ 6795822 h 6858000"/>
              <a:gd name="connsiteX395" fmla="*/ 2182715 w 7472601"/>
              <a:gd name="connsiteY395" fmla="*/ 6675071 h 6858000"/>
              <a:gd name="connsiteX396" fmla="*/ 2032061 w 7472601"/>
              <a:gd name="connsiteY396" fmla="*/ 6541380 h 6858000"/>
              <a:gd name="connsiteX397" fmla="*/ 2257220 w 7472601"/>
              <a:gd name="connsiteY397" fmla="*/ 6826257 h 6858000"/>
              <a:gd name="connsiteX398" fmla="*/ 2281324 w 7472601"/>
              <a:gd name="connsiteY398" fmla="*/ 6858000 h 6858000"/>
              <a:gd name="connsiteX399" fmla="*/ 2242860 w 7472601"/>
              <a:gd name="connsiteY399" fmla="*/ 6858000 h 6858000"/>
              <a:gd name="connsiteX400" fmla="*/ 2232818 w 7472601"/>
              <a:gd name="connsiteY400" fmla="*/ 6844926 h 6858000"/>
              <a:gd name="connsiteX401" fmla="*/ 1990172 w 7472601"/>
              <a:gd name="connsiteY401" fmla="*/ 6542121 h 6858000"/>
              <a:gd name="connsiteX402" fmla="*/ 2124090 w 7472601"/>
              <a:gd name="connsiteY402" fmla="*/ 6761017 h 6858000"/>
              <a:gd name="connsiteX403" fmla="*/ 2200380 w 7472601"/>
              <a:gd name="connsiteY403" fmla="*/ 6858000 h 6858000"/>
              <a:gd name="connsiteX404" fmla="*/ 2147507 w 7472601"/>
              <a:gd name="connsiteY404" fmla="*/ 6858000 h 6858000"/>
              <a:gd name="connsiteX405" fmla="*/ 2070668 w 7472601"/>
              <a:gd name="connsiteY405" fmla="*/ 6761520 h 6858000"/>
              <a:gd name="connsiteX406" fmla="*/ 1975142 w 7472601"/>
              <a:gd name="connsiteY406" fmla="*/ 6585570 h 6858000"/>
              <a:gd name="connsiteX407" fmla="*/ 2050035 w 7472601"/>
              <a:gd name="connsiteY407" fmla="*/ 6813345 h 6858000"/>
              <a:gd name="connsiteX408" fmla="*/ 2063025 w 7472601"/>
              <a:gd name="connsiteY408" fmla="*/ 6858000 h 6858000"/>
              <a:gd name="connsiteX409" fmla="*/ 2021675 w 7472601"/>
              <a:gd name="connsiteY409" fmla="*/ 6858000 h 6858000"/>
              <a:gd name="connsiteX410" fmla="*/ 2019308 w 7472601"/>
              <a:gd name="connsiteY410" fmla="*/ 6847118 h 6858000"/>
              <a:gd name="connsiteX411" fmla="*/ 1938835 w 7472601"/>
              <a:gd name="connsiteY411" fmla="*/ 6551160 h 6858000"/>
              <a:gd name="connsiteX412" fmla="*/ 1953230 w 7472601"/>
              <a:gd name="connsiteY412" fmla="*/ 6759699 h 6858000"/>
              <a:gd name="connsiteX413" fmla="*/ 1956763 w 7472601"/>
              <a:gd name="connsiteY413" fmla="*/ 6778191 h 6858000"/>
              <a:gd name="connsiteX414" fmla="*/ 1967925 w 7472601"/>
              <a:gd name="connsiteY414" fmla="*/ 6858000 h 6858000"/>
              <a:gd name="connsiteX415" fmla="*/ 1936622 w 7472601"/>
              <a:gd name="connsiteY415" fmla="*/ 6858000 h 6858000"/>
              <a:gd name="connsiteX416" fmla="*/ 1926261 w 7472601"/>
              <a:gd name="connsiteY416" fmla="*/ 6784064 h 6858000"/>
              <a:gd name="connsiteX417" fmla="*/ 1922724 w 7472601"/>
              <a:gd name="connsiteY417" fmla="*/ 6765577 h 6858000"/>
              <a:gd name="connsiteX418" fmla="*/ 1904650 w 7472601"/>
              <a:gd name="connsiteY418" fmla="*/ 6639616 h 6858000"/>
              <a:gd name="connsiteX419" fmla="*/ 1885273 w 7472601"/>
              <a:gd name="connsiteY419" fmla="*/ 6858000 h 6858000"/>
              <a:gd name="connsiteX420" fmla="*/ 1854363 w 7472601"/>
              <a:gd name="connsiteY420" fmla="*/ 6858000 h 6858000"/>
              <a:gd name="connsiteX421" fmla="*/ 1880391 w 7472601"/>
              <a:gd name="connsiteY421" fmla="*/ 6603796 h 6858000"/>
              <a:gd name="connsiteX422" fmla="*/ 1818273 w 7472601"/>
              <a:gd name="connsiteY422" fmla="*/ 6715729 h 6858000"/>
              <a:gd name="connsiteX423" fmla="*/ 1794691 w 7472601"/>
              <a:gd name="connsiteY423" fmla="*/ 6843239 h 6858000"/>
              <a:gd name="connsiteX424" fmla="*/ 1794914 w 7472601"/>
              <a:gd name="connsiteY424" fmla="*/ 6858000 h 6858000"/>
              <a:gd name="connsiteX425" fmla="*/ 1746128 w 7472601"/>
              <a:gd name="connsiteY425" fmla="*/ 6858000 h 6858000"/>
              <a:gd name="connsiteX426" fmla="*/ 1753934 w 7472601"/>
              <a:gd name="connsiteY426" fmla="*/ 6724796 h 6858000"/>
              <a:gd name="connsiteX427" fmla="*/ 1792053 w 7472601"/>
              <a:gd name="connsiteY427" fmla="*/ 6572396 h 6858000"/>
              <a:gd name="connsiteX428" fmla="*/ 1862248 w 7472601"/>
              <a:gd name="connsiteY428" fmla="*/ 6266397 h 6858000"/>
              <a:gd name="connsiteX429" fmla="*/ 1862250 w 7472601"/>
              <a:gd name="connsiteY429" fmla="*/ 6033531 h 6858000"/>
              <a:gd name="connsiteX430" fmla="*/ 1211999 w 7472601"/>
              <a:gd name="connsiteY430" fmla="*/ 6683610 h 6858000"/>
              <a:gd name="connsiteX431" fmla="*/ 1213266 w 7472601"/>
              <a:gd name="connsiteY431" fmla="*/ 6691947 h 6858000"/>
              <a:gd name="connsiteX432" fmla="*/ 1203370 w 7472601"/>
              <a:gd name="connsiteY432" fmla="*/ 6850676 h 6858000"/>
              <a:gd name="connsiteX433" fmla="*/ 1203671 w 7472601"/>
              <a:gd name="connsiteY433" fmla="*/ 6858000 h 6858000"/>
              <a:gd name="connsiteX434" fmla="*/ 1143180 w 7472601"/>
              <a:gd name="connsiteY434" fmla="*/ 6858000 h 6858000"/>
              <a:gd name="connsiteX435" fmla="*/ 1142176 w 7472601"/>
              <a:gd name="connsiteY435" fmla="*/ 6766045 h 6858000"/>
              <a:gd name="connsiteX436" fmla="*/ 1067484 w 7472601"/>
              <a:gd name="connsiteY436" fmla="*/ 6858000 h 6858000"/>
              <a:gd name="connsiteX437" fmla="*/ 953928 w 7472601"/>
              <a:gd name="connsiteY437" fmla="*/ 6858000 h 6858000"/>
              <a:gd name="connsiteX438" fmla="*/ 959715 w 7472601"/>
              <a:gd name="connsiteY438" fmla="*/ 6850185 h 6858000"/>
              <a:gd name="connsiteX439" fmla="*/ 1483788 w 7472601"/>
              <a:gd name="connsiteY439" fmla="*/ 6259174 h 6858000"/>
              <a:gd name="connsiteX440" fmla="*/ 1100671 w 7472601"/>
              <a:gd name="connsiteY440" fmla="*/ 6252137 h 6858000"/>
              <a:gd name="connsiteX441" fmla="*/ 1090144 w 7472601"/>
              <a:gd name="connsiteY441" fmla="*/ 6256748 h 6858000"/>
              <a:gd name="connsiteX442" fmla="*/ 1095872 w 7472601"/>
              <a:gd name="connsiteY442" fmla="*/ 6271892 h 6858000"/>
              <a:gd name="connsiteX443" fmla="*/ 262785 w 7472601"/>
              <a:gd name="connsiteY443" fmla="*/ 6845450 h 6858000"/>
              <a:gd name="connsiteX444" fmla="*/ 209968 w 7472601"/>
              <a:gd name="connsiteY444" fmla="*/ 6770713 h 6858000"/>
              <a:gd name="connsiteX445" fmla="*/ 873460 w 7472601"/>
              <a:gd name="connsiteY445" fmla="*/ 6253768 h 6858000"/>
              <a:gd name="connsiteX446" fmla="*/ 192686 w 7472601"/>
              <a:gd name="connsiteY446" fmla="*/ 5849257 h 6858000"/>
              <a:gd name="connsiteX447" fmla="*/ 4696 w 7472601"/>
              <a:gd name="connsiteY447" fmla="*/ 5697668 h 6858000"/>
              <a:gd name="connsiteX448" fmla="*/ 0 w 7472601"/>
              <a:gd name="connsiteY448" fmla="*/ 5689984 h 6858000"/>
              <a:gd name="connsiteX449" fmla="*/ 0 w 7472601"/>
              <a:gd name="connsiteY449" fmla="*/ 5513472 h 6858000"/>
              <a:gd name="connsiteX450" fmla="*/ 174101 w 7472601"/>
              <a:gd name="connsiteY450" fmla="*/ 5620277 h 6858000"/>
              <a:gd name="connsiteX451" fmla="*/ 891800 w 7472601"/>
              <a:gd name="connsiteY451" fmla="*/ 6036935 h 6858000"/>
              <a:gd name="connsiteX452" fmla="*/ 1072219 w 7472601"/>
              <a:gd name="connsiteY452" fmla="*/ 6169443 h 6858000"/>
              <a:gd name="connsiteX453" fmla="*/ 1074117 w 7472601"/>
              <a:gd name="connsiteY453" fmla="*/ 6170301 h 6858000"/>
              <a:gd name="connsiteX454" fmla="*/ 1083114 w 7472601"/>
              <a:gd name="connsiteY454" fmla="*/ 6174131 h 6858000"/>
              <a:gd name="connsiteX455" fmla="*/ 1543010 w 7472601"/>
              <a:gd name="connsiteY455" fmla="*/ 6191140 h 6858000"/>
              <a:gd name="connsiteX456" fmla="*/ 1551080 w 7472601"/>
              <a:gd name="connsiteY456" fmla="*/ 6195006 h 6858000"/>
              <a:gd name="connsiteX457" fmla="*/ 2345443 w 7472601"/>
              <a:gd name="connsiteY457" fmla="*/ 5549882 h 6858000"/>
              <a:gd name="connsiteX458" fmla="*/ 1721499 w 7472601"/>
              <a:gd name="connsiteY458" fmla="*/ 5599969 h 6858000"/>
              <a:gd name="connsiteX459" fmla="*/ 767716 w 7472601"/>
              <a:gd name="connsiteY459" fmla="*/ 5472768 h 6858000"/>
              <a:gd name="connsiteX460" fmla="*/ 722147 w 7472601"/>
              <a:gd name="connsiteY460" fmla="*/ 5393091 h 6858000"/>
              <a:gd name="connsiteX461" fmla="*/ 1485552 w 7472601"/>
              <a:gd name="connsiteY461" fmla="*/ 5313202 h 6858000"/>
              <a:gd name="connsiteX462" fmla="*/ 2143004 w 7472601"/>
              <a:gd name="connsiteY462" fmla="*/ 5402420 h 6858000"/>
              <a:gd name="connsiteX463" fmla="*/ 1933391 w 7472601"/>
              <a:gd name="connsiteY463" fmla="*/ 5156971 h 6858000"/>
              <a:gd name="connsiteX464" fmla="*/ 1827118 w 7472601"/>
              <a:gd name="connsiteY464" fmla="*/ 4968410 h 6858000"/>
              <a:gd name="connsiteX465" fmla="*/ 1837349 w 7472601"/>
              <a:gd name="connsiteY465" fmla="*/ 4956357 h 6858000"/>
              <a:gd name="connsiteX466" fmla="*/ 2162835 w 7472601"/>
              <a:gd name="connsiteY466" fmla="*/ 5187853 h 6858000"/>
              <a:gd name="connsiteX467" fmla="*/ 2257167 w 7472601"/>
              <a:gd name="connsiteY467" fmla="*/ 5462123 h 6858000"/>
              <a:gd name="connsiteX468" fmla="*/ 2261598 w 7472601"/>
              <a:gd name="connsiteY468" fmla="*/ 5467998 h 6858000"/>
              <a:gd name="connsiteX469" fmla="*/ 2437177 w 7472601"/>
              <a:gd name="connsiteY469" fmla="*/ 5479608 h 6858000"/>
              <a:gd name="connsiteX470" fmla="*/ 2445247 w 7472601"/>
              <a:gd name="connsiteY470" fmla="*/ 5483476 h 6858000"/>
              <a:gd name="connsiteX471" fmla="*/ 2743626 w 7472601"/>
              <a:gd name="connsiteY471" fmla="*/ 5304819 h 6858000"/>
              <a:gd name="connsiteX472" fmla="*/ 3048102 w 7472601"/>
              <a:gd name="connsiteY472" fmla="*/ 5150595 h 6858000"/>
              <a:gd name="connsiteX473" fmla="*/ 1799414 w 7472601"/>
              <a:gd name="connsiteY473" fmla="*/ 4694732 h 6858000"/>
              <a:gd name="connsiteX474" fmla="*/ 1771735 w 7472601"/>
              <a:gd name="connsiteY474" fmla="*/ 4619929 h 6858000"/>
              <a:gd name="connsiteX475" fmla="*/ 3104273 w 7472601"/>
              <a:gd name="connsiteY475" fmla="*/ 5076159 h 6858000"/>
              <a:gd name="connsiteX476" fmla="*/ 3113245 w 7472601"/>
              <a:gd name="connsiteY476" fmla="*/ 5090705 h 6858000"/>
              <a:gd name="connsiteX477" fmla="*/ 3126294 w 7472601"/>
              <a:gd name="connsiteY477" fmla="*/ 5114400 h 6858000"/>
              <a:gd name="connsiteX478" fmla="*/ 3937433 w 7472601"/>
              <a:gd name="connsiteY478" fmla="*/ 4830473 h 6858000"/>
              <a:gd name="connsiteX479" fmla="*/ 3590475 w 7472601"/>
              <a:gd name="connsiteY479" fmla="*/ 4597974 h 6858000"/>
              <a:gd name="connsiteX480" fmla="*/ 3100264 w 7472601"/>
              <a:gd name="connsiteY480" fmla="*/ 4579845 h 6858000"/>
              <a:gd name="connsiteX481" fmla="*/ 2183576 w 7472601"/>
              <a:gd name="connsiteY481" fmla="*/ 4227150 h 6858000"/>
              <a:gd name="connsiteX482" fmla="*/ 2151029 w 7472601"/>
              <a:gd name="connsiteY482" fmla="*/ 4146947 h 6858000"/>
              <a:gd name="connsiteX483" fmla="*/ 3563434 w 7472601"/>
              <a:gd name="connsiteY483" fmla="*/ 4469115 h 6858000"/>
              <a:gd name="connsiteX484" fmla="*/ 3177952 w 7472601"/>
              <a:gd name="connsiteY484" fmla="*/ 3657386 h 6858000"/>
              <a:gd name="connsiteX485" fmla="*/ 3189263 w 7472601"/>
              <a:gd name="connsiteY485" fmla="*/ 3625726 h 6858000"/>
              <a:gd name="connsiteX486" fmla="*/ 3560912 w 7472601"/>
              <a:gd name="connsiteY486" fmla="*/ 4079863 h 6858000"/>
              <a:gd name="connsiteX487" fmla="*/ 3626636 w 7472601"/>
              <a:gd name="connsiteY487" fmla="*/ 4512230 h 6858000"/>
              <a:gd name="connsiteX488" fmla="*/ 3653088 w 7472601"/>
              <a:gd name="connsiteY488" fmla="*/ 4521417 h 6858000"/>
              <a:gd name="connsiteX489" fmla="*/ 3988128 w 7472601"/>
              <a:gd name="connsiteY489" fmla="*/ 4817267 h 6858000"/>
              <a:gd name="connsiteX490" fmla="*/ 4830582 w 7472601"/>
              <a:gd name="connsiteY490" fmla="*/ 4676000 h 6858000"/>
              <a:gd name="connsiteX491" fmla="*/ 4830100 w 7472601"/>
              <a:gd name="connsiteY491" fmla="*/ 4675554 h 6858000"/>
              <a:gd name="connsiteX492" fmla="*/ 4036318 w 7472601"/>
              <a:gd name="connsiteY492" fmla="*/ 4147013 h 6858000"/>
              <a:gd name="connsiteX493" fmla="*/ 3432098 w 7472601"/>
              <a:gd name="connsiteY493" fmla="*/ 3537312 h 6858000"/>
              <a:gd name="connsiteX494" fmla="*/ 3446761 w 7472601"/>
              <a:gd name="connsiteY494" fmla="*/ 3461278 h 6858000"/>
              <a:gd name="connsiteX495" fmla="*/ 4419733 w 7472601"/>
              <a:gd name="connsiteY495" fmla="*/ 3963555 h 6858000"/>
              <a:gd name="connsiteX496" fmla="*/ 4781371 w 7472601"/>
              <a:gd name="connsiteY496" fmla="*/ 4458604 h 6858000"/>
              <a:gd name="connsiteX497" fmla="*/ 4780440 w 7472601"/>
              <a:gd name="connsiteY497" fmla="*/ 4470290 h 6858000"/>
              <a:gd name="connsiteX498" fmla="*/ 4898954 w 7472601"/>
              <a:gd name="connsiteY498" fmla="*/ 4662092 h 6858000"/>
              <a:gd name="connsiteX499" fmla="*/ 4900699 w 7472601"/>
              <a:gd name="connsiteY499" fmla="*/ 4670867 h 6858000"/>
              <a:gd name="connsiteX500" fmla="*/ 5714511 w 7472601"/>
              <a:gd name="connsiteY500" fmla="*/ 4663483 h 6858000"/>
              <a:gd name="connsiteX501" fmla="*/ 5464793 w 7472601"/>
              <a:gd name="connsiteY501" fmla="*/ 4393556 h 6858000"/>
              <a:gd name="connsiteX502" fmla="*/ 5461897 w 7472601"/>
              <a:gd name="connsiteY502" fmla="*/ 4390879 h 6858000"/>
              <a:gd name="connsiteX503" fmla="*/ 4294126 w 7472601"/>
              <a:gd name="connsiteY503" fmla="*/ 3303048 h 6858000"/>
              <a:gd name="connsiteX504" fmla="*/ 4305321 w 7472601"/>
              <a:gd name="connsiteY504" fmla="*/ 3256953 h 6858000"/>
              <a:gd name="connsiteX505" fmla="*/ 4949299 w 7472601"/>
              <a:gd name="connsiteY505" fmla="*/ 3766336 h 6858000"/>
              <a:gd name="connsiteX506" fmla="*/ 5291452 w 7472601"/>
              <a:gd name="connsiteY506" fmla="*/ 4076801 h 6858000"/>
              <a:gd name="connsiteX507" fmla="*/ 5434998 w 7472601"/>
              <a:gd name="connsiteY507" fmla="*/ 4254100 h 6858000"/>
              <a:gd name="connsiteX508" fmla="*/ 5351015 w 7472601"/>
              <a:gd name="connsiteY508" fmla="*/ 3760989 h 6858000"/>
              <a:gd name="connsiteX509" fmla="*/ 5413780 w 7472601"/>
              <a:gd name="connsiteY509" fmla="*/ 2966265 h 6858000"/>
              <a:gd name="connsiteX510" fmla="*/ 5425627 w 7472601"/>
              <a:gd name="connsiteY510" fmla="*/ 2954192 h 6858000"/>
              <a:gd name="connsiteX511" fmla="*/ 6604735 w 7472601"/>
              <a:gd name="connsiteY511" fmla="*/ 2041381 h 6858000"/>
              <a:gd name="connsiteX512" fmla="*/ 7204487 w 7472601"/>
              <a:gd name="connsiteY512" fmla="*/ 2742112 h 6858000"/>
              <a:gd name="connsiteX513" fmla="*/ 7131592 w 7472601"/>
              <a:gd name="connsiteY513" fmla="*/ 2672096 h 6858000"/>
              <a:gd name="connsiteX514" fmla="*/ 6996344 w 7472601"/>
              <a:gd name="connsiteY514" fmla="*/ 2518310 h 6858000"/>
              <a:gd name="connsiteX515" fmla="*/ 6735495 w 7472601"/>
              <a:gd name="connsiteY515" fmla="*/ 2196890 h 6858000"/>
              <a:gd name="connsiteX516" fmla="*/ 6721901 w 7472601"/>
              <a:gd name="connsiteY516" fmla="*/ 2179274 h 6858000"/>
              <a:gd name="connsiteX517" fmla="*/ 6604735 w 7472601"/>
              <a:gd name="connsiteY517" fmla="*/ 2041381 h 6858000"/>
              <a:gd name="connsiteX518" fmla="*/ 6591670 w 7472601"/>
              <a:gd name="connsiteY518" fmla="*/ 1988277 h 6858000"/>
              <a:gd name="connsiteX519" fmla="*/ 6747349 w 7472601"/>
              <a:gd name="connsiteY519" fmla="*/ 2160069 h 6858000"/>
              <a:gd name="connsiteX520" fmla="*/ 6760943 w 7472601"/>
              <a:gd name="connsiteY520" fmla="*/ 2177686 h 6858000"/>
              <a:gd name="connsiteX521" fmla="*/ 7021065 w 7472601"/>
              <a:gd name="connsiteY521" fmla="*/ 2498102 h 6858000"/>
              <a:gd name="connsiteX522" fmla="*/ 7155223 w 7472601"/>
              <a:gd name="connsiteY522" fmla="*/ 2650386 h 6858000"/>
              <a:gd name="connsiteX523" fmla="*/ 7203167 w 7472601"/>
              <a:gd name="connsiteY523" fmla="*/ 2697288 h 6858000"/>
              <a:gd name="connsiteX524" fmla="*/ 6937703 w 7472601"/>
              <a:gd name="connsiteY524" fmla="*/ 2321981 h 6858000"/>
              <a:gd name="connsiteX525" fmla="*/ 6591670 w 7472601"/>
              <a:gd name="connsiteY525" fmla="*/ 1988277 h 6858000"/>
              <a:gd name="connsiteX526" fmla="*/ 5798671 w 7472601"/>
              <a:gd name="connsiteY526" fmla="*/ 1981601 h 6858000"/>
              <a:gd name="connsiteX527" fmla="*/ 5754709 w 7472601"/>
              <a:gd name="connsiteY527" fmla="*/ 2071454 h 6858000"/>
              <a:gd name="connsiteX528" fmla="*/ 5763044 w 7472601"/>
              <a:gd name="connsiteY528" fmla="*/ 2842206 h 6858000"/>
              <a:gd name="connsiteX529" fmla="*/ 5764974 w 7472601"/>
              <a:gd name="connsiteY529" fmla="*/ 2799609 h 6858000"/>
              <a:gd name="connsiteX530" fmla="*/ 5767665 w 7472601"/>
              <a:gd name="connsiteY530" fmla="*/ 2666409 h 6858000"/>
              <a:gd name="connsiteX531" fmla="*/ 5763055 w 7472601"/>
              <a:gd name="connsiteY531" fmla="*/ 2579705 h 6858000"/>
              <a:gd name="connsiteX532" fmla="*/ 5758079 w 7472601"/>
              <a:gd name="connsiteY532" fmla="*/ 2492508 h 6858000"/>
              <a:gd name="connsiteX533" fmla="*/ 5779325 w 7472601"/>
              <a:gd name="connsiteY533" fmla="*/ 2197069 h 6858000"/>
              <a:gd name="connsiteX534" fmla="*/ 5798671 w 7472601"/>
              <a:gd name="connsiteY534" fmla="*/ 1981601 h 6858000"/>
              <a:gd name="connsiteX535" fmla="*/ 5829202 w 7472601"/>
              <a:gd name="connsiteY535" fmla="*/ 1971679 h 6858000"/>
              <a:gd name="connsiteX536" fmla="*/ 5809558 w 7472601"/>
              <a:gd name="connsiteY536" fmla="*/ 2198043 h 6858000"/>
              <a:gd name="connsiteX537" fmla="*/ 5788653 w 7472601"/>
              <a:gd name="connsiteY537" fmla="*/ 2489430 h 6858000"/>
              <a:gd name="connsiteX538" fmla="*/ 5793439 w 7472601"/>
              <a:gd name="connsiteY538" fmla="*/ 2575235 h 6858000"/>
              <a:gd name="connsiteX539" fmla="*/ 5796837 w 7472601"/>
              <a:gd name="connsiteY539" fmla="*/ 2637633 h 6858000"/>
              <a:gd name="connsiteX540" fmla="*/ 5818614 w 7472601"/>
              <a:gd name="connsiteY540" fmla="*/ 2473055 h 6858000"/>
              <a:gd name="connsiteX541" fmla="*/ 5829202 w 7472601"/>
              <a:gd name="connsiteY541" fmla="*/ 1971679 h 6858000"/>
              <a:gd name="connsiteX542" fmla="*/ 5911389 w 7472601"/>
              <a:gd name="connsiteY542" fmla="*/ 1898371 h 6858000"/>
              <a:gd name="connsiteX543" fmla="*/ 6237627 w 7472601"/>
              <a:gd name="connsiteY543" fmla="*/ 2231921 h 6858000"/>
              <a:gd name="connsiteX544" fmla="*/ 5911389 w 7472601"/>
              <a:gd name="connsiteY544" fmla="*/ 1898371 h 6858000"/>
              <a:gd name="connsiteX545" fmla="*/ 6944437 w 7472601"/>
              <a:gd name="connsiteY545" fmla="*/ 1575402 h 6858000"/>
              <a:gd name="connsiteX546" fmla="*/ 6304730 w 7472601"/>
              <a:gd name="connsiteY546" fmla="*/ 1766654 h 6858000"/>
              <a:gd name="connsiteX547" fmla="*/ 6944437 w 7472601"/>
              <a:gd name="connsiteY547" fmla="*/ 1575402 h 6858000"/>
              <a:gd name="connsiteX548" fmla="*/ 7019523 w 7472601"/>
              <a:gd name="connsiteY548" fmla="*/ 1519450 h 6858000"/>
              <a:gd name="connsiteX549" fmla="*/ 6298091 w 7472601"/>
              <a:gd name="connsiteY549" fmla="*/ 1737122 h 6858000"/>
              <a:gd name="connsiteX550" fmla="*/ 7019523 w 7472601"/>
              <a:gd name="connsiteY550" fmla="*/ 1519450 h 6858000"/>
              <a:gd name="connsiteX551" fmla="*/ 2399523 w 7472601"/>
              <a:gd name="connsiteY551" fmla="*/ 1428234 h 6858000"/>
              <a:gd name="connsiteX552" fmla="*/ 2224982 w 7472601"/>
              <a:gd name="connsiteY552" fmla="*/ 1826201 h 6858000"/>
              <a:gd name="connsiteX553" fmla="*/ 2096099 w 7472601"/>
              <a:gd name="connsiteY553" fmla="*/ 2345900 h 6858000"/>
              <a:gd name="connsiteX554" fmla="*/ 2283317 w 7472601"/>
              <a:gd name="connsiteY554" fmla="*/ 1796925 h 6858000"/>
              <a:gd name="connsiteX555" fmla="*/ 2399523 w 7472601"/>
              <a:gd name="connsiteY555" fmla="*/ 1428234 h 6858000"/>
              <a:gd name="connsiteX556" fmla="*/ 2448558 w 7472601"/>
              <a:gd name="connsiteY556" fmla="*/ 1373435 h 6858000"/>
              <a:gd name="connsiteX557" fmla="*/ 2312521 w 7472601"/>
              <a:gd name="connsiteY557" fmla="*/ 1806140 h 6858000"/>
              <a:gd name="connsiteX558" fmla="*/ 2127533 w 7472601"/>
              <a:gd name="connsiteY558" fmla="*/ 2348380 h 6858000"/>
              <a:gd name="connsiteX559" fmla="*/ 2358080 w 7472601"/>
              <a:gd name="connsiteY559" fmla="*/ 1866134 h 6858000"/>
              <a:gd name="connsiteX560" fmla="*/ 2407436 w 7472601"/>
              <a:gd name="connsiteY560" fmla="*/ 1651070 h 6858000"/>
              <a:gd name="connsiteX561" fmla="*/ 2448558 w 7472601"/>
              <a:gd name="connsiteY561" fmla="*/ 1373435 h 6858000"/>
              <a:gd name="connsiteX562" fmla="*/ 278707 w 7472601"/>
              <a:gd name="connsiteY562" fmla="*/ 1352270 h 6858000"/>
              <a:gd name="connsiteX563" fmla="*/ 321570 w 7472601"/>
              <a:gd name="connsiteY563" fmla="*/ 1861610 h 6858000"/>
              <a:gd name="connsiteX564" fmla="*/ 294281 w 7472601"/>
              <a:gd name="connsiteY564" fmla="*/ 1440658 h 6858000"/>
              <a:gd name="connsiteX565" fmla="*/ 278707 w 7472601"/>
              <a:gd name="connsiteY565" fmla="*/ 1352270 h 6858000"/>
              <a:gd name="connsiteX566" fmla="*/ 1423821 w 7472601"/>
              <a:gd name="connsiteY566" fmla="*/ 1351958 h 6858000"/>
              <a:gd name="connsiteX567" fmla="*/ 1638521 w 7472601"/>
              <a:gd name="connsiteY567" fmla="*/ 1908470 h 6858000"/>
              <a:gd name="connsiteX568" fmla="*/ 1754199 w 7472601"/>
              <a:gd name="connsiteY568" fmla="*/ 2149284 h 6858000"/>
              <a:gd name="connsiteX569" fmla="*/ 1908359 w 7472601"/>
              <a:gd name="connsiteY569" fmla="*/ 2364988 h 6858000"/>
              <a:gd name="connsiteX570" fmla="*/ 1647661 w 7472601"/>
              <a:gd name="connsiteY570" fmla="*/ 1825945 h 6858000"/>
              <a:gd name="connsiteX571" fmla="*/ 1423821 w 7472601"/>
              <a:gd name="connsiteY571" fmla="*/ 1351958 h 6858000"/>
              <a:gd name="connsiteX572" fmla="*/ 1431890 w 7472601"/>
              <a:gd name="connsiteY572" fmla="*/ 1306475 h 6858000"/>
              <a:gd name="connsiteX573" fmla="*/ 1507597 w 7472601"/>
              <a:gd name="connsiteY573" fmla="*/ 1446132 h 6858000"/>
              <a:gd name="connsiteX574" fmla="*/ 1674586 w 7472601"/>
              <a:gd name="connsiteY574" fmla="*/ 1813832 h 6858000"/>
              <a:gd name="connsiteX575" fmla="*/ 1815950 w 7472601"/>
              <a:gd name="connsiteY575" fmla="*/ 2128564 h 6858000"/>
              <a:gd name="connsiteX576" fmla="*/ 1984242 w 7472601"/>
              <a:gd name="connsiteY576" fmla="*/ 2430829 h 6858000"/>
              <a:gd name="connsiteX577" fmla="*/ 2014023 w 7472601"/>
              <a:gd name="connsiteY577" fmla="*/ 2450995 h 6858000"/>
              <a:gd name="connsiteX578" fmla="*/ 1747337 w 7472601"/>
              <a:gd name="connsiteY578" fmla="*/ 1855264 h 6858000"/>
              <a:gd name="connsiteX579" fmla="*/ 1533749 w 7472601"/>
              <a:gd name="connsiteY579" fmla="*/ 1478656 h 6858000"/>
              <a:gd name="connsiteX580" fmla="*/ 1431890 w 7472601"/>
              <a:gd name="connsiteY580" fmla="*/ 1306475 h 6858000"/>
              <a:gd name="connsiteX581" fmla="*/ 5052692 w 7472601"/>
              <a:gd name="connsiteY581" fmla="*/ 1292994 h 6858000"/>
              <a:gd name="connsiteX582" fmla="*/ 5200661 w 7472601"/>
              <a:gd name="connsiteY582" fmla="*/ 1635186 h 6858000"/>
              <a:gd name="connsiteX583" fmla="*/ 5297138 w 7472601"/>
              <a:gd name="connsiteY583" fmla="*/ 1906351 h 6858000"/>
              <a:gd name="connsiteX584" fmla="*/ 5052692 w 7472601"/>
              <a:gd name="connsiteY584" fmla="*/ 1292994 h 6858000"/>
              <a:gd name="connsiteX585" fmla="*/ 5009948 w 7472601"/>
              <a:gd name="connsiteY585" fmla="*/ 1273619 h 6858000"/>
              <a:gd name="connsiteX586" fmla="*/ 5121777 w 7472601"/>
              <a:gd name="connsiteY586" fmla="*/ 1654213 h 6858000"/>
              <a:gd name="connsiteX587" fmla="*/ 5293545 w 7472601"/>
              <a:gd name="connsiteY587" fmla="*/ 2072247 h 6858000"/>
              <a:gd name="connsiteX588" fmla="*/ 5294042 w 7472601"/>
              <a:gd name="connsiteY588" fmla="*/ 2065019 h 6858000"/>
              <a:gd name="connsiteX589" fmla="*/ 5171936 w 7472601"/>
              <a:gd name="connsiteY589" fmla="*/ 1647613 h 6858000"/>
              <a:gd name="connsiteX590" fmla="*/ 5009948 w 7472601"/>
              <a:gd name="connsiteY590" fmla="*/ 1273619 h 6858000"/>
              <a:gd name="connsiteX591" fmla="*/ 655236 w 7472601"/>
              <a:gd name="connsiteY591" fmla="*/ 1268632 h 6858000"/>
              <a:gd name="connsiteX592" fmla="*/ 839521 w 7472601"/>
              <a:gd name="connsiteY592" fmla="*/ 1685315 h 6858000"/>
              <a:gd name="connsiteX593" fmla="*/ 1109416 w 7472601"/>
              <a:gd name="connsiteY593" fmla="*/ 2061663 h 6858000"/>
              <a:gd name="connsiteX594" fmla="*/ 1298300 w 7472601"/>
              <a:gd name="connsiteY594" fmla="*/ 2247742 h 6858000"/>
              <a:gd name="connsiteX595" fmla="*/ 1125871 w 7472601"/>
              <a:gd name="connsiteY595" fmla="*/ 1989513 h 6858000"/>
              <a:gd name="connsiteX596" fmla="*/ 981574 w 7472601"/>
              <a:gd name="connsiteY596" fmla="*/ 1783157 h 6858000"/>
              <a:gd name="connsiteX597" fmla="*/ 922198 w 7472601"/>
              <a:gd name="connsiteY597" fmla="*/ 1677437 h 6858000"/>
              <a:gd name="connsiteX598" fmla="*/ 869293 w 7472601"/>
              <a:gd name="connsiteY598" fmla="*/ 1583214 h 6858000"/>
              <a:gd name="connsiteX599" fmla="*/ 751431 w 7472601"/>
              <a:gd name="connsiteY599" fmla="*/ 1405731 h 6858000"/>
              <a:gd name="connsiteX600" fmla="*/ 655236 w 7472601"/>
              <a:gd name="connsiteY600" fmla="*/ 1268632 h 6858000"/>
              <a:gd name="connsiteX601" fmla="*/ 6516292 w 7472601"/>
              <a:gd name="connsiteY601" fmla="*/ 1263064 h 6858000"/>
              <a:gd name="connsiteX602" fmla="*/ 5736320 w 7472601"/>
              <a:gd name="connsiteY602" fmla="*/ 1501803 h 6858000"/>
              <a:gd name="connsiteX603" fmla="*/ 6516292 w 7472601"/>
              <a:gd name="connsiteY603" fmla="*/ 1263064 h 6858000"/>
              <a:gd name="connsiteX604" fmla="*/ 291466 w 7472601"/>
              <a:gd name="connsiteY604" fmla="*/ 1250369 h 6858000"/>
              <a:gd name="connsiteX605" fmla="*/ 323180 w 7472601"/>
              <a:gd name="connsiteY605" fmla="*/ 1435283 h 6858000"/>
              <a:gd name="connsiteX606" fmla="*/ 349381 w 7472601"/>
              <a:gd name="connsiteY606" fmla="*/ 1875041 h 6858000"/>
              <a:gd name="connsiteX607" fmla="*/ 374363 w 7472601"/>
              <a:gd name="connsiteY607" fmla="*/ 1506494 h 6858000"/>
              <a:gd name="connsiteX608" fmla="*/ 302168 w 7472601"/>
              <a:gd name="connsiteY608" fmla="*/ 1274495 h 6858000"/>
              <a:gd name="connsiteX609" fmla="*/ 291466 w 7472601"/>
              <a:gd name="connsiteY609" fmla="*/ 1250369 h 6858000"/>
              <a:gd name="connsiteX610" fmla="*/ 678222 w 7472601"/>
              <a:gd name="connsiteY610" fmla="*/ 1248670 h 6858000"/>
              <a:gd name="connsiteX611" fmla="*/ 775536 w 7472601"/>
              <a:gd name="connsiteY611" fmla="*/ 1388015 h 6858000"/>
              <a:gd name="connsiteX612" fmla="*/ 894529 w 7472601"/>
              <a:gd name="connsiteY612" fmla="*/ 1567739 h 6858000"/>
              <a:gd name="connsiteX613" fmla="*/ 948000 w 7472601"/>
              <a:gd name="connsiteY613" fmla="*/ 1663088 h 6858000"/>
              <a:gd name="connsiteX614" fmla="*/ 1006812 w 7472601"/>
              <a:gd name="connsiteY614" fmla="*/ 1767683 h 6858000"/>
              <a:gd name="connsiteX615" fmla="*/ 1149133 w 7472601"/>
              <a:gd name="connsiteY615" fmla="*/ 1971513 h 6858000"/>
              <a:gd name="connsiteX616" fmla="*/ 1333952 w 7472601"/>
              <a:gd name="connsiteY616" fmla="*/ 2251620 h 6858000"/>
              <a:gd name="connsiteX617" fmla="*/ 1337329 w 7472601"/>
              <a:gd name="connsiteY617" fmla="*/ 2258350 h 6858000"/>
              <a:gd name="connsiteX618" fmla="*/ 1014726 w 7472601"/>
              <a:gd name="connsiteY618" fmla="*/ 1615556 h 6858000"/>
              <a:gd name="connsiteX619" fmla="*/ 678222 w 7472601"/>
              <a:gd name="connsiteY619" fmla="*/ 1248670 h 6858000"/>
              <a:gd name="connsiteX620" fmla="*/ 6691602 w 7472601"/>
              <a:gd name="connsiteY620" fmla="*/ 1140573 h 6858000"/>
              <a:gd name="connsiteX621" fmla="*/ 6571100 w 7472601"/>
              <a:gd name="connsiteY621" fmla="*/ 1183662 h 6858000"/>
              <a:gd name="connsiteX622" fmla="*/ 6241687 w 7472601"/>
              <a:gd name="connsiteY622" fmla="*/ 1257600 h 6858000"/>
              <a:gd name="connsiteX623" fmla="*/ 5693009 w 7472601"/>
              <a:gd name="connsiteY623" fmla="*/ 1478256 h 6858000"/>
              <a:gd name="connsiteX624" fmla="*/ 6548420 w 7472601"/>
              <a:gd name="connsiteY624" fmla="*/ 1214599 h 6858000"/>
              <a:gd name="connsiteX625" fmla="*/ 6605473 w 7472601"/>
              <a:gd name="connsiteY625" fmla="*/ 1184686 h 6858000"/>
              <a:gd name="connsiteX626" fmla="*/ 6691602 w 7472601"/>
              <a:gd name="connsiteY626" fmla="*/ 1140573 h 6858000"/>
              <a:gd name="connsiteX627" fmla="*/ 4002475 w 7472601"/>
              <a:gd name="connsiteY627" fmla="*/ 1037802 h 6858000"/>
              <a:gd name="connsiteX628" fmla="*/ 4000324 w 7472601"/>
              <a:gd name="connsiteY628" fmla="*/ 1039362 h 6858000"/>
              <a:gd name="connsiteX629" fmla="*/ 4002862 w 7472601"/>
              <a:gd name="connsiteY629" fmla="*/ 1042866 h 6858000"/>
              <a:gd name="connsiteX630" fmla="*/ 4002475 w 7472601"/>
              <a:gd name="connsiteY630" fmla="*/ 1037802 h 6858000"/>
              <a:gd name="connsiteX631" fmla="*/ 506322 w 7472601"/>
              <a:gd name="connsiteY631" fmla="*/ 1020997 h 6858000"/>
              <a:gd name="connsiteX632" fmla="*/ 533068 w 7472601"/>
              <a:gd name="connsiteY632" fmla="*/ 1029409 h 6858000"/>
              <a:gd name="connsiteX633" fmla="*/ 1232525 w 7472601"/>
              <a:gd name="connsiteY633" fmla="*/ 1804675 h 6858000"/>
              <a:gd name="connsiteX634" fmla="*/ 1388858 w 7472601"/>
              <a:gd name="connsiteY634" fmla="*/ 2368011 h 6858000"/>
              <a:gd name="connsiteX635" fmla="*/ 1384098 w 7472601"/>
              <a:gd name="connsiteY635" fmla="*/ 2378125 h 6858000"/>
              <a:gd name="connsiteX636" fmla="*/ 1425393 w 7472601"/>
              <a:gd name="connsiteY636" fmla="*/ 2589124 h 6858000"/>
              <a:gd name="connsiteX637" fmla="*/ 1424001 w 7472601"/>
              <a:gd name="connsiteY637" fmla="*/ 2597541 h 6858000"/>
              <a:gd name="connsiteX638" fmla="*/ 2152729 w 7472601"/>
              <a:gd name="connsiteY638" fmla="*/ 2864487 h 6858000"/>
              <a:gd name="connsiteX639" fmla="*/ 2020609 w 7472601"/>
              <a:gd name="connsiteY639" fmla="*/ 2539671 h 6858000"/>
              <a:gd name="connsiteX640" fmla="*/ 2018920 w 7472601"/>
              <a:gd name="connsiteY640" fmla="*/ 2536309 h 6858000"/>
              <a:gd name="connsiteX641" fmla="*/ 1342441 w 7472601"/>
              <a:gd name="connsiteY641" fmla="*/ 1173017 h 6858000"/>
              <a:gd name="connsiteX642" fmla="*/ 1367925 w 7472601"/>
              <a:gd name="connsiteY642" fmla="*/ 1135648 h 6858000"/>
              <a:gd name="connsiteX643" fmla="*/ 1771401 w 7472601"/>
              <a:gd name="connsiteY643" fmla="*/ 1806673 h 6858000"/>
              <a:gd name="connsiteX644" fmla="*/ 1972385 w 7472601"/>
              <a:gd name="connsiteY644" fmla="*/ 2198735 h 6858000"/>
              <a:gd name="connsiteX645" fmla="*/ 2040892 w 7472601"/>
              <a:gd name="connsiteY645" fmla="*/ 2405205 h 6858000"/>
              <a:gd name="connsiteX646" fmla="*/ 2131689 w 7472601"/>
              <a:gd name="connsiteY646" fmla="*/ 1936926 h 6858000"/>
              <a:gd name="connsiteX647" fmla="*/ 2454820 w 7472601"/>
              <a:gd name="connsiteY647" fmla="*/ 1248808 h 6858000"/>
              <a:gd name="connsiteX648" fmla="*/ 2492512 w 7472601"/>
              <a:gd name="connsiteY648" fmla="*/ 1302920 h 6858000"/>
              <a:gd name="connsiteX649" fmla="*/ 2081216 w 7472601"/>
              <a:gd name="connsiteY649" fmla="*/ 2527513 h 6858000"/>
              <a:gd name="connsiteX650" fmla="*/ 2081211 w 7472601"/>
              <a:gd name="connsiteY650" fmla="*/ 2528916 h 6858000"/>
              <a:gd name="connsiteX651" fmla="*/ 2199067 w 7472601"/>
              <a:gd name="connsiteY651" fmla="*/ 2884061 h 6858000"/>
              <a:gd name="connsiteX652" fmla="*/ 3192586 w 7472601"/>
              <a:gd name="connsiteY652" fmla="*/ 3411496 h 6858000"/>
              <a:gd name="connsiteX653" fmla="*/ 3182620 w 7472601"/>
              <a:gd name="connsiteY653" fmla="*/ 3483279 h 6858000"/>
              <a:gd name="connsiteX654" fmla="*/ 2435119 w 7472601"/>
              <a:gd name="connsiteY654" fmla="*/ 3080173 h 6858000"/>
              <a:gd name="connsiteX655" fmla="*/ 2410152 w 7472601"/>
              <a:gd name="connsiteY655" fmla="*/ 3063751 h 6858000"/>
              <a:gd name="connsiteX656" fmla="*/ 2408099 w 7472601"/>
              <a:gd name="connsiteY656" fmla="*/ 3064403 h 6858000"/>
              <a:gd name="connsiteX657" fmla="*/ 2407218 w 7472601"/>
              <a:gd name="connsiteY657" fmla="*/ 3070324 h 6858000"/>
              <a:gd name="connsiteX658" fmla="*/ 2380138 w 7472601"/>
              <a:gd name="connsiteY658" fmla="*/ 3099341 h 6858000"/>
              <a:gd name="connsiteX659" fmla="*/ 1765923 w 7472601"/>
              <a:gd name="connsiteY659" fmla="*/ 3581043 h 6858000"/>
              <a:gd name="connsiteX660" fmla="*/ 1702258 w 7472601"/>
              <a:gd name="connsiteY660" fmla="*/ 3612286 h 6858000"/>
              <a:gd name="connsiteX661" fmla="*/ 1538370 w 7472601"/>
              <a:gd name="connsiteY661" fmla="*/ 3811804 h 6858000"/>
              <a:gd name="connsiteX662" fmla="*/ 542867 w 7472601"/>
              <a:gd name="connsiteY662" fmla="*/ 4944092 h 6858000"/>
              <a:gd name="connsiteX663" fmla="*/ 515800 w 7472601"/>
              <a:gd name="connsiteY663" fmla="*/ 4862180 h 6858000"/>
              <a:gd name="connsiteX664" fmla="*/ 909145 w 7472601"/>
              <a:gd name="connsiteY664" fmla="*/ 4199225 h 6858000"/>
              <a:gd name="connsiteX665" fmla="*/ 1214067 w 7472601"/>
              <a:gd name="connsiteY665" fmla="*/ 3908561 h 6858000"/>
              <a:gd name="connsiteX666" fmla="*/ 640967 w 7472601"/>
              <a:gd name="connsiteY666" fmla="*/ 4105601 h 6858000"/>
              <a:gd name="connsiteX667" fmla="*/ 112563 w 7472601"/>
              <a:gd name="connsiteY667" fmla="*/ 4396952 h 6858000"/>
              <a:gd name="connsiteX668" fmla="*/ 0 w 7472601"/>
              <a:gd name="connsiteY668" fmla="*/ 4466006 h 6858000"/>
              <a:gd name="connsiteX669" fmla="*/ 0 w 7472601"/>
              <a:gd name="connsiteY669" fmla="*/ 4233763 h 6858000"/>
              <a:gd name="connsiteX670" fmla="*/ 36881 w 7472601"/>
              <a:gd name="connsiteY670" fmla="*/ 4200118 h 6858000"/>
              <a:gd name="connsiteX671" fmla="*/ 910534 w 7472601"/>
              <a:gd name="connsiteY671" fmla="*/ 3629753 h 6858000"/>
              <a:gd name="connsiteX672" fmla="*/ 1578717 w 7472601"/>
              <a:gd name="connsiteY672" fmla="*/ 3575982 h 6858000"/>
              <a:gd name="connsiteX673" fmla="*/ 2338780 w 7472601"/>
              <a:gd name="connsiteY673" fmla="*/ 3033725 h 6858000"/>
              <a:gd name="connsiteX674" fmla="*/ 1807991 w 7472601"/>
              <a:gd name="connsiteY674" fmla="*/ 2807184 h 6858000"/>
              <a:gd name="connsiteX675" fmla="*/ 1416358 w 7472601"/>
              <a:gd name="connsiteY675" fmla="*/ 3112571 h 6858000"/>
              <a:gd name="connsiteX676" fmla="*/ 939066 w 7472601"/>
              <a:gd name="connsiteY676" fmla="*/ 3378798 h 6858000"/>
              <a:gd name="connsiteX677" fmla="*/ 115099 w 7472601"/>
              <a:gd name="connsiteY677" fmla="*/ 3607650 h 6858000"/>
              <a:gd name="connsiteX678" fmla="*/ 97284 w 7472601"/>
              <a:gd name="connsiteY678" fmla="*/ 3520393 h 6858000"/>
              <a:gd name="connsiteX679" fmla="*/ 922050 w 7472601"/>
              <a:gd name="connsiteY679" fmla="*/ 3074867 h 6858000"/>
              <a:gd name="connsiteX680" fmla="*/ 1405265 w 7472601"/>
              <a:gd name="connsiteY680" fmla="*/ 3016319 h 6858000"/>
              <a:gd name="connsiteX681" fmla="*/ 1407512 w 7472601"/>
              <a:gd name="connsiteY681" fmla="*/ 3018001 h 6858000"/>
              <a:gd name="connsiteX682" fmla="*/ 1726266 w 7472601"/>
              <a:gd name="connsiteY682" fmla="*/ 2777274 h 6858000"/>
              <a:gd name="connsiteX683" fmla="*/ 625390 w 7472601"/>
              <a:gd name="connsiteY683" fmla="*/ 2514541 h 6858000"/>
              <a:gd name="connsiteX684" fmla="*/ 619799 w 7472601"/>
              <a:gd name="connsiteY684" fmla="*/ 2527180 h 6858000"/>
              <a:gd name="connsiteX685" fmla="*/ 310030 w 7472601"/>
              <a:gd name="connsiteY685" fmla="*/ 2771818 h 6858000"/>
              <a:gd name="connsiteX686" fmla="*/ 173877 w 7472601"/>
              <a:gd name="connsiteY686" fmla="*/ 2937056 h 6858000"/>
              <a:gd name="connsiteX687" fmla="*/ 77889 w 7472601"/>
              <a:gd name="connsiteY687" fmla="*/ 3138440 h 6858000"/>
              <a:gd name="connsiteX688" fmla="*/ 0 w 7472601"/>
              <a:gd name="connsiteY688" fmla="*/ 3271395 h 6858000"/>
              <a:gd name="connsiteX689" fmla="*/ 0 w 7472601"/>
              <a:gd name="connsiteY689" fmla="*/ 3153002 h 6858000"/>
              <a:gd name="connsiteX690" fmla="*/ 2386 w 7472601"/>
              <a:gd name="connsiteY690" fmla="*/ 3149203 h 6858000"/>
              <a:gd name="connsiteX691" fmla="*/ 89753 w 7472601"/>
              <a:gd name="connsiteY691" fmla="*/ 2987702 h 6858000"/>
              <a:gd name="connsiteX692" fmla="*/ 76869 w 7472601"/>
              <a:gd name="connsiteY692" fmla="*/ 3005404 h 6858000"/>
              <a:gd name="connsiteX693" fmla="*/ 32049 w 7472601"/>
              <a:gd name="connsiteY693" fmla="*/ 3065814 h 6858000"/>
              <a:gd name="connsiteX694" fmla="*/ 0 w 7472601"/>
              <a:gd name="connsiteY694" fmla="*/ 3108744 h 6858000"/>
              <a:gd name="connsiteX695" fmla="*/ 0 w 7472601"/>
              <a:gd name="connsiteY695" fmla="*/ 3058059 h 6858000"/>
              <a:gd name="connsiteX696" fmla="*/ 7610 w 7472601"/>
              <a:gd name="connsiteY696" fmla="*/ 3047889 h 6858000"/>
              <a:gd name="connsiteX697" fmla="*/ 52419 w 7472601"/>
              <a:gd name="connsiteY697" fmla="*/ 2987479 h 6858000"/>
              <a:gd name="connsiteX698" fmla="*/ 59142 w 7472601"/>
              <a:gd name="connsiteY698" fmla="*/ 2978488 h 6858000"/>
              <a:gd name="connsiteX699" fmla="*/ 0 w 7472601"/>
              <a:gd name="connsiteY699" fmla="*/ 3015334 h 6858000"/>
              <a:gd name="connsiteX700" fmla="*/ 0 w 7472601"/>
              <a:gd name="connsiteY700" fmla="*/ 2914286 h 6858000"/>
              <a:gd name="connsiteX701" fmla="*/ 36383 w 7472601"/>
              <a:gd name="connsiteY701" fmla="*/ 2901128 h 6858000"/>
              <a:gd name="connsiteX702" fmla="*/ 156329 w 7472601"/>
              <a:gd name="connsiteY702" fmla="*/ 2840533 h 6858000"/>
              <a:gd name="connsiteX703" fmla="*/ 358355 w 7472601"/>
              <a:gd name="connsiteY703" fmla="*/ 2620471 h 6858000"/>
              <a:gd name="connsiteX704" fmla="*/ 510577 w 7472601"/>
              <a:gd name="connsiteY704" fmla="*/ 2501244 h 6858000"/>
              <a:gd name="connsiteX705" fmla="*/ 211967 w 7472601"/>
              <a:gd name="connsiteY705" fmla="*/ 2479171 h 6858000"/>
              <a:gd name="connsiteX706" fmla="*/ 0 w 7472601"/>
              <a:gd name="connsiteY706" fmla="*/ 2476398 h 6858000"/>
              <a:gd name="connsiteX707" fmla="*/ 0 w 7472601"/>
              <a:gd name="connsiteY707" fmla="*/ 2389189 h 6858000"/>
              <a:gd name="connsiteX708" fmla="*/ 103062 w 7472601"/>
              <a:gd name="connsiteY708" fmla="*/ 2389518 h 6858000"/>
              <a:gd name="connsiteX709" fmla="*/ 510734 w 7472601"/>
              <a:gd name="connsiteY709" fmla="*/ 2416201 h 6858000"/>
              <a:gd name="connsiteX710" fmla="*/ 279257 w 7472601"/>
              <a:gd name="connsiteY710" fmla="*/ 2092102 h 6858000"/>
              <a:gd name="connsiteX711" fmla="*/ 65265 w 7472601"/>
              <a:gd name="connsiteY711" fmla="*/ 2006049 h 6858000"/>
              <a:gd name="connsiteX712" fmla="*/ 0 w 7472601"/>
              <a:gd name="connsiteY712" fmla="*/ 1982532 h 6858000"/>
              <a:gd name="connsiteX713" fmla="*/ 0 w 7472601"/>
              <a:gd name="connsiteY713" fmla="*/ 1912789 h 6858000"/>
              <a:gd name="connsiteX714" fmla="*/ 97460 w 7472601"/>
              <a:gd name="connsiteY714" fmla="*/ 1953725 h 6858000"/>
              <a:gd name="connsiteX715" fmla="*/ 221272 w 7472601"/>
              <a:gd name="connsiteY715" fmla="*/ 1980766 h 6858000"/>
              <a:gd name="connsiteX716" fmla="*/ 116765 w 7472601"/>
              <a:gd name="connsiteY716" fmla="*/ 1911033 h 6858000"/>
              <a:gd name="connsiteX717" fmla="*/ 16405 w 7472601"/>
              <a:gd name="connsiteY717" fmla="*/ 1803412 h 6858000"/>
              <a:gd name="connsiteX718" fmla="*/ 0 w 7472601"/>
              <a:gd name="connsiteY718" fmla="*/ 1784777 h 6858000"/>
              <a:gd name="connsiteX719" fmla="*/ 0 w 7472601"/>
              <a:gd name="connsiteY719" fmla="*/ 1740082 h 6858000"/>
              <a:gd name="connsiteX720" fmla="*/ 39394 w 7472601"/>
              <a:gd name="connsiteY720" fmla="*/ 1784856 h 6858000"/>
              <a:gd name="connsiteX721" fmla="*/ 135813 w 7472601"/>
              <a:gd name="connsiteY721" fmla="*/ 1888838 h 6858000"/>
              <a:gd name="connsiteX722" fmla="*/ 242575 w 7472601"/>
              <a:gd name="connsiteY722" fmla="*/ 1958841 h 6858000"/>
              <a:gd name="connsiteX723" fmla="*/ 82197 w 7472601"/>
              <a:gd name="connsiteY723" fmla="*/ 1754826 h 6858000"/>
              <a:gd name="connsiteX724" fmla="*/ 0 w 7472601"/>
              <a:gd name="connsiteY724" fmla="*/ 1679650 h 6858000"/>
              <a:gd name="connsiteX725" fmla="*/ 0 w 7472601"/>
              <a:gd name="connsiteY725" fmla="*/ 1602463 h 6858000"/>
              <a:gd name="connsiteX726" fmla="*/ 84689 w 7472601"/>
              <a:gd name="connsiteY726" fmla="*/ 1677442 h 6858000"/>
              <a:gd name="connsiteX727" fmla="*/ 298437 w 7472601"/>
              <a:gd name="connsiteY727" fmla="*/ 1968019 h 6858000"/>
              <a:gd name="connsiteX728" fmla="*/ 227269 w 7472601"/>
              <a:gd name="connsiteY728" fmla="*/ 1114064 h 6858000"/>
              <a:gd name="connsiteX729" fmla="*/ 248003 w 7472601"/>
              <a:gd name="connsiteY729" fmla="*/ 1089613 h 6858000"/>
              <a:gd name="connsiteX730" fmla="*/ 427020 w 7472601"/>
              <a:gd name="connsiteY730" fmla="*/ 1619803 h 6858000"/>
              <a:gd name="connsiteX731" fmla="*/ 340345 w 7472601"/>
              <a:gd name="connsiteY731" fmla="*/ 2027739 h 6858000"/>
              <a:gd name="connsiteX732" fmla="*/ 360865 w 7472601"/>
              <a:gd name="connsiteY732" fmla="*/ 2044827 h 6858000"/>
              <a:gd name="connsiteX733" fmla="*/ 560414 w 7472601"/>
              <a:gd name="connsiteY733" fmla="*/ 2421457 h 6858000"/>
              <a:gd name="connsiteX734" fmla="*/ 1359703 w 7472601"/>
              <a:gd name="connsiteY734" fmla="*/ 2578554 h 6858000"/>
              <a:gd name="connsiteX735" fmla="*/ 1359422 w 7472601"/>
              <a:gd name="connsiteY735" fmla="*/ 2577994 h 6858000"/>
              <a:gd name="connsiteX736" fmla="*/ 828701 w 7472601"/>
              <a:gd name="connsiteY736" fmla="*/ 1839520 h 6858000"/>
              <a:gd name="connsiteX737" fmla="*/ 494427 w 7472601"/>
              <a:gd name="connsiteY737" fmla="*/ 1092333 h 6858000"/>
              <a:gd name="connsiteX738" fmla="*/ 506322 w 7472601"/>
              <a:gd name="connsiteY738" fmla="*/ 1020997 h 6858000"/>
              <a:gd name="connsiteX739" fmla="*/ 4570198 w 7472601"/>
              <a:gd name="connsiteY739" fmla="*/ 978081 h 6858000"/>
              <a:gd name="connsiteX740" fmla="*/ 4523691 w 7472601"/>
              <a:gd name="connsiteY740" fmla="*/ 1127776 h 6858000"/>
              <a:gd name="connsiteX741" fmla="*/ 4509875 w 7472601"/>
              <a:gd name="connsiteY741" fmla="*/ 1167552 h 6858000"/>
              <a:gd name="connsiteX742" fmla="*/ 4478168 w 7472601"/>
              <a:gd name="connsiteY742" fmla="*/ 1260735 h 6858000"/>
              <a:gd name="connsiteX743" fmla="*/ 4409309 w 7472601"/>
              <a:gd name="connsiteY743" fmla="*/ 1666996 h 6858000"/>
              <a:gd name="connsiteX744" fmla="*/ 4370031 w 7472601"/>
              <a:gd name="connsiteY744" fmla="*/ 1955666 h 6858000"/>
              <a:gd name="connsiteX745" fmla="*/ 4570198 w 7472601"/>
              <a:gd name="connsiteY745" fmla="*/ 978081 h 6858000"/>
              <a:gd name="connsiteX746" fmla="*/ 4557898 w 7472601"/>
              <a:gd name="connsiteY746" fmla="*/ 900011 h 6858000"/>
              <a:gd name="connsiteX747" fmla="*/ 4344840 w 7472601"/>
              <a:gd name="connsiteY747" fmla="*/ 1922038 h 6858000"/>
              <a:gd name="connsiteX748" fmla="*/ 4378710 w 7472601"/>
              <a:gd name="connsiteY748" fmla="*/ 1665516 h 6858000"/>
              <a:gd name="connsiteX749" fmla="*/ 4448798 w 7472601"/>
              <a:gd name="connsiteY749" fmla="*/ 1253024 h 6858000"/>
              <a:gd name="connsiteX750" fmla="*/ 4480315 w 7472601"/>
              <a:gd name="connsiteY750" fmla="*/ 1158454 h 6858000"/>
              <a:gd name="connsiteX751" fmla="*/ 4494133 w 7472601"/>
              <a:gd name="connsiteY751" fmla="*/ 1118676 h 6858000"/>
              <a:gd name="connsiteX752" fmla="*/ 4557898 w 7472601"/>
              <a:gd name="connsiteY752" fmla="*/ 900011 h 6858000"/>
              <a:gd name="connsiteX753" fmla="*/ 5870151 w 7472601"/>
              <a:gd name="connsiteY753" fmla="*/ 898890 h 6858000"/>
              <a:gd name="connsiteX754" fmla="*/ 5861335 w 7472601"/>
              <a:gd name="connsiteY754" fmla="*/ 899177 h 6858000"/>
              <a:gd name="connsiteX755" fmla="*/ 5843702 w 7472601"/>
              <a:gd name="connsiteY755" fmla="*/ 899748 h 6858000"/>
              <a:gd name="connsiteX756" fmla="*/ 5651107 w 7472601"/>
              <a:gd name="connsiteY756" fmla="*/ 920306 h 6858000"/>
              <a:gd name="connsiteX757" fmla="*/ 5459407 w 7472601"/>
              <a:gd name="connsiteY757" fmla="*/ 940975 h 6858000"/>
              <a:gd name="connsiteX758" fmla="*/ 5374846 w 7472601"/>
              <a:gd name="connsiteY758" fmla="*/ 941988 h 6858000"/>
              <a:gd name="connsiteX759" fmla="*/ 5256105 w 7472601"/>
              <a:gd name="connsiteY759" fmla="*/ 945632 h 6858000"/>
              <a:gd name="connsiteX760" fmla="*/ 5107071 w 7472601"/>
              <a:gd name="connsiteY760" fmla="*/ 969720 h 6858000"/>
              <a:gd name="connsiteX761" fmla="*/ 4998681 w 7472601"/>
              <a:gd name="connsiteY761" fmla="*/ 988771 h 6858000"/>
              <a:gd name="connsiteX762" fmla="*/ 5870151 w 7472601"/>
              <a:gd name="connsiteY762" fmla="*/ 898890 h 6858000"/>
              <a:gd name="connsiteX763" fmla="*/ 5504425 w 7472601"/>
              <a:gd name="connsiteY763" fmla="*/ 848067 h 6858000"/>
              <a:gd name="connsiteX764" fmla="*/ 4968849 w 7472601"/>
              <a:gd name="connsiteY764" fmla="*/ 962318 h 6858000"/>
              <a:gd name="connsiteX765" fmla="*/ 5104039 w 7472601"/>
              <a:gd name="connsiteY765" fmla="*/ 940634 h 6858000"/>
              <a:gd name="connsiteX766" fmla="*/ 5256311 w 7472601"/>
              <a:gd name="connsiteY766" fmla="*/ 916490 h 6858000"/>
              <a:gd name="connsiteX767" fmla="*/ 5377381 w 7472601"/>
              <a:gd name="connsiteY767" fmla="*/ 912671 h 6858000"/>
              <a:gd name="connsiteX768" fmla="*/ 5460148 w 7472601"/>
              <a:gd name="connsiteY768" fmla="*/ 911442 h 6858000"/>
              <a:gd name="connsiteX769" fmla="*/ 5648971 w 7472601"/>
              <a:gd name="connsiteY769" fmla="*/ 891331 h 6858000"/>
              <a:gd name="connsiteX770" fmla="*/ 5844807 w 7472601"/>
              <a:gd name="connsiteY770" fmla="*/ 870718 h 6858000"/>
              <a:gd name="connsiteX771" fmla="*/ 5862975 w 7472601"/>
              <a:gd name="connsiteY771" fmla="*/ 869756 h 6858000"/>
              <a:gd name="connsiteX772" fmla="*/ 5920887 w 7472601"/>
              <a:gd name="connsiteY772" fmla="*/ 865929 h 6858000"/>
              <a:gd name="connsiteX773" fmla="*/ 5504425 w 7472601"/>
              <a:gd name="connsiteY773" fmla="*/ 848067 h 6858000"/>
              <a:gd name="connsiteX774" fmla="*/ 3607114 w 7472601"/>
              <a:gd name="connsiteY774" fmla="*/ 467441 h 6858000"/>
              <a:gd name="connsiteX775" fmla="*/ 3296242 w 7472601"/>
              <a:gd name="connsiteY775" fmla="*/ 807991 h 6858000"/>
              <a:gd name="connsiteX776" fmla="*/ 3174674 w 7472601"/>
              <a:gd name="connsiteY776" fmla="*/ 919759 h 6858000"/>
              <a:gd name="connsiteX777" fmla="*/ 3042978 w 7472601"/>
              <a:gd name="connsiteY777" fmla="*/ 1054894 h 6858000"/>
              <a:gd name="connsiteX778" fmla="*/ 2968914 w 7472601"/>
              <a:gd name="connsiteY778" fmla="*/ 1133756 h 6858000"/>
              <a:gd name="connsiteX779" fmla="*/ 3103823 w 7472601"/>
              <a:gd name="connsiteY779" fmla="*/ 1026814 h 6858000"/>
              <a:gd name="connsiteX780" fmla="*/ 3607114 w 7472601"/>
              <a:gd name="connsiteY780" fmla="*/ 467441 h 6858000"/>
              <a:gd name="connsiteX781" fmla="*/ 3744487 w 7472601"/>
              <a:gd name="connsiteY781" fmla="*/ 383136 h 6858000"/>
              <a:gd name="connsiteX782" fmla="*/ 3970213 w 7472601"/>
              <a:gd name="connsiteY782" fmla="*/ 995559 h 6858000"/>
              <a:gd name="connsiteX783" fmla="*/ 3744487 w 7472601"/>
              <a:gd name="connsiteY783" fmla="*/ 383136 h 6858000"/>
              <a:gd name="connsiteX784" fmla="*/ 3624562 w 7472601"/>
              <a:gd name="connsiteY784" fmla="*/ 367041 h 6858000"/>
              <a:gd name="connsiteX785" fmla="*/ 3489712 w 7472601"/>
              <a:gd name="connsiteY785" fmla="*/ 485386 h 6858000"/>
              <a:gd name="connsiteX786" fmla="*/ 3182994 w 7472601"/>
              <a:gd name="connsiteY786" fmla="*/ 828265 h 6858000"/>
              <a:gd name="connsiteX787" fmla="*/ 2892114 w 7472601"/>
              <a:gd name="connsiteY787" fmla="*/ 1172635 h 6858000"/>
              <a:gd name="connsiteX788" fmla="*/ 3021459 w 7472601"/>
              <a:gd name="connsiteY788" fmla="*/ 1035385 h 6858000"/>
              <a:gd name="connsiteX789" fmla="*/ 3153873 w 7472601"/>
              <a:gd name="connsiteY789" fmla="*/ 898971 h 6858000"/>
              <a:gd name="connsiteX790" fmla="*/ 3276511 w 7472601"/>
              <a:gd name="connsiteY790" fmla="*/ 786423 h 6858000"/>
              <a:gd name="connsiteX791" fmla="*/ 3584154 w 7472601"/>
              <a:gd name="connsiteY791" fmla="*/ 448218 h 6858000"/>
              <a:gd name="connsiteX792" fmla="*/ 3624562 w 7472601"/>
              <a:gd name="connsiteY792" fmla="*/ 367041 h 6858000"/>
              <a:gd name="connsiteX793" fmla="*/ 3766672 w 7472601"/>
              <a:gd name="connsiteY793" fmla="*/ 359429 h 6858000"/>
              <a:gd name="connsiteX794" fmla="*/ 3996338 w 7472601"/>
              <a:gd name="connsiteY794" fmla="*/ 968237 h 6858000"/>
              <a:gd name="connsiteX795" fmla="*/ 3766672 w 7472601"/>
              <a:gd name="connsiteY795" fmla="*/ 359429 h 6858000"/>
              <a:gd name="connsiteX796" fmla="*/ 5805386 w 7472601"/>
              <a:gd name="connsiteY796" fmla="*/ 239240 h 6858000"/>
              <a:gd name="connsiteX797" fmla="*/ 5736947 w 7472601"/>
              <a:gd name="connsiteY797" fmla="*/ 261367 h 6858000"/>
              <a:gd name="connsiteX798" fmla="*/ 5427012 w 7472601"/>
              <a:gd name="connsiteY798" fmla="*/ 311272 h 6858000"/>
              <a:gd name="connsiteX799" fmla="*/ 5147818 w 7472601"/>
              <a:gd name="connsiteY799" fmla="*/ 322112 h 6858000"/>
              <a:gd name="connsiteX800" fmla="*/ 5060854 w 7472601"/>
              <a:gd name="connsiteY800" fmla="*/ 311882 h 6858000"/>
              <a:gd name="connsiteX801" fmla="*/ 4945989 w 7472601"/>
              <a:gd name="connsiteY801" fmla="*/ 300516 h 6858000"/>
              <a:gd name="connsiteX802" fmla="*/ 5410479 w 7472601"/>
              <a:gd name="connsiteY802" fmla="*/ 348434 h 6858000"/>
              <a:gd name="connsiteX803" fmla="*/ 5805386 w 7472601"/>
              <a:gd name="connsiteY803" fmla="*/ 239240 h 6858000"/>
              <a:gd name="connsiteX804" fmla="*/ 5905192 w 7472601"/>
              <a:gd name="connsiteY804" fmla="*/ 163079 h 6858000"/>
              <a:gd name="connsiteX805" fmla="*/ 5865655 w 7472601"/>
              <a:gd name="connsiteY805" fmla="*/ 171901 h 6858000"/>
              <a:gd name="connsiteX806" fmla="*/ 5259740 w 7472601"/>
              <a:gd name="connsiteY806" fmla="*/ 257013 h 6858000"/>
              <a:gd name="connsiteX807" fmla="*/ 5208466 w 7472601"/>
              <a:gd name="connsiteY807" fmla="*/ 257550 h 6858000"/>
              <a:gd name="connsiteX808" fmla="*/ 4980204 w 7472601"/>
              <a:gd name="connsiteY808" fmla="*/ 271903 h 6858000"/>
              <a:gd name="connsiteX809" fmla="*/ 5068068 w 7472601"/>
              <a:gd name="connsiteY809" fmla="*/ 282244 h 6858000"/>
              <a:gd name="connsiteX810" fmla="*/ 5153231 w 7472601"/>
              <a:gd name="connsiteY810" fmla="*/ 292240 h 6858000"/>
              <a:gd name="connsiteX811" fmla="*/ 5426491 w 7472601"/>
              <a:gd name="connsiteY811" fmla="*/ 281128 h 6858000"/>
              <a:gd name="connsiteX812" fmla="*/ 5731212 w 7472601"/>
              <a:gd name="connsiteY812" fmla="*/ 231951 h 6858000"/>
              <a:gd name="connsiteX813" fmla="*/ 5905192 w 7472601"/>
              <a:gd name="connsiteY813" fmla="*/ 163079 h 6858000"/>
              <a:gd name="connsiteX814" fmla="*/ 5944437 w 7472601"/>
              <a:gd name="connsiteY814" fmla="*/ 113829 h 6858000"/>
              <a:gd name="connsiteX815" fmla="*/ 5825032 w 7472601"/>
              <a:gd name="connsiteY815" fmla="*/ 146405 h 6858000"/>
              <a:gd name="connsiteX816" fmla="*/ 4955599 w 7472601"/>
              <a:gd name="connsiteY816" fmla="*/ 247008 h 6858000"/>
              <a:gd name="connsiteX817" fmla="*/ 5210104 w 7472601"/>
              <a:gd name="connsiteY817" fmla="*/ 228123 h 6858000"/>
              <a:gd name="connsiteX818" fmla="*/ 5261015 w 7472601"/>
              <a:gd name="connsiteY818" fmla="*/ 227087 h 6858000"/>
              <a:gd name="connsiteX819" fmla="*/ 5861181 w 7472601"/>
              <a:gd name="connsiteY819" fmla="*/ 143093 h 6858000"/>
              <a:gd name="connsiteX820" fmla="*/ 5961252 w 7472601"/>
              <a:gd name="connsiteY820" fmla="*/ 114820 h 6858000"/>
              <a:gd name="connsiteX821" fmla="*/ 5944437 w 7472601"/>
              <a:gd name="connsiteY821" fmla="*/ 113829 h 6858000"/>
              <a:gd name="connsiteX822" fmla="*/ 3882765 w 7472601"/>
              <a:gd name="connsiteY822" fmla="*/ 0 h 6858000"/>
              <a:gd name="connsiteX823" fmla="*/ 3995099 w 7472601"/>
              <a:gd name="connsiteY823" fmla="*/ 0 h 6858000"/>
              <a:gd name="connsiteX824" fmla="*/ 4163818 w 7472601"/>
              <a:gd name="connsiteY824" fmla="*/ 234104 h 6858000"/>
              <a:gd name="connsiteX825" fmla="*/ 4172099 w 7472601"/>
              <a:gd name="connsiteY825" fmla="*/ 234207 h 6858000"/>
              <a:gd name="connsiteX826" fmla="*/ 4784282 w 7472601"/>
              <a:gd name="connsiteY826" fmla="*/ 276561 h 6858000"/>
              <a:gd name="connsiteX827" fmla="*/ 4801687 w 7472601"/>
              <a:gd name="connsiteY827" fmla="*/ 267764 h 6858000"/>
              <a:gd name="connsiteX828" fmla="*/ 6082788 w 7472601"/>
              <a:gd name="connsiteY828" fmla="*/ 64119 h 6858000"/>
              <a:gd name="connsiteX829" fmla="*/ 6099442 w 7472601"/>
              <a:gd name="connsiteY829" fmla="*/ 82568 h 6858000"/>
              <a:gd name="connsiteX830" fmla="*/ 4804137 w 7472601"/>
              <a:gd name="connsiteY830" fmla="*/ 320931 h 6858000"/>
              <a:gd name="connsiteX831" fmla="*/ 4227047 w 7472601"/>
              <a:gd name="connsiteY831" fmla="*/ 313415 h 6858000"/>
              <a:gd name="connsiteX832" fmla="*/ 4346041 w 7472601"/>
              <a:gd name="connsiteY832" fmla="*/ 456086 h 6858000"/>
              <a:gd name="connsiteX833" fmla="*/ 4870967 w 7472601"/>
              <a:gd name="connsiteY833" fmla="*/ 963061 h 6858000"/>
              <a:gd name="connsiteX834" fmla="*/ 4889647 w 7472601"/>
              <a:gd name="connsiteY834" fmla="*/ 957147 h 6858000"/>
              <a:gd name="connsiteX835" fmla="*/ 5422504 w 7472601"/>
              <a:gd name="connsiteY835" fmla="*/ 805191 h 6858000"/>
              <a:gd name="connsiteX836" fmla="*/ 6087656 w 7472601"/>
              <a:gd name="connsiteY836" fmla="*/ 826703 h 6858000"/>
              <a:gd name="connsiteX837" fmla="*/ 6058717 w 7472601"/>
              <a:gd name="connsiteY837" fmla="*/ 865992 h 6858000"/>
              <a:gd name="connsiteX838" fmla="*/ 4974153 w 7472601"/>
              <a:gd name="connsiteY838" fmla="*/ 1045456 h 6858000"/>
              <a:gd name="connsiteX839" fmla="*/ 5627835 w 7472601"/>
              <a:gd name="connsiteY839" fmla="*/ 1472077 h 6858000"/>
              <a:gd name="connsiteX840" fmla="*/ 5629817 w 7472601"/>
              <a:gd name="connsiteY840" fmla="*/ 1471412 h 6858000"/>
              <a:gd name="connsiteX841" fmla="*/ 5634124 w 7472601"/>
              <a:gd name="connsiteY841" fmla="*/ 1470572 h 6858000"/>
              <a:gd name="connsiteX842" fmla="*/ 5755832 w 7472601"/>
              <a:gd name="connsiteY842" fmla="*/ 1383886 h 6858000"/>
              <a:gd name="connsiteX843" fmla="*/ 6014186 w 7472601"/>
              <a:gd name="connsiteY843" fmla="*/ 1279799 h 6858000"/>
              <a:gd name="connsiteX844" fmla="*/ 6901619 w 7472601"/>
              <a:gd name="connsiteY844" fmla="*/ 1047874 h 6858000"/>
              <a:gd name="connsiteX845" fmla="*/ 6931566 w 7472601"/>
              <a:gd name="connsiteY845" fmla="*/ 1062034 h 6858000"/>
              <a:gd name="connsiteX846" fmla="*/ 5790982 w 7472601"/>
              <a:gd name="connsiteY846" fmla="*/ 1561380 h 6858000"/>
              <a:gd name="connsiteX847" fmla="*/ 6188971 w 7472601"/>
              <a:gd name="connsiteY847" fmla="*/ 1755168 h 6858000"/>
              <a:gd name="connsiteX848" fmla="*/ 6202446 w 7472601"/>
              <a:gd name="connsiteY848" fmla="*/ 1752268 h 6858000"/>
              <a:gd name="connsiteX849" fmla="*/ 7179560 w 7472601"/>
              <a:gd name="connsiteY849" fmla="*/ 1467551 h 6858000"/>
              <a:gd name="connsiteX850" fmla="*/ 7158730 w 7472601"/>
              <a:gd name="connsiteY850" fmla="*/ 1507835 h 6858000"/>
              <a:gd name="connsiteX851" fmla="*/ 6326959 w 7472601"/>
              <a:gd name="connsiteY851" fmla="*/ 1817686 h 6858000"/>
              <a:gd name="connsiteX852" fmla="*/ 6537433 w 7472601"/>
              <a:gd name="connsiteY852" fmla="*/ 1907790 h 6858000"/>
              <a:gd name="connsiteX853" fmla="*/ 6550221 w 7472601"/>
              <a:gd name="connsiteY853" fmla="*/ 1910729 h 6858000"/>
              <a:gd name="connsiteX854" fmla="*/ 6964438 w 7472601"/>
              <a:gd name="connsiteY854" fmla="*/ 2209505 h 6858000"/>
              <a:gd name="connsiteX855" fmla="*/ 7367862 w 7472601"/>
              <a:gd name="connsiteY855" fmla="*/ 2806833 h 6858000"/>
              <a:gd name="connsiteX856" fmla="*/ 7364329 w 7472601"/>
              <a:gd name="connsiteY856" fmla="*/ 2826907 h 6858000"/>
              <a:gd name="connsiteX857" fmla="*/ 7290545 w 7472601"/>
              <a:gd name="connsiteY857" fmla="*/ 2850663 h 6858000"/>
              <a:gd name="connsiteX858" fmla="*/ 6472036 w 7472601"/>
              <a:gd name="connsiteY858" fmla="*/ 1959003 h 6858000"/>
              <a:gd name="connsiteX859" fmla="*/ 5792897 w 7472601"/>
              <a:gd name="connsiteY859" fmla="*/ 1647747 h 6858000"/>
              <a:gd name="connsiteX860" fmla="*/ 5842751 w 7472601"/>
              <a:gd name="connsiteY860" fmla="*/ 1816112 h 6858000"/>
              <a:gd name="connsiteX861" fmla="*/ 5847424 w 7472601"/>
              <a:gd name="connsiteY861" fmla="*/ 1815776 h 6858000"/>
              <a:gd name="connsiteX862" fmla="*/ 6399821 w 7472601"/>
              <a:gd name="connsiteY862" fmla="*/ 2344799 h 6858000"/>
              <a:gd name="connsiteX863" fmla="*/ 6323232 w 7472601"/>
              <a:gd name="connsiteY863" fmla="*/ 2389634 h 6858000"/>
              <a:gd name="connsiteX864" fmla="*/ 5942958 w 7472601"/>
              <a:gd name="connsiteY864" fmla="*/ 2077708 h 6858000"/>
              <a:gd name="connsiteX865" fmla="*/ 5921559 w 7472601"/>
              <a:gd name="connsiteY865" fmla="*/ 2378596 h 6858000"/>
              <a:gd name="connsiteX866" fmla="*/ 5817651 w 7472601"/>
              <a:gd name="connsiteY866" fmla="*/ 3023919 h 6858000"/>
              <a:gd name="connsiteX867" fmla="*/ 5729634 w 7472601"/>
              <a:gd name="connsiteY867" fmla="*/ 3051849 h 6858000"/>
              <a:gd name="connsiteX868" fmla="*/ 5611018 w 7472601"/>
              <a:gd name="connsiteY868" fmla="*/ 2316769 h 6858000"/>
              <a:gd name="connsiteX869" fmla="*/ 5687608 w 7472601"/>
              <a:gd name="connsiteY869" fmla="*/ 2039972 h 6858000"/>
              <a:gd name="connsiteX870" fmla="*/ 5657554 w 7472601"/>
              <a:gd name="connsiteY870" fmla="*/ 1576445 h 6858000"/>
              <a:gd name="connsiteX871" fmla="*/ 5150475 w 7472601"/>
              <a:gd name="connsiteY871" fmla="*/ 1274012 h 6858000"/>
              <a:gd name="connsiteX872" fmla="*/ 5349142 w 7472601"/>
              <a:gd name="connsiteY872" fmla="*/ 2204405 h 6858000"/>
              <a:gd name="connsiteX873" fmla="*/ 5262214 w 7472601"/>
              <a:gd name="connsiteY873" fmla="*/ 2233836 h 6858000"/>
              <a:gd name="connsiteX874" fmla="*/ 4981539 w 7472601"/>
              <a:gd name="connsiteY874" fmla="*/ 1542201 h 6858000"/>
              <a:gd name="connsiteX875" fmla="*/ 4958461 w 7472601"/>
              <a:gd name="connsiteY875" fmla="*/ 1136957 h 6858000"/>
              <a:gd name="connsiteX876" fmla="*/ 4655015 w 7472601"/>
              <a:gd name="connsiteY876" fmla="*/ 891426 h 6858000"/>
              <a:gd name="connsiteX877" fmla="*/ 4348002 w 7472601"/>
              <a:gd name="connsiteY877" fmla="*/ 2205895 h 6858000"/>
              <a:gd name="connsiteX878" fmla="*/ 4262250 w 7472601"/>
              <a:gd name="connsiteY878" fmla="*/ 2219972 h 6858000"/>
              <a:gd name="connsiteX879" fmla="*/ 4550611 w 7472601"/>
              <a:gd name="connsiteY879" fmla="*/ 817540 h 6858000"/>
              <a:gd name="connsiteX880" fmla="*/ 4564418 w 7472601"/>
              <a:gd name="connsiteY880" fmla="*/ 808293 h 6858000"/>
              <a:gd name="connsiteX881" fmla="*/ 4266388 w 7472601"/>
              <a:gd name="connsiteY881" fmla="*/ 500083 h 6858000"/>
              <a:gd name="connsiteX882" fmla="*/ 4032842 w 7472601"/>
              <a:gd name="connsiteY882" fmla="*/ 211809 h 6858000"/>
              <a:gd name="connsiteX883" fmla="*/ 3882765 w 7472601"/>
              <a:gd name="connsiteY883" fmla="*/ 0 h 6858000"/>
              <a:gd name="connsiteX884" fmla="*/ 3721337 w 7472601"/>
              <a:gd name="connsiteY884" fmla="*/ 0 h 6858000"/>
              <a:gd name="connsiteX885" fmla="*/ 3797544 w 7472601"/>
              <a:gd name="connsiteY885" fmla="*/ 0 h 6858000"/>
              <a:gd name="connsiteX886" fmla="*/ 3775734 w 7472601"/>
              <a:gd name="connsiteY886" fmla="*/ 95131 h 6858000"/>
              <a:gd name="connsiteX887" fmla="*/ 3724807 w 7472601"/>
              <a:gd name="connsiteY887" fmla="*/ 272257 h 6858000"/>
              <a:gd name="connsiteX888" fmla="*/ 3726844 w 7472601"/>
              <a:gd name="connsiteY888" fmla="*/ 282988 h 6858000"/>
              <a:gd name="connsiteX889" fmla="*/ 3742664 w 7472601"/>
              <a:gd name="connsiteY889" fmla="*/ 279918 h 6858000"/>
              <a:gd name="connsiteX890" fmla="*/ 4103910 w 7472601"/>
              <a:gd name="connsiteY890" fmla="*/ 1161917 h 6858000"/>
              <a:gd name="connsiteX891" fmla="*/ 4020269 w 7472601"/>
              <a:gd name="connsiteY891" fmla="*/ 1200406 h 6858000"/>
              <a:gd name="connsiteX892" fmla="*/ 3674882 w 7472601"/>
              <a:gd name="connsiteY892" fmla="*/ 488524 h 6858000"/>
              <a:gd name="connsiteX893" fmla="*/ 3132682 w 7472601"/>
              <a:gd name="connsiteY893" fmla="*/ 1072284 h 6858000"/>
              <a:gd name="connsiteX894" fmla="*/ 2716346 w 7472601"/>
              <a:gd name="connsiteY894" fmla="*/ 1276376 h 6858000"/>
              <a:gd name="connsiteX895" fmla="*/ 2716772 w 7472601"/>
              <a:gd name="connsiteY895" fmla="*/ 1255462 h 6858000"/>
              <a:gd name="connsiteX896" fmla="*/ 3471096 w 7472601"/>
              <a:gd name="connsiteY896" fmla="*/ 437072 h 6858000"/>
              <a:gd name="connsiteX897" fmla="*/ 3639057 w 7472601"/>
              <a:gd name="connsiteY897" fmla="*/ 286334 h 6858000"/>
              <a:gd name="connsiteX898" fmla="*/ 3640309 w 7472601"/>
              <a:gd name="connsiteY898" fmla="*/ 284664 h 6858000"/>
              <a:gd name="connsiteX899" fmla="*/ 3646022 w 7472601"/>
              <a:gd name="connsiteY899" fmla="*/ 276711 h 6858000"/>
              <a:gd name="connsiteX900" fmla="*/ 3707943 w 7472601"/>
              <a:gd name="connsiteY900" fmla="*/ 65958 h 6858000"/>
              <a:gd name="connsiteX901" fmla="*/ 3721337 w 7472601"/>
              <a:gd name="connsiteY901" fmla="*/ 0 h 6858000"/>
              <a:gd name="connsiteX902" fmla="*/ 2867960 w 7472601"/>
              <a:gd name="connsiteY902" fmla="*/ 0 h 6858000"/>
              <a:gd name="connsiteX903" fmla="*/ 2926351 w 7472601"/>
              <a:gd name="connsiteY903" fmla="*/ 0 h 6858000"/>
              <a:gd name="connsiteX904" fmla="*/ 2902823 w 7472601"/>
              <a:gd name="connsiteY904" fmla="*/ 262929 h 6858000"/>
              <a:gd name="connsiteX905" fmla="*/ 2940663 w 7472601"/>
              <a:gd name="connsiteY905" fmla="*/ 140884 h 6858000"/>
              <a:gd name="connsiteX906" fmla="*/ 2947039 w 7472601"/>
              <a:gd name="connsiteY906" fmla="*/ 122524 h 6858000"/>
              <a:gd name="connsiteX907" fmla="*/ 2984316 w 7472601"/>
              <a:gd name="connsiteY907" fmla="*/ 0 h 6858000"/>
              <a:gd name="connsiteX908" fmla="*/ 3016114 w 7472601"/>
              <a:gd name="connsiteY908" fmla="*/ 0 h 6858000"/>
              <a:gd name="connsiteX909" fmla="*/ 2979949 w 7472601"/>
              <a:gd name="connsiteY909" fmla="*/ 119274 h 6858000"/>
              <a:gd name="connsiteX910" fmla="*/ 3023879 w 7472601"/>
              <a:gd name="connsiteY910" fmla="*/ 0 h 6858000"/>
              <a:gd name="connsiteX911" fmla="*/ 3105400 w 7472601"/>
              <a:gd name="connsiteY911" fmla="*/ 0 h 6858000"/>
              <a:gd name="connsiteX912" fmla="*/ 3094669 w 7472601"/>
              <a:gd name="connsiteY912" fmla="*/ 30308 h 6858000"/>
              <a:gd name="connsiteX913" fmla="*/ 2901945 w 7472601"/>
              <a:gd name="connsiteY913" fmla="*/ 466538 h 6858000"/>
              <a:gd name="connsiteX914" fmla="*/ 2815209 w 7472601"/>
              <a:gd name="connsiteY914" fmla="*/ 497361 h 6858000"/>
              <a:gd name="connsiteX915" fmla="*/ 2844845 w 7472601"/>
              <a:gd name="connsiteY915" fmla="*/ 127638 h 6858000"/>
              <a:gd name="connsiteX916" fmla="*/ 2867960 w 7472601"/>
              <a:gd name="connsiteY916" fmla="*/ 0 h 6858000"/>
              <a:gd name="connsiteX917" fmla="*/ 1057230 w 7472601"/>
              <a:gd name="connsiteY917" fmla="*/ 0 h 6858000"/>
              <a:gd name="connsiteX918" fmla="*/ 1111003 w 7472601"/>
              <a:gd name="connsiteY918" fmla="*/ 0 h 6858000"/>
              <a:gd name="connsiteX919" fmla="*/ 1125553 w 7472601"/>
              <a:gd name="connsiteY919" fmla="*/ 52588 h 6858000"/>
              <a:gd name="connsiteX920" fmla="*/ 1304276 w 7472601"/>
              <a:gd name="connsiteY920" fmla="*/ 476275 h 6858000"/>
              <a:gd name="connsiteX921" fmla="*/ 1492066 w 7472601"/>
              <a:gd name="connsiteY921" fmla="*/ 886333 h 6858000"/>
              <a:gd name="connsiteX922" fmla="*/ 1423698 w 7472601"/>
              <a:gd name="connsiteY922" fmla="*/ 710817 h 6858000"/>
              <a:gd name="connsiteX923" fmla="*/ 1357609 w 7472601"/>
              <a:gd name="connsiteY923" fmla="*/ 532892 h 6858000"/>
              <a:gd name="connsiteX924" fmla="*/ 1309550 w 7472601"/>
              <a:gd name="connsiteY924" fmla="*/ 374031 h 6858000"/>
              <a:gd name="connsiteX925" fmla="*/ 1193673 w 7472601"/>
              <a:gd name="connsiteY925" fmla="*/ 49533 h 6858000"/>
              <a:gd name="connsiteX926" fmla="*/ 1164391 w 7472601"/>
              <a:gd name="connsiteY926" fmla="*/ 0 h 6858000"/>
              <a:gd name="connsiteX927" fmla="*/ 1200666 w 7472601"/>
              <a:gd name="connsiteY927" fmla="*/ 0 h 6858000"/>
              <a:gd name="connsiteX928" fmla="*/ 1223408 w 7472601"/>
              <a:gd name="connsiteY928" fmla="*/ 38996 h 6858000"/>
              <a:gd name="connsiteX929" fmla="*/ 1339635 w 7472601"/>
              <a:gd name="connsiteY929" fmla="*/ 365517 h 6858000"/>
              <a:gd name="connsiteX930" fmla="*/ 1387469 w 7472601"/>
              <a:gd name="connsiteY930" fmla="*/ 523079 h 6858000"/>
              <a:gd name="connsiteX931" fmla="*/ 1452685 w 7472601"/>
              <a:gd name="connsiteY931" fmla="*/ 699806 h 6858000"/>
              <a:gd name="connsiteX932" fmla="*/ 1492092 w 7472601"/>
              <a:gd name="connsiteY932" fmla="*/ 800424 h 6858000"/>
              <a:gd name="connsiteX933" fmla="*/ 1455302 w 7472601"/>
              <a:gd name="connsiteY933" fmla="*/ 632913 h 6858000"/>
              <a:gd name="connsiteX934" fmla="*/ 1222336 w 7472601"/>
              <a:gd name="connsiteY934" fmla="*/ 9480 h 6858000"/>
              <a:gd name="connsiteX935" fmla="*/ 1214634 w 7472601"/>
              <a:gd name="connsiteY935" fmla="*/ 0 h 6858000"/>
              <a:gd name="connsiteX936" fmla="*/ 1289827 w 7472601"/>
              <a:gd name="connsiteY936" fmla="*/ 0 h 6858000"/>
              <a:gd name="connsiteX937" fmla="*/ 1321076 w 7472601"/>
              <a:gd name="connsiteY937" fmla="*/ 59722 h 6858000"/>
              <a:gd name="connsiteX938" fmla="*/ 1512579 w 7472601"/>
              <a:gd name="connsiteY938" fmla="*/ 626441 h 6858000"/>
              <a:gd name="connsiteX939" fmla="*/ 1506076 w 7472601"/>
              <a:gd name="connsiteY939" fmla="*/ 1089289 h 6858000"/>
              <a:gd name="connsiteX940" fmla="*/ 1486346 w 7472601"/>
              <a:gd name="connsiteY940" fmla="*/ 1079919 h 6858000"/>
              <a:gd name="connsiteX941" fmla="*/ 1070511 w 7472601"/>
              <a:gd name="connsiteY941" fmla="*/ 48609 h 6858000"/>
              <a:gd name="connsiteX942" fmla="*/ 1057230 w 7472601"/>
              <a:gd name="connsiteY942" fmla="*/ 0 h 6858000"/>
              <a:gd name="connsiteX943" fmla="*/ 43151 w 7472601"/>
              <a:gd name="connsiteY943" fmla="*/ 0 h 6858000"/>
              <a:gd name="connsiteX944" fmla="*/ 95283 w 7472601"/>
              <a:gd name="connsiteY944" fmla="*/ 0 h 6858000"/>
              <a:gd name="connsiteX945" fmla="*/ 300708 w 7472601"/>
              <a:gd name="connsiteY945" fmla="*/ 154571 h 6858000"/>
              <a:gd name="connsiteX946" fmla="*/ 530414 w 7472601"/>
              <a:gd name="connsiteY946" fmla="*/ 354673 h 6858000"/>
              <a:gd name="connsiteX947" fmla="*/ 333785 w 7472601"/>
              <a:gd name="connsiteY947" fmla="*/ 161564 h 6858000"/>
              <a:gd name="connsiteX948" fmla="*/ 147005 w 7472601"/>
              <a:gd name="connsiteY948" fmla="*/ 0 h 6858000"/>
              <a:gd name="connsiteX949" fmla="*/ 272509 w 7472601"/>
              <a:gd name="connsiteY949" fmla="*/ 0 h 6858000"/>
              <a:gd name="connsiteX950" fmla="*/ 326276 w 7472601"/>
              <a:gd name="connsiteY950" fmla="*/ 45847 h 6858000"/>
              <a:gd name="connsiteX951" fmla="*/ 823759 w 7472601"/>
              <a:gd name="connsiteY951" fmla="*/ 574145 h 6858000"/>
              <a:gd name="connsiteX952" fmla="*/ 811254 w 7472601"/>
              <a:gd name="connsiteY952" fmla="*/ 665546 h 6858000"/>
              <a:gd name="connsiteX953" fmla="*/ 154042 w 7472601"/>
              <a:gd name="connsiteY953" fmla="*/ 261522 h 6858000"/>
              <a:gd name="connsiteX954" fmla="*/ 13550 w 7472601"/>
              <a:gd name="connsiteY954" fmla="*/ 158423 h 6858000"/>
              <a:gd name="connsiteX955" fmla="*/ 0 w 7472601"/>
              <a:gd name="connsiteY955" fmla="*/ 146618 h 6858000"/>
              <a:gd name="connsiteX956" fmla="*/ 0 w 7472601"/>
              <a:gd name="connsiteY956" fmla="*/ 59161 h 6858000"/>
              <a:gd name="connsiteX957" fmla="*/ 45427 w 7472601"/>
              <a:gd name="connsiteY957" fmla="*/ 101078 h 6858000"/>
              <a:gd name="connsiteX958" fmla="*/ 630103 w 7472601"/>
              <a:gd name="connsiteY958" fmla="*/ 485885 h 6858000"/>
              <a:gd name="connsiteX959" fmla="*/ 532040 w 7472601"/>
              <a:gd name="connsiteY959" fmla="*/ 399359 h 6858000"/>
              <a:gd name="connsiteX960" fmla="*/ 517618 w 7472601"/>
              <a:gd name="connsiteY960" fmla="*/ 385726 h 6858000"/>
              <a:gd name="connsiteX961" fmla="*/ 285074 w 7472601"/>
              <a:gd name="connsiteY961" fmla="*/ 182755 h 6858000"/>
              <a:gd name="connsiteX962" fmla="*/ 43151 w 7472601"/>
              <a:gd name="connsiteY962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17703 h 6858000"/>
              <a:gd name="connsiteX78" fmla="*/ 7467600 w 7472601"/>
              <a:gd name="connsiteY78" fmla="*/ 6163634 h 6858000"/>
              <a:gd name="connsiteX79" fmla="*/ 7448321 w 7472601"/>
              <a:gd name="connsiteY79" fmla="*/ 6190991 h 6858000"/>
              <a:gd name="connsiteX80" fmla="*/ 7467600 w 7472601"/>
              <a:gd name="connsiteY80" fmla="*/ 6221686 h 6858000"/>
              <a:gd name="connsiteX81" fmla="*/ 7467600 w 7472601"/>
              <a:gd name="connsiteY81" fmla="*/ 6334256 h 6858000"/>
              <a:gd name="connsiteX82" fmla="*/ 7454976 w 7472601"/>
              <a:gd name="connsiteY82" fmla="*/ 6318297 h 6858000"/>
              <a:gd name="connsiteX83" fmla="*/ 1456157 w 7472601"/>
              <a:gd name="connsiteY83" fmla="*/ 5371404 h 6858000"/>
              <a:gd name="connsiteX84" fmla="*/ 1244432 w 7472601"/>
              <a:gd name="connsiteY84" fmla="*/ 5385601 h 6858000"/>
              <a:gd name="connsiteX85" fmla="*/ 973990 w 7472601"/>
              <a:gd name="connsiteY85" fmla="*/ 5424940 h 6858000"/>
              <a:gd name="connsiteX86" fmla="*/ 1103809 w 7472601"/>
              <a:gd name="connsiteY86" fmla="*/ 5433720 h 6858000"/>
              <a:gd name="connsiteX87" fmla="*/ 1123454 w 7472601"/>
              <a:gd name="connsiteY87" fmla="*/ 5435727 h 6858000"/>
              <a:gd name="connsiteX88" fmla="*/ 1737017 w 7472601"/>
              <a:gd name="connsiteY88" fmla="*/ 5452183 h 6858000"/>
              <a:gd name="connsiteX89" fmla="*/ 1824397 w 7472601"/>
              <a:gd name="connsiteY89" fmla="*/ 5447757 h 6858000"/>
              <a:gd name="connsiteX90" fmla="*/ 2070059 w 7472601"/>
              <a:gd name="connsiteY90" fmla="*/ 5441660 h 6858000"/>
              <a:gd name="connsiteX91" fmla="*/ 1456157 w 7472601"/>
              <a:gd name="connsiteY91" fmla="*/ 5371404 h 6858000"/>
              <a:gd name="connsiteX92" fmla="*/ 4988186 w 7472601"/>
              <a:gd name="connsiteY92" fmla="*/ 5216467 h 6858000"/>
              <a:gd name="connsiteX93" fmla="*/ 4777334 w 7472601"/>
              <a:gd name="connsiteY93" fmla="*/ 5406072 h 6858000"/>
              <a:gd name="connsiteX94" fmla="*/ 4718341 w 7472601"/>
              <a:gd name="connsiteY94" fmla="*/ 5468043 h 6858000"/>
              <a:gd name="connsiteX95" fmla="*/ 4604655 w 7472601"/>
              <a:gd name="connsiteY95" fmla="*/ 5583434 h 6858000"/>
              <a:gd name="connsiteX96" fmla="*/ 4565074 w 7472601"/>
              <a:gd name="connsiteY96" fmla="*/ 5618550 h 6858000"/>
              <a:gd name="connsiteX97" fmla="*/ 4988186 w 7472601"/>
              <a:gd name="connsiteY97" fmla="*/ 5216467 h 6858000"/>
              <a:gd name="connsiteX98" fmla="*/ 4978032 w 7472601"/>
              <a:gd name="connsiteY98" fmla="*/ 5183809 h 6858000"/>
              <a:gd name="connsiteX99" fmla="*/ 4463413 w 7472601"/>
              <a:gd name="connsiteY99" fmla="*/ 5615162 h 6858000"/>
              <a:gd name="connsiteX100" fmla="*/ 4358134 w 7472601"/>
              <a:gd name="connsiteY100" fmla="*/ 5742791 h 6858000"/>
              <a:gd name="connsiteX101" fmla="*/ 4376219 w 7472601"/>
              <a:gd name="connsiteY101" fmla="*/ 5729027 h 6858000"/>
              <a:gd name="connsiteX102" fmla="*/ 4582340 w 7472601"/>
              <a:gd name="connsiteY102" fmla="*/ 5561037 h 6858000"/>
              <a:gd name="connsiteX103" fmla="*/ 4694684 w 7472601"/>
              <a:gd name="connsiteY103" fmla="*/ 5447098 h 6858000"/>
              <a:gd name="connsiteX104" fmla="*/ 4754123 w 7472601"/>
              <a:gd name="connsiteY104" fmla="*/ 5384643 h 6858000"/>
              <a:gd name="connsiteX105" fmla="*/ 4978032 w 7472601"/>
              <a:gd name="connsiteY105" fmla="*/ 5183809 h 6858000"/>
              <a:gd name="connsiteX106" fmla="*/ 1903353 w 7472601"/>
              <a:gd name="connsiteY106" fmla="*/ 5044827 h 6858000"/>
              <a:gd name="connsiteX107" fmla="*/ 1936931 w 7472601"/>
              <a:gd name="connsiteY107" fmla="*/ 5093954 h 6858000"/>
              <a:gd name="connsiteX108" fmla="*/ 2195868 w 7472601"/>
              <a:gd name="connsiteY108" fmla="*/ 5396574 h 6858000"/>
              <a:gd name="connsiteX109" fmla="*/ 2088852 w 7472601"/>
              <a:gd name="connsiteY109" fmla="*/ 5166123 h 6858000"/>
              <a:gd name="connsiteX110" fmla="*/ 1958241 w 7472601"/>
              <a:gd name="connsiteY110" fmla="*/ 5067955 h 6858000"/>
              <a:gd name="connsiteX111" fmla="*/ 1903353 w 7472601"/>
              <a:gd name="connsiteY111" fmla="*/ 5044827 h 6858000"/>
              <a:gd name="connsiteX112" fmla="*/ 1979378 w 7472601"/>
              <a:gd name="connsiteY112" fmla="*/ 4769504 h 6858000"/>
              <a:gd name="connsiteX113" fmla="*/ 2882120 w 7472601"/>
              <a:gd name="connsiteY113" fmla="*/ 5064547 h 6858000"/>
              <a:gd name="connsiteX114" fmla="*/ 2793103 w 7472601"/>
              <a:gd name="connsiteY114" fmla="*/ 5039699 h 6858000"/>
              <a:gd name="connsiteX115" fmla="*/ 2770041 w 7472601"/>
              <a:gd name="connsiteY115" fmla="*/ 5033634 h 6858000"/>
              <a:gd name="connsiteX116" fmla="*/ 1979378 w 7472601"/>
              <a:gd name="connsiteY116" fmla="*/ 4769504 h 6858000"/>
              <a:gd name="connsiteX117" fmla="*/ 1927410 w 7472601"/>
              <a:gd name="connsiteY117" fmla="*/ 4716164 h 6858000"/>
              <a:gd name="connsiteX118" fmla="*/ 1959587 w 7472601"/>
              <a:gd name="connsiteY118" fmla="*/ 4728849 h 6858000"/>
              <a:gd name="connsiteX119" fmla="*/ 2777707 w 7472601"/>
              <a:gd name="connsiteY119" fmla="*/ 5003991 h 6858000"/>
              <a:gd name="connsiteX120" fmla="*/ 2800768 w 7472601"/>
              <a:gd name="connsiteY120" fmla="*/ 5010056 h 6858000"/>
              <a:gd name="connsiteX121" fmla="*/ 2879408 w 7472601"/>
              <a:gd name="connsiteY121" fmla="*/ 5031590 h 6858000"/>
              <a:gd name="connsiteX122" fmla="*/ 2862295 w 7472601"/>
              <a:gd name="connsiteY122" fmla="*/ 5022958 h 6858000"/>
              <a:gd name="connsiteX123" fmla="*/ 2813343 w 7472601"/>
              <a:gd name="connsiteY123" fmla="*/ 4998369 h 6858000"/>
              <a:gd name="connsiteX124" fmla="*/ 2646245 w 7472601"/>
              <a:gd name="connsiteY124" fmla="*/ 4930999 h 6858000"/>
              <a:gd name="connsiteX125" fmla="*/ 1999243 w 7472601"/>
              <a:gd name="connsiteY125" fmla="*/ 4730524 h 6858000"/>
              <a:gd name="connsiteX126" fmla="*/ 1979527 w 7472601"/>
              <a:gd name="connsiteY126" fmla="*/ 4726651 h 6858000"/>
              <a:gd name="connsiteX127" fmla="*/ 1927410 w 7472601"/>
              <a:gd name="connsiteY127" fmla="*/ 4716164 h 6858000"/>
              <a:gd name="connsiteX128" fmla="*/ 1997014 w 7472601"/>
              <a:gd name="connsiteY128" fmla="*/ 4698007 h 6858000"/>
              <a:gd name="connsiteX129" fmla="*/ 2005458 w 7472601"/>
              <a:gd name="connsiteY129" fmla="*/ 4699540 h 6858000"/>
              <a:gd name="connsiteX130" fmla="*/ 2657186 w 7472601"/>
              <a:gd name="connsiteY130" fmla="*/ 4901687 h 6858000"/>
              <a:gd name="connsiteX131" fmla="*/ 2826662 w 7472601"/>
              <a:gd name="connsiteY131" fmla="*/ 4970362 h 6858000"/>
              <a:gd name="connsiteX132" fmla="*/ 2876100 w 7472601"/>
              <a:gd name="connsiteY132" fmla="*/ 4995397 h 6858000"/>
              <a:gd name="connsiteX133" fmla="*/ 3042600 w 7472601"/>
              <a:gd name="connsiteY133" fmla="*/ 5059532 h 6858000"/>
              <a:gd name="connsiteX134" fmla="*/ 1997014 w 7472601"/>
              <a:gd name="connsiteY134" fmla="*/ 4698007 h 6858000"/>
              <a:gd name="connsiteX135" fmla="*/ 2305292 w 7472601"/>
              <a:gd name="connsiteY135" fmla="*/ 4219492 h 6858000"/>
              <a:gd name="connsiteX136" fmla="*/ 3360922 w 7472601"/>
              <a:gd name="connsiteY136" fmla="*/ 4529373 h 6858000"/>
              <a:gd name="connsiteX137" fmla="*/ 3492420 w 7472601"/>
              <a:gd name="connsiteY137" fmla="*/ 4510145 h 6858000"/>
              <a:gd name="connsiteX138" fmla="*/ 3364086 w 7472601"/>
              <a:gd name="connsiteY138" fmla="*/ 4480340 h 6858000"/>
              <a:gd name="connsiteX139" fmla="*/ 3225818 w 7472601"/>
              <a:gd name="connsiteY139" fmla="*/ 4411822 h 6858000"/>
              <a:gd name="connsiteX140" fmla="*/ 3129696 w 7472601"/>
              <a:gd name="connsiteY140" fmla="*/ 4360704 h 6858000"/>
              <a:gd name="connsiteX141" fmla="*/ 2814545 w 7472601"/>
              <a:gd name="connsiteY141" fmla="*/ 4282955 h 6858000"/>
              <a:gd name="connsiteX142" fmla="*/ 2305292 w 7472601"/>
              <a:gd name="connsiteY142" fmla="*/ 4219492 h 6858000"/>
              <a:gd name="connsiteX143" fmla="*/ 2626982 w 7472601"/>
              <a:gd name="connsiteY143" fmla="*/ 4206450 h 6858000"/>
              <a:gd name="connsiteX144" fmla="*/ 2490617 w 7472601"/>
              <a:gd name="connsiteY144" fmla="*/ 4206951 h 6858000"/>
              <a:gd name="connsiteX145" fmla="*/ 2819869 w 7472601"/>
              <a:gd name="connsiteY145" fmla="*/ 4252936 h 6858000"/>
              <a:gd name="connsiteX146" fmla="*/ 3143018 w 7472601"/>
              <a:gd name="connsiteY146" fmla="*/ 4332698 h 6858000"/>
              <a:gd name="connsiteX147" fmla="*/ 3241520 w 7472601"/>
              <a:gd name="connsiteY147" fmla="*/ 4385112 h 6858000"/>
              <a:gd name="connsiteX148" fmla="*/ 3374575 w 7472601"/>
              <a:gd name="connsiteY148" fmla="*/ 4451517 h 6858000"/>
              <a:gd name="connsiteX149" fmla="*/ 3505221 w 7472601"/>
              <a:gd name="connsiteY149" fmla="*/ 4480757 h 6858000"/>
              <a:gd name="connsiteX150" fmla="*/ 2626982 w 7472601"/>
              <a:gd name="connsiteY150" fmla="*/ 4206450 h 6858000"/>
              <a:gd name="connsiteX151" fmla="*/ 1310106 w 7472601"/>
              <a:gd name="connsiteY151" fmla="*/ 3943217 h 6858000"/>
              <a:gd name="connsiteX152" fmla="*/ 854994 w 7472601"/>
              <a:gd name="connsiteY152" fmla="*/ 4399136 h 6858000"/>
              <a:gd name="connsiteX153" fmla="*/ 742462 w 7472601"/>
              <a:gd name="connsiteY153" fmla="*/ 4594648 h 6858000"/>
              <a:gd name="connsiteX154" fmla="*/ 820602 w 7472601"/>
              <a:gd name="connsiteY154" fmla="*/ 4485915 h 6858000"/>
              <a:gd name="connsiteX155" fmla="*/ 878295 w 7472601"/>
              <a:gd name="connsiteY155" fmla="*/ 4403594 h 6858000"/>
              <a:gd name="connsiteX156" fmla="*/ 1240607 w 7472601"/>
              <a:gd name="connsiteY156" fmla="*/ 4010401 h 6858000"/>
              <a:gd name="connsiteX157" fmla="*/ 1310106 w 7472601"/>
              <a:gd name="connsiteY157" fmla="*/ 3943217 h 6858000"/>
              <a:gd name="connsiteX158" fmla="*/ 1423113 w 7472601"/>
              <a:gd name="connsiteY158" fmla="*/ 3874565 h 6858000"/>
              <a:gd name="connsiteX159" fmla="*/ 1260565 w 7472601"/>
              <a:gd name="connsiteY159" fmla="*/ 4031982 h 6858000"/>
              <a:gd name="connsiteX160" fmla="*/ 901900 w 7472601"/>
              <a:gd name="connsiteY160" fmla="*/ 4421236 h 6858000"/>
              <a:gd name="connsiteX161" fmla="*/ 845044 w 7472601"/>
              <a:gd name="connsiteY161" fmla="*/ 4502436 h 6858000"/>
              <a:gd name="connsiteX162" fmla="*/ 685926 w 7472601"/>
              <a:gd name="connsiteY162" fmla="*/ 4703069 h 6858000"/>
              <a:gd name="connsiteX163" fmla="*/ 684248 w 7472601"/>
              <a:gd name="connsiteY163" fmla="*/ 4706721 h 6858000"/>
              <a:gd name="connsiteX164" fmla="*/ 1423113 w 7472601"/>
              <a:gd name="connsiteY164" fmla="*/ 3874565 h 6858000"/>
              <a:gd name="connsiteX165" fmla="*/ 3316479 w 7472601"/>
              <a:gd name="connsiteY165" fmla="*/ 3872136 h 6858000"/>
              <a:gd name="connsiteX166" fmla="*/ 3546806 w 7472601"/>
              <a:gd name="connsiteY166" fmla="*/ 4356139 h 6858000"/>
              <a:gd name="connsiteX167" fmla="*/ 3364433 w 7472601"/>
              <a:gd name="connsiteY167" fmla="*/ 3953121 h 6858000"/>
              <a:gd name="connsiteX168" fmla="*/ 3316479 w 7472601"/>
              <a:gd name="connsiteY168" fmla="*/ 3872136 h 6858000"/>
              <a:gd name="connsiteX169" fmla="*/ 3291335 w 7472601"/>
              <a:gd name="connsiteY169" fmla="*/ 3767420 h 6858000"/>
              <a:gd name="connsiteX170" fmla="*/ 3390805 w 7472601"/>
              <a:gd name="connsiteY170" fmla="*/ 3937163 h 6858000"/>
              <a:gd name="connsiteX171" fmla="*/ 3579062 w 7472601"/>
              <a:gd name="connsiteY171" fmla="*/ 4359040 h 6858000"/>
              <a:gd name="connsiteX172" fmla="*/ 3467355 w 7472601"/>
              <a:gd name="connsiteY172" fmla="*/ 3988130 h 6858000"/>
              <a:gd name="connsiteX173" fmla="*/ 3310753 w 7472601"/>
              <a:gd name="connsiteY173" fmla="*/ 3787140 h 6858000"/>
              <a:gd name="connsiteX174" fmla="*/ 3291335 w 7472601"/>
              <a:gd name="connsiteY174" fmla="*/ 3767420 h 6858000"/>
              <a:gd name="connsiteX175" fmla="*/ 1635889 w 7472601"/>
              <a:gd name="connsiteY175" fmla="*/ 3709494 h 6858000"/>
              <a:gd name="connsiteX176" fmla="*/ 1634800 w 7472601"/>
              <a:gd name="connsiteY176" fmla="*/ 3731111 h 6858000"/>
              <a:gd name="connsiteX177" fmla="*/ 1635889 w 7472601"/>
              <a:gd name="connsiteY177" fmla="*/ 3709494 h 6858000"/>
              <a:gd name="connsiteX178" fmla="*/ 1510397 w 7472601"/>
              <a:gd name="connsiteY178" fmla="*/ 3684705 h 6858000"/>
              <a:gd name="connsiteX179" fmla="*/ 1146550 w 7472601"/>
              <a:gd name="connsiteY179" fmla="*/ 3802012 h 6858000"/>
              <a:gd name="connsiteX180" fmla="*/ 698834 w 7472601"/>
              <a:gd name="connsiteY180" fmla="*/ 3952272 h 6858000"/>
              <a:gd name="connsiteX181" fmla="*/ 34256 w 7472601"/>
              <a:gd name="connsiteY181" fmla="*/ 4347603 h 6858000"/>
              <a:gd name="connsiteX182" fmla="*/ 527241 w 7472601"/>
              <a:gd name="connsiteY182" fmla="*/ 4065078 h 6858000"/>
              <a:gd name="connsiteX183" fmla="*/ 1510397 w 7472601"/>
              <a:gd name="connsiteY183" fmla="*/ 3684705 h 6858000"/>
              <a:gd name="connsiteX184" fmla="*/ 1313114 w 7472601"/>
              <a:gd name="connsiteY184" fmla="*/ 3655216 h 6858000"/>
              <a:gd name="connsiteX185" fmla="*/ 1109304 w 7472601"/>
              <a:gd name="connsiteY185" fmla="*/ 3669030 h 6858000"/>
              <a:gd name="connsiteX186" fmla="*/ 8129 w 7472601"/>
              <a:gd name="connsiteY186" fmla="*/ 4330519 h 6858000"/>
              <a:gd name="connsiteX187" fmla="*/ 687572 w 7472601"/>
              <a:gd name="connsiteY187" fmla="*/ 3925629 h 6858000"/>
              <a:gd name="connsiteX188" fmla="*/ 1138365 w 7472601"/>
              <a:gd name="connsiteY188" fmla="*/ 3774515 h 6858000"/>
              <a:gd name="connsiteX189" fmla="*/ 1505579 w 7472601"/>
              <a:gd name="connsiteY189" fmla="*/ 3655526 h 6858000"/>
              <a:gd name="connsiteX190" fmla="*/ 1313114 w 7472601"/>
              <a:gd name="connsiteY190" fmla="*/ 3655216 h 6858000"/>
              <a:gd name="connsiteX191" fmla="*/ 3655073 w 7472601"/>
              <a:gd name="connsiteY191" fmla="*/ 3650884 h 6858000"/>
              <a:gd name="connsiteX192" fmla="*/ 3989938 w 7472601"/>
              <a:gd name="connsiteY192" fmla="*/ 3991685 h 6858000"/>
              <a:gd name="connsiteX193" fmla="*/ 4393907 w 7472601"/>
              <a:gd name="connsiteY193" fmla="*/ 4261258 h 6858000"/>
              <a:gd name="connsiteX194" fmla="*/ 4648051 w 7472601"/>
              <a:gd name="connsiteY194" fmla="*/ 4374051 h 6858000"/>
              <a:gd name="connsiteX195" fmla="*/ 4383389 w 7472601"/>
              <a:gd name="connsiteY195" fmla="*/ 4184369 h 6858000"/>
              <a:gd name="connsiteX196" fmla="*/ 4165508 w 7472601"/>
              <a:gd name="connsiteY196" fmla="*/ 4035196 h 6858000"/>
              <a:gd name="connsiteX197" fmla="*/ 4068162 w 7472601"/>
              <a:gd name="connsiteY197" fmla="*/ 3953394 h 6858000"/>
              <a:gd name="connsiteX198" fmla="*/ 3981416 w 7472601"/>
              <a:gd name="connsiteY198" fmla="*/ 3880482 h 6858000"/>
              <a:gd name="connsiteX199" fmla="*/ 3800147 w 7472601"/>
              <a:gd name="connsiteY199" fmla="*/ 3749872 h 6858000"/>
              <a:gd name="connsiteX200" fmla="*/ 3655073 w 7472601"/>
              <a:gd name="connsiteY200" fmla="*/ 3650884 h 6858000"/>
              <a:gd name="connsiteX201" fmla="*/ 3670252 w 7472601"/>
              <a:gd name="connsiteY201" fmla="*/ 3622798 h 6858000"/>
              <a:gd name="connsiteX202" fmla="*/ 3817258 w 7472601"/>
              <a:gd name="connsiteY202" fmla="*/ 3723577 h 6858000"/>
              <a:gd name="connsiteX203" fmla="*/ 4000461 w 7472601"/>
              <a:gd name="connsiteY203" fmla="*/ 3855966 h 6858000"/>
              <a:gd name="connsiteX204" fmla="*/ 4088180 w 7472601"/>
              <a:gd name="connsiteY204" fmla="*/ 3929774 h 6858000"/>
              <a:gd name="connsiteX205" fmla="*/ 4184555 w 7472601"/>
              <a:gd name="connsiteY205" fmla="*/ 4010683 h 6858000"/>
              <a:gd name="connsiteX206" fmla="*/ 4399563 w 7472601"/>
              <a:gd name="connsiteY206" fmla="*/ 4158106 h 6858000"/>
              <a:gd name="connsiteX207" fmla="*/ 4684469 w 7472601"/>
              <a:gd name="connsiteY207" fmla="*/ 4364680 h 6858000"/>
              <a:gd name="connsiteX208" fmla="*/ 4690271 w 7472601"/>
              <a:gd name="connsiteY208" fmla="*/ 4370034 h 6858000"/>
              <a:gd name="connsiteX209" fmla="*/ 4136093 w 7472601"/>
              <a:gd name="connsiteY209" fmla="*/ 3858466 h 6858000"/>
              <a:gd name="connsiteX210" fmla="*/ 3670252 w 7472601"/>
              <a:gd name="connsiteY210" fmla="*/ 3622798 h 6858000"/>
              <a:gd name="connsiteX211" fmla="*/ 4440129 w 7472601"/>
              <a:gd name="connsiteY211" fmla="*/ 3448571 h 6858000"/>
              <a:gd name="connsiteX212" fmla="*/ 4856525 w 7472601"/>
              <a:gd name="connsiteY212" fmla="*/ 3915351 h 6858000"/>
              <a:gd name="connsiteX213" fmla="*/ 5059055 w 7472601"/>
              <a:gd name="connsiteY213" fmla="*/ 4108918 h 6858000"/>
              <a:gd name="connsiteX214" fmla="*/ 5290070 w 7472601"/>
              <a:gd name="connsiteY214" fmla="*/ 4263619 h 6858000"/>
              <a:gd name="connsiteX215" fmla="*/ 4834991 w 7472601"/>
              <a:gd name="connsiteY215" fmla="*/ 3830985 h 6858000"/>
              <a:gd name="connsiteX216" fmla="*/ 4440129 w 7472601"/>
              <a:gd name="connsiteY216" fmla="*/ 3448571 h 6858000"/>
              <a:gd name="connsiteX217" fmla="*/ 4441737 w 7472601"/>
              <a:gd name="connsiteY217" fmla="*/ 3399734 h 6858000"/>
              <a:gd name="connsiteX218" fmla="*/ 4431236 w 7472601"/>
              <a:gd name="connsiteY218" fmla="*/ 3400954 h 6858000"/>
              <a:gd name="connsiteX219" fmla="*/ 4557150 w 7472601"/>
              <a:gd name="connsiteY219" fmla="*/ 3510023 h 6858000"/>
              <a:gd name="connsiteX220" fmla="*/ 4856936 w 7472601"/>
              <a:gd name="connsiteY220" fmla="*/ 3809146 h 6858000"/>
              <a:gd name="connsiteX221" fmla="*/ 5111996 w 7472601"/>
              <a:gd name="connsiteY221" fmla="*/ 4065759 h 6858000"/>
              <a:gd name="connsiteX222" fmla="*/ 5388878 w 7472601"/>
              <a:gd name="connsiteY222" fmla="*/ 4300185 h 6858000"/>
              <a:gd name="connsiteX223" fmla="*/ 5425556 w 7472601"/>
              <a:gd name="connsiteY223" fmla="*/ 4308967 h 6858000"/>
              <a:gd name="connsiteX224" fmla="*/ 4943646 w 7472601"/>
              <a:gd name="connsiteY224" fmla="*/ 3822916 h 6858000"/>
              <a:gd name="connsiteX225" fmla="*/ 4594837 w 7472601"/>
              <a:gd name="connsiteY225" fmla="*/ 3532274 h 6858000"/>
              <a:gd name="connsiteX226" fmla="*/ 4441737 w 7472601"/>
              <a:gd name="connsiteY226" fmla="*/ 3399734 h 6858000"/>
              <a:gd name="connsiteX227" fmla="*/ 5425834 w 7472601"/>
              <a:gd name="connsiteY227" fmla="*/ 3162785 h 6858000"/>
              <a:gd name="connsiteX228" fmla="*/ 5401644 w 7472601"/>
              <a:gd name="connsiteY228" fmla="*/ 3617847 h 6858000"/>
              <a:gd name="connsiteX229" fmla="*/ 5467256 w 7472601"/>
              <a:gd name="connsiteY229" fmla="*/ 4175494 h 6858000"/>
              <a:gd name="connsiteX230" fmla="*/ 5448069 w 7472601"/>
              <a:gd name="connsiteY230" fmla="*/ 3567554 h 6858000"/>
              <a:gd name="connsiteX231" fmla="*/ 5425834 w 7472601"/>
              <a:gd name="connsiteY231" fmla="*/ 3162785 h 6858000"/>
              <a:gd name="connsiteX232" fmla="*/ 1318687 w 7472601"/>
              <a:gd name="connsiteY232" fmla="*/ 3113840 h 6858000"/>
              <a:gd name="connsiteX233" fmla="*/ 1066793 w 7472601"/>
              <a:gd name="connsiteY233" fmla="*/ 3212171 h 6858000"/>
              <a:gd name="connsiteX234" fmla="*/ 993319 w 7472601"/>
              <a:gd name="connsiteY234" fmla="*/ 3247648 h 6858000"/>
              <a:gd name="connsiteX235" fmla="*/ 853081 w 7472601"/>
              <a:gd name="connsiteY235" fmla="*/ 3312410 h 6858000"/>
              <a:gd name="connsiteX236" fmla="*/ 805957 w 7472601"/>
              <a:gd name="connsiteY236" fmla="*/ 3330443 h 6858000"/>
              <a:gd name="connsiteX237" fmla="*/ 1318687 w 7472601"/>
              <a:gd name="connsiteY237" fmla="*/ 3113840 h 6858000"/>
              <a:gd name="connsiteX238" fmla="*/ 5453702 w 7472601"/>
              <a:gd name="connsiteY238" fmla="*/ 3090882 h 6858000"/>
              <a:gd name="connsiteX239" fmla="*/ 5480135 w 7472601"/>
              <a:gd name="connsiteY239" fmla="*/ 3565802 h 6858000"/>
              <a:gd name="connsiteX240" fmla="*/ 5499023 w 7472601"/>
              <a:gd name="connsiteY240" fmla="*/ 4166310 h 6858000"/>
              <a:gd name="connsiteX241" fmla="*/ 5547022 w 7472601"/>
              <a:gd name="connsiteY241" fmla="*/ 3607838 h 6858000"/>
              <a:gd name="connsiteX242" fmla="*/ 5515964 w 7472601"/>
              <a:gd name="connsiteY242" fmla="*/ 3378541 h 6858000"/>
              <a:gd name="connsiteX243" fmla="*/ 5453702 w 7472601"/>
              <a:gd name="connsiteY243" fmla="*/ 3090882 h 6858000"/>
              <a:gd name="connsiteX244" fmla="*/ 1238695 w 7472601"/>
              <a:gd name="connsiteY244" fmla="*/ 3076820 h 6858000"/>
              <a:gd name="connsiteX245" fmla="*/ 716371 w 7472601"/>
              <a:gd name="connsiteY245" fmla="*/ 3293249 h 6858000"/>
              <a:gd name="connsiteX246" fmla="*/ 579522 w 7472601"/>
              <a:gd name="connsiteY246" fmla="*/ 3371759 h 6858000"/>
              <a:gd name="connsiteX247" fmla="*/ 600288 w 7472601"/>
              <a:gd name="connsiteY247" fmla="*/ 3365555 h 6858000"/>
              <a:gd name="connsiteX248" fmla="*/ 840692 w 7472601"/>
              <a:gd name="connsiteY248" fmla="*/ 3284921 h 6858000"/>
              <a:gd name="connsiteX249" fmla="*/ 979248 w 7472601"/>
              <a:gd name="connsiteY249" fmla="*/ 3221003 h 6858000"/>
              <a:gd name="connsiteX250" fmla="*/ 1053282 w 7472601"/>
              <a:gd name="connsiteY250" fmla="*/ 3185247 h 6858000"/>
              <a:gd name="connsiteX251" fmla="*/ 1320603 w 7472601"/>
              <a:gd name="connsiteY251" fmla="*/ 3081281 h 6858000"/>
              <a:gd name="connsiteX252" fmla="*/ 1238695 w 7472601"/>
              <a:gd name="connsiteY252" fmla="*/ 3076820 h 6858000"/>
              <a:gd name="connsiteX253" fmla="*/ 5425627 w 7472601"/>
              <a:gd name="connsiteY253" fmla="*/ 2954192 h 6858000"/>
              <a:gd name="connsiteX254" fmla="*/ 5470770 w 7472601"/>
              <a:gd name="connsiteY254" fmla="*/ 3005435 h 6858000"/>
              <a:gd name="connsiteX255" fmla="*/ 5519779 w 7472601"/>
              <a:gd name="connsiteY255" fmla="*/ 4359223 h 6858000"/>
              <a:gd name="connsiteX256" fmla="*/ 5520293 w 7472601"/>
              <a:gd name="connsiteY256" fmla="*/ 4360602 h 6858000"/>
              <a:gd name="connsiteX257" fmla="*/ 5767221 w 7472601"/>
              <a:gd name="connsiteY257" fmla="*/ 4665564 h 6858000"/>
              <a:gd name="connsiteX258" fmla="*/ 6937169 w 7472601"/>
              <a:gd name="connsiteY258" fmla="*/ 4815941 h 6858000"/>
              <a:gd name="connsiteX259" fmla="*/ 6953922 w 7472601"/>
              <a:gd name="connsiteY259" fmla="*/ 4890068 h 6858000"/>
              <a:gd name="connsiteX260" fmla="*/ 6071359 w 7472601"/>
              <a:gd name="connsiteY260" fmla="*/ 4770770 h 6858000"/>
              <a:gd name="connsiteX261" fmla="*/ 6038839 w 7472601"/>
              <a:gd name="connsiteY261" fmla="*/ 4764474 h 6858000"/>
              <a:gd name="connsiteX262" fmla="*/ 6038706 w 7472601"/>
              <a:gd name="connsiteY262" fmla="*/ 4763847 h 6858000"/>
              <a:gd name="connsiteX263" fmla="*/ 6037784 w 7472601"/>
              <a:gd name="connsiteY263" fmla="*/ 4764270 h 6858000"/>
              <a:gd name="connsiteX264" fmla="*/ 6038839 w 7472601"/>
              <a:gd name="connsiteY264" fmla="*/ 4764474 h 6858000"/>
              <a:gd name="connsiteX265" fmla="*/ 6040338 w 7472601"/>
              <a:gd name="connsiteY265" fmla="*/ 4771418 h 6858000"/>
              <a:gd name="connsiteX266" fmla="*/ 6024488 w 7472601"/>
              <a:gd name="connsiteY266" fmla="*/ 4809903 h 6858000"/>
              <a:gd name="connsiteX267" fmla="*/ 5599771 w 7472601"/>
              <a:gd name="connsiteY267" fmla="*/ 5509652 h 6858000"/>
              <a:gd name="connsiteX268" fmla="*/ 5548843 w 7472601"/>
              <a:gd name="connsiteY268" fmla="*/ 5563845 h 6858000"/>
              <a:gd name="connsiteX269" fmla="*/ 5940952 w 7472601"/>
              <a:gd name="connsiteY269" fmla="*/ 6250028 h 6858000"/>
              <a:gd name="connsiteX270" fmla="*/ 6043441 w 7472601"/>
              <a:gd name="connsiteY270" fmla="*/ 6665847 h 6858000"/>
              <a:gd name="connsiteX271" fmla="*/ 6093432 w 7472601"/>
              <a:gd name="connsiteY271" fmla="*/ 6858000 h 6858000"/>
              <a:gd name="connsiteX272" fmla="*/ 6034344 w 7472601"/>
              <a:gd name="connsiteY272" fmla="*/ 6858000 h 6858000"/>
              <a:gd name="connsiteX273" fmla="*/ 6026679 w 7472601"/>
              <a:gd name="connsiteY273" fmla="*/ 6836959 h 6858000"/>
              <a:gd name="connsiteX274" fmla="*/ 5800441 w 7472601"/>
              <a:gd name="connsiteY274" fmla="*/ 6335286 h 6858000"/>
              <a:gd name="connsiteX275" fmla="*/ 5526562 w 7472601"/>
              <a:gd name="connsiteY275" fmla="*/ 5705388 h 6858000"/>
              <a:gd name="connsiteX276" fmla="*/ 5519640 w 7472601"/>
              <a:gd name="connsiteY276" fmla="*/ 5683774 h 6858000"/>
              <a:gd name="connsiteX277" fmla="*/ 5844559 w 7472601"/>
              <a:gd name="connsiteY277" fmla="*/ 6553349 h 6858000"/>
              <a:gd name="connsiteX278" fmla="*/ 5975994 w 7472601"/>
              <a:gd name="connsiteY278" fmla="*/ 6858000 h 6858000"/>
              <a:gd name="connsiteX279" fmla="*/ 5898547 w 7472601"/>
              <a:gd name="connsiteY279" fmla="*/ 6858000 h 6858000"/>
              <a:gd name="connsiteX280" fmla="*/ 5682041 w 7472601"/>
              <a:gd name="connsiteY280" fmla="*/ 6355860 h 6858000"/>
              <a:gd name="connsiteX281" fmla="*/ 5461758 w 7472601"/>
              <a:gd name="connsiteY281" fmla="*/ 5820220 h 6858000"/>
              <a:gd name="connsiteX282" fmla="*/ 5237282 w 7472601"/>
              <a:gd name="connsiteY282" fmla="*/ 6579086 h 6858000"/>
              <a:gd name="connsiteX283" fmla="*/ 5115009 w 7472601"/>
              <a:gd name="connsiteY283" fmla="*/ 6858000 h 6858000"/>
              <a:gd name="connsiteX284" fmla="*/ 5028074 w 7472601"/>
              <a:gd name="connsiteY284" fmla="*/ 6858000 h 6858000"/>
              <a:gd name="connsiteX285" fmla="*/ 5079508 w 7472601"/>
              <a:gd name="connsiteY285" fmla="*/ 6749074 h 6858000"/>
              <a:gd name="connsiteX286" fmla="*/ 5371846 w 7472601"/>
              <a:gd name="connsiteY286" fmla="*/ 5924413 h 6858000"/>
              <a:gd name="connsiteX287" fmla="*/ 5270512 w 7472601"/>
              <a:gd name="connsiteY287" fmla="*/ 6138975 h 6858000"/>
              <a:gd name="connsiteX288" fmla="*/ 5062409 w 7472601"/>
              <a:gd name="connsiteY288" fmla="*/ 6653544 h 6858000"/>
              <a:gd name="connsiteX289" fmla="*/ 5036628 w 7472601"/>
              <a:gd name="connsiteY289" fmla="*/ 6754247 h 6858000"/>
              <a:gd name="connsiteX290" fmla="*/ 5009112 w 7472601"/>
              <a:gd name="connsiteY290" fmla="*/ 6858000 h 6858000"/>
              <a:gd name="connsiteX291" fmla="*/ 4976679 w 7472601"/>
              <a:gd name="connsiteY291" fmla="*/ 6858000 h 6858000"/>
              <a:gd name="connsiteX292" fmla="*/ 5006537 w 7472601"/>
              <a:gd name="connsiteY292" fmla="*/ 6747068 h 6858000"/>
              <a:gd name="connsiteX293" fmla="*/ 5032723 w 7472601"/>
              <a:gd name="connsiteY293" fmla="*/ 6644957 h 6858000"/>
              <a:gd name="connsiteX294" fmla="*/ 5242949 w 7472601"/>
              <a:gd name="connsiteY294" fmla="*/ 6125175 h 6858000"/>
              <a:gd name="connsiteX295" fmla="*/ 5286321 w 7472601"/>
              <a:gd name="connsiteY295" fmla="*/ 6033555 h 6858000"/>
              <a:gd name="connsiteX296" fmla="*/ 5008210 w 7472601"/>
              <a:gd name="connsiteY296" fmla="*/ 6649194 h 6858000"/>
              <a:gd name="connsiteX297" fmla="*/ 4986321 w 7472601"/>
              <a:gd name="connsiteY297" fmla="*/ 6765687 h 6858000"/>
              <a:gd name="connsiteX298" fmla="*/ 4973474 w 7472601"/>
              <a:gd name="connsiteY298" fmla="*/ 6858000 h 6858000"/>
              <a:gd name="connsiteX299" fmla="*/ 4907178 w 7472601"/>
              <a:gd name="connsiteY299" fmla="*/ 6858000 h 6858000"/>
              <a:gd name="connsiteX300" fmla="*/ 4910810 w 7472601"/>
              <a:gd name="connsiteY300" fmla="*/ 6829660 h 6858000"/>
              <a:gd name="connsiteX301" fmla="*/ 4987461 w 7472601"/>
              <a:gd name="connsiteY301" fmla="*/ 6432994 h 6858000"/>
              <a:gd name="connsiteX302" fmla="*/ 5179262 w 7472601"/>
              <a:gd name="connsiteY302" fmla="*/ 6035044 h 6858000"/>
              <a:gd name="connsiteX303" fmla="*/ 4689678 w 7472601"/>
              <a:gd name="connsiteY303" fmla="*/ 6440241 h 6858000"/>
              <a:gd name="connsiteX304" fmla="*/ 4477543 w 7472601"/>
              <a:gd name="connsiteY304" fmla="*/ 6674836 h 6858000"/>
              <a:gd name="connsiteX305" fmla="*/ 4329957 w 7472601"/>
              <a:gd name="connsiteY305" fmla="*/ 6858000 h 6858000"/>
              <a:gd name="connsiteX306" fmla="*/ 4218595 w 7472601"/>
              <a:gd name="connsiteY306" fmla="*/ 6858000 h 6858000"/>
              <a:gd name="connsiteX307" fmla="*/ 4368888 w 7472601"/>
              <a:gd name="connsiteY307" fmla="*/ 6668412 h 6858000"/>
              <a:gd name="connsiteX308" fmla="*/ 4563091 w 7472601"/>
              <a:gd name="connsiteY308" fmla="*/ 6442508 h 6858000"/>
              <a:gd name="connsiteX309" fmla="*/ 5387324 w 7472601"/>
              <a:gd name="connsiteY309" fmla="*/ 5705830 h 6858000"/>
              <a:gd name="connsiteX310" fmla="*/ 5073620 w 7472601"/>
              <a:gd name="connsiteY310" fmla="*/ 5955437 h 6858000"/>
              <a:gd name="connsiteX311" fmla="*/ 4689789 w 7472601"/>
              <a:gd name="connsiteY311" fmla="*/ 6268382 h 6858000"/>
              <a:gd name="connsiteX312" fmla="*/ 4418722 w 7472601"/>
              <a:gd name="connsiteY312" fmla="*/ 6570886 h 6858000"/>
              <a:gd name="connsiteX313" fmla="*/ 4214944 w 7472601"/>
              <a:gd name="connsiteY313" fmla="*/ 6858000 h 6858000"/>
              <a:gd name="connsiteX314" fmla="*/ 4177898 w 7472601"/>
              <a:gd name="connsiteY314" fmla="*/ 6858000 h 6858000"/>
              <a:gd name="connsiteX315" fmla="*/ 4391597 w 7472601"/>
              <a:gd name="connsiteY315" fmla="*/ 6556370 h 6858000"/>
              <a:gd name="connsiteX316" fmla="*/ 4668889 w 7472601"/>
              <a:gd name="connsiteY316" fmla="*/ 6246399 h 6858000"/>
              <a:gd name="connsiteX317" fmla="*/ 5055427 w 7472601"/>
              <a:gd name="connsiteY317" fmla="*/ 5931476 h 6858000"/>
              <a:gd name="connsiteX318" fmla="*/ 5371814 w 7472601"/>
              <a:gd name="connsiteY318" fmla="*/ 5678975 h 6858000"/>
              <a:gd name="connsiteX319" fmla="*/ 4987918 w 7472601"/>
              <a:gd name="connsiteY319" fmla="*/ 5838701 h 6858000"/>
              <a:gd name="connsiteX320" fmla="*/ 4317146 w 7472601"/>
              <a:gd name="connsiteY320" fmla="*/ 6587716 h 6858000"/>
              <a:gd name="connsiteX321" fmla="*/ 4171627 w 7472601"/>
              <a:gd name="connsiteY321" fmla="*/ 6858000 h 6858000"/>
              <a:gd name="connsiteX322" fmla="*/ 4081585 w 7472601"/>
              <a:gd name="connsiteY322" fmla="*/ 6858000 h 6858000"/>
              <a:gd name="connsiteX323" fmla="*/ 4238603 w 7472601"/>
              <a:gd name="connsiteY323" fmla="*/ 6559341 h 6858000"/>
              <a:gd name="connsiteX324" fmla="*/ 4778333 w 7472601"/>
              <a:gd name="connsiteY324" fmla="*/ 5873626 h 6858000"/>
              <a:gd name="connsiteX325" fmla="*/ 5414185 w 7472601"/>
              <a:gd name="connsiteY325" fmla="*/ 5573882 h 6858000"/>
              <a:gd name="connsiteX326" fmla="*/ 5959648 w 7472601"/>
              <a:gd name="connsiteY326" fmla="*/ 4760797 h 6858000"/>
              <a:gd name="connsiteX327" fmla="*/ 5355019 w 7472601"/>
              <a:gd name="connsiteY327" fmla="*/ 4734672 h 6858000"/>
              <a:gd name="connsiteX328" fmla="*/ 5083565 w 7472601"/>
              <a:gd name="connsiteY328" fmla="*/ 5179121 h 6858000"/>
              <a:gd name="connsiteX329" fmla="*/ 4713577 w 7472601"/>
              <a:gd name="connsiteY329" fmla="*/ 5616803 h 6858000"/>
              <a:gd name="connsiteX330" fmla="*/ 3989559 w 7472601"/>
              <a:gd name="connsiteY330" fmla="*/ 6145945 h 6858000"/>
              <a:gd name="connsiteX331" fmla="*/ 3939824 w 7472601"/>
              <a:gd name="connsiteY331" fmla="*/ 6066900 h 6858000"/>
              <a:gd name="connsiteX332" fmla="*/ 4584537 w 7472601"/>
              <a:gd name="connsiteY332" fmla="*/ 5324826 h 6858000"/>
              <a:gd name="connsiteX333" fmla="*/ 5037105 w 7472601"/>
              <a:gd name="connsiteY333" fmla="*/ 5088765 h 6858000"/>
              <a:gd name="connsiteX334" fmla="*/ 5039930 w 7472601"/>
              <a:gd name="connsiteY334" fmla="*/ 5089585 h 6858000"/>
              <a:gd name="connsiteX335" fmla="*/ 5263764 w 7472601"/>
              <a:gd name="connsiteY335" fmla="*/ 4735525 h 6858000"/>
              <a:gd name="connsiteX336" fmla="*/ 4086300 w 7472601"/>
              <a:gd name="connsiteY336" fmla="*/ 4884599 h 6858000"/>
              <a:gd name="connsiteX337" fmla="*/ 4085485 w 7472601"/>
              <a:gd name="connsiteY337" fmla="*/ 4899070 h 6858000"/>
              <a:gd name="connsiteX338" fmla="*/ 3871915 w 7472601"/>
              <a:gd name="connsiteY338" fmla="*/ 5253645 h 6858000"/>
              <a:gd name="connsiteX339" fmla="*/ 3799374 w 7472601"/>
              <a:gd name="connsiteY339" fmla="*/ 5466127 h 6858000"/>
              <a:gd name="connsiteX340" fmla="*/ 3498850 w 7472601"/>
              <a:gd name="connsiteY340" fmla="*/ 6661888 h 6858000"/>
              <a:gd name="connsiteX341" fmla="*/ 3399216 w 7472601"/>
              <a:gd name="connsiteY341" fmla="*/ 6858000 h 6858000"/>
              <a:gd name="connsiteX342" fmla="*/ 3303688 w 7472601"/>
              <a:gd name="connsiteY342" fmla="*/ 6858000 h 6858000"/>
              <a:gd name="connsiteX343" fmla="*/ 3391774 w 7472601"/>
              <a:gd name="connsiteY343" fmla="*/ 6697181 h 6858000"/>
              <a:gd name="connsiteX344" fmla="*/ 3735540 w 7472601"/>
              <a:gd name="connsiteY344" fmla="*/ 5546923 h 6858000"/>
              <a:gd name="connsiteX345" fmla="*/ 3729438 w 7472601"/>
              <a:gd name="connsiteY345" fmla="*/ 5569058 h 6858000"/>
              <a:gd name="connsiteX346" fmla="*/ 3707782 w 7472601"/>
              <a:gd name="connsiteY346" fmla="*/ 5644908 h 6858000"/>
              <a:gd name="connsiteX347" fmla="*/ 3583827 w 7472601"/>
              <a:gd name="connsiteY347" fmla="*/ 6039215 h 6858000"/>
              <a:gd name="connsiteX348" fmla="*/ 3547861 w 7472601"/>
              <a:gd name="connsiteY348" fmla="*/ 6129609 h 6858000"/>
              <a:gd name="connsiteX349" fmla="*/ 3490905 w 7472601"/>
              <a:gd name="connsiteY349" fmla="*/ 6277660 h 6858000"/>
              <a:gd name="connsiteX350" fmla="*/ 3455859 w 7472601"/>
              <a:gd name="connsiteY350" fmla="*/ 6391301 h 6858000"/>
              <a:gd name="connsiteX351" fmla="*/ 3429112 w 7472601"/>
              <a:gd name="connsiteY351" fmla="*/ 6479469 h 6858000"/>
              <a:gd name="connsiteX352" fmla="*/ 3304862 w 7472601"/>
              <a:gd name="connsiteY352" fmla="*/ 6796476 h 6858000"/>
              <a:gd name="connsiteX353" fmla="*/ 3276071 w 7472601"/>
              <a:gd name="connsiteY353" fmla="*/ 6858000 h 6858000"/>
              <a:gd name="connsiteX354" fmla="*/ 3240805 w 7472601"/>
              <a:gd name="connsiteY354" fmla="*/ 6858000 h 6858000"/>
              <a:gd name="connsiteX355" fmla="*/ 3275917 w 7472601"/>
              <a:gd name="connsiteY355" fmla="*/ 6783192 h 6858000"/>
              <a:gd name="connsiteX356" fmla="*/ 3399358 w 7472601"/>
              <a:gd name="connsiteY356" fmla="*/ 6469011 h 6858000"/>
              <a:gd name="connsiteX357" fmla="*/ 3425650 w 7472601"/>
              <a:gd name="connsiteY357" fmla="*/ 6381333 h 6858000"/>
              <a:gd name="connsiteX358" fmla="*/ 3460661 w 7472601"/>
              <a:gd name="connsiteY358" fmla="*/ 6266763 h 6858000"/>
              <a:gd name="connsiteX359" fmla="*/ 3518021 w 7472601"/>
              <a:gd name="connsiteY359" fmla="*/ 6117298 h 6858000"/>
              <a:gd name="connsiteX360" fmla="*/ 3554035 w 7472601"/>
              <a:gd name="connsiteY360" fmla="*/ 6027832 h 6858000"/>
              <a:gd name="connsiteX361" fmla="*/ 3677174 w 7472601"/>
              <a:gd name="connsiteY361" fmla="*/ 5636351 h 6858000"/>
              <a:gd name="connsiteX362" fmla="*/ 3698819 w 7472601"/>
              <a:gd name="connsiteY362" fmla="*/ 5560503 h 6858000"/>
              <a:gd name="connsiteX363" fmla="*/ 3702094 w 7472601"/>
              <a:gd name="connsiteY363" fmla="*/ 5549194 h 6858000"/>
              <a:gd name="connsiteX364" fmla="*/ 3398355 w 7472601"/>
              <a:gd name="connsiteY364" fmla="*/ 6094603 h 6858000"/>
              <a:gd name="connsiteX365" fmla="*/ 3193941 w 7472601"/>
              <a:gd name="connsiteY365" fmla="*/ 6798775 h 6858000"/>
              <a:gd name="connsiteX366" fmla="*/ 3184140 w 7472601"/>
              <a:gd name="connsiteY366" fmla="*/ 6858000 h 6858000"/>
              <a:gd name="connsiteX367" fmla="*/ 3099978 w 7472601"/>
              <a:gd name="connsiteY367" fmla="*/ 6858000 h 6858000"/>
              <a:gd name="connsiteX368" fmla="*/ 3101556 w 7472601"/>
              <a:gd name="connsiteY368" fmla="*/ 6843337 h 6858000"/>
              <a:gd name="connsiteX369" fmla="*/ 3370162 w 7472601"/>
              <a:gd name="connsiteY369" fmla="*/ 5785550 h 6858000"/>
              <a:gd name="connsiteX370" fmla="*/ 3746477 w 7472601"/>
              <a:gd name="connsiteY370" fmla="*/ 5377889 h 6858000"/>
              <a:gd name="connsiteX371" fmla="*/ 3863399 w 7472601"/>
              <a:gd name="connsiteY371" fmla="*/ 5087257 h 6858000"/>
              <a:gd name="connsiteX372" fmla="*/ 3968712 w 7472601"/>
              <a:gd name="connsiteY372" fmla="*/ 4913989 h 6858000"/>
              <a:gd name="connsiteX373" fmla="*/ 2792390 w 7472601"/>
              <a:gd name="connsiteY373" fmla="*/ 5382974 h 6858000"/>
              <a:gd name="connsiteX374" fmla="*/ 2714982 w 7472601"/>
              <a:gd name="connsiteY374" fmla="*/ 5427051 h 6858000"/>
              <a:gd name="connsiteX375" fmla="*/ 2813361 w 7472601"/>
              <a:gd name="connsiteY375" fmla="*/ 6023912 h 6858000"/>
              <a:gd name="connsiteX376" fmla="*/ 2688430 w 7472601"/>
              <a:gd name="connsiteY376" fmla="*/ 6801564 h 6858000"/>
              <a:gd name="connsiteX377" fmla="*/ 2629626 w 7472601"/>
              <a:gd name="connsiteY377" fmla="*/ 6763394 h 6858000"/>
              <a:gd name="connsiteX378" fmla="*/ 2565328 w 7472601"/>
              <a:gd name="connsiteY378" fmla="*/ 5516399 h 6858000"/>
              <a:gd name="connsiteX379" fmla="*/ 1922999 w 7472601"/>
              <a:gd name="connsiteY379" fmla="*/ 5980343 h 6858000"/>
              <a:gd name="connsiteX380" fmla="*/ 1950261 w 7472601"/>
              <a:gd name="connsiteY380" fmla="*/ 6405858 h 6858000"/>
              <a:gd name="connsiteX381" fmla="*/ 2365554 w 7472601"/>
              <a:gd name="connsiteY381" fmla="*/ 6759107 h 6858000"/>
              <a:gd name="connsiteX382" fmla="*/ 2424142 w 7472601"/>
              <a:gd name="connsiteY382" fmla="*/ 6858000 h 6858000"/>
              <a:gd name="connsiteX383" fmla="*/ 2395994 w 7472601"/>
              <a:gd name="connsiteY383" fmla="*/ 6858000 h 6858000"/>
              <a:gd name="connsiteX384" fmla="*/ 2392863 w 7472601"/>
              <a:gd name="connsiteY384" fmla="*/ 6852964 h 6858000"/>
              <a:gd name="connsiteX385" fmla="*/ 2017589 w 7472601"/>
              <a:gd name="connsiteY385" fmla="*/ 6493982 h 6858000"/>
              <a:gd name="connsiteX386" fmla="*/ 2147336 w 7472601"/>
              <a:gd name="connsiteY386" fmla="*/ 6594052 h 6858000"/>
              <a:gd name="connsiteX387" fmla="*/ 2207047 w 7472601"/>
              <a:gd name="connsiteY387" fmla="*/ 6654540 h 6858000"/>
              <a:gd name="connsiteX388" fmla="*/ 2299106 w 7472601"/>
              <a:gd name="connsiteY388" fmla="*/ 6778931 h 6858000"/>
              <a:gd name="connsiteX389" fmla="*/ 2314430 w 7472601"/>
              <a:gd name="connsiteY389" fmla="*/ 6801144 h 6858000"/>
              <a:gd name="connsiteX390" fmla="*/ 2352406 w 7472601"/>
              <a:gd name="connsiteY390" fmla="*/ 6858000 h 6858000"/>
              <a:gd name="connsiteX391" fmla="*/ 2314492 w 7472601"/>
              <a:gd name="connsiteY391" fmla="*/ 6858000 h 6858000"/>
              <a:gd name="connsiteX392" fmla="*/ 2288095 w 7472601"/>
              <a:gd name="connsiteY392" fmla="*/ 6818030 h 6858000"/>
              <a:gd name="connsiteX393" fmla="*/ 2272768 w 7472601"/>
              <a:gd name="connsiteY393" fmla="*/ 6795822 h 6858000"/>
              <a:gd name="connsiteX394" fmla="*/ 2182715 w 7472601"/>
              <a:gd name="connsiteY394" fmla="*/ 6675071 h 6858000"/>
              <a:gd name="connsiteX395" fmla="*/ 2032061 w 7472601"/>
              <a:gd name="connsiteY395" fmla="*/ 6541380 h 6858000"/>
              <a:gd name="connsiteX396" fmla="*/ 2257220 w 7472601"/>
              <a:gd name="connsiteY396" fmla="*/ 6826257 h 6858000"/>
              <a:gd name="connsiteX397" fmla="*/ 2281324 w 7472601"/>
              <a:gd name="connsiteY397" fmla="*/ 6858000 h 6858000"/>
              <a:gd name="connsiteX398" fmla="*/ 2242860 w 7472601"/>
              <a:gd name="connsiteY398" fmla="*/ 6858000 h 6858000"/>
              <a:gd name="connsiteX399" fmla="*/ 2232818 w 7472601"/>
              <a:gd name="connsiteY399" fmla="*/ 6844926 h 6858000"/>
              <a:gd name="connsiteX400" fmla="*/ 1990172 w 7472601"/>
              <a:gd name="connsiteY400" fmla="*/ 6542121 h 6858000"/>
              <a:gd name="connsiteX401" fmla="*/ 2124090 w 7472601"/>
              <a:gd name="connsiteY401" fmla="*/ 6761017 h 6858000"/>
              <a:gd name="connsiteX402" fmla="*/ 2200380 w 7472601"/>
              <a:gd name="connsiteY402" fmla="*/ 6858000 h 6858000"/>
              <a:gd name="connsiteX403" fmla="*/ 2147507 w 7472601"/>
              <a:gd name="connsiteY403" fmla="*/ 6858000 h 6858000"/>
              <a:gd name="connsiteX404" fmla="*/ 2070668 w 7472601"/>
              <a:gd name="connsiteY404" fmla="*/ 6761520 h 6858000"/>
              <a:gd name="connsiteX405" fmla="*/ 1975142 w 7472601"/>
              <a:gd name="connsiteY405" fmla="*/ 6585570 h 6858000"/>
              <a:gd name="connsiteX406" fmla="*/ 2050035 w 7472601"/>
              <a:gd name="connsiteY406" fmla="*/ 6813345 h 6858000"/>
              <a:gd name="connsiteX407" fmla="*/ 2063025 w 7472601"/>
              <a:gd name="connsiteY407" fmla="*/ 6858000 h 6858000"/>
              <a:gd name="connsiteX408" fmla="*/ 2021675 w 7472601"/>
              <a:gd name="connsiteY408" fmla="*/ 6858000 h 6858000"/>
              <a:gd name="connsiteX409" fmla="*/ 2019308 w 7472601"/>
              <a:gd name="connsiteY409" fmla="*/ 6847118 h 6858000"/>
              <a:gd name="connsiteX410" fmla="*/ 1938835 w 7472601"/>
              <a:gd name="connsiteY410" fmla="*/ 6551160 h 6858000"/>
              <a:gd name="connsiteX411" fmla="*/ 1953230 w 7472601"/>
              <a:gd name="connsiteY411" fmla="*/ 6759699 h 6858000"/>
              <a:gd name="connsiteX412" fmla="*/ 1956763 w 7472601"/>
              <a:gd name="connsiteY412" fmla="*/ 6778191 h 6858000"/>
              <a:gd name="connsiteX413" fmla="*/ 1967925 w 7472601"/>
              <a:gd name="connsiteY413" fmla="*/ 6858000 h 6858000"/>
              <a:gd name="connsiteX414" fmla="*/ 1936622 w 7472601"/>
              <a:gd name="connsiteY414" fmla="*/ 6858000 h 6858000"/>
              <a:gd name="connsiteX415" fmla="*/ 1926261 w 7472601"/>
              <a:gd name="connsiteY415" fmla="*/ 6784064 h 6858000"/>
              <a:gd name="connsiteX416" fmla="*/ 1922724 w 7472601"/>
              <a:gd name="connsiteY416" fmla="*/ 6765577 h 6858000"/>
              <a:gd name="connsiteX417" fmla="*/ 1904650 w 7472601"/>
              <a:gd name="connsiteY417" fmla="*/ 6639616 h 6858000"/>
              <a:gd name="connsiteX418" fmla="*/ 1885273 w 7472601"/>
              <a:gd name="connsiteY418" fmla="*/ 6858000 h 6858000"/>
              <a:gd name="connsiteX419" fmla="*/ 1854363 w 7472601"/>
              <a:gd name="connsiteY419" fmla="*/ 6858000 h 6858000"/>
              <a:gd name="connsiteX420" fmla="*/ 1880391 w 7472601"/>
              <a:gd name="connsiteY420" fmla="*/ 6603796 h 6858000"/>
              <a:gd name="connsiteX421" fmla="*/ 1818273 w 7472601"/>
              <a:gd name="connsiteY421" fmla="*/ 6715729 h 6858000"/>
              <a:gd name="connsiteX422" fmla="*/ 1794691 w 7472601"/>
              <a:gd name="connsiteY422" fmla="*/ 6843239 h 6858000"/>
              <a:gd name="connsiteX423" fmla="*/ 1794914 w 7472601"/>
              <a:gd name="connsiteY423" fmla="*/ 6858000 h 6858000"/>
              <a:gd name="connsiteX424" fmla="*/ 1746128 w 7472601"/>
              <a:gd name="connsiteY424" fmla="*/ 6858000 h 6858000"/>
              <a:gd name="connsiteX425" fmla="*/ 1753934 w 7472601"/>
              <a:gd name="connsiteY425" fmla="*/ 6724796 h 6858000"/>
              <a:gd name="connsiteX426" fmla="*/ 1792053 w 7472601"/>
              <a:gd name="connsiteY426" fmla="*/ 6572396 h 6858000"/>
              <a:gd name="connsiteX427" fmla="*/ 1862248 w 7472601"/>
              <a:gd name="connsiteY427" fmla="*/ 6266397 h 6858000"/>
              <a:gd name="connsiteX428" fmla="*/ 1862250 w 7472601"/>
              <a:gd name="connsiteY428" fmla="*/ 6033531 h 6858000"/>
              <a:gd name="connsiteX429" fmla="*/ 1211999 w 7472601"/>
              <a:gd name="connsiteY429" fmla="*/ 6683610 h 6858000"/>
              <a:gd name="connsiteX430" fmla="*/ 1213266 w 7472601"/>
              <a:gd name="connsiteY430" fmla="*/ 6691947 h 6858000"/>
              <a:gd name="connsiteX431" fmla="*/ 1203370 w 7472601"/>
              <a:gd name="connsiteY431" fmla="*/ 6850676 h 6858000"/>
              <a:gd name="connsiteX432" fmla="*/ 1203671 w 7472601"/>
              <a:gd name="connsiteY432" fmla="*/ 6858000 h 6858000"/>
              <a:gd name="connsiteX433" fmla="*/ 1143180 w 7472601"/>
              <a:gd name="connsiteY433" fmla="*/ 6858000 h 6858000"/>
              <a:gd name="connsiteX434" fmla="*/ 1142176 w 7472601"/>
              <a:gd name="connsiteY434" fmla="*/ 6766045 h 6858000"/>
              <a:gd name="connsiteX435" fmla="*/ 1067484 w 7472601"/>
              <a:gd name="connsiteY435" fmla="*/ 6858000 h 6858000"/>
              <a:gd name="connsiteX436" fmla="*/ 953928 w 7472601"/>
              <a:gd name="connsiteY436" fmla="*/ 6858000 h 6858000"/>
              <a:gd name="connsiteX437" fmla="*/ 959715 w 7472601"/>
              <a:gd name="connsiteY437" fmla="*/ 6850185 h 6858000"/>
              <a:gd name="connsiteX438" fmla="*/ 1483788 w 7472601"/>
              <a:gd name="connsiteY438" fmla="*/ 6259174 h 6858000"/>
              <a:gd name="connsiteX439" fmla="*/ 1100671 w 7472601"/>
              <a:gd name="connsiteY439" fmla="*/ 6252137 h 6858000"/>
              <a:gd name="connsiteX440" fmla="*/ 1090144 w 7472601"/>
              <a:gd name="connsiteY440" fmla="*/ 6256748 h 6858000"/>
              <a:gd name="connsiteX441" fmla="*/ 1095872 w 7472601"/>
              <a:gd name="connsiteY441" fmla="*/ 6271892 h 6858000"/>
              <a:gd name="connsiteX442" fmla="*/ 262785 w 7472601"/>
              <a:gd name="connsiteY442" fmla="*/ 6845450 h 6858000"/>
              <a:gd name="connsiteX443" fmla="*/ 209968 w 7472601"/>
              <a:gd name="connsiteY443" fmla="*/ 6770713 h 6858000"/>
              <a:gd name="connsiteX444" fmla="*/ 873460 w 7472601"/>
              <a:gd name="connsiteY444" fmla="*/ 6253768 h 6858000"/>
              <a:gd name="connsiteX445" fmla="*/ 192686 w 7472601"/>
              <a:gd name="connsiteY445" fmla="*/ 5849257 h 6858000"/>
              <a:gd name="connsiteX446" fmla="*/ 4696 w 7472601"/>
              <a:gd name="connsiteY446" fmla="*/ 5697668 h 6858000"/>
              <a:gd name="connsiteX447" fmla="*/ 0 w 7472601"/>
              <a:gd name="connsiteY447" fmla="*/ 5689984 h 6858000"/>
              <a:gd name="connsiteX448" fmla="*/ 0 w 7472601"/>
              <a:gd name="connsiteY448" fmla="*/ 5513472 h 6858000"/>
              <a:gd name="connsiteX449" fmla="*/ 174101 w 7472601"/>
              <a:gd name="connsiteY449" fmla="*/ 5620277 h 6858000"/>
              <a:gd name="connsiteX450" fmla="*/ 891800 w 7472601"/>
              <a:gd name="connsiteY450" fmla="*/ 6036935 h 6858000"/>
              <a:gd name="connsiteX451" fmla="*/ 1072219 w 7472601"/>
              <a:gd name="connsiteY451" fmla="*/ 6169443 h 6858000"/>
              <a:gd name="connsiteX452" fmla="*/ 1074117 w 7472601"/>
              <a:gd name="connsiteY452" fmla="*/ 6170301 h 6858000"/>
              <a:gd name="connsiteX453" fmla="*/ 1083114 w 7472601"/>
              <a:gd name="connsiteY453" fmla="*/ 6174131 h 6858000"/>
              <a:gd name="connsiteX454" fmla="*/ 1543010 w 7472601"/>
              <a:gd name="connsiteY454" fmla="*/ 6191140 h 6858000"/>
              <a:gd name="connsiteX455" fmla="*/ 1551080 w 7472601"/>
              <a:gd name="connsiteY455" fmla="*/ 6195006 h 6858000"/>
              <a:gd name="connsiteX456" fmla="*/ 2345443 w 7472601"/>
              <a:gd name="connsiteY456" fmla="*/ 5549882 h 6858000"/>
              <a:gd name="connsiteX457" fmla="*/ 1721499 w 7472601"/>
              <a:gd name="connsiteY457" fmla="*/ 5599969 h 6858000"/>
              <a:gd name="connsiteX458" fmla="*/ 767716 w 7472601"/>
              <a:gd name="connsiteY458" fmla="*/ 5472768 h 6858000"/>
              <a:gd name="connsiteX459" fmla="*/ 722147 w 7472601"/>
              <a:gd name="connsiteY459" fmla="*/ 5393091 h 6858000"/>
              <a:gd name="connsiteX460" fmla="*/ 1485552 w 7472601"/>
              <a:gd name="connsiteY460" fmla="*/ 5313202 h 6858000"/>
              <a:gd name="connsiteX461" fmla="*/ 2143004 w 7472601"/>
              <a:gd name="connsiteY461" fmla="*/ 5402420 h 6858000"/>
              <a:gd name="connsiteX462" fmla="*/ 1933391 w 7472601"/>
              <a:gd name="connsiteY462" fmla="*/ 5156971 h 6858000"/>
              <a:gd name="connsiteX463" fmla="*/ 1827118 w 7472601"/>
              <a:gd name="connsiteY463" fmla="*/ 4968410 h 6858000"/>
              <a:gd name="connsiteX464" fmla="*/ 1837349 w 7472601"/>
              <a:gd name="connsiteY464" fmla="*/ 4956357 h 6858000"/>
              <a:gd name="connsiteX465" fmla="*/ 2162835 w 7472601"/>
              <a:gd name="connsiteY465" fmla="*/ 5187853 h 6858000"/>
              <a:gd name="connsiteX466" fmla="*/ 2257167 w 7472601"/>
              <a:gd name="connsiteY466" fmla="*/ 5462123 h 6858000"/>
              <a:gd name="connsiteX467" fmla="*/ 2261598 w 7472601"/>
              <a:gd name="connsiteY467" fmla="*/ 5467998 h 6858000"/>
              <a:gd name="connsiteX468" fmla="*/ 2437177 w 7472601"/>
              <a:gd name="connsiteY468" fmla="*/ 5479608 h 6858000"/>
              <a:gd name="connsiteX469" fmla="*/ 2445247 w 7472601"/>
              <a:gd name="connsiteY469" fmla="*/ 5483476 h 6858000"/>
              <a:gd name="connsiteX470" fmla="*/ 2743626 w 7472601"/>
              <a:gd name="connsiteY470" fmla="*/ 5304819 h 6858000"/>
              <a:gd name="connsiteX471" fmla="*/ 3048102 w 7472601"/>
              <a:gd name="connsiteY471" fmla="*/ 5150595 h 6858000"/>
              <a:gd name="connsiteX472" fmla="*/ 1799414 w 7472601"/>
              <a:gd name="connsiteY472" fmla="*/ 4694732 h 6858000"/>
              <a:gd name="connsiteX473" fmla="*/ 1771735 w 7472601"/>
              <a:gd name="connsiteY473" fmla="*/ 4619929 h 6858000"/>
              <a:gd name="connsiteX474" fmla="*/ 3104273 w 7472601"/>
              <a:gd name="connsiteY474" fmla="*/ 5076159 h 6858000"/>
              <a:gd name="connsiteX475" fmla="*/ 3113245 w 7472601"/>
              <a:gd name="connsiteY475" fmla="*/ 5090705 h 6858000"/>
              <a:gd name="connsiteX476" fmla="*/ 3126294 w 7472601"/>
              <a:gd name="connsiteY476" fmla="*/ 5114400 h 6858000"/>
              <a:gd name="connsiteX477" fmla="*/ 3937433 w 7472601"/>
              <a:gd name="connsiteY477" fmla="*/ 4830473 h 6858000"/>
              <a:gd name="connsiteX478" fmla="*/ 3590475 w 7472601"/>
              <a:gd name="connsiteY478" fmla="*/ 4597974 h 6858000"/>
              <a:gd name="connsiteX479" fmla="*/ 3100264 w 7472601"/>
              <a:gd name="connsiteY479" fmla="*/ 4579845 h 6858000"/>
              <a:gd name="connsiteX480" fmla="*/ 2183576 w 7472601"/>
              <a:gd name="connsiteY480" fmla="*/ 4227150 h 6858000"/>
              <a:gd name="connsiteX481" fmla="*/ 2151029 w 7472601"/>
              <a:gd name="connsiteY481" fmla="*/ 4146947 h 6858000"/>
              <a:gd name="connsiteX482" fmla="*/ 3563434 w 7472601"/>
              <a:gd name="connsiteY482" fmla="*/ 4469115 h 6858000"/>
              <a:gd name="connsiteX483" fmla="*/ 3177952 w 7472601"/>
              <a:gd name="connsiteY483" fmla="*/ 3657386 h 6858000"/>
              <a:gd name="connsiteX484" fmla="*/ 3189263 w 7472601"/>
              <a:gd name="connsiteY484" fmla="*/ 3625726 h 6858000"/>
              <a:gd name="connsiteX485" fmla="*/ 3560912 w 7472601"/>
              <a:gd name="connsiteY485" fmla="*/ 4079863 h 6858000"/>
              <a:gd name="connsiteX486" fmla="*/ 3626636 w 7472601"/>
              <a:gd name="connsiteY486" fmla="*/ 4512230 h 6858000"/>
              <a:gd name="connsiteX487" fmla="*/ 3653088 w 7472601"/>
              <a:gd name="connsiteY487" fmla="*/ 4521417 h 6858000"/>
              <a:gd name="connsiteX488" fmla="*/ 3988128 w 7472601"/>
              <a:gd name="connsiteY488" fmla="*/ 4817267 h 6858000"/>
              <a:gd name="connsiteX489" fmla="*/ 4830582 w 7472601"/>
              <a:gd name="connsiteY489" fmla="*/ 4676000 h 6858000"/>
              <a:gd name="connsiteX490" fmla="*/ 4830100 w 7472601"/>
              <a:gd name="connsiteY490" fmla="*/ 4675554 h 6858000"/>
              <a:gd name="connsiteX491" fmla="*/ 4036318 w 7472601"/>
              <a:gd name="connsiteY491" fmla="*/ 4147013 h 6858000"/>
              <a:gd name="connsiteX492" fmla="*/ 3432098 w 7472601"/>
              <a:gd name="connsiteY492" fmla="*/ 3537312 h 6858000"/>
              <a:gd name="connsiteX493" fmla="*/ 3446761 w 7472601"/>
              <a:gd name="connsiteY493" fmla="*/ 3461278 h 6858000"/>
              <a:gd name="connsiteX494" fmla="*/ 4419733 w 7472601"/>
              <a:gd name="connsiteY494" fmla="*/ 3963555 h 6858000"/>
              <a:gd name="connsiteX495" fmla="*/ 4781371 w 7472601"/>
              <a:gd name="connsiteY495" fmla="*/ 4458604 h 6858000"/>
              <a:gd name="connsiteX496" fmla="*/ 4780440 w 7472601"/>
              <a:gd name="connsiteY496" fmla="*/ 4470290 h 6858000"/>
              <a:gd name="connsiteX497" fmla="*/ 4898954 w 7472601"/>
              <a:gd name="connsiteY497" fmla="*/ 4662092 h 6858000"/>
              <a:gd name="connsiteX498" fmla="*/ 4900699 w 7472601"/>
              <a:gd name="connsiteY498" fmla="*/ 4670867 h 6858000"/>
              <a:gd name="connsiteX499" fmla="*/ 5714511 w 7472601"/>
              <a:gd name="connsiteY499" fmla="*/ 4663483 h 6858000"/>
              <a:gd name="connsiteX500" fmla="*/ 5464793 w 7472601"/>
              <a:gd name="connsiteY500" fmla="*/ 4393556 h 6858000"/>
              <a:gd name="connsiteX501" fmla="*/ 5461897 w 7472601"/>
              <a:gd name="connsiteY501" fmla="*/ 4390879 h 6858000"/>
              <a:gd name="connsiteX502" fmla="*/ 4294126 w 7472601"/>
              <a:gd name="connsiteY502" fmla="*/ 3303048 h 6858000"/>
              <a:gd name="connsiteX503" fmla="*/ 4305321 w 7472601"/>
              <a:gd name="connsiteY503" fmla="*/ 3256953 h 6858000"/>
              <a:gd name="connsiteX504" fmla="*/ 4949299 w 7472601"/>
              <a:gd name="connsiteY504" fmla="*/ 3766336 h 6858000"/>
              <a:gd name="connsiteX505" fmla="*/ 5291452 w 7472601"/>
              <a:gd name="connsiteY505" fmla="*/ 4076801 h 6858000"/>
              <a:gd name="connsiteX506" fmla="*/ 5434998 w 7472601"/>
              <a:gd name="connsiteY506" fmla="*/ 4254100 h 6858000"/>
              <a:gd name="connsiteX507" fmla="*/ 5351015 w 7472601"/>
              <a:gd name="connsiteY507" fmla="*/ 3760989 h 6858000"/>
              <a:gd name="connsiteX508" fmla="*/ 5413780 w 7472601"/>
              <a:gd name="connsiteY508" fmla="*/ 2966265 h 6858000"/>
              <a:gd name="connsiteX509" fmla="*/ 5425627 w 7472601"/>
              <a:gd name="connsiteY509" fmla="*/ 2954192 h 6858000"/>
              <a:gd name="connsiteX510" fmla="*/ 6604735 w 7472601"/>
              <a:gd name="connsiteY510" fmla="*/ 2041381 h 6858000"/>
              <a:gd name="connsiteX511" fmla="*/ 7204487 w 7472601"/>
              <a:gd name="connsiteY511" fmla="*/ 2742112 h 6858000"/>
              <a:gd name="connsiteX512" fmla="*/ 7131592 w 7472601"/>
              <a:gd name="connsiteY512" fmla="*/ 2672096 h 6858000"/>
              <a:gd name="connsiteX513" fmla="*/ 6996344 w 7472601"/>
              <a:gd name="connsiteY513" fmla="*/ 2518310 h 6858000"/>
              <a:gd name="connsiteX514" fmla="*/ 6735495 w 7472601"/>
              <a:gd name="connsiteY514" fmla="*/ 2196890 h 6858000"/>
              <a:gd name="connsiteX515" fmla="*/ 6721901 w 7472601"/>
              <a:gd name="connsiteY515" fmla="*/ 2179274 h 6858000"/>
              <a:gd name="connsiteX516" fmla="*/ 6604735 w 7472601"/>
              <a:gd name="connsiteY516" fmla="*/ 2041381 h 6858000"/>
              <a:gd name="connsiteX517" fmla="*/ 6591670 w 7472601"/>
              <a:gd name="connsiteY517" fmla="*/ 1988277 h 6858000"/>
              <a:gd name="connsiteX518" fmla="*/ 6747349 w 7472601"/>
              <a:gd name="connsiteY518" fmla="*/ 2160069 h 6858000"/>
              <a:gd name="connsiteX519" fmla="*/ 6760943 w 7472601"/>
              <a:gd name="connsiteY519" fmla="*/ 2177686 h 6858000"/>
              <a:gd name="connsiteX520" fmla="*/ 7021065 w 7472601"/>
              <a:gd name="connsiteY520" fmla="*/ 2498102 h 6858000"/>
              <a:gd name="connsiteX521" fmla="*/ 7155223 w 7472601"/>
              <a:gd name="connsiteY521" fmla="*/ 2650386 h 6858000"/>
              <a:gd name="connsiteX522" fmla="*/ 7203167 w 7472601"/>
              <a:gd name="connsiteY522" fmla="*/ 2697288 h 6858000"/>
              <a:gd name="connsiteX523" fmla="*/ 6937703 w 7472601"/>
              <a:gd name="connsiteY523" fmla="*/ 2321981 h 6858000"/>
              <a:gd name="connsiteX524" fmla="*/ 6591670 w 7472601"/>
              <a:gd name="connsiteY524" fmla="*/ 1988277 h 6858000"/>
              <a:gd name="connsiteX525" fmla="*/ 5798671 w 7472601"/>
              <a:gd name="connsiteY525" fmla="*/ 1981601 h 6858000"/>
              <a:gd name="connsiteX526" fmla="*/ 5754709 w 7472601"/>
              <a:gd name="connsiteY526" fmla="*/ 2071454 h 6858000"/>
              <a:gd name="connsiteX527" fmla="*/ 5763044 w 7472601"/>
              <a:gd name="connsiteY527" fmla="*/ 2842206 h 6858000"/>
              <a:gd name="connsiteX528" fmla="*/ 5764974 w 7472601"/>
              <a:gd name="connsiteY528" fmla="*/ 2799609 h 6858000"/>
              <a:gd name="connsiteX529" fmla="*/ 5767665 w 7472601"/>
              <a:gd name="connsiteY529" fmla="*/ 2666409 h 6858000"/>
              <a:gd name="connsiteX530" fmla="*/ 5763055 w 7472601"/>
              <a:gd name="connsiteY530" fmla="*/ 2579705 h 6858000"/>
              <a:gd name="connsiteX531" fmla="*/ 5758079 w 7472601"/>
              <a:gd name="connsiteY531" fmla="*/ 2492508 h 6858000"/>
              <a:gd name="connsiteX532" fmla="*/ 5779325 w 7472601"/>
              <a:gd name="connsiteY532" fmla="*/ 2197069 h 6858000"/>
              <a:gd name="connsiteX533" fmla="*/ 5798671 w 7472601"/>
              <a:gd name="connsiteY533" fmla="*/ 1981601 h 6858000"/>
              <a:gd name="connsiteX534" fmla="*/ 5829202 w 7472601"/>
              <a:gd name="connsiteY534" fmla="*/ 1971679 h 6858000"/>
              <a:gd name="connsiteX535" fmla="*/ 5809558 w 7472601"/>
              <a:gd name="connsiteY535" fmla="*/ 2198043 h 6858000"/>
              <a:gd name="connsiteX536" fmla="*/ 5788653 w 7472601"/>
              <a:gd name="connsiteY536" fmla="*/ 2489430 h 6858000"/>
              <a:gd name="connsiteX537" fmla="*/ 5793439 w 7472601"/>
              <a:gd name="connsiteY537" fmla="*/ 2575235 h 6858000"/>
              <a:gd name="connsiteX538" fmla="*/ 5796837 w 7472601"/>
              <a:gd name="connsiteY538" fmla="*/ 2637633 h 6858000"/>
              <a:gd name="connsiteX539" fmla="*/ 5818614 w 7472601"/>
              <a:gd name="connsiteY539" fmla="*/ 2473055 h 6858000"/>
              <a:gd name="connsiteX540" fmla="*/ 5829202 w 7472601"/>
              <a:gd name="connsiteY540" fmla="*/ 1971679 h 6858000"/>
              <a:gd name="connsiteX541" fmla="*/ 5911389 w 7472601"/>
              <a:gd name="connsiteY541" fmla="*/ 1898371 h 6858000"/>
              <a:gd name="connsiteX542" fmla="*/ 6237627 w 7472601"/>
              <a:gd name="connsiteY542" fmla="*/ 2231921 h 6858000"/>
              <a:gd name="connsiteX543" fmla="*/ 5911389 w 7472601"/>
              <a:gd name="connsiteY543" fmla="*/ 1898371 h 6858000"/>
              <a:gd name="connsiteX544" fmla="*/ 6944437 w 7472601"/>
              <a:gd name="connsiteY544" fmla="*/ 1575402 h 6858000"/>
              <a:gd name="connsiteX545" fmla="*/ 6304730 w 7472601"/>
              <a:gd name="connsiteY545" fmla="*/ 1766654 h 6858000"/>
              <a:gd name="connsiteX546" fmla="*/ 6944437 w 7472601"/>
              <a:gd name="connsiteY546" fmla="*/ 1575402 h 6858000"/>
              <a:gd name="connsiteX547" fmla="*/ 7019523 w 7472601"/>
              <a:gd name="connsiteY547" fmla="*/ 1519450 h 6858000"/>
              <a:gd name="connsiteX548" fmla="*/ 6298091 w 7472601"/>
              <a:gd name="connsiteY548" fmla="*/ 1737122 h 6858000"/>
              <a:gd name="connsiteX549" fmla="*/ 7019523 w 7472601"/>
              <a:gd name="connsiteY549" fmla="*/ 1519450 h 6858000"/>
              <a:gd name="connsiteX550" fmla="*/ 2399523 w 7472601"/>
              <a:gd name="connsiteY550" fmla="*/ 1428234 h 6858000"/>
              <a:gd name="connsiteX551" fmla="*/ 2224982 w 7472601"/>
              <a:gd name="connsiteY551" fmla="*/ 1826201 h 6858000"/>
              <a:gd name="connsiteX552" fmla="*/ 2096099 w 7472601"/>
              <a:gd name="connsiteY552" fmla="*/ 2345900 h 6858000"/>
              <a:gd name="connsiteX553" fmla="*/ 2283317 w 7472601"/>
              <a:gd name="connsiteY553" fmla="*/ 1796925 h 6858000"/>
              <a:gd name="connsiteX554" fmla="*/ 2399523 w 7472601"/>
              <a:gd name="connsiteY554" fmla="*/ 1428234 h 6858000"/>
              <a:gd name="connsiteX555" fmla="*/ 2448558 w 7472601"/>
              <a:gd name="connsiteY555" fmla="*/ 1373435 h 6858000"/>
              <a:gd name="connsiteX556" fmla="*/ 2312521 w 7472601"/>
              <a:gd name="connsiteY556" fmla="*/ 1806140 h 6858000"/>
              <a:gd name="connsiteX557" fmla="*/ 2127533 w 7472601"/>
              <a:gd name="connsiteY557" fmla="*/ 2348380 h 6858000"/>
              <a:gd name="connsiteX558" fmla="*/ 2358080 w 7472601"/>
              <a:gd name="connsiteY558" fmla="*/ 1866134 h 6858000"/>
              <a:gd name="connsiteX559" fmla="*/ 2407436 w 7472601"/>
              <a:gd name="connsiteY559" fmla="*/ 1651070 h 6858000"/>
              <a:gd name="connsiteX560" fmla="*/ 2448558 w 7472601"/>
              <a:gd name="connsiteY560" fmla="*/ 1373435 h 6858000"/>
              <a:gd name="connsiteX561" fmla="*/ 278707 w 7472601"/>
              <a:gd name="connsiteY561" fmla="*/ 1352270 h 6858000"/>
              <a:gd name="connsiteX562" fmla="*/ 321570 w 7472601"/>
              <a:gd name="connsiteY562" fmla="*/ 1861610 h 6858000"/>
              <a:gd name="connsiteX563" fmla="*/ 294281 w 7472601"/>
              <a:gd name="connsiteY563" fmla="*/ 1440658 h 6858000"/>
              <a:gd name="connsiteX564" fmla="*/ 278707 w 7472601"/>
              <a:gd name="connsiteY564" fmla="*/ 1352270 h 6858000"/>
              <a:gd name="connsiteX565" fmla="*/ 1423821 w 7472601"/>
              <a:gd name="connsiteY565" fmla="*/ 1351958 h 6858000"/>
              <a:gd name="connsiteX566" fmla="*/ 1638521 w 7472601"/>
              <a:gd name="connsiteY566" fmla="*/ 1908470 h 6858000"/>
              <a:gd name="connsiteX567" fmla="*/ 1754199 w 7472601"/>
              <a:gd name="connsiteY567" fmla="*/ 2149284 h 6858000"/>
              <a:gd name="connsiteX568" fmla="*/ 1908359 w 7472601"/>
              <a:gd name="connsiteY568" fmla="*/ 2364988 h 6858000"/>
              <a:gd name="connsiteX569" fmla="*/ 1647661 w 7472601"/>
              <a:gd name="connsiteY569" fmla="*/ 1825945 h 6858000"/>
              <a:gd name="connsiteX570" fmla="*/ 1423821 w 7472601"/>
              <a:gd name="connsiteY570" fmla="*/ 1351958 h 6858000"/>
              <a:gd name="connsiteX571" fmla="*/ 1431890 w 7472601"/>
              <a:gd name="connsiteY571" fmla="*/ 1306475 h 6858000"/>
              <a:gd name="connsiteX572" fmla="*/ 1507597 w 7472601"/>
              <a:gd name="connsiteY572" fmla="*/ 1446132 h 6858000"/>
              <a:gd name="connsiteX573" fmla="*/ 1674586 w 7472601"/>
              <a:gd name="connsiteY573" fmla="*/ 1813832 h 6858000"/>
              <a:gd name="connsiteX574" fmla="*/ 1815950 w 7472601"/>
              <a:gd name="connsiteY574" fmla="*/ 2128564 h 6858000"/>
              <a:gd name="connsiteX575" fmla="*/ 1984242 w 7472601"/>
              <a:gd name="connsiteY575" fmla="*/ 2430829 h 6858000"/>
              <a:gd name="connsiteX576" fmla="*/ 2014023 w 7472601"/>
              <a:gd name="connsiteY576" fmla="*/ 2450995 h 6858000"/>
              <a:gd name="connsiteX577" fmla="*/ 1747337 w 7472601"/>
              <a:gd name="connsiteY577" fmla="*/ 1855264 h 6858000"/>
              <a:gd name="connsiteX578" fmla="*/ 1533749 w 7472601"/>
              <a:gd name="connsiteY578" fmla="*/ 1478656 h 6858000"/>
              <a:gd name="connsiteX579" fmla="*/ 1431890 w 7472601"/>
              <a:gd name="connsiteY579" fmla="*/ 1306475 h 6858000"/>
              <a:gd name="connsiteX580" fmla="*/ 5052692 w 7472601"/>
              <a:gd name="connsiteY580" fmla="*/ 1292994 h 6858000"/>
              <a:gd name="connsiteX581" fmla="*/ 5200661 w 7472601"/>
              <a:gd name="connsiteY581" fmla="*/ 1635186 h 6858000"/>
              <a:gd name="connsiteX582" fmla="*/ 5297138 w 7472601"/>
              <a:gd name="connsiteY582" fmla="*/ 1906351 h 6858000"/>
              <a:gd name="connsiteX583" fmla="*/ 5052692 w 7472601"/>
              <a:gd name="connsiteY583" fmla="*/ 1292994 h 6858000"/>
              <a:gd name="connsiteX584" fmla="*/ 5009948 w 7472601"/>
              <a:gd name="connsiteY584" fmla="*/ 1273619 h 6858000"/>
              <a:gd name="connsiteX585" fmla="*/ 5121777 w 7472601"/>
              <a:gd name="connsiteY585" fmla="*/ 1654213 h 6858000"/>
              <a:gd name="connsiteX586" fmla="*/ 5293545 w 7472601"/>
              <a:gd name="connsiteY586" fmla="*/ 2072247 h 6858000"/>
              <a:gd name="connsiteX587" fmla="*/ 5294042 w 7472601"/>
              <a:gd name="connsiteY587" fmla="*/ 2065019 h 6858000"/>
              <a:gd name="connsiteX588" fmla="*/ 5171936 w 7472601"/>
              <a:gd name="connsiteY588" fmla="*/ 1647613 h 6858000"/>
              <a:gd name="connsiteX589" fmla="*/ 5009948 w 7472601"/>
              <a:gd name="connsiteY589" fmla="*/ 1273619 h 6858000"/>
              <a:gd name="connsiteX590" fmla="*/ 655236 w 7472601"/>
              <a:gd name="connsiteY590" fmla="*/ 1268632 h 6858000"/>
              <a:gd name="connsiteX591" fmla="*/ 839521 w 7472601"/>
              <a:gd name="connsiteY591" fmla="*/ 1685315 h 6858000"/>
              <a:gd name="connsiteX592" fmla="*/ 1109416 w 7472601"/>
              <a:gd name="connsiteY592" fmla="*/ 2061663 h 6858000"/>
              <a:gd name="connsiteX593" fmla="*/ 1298300 w 7472601"/>
              <a:gd name="connsiteY593" fmla="*/ 2247742 h 6858000"/>
              <a:gd name="connsiteX594" fmla="*/ 1125871 w 7472601"/>
              <a:gd name="connsiteY594" fmla="*/ 1989513 h 6858000"/>
              <a:gd name="connsiteX595" fmla="*/ 981574 w 7472601"/>
              <a:gd name="connsiteY595" fmla="*/ 1783157 h 6858000"/>
              <a:gd name="connsiteX596" fmla="*/ 922198 w 7472601"/>
              <a:gd name="connsiteY596" fmla="*/ 1677437 h 6858000"/>
              <a:gd name="connsiteX597" fmla="*/ 869293 w 7472601"/>
              <a:gd name="connsiteY597" fmla="*/ 1583214 h 6858000"/>
              <a:gd name="connsiteX598" fmla="*/ 751431 w 7472601"/>
              <a:gd name="connsiteY598" fmla="*/ 1405731 h 6858000"/>
              <a:gd name="connsiteX599" fmla="*/ 655236 w 7472601"/>
              <a:gd name="connsiteY599" fmla="*/ 1268632 h 6858000"/>
              <a:gd name="connsiteX600" fmla="*/ 6516292 w 7472601"/>
              <a:gd name="connsiteY600" fmla="*/ 1263064 h 6858000"/>
              <a:gd name="connsiteX601" fmla="*/ 5736320 w 7472601"/>
              <a:gd name="connsiteY601" fmla="*/ 1501803 h 6858000"/>
              <a:gd name="connsiteX602" fmla="*/ 6516292 w 7472601"/>
              <a:gd name="connsiteY602" fmla="*/ 1263064 h 6858000"/>
              <a:gd name="connsiteX603" fmla="*/ 291466 w 7472601"/>
              <a:gd name="connsiteY603" fmla="*/ 1250369 h 6858000"/>
              <a:gd name="connsiteX604" fmla="*/ 323180 w 7472601"/>
              <a:gd name="connsiteY604" fmla="*/ 1435283 h 6858000"/>
              <a:gd name="connsiteX605" fmla="*/ 349381 w 7472601"/>
              <a:gd name="connsiteY605" fmla="*/ 1875041 h 6858000"/>
              <a:gd name="connsiteX606" fmla="*/ 374363 w 7472601"/>
              <a:gd name="connsiteY606" fmla="*/ 1506494 h 6858000"/>
              <a:gd name="connsiteX607" fmla="*/ 302168 w 7472601"/>
              <a:gd name="connsiteY607" fmla="*/ 1274495 h 6858000"/>
              <a:gd name="connsiteX608" fmla="*/ 291466 w 7472601"/>
              <a:gd name="connsiteY608" fmla="*/ 1250369 h 6858000"/>
              <a:gd name="connsiteX609" fmla="*/ 678222 w 7472601"/>
              <a:gd name="connsiteY609" fmla="*/ 1248670 h 6858000"/>
              <a:gd name="connsiteX610" fmla="*/ 775536 w 7472601"/>
              <a:gd name="connsiteY610" fmla="*/ 1388015 h 6858000"/>
              <a:gd name="connsiteX611" fmla="*/ 894529 w 7472601"/>
              <a:gd name="connsiteY611" fmla="*/ 1567739 h 6858000"/>
              <a:gd name="connsiteX612" fmla="*/ 948000 w 7472601"/>
              <a:gd name="connsiteY612" fmla="*/ 1663088 h 6858000"/>
              <a:gd name="connsiteX613" fmla="*/ 1006812 w 7472601"/>
              <a:gd name="connsiteY613" fmla="*/ 1767683 h 6858000"/>
              <a:gd name="connsiteX614" fmla="*/ 1149133 w 7472601"/>
              <a:gd name="connsiteY614" fmla="*/ 1971513 h 6858000"/>
              <a:gd name="connsiteX615" fmla="*/ 1333952 w 7472601"/>
              <a:gd name="connsiteY615" fmla="*/ 2251620 h 6858000"/>
              <a:gd name="connsiteX616" fmla="*/ 1337329 w 7472601"/>
              <a:gd name="connsiteY616" fmla="*/ 2258350 h 6858000"/>
              <a:gd name="connsiteX617" fmla="*/ 1014726 w 7472601"/>
              <a:gd name="connsiteY617" fmla="*/ 1615556 h 6858000"/>
              <a:gd name="connsiteX618" fmla="*/ 678222 w 7472601"/>
              <a:gd name="connsiteY618" fmla="*/ 1248670 h 6858000"/>
              <a:gd name="connsiteX619" fmla="*/ 6691602 w 7472601"/>
              <a:gd name="connsiteY619" fmla="*/ 1140573 h 6858000"/>
              <a:gd name="connsiteX620" fmla="*/ 6571100 w 7472601"/>
              <a:gd name="connsiteY620" fmla="*/ 1183662 h 6858000"/>
              <a:gd name="connsiteX621" fmla="*/ 6241687 w 7472601"/>
              <a:gd name="connsiteY621" fmla="*/ 1257600 h 6858000"/>
              <a:gd name="connsiteX622" fmla="*/ 5693009 w 7472601"/>
              <a:gd name="connsiteY622" fmla="*/ 1478256 h 6858000"/>
              <a:gd name="connsiteX623" fmla="*/ 6548420 w 7472601"/>
              <a:gd name="connsiteY623" fmla="*/ 1214599 h 6858000"/>
              <a:gd name="connsiteX624" fmla="*/ 6605473 w 7472601"/>
              <a:gd name="connsiteY624" fmla="*/ 1184686 h 6858000"/>
              <a:gd name="connsiteX625" fmla="*/ 6691602 w 7472601"/>
              <a:gd name="connsiteY625" fmla="*/ 1140573 h 6858000"/>
              <a:gd name="connsiteX626" fmla="*/ 4002475 w 7472601"/>
              <a:gd name="connsiteY626" fmla="*/ 1037802 h 6858000"/>
              <a:gd name="connsiteX627" fmla="*/ 4000324 w 7472601"/>
              <a:gd name="connsiteY627" fmla="*/ 1039362 h 6858000"/>
              <a:gd name="connsiteX628" fmla="*/ 4002862 w 7472601"/>
              <a:gd name="connsiteY628" fmla="*/ 1042866 h 6858000"/>
              <a:gd name="connsiteX629" fmla="*/ 4002475 w 7472601"/>
              <a:gd name="connsiteY629" fmla="*/ 1037802 h 6858000"/>
              <a:gd name="connsiteX630" fmla="*/ 506322 w 7472601"/>
              <a:gd name="connsiteY630" fmla="*/ 1020997 h 6858000"/>
              <a:gd name="connsiteX631" fmla="*/ 533068 w 7472601"/>
              <a:gd name="connsiteY631" fmla="*/ 1029409 h 6858000"/>
              <a:gd name="connsiteX632" fmla="*/ 1232525 w 7472601"/>
              <a:gd name="connsiteY632" fmla="*/ 1804675 h 6858000"/>
              <a:gd name="connsiteX633" fmla="*/ 1388858 w 7472601"/>
              <a:gd name="connsiteY633" fmla="*/ 2368011 h 6858000"/>
              <a:gd name="connsiteX634" fmla="*/ 1384098 w 7472601"/>
              <a:gd name="connsiteY634" fmla="*/ 2378125 h 6858000"/>
              <a:gd name="connsiteX635" fmla="*/ 1425393 w 7472601"/>
              <a:gd name="connsiteY635" fmla="*/ 2589124 h 6858000"/>
              <a:gd name="connsiteX636" fmla="*/ 1424001 w 7472601"/>
              <a:gd name="connsiteY636" fmla="*/ 2597541 h 6858000"/>
              <a:gd name="connsiteX637" fmla="*/ 2152729 w 7472601"/>
              <a:gd name="connsiteY637" fmla="*/ 2864487 h 6858000"/>
              <a:gd name="connsiteX638" fmla="*/ 2020609 w 7472601"/>
              <a:gd name="connsiteY638" fmla="*/ 2539671 h 6858000"/>
              <a:gd name="connsiteX639" fmla="*/ 2018920 w 7472601"/>
              <a:gd name="connsiteY639" fmla="*/ 2536309 h 6858000"/>
              <a:gd name="connsiteX640" fmla="*/ 1342441 w 7472601"/>
              <a:gd name="connsiteY640" fmla="*/ 1173017 h 6858000"/>
              <a:gd name="connsiteX641" fmla="*/ 1367925 w 7472601"/>
              <a:gd name="connsiteY641" fmla="*/ 1135648 h 6858000"/>
              <a:gd name="connsiteX642" fmla="*/ 1771401 w 7472601"/>
              <a:gd name="connsiteY642" fmla="*/ 1806673 h 6858000"/>
              <a:gd name="connsiteX643" fmla="*/ 1972385 w 7472601"/>
              <a:gd name="connsiteY643" fmla="*/ 2198735 h 6858000"/>
              <a:gd name="connsiteX644" fmla="*/ 2040892 w 7472601"/>
              <a:gd name="connsiteY644" fmla="*/ 2405205 h 6858000"/>
              <a:gd name="connsiteX645" fmla="*/ 2131689 w 7472601"/>
              <a:gd name="connsiteY645" fmla="*/ 1936926 h 6858000"/>
              <a:gd name="connsiteX646" fmla="*/ 2454820 w 7472601"/>
              <a:gd name="connsiteY646" fmla="*/ 1248808 h 6858000"/>
              <a:gd name="connsiteX647" fmla="*/ 2492512 w 7472601"/>
              <a:gd name="connsiteY647" fmla="*/ 1302920 h 6858000"/>
              <a:gd name="connsiteX648" fmla="*/ 2081216 w 7472601"/>
              <a:gd name="connsiteY648" fmla="*/ 2527513 h 6858000"/>
              <a:gd name="connsiteX649" fmla="*/ 2081211 w 7472601"/>
              <a:gd name="connsiteY649" fmla="*/ 2528916 h 6858000"/>
              <a:gd name="connsiteX650" fmla="*/ 2199067 w 7472601"/>
              <a:gd name="connsiteY650" fmla="*/ 2884061 h 6858000"/>
              <a:gd name="connsiteX651" fmla="*/ 3192586 w 7472601"/>
              <a:gd name="connsiteY651" fmla="*/ 3411496 h 6858000"/>
              <a:gd name="connsiteX652" fmla="*/ 3182620 w 7472601"/>
              <a:gd name="connsiteY652" fmla="*/ 3483279 h 6858000"/>
              <a:gd name="connsiteX653" fmla="*/ 2435119 w 7472601"/>
              <a:gd name="connsiteY653" fmla="*/ 3080173 h 6858000"/>
              <a:gd name="connsiteX654" fmla="*/ 2410152 w 7472601"/>
              <a:gd name="connsiteY654" fmla="*/ 3063751 h 6858000"/>
              <a:gd name="connsiteX655" fmla="*/ 2408099 w 7472601"/>
              <a:gd name="connsiteY655" fmla="*/ 3064403 h 6858000"/>
              <a:gd name="connsiteX656" fmla="*/ 2407218 w 7472601"/>
              <a:gd name="connsiteY656" fmla="*/ 3070324 h 6858000"/>
              <a:gd name="connsiteX657" fmla="*/ 2380138 w 7472601"/>
              <a:gd name="connsiteY657" fmla="*/ 3099341 h 6858000"/>
              <a:gd name="connsiteX658" fmla="*/ 1765923 w 7472601"/>
              <a:gd name="connsiteY658" fmla="*/ 3581043 h 6858000"/>
              <a:gd name="connsiteX659" fmla="*/ 1702258 w 7472601"/>
              <a:gd name="connsiteY659" fmla="*/ 3612286 h 6858000"/>
              <a:gd name="connsiteX660" fmla="*/ 1538370 w 7472601"/>
              <a:gd name="connsiteY660" fmla="*/ 3811804 h 6858000"/>
              <a:gd name="connsiteX661" fmla="*/ 542867 w 7472601"/>
              <a:gd name="connsiteY661" fmla="*/ 4944092 h 6858000"/>
              <a:gd name="connsiteX662" fmla="*/ 515800 w 7472601"/>
              <a:gd name="connsiteY662" fmla="*/ 4862180 h 6858000"/>
              <a:gd name="connsiteX663" fmla="*/ 909145 w 7472601"/>
              <a:gd name="connsiteY663" fmla="*/ 4199225 h 6858000"/>
              <a:gd name="connsiteX664" fmla="*/ 1214067 w 7472601"/>
              <a:gd name="connsiteY664" fmla="*/ 3908561 h 6858000"/>
              <a:gd name="connsiteX665" fmla="*/ 640967 w 7472601"/>
              <a:gd name="connsiteY665" fmla="*/ 4105601 h 6858000"/>
              <a:gd name="connsiteX666" fmla="*/ 112563 w 7472601"/>
              <a:gd name="connsiteY666" fmla="*/ 4396952 h 6858000"/>
              <a:gd name="connsiteX667" fmla="*/ 0 w 7472601"/>
              <a:gd name="connsiteY667" fmla="*/ 4466006 h 6858000"/>
              <a:gd name="connsiteX668" fmla="*/ 0 w 7472601"/>
              <a:gd name="connsiteY668" fmla="*/ 4233763 h 6858000"/>
              <a:gd name="connsiteX669" fmla="*/ 36881 w 7472601"/>
              <a:gd name="connsiteY669" fmla="*/ 4200118 h 6858000"/>
              <a:gd name="connsiteX670" fmla="*/ 910534 w 7472601"/>
              <a:gd name="connsiteY670" fmla="*/ 3629753 h 6858000"/>
              <a:gd name="connsiteX671" fmla="*/ 1578717 w 7472601"/>
              <a:gd name="connsiteY671" fmla="*/ 3575982 h 6858000"/>
              <a:gd name="connsiteX672" fmla="*/ 2338780 w 7472601"/>
              <a:gd name="connsiteY672" fmla="*/ 3033725 h 6858000"/>
              <a:gd name="connsiteX673" fmla="*/ 1807991 w 7472601"/>
              <a:gd name="connsiteY673" fmla="*/ 2807184 h 6858000"/>
              <a:gd name="connsiteX674" fmla="*/ 1416358 w 7472601"/>
              <a:gd name="connsiteY674" fmla="*/ 3112571 h 6858000"/>
              <a:gd name="connsiteX675" fmla="*/ 939066 w 7472601"/>
              <a:gd name="connsiteY675" fmla="*/ 3378798 h 6858000"/>
              <a:gd name="connsiteX676" fmla="*/ 115099 w 7472601"/>
              <a:gd name="connsiteY676" fmla="*/ 3607650 h 6858000"/>
              <a:gd name="connsiteX677" fmla="*/ 97284 w 7472601"/>
              <a:gd name="connsiteY677" fmla="*/ 3520393 h 6858000"/>
              <a:gd name="connsiteX678" fmla="*/ 922050 w 7472601"/>
              <a:gd name="connsiteY678" fmla="*/ 3074867 h 6858000"/>
              <a:gd name="connsiteX679" fmla="*/ 1405265 w 7472601"/>
              <a:gd name="connsiteY679" fmla="*/ 3016319 h 6858000"/>
              <a:gd name="connsiteX680" fmla="*/ 1407512 w 7472601"/>
              <a:gd name="connsiteY680" fmla="*/ 3018001 h 6858000"/>
              <a:gd name="connsiteX681" fmla="*/ 1726266 w 7472601"/>
              <a:gd name="connsiteY681" fmla="*/ 2777274 h 6858000"/>
              <a:gd name="connsiteX682" fmla="*/ 625390 w 7472601"/>
              <a:gd name="connsiteY682" fmla="*/ 2514541 h 6858000"/>
              <a:gd name="connsiteX683" fmla="*/ 619799 w 7472601"/>
              <a:gd name="connsiteY683" fmla="*/ 2527180 h 6858000"/>
              <a:gd name="connsiteX684" fmla="*/ 310030 w 7472601"/>
              <a:gd name="connsiteY684" fmla="*/ 2771818 h 6858000"/>
              <a:gd name="connsiteX685" fmla="*/ 173877 w 7472601"/>
              <a:gd name="connsiteY685" fmla="*/ 2937056 h 6858000"/>
              <a:gd name="connsiteX686" fmla="*/ 77889 w 7472601"/>
              <a:gd name="connsiteY686" fmla="*/ 3138440 h 6858000"/>
              <a:gd name="connsiteX687" fmla="*/ 0 w 7472601"/>
              <a:gd name="connsiteY687" fmla="*/ 3271395 h 6858000"/>
              <a:gd name="connsiteX688" fmla="*/ 0 w 7472601"/>
              <a:gd name="connsiteY688" fmla="*/ 3153002 h 6858000"/>
              <a:gd name="connsiteX689" fmla="*/ 2386 w 7472601"/>
              <a:gd name="connsiteY689" fmla="*/ 3149203 h 6858000"/>
              <a:gd name="connsiteX690" fmla="*/ 89753 w 7472601"/>
              <a:gd name="connsiteY690" fmla="*/ 2987702 h 6858000"/>
              <a:gd name="connsiteX691" fmla="*/ 76869 w 7472601"/>
              <a:gd name="connsiteY691" fmla="*/ 3005404 h 6858000"/>
              <a:gd name="connsiteX692" fmla="*/ 32049 w 7472601"/>
              <a:gd name="connsiteY692" fmla="*/ 3065814 h 6858000"/>
              <a:gd name="connsiteX693" fmla="*/ 0 w 7472601"/>
              <a:gd name="connsiteY693" fmla="*/ 3108744 h 6858000"/>
              <a:gd name="connsiteX694" fmla="*/ 0 w 7472601"/>
              <a:gd name="connsiteY694" fmla="*/ 3058059 h 6858000"/>
              <a:gd name="connsiteX695" fmla="*/ 7610 w 7472601"/>
              <a:gd name="connsiteY695" fmla="*/ 3047889 h 6858000"/>
              <a:gd name="connsiteX696" fmla="*/ 52419 w 7472601"/>
              <a:gd name="connsiteY696" fmla="*/ 2987479 h 6858000"/>
              <a:gd name="connsiteX697" fmla="*/ 59142 w 7472601"/>
              <a:gd name="connsiteY697" fmla="*/ 2978488 h 6858000"/>
              <a:gd name="connsiteX698" fmla="*/ 0 w 7472601"/>
              <a:gd name="connsiteY698" fmla="*/ 3015334 h 6858000"/>
              <a:gd name="connsiteX699" fmla="*/ 0 w 7472601"/>
              <a:gd name="connsiteY699" fmla="*/ 2914286 h 6858000"/>
              <a:gd name="connsiteX700" fmla="*/ 36383 w 7472601"/>
              <a:gd name="connsiteY700" fmla="*/ 2901128 h 6858000"/>
              <a:gd name="connsiteX701" fmla="*/ 156329 w 7472601"/>
              <a:gd name="connsiteY701" fmla="*/ 2840533 h 6858000"/>
              <a:gd name="connsiteX702" fmla="*/ 358355 w 7472601"/>
              <a:gd name="connsiteY702" fmla="*/ 2620471 h 6858000"/>
              <a:gd name="connsiteX703" fmla="*/ 510577 w 7472601"/>
              <a:gd name="connsiteY703" fmla="*/ 2501244 h 6858000"/>
              <a:gd name="connsiteX704" fmla="*/ 211967 w 7472601"/>
              <a:gd name="connsiteY704" fmla="*/ 2479171 h 6858000"/>
              <a:gd name="connsiteX705" fmla="*/ 0 w 7472601"/>
              <a:gd name="connsiteY705" fmla="*/ 2476398 h 6858000"/>
              <a:gd name="connsiteX706" fmla="*/ 0 w 7472601"/>
              <a:gd name="connsiteY706" fmla="*/ 2389189 h 6858000"/>
              <a:gd name="connsiteX707" fmla="*/ 103062 w 7472601"/>
              <a:gd name="connsiteY707" fmla="*/ 2389518 h 6858000"/>
              <a:gd name="connsiteX708" fmla="*/ 510734 w 7472601"/>
              <a:gd name="connsiteY708" fmla="*/ 2416201 h 6858000"/>
              <a:gd name="connsiteX709" fmla="*/ 279257 w 7472601"/>
              <a:gd name="connsiteY709" fmla="*/ 2092102 h 6858000"/>
              <a:gd name="connsiteX710" fmla="*/ 65265 w 7472601"/>
              <a:gd name="connsiteY710" fmla="*/ 2006049 h 6858000"/>
              <a:gd name="connsiteX711" fmla="*/ 0 w 7472601"/>
              <a:gd name="connsiteY711" fmla="*/ 1982532 h 6858000"/>
              <a:gd name="connsiteX712" fmla="*/ 0 w 7472601"/>
              <a:gd name="connsiteY712" fmla="*/ 1912789 h 6858000"/>
              <a:gd name="connsiteX713" fmla="*/ 97460 w 7472601"/>
              <a:gd name="connsiteY713" fmla="*/ 1953725 h 6858000"/>
              <a:gd name="connsiteX714" fmla="*/ 221272 w 7472601"/>
              <a:gd name="connsiteY714" fmla="*/ 1980766 h 6858000"/>
              <a:gd name="connsiteX715" fmla="*/ 116765 w 7472601"/>
              <a:gd name="connsiteY715" fmla="*/ 1911033 h 6858000"/>
              <a:gd name="connsiteX716" fmla="*/ 16405 w 7472601"/>
              <a:gd name="connsiteY716" fmla="*/ 1803412 h 6858000"/>
              <a:gd name="connsiteX717" fmla="*/ 0 w 7472601"/>
              <a:gd name="connsiteY717" fmla="*/ 1784777 h 6858000"/>
              <a:gd name="connsiteX718" fmla="*/ 0 w 7472601"/>
              <a:gd name="connsiteY718" fmla="*/ 1740082 h 6858000"/>
              <a:gd name="connsiteX719" fmla="*/ 39394 w 7472601"/>
              <a:gd name="connsiteY719" fmla="*/ 1784856 h 6858000"/>
              <a:gd name="connsiteX720" fmla="*/ 135813 w 7472601"/>
              <a:gd name="connsiteY720" fmla="*/ 1888838 h 6858000"/>
              <a:gd name="connsiteX721" fmla="*/ 242575 w 7472601"/>
              <a:gd name="connsiteY721" fmla="*/ 1958841 h 6858000"/>
              <a:gd name="connsiteX722" fmla="*/ 82197 w 7472601"/>
              <a:gd name="connsiteY722" fmla="*/ 1754826 h 6858000"/>
              <a:gd name="connsiteX723" fmla="*/ 0 w 7472601"/>
              <a:gd name="connsiteY723" fmla="*/ 1679650 h 6858000"/>
              <a:gd name="connsiteX724" fmla="*/ 0 w 7472601"/>
              <a:gd name="connsiteY724" fmla="*/ 1602463 h 6858000"/>
              <a:gd name="connsiteX725" fmla="*/ 84689 w 7472601"/>
              <a:gd name="connsiteY725" fmla="*/ 1677442 h 6858000"/>
              <a:gd name="connsiteX726" fmla="*/ 298437 w 7472601"/>
              <a:gd name="connsiteY726" fmla="*/ 1968019 h 6858000"/>
              <a:gd name="connsiteX727" fmla="*/ 227269 w 7472601"/>
              <a:gd name="connsiteY727" fmla="*/ 1114064 h 6858000"/>
              <a:gd name="connsiteX728" fmla="*/ 248003 w 7472601"/>
              <a:gd name="connsiteY728" fmla="*/ 1089613 h 6858000"/>
              <a:gd name="connsiteX729" fmla="*/ 427020 w 7472601"/>
              <a:gd name="connsiteY729" fmla="*/ 1619803 h 6858000"/>
              <a:gd name="connsiteX730" fmla="*/ 340345 w 7472601"/>
              <a:gd name="connsiteY730" fmla="*/ 2027739 h 6858000"/>
              <a:gd name="connsiteX731" fmla="*/ 360865 w 7472601"/>
              <a:gd name="connsiteY731" fmla="*/ 2044827 h 6858000"/>
              <a:gd name="connsiteX732" fmla="*/ 560414 w 7472601"/>
              <a:gd name="connsiteY732" fmla="*/ 2421457 h 6858000"/>
              <a:gd name="connsiteX733" fmla="*/ 1359703 w 7472601"/>
              <a:gd name="connsiteY733" fmla="*/ 2578554 h 6858000"/>
              <a:gd name="connsiteX734" fmla="*/ 1359422 w 7472601"/>
              <a:gd name="connsiteY734" fmla="*/ 2577994 h 6858000"/>
              <a:gd name="connsiteX735" fmla="*/ 828701 w 7472601"/>
              <a:gd name="connsiteY735" fmla="*/ 1839520 h 6858000"/>
              <a:gd name="connsiteX736" fmla="*/ 494427 w 7472601"/>
              <a:gd name="connsiteY736" fmla="*/ 1092333 h 6858000"/>
              <a:gd name="connsiteX737" fmla="*/ 506322 w 7472601"/>
              <a:gd name="connsiteY737" fmla="*/ 1020997 h 6858000"/>
              <a:gd name="connsiteX738" fmla="*/ 4570198 w 7472601"/>
              <a:gd name="connsiteY738" fmla="*/ 978081 h 6858000"/>
              <a:gd name="connsiteX739" fmla="*/ 4523691 w 7472601"/>
              <a:gd name="connsiteY739" fmla="*/ 1127776 h 6858000"/>
              <a:gd name="connsiteX740" fmla="*/ 4509875 w 7472601"/>
              <a:gd name="connsiteY740" fmla="*/ 1167552 h 6858000"/>
              <a:gd name="connsiteX741" fmla="*/ 4478168 w 7472601"/>
              <a:gd name="connsiteY741" fmla="*/ 1260735 h 6858000"/>
              <a:gd name="connsiteX742" fmla="*/ 4409309 w 7472601"/>
              <a:gd name="connsiteY742" fmla="*/ 1666996 h 6858000"/>
              <a:gd name="connsiteX743" fmla="*/ 4370031 w 7472601"/>
              <a:gd name="connsiteY743" fmla="*/ 1955666 h 6858000"/>
              <a:gd name="connsiteX744" fmla="*/ 4570198 w 7472601"/>
              <a:gd name="connsiteY744" fmla="*/ 978081 h 6858000"/>
              <a:gd name="connsiteX745" fmla="*/ 4557898 w 7472601"/>
              <a:gd name="connsiteY745" fmla="*/ 900011 h 6858000"/>
              <a:gd name="connsiteX746" fmla="*/ 4344840 w 7472601"/>
              <a:gd name="connsiteY746" fmla="*/ 1922038 h 6858000"/>
              <a:gd name="connsiteX747" fmla="*/ 4378710 w 7472601"/>
              <a:gd name="connsiteY747" fmla="*/ 1665516 h 6858000"/>
              <a:gd name="connsiteX748" fmla="*/ 4448798 w 7472601"/>
              <a:gd name="connsiteY748" fmla="*/ 1253024 h 6858000"/>
              <a:gd name="connsiteX749" fmla="*/ 4480315 w 7472601"/>
              <a:gd name="connsiteY749" fmla="*/ 1158454 h 6858000"/>
              <a:gd name="connsiteX750" fmla="*/ 4494133 w 7472601"/>
              <a:gd name="connsiteY750" fmla="*/ 1118676 h 6858000"/>
              <a:gd name="connsiteX751" fmla="*/ 4557898 w 7472601"/>
              <a:gd name="connsiteY751" fmla="*/ 900011 h 6858000"/>
              <a:gd name="connsiteX752" fmla="*/ 5870151 w 7472601"/>
              <a:gd name="connsiteY752" fmla="*/ 898890 h 6858000"/>
              <a:gd name="connsiteX753" fmla="*/ 5861335 w 7472601"/>
              <a:gd name="connsiteY753" fmla="*/ 899177 h 6858000"/>
              <a:gd name="connsiteX754" fmla="*/ 5843702 w 7472601"/>
              <a:gd name="connsiteY754" fmla="*/ 899748 h 6858000"/>
              <a:gd name="connsiteX755" fmla="*/ 5651107 w 7472601"/>
              <a:gd name="connsiteY755" fmla="*/ 920306 h 6858000"/>
              <a:gd name="connsiteX756" fmla="*/ 5459407 w 7472601"/>
              <a:gd name="connsiteY756" fmla="*/ 940975 h 6858000"/>
              <a:gd name="connsiteX757" fmla="*/ 5374846 w 7472601"/>
              <a:gd name="connsiteY757" fmla="*/ 941988 h 6858000"/>
              <a:gd name="connsiteX758" fmla="*/ 5256105 w 7472601"/>
              <a:gd name="connsiteY758" fmla="*/ 945632 h 6858000"/>
              <a:gd name="connsiteX759" fmla="*/ 5107071 w 7472601"/>
              <a:gd name="connsiteY759" fmla="*/ 969720 h 6858000"/>
              <a:gd name="connsiteX760" fmla="*/ 4998681 w 7472601"/>
              <a:gd name="connsiteY760" fmla="*/ 988771 h 6858000"/>
              <a:gd name="connsiteX761" fmla="*/ 5870151 w 7472601"/>
              <a:gd name="connsiteY761" fmla="*/ 898890 h 6858000"/>
              <a:gd name="connsiteX762" fmla="*/ 5504425 w 7472601"/>
              <a:gd name="connsiteY762" fmla="*/ 848067 h 6858000"/>
              <a:gd name="connsiteX763" fmla="*/ 4968849 w 7472601"/>
              <a:gd name="connsiteY763" fmla="*/ 962318 h 6858000"/>
              <a:gd name="connsiteX764" fmla="*/ 5104039 w 7472601"/>
              <a:gd name="connsiteY764" fmla="*/ 940634 h 6858000"/>
              <a:gd name="connsiteX765" fmla="*/ 5256311 w 7472601"/>
              <a:gd name="connsiteY765" fmla="*/ 916490 h 6858000"/>
              <a:gd name="connsiteX766" fmla="*/ 5377381 w 7472601"/>
              <a:gd name="connsiteY766" fmla="*/ 912671 h 6858000"/>
              <a:gd name="connsiteX767" fmla="*/ 5460148 w 7472601"/>
              <a:gd name="connsiteY767" fmla="*/ 911442 h 6858000"/>
              <a:gd name="connsiteX768" fmla="*/ 5648971 w 7472601"/>
              <a:gd name="connsiteY768" fmla="*/ 891331 h 6858000"/>
              <a:gd name="connsiteX769" fmla="*/ 5844807 w 7472601"/>
              <a:gd name="connsiteY769" fmla="*/ 870718 h 6858000"/>
              <a:gd name="connsiteX770" fmla="*/ 5862975 w 7472601"/>
              <a:gd name="connsiteY770" fmla="*/ 869756 h 6858000"/>
              <a:gd name="connsiteX771" fmla="*/ 5920887 w 7472601"/>
              <a:gd name="connsiteY771" fmla="*/ 865929 h 6858000"/>
              <a:gd name="connsiteX772" fmla="*/ 5504425 w 7472601"/>
              <a:gd name="connsiteY772" fmla="*/ 848067 h 6858000"/>
              <a:gd name="connsiteX773" fmla="*/ 3607114 w 7472601"/>
              <a:gd name="connsiteY773" fmla="*/ 467441 h 6858000"/>
              <a:gd name="connsiteX774" fmla="*/ 3296242 w 7472601"/>
              <a:gd name="connsiteY774" fmla="*/ 807991 h 6858000"/>
              <a:gd name="connsiteX775" fmla="*/ 3174674 w 7472601"/>
              <a:gd name="connsiteY775" fmla="*/ 919759 h 6858000"/>
              <a:gd name="connsiteX776" fmla="*/ 3042978 w 7472601"/>
              <a:gd name="connsiteY776" fmla="*/ 1054894 h 6858000"/>
              <a:gd name="connsiteX777" fmla="*/ 2968914 w 7472601"/>
              <a:gd name="connsiteY777" fmla="*/ 1133756 h 6858000"/>
              <a:gd name="connsiteX778" fmla="*/ 3103823 w 7472601"/>
              <a:gd name="connsiteY778" fmla="*/ 1026814 h 6858000"/>
              <a:gd name="connsiteX779" fmla="*/ 3607114 w 7472601"/>
              <a:gd name="connsiteY779" fmla="*/ 467441 h 6858000"/>
              <a:gd name="connsiteX780" fmla="*/ 3744487 w 7472601"/>
              <a:gd name="connsiteY780" fmla="*/ 383136 h 6858000"/>
              <a:gd name="connsiteX781" fmla="*/ 3970213 w 7472601"/>
              <a:gd name="connsiteY781" fmla="*/ 995559 h 6858000"/>
              <a:gd name="connsiteX782" fmla="*/ 3744487 w 7472601"/>
              <a:gd name="connsiteY782" fmla="*/ 383136 h 6858000"/>
              <a:gd name="connsiteX783" fmla="*/ 3624562 w 7472601"/>
              <a:gd name="connsiteY783" fmla="*/ 367041 h 6858000"/>
              <a:gd name="connsiteX784" fmla="*/ 3489712 w 7472601"/>
              <a:gd name="connsiteY784" fmla="*/ 485386 h 6858000"/>
              <a:gd name="connsiteX785" fmla="*/ 3182994 w 7472601"/>
              <a:gd name="connsiteY785" fmla="*/ 828265 h 6858000"/>
              <a:gd name="connsiteX786" fmla="*/ 2892114 w 7472601"/>
              <a:gd name="connsiteY786" fmla="*/ 1172635 h 6858000"/>
              <a:gd name="connsiteX787" fmla="*/ 3021459 w 7472601"/>
              <a:gd name="connsiteY787" fmla="*/ 1035385 h 6858000"/>
              <a:gd name="connsiteX788" fmla="*/ 3153873 w 7472601"/>
              <a:gd name="connsiteY788" fmla="*/ 898971 h 6858000"/>
              <a:gd name="connsiteX789" fmla="*/ 3276511 w 7472601"/>
              <a:gd name="connsiteY789" fmla="*/ 786423 h 6858000"/>
              <a:gd name="connsiteX790" fmla="*/ 3584154 w 7472601"/>
              <a:gd name="connsiteY790" fmla="*/ 448218 h 6858000"/>
              <a:gd name="connsiteX791" fmla="*/ 3624562 w 7472601"/>
              <a:gd name="connsiteY791" fmla="*/ 367041 h 6858000"/>
              <a:gd name="connsiteX792" fmla="*/ 3766672 w 7472601"/>
              <a:gd name="connsiteY792" fmla="*/ 359429 h 6858000"/>
              <a:gd name="connsiteX793" fmla="*/ 3996338 w 7472601"/>
              <a:gd name="connsiteY793" fmla="*/ 968237 h 6858000"/>
              <a:gd name="connsiteX794" fmla="*/ 3766672 w 7472601"/>
              <a:gd name="connsiteY794" fmla="*/ 359429 h 6858000"/>
              <a:gd name="connsiteX795" fmla="*/ 5805386 w 7472601"/>
              <a:gd name="connsiteY795" fmla="*/ 239240 h 6858000"/>
              <a:gd name="connsiteX796" fmla="*/ 5736947 w 7472601"/>
              <a:gd name="connsiteY796" fmla="*/ 261367 h 6858000"/>
              <a:gd name="connsiteX797" fmla="*/ 5427012 w 7472601"/>
              <a:gd name="connsiteY797" fmla="*/ 311272 h 6858000"/>
              <a:gd name="connsiteX798" fmla="*/ 5147818 w 7472601"/>
              <a:gd name="connsiteY798" fmla="*/ 322112 h 6858000"/>
              <a:gd name="connsiteX799" fmla="*/ 5060854 w 7472601"/>
              <a:gd name="connsiteY799" fmla="*/ 311882 h 6858000"/>
              <a:gd name="connsiteX800" fmla="*/ 4945989 w 7472601"/>
              <a:gd name="connsiteY800" fmla="*/ 300516 h 6858000"/>
              <a:gd name="connsiteX801" fmla="*/ 5410479 w 7472601"/>
              <a:gd name="connsiteY801" fmla="*/ 348434 h 6858000"/>
              <a:gd name="connsiteX802" fmla="*/ 5805386 w 7472601"/>
              <a:gd name="connsiteY802" fmla="*/ 239240 h 6858000"/>
              <a:gd name="connsiteX803" fmla="*/ 5905192 w 7472601"/>
              <a:gd name="connsiteY803" fmla="*/ 163079 h 6858000"/>
              <a:gd name="connsiteX804" fmla="*/ 5865655 w 7472601"/>
              <a:gd name="connsiteY804" fmla="*/ 171901 h 6858000"/>
              <a:gd name="connsiteX805" fmla="*/ 5259740 w 7472601"/>
              <a:gd name="connsiteY805" fmla="*/ 257013 h 6858000"/>
              <a:gd name="connsiteX806" fmla="*/ 5208466 w 7472601"/>
              <a:gd name="connsiteY806" fmla="*/ 257550 h 6858000"/>
              <a:gd name="connsiteX807" fmla="*/ 4980204 w 7472601"/>
              <a:gd name="connsiteY807" fmla="*/ 271903 h 6858000"/>
              <a:gd name="connsiteX808" fmla="*/ 5068068 w 7472601"/>
              <a:gd name="connsiteY808" fmla="*/ 282244 h 6858000"/>
              <a:gd name="connsiteX809" fmla="*/ 5153231 w 7472601"/>
              <a:gd name="connsiteY809" fmla="*/ 292240 h 6858000"/>
              <a:gd name="connsiteX810" fmla="*/ 5426491 w 7472601"/>
              <a:gd name="connsiteY810" fmla="*/ 281128 h 6858000"/>
              <a:gd name="connsiteX811" fmla="*/ 5731212 w 7472601"/>
              <a:gd name="connsiteY811" fmla="*/ 231951 h 6858000"/>
              <a:gd name="connsiteX812" fmla="*/ 5905192 w 7472601"/>
              <a:gd name="connsiteY812" fmla="*/ 163079 h 6858000"/>
              <a:gd name="connsiteX813" fmla="*/ 5944437 w 7472601"/>
              <a:gd name="connsiteY813" fmla="*/ 113829 h 6858000"/>
              <a:gd name="connsiteX814" fmla="*/ 5825032 w 7472601"/>
              <a:gd name="connsiteY814" fmla="*/ 146405 h 6858000"/>
              <a:gd name="connsiteX815" fmla="*/ 4955599 w 7472601"/>
              <a:gd name="connsiteY815" fmla="*/ 247008 h 6858000"/>
              <a:gd name="connsiteX816" fmla="*/ 5210104 w 7472601"/>
              <a:gd name="connsiteY816" fmla="*/ 228123 h 6858000"/>
              <a:gd name="connsiteX817" fmla="*/ 5261015 w 7472601"/>
              <a:gd name="connsiteY817" fmla="*/ 227087 h 6858000"/>
              <a:gd name="connsiteX818" fmla="*/ 5861181 w 7472601"/>
              <a:gd name="connsiteY818" fmla="*/ 143093 h 6858000"/>
              <a:gd name="connsiteX819" fmla="*/ 5961252 w 7472601"/>
              <a:gd name="connsiteY819" fmla="*/ 114820 h 6858000"/>
              <a:gd name="connsiteX820" fmla="*/ 5944437 w 7472601"/>
              <a:gd name="connsiteY820" fmla="*/ 113829 h 6858000"/>
              <a:gd name="connsiteX821" fmla="*/ 3882765 w 7472601"/>
              <a:gd name="connsiteY821" fmla="*/ 0 h 6858000"/>
              <a:gd name="connsiteX822" fmla="*/ 3995099 w 7472601"/>
              <a:gd name="connsiteY822" fmla="*/ 0 h 6858000"/>
              <a:gd name="connsiteX823" fmla="*/ 4163818 w 7472601"/>
              <a:gd name="connsiteY823" fmla="*/ 234104 h 6858000"/>
              <a:gd name="connsiteX824" fmla="*/ 4172099 w 7472601"/>
              <a:gd name="connsiteY824" fmla="*/ 234207 h 6858000"/>
              <a:gd name="connsiteX825" fmla="*/ 4784282 w 7472601"/>
              <a:gd name="connsiteY825" fmla="*/ 276561 h 6858000"/>
              <a:gd name="connsiteX826" fmla="*/ 4801687 w 7472601"/>
              <a:gd name="connsiteY826" fmla="*/ 267764 h 6858000"/>
              <a:gd name="connsiteX827" fmla="*/ 6082788 w 7472601"/>
              <a:gd name="connsiteY827" fmla="*/ 64119 h 6858000"/>
              <a:gd name="connsiteX828" fmla="*/ 6099442 w 7472601"/>
              <a:gd name="connsiteY828" fmla="*/ 82568 h 6858000"/>
              <a:gd name="connsiteX829" fmla="*/ 4804137 w 7472601"/>
              <a:gd name="connsiteY829" fmla="*/ 320931 h 6858000"/>
              <a:gd name="connsiteX830" fmla="*/ 4227047 w 7472601"/>
              <a:gd name="connsiteY830" fmla="*/ 313415 h 6858000"/>
              <a:gd name="connsiteX831" fmla="*/ 4346041 w 7472601"/>
              <a:gd name="connsiteY831" fmla="*/ 456086 h 6858000"/>
              <a:gd name="connsiteX832" fmla="*/ 4870967 w 7472601"/>
              <a:gd name="connsiteY832" fmla="*/ 963061 h 6858000"/>
              <a:gd name="connsiteX833" fmla="*/ 4889647 w 7472601"/>
              <a:gd name="connsiteY833" fmla="*/ 957147 h 6858000"/>
              <a:gd name="connsiteX834" fmla="*/ 5422504 w 7472601"/>
              <a:gd name="connsiteY834" fmla="*/ 805191 h 6858000"/>
              <a:gd name="connsiteX835" fmla="*/ 6087656 w 7472601"/>
              <a:gd name="connsiteY835" fmla="*/ 826703 h 6858000"/>
              <a:gd name="connsiteX836" fmla="*/ 6058717 w 7472601"/>
              <a:gd name="connsiteY836" fmla="*/ 865992 h 6858000"/>
              <a:gd name="connsiteX837" fmla="*/ 4974153 w 7472601"/>
              <a:gd name="connsiteY837" fmla="*/ 1045456 h 6858000"/>
              <a:gd name="connsiteX838" fmla="*/ 5627835 w 7472601"/>
              <a:gd name="connsiteY838" fmla="*/ 1472077 h 6858000"/>
              <a:gd name="connsiteX839" fmla="*/ 5629817 w 7472601"/>
              <a:gd name="connsiteY839" fmla="*/ 1471412 h 6858000"/>
              <a:gd name="connsiteX840" fmla="*/ 5634124 w 7472601"/>
              <a:gd name="connsiteY840" fmla="*/ 1470572 h 6858000"/>
              <a:gd name="connsiteX841" fmla="*/ 5755832 w 7472601"/>
              <a:gd name="connsiteY841" fmla="*/ 1383886 h 6858000"/>
              <a:gd name="connsiteX842" fmla="*/ 6014186 w 7472601"/>
              <a:gd name="connsiteY842" fmla="*/ 1279799 h 6858000"/>
              <a:gd name="connsiteX843" fmla="*/ 6901619 w 7472601"/>
              <a:gd name="connsiteY843" fmla="*/ 1047874 h 6858000"/>
              <a:gd name="connsiteX844" fmla="*/ 6931566 w 7472601"/>
              <a:gd name="connsiteY844" fmla="*/ 1062034 h 6858000"/>
              <a:gd name="connsiteX845" fmla="*/ 5790982 w 7472601"/>
              <a:gd name="connsiteY845" fmla="*/ 1561380 h 6858000"/>
              <a:gd name="connsiteX846" fmla="*/ 6188971 w 7472601"/>
              <a:gd name="connsiteY846" fmla="*/ 1755168 h 6858000"/>
              <a:gd name="connsiteX847" fmla="*/ 6202446 w 7472601"/>
              <a:gd name="connsiteY847" fmla="*/ 1752268 h 6858000"/>
              <a:gd name="connsiteX848" fmla="*/ 7179560 w 7472601"/>
              <a:gd name="connsiteY848" fmla="*/ 1467551 h 6858000"/>
              <a:gd name="connsiteX849" fmla="*/ 7158730 w 7472601"/>
              <a:gd name="connsiteY849" fmla="*/ 1507835 h 6858000"/>
              <a:gd name="connsiteX850" fmla="*/ 6326959 w 7472601"/>
              <a:gd name="connsiteY850" fmla="*/ 1817686 h 6858000"/>
              <a:gd name="connsiteX851" fmla="*/ 6537433 w 7472601"/>
              <a:gd name="connsiteY851" fmla="*/ 1907790 h 6858000"/>
              <a:gd name="connsiteX852" fmla="*/ 6550221 w 7472601"/>
              <a:gd name="connsiteY852" fmla="*/ 1910729 h 6858000"/>
              <a:gd name="connsiteX853" fmla="*/ 6964438 w 7472601"/>
              <a:gd name="connsiteY853" fmla="*/ 2209505 h 6858000"/>
              <a:gd name="connsiteX854" fmla="*/ 7367862 w 7472601"/>
              <a:gd name="connsiteY854" fmla="*/ 2806833 h 6858000"/>
              <a:gd name="connsiteX855" fmla="*/ 7364329 w 7472601"/>
              <a:gd name="connsiteY855" fmla="*/ 2826907 h 6858000"/>
              <a:gd name="connsiteX856" fmla="*/ 7290545 w 7472601"/>
              <a:gd name="connsiteY856" fmla="*/ 2850663 h 6858000"/>
              <a:gd name="connsiteX857" fmla="*/ 6472036 w 7472601"/>
              <a:gd name="connsiteY857" fmla="*/ 1959003 h 6858000"/>
              <a:gd name="connsiteX858" fmla="*/ 5792897 w 7472601"/>
              <a:gd name="connsiteY858" fmla="*/ 1647747 h 6858000"/>
              <a:gd name="connsiteX859" fmla="*/ 5842751 w 7472601"/>
              <a:gd name="connsiteY859" fmla="*/ 1816112 h 6858000"/>
              <a:gd name="connsiteX860" fmla="*/ 5847424 w 7472601"/>
              <a:gd name="connsiteY860" fmla="*/ 1815776 h 6858000"/>
              <a:gd name="connsiteX861" fmla="*/ 6399821 w 7472601"/>
              <a:gd name="connsiteY861" fmla="*/ 2344799 h 6858000"/>
              <a:gd name="connsiteX862" fmla="*/ 6323232 w 7472601"/>
              <a:gd name="connsiteY862" fmla="*/ 2389634 h 6858000"/>
              <a:gd name="connsiteX863" fmla="*/ 5942958 w 7472601"/>
              <a:gd name="connsiteY863" fmla="*/ 2077708 h 6858000"/>
              <a:gd name="connsiteX864" fmla="*/ 5921559 w 7472601"/>
              <a:gd name="connsiteY864" fmla="*/ 2378596 h 6858000"/>
              <a:gd name="connsiteX865" fmla="*/ 5817651 w 7472601"/>
              <a:gd name="connsiteY865" fmla="*/ 3023919 h 6858000"/>
              <a:gd name="connsiteX866" fmla="*/ 5729634 w 7472601"/>
              <a:gd name="connsiteY866" fmla="*/ 3051849 h 6858000"/>
              <a:gd name="connsiteX867" fmla="*/ 5611018 w 7472601"/>
              <a:gd name="connsiteY867" fmla="*/ 2316769 h 6858000"/>
              <a:gd name="connsiteX868" fmla="*/ 5687608 w 7472601"/>
              <a:gd name="connsiteY868" fmla="*/ 2039972 h 6858000"/>
              <a:gd name="connsiteX869" fmla="*/ 5657554 w 7472601"/>
              <a:gd name="connsiteY869" fmla="*/ 1576445 h 6858000"/>
              <a:gd name="connsiteX870" fmla="*/ 5150475 w 7472601"/>
              <a:gd name="connsiteY870" fmla="*/ 1274012 h 6858000"/>
              <a:gd name="connsiteX871" fmla="*/ 5349142 w 7472601"/>
              <a:gd name="connsiteY871" fmla="*/ 2204405 h 6858000"/>
              <a:gd name="connsiteX872" fmla="*/ 5262214 w 7472601"/>
              <a:gd name="connsiteY872" fmla="*/ 2233836 h 6858000"/>
              <a:gd name="connsiteX873" fmla="*/ 4981539 w 7472601"/>
              <a:gd name="connsiteY873" fmla="*/ 1542201 h 6858000"/>
              <a:gd name="connsiteX874" fmla="*/ 4958461 w 7472601"/>
              <a:gd name="connsiteY874" fmla="*/ 1136957 h 6858000"/>
              <a:gd name="connsiteX875" fmla="*/ 4655015 w 7472601"/>
              <a:gd name="connsiteY875" fmla="*/ 891426 h 6858000"/>
              <a:gd name="connsiteX876" fmla="*/ 4348002 w 7472601"/>
              <a:gd name="connsiteY876" fmla="*/ 2205895 h 6858000"/>
              <a:gd name="connsiteX877" fmla="*/ 4262250 w 7472601"/>
              <a:gd name="connsiteY877" fmla="*/ 2219972 h 6858000"/>
              <a:gd name="connsiteX878" fmla="*/ 4550611 w 7472601"/>
              <a:gd name="connsiteY878" fmla="*/ 817540 h 6858000"/>
              <a:gd name="connsiteX879" fmla="*/ 4564418 w 7472601"/>
              <a:gd name="connsiteY879" fmla="*/ 808293 h 6858000"/>
              <a:gd name="connsiteX880" fmla="*/ 4266388 w 7472601"/>
              <a:gd name="connsiteY880" fmla="*/ 500083 h 6858000"/>
              <a:gd name="connsiteX881" fmla="*/ 4032842 w 7472601"/>
              <a:gd name="connsiteY881" fmla="*/ 211809 h 6858000"/>
              <a:gd name="connsiteX882" fmla="*/ 3882765 w 7472601"/>
              <a:gd name="connsiteY882" fmla="*/ 0 h 6858000"/>
              <a:gd name="connsiteX883" fmla="*/ 3721337 w 7472601"/>
              <a:gd name="connsiteY883" fmla="*/ 0 h 6858000"/>
              <a:gd name="connsiteX884" fmla="*/ 3797544 w 7472601"/>
              <a:gd name="connsiteY884" fmla="*/ 0 h 6858000"/>
              <a:gd name="connsiteX885" fmla="*/ 3775734 w 7472601"/>
              <a:gd name="connsiteY885" fmla="*/ 95131 h 6858000"/>
              <a:gd name="connsiteX886" fmla="*/ 3724807 w 7472601"/>
              <a:gd name="connsiteY886" fmla="*/ 272257 h 6858000"/>
              <a:gd name="connsiteX887" fmla="*/ 3726844 w 7472601"/>
              <a:gd name="connsiteY887" fmla="*/ 282988 h 6858000"/>
              <a:gd name="connsiteX888" fmla="*/ 3742664 w 7472601"/>
              <a:gd name="connsiteY888" fmla="*/ 279918 h 6858000"/>
              <a:gd name="connsiteX889" fmla="*/ 4103910 w 7472601"/>
              <a:gd name="connsiteY889" fmla="*/ 1161917 h 6858000"/>
              <a:gd name="connsiteX890" fmla="*/ 4020269 w 7472601"/>
              <a:gd name="connsiteY890" fmla="*/ 1200406 h 6858000"/>
              <a:gd name="connsiteX891" fmla="*/ 3674882 w 7472601"/>
              <a:gd name="connsiteY891" fmla="*/ 488524 h 6858000"/>
              <a:gd name="connsiteX892" fmla="*/ 3132682 w 7472601"/>
              <a:gd name="connsiteY892" fmla="*/ 1072284 h 6858000"/>
              <a:gd name="connsiteX893" fmla="*/ 2716346 w 7472601"/>
              <a:gd name="connsiteY893" fmla="*/ 1276376 h 6858000"/>
              <a:gd name="connsiteX894" fmla="*/ 2716772 w 7472601"/>
              <a:gd name="connsiteY894" fmla="*/ 1255462 h 6858000"/>
              <a:gd name="connsiteX895" fmla="*/ 3471096 w 7472601"/>
              <a:gd name="connsiteY895" fmla="*/ 437072 h 6858000"/>
              <a:gd name="connsiteX896" fmla="*/ 3639057 w 7472601"/>
              <a:gd name="connsiteY896" fmla="*/ 286334 h 6858000"/>
              <a:gd name="connsiteX897" fmla="*/ 3640309 w 7472601"/>
              <a:gd name="connsiteY897" fmla="*/ 284664 h 6858000"/>
              <a:gd name="connsiteX898" fmla="*/ 3646022 w 7472601"/>
              <a:gd name="connsiteY898" fmla="*/ 276711 h 6858000"/>
              <a:gd name="connsiteX899" fmla="*/ 3707943 w 7472601"/>
              <a:gd name="connsiteY899" fmla="*/ 65958 h 6858000"/>
              <a:gd name="connsiteX900" fmla="*/ 3721337 w 7472601"/>
              <a:gd name="connsiteY900" fmla="*/ 0 h 6858000"/>
              <a:gd name="connsiteX901" fmla="*/ 2867960 w 7472601"/>
              <a:gd name="connsiteY901" fmla="*/ 0 h 6858000"/>
              <a:gd name="connsiteX902" fmla="*/ 2926351 w 7472601"/>
              <a:gd name="connsiteY902" fmla="*/ 0 h 6858000"/>
              <a:gd name="connsiteX903" fmla="*/ 2902823 w 7472601"/>
              <a:gd name="connsiteY903" fmla="*/ 262929 h 6858000"/>
              <a:gd name="connsiteX904" fmla="*/ 2940663 w 7472601"/>
              <a:gd name="connsiteY904" fmla="*/ 140884 h 6858000"/>
              <a:gd name="connsiteX905" fmla="*/ 2947039 w 7472601"/>
              <a:gd name="connsiteY905" fmla="*/ 122524 h 6858000"/>
              <a:gd name="connsiteX906" fmla="*/ 2984316 w 7472601"/>
              <a:gd name="connsiteY906" fmla="*/ 0 h 6858000"/>
              <a:gd name="connsiteX907" fmla="*/ 3016114 w 7472601"/>
              <a:gd name="connsiteY907" fmla="*/ 0 h 6858000"/>
              <a:gd name="connsiteX908" fmla="*/ 2979949 w 7472601"/>
              <a:gd name="connsiteY908" fmla="*/ 119274 h 6858000"/>
              <a:gd name="connsiteX909" fmla="*/ 3023879 w 7472601"/>
              <a:gd name="connsiteY909" fmla="*/ 0 h 6858000"/>
              <a:gd name="connsiteX910" fmla="*/ 3105400 w 7472601"/>
              <a:gd name="connsiteY910" fmla="*/ 0 h 6858000"/>
              <a:gd name="connsiteX911" fmla="*/ 3094669 w 7472601"/>
              <a:gd name="connsiteY911" fmla="*/ 30308 h 6858000"/>
              <a:gd name="connsiteX912" fmla="*/ 2901945 w 7472601"/>
              <a:gd name="connsiteY912" fmla="*/ 466538 h 6858000"/>
              <a:gd name="connsiteX913" fmla="*/ 2815209 w 7472601"/>
              <a:gd name="connsiteY913" fmla="*/ 497361 h 6858000"/>
              <a:gd name="connsiteX914" fmla="*/ 2844845 w 7472601"/>
              <a:gd name="connsiteY914" fmla="*/ 127638 h 6858000"/>
              <a:gd name="connsiteX915" fmla="*/ 2867960 w 7472601"/>
              <a:gd name="connsiteY915" fmla="*/ 0 h 6858000"/>
              <a:gd name="connsiteX916" fmla="*/ 1057230 w 7472601"/>
              <a:gd name="connsiteY916" fmla="*/ 0 h 6858000"/>
              <a:gd name="connsiteX917" fmla="*/ 1111003 w 7472601"/>
              <a:gd name="connsiteY917" fmla="*/ 0 h 6858000"/>
              <a:gd name="connsiteX918" fmla="*/ 1125553 w 7472601"/>
              <a:gd name="connsiteY918" fmla="*/ 52588 h 6858000"/>
              <a:gd name="connsiteX919" fmla="*/ 1304276 w 7472601"/>
              <a:gd name="connsiteY919" fmla="*/ 476275 h 6858000"/>
              <a:gd name="connsiteX920" fmla="*/ 1492066 w 7472601"/>
              <a:gd name="connsiteY920" fmla="*/ 886333 h 6858000"/>
              <a:gd name="connsiteX921" fmla="*/ 1423698 w 7472601"/>
              <a:gd name="connsiteY921" fmla="*/ 710817 h 6858000"/>
              <a:gd name="connsiteX922" fmla="*/ 1357609 w 7472601"/>
              <a:gd name="connsiteY922" fmla="*/ 532892 h 6858000"/>
              <a:gd name="connsiteX923" fmla="*/ 1309550 w 7472601"/>
              <a:gd name="connsiteY923" fmla="*/ 374031 h 6858000"/>
              <a:gd name="connsiteX924" fmla="*/ 1193673 w 7472601"/>
              <a:gd name="connsiteY924" fmla="*/ 49533 h 6858000"/>
              <a:gd name="connsiteX925" fmla="*/ 1164391 w 7472601"/>
              <a:gd name="connsiteY925" fmla="*/ 0 h 6858000"/>
              <a:gd name="connsiteX926" fmla="*/ 1200666 w 7472601"/>
              <a:gd name="connsiteY926" fmla="*/ 0 h 6858000"/>
              <a:gd name="connsiteX927" fmla="*/ 1223408 w 7472601"/>
              <a:gd name="connsiteY927" fmla="*/ 38996 h 6858000"/>
              <a:gd name="connsiteX928" fmla="*/ 1339635 w 7472601"/>
              <a:gd name="connsiteY928" fmla="*/ 365517 h 6858000"/>
              <a:gd name="connsiteX929" fmla="*/ 1387469 w 7472601"/>
              <a:gd name="connsiteY929" fmla="*/ 523079 h 6858000"/>
              <a:gd name="connsiteX930" fmla="*/ 1452685 w 7472601"/>
              <a:gd name="connsiteY930" fmla="*/ 699806 h 6858000"/>
              <a:gd name="connsiteX931" fmla="*/ 1492092 w 7472601"/>
              <a:gd name="connsiteY931" fmla="*/ 800424 h 6858000"/>
              <a:gd name="connsiteX932" fmla="*/ 1455302 w 7472601"/>
              <a:gd name="connsiteY932" fmla="*/ 632913 h 6858000"/>
              <a:gd name="connsiteX933" fmla="*/ 1222336 w 7472601"/>
              <a:gd name="connsiteY933" fmla="*/ 9480 h 6858000"/>
              <a:gd name="connsiteX934" fmla="*/ 1214634 w 7472601"/>
              <a:gd name="connsiteY934" fmla="*/ 0 h 6858000"/>
              <a:gd name="connsiteX935" fmla="*/ 1289827 w 7472601"/>
              <a:gd name="connsiteY935" fmla="*/ 0 h 6858000"/>
              <a:gd name="connsiteX936" fmla="*/ 1321076 w 7472601"/>
              <a:gd name="connsiteY936" fmla="*/ 59722 h 6858000"/>
              <a:gd name="connsiteX937" fmla="*/ 1512579 w 7472601"/>
              <a:gd name="connsiteY937" fmla="*/ 626441 h 6858000"/>
              <a:gd name="connsiteX938" fmla="*/ 1506076 w 7472601"/>
              <a:gd name="connsiteY938" fmla="*/ 1089289 h 6858000"/>
              <a:gd name="connsiteX939" fmla="*/ 1486346 w 7472601"/>
              <a:gd name="connsiteY939" fmla="*/ 1079919 h 6858000"/>
              <a:gd name="connsiteX940" fmla="*/ 1070511 w 7472601"/>
              <a:gd name="connsiteY940" fmla="*/ 48609 h 6858000"/>
              <a:gd name="connsiteX941" fmla="*/ 1057230 w 7472601"/>
              <a:gd name="connsiteY941" fmla="*/ 0 h 6858000"/>
              <a:gd name="connsiteX942" fmla="*/ 43151 w 7472601"/>
              <a:gd name="connsiteY942" fmla="*/ 0 h 6858000"/>
              <a:gd name="connsiteX943" fmla="*/ 95283 w 7472601"/>
              <a:gd name="connsiteY943" fmla="*/ 0 h 6858000"/>
              <a:gd name="connsiteX944" fmla="*/ 300708 w 7472601"/>
              <a:gd name="connsiteY944" fmla="*/ 154571 h 6858000"/>
              <a:gd name="connsiteX945" fmla="*/ 530414 w 7472601"/>
              <a:gd name="connsiteY945" fmla="*/ 354673 h 6858000"/>
              <a:gd name="connsiteX946" fmla="*/ 333785 w 7472601"/>
              <a:gd name="connsiteY946" fmla="*/ 161564 h 6858000"/>
              <a:gd name="connsiteX947" fmla="*/ 147005 w 7472601"/>
              <a:gd name="connsiteY947" fmla="*/ 0 h 6858000"/>
              <a:gd name="connsiteX948" fmla="*/ 272509 w 7472601"/>
              <a:gd name="connsiteY948" fmla="*/ 0 h 6858000"/>
              <a:gd name="connsiteX949" fmla="*/ 326276 w 7472601"/>
              <a:gd name="connsiteY949" fmla="*/ 45847 h 6858000"/>
              <a:gd name="connsiteX950" fmla="*/ 823759 w 7472601"/>
              <a:gd name="connsiteY950" fmla="*/ 574145 h 6858000"/>
              <a:gd name="connsiteX951" fmla="*/ 811254 w 7472601"/>
              <a:gd name="connsiteY951" fmla="*/ 665546 h 6858000"/>
              <a:gd name="connsiteX952" fmla="*/ 154042 w 7472601"/>
              <a:gd name="connsiteY952" fmla="*/ 261522 h 6858000"/>
              <a:gd name="connsiteX953" fmla="*/ 13550 w 7472601"/>
              <a:gd name="connsiteY953" fmla="*/ 158423 h 6858000"/>
              <a:gd name="connsiteX954" fmla="*/ 0 w 7472601"/>
              <a:gd name="connsiteY954" fmla="*/ 146618 h 6858000"/>
              <a:gd name="connsiteX955" fmla="*/ 0 w 7472601"/>
              <a:gd name="connsiteY955" fmla="*/ 59161 h 6858000"/>
              <a:gd name="connsiteX956" fmla="*/ 45427 w 7472601"/>
              <a:gd name="connsiteY956" fmla="*/ 101078 h 6858000"/>
              <a:gd name="connsiteX957" fmla="*/ 630103 w 7472601"/>
              <a:gd name="connsiteY957" fmla="*/ 485885 h 6858000"/>
              <a:gd name="connsiteX958" fmla="*/ 532040 w 7472601"/>
              <a:gd name="connsiteY958" fmla="*/ 399359 h 6858000"/>
              <a:gd name="connsiteX959" fmla="*/ 517618 w 7472601"/>
              <a:gd name="connsiteY959" fmla="*/ 385726 h 6858000"/>
              <a:gd name="connsiteX960" fmla="*/ 285074 w 7472601"/>
              <a:gd name="connsiteY960" fmla="*/ 182755 h 6858000"/>
              <a:gd name="connsiteX961" fmla="*/ 43151 w 7472601"/>
              <a:gd name="connsiteY961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356878 w 7472601"/>
              <a:gd name="connsiteY76" fmla="*/ 5981332 h 6858000"/>
              <a:gd name="connsiteX77" fmla="*/ 7467600 w 7472601"/>
              <a:gd name="connsiteY77" fmla="*/ 6163634 h 6858000"/>
              <a:gd name="connsiteX78" fmla="*/ 7448321 w 7472601"/>
              <a:gd name="connsiteY78" fmla="*/ 6190991 h 6858000"/>
              <a:gd name="connsiteX79" fmla="*/ 7467600 w 7472601"/>
              <a:gd name="connsiteY79" fmla="*/ 6221686 h 6858000"/>
              <a:gd name="connsiteX80" fmla="*/ 7467600 w 7472601"/>
              <a:gd name="connsiteY80" fmla="*/ 6334256 h 6858000"/>
              <a:gd name="connsiteX81" fmla="*/ 7454976 w 7472601"/>
              <a:gd name="connsiteY81" fmla="*/ 6318297 h 6858000"/>
              <a:gd name="connsiteX82" fmla="*/ 1456157 w 7472601"/>
              <a:gd name="connsiteY82" fmla="*/ 5371404 h 6858000"/>
              <a:gd name="connsiteX83" fmla="*/ 1244432 w 7472601"/>
              <a:gd name="connsiteY83" fmla="*/ 5385601 h 6858000"/>
              <a:gd name="connsiteX84" fmla="*/ 973990 w 7472601"/>
              <a:gd name="connsiteY84" fmla="*/ 5424940 h 6858000"/>
              <a:gd name="connsiteX85" fmla="*/ 1103809 w 7472601"/>
              <a:gd name="connsiteY85" fmla="*/ 5433720 h 6858000"/>
              <a:gd name="connsiteX86" fmla="*/ 1123454 w 7472601"/>
              <a:gd name="connsiteY86" fmla="*/ 5435727 h 6858000"/>
              <a:gd name="connsiteX87" fmla="*/ 1737017 w 7472601"/>
              <a:gd name="connsiteY87" fmla="*/ 5452183 h 6858000"/>
              <a:gd name="connsiteX88" fmla="*/ 1824397 w 7472601"/>
              <a:gd name="connsiteY88" fmla="*/ 5447757 h 6858000"/>
              <a:gd name="connsiteX89" fmla="*/ 2070059 w 7472601"/>
              <a:gd name="connsiteY89" fmla="*/ 5441660 h 6858000"/>
              <a:gd name="connsiteX90" fmla="*/ 1456157 w 7472601"/>
              <a:gd name="connsiteY90" fmla="*/ 5371404 h 6858000"/>
              <a:gd name="connsiteX91" fmla="*/ 4988186 w 7472601"/>
              <a:gd name="connsiteY91" fmla="*/ 5216467 h 6858000"/>
              <a:gd name="connsiteX92" fmla="*/ 4777334 w 7472601"/>
              <a:gd name="connsiteY92" fmla="*/ 5406072 h 6858000"/>
              <a:gd name="connsiteX93" fmla="*/ 4718341 w 7472601"/>
              <a:gd name="connsiteY93" fmla="*/ 5468043 h 6858000"/>
              <a:gd name="connsiteX94" fmla="*/ 4604655 w 7472601"/>
              <a:gd name="connsiteY94" fmla="*/ 5583434 h 6858000"/>
              <a:gd name="connsiteX95" fmla="*/ 4565074 w 7472601"/>
              <a:gd name="connsiteY95" fmla="*/ 5618550 h 6858000"/>
              <a:gd name="connsiteX96" fmla="*/ 4988186 w 7472601"/>
              <a:gd name="connsiteY96" fmla="*/ 5216467 h 6858000"/>
              <a:gd name="connsiteX97" fmla="*/ 4978032 w 7472601"/>
              <a:gd name="connsiteY97" fmla="*/ 5183809 h 6858000"/>
              <a:gd name="connsiteX98" fmla="*/ 4463413 w 7472601"/>
              <a:gd name="connsiteY98" fmla="*/ 5615162 h 6858000"/>
              <a:gd name="connsiteX99" fmla="*/ 4358134 w 7472601"/>
              <a:gd name="connsiteY99" fmla="*/ 5742791 h 6858000"/>
              <a:gd name="connsiteX100" fmla="*/ 4376219 w 7472601"/>
              <a:gd name="connsiteY100" fmla="*/ 5729027 h 6858000"/>
              <a:gd name="connsiteX101" fmla="*/ 4582340 w 7472601"/>
              <a:gd name="connsiteY101" fmla="*/ 5561037 h 6858000"/>
              <a:gd name="connsiteX102" fmla="*/ 4694684 w 7472601"/>
              <a:gd name="connsiteY102" fmla="*/ 5447098 h 6858000"/>
              <a:gd name="connsiteX103" fmla="*/ 4754123 w 7472601"/>
              <a:gd name="connsiteY103" fmla="*/ 5384643 h 6858000"/>
              <a:gd name="connsiteX104" fmla="*/ 4978032 w 7472601"/>
              <a:gd name="connsiteY104" fmla="*/ 5183809 h 6858000"/>
              <a:gd name="connsiteX105" fmla="*/ 1903353 w 7472601"/>
              <a:gd name="connsiteY105" fmla="*/ 5044827 h 6858000"/>
              <a:gd name="connsiteX106" fmla="*/ 1936931 w 7472601"/>
              <a:gd name="connsiteY106" fmla="*/ 5093954 h 6858000"/>
              <a:gd name="connsiteX107" fmla="*/ 2195868 w 7472601"/>
              <a:gd name="connsiteY107" fmla="*/ 5396574 h 6858000"/>
              <a:gd name="connsiteX108" fmla="*/ 2088852 w 7472601"/>
              <a:gd name="connsiteY108" fmla="*/ 5166123 h 6858000"/>
              <a:gd name="connsiteX109" fmla="*/ 1958241 w 7472601"/>
              <a:gd name="connsiteY109" fmla="*/ 5067955 h 6858000"/>
              <a:gd name="connsiteX110" fmla="*/ 1903353 w 7472601"/>
              <a:gd name="connsiteY110" fmla="*/ 5044827 h 6858000"/>
              <a:gd name="connsiteX111" fmla="*/ 1979378 w 7472601"/>
              <a:gd name="connsiteY111" fmla="*/ 4769504 h 6858000"/>
              <a:gd name="connsiteX112" fmla="*/ 2882120 w 7472601"/>
              <a:gd name="connsiteY112" fmla="*/ 5064547 h 6858000"/>
              <a:gd name="connsiteX113" fmla="*/ 2793103 w 7472601"/>
              <a:gd name="connsiteY113" fmla="*/ 5039699 h 6858000"/>
              <a:gd name="connsiteX114" fmla="*/ 2770041 w 7472601"/>
              <a:gd name="connsiteY114" fmla="*/ 5033634 h 6858000"/>
              <a:gd name="connsiteX115" fmla="*/ 1979378 w 7472601"/>
              <a:gd name="connsiteY115" fmla="*/ 4769504 h 6858000"/>
              <a:gd name="connsiteX116" fmla="*/ 1927410 w 7472601"/>
              <a:gd name="connsiteY116" fmla="*/ 4716164 h 6858000"/>
              <a:gd name="connsiteX117" fmla="*/ 1959587 w 7472601"/>
              <a:gd name="connsiteY117" fmla="*/ 4728849 h 6858000"/>
              <a:gd name="connsiteX118" fmla="*/ 2777707 w 7472601"/>
              <a:gd name="connsiteY118" fmla="*/ 5003991 h 6858000"/>
              <a:gd name="connsiteX119" fmla="*/ 2800768 w 7472601"/>
              <a:gd name="connsiteY119" fmla="*/ 5010056 h 6858000"/>
              <a:gd name="connsiteX120" fmla="*/ 2879408 w 7472601"/>
              <a:gd name="connsiteY120" fmla="*/ 5031590 h 6858000"/>
              <a:gd name="connsiteX121" fmla="*/ 2862295 w 7472601"/>
              <a:gd name="connsiteY121" fmla="*/ 5022958 h 6858000"/>
              <a:gd name="connsiteX122" fmla="*/ 2813343 w 7472601"/>
              <a:gd name="connsiteY122" fmla="*/ 4998369 h 6858000"/>
              <a:gd name="connsiteX123" fmla="*/ 2646245 w 7472601"/>
              <a:gd name="connsiteY123" fmla="*/ 4930999 h 6858000"/>
              <a:gd name="connsiteX124" fmla="*/ 1999243 w 7472601"/>
              <a:gd name="connsiteY124" fmla="*/ 4730524 h 6858000"/>
              <a:gd name="connsiteX125" fmla="*/ 1979527 w 7472601"/>
              <a:gd name="connsiteY125" fmla="*/ 4726651 h 6858000"/>
              <a:gd name="connsiteX126" fmla="*/ 1927410 w 7472601"/>
              <a:gd name="connsiteY126" fmla="*/ 4716164 h 6858000"/>
              <a:gd name="connsiteX127" fmla="*/ 1997014 w 7472601"/>
              <a:gd name="connsiteY127" fmla="*/ 4698007 h 6858000"/>
              <a:gd name="connsiteX128" fmla="*/ 2005458 w 7472601"/>
              <a:gd name="connsiteY128" fmla="*/ 4699540 h 6858000"/>
              <a:gd name="connsiteX129" fmla="*/ 2657186 w 7472601"/>
              <a:gd name="connsiteY129" fmla="*/ 4901687 h 6858000"/>
              <a:gd name="connsiteX130" fmla="*/ 2826662 w 7472601"/>
              <a:gd name="connsiteY130" fmla="*/ 4970362 h 6858000"/>
              <a:gd name="connsiteX131" fmla="*/ 2876100 w 7472601"/>
              <a:gd name="connsiteY131" fmla="*/ 4995397 h 6858000"/>
              <a:gd name="connsiteX132" fmla="*/ 3042600 w 7472601"/>
              <a:gd name="connsiteY132" fmla="*/ 5059532 h 6858000"/>
              <a:gd name="connsiteX133" fmla="*/ 1997014 w 7472601"/>
              <a:gd name="connsiteY133" fmla="*/ 4698007 h 6858000"/>
              <a:gd name="connsiteX134" fmla="*/ 2305292 w 7472601"/>
              <a:gd name="connsiteY134" fmla="*/ 4219492 h 6858000"/>
              <a:gd name="connsiteX135" fmla="*/ 3360922 w 7472601"/>
              <a:gd name="connsiteY135" fmla="*/ 4529373 h 6858000"/>
              <a:gd name="connsiteX136" fmla="*/ 3492420 w 7472601"/>
              <a:gd name="connsiteY136" fmla="*/ 4510145 h 6858000"/>
              <a:gd name="connsiteX137" fmla="*/ 3364086 w 7472601"/>
              <a:gd name="connsiteY137" fmla="*/ 4480340 h 6858000"/>
              <a:gd name="connsiteX138" fmla="*/ 3225818 w 7472601"/>
              <a:gd name="connsiteY138" fmla="*/ 4411822 h 6858000"/>
              <a:gd name="connsiteX139" fmla="*/ 3129696 w 7472601"/>
              <a:gd name="connsiteY139" fmla="*/ 4360704 h 6858000"/>
              <a:gd name="connsiteX140" fmla="*/ 2814545 w 7472601"/>
              <a:gd name="connsiteY140" fmla="*/ 4282955 h 6858000"/>
              <a:gd name="connsiteX141" fmla="*/ 2305292 w 7472601"/>
              <a:gd name="connsiteY141" fmla="*/ 4219492 h 6858000"/>
              <a:gd name="connsiteX142" fmla="*/ 2626982 w 7472601"/>
              <a:gd name="connsiteY142" fmla="*/ 4206450 h 6858000"/>
              <a:gd name="connsiteX143" fmla="*/ 2490617 w 7472601"/>
              <a:gd name="connsiteY143" fmla="*/ 4206951 h 6858000"/>
              <a:gd name="connsiteX144" fmla="*/ 2819869 w 7472601"/>
              <a:gd name="connsiteY144" fmla="*/ 4252936 h 6858000"/>
              <a:gd name="connsiteX145" fmla="*/ 3143018 w 7472601"/>
              <a:gd name="connsiteY145" fmla="*/ 4332698 h 6858000"/>
              <a:gd name="connsiteX146" fmla="*/ 3241520 w 7472601"/>
              <a:gd name="connsiteY146" fmla="*/ 4385112 h 6858000"/>
              <a:gd name="connsiteX147" fmla="*/ 3374575 w 7472601"/>
              <a:gd name="connsiteY147" fmla="*/ 4451517 h 6858000"/>
              <a:gd name="connsiteX148" fmla="*/ 3505221 w 7472601"/>
              <a:gd name="connsiteY148" fmla="*/ 4480757 h 6858000"/>
              <a:gd name="connsiteX149" fmla="*/ 2626982 w 7472601"/>
              <a:gd name="connsiteY149" fmla="*/ 4206450 h 6858000"/>
              <a:gd name="connsiteX150" fmla="*/ 1310106 w 7472601"/>
              <a:gd name="connsiteY150" fmla="*/ 3943217 h 6858000"/>
              <a:gd name="connsiteX151" fmla="*/ 854994 w 7472601"/>
              <a:gd name="connsiteY151" fmla="*/ 4399136 h 6858000"/>
              <a:gd name="connsiteX152" fmla="*/ 742462 w 7472601"/>
              <a:gd name="connsiteY152" fmla="*/ 4594648 h 6858000"/>
              <a:gd name="connsiteX153" fmla="*/ 820602 w 7472601"/>
              <a:gd name="connsiteY153" fmla="*/ 4485915 h 6858000"/>
              <a:gd name="connsiteX154" fmla="*/ 878295 w 7472601"/>
              <a:gd name="connsiteY154" fmla="*/ 4403594 h 6858000"/>
              <a:gd name="connsiteX155" fmla="*/ 1240607 w 7472601"/>
              <a:gd name="connsiteY155" fmla="*/ 4010401 h 6858000"/>
              <a:gd name="connsiteX156" fmla="*/ 1310106 w 7472601"/>
              <a:gd name="connsiteY156" fmla="*/ 3943217 h 6858000"/>
              <a:gd name="connsiteX157" fmla="*/ 1423113 w 7472601"/>
              <a:gd name="connsiteY157" fmla="*/ 3874565 h 6858000"/>
              <a:gd name="connsiteX158" fmla="*/ 1260565 w 7472601"/>
              <a:gd name="connsiteY158" fmla="*/ 4031982 h 6858000"/>
              <a:gd name="connsiteX159" fmla="*/ 901900 w 7472601"/>
              <a:gd name="connsiteY159" fmla="*/ 4421236 h 6858000"/>
              <a:gd name="connsiteX160" fmla="*/ 845044 w 7472601"/>
              <a:gd name="connsiteY160" fmla="*/ 4502436 h 6858000"/>
              <a:gd name="connsiteX161" fmla="*/ 685926 w 7472601"/>
              <a:gd name="connsiteY161" fmla="*/ 4703069 h 6858000"/>
              <a:gd name="connsiteX162" fmla="*/ 684248 w 7472601"/>
              <a:gd name="connsiteY162" fmla="*/ 4706721 h 6858000"/>
              <a:gd name="connsiteX163" fmla="*/ 1423113 w 7472601"/>
              <a:gd name="connsiteY163" fmla="*/ 3874565 h 6858000"/>
              <a:gd name="connsiteX164" fmla="*/ 3316479 w 7472601"/>
              <a:gd name="connsiteY164" fmla="*/ 3872136 h 6858000"/>
              <a:gd name="connsiteX165" fmla="*/ 3546806 w 7472601"/>
              <a:gd name="connsiteY165" fmla="*/ 4356139 h 6858000"/>
              <a:gd name="connsiteX166" fmla="*/ 3364433 w 7472601"/>
              <a:gd name="connsiteY166" fmla="*/ 3953121 h 6858000"/>
              <a:gd name="connsiteX167" fmla="*/ 3316479 w 7472601"/>
              <a:gd name="connsiteY167" fmla="*/ 3872136 h 6858000"/>
              <a:gd name="connsiteX168" fmla="*/ 3291335 w 7472601"/>
              <a:gd name="connsiteY168" fmla="*/ 3767420 h 6858000"/>
              <a:gd name="connsiteX169" fmla="*/ 3390805 w 7472601"/>
              <a:gd name="connsiteY169" fmla="*/ 3937163 h 6858000"/>
              <a:gd name="connsiteX170" fmla="*/ 3579062 w 7472601"/>
              <a:gd name="connsiteY170" fmla="*/ 4359040 h 6858000"/>
              <a:gd name="connsiteX171" fmla="*/ 3467355 w 7472601"/>
              <a:gd name="connsiteY171" fmla="*/ 3988130 h 6858000"/>
              <a:gd name="connsiteX172" fmla="*/ 3310753 w 7472601"/>
              <a:gd name="connsiteY172" fmla="*/ 3787140 h 6858000"/>
              <a:gd name="connsiteX173" fmla="*/ 3291335 w 7472601"/>
              <a:gd name="connsiteY173" fmla="*/ 3767420 h 6858000"/>
              <a:gd name="connsiteX174" fmla="*/ 1635889 w 7472601"/>
              <a:gd name="connsiteY174" fmla="*/ 3709494 h 6858000"/>
              <a:gd name="connsiteX175" fmla="*/ 1634800 w 7472601"/>
              <a:gd name="connsiteY175" fmla="*/ 3731111 h 6858000"/>
              <a:gd name="connsiteX176" fmla="*/ 1635889 w 7472601"/>
              <a:gd name="connsiteY176" fmla="*/ 3709494 h 6858000"/>
              <a:gd name="connsiteX177" fmla="*/ 1510397 w 7472601"/>
              <a:gd name="connsiteY177" fmla="*/ 3684705 h 6858000"/>
              <a:gd name="connsiteX178" fmla="*/ 1146550 w 7472601"/>
              <a:gd name="connsiteY178" fmla="*/ 3802012 h 6858000"/>
              <a:gd name="connsiteX179" fmla="*/ 698834 w 7472601"/>
              <a:gd name="connsiteY179" fmla="*/ 3952272 h 6858000"/>
              <a:gd name="connsiteX180" fmla="*/ 34256 w 7472601"/>
              <a:gd name="connsiteY180" fmla="*/ 4347603 h 6858000"/>
              <a:gd name="connsiteX181" fmla="*/ 527241 w 7472601"/>
              <a:gd name="connsiteY181" fmla="*/ 4065078 h 6858000"/>
              <a:gd name="connsiteX182" fmla="*/ 1510397 w 7472601"/>
              <a:gd name="connsiteY182" fmla="*/ 3684705 h 6858000"/>
              <a:gd name="connsiteX183" fmla="*/ 1313114 w 7472601"/>
              <a:gd name="connsiteY183" fmla="*/ 3655216 h 6858000"/>
              <a:gd name="connsiteX184" fmla="*/ 1109304 w 7472601"/>
              <a:gd name="connsiteY184" fmla="*/ 3669030 h 6858000"/>
              <a:gd name="connsiteX185" fmla="*/ 8129 w 7472601"/>
              <a:gd name="connsiteY185" fmla="*/ 4330519 h 6858000"/>
              <a:gd name="connsiteX186" fmla="*/ 687572 w 7472601"/>
              <a:gd name="connsiteY186" fmla="*/ 3925629 h 6858000"/>
              <a:gd name="connsiteX187" fmla="*/ 1138365 w 7472601"/>
              <a:gd name="connsiteY187" fmla="*/ 3774515 h 6858000"/>
              <a:gd name="connsiteX188" fmla="*/ 1505579 w 7472601"/>
              <a:gd name="connsiteY188" fmla="*/ 3655526 h 6858000"/>
              <a:gd name="connsiteX189" fmla="*/ 1313114 w 7472601"/>
              <a:gd name="connsiteY189" fmla="*/ 3655216 h 6858000"/>
              <a:gd name="connsiteX190" fmla="*/ 3655073 w 7472601"/>
              <a:gd name="connsiteY190" fmla="*/ 3650884 h 6858000"/>
              <a:gd name="connsiteX191" fmla="*/ 3989938 w 7472601"/>
              <a:gd name="connsiteY191" fmla="*/ 3991685 h 6858000"/>
              <a:gd name="connsiteX192" fmla="*/ 4393907 w 7472601"/>
              <a:gd name="connsiteY192" fmla="*/ 4261258 h 6858000"/>
              <a:gd name="connsiteX193" fmla="*/ 4648051 w 7472601"/>
              <a:gd name="connsiteY193" fmla="*/ 4374051 h 6858000"/>
              <a:gd name="connsiteX194" fmla="*/ 4383389 w 7472601"/>
              <a:gd name="connsiteY194" fmla="*/ 4184369 h 6858000"/>
              <a:gd name="connsiteX195" fmla="*/ 4165508 w 7472601"/>
              <a:gd name="connsiteY195" fmla="*/ 4035196 h 6858000"/>
              <a:gd name="connsiteX196" fmla="*/ 4068162 w 7472601"/>
              <a:gd name="connsiteY196" fmla="*/ 3953394 h 6858000"/>
              <a:gd name="connsiteX197" fmla="*/ 3981416 w 7472601"/>
              <a:gd name="connsiteY197" fmla="*/ 3880482 h 6858000"/>
              <a:gd name="connsiteX198" fmla="*/ 3800147 w 7472601"/>
              <a:gd name="connsiteY198" fmla="*/ 3749872 h 6858000"/>
              <a:gd name="connsiteX199" fmla="*/ 3655073 w 7472601"/>
              <a:gd name="connsiteY199" fmla="*/ 3650884 h 6858000"/>
              <a:gd name="connsiteX200" fmla="*/ 3670252 w 7472601"/>
              <a:gd name="connsiteY200" fmla="*/ 3622798 h 6858000"/>
              <a:gd name="connsiteX201" fmla="*/ 3817258 w 7472601"/>
              <a:gd name="connsiteY201" fmla="*/ 3723577 h 6858000"/>
              <a:gd name="connsiteX202" fmla="*/ 4000461 w 7472601"/>
              <a:gd name="connsiteY202" fmla="*/ 3855966 h 6858000"/>
              <a:gd name="connsiteX203" fmla="*/ 4088180 w 7472601"/>
              <a:gd name="connsiteY203" fmla="*/ 3929774 h 6858000"/>
              <a:gd name="connsiteX204" fmla="*/ 4184555 w 7472601"/>
              <a:gd name="connsiteY204" fmla="*/ 4010683 h 6858000"/>
              <a:gd name="connsiteX205" fmla="*/ 4399563 w 7472601"/>
              <a:gd name="connsiteY205" fmla="*/ 4158106 h 6858000"/>
              <a:gd name="connsiteX206" fmla="*/ 4684469 w 7472601"/>
              <a:gd name="connsiteY206" fmla="*/ 4364680 h 6858000"/>
              <a:gd name="connsiteX207" fmla="*/ 4690271 w 7472601"/>
              <a:gd name="connsiteY207" fmla="*/ 4370034 h 6858000"/>
              <a:gd name="connsiteX208" fmla="*/ 4136093 w 7472601"/>
              <a:gd name="connsiteY208" fmla="*/ 3858466 h 6858000"/>
              <a:gd name="connsiteX209" fmla="*/ 3670252 w 7472601"/>
              <a:gd name="connsiteY209" fmla="*/ 3622798 h 6858000"/>
              <a:gd name="connsiteX210" fmla="*/ 4440129 w 7472601"/>
              <a:gd name="connsiteY210" fmla="*/ 3448571 h 6858000"/>
              <a:gd name="connsiteX211" fmla="*/ 4856525 w 7472601"/>
              <a:gd name="connsiteY211" fmla="*/ 3915351 h 6858000"/>
              <a:gd name="connsiteX212" fmla="*/ 5059055 w 7472601"/>
              <a:gd name="connsiteY212" fmla="*/ 4108918 h 6858000"/>
              <a:gd name="connsiteX213" fmla="*/ 5290070 w 7472601"/>
              <a:gd name="connsiteY213" fmla="*/ 4263619 h 6858000"/>
              <a:gd name="connsiteX214" fmla="*/ 4834991 w 7472601"/>
              <a:gd name="connsiteY214" fmla="*/ 3830985 h 6858000"/>
              <a:gd name="connsiteX215" fmla="*/ 4440129 w 7472601"/>
              <a:gd name="connsiteY215" fmla="*/ 3448571 h 6858000"/>
              <a:gd name="connsiteX216" fmla="*/ 4441737 w 7472601"/>
              <a:gd name="connsiteY216" fmla="*/ 3399734 h 6858000"/>
              <a:gd name="connsiteX217" fmla="*/ 4431236 w 7472601"/>
              <a:gd name="connsiteY217" fmla="*/ 3400954 h 6858000"/>
              <a:gd name="connsiteX218" fmla="*/ 4557150 w 7472601"/>
              <a:gd name="connsiteY218" fmla="*/ 3510023 h 6858000"/>
              <a:gd name="connsiteX219" fmla="*/ 4856936 w 7472601"/>
              <a:gd name="connsiteY219" fmla="*/ 3809146 h 6858000"/>
              <a:gd name="connsiteX220" fmla="*/ 5111996 w 7472601"/>
              <a:gd name="connsiteY220" fmla="*/ 4065759 h 6858000"/>
              <a:gd name="connsiteX221" fmla="*/ 5388878 w 7472601"/>
              <a:gd name="connsiteY221" fmla="*/ 4300185 h 6858000"/>
              <a:gd name="connsiteX222" fmla="*/ 5425556 w 7472601"/>
              <a:gd name="connsiteY222" fmla="*/ 4308967 h 6858000"/>
              <a:gd name="connsiteX223" fmla="*/ 4943646 w 7472601"/>
              <a:gd name="connsiteY223" fmla="*/ 3822916 h 6858000"/>
              <a:gd name="connsiteX224" fmla="*/ 4594837 w 7472601"/>
              <a:gd name="connsiteY224" fmla="*/ 3532274 h 6858000"/>
              <a:gd name="connsiteX225" fmla="*/ 4441737 w 7472601"/>
              <a:gd name="connsiteY225" fmla="*/ 3399734 h 6858000"/>
              <a:gd name="connsiteX226" fmla="*/ 5425834 w 7472601"/>
              <a:gd name="connsiteY226" fmla="*/ 3162785 h 6858000"/>
              <a:gd name="connsiteX227" fmla="*/ 5401644 w 7472601"/>
              <a:gd name="connsiteY227" fmla="*/ 3617847 h 6858000"/>
              <a:gd name="connsiteX228" fmla="*/ 5467256 w 7472601"/>
              <a:gd name="connsiteY228" fmla="*/ 4175494 h 6858000"/>
              <a:gd name="connsiteX229" fmla="*/ 5448069 w 7472601"/>
              <a:gd name="connsiteY229" fmla="*/ 3567554 h 6858000"/>
              <a:gd name="connsiteX230" fmla="*/ 5425834 w 7472601"/>
              <a:gd name="connsiteY230" fmla="*/ 3162785 h 6858000"/>
              <a:gd name="connsiteX231" fmla="*/ 1318687 w 7472601"/>
              <a:gd name="connsiteY231" fmla="*/ 3113840 h 6858000"/>
              <a:gd name="connsiteX232" fmla="*/ 1066793 w 7472601"/>
              <a:gd name="connsiteY232" fmla="*/ 3212171 h 6858000"/>
              <a:gd name="connsiteX233" fmla="*/ 993319 w 7472601"/>
              <a:gd name="connsiteY233" fmla="*/ 3247648 h 6858000"/>
              <a:gd name="connsiteX234" fmla="*/ 853081 w 7472601"/>
              <a:gd name="connsiteY234" fmla="*/ 3312410 h 6858000"/>
              <a:gd name="connsiteX235" fmla="*/ 805957 w 7472601"/>
              <a:gd name="connsiteY235" fmla="*/ 3330443 h 6858000"/>
              <a:gd name="connsiteX236" fmla="*/ 1318687 w 7472601"/>
              <a:gd name="connsiteY236" fmla="*/ 3113840 h 6858000"/>
              <a:gd name="connsiteX237" fmla="*/ 5453702 w 7472601"/>
              <a:gd name="connsiteY237" fmla="*/ 3090882 h 6858000"/>
              <a:gd name="connsiteX238" fmla="*/ 5480135 w 7472601"/>
              <a:gd name="connsiteY238" fmla="*/ 3565802 h 6858000"/>
              <a:gd name="connsiteX239" fmla="*/ 5499023 w 7472601"/>
              <a:gd name="connsiteY239" fmla="*/ 4166310 h 6858000"/>
              <a:gd name="connsiteX240" fmla="*/ 5547022 w 7472601"/>
              <a:gd name="connsiteY240" fmla="*/ 3607838 h 6858000"/>
              <a:gd name="connsiteX241" fmla="*/ 5515964 w 7472601"/>
              <a:gd name="connsiteY241" fmla="*/ 3378541 h 6858000"/>
              <a:gd name="connsiteX242" fmla="*/ 5453702 w 7472601"/>
              <a:gd name="connsiteY242" fmla="*/ 3090882 h 6858000"/>
              <a:gd name="connsiteX243" fmla="*/ 1238695 w 7472601"/>
              <a:gd name="connsiteY243" fmla="*/ 3076820 h 6858000"/>
              <a:gd name="connsiteX244" fmla="*/ 716371 w 7472601"/>
              <a:gd name="connsiteY244" fmla="*/ 3293249 h 6858000"/>
              <a:gd name="connsiteX245" fmla="*/ 579522 w 7472601"/>
              <a:gd name="connsiteY245" fmla="*/ 3371759 h 6858000"/>
              <a:gd name="connsiteX246" fmla="*/ 600288 w 7472601"/>
              <a:gd name="connsiteY246" fmla="*/ 3365555 h 6858000"/>
              <a:gd name="connsiteX247" fmla="*/ 840692 w 7472601"/>
              <a:gd name="connsiteY247" fmla="*/ 3284921 h 6858000"/>
              <a:gd name="connsiteX248" fmla="*/ 979248 w 7472601"/>
              <a:gd name="connsiteY248" fmla="*/ 3221003 h 6858000"/>
              <a:gd name="connsiteX249" fmla="*/ 1053282 w 7472601"/>
              <a:gd name="connsiteY249" fmla="*/ 3185247 h 6858000"/>
              <a:gd name="connsiteX250" fmla="*/ 1320603 w 7472601"/>
              <a:gd name="connsiteY250" fmla="*/ 3081281 h 6858000"/>
              <a:gd name="connsiteX251" fmla="*/ 1238695 w 7472601"/>
              <a:gd name="connsiteY251" fmla="*/ 3076820 h 6858000"/>
              <a:gd name="connsiteX252" fmla="*/ 5425627 w 7472601"/>
              <a:gd name="connsiteY252" fmla="*/ 2954192 h 6858000"/>
              <a:gd name="connsiteX253" fmla="*/ 5470770 w 7472601"/>
              <a:gd name="connsiteY253" fmla="*/ 3005435 h 6858000"/>
              <a:gd name="connsiteX254" fmla="*/ 5519779 w 7472601"/>
              <a:gd name="connsiteY254" fmla="*/ 4359223 h 6858000"/>
              <a:gd name="connsiteX255" fmla="*/ 5520293 w 7472601"/>
              <a:gd name="connsiteY255" fmla="*/ 4360602 h 6858000"/>
              <a:gd name="connsiteX256" fmla="*/ 5767221 w 7472601"/>
              <a:gd name="connsiteY256" fmla="*/ 4665564 h 6858000"/>
              <a:gd name="connsiteX257" fmla="*/ 6937169 w 7472601"/>
              <a:gd name="connsiteY257" fmla="*/ 4815941 h 6858000"/>
              <a:gd name="connsiteX258" fmla="*/ 6953922 w 7472601"/>
              <a:gd name="connsiteY258" fmla="*/ 4890068 h 6858000"/>
              <a:gd name="connsiteX259" fmla="*/ 6071359 w 7472601"/>
              <a:gd name="connsiteY259" fmla="*/ 4770770 h 6858000"/>
              <a:gd name="connsiteX260" fmla="*/ 6038839 w 7472601"/>
              <a:gd name="connsiteY260" fmla="*/ 4764474 h 6858000"/>
              <a:gd name="connsiteX261" fmla="*/ 6038706 w 7472601"/>
              <a:gd name="connsiteY261" fmla="*/ 4763847 h 6858000"/>
              <a:gd name="connsiteX262" fmla="*/ 6037784 w 7472601"/>
              <a:gd name="connsiteY262" fmla="*/ 4764270 h 6858000"/>
              <a:gd name="connsiteX263" fmla="*/ 6038839 w 7472601"/>
              <a:gd name="connsiteY263" fmla="*/ 4764474 h 6858000"/>
              <a:gd name="connsiteX264" fmla="*/ 6040338 w 7472601"/>
              <a:gd name="connsiteY264" fmla="*/ 4771418 h 6858000"/>
              <a:gd name="connsiteX265" fmla="*/ 6024488 w 7472601"/>
              <a:gd name="connsiteY265" fmla="*/ 4809903 h 6858000"/>
              <a:gd name="connsiteX266" fmla="*/ 5599771 w 7472601"/>
              <a:gd name="connsiteY266" fmla="*/ 5509652 h 6858000"/>
              <a:gd name="connsiteX267" fmla="*/ 5548843 w 7472601"/>
              <a:gd name="connsiteY267" fmla="*/ 5563845 h 6858000"/>
              <a:gd name="connsiteX268" fmla="*/ 5940952 w 7472601"/>
              <a:gd name="connsiteY268" fmla="*/ 6250028 h 6858000"/>
              <a:gd name="connsiteX269" fmla="*/ 6043441 w 7472601"/>
              <a:gd name="connsiteY269" fmla="*/ 6665847 h 6858000"/>
              <a:gd name="connsiteX270" fmla="*/ 6093432 w 7472601"/>
              <a:gd name="connsiteY270" fmla="*/ 6858000 h 6858000"/>
              <a:gd name="connsiteX271" fmla="*/ 6034344 w 7472601"/>
              <a:gd name="connsiteY271" fmla="*/ 6858000 h 6858000"/>
              <a:gd name="connsiteX272" fmla="*/ 6026679 w 7472601"/>
              <a:gd name="connsiteY272" fmla="*/ 6836959 h 6858000"/>
              <a:gd name="connsiteX273" fmla="*/ 5800441 w 7472601"/>
              <a:gd name="connsiteY273" fmla="*/ 6335286 h 6858000"/>
              <a:gd name="connsiteX274" fmla="*/ 5526562 w 7472601"/>
              <a:gd name="connsiteY274" fmla="*/ 5705388 h 6858000"/>
              <a:gd name="connsiteX275" fmla="*/ 5519640 w 7472601"/>
              <a:gd name="connsiteY275" fmla="*/ 5683774 h 6858000"/>
              <a:gd name="connsiteX276" fmla="*/ 5844559 w 7472601"/>
              <a:gd name="connsiteY276" fmla="*/ 6553349 h 6858000"/>
              <a:gd name="connsiteX277" fmla="*/ 5975994 w 7472601"/>
              <a:gd name="connsiteY277" fmla="*/ 6858000 h 6858000"/>
              <a:gd name="connsiteX278" fmla="*/ 5898547 w 7472601"/>
              <a:gd name="connsiteY278" fmla="*/ 6858000 h 6858000"/>
              <a:gd name="connsiteX279" fmla="*/ 5682041 w 7472601"/>
              <a:gd name="connsiteY279" fmla="*/ 6355860 h 6858000"/>
              <a:gd name="connsiteX280" fmla="*/ 5461758 w 7472601"/>
              <a:gd name="connsiteY280" fmla="*/ 5820220 h 6858000"/>
              <a:gd name="connsiteX281" fmla="*/ 5237282 w 7472601"/>
              <a:gd name="connsiteY281" fmla="*/ 6579086 h 6858000"/>
              <a:gd name="connsiteX282" fmla="*/ 5115009 w 7472601"/>
              <a:gd name="connsiteY282" fmla="*/ 6858000 h 6858000"/>
              <a:gd name="connsiteX283" fmla="*/ 5028074 w 7472601"/>
              <a:gd name="connsiteY283" fmla="*/ 6858000 h 6858000"/>
              <a:gd name="connsiteX284" fmla="*/ 5079508 w 7472601"/>
              <a:gd name="connsiteY284" fmla="*/ 6749074 h 6858000"/>
              <a:gd name="connsiteX285" fmla="*/ 5371846 w 7472601"/>
              <a:gd name="connsiteY285" fmla="*/ 5924413 h 6858000"/>
              <a:gd name="connsiteX286" fmla="*/ 5270512 w 7472601"/>
              <a:gd name="connsiteY286" fmla="*/ 6138975 h 6858000"/>
              <a:gd name="connsiteX287" fmla="*/ 5062409 w 7472601"/>
              <a:gd name="connsiteY287" fmla="*/ 6653544 h 6858000"/>
              <a:gd name="connsiteX288" fmla="*/ 5036628 w 7472601"/>
              <a:gd name="connsiteY288" fmla="*/ 6754247 h 6858000"/>
              <a:gd name="connsiteX289" fmla="*/ 5009112 w 7472601"/>
              <a:gd name="connsiteY289" fmla="*/ 6858000 h 6858000"/>
              <a:gd name="connsiteX290" fmla="*/ 4976679 w 7472601"/>
              <a:gd name="connsiteY290" fmla="*/ 6858000 h 6858000"/>
              <a:gd name="connsiteX291" fmla="*/ 5006537 w 7472601"/>
              <a:gd name="connsiteY291" fmla="*/ 6747068 h 6858000"/>
              <a:gd name="connsiteX292" fmla="*/ 5032723 w 7472601"/>
              <a:gd name="connsiteY292" fmla="*/ 6644957 h 6858000"/>
              <a:gd name="connsiteX293" fmla="*/ 5242949 w 7472601"/>
              <a:gd name="connsiteY293" fmla="*/ 6125175 h 6858000"/>
              <a:gd name="connsiteX294" fmla="*/ 5286321 w 7472601"/>
              <a:gd name="connsiteY294" fmla="*/ 6033555 h 6858000"/>
              <a:gd name="connsiteX295" fmla="*/ 5008210 w 7472601"/>
              <a:gd name="connsiteY295" fmla="*/ 6649194 h 6858000"/>
              <a:gd name="connsiteX296" fmla="*/ 4986321 w 7472601"/>
              <a:gd name="connsiteY296" fmla="*/ 6765687 h 6858000"/>
              <a:gd name="connsiteX297" fmla="*/ 4973474 w 7472601"/>
              <a:gd name="connsiteY297" fmla="*/ 6858000 h 6858000"/>
              <a:gd name="connsiteX298" fmla="*/ 4907178 w 7472601"/>
              <a:gd name="connsiteY298" fmla="*/ 6858000 h 6858000"/>
              <a:gd name="connsiteX299" fmla="*/ 4910810 w 7472601"/>
              <a:gd name="connsiteY299" fmla="*/ 6829660 h 6858000"/>
              <a:gd name="connsiteX300" fmla="*/ 4987461 w 7472601"/>
              <a:gd name="connsiteY300" fmla="*/ 6432994 h 6858000"/>
              <a:gd name="connsiteX301" fmla="*/ 5179262 w 7472601"/>
              <a:gd name="connsiteY301" fmla="*/ 6035044 h 6858000"/>
              <a:gd name="connsiteX302" fmla="*/ 4689678 w 7472601"/>
              <a:gd name="connsiteY302" fmla="*/ 6440241 h 6858000"/>
              <a:gd name="connsiteX303" fmla="*/ 4477543 w 7472601"/>
              <a:gd name="connsiteY303" fmla="*/ 6674836 h 6858000"/>
              <a:gd name="connsiteX304" fmla="*/ 4329957 w 7472601"/>
              <a:gd name="connsiteY304" fmla="*/ 6858000 h 6858000"/>
              <a:gd name="connsiteX305" fmla="*/ 4218595 w 7472601"/>
              <a:gd name="connsiteY305" fmla="*/ 6858000 h 6858000"/>
              <a:gd name="connsiteX306" fmla="*/ 4368888 w 7472601"/>
              <a:gd name="connsiteY306" fmla="*/ 6668412 h 6858000"/>
              <a:gd name="connsiteX307" fmla="*/ 4563091 w 7472601"/>
              <a:gd name="connsiteY307" fmla="*/ 6442508 h 6858000"/>
              <a:gd name="connsiteX308" fmla="*/ 5387324 w 7472601"/>
              <a:gd name="connsiteY308" fmla="*/ 5705830 h 6858000"/>
              <a:gd name="connsiteX309" fmla="*/ 5073620 w 7472601"/>
              <a:gd name="connsiteY309" fmla="*/ 5955437 h 6858000"/>
              <a:gd name="connsiteX310" fmla="*/ 4689789 w 7472601"/>
              <a:gd name="connsiteY310" fmla="*/ 6268382 h 6858000"/>
              <a:gd name="connsiteX311" fmla="*/ 4418722 w 7472601"/>
              <a:gd name="connsiteY311" fmla="*/ 6570886 h 6858000"/>
              <a:gd name="connsiteX312" fmla="*/ 4214944 w 7472601"/>
              <a:gd name="connsiteY312" fmla="*/ 6858000 h 6858000"/>
              <a:gd name="connsiteX313" fmla="*/ 4177898 w 7472601"/>
              <a:gd name="connsiteY313" fmla="*/ 6858000 h 6858000"/>
              <a:gd name="connsiteX314" fmla="*/ 4391597 w 7472601"/>
              <a:gd name="connsiteY314" fmla="*/ 6556370 h 6858000"/>
              <a:gd name="connsiteX315" fmla="*/ 4668889 w 7472601"/>
              <a:gd name="connsiteY315" fmla="*/ 6246399 h 6858000"/>
              <a:gd name="connsiteX316" fmla="*/ 5055427 w 7472601"/>
              <a:gd name="connsiteY316" fmla="*/ 5931476 h 6858000"/>
              <a:gd name="connsiteX317" fmla="*/ 5371814 w 7472601"/>
              <a:gd name="connsiteY317" fmla="*/ 5678975 h 6858000"/>
              <a:gd name="connsiteX318" fmla="*/ 4987918 w 7472601"/>
              <a:gd name="connsiteY318" fmla="*/ 5838701 h 6858000"/>
              <a:gd name="connsiteX319" fmla="*/ 4317146 w 7472601"/>
              <a:gd name="connsiteY319" fmla="*/ 6587716 h 6858000"/>
              <a:gd name="connsiteX320" fmla="*/ 4171627 w 7472601"/>
              <a:gd name="connsiteY320" fmla="*/ 6858000 h 6858000"/>
              <a:gd name="connsiteX321" fmla="*/ 4081585 w 7472601"/>
              <a:gd name="connsiteY321" fmla="*/ 6858000 h 6858000"/>
              <a:gd name="connsiteX322" fmla="*/ 4238603 w 7472601"/>
              <a:gd name="connsiteY322" fmla="*/ 6559341 h 6858000"/>
              <a:gd name="connsiteX323" fmla="*/ 4778333 w 7472601"/>
              <a:gd name="connsiteY323" fmla="*/ 5873626 h 6858000"/>
              <a:gd name="connsiteX324" fmla="*/ 5414185 w 7472601"/>
              <a:gd name="connsiteY324" fmla="*/ 5573882 h 6858000"/>
              <a:gd name="connsiteX325" fmla="*/ 5959648 w 7472601"/>
              <a:gd name="connsiteY325" fmla="*/ 4760797 h 6858000"/>
              <a:gd name="connsiteX326" fmla="*/ 5355019 w 7472601"/>
              <a:gd name="connsiteY326" fmla="*/ 4734672 h 6858000"/>
              <a:gd name="connsiteX327" fmla="*/ 5083565 w 7472601"/>
              <a:gd name="connsiteY327" fmla="*/ 5179121 h 6858000"/>
              <a:gd name="connsiteX328" fmla="*/ 4713577 w 7472601"/>
              <a:gd name="connsiteY328" fmla="*/ 5616803 h 6858000"/>
              <a:gd name="connsiteX329" fmla="*/ 3989559 w 7472601"/>
              <a:gd name="connsiteY329" fmla="*/ 6145945 h 6858000"/>
              <a:gd name="connsiteX330" fmla="*/ 3939824 w 7472601"/>
              <a:gd name="connsiteY330" fmla="*/ 6066900 h 6858000"/>
              <a:gd name="connsiteX331" fmla="*/ 4584537 w 7472601"/>
              <a:gd name="connsiteY331" fmla="*/ 5324826 h 6858000"/>
              <a:gd name="connsiteX332" fmla="*/ 5037105 w 7472601"/>
              <a:gd name="connsiteY332" fmla="*/ 5088765 h 6858000"/>
              <a:gd name="connsiteX333" fmla="*/ 5039930 w 7472601"/>
              <a:gd name="connsiteY333" fmla="*/ 5089585 h 6858000"/>
              <a:gd name="connsiteX334" fmla="*/ 5263764 w 7472601"/>
              <a:gd name="connsiteY334" fmla="*/ 4735525 h 6858000"/>
              <a:gd name="connsiteX335" fmla="*/ 4086300 w 7472601"/>
              <a:gd name="connsiteY335" fmla="*/ 4884599 h 6858000"/>
              <a:gd name="connsiteX336" fmla="*/ 4085485 w 7472601"/>
              <a:gd name="connsiteY336" fmla="*/ 4899070 h 6858000"/>
              <a:gd name="connsiteX337" fmla="*/ 3871915 w 7472601"/>
              <a:gd name="connsiteY337" fmla="*/ 5253645 h 6858000"/>
              <a:gd name="connsiteX338" fmla="*/ 3799374 w 7472601"/>
              <a:gd name="connsiteY338" fmla="*/ 5466127 h 6858000"/>
              <a:gd name="connsiteX339" fmla="*/ 3498850 w 7472601"/>
              <a:gd name="connsiteY339" fmla="*/ 6661888 h 6858000"/>
              <a:gd name="connsiteX340" fmla="*/ 3399216 w 7472601"/>
              <a:gd name="connsiteY340" fmla="*/ 6858000 h 6858000"/>
              <a:gd name="connsiteX341" fmla="*/ 3303688 w 7472601"/>
              <a:gd name="connsiteY341" fmla="*/ 6858000 h 6858000"/>
              <a:gd name="connsiteX342" fmla="*/ 3391774 w 7472601"/>
              <a:gd name="connsiteY342" fmla="*/ 6697181 h 6858000"/>
              <a:gd name="connsiteX343" fmla="*/ 3735540 w 7472601"/>
              <a:gd name="connsiteY343" fmla="*/ 5546923 h 6858000"/>
              <a:gd name="connsiteX344" fmla="*/ 3729438 w 7472601"/>
              <a:gd name="connsiteY344" fmla="*/ 5569058 h 6858000"/>
              <a:gd name="connsiteX345" fmla="*/ 3707782 w 7472601"/>
              <a:gd name="connsiteY345" fmla="*/ 5644908 h 6858000"/>
              <a:gd name="connsiteX346" fmla="*/ 3583827 w 7472601"/>
              <a:gd name="connsiteY346" fmla="*/ 6039215 h 6858000"/>
              <a:gd name="connsiteX347" fmla="*/ 3547861 w 7472601"/>
              <a:gd name="connsiteY347" fmla="*/ 6129609 h 6858000"/>
              <a:gd name="connsiteX348" fmla="*/ 3490905 w 7472601"/>
              <a:gd name="connsiteY348" fmla="*/ 6277660 h 6858000"/>
              <a:gd name="connsiteX349" fmla="*/ 3455859 w 7472601"/>
              <a:gd name="connsiteY349" fmla="*/ 6391301 h 6858000"/>
              <a:gd name="connsiteX350" fmla="*/ 3429112 w 7472601"/>
              <a:gd name="connsiteY350" fmla="*/ 6479469 h 6858000"/>
              <a:gd name="connsiteX351" fmla="*/ 3304862 w 7472601"/>
              <a:gd name="connsiteY351" fmla="*/ 6796476 h 6858000"/>
              <a:gd name="connsiteX352" fmla="*/ 3276071 w 7472601"/>
              <a:gd name="connsiteY352" fmla="*/ 6858000 h 6858000"/>
              <a:gd name="connsiteX353" fmla="*/ 3240805 w 7472601"/>
              <a:gd name="connsiteY353" fmla="*/ 6858000 h 6858000"/>
              <a:gd name="connsiteX354" fmla="*/ 3275917 w 7472601"/>
              <a:gd name="connsiteY354" fmla="*/ 6783192 h 6858000"/>
              <a:gd name="connsiteX355" fmla="*/ 3399358 w 7472601"/>
              <a:gd name="connsiteY355" fmla="*/ 6469011 h 6858000"/>
              <a:gd name="connsiteX356" fmla="*/ 3425650 w 7472601"/>
              <a:gd name="connsiteY356" fmla="*/ 6381333 h 6858000"/>
              <a:gd name="connsiteX357" fmla="*/ 3460661 w 7472601"/>
              <a:gd name="connsiteY357" fmla="*/ 6266763 h 6858000"/>
              <a:gd name="connsiteX358" fmla="*/ 3518021 w 7472601"/>
              <a:gd name="connsiteY358" fmla="*/ 6117298 h 6858000"/>
              <a:gd name="connsiteX359" fmla="*/ 3554035 w 7472601"/>
              <a:gd name="connsiteY359" fmla="*/ 6027832 h 6858000"/>
              <a:gd name="connsiteX360" fmla="*/ 3677174 w 7472601"/>
              <a:gd name="connsiteY360" fmla="*/ 5636351 h 6858000"/>
              <a:gd name="connsiteX361" fmla="*/ 3698819 w 7472601"/>
              <a:gd name="connsiteY361" fmla="*/ 5560503 h 6858000"/>
              <a:gd name="connsiteX362" fmla="*/ 3702094 w 7472601"/>
              <a:gd name="connsiteY362" fmla="*/ 5549194 h 6858000"/>
              <a:gd name="connsiteX363" fmla="*/ 3398355 w 7472601"/>
              <a:gd name="connsiteY363" fmla="*/ 6094603 h 6858000"/>
              <a:gd name="connsiteX364" fmla="*/ 3193941 w 7472601"/>
              <a:gd name="connsiteY364" fmla="*/ 6798775 h 6858000"/>
              <a:gd name="connsiteX365" fmla="*/ 3184140 w 7472601"/>
              <a:gd name="connsiteY365" fmla="*/ 6858000 h 6858000"/>
              <a:gd name="connsiteX366" fmla="*/ 3099978 w 7472601"/>
              <a:gd name="connsiteY366" fmla="*/ 6858000 h 6858000"/>
              <a:gd name="connsiteX367" fmla="*/ 3101556 w 7472601"/>
              <a:gd name="connsiteY367" fmla="*/ 6843337 h 6858000"/>
              <a:gd name="connsiteX368" fmla="*/ 3370162 w 7472601"/>
              <a:gd name="connsiteY368" fmla="*/ 5785550 h 6858000"/>
              <a:gd name="connsiteX369" fmla="*/ 3746477 w 7472601"/>
              <a:gd name="connsiteY369" fmla="*/ 5377889 h 6858000"/>
              <a:gd name="connsiteX370" fmla="*/ 3863399 w 7472601"/>
              <a:gd name="connsiteY370" fmla="*/ 5087257 h 6858000"/>
              <a:gd name="connsiteX371" fmla="*/ 3968712 w 7472601"/>
              <a:gd name="connsiteY371" fmla="*/ 4913989 h 6858000"/>
              <a:gd name="connsiteX372" fmla="*/ 2792390 w 7472601"/>
              <a:gd name="connsiteY372" fmla="*/ 5382974 h 6858000"/>
              <a:gd name="connsiteX373" fmla="*/ 2714982 w 7472601"/>
              <a:gd name="connsiteY373" fmla="*/ 5427051 h 6858000"/>
              <a:gd name="connsiteX374" fmla="*/ 2813361 w 7472601"/>
              <a:gd name="connsiteY374" fmla="*/ 6023912 h 6858000"/>
              <a:gd name="connsiteX375" fmla="*/ 2688430 w 7472601"/>
              <a:gd name="connsiteY375" fmla="*/ 6801564 h 6858000"/>
              <a:gd name="connsiteX376" fmla="*/ 2629626 w 7472601"/>
              <a:gd name="connsiteY376" fmla="*/ 6763394 h 6858000"/>
              <a:gd name="connsiteX377" fmla="*/ 2565328 w 7472601"/>
              <a:gd name="connsiteY377" fmla="*/ 5516399 h 6858000"/>
              <a:gd name="connsiteX378" fmla="*/ 1922999 w 7472601"/>
              <a:gd name="connsiteY378" fmla="*/ 5980343 h 6858000"/>
              <a:gd name="connsiteX379" fmla="*/ 1950261 w 7472601"/>
              <a:gd name="connsiteY379" fmla="*/ 6405858 h 6858000"/>
              <a:gd name="connsiteX380" fmla="*/ 2365554 w 7472601"/>
              <a:gd name="connsiteY380" fmla="*/ 6759107 h 6858000"/>
              <a:gd name="connsiteX381" fmla="*/ 2424142 w 7472601"/>
              <a:gd name="connsiteY381" fmla="*/ 6858000 h 6858000"/>
              <a:gd name="connsiteX382" fmla="*/ 2395994 w 7472601"/>
              <a:gd name="connsiteY382" fmla="*/ 6858000 h 6858000"/>
              <a:gd name="connsiteX383" fmla="*/ 2392863 w 7472601"/>
              <a:gd name="connsiteY383" fmla="*/ 6852964 h 6858000"/>
              <a:gd name="connsiteX384" fmla="*/ 2017589 w 7472601"/>
              <a:gd name="connsiteY384" fmla="*/ 6493982 h 6858000"/>
              <a:gd name="connsiteX385" fmla="*/ 2147336 w 7472601"/>
              <a:gd name="connsiteY385" fmla="*/ 6594052 h 6858000"/>
              <a:gd name="connsiteX386" fmla="*/ 2207047 w 7472601"/>
              <a:gd name="connsiteY386" fmla="*/ 6654540 h 6858000"/>
              <a:gd name="connsiteX387" fmla="*/ 2299106 w 7472601"/>
              <a:gd name="connsiteY387" fmla="*/ 6778931 h 6858000"/>
              <a:gd name="connsiteX388" fmla="*/ 2314430 w 7472601"/>
              <a:gd name="connsiteY388" fmla="*/ 6801144 h 6858000"/>
              <a:gd name="connsiteX389" fmla="*/ 2352406 w 7472601"/>
              <a:gd name="connsiteY389" fmla="*/ 6858000 h 6858000"/>
              <a:gd name="connsiteX390" fmla="*/ 2314492 w 7472601"/>
              <a:gd name="connsiteY390" fmla="*/ 6858000 h 6858000"/>
              <a:gd name="connsiteX391" fmla="*/ 2288095 w 7472601"/>
              <a:gd name="connsiteY391" fmla="*/ 6818030 h 6858000"/>
              <a:gd name="connsiteX392" fmla="*/ 2272768 w 7472601"/>
              <a:gd name="connsiteY392" fmla="*/ 6795822 h 6858000"/>
              <a:gd name="connsiteX393" fmla="*/ 2182715 w 7472601"/>
              <a:gd name="connsiteY393" fmla="*/ 6675071 h 6858000"/>
              <a:gd name="connsiteX394" fmla="*/ 2032061 w 7472601"/>
              <a:gd name="connsiteY394" fmla="*/ 6541380 h 6858000"/>
              <a:gd name="connsiteX395" fmla="*/ 2257220 w 7472601"/>
              <a:gd name="connsiteY395" fmla="*/ 6826257 h 6858000"/>
              <a:gd name="connsiteX396" fmla="*/ 2281324 w 7472601"/>
              <a:gd name="connsiteY396" fmla="*/ 6858000 h 6858000"/>
              <a:gd name="connsiteX397" fmla="*/ 2242860 w 7472601"/>
              <a:gd name="connsiteY397" fmla="*/ 6858000 h 6858000"/>
              <a:gd name="connsiteX398" fmla="*/ 2232818 w 7472601"/>
              <a:gd name="connsiteY398" fmla="*/ 6844926 h 6858000"/>
              <a:gd name="connsiteX399" fmla="*/ 1990172 w 7472601"/>
              <a:gd name="connsiteY399" fmla="*/ 6542121 h 6858000"/>
              <a:gd name="connsiteX400" fmla="*/ 2124090 w 7472601"/>
              <a:gd name="connsiteY400" fmla="*/ 6761017 h 6858000"/>
              <a:gd name="connsiteX401" fmla="*/ 2200380 w 7472601"/>
              <a:gd name="connsiteY401" fmla="*/ 6858000 h 6858000"/>
              <a:gd name="connsiteX402" fmla="*/ 2147507 w 7472601"/>
              <a:gd name="connsiteY402" fmla="*/ 6858000 h 6858000"/>
              <a:gd name="connsiteX403" fmla="*/ 2070668 w 7472601"/>
              <a:gd name="connsiteY403" fmla="*/ 6761520 h 6858000"/>
              <a:gd name="connsiteX404" fmla="*/ 1975142 w 7472601"/>
              <a:gd name="connsiteY404" fmla="*/ 6585570 h 6858000"/>
              <a:gd name="connsiteX405" fmla="*/ 2050035 w 7472601"/>
              <a:gd name="connsiteY405" fmla="*/ 6813345 h 6858000"/>
              <a:gd name="connsiteX406" fmla="*/ 2063025 w 7472601"/>
              <a:gd name="connsiteY406" fmla="*/ 6858000 h 6858000"/>
              <a:gd name="connsiteX407" fmla="*/ 2021675 w 7472601"/>
              <a:gd name="connsiteY407" fmla="*/ 6858000 h 6858000"/>
              <a:gd name="connsiteX408" fmla="*/ 2019308 w 7472601"/>
              <a:gd name="connsiteY408" fmla="*/ 6847118 h 6858000"/>
              <a:gd name="connsiteX409" fmla="*/ 1938835 w 7472601"/>
              <a:gd name="connsiteY409" fmla="*/ 6551160 h 6858000"/>
              <a:gd name="connsiteX410" fmla="*/ 1953230 w 7472601"/>
              <a:gd name="connsiteY410" fmla="*/ 6759699 h 6858000"/>
              <a:gd name="connsiteX411" fmla="*/ 1956763 w 7472601"/>
              <a:gd name="connsiteY411" fmla="*/ 6778191 h 6858000"/>
              <a:gd name="connsiteX412" fmla="*/ 1967925 w 7472601"/>
              <a:gd name="connsiteY412" fmla="*/ 6858000 h 6858000"/>
              <a:gd name="connsiteX413" fmla="*/ 1936622 w 7472601"/>
              <a:gd name="connsiteY413" fmla="*/ 6858000 h 6858000"/>
              <a:gd name="connsiteX414" fmla="*/ 1926261 w 7472601"/>
              <a:gd name="connsiteY414" fmla="*/ 6784064 h 6858000"/>
              <a:gd name="connsiteX415" fmla="*/ 1922724 w 7472601"/>
              <a:gd name="connsiteY415" fmla="*/ 6765577 h 6858000"/>
              <a:gd name="connsiteX416" fmla="*/ 1904650 w 7472601"/>
              <a:gd name="connsiteY416" fmla="*/ 6639616 h 6858000"/>
              <a:gd name="connsiteX417" fmla="*/ 1885273 w 7472601"/>
              <a:gd name="connsiteY417" fmla="*/ 6858000 h 6858000"/>
              <a:gd name="connsiteX418" fmla="*/ 1854363 w 7472601"/>
              <a:gd name="connsiteY418" fmla="*/ 6858000 h 6858000"/>
              <a:gd name="connsiteX419" fmla="*/ 1880391 w 7472601"/>
              <a:gd name="connsiteY419" fmla="*/ 6603796 h 6858000"/>
              <a:gd name="connsiteX420" fmla="*/ 1818273 w 7472601"/>
              <a:gd name="connsiteY420" fmla="*/ 6715729 h 6858000"/>
              <a:gd name="connsiteX421" fmla="*/ 1794691 w 7472601"/>
              <a:gd name="connsiteY421" fmla="*/ 6843239 h 6858000"/>
              <a:gd name="connsiteX422" fmla="*/ 1794914 w 7472601"/>
              <a:gd name="connsiteY422" fmla="*/ 6858000 h 6858000"/>
              <a:gd name="connsiteX423" fmla="*/ 1746128 w 7472601"/>
              <a:gd name="connsiteY423" fmla="*/ 6858000 h 6858000"/>
              <a:gd name="connsiteX424" fmla="*/ 1753934 w 7472601"/>
              <a:gd name="connsiteY424" fmla="*/ 6724796 h 6858000"/>
              <a:gd name="connsiteX425" fmla="*/ 1792053 w 7472601"/>
              <a:gd name="connsiteY425" fmla="*/ 6572396 h 6858000"/>
              <a:gd name="connsiteX426" fmla="*/ 1862248 w 7472601"/>
              <a:gd name="connsiteY426" fmla="*/ 6266397 h 6858000"/>
              <a:gd name="connsiteX427" fmla="*/ 1862250 w 7472601"/>
              <a:gd name="connsiteY427" fmla="*/ 6033531 h 6858000"/>
              <a:gd name="connsiteX428" fmla="*/ 1211999 w 7472601"/>
              <a:gd name="connsiteY428" fmla="*/ 6683610 h 6858000"/>
              <a:gd name="connsiteX429" fmla="*/ 1213266 w 7472601"/>
              <a:gd name="connsiteY429" fmla="*/ 6691947 h 6858000"/>
              <a:gd name="connsiteX430" fmla="*/ 1203370 w 7472601"/>
              <a:gd name="connsiteY430" fmla="*/ 6850676 h 6858000"/>
              <a:gd name="connsiteX431" fmla="*/ 1203671 w 7472601"/>
              <a:gd name="connsiteY431" fmla="*/ 6858000 h 6858000"/>
              <a:gd name="connsiteX432" fmla="*/ 1143180 w 7472601"/>
              <a:gd name="connsiteY432" fmla="*/ 6858000 h 6858000"/>
              <a:gd name="connsiteX433" fmla="*/ 1142176 w 7472601"/>
              <a:gd name="connsiteY433" fmla="*/ 6766045 h 6858000"/>
              <a:gd name="connsiteX434" fmla="*/ 1067484 w 7472601"/>
              <a:gd name="connsiteY434" fmla="*/ 6858000 h 6858000"/>
              <a:gd name="connsiteX435" fmla="*/ 953928 w 7472601"/>
              <a:gd name="connsiteY435" fmla="*/ 6858000 h 6858000"/>
              <a:gd name="connsiteX436" fmla="*/ 959715 w 7472601"/>
              <a:gd name="connsiteY436" fmla="*/ 6850185 h 6858000"/>
              <a:gd name="connsiteX437" fmla="*/ 1483788 w 7472601"/>
              <a:gd name="connsiteY437" fmla="*/ 6259174 h 6858000"/>
              <a:gd name="connsiteX438" fmla="*/ 1100671 w 7472601"/>
              <a:gd name="connsiteY438" fmla="*/ 6252137 h 6858000"/>
              <a:gd name="connsiteX439" fmla="*/ 1090144 w 7472601"/>
              <a:gd name="connsiteY439" fmla="*/ 6256748 h 6858000"/>
              <a:gd name="connsiteX440" fmla="*/ 1095872 w 7472601"/>
              <a:gd name="connsiteY440" fmla="*/ 6271892 h 6858000"/>
              <a:gd name="connsiteX441" fmla="*/ 262785 w 7472601"/>
              <a:gd name="connsiteY441" fmla="*/ 6845450 h 6858000"/>
              <a:gd name="connsiteX442" fmla="*/ 209968 w 7472601"/>
              <a:gd name="connsiteY442" fmla="*/ 6770713 h 6858000"/>
              <a:gd name="connsiteX443" fmla="*/ 873460 w 7472601"/>
              <a:gd name="connsiteY443" fmla="*/ 6253768 h 6858000"/>
              <a:gd name="connsiteX444" fmla="*/ 192686 w 7472601"/>
              <a:gd name="connsiteY444" fmla="*/ 5849257 h 6858000"/>
              <a:gd name="connsiteX445" fmla="*/ 4696 w 7472601"/>
              <a:gd name="connsiteY445" fmla="*/ 5697668 h 6858000"/>
              <a:gd name="connsiteX446" fmla="*/ 0 w 7472601"/>
              <a:gd name="connsiteY446" fmla="*/ 5689984 h 6858000"/>
              <a:gd name="connsiteX447" fmla="*/ 0 w 7472601"/>
              <a:gd name="connsiteY447" fmla="*/ 5513472 h 6858000"/>
              <a:gd name="connsiteX448" fmla="*/ 174101 w 7472601"/>
              <a:gd name="connsiteY448" fmla="*/ 5620277 h 6858000"/>
              <a:gd name="connsiteX449" fmla="*/ 891800 w 7472601"/>
              <a:gd name="connsiteY449" fmla="*/ 6036935 h 6858000"/>
              <a:gd name="connsiteX450" fmla="*/ 1072219 w 7472601"/>
              <a:gd name="connsiteY450" fmla="*/ 6169443 h 6858000"/>
              <a:gd name="connsiteX451" fmla="*/ 1074117 w 7472601"/>
              <a:gd name="connsiteY451" fmla="*/ 6170301 h 6858000"/>
              <a:gd name="connsiteX452" fmla="*/ 1083114 w 7472601"/>
              <a:gd name="connsiteY452" fmla="*/ 6174131 h 6858000"/>
              <a:gd name="connsiteX453" fmla="*/ 1543010 w 7472601"/>
              <a:gd name="connsiteY453" fmla="*/ 6191140 h 6858000"/>
              <a:gd name="connsiteX454" fmla="*/ 1551080 w 7472601"/>
              <a:gd name="connsiteY454" fmla="*/ 6195006 h 6858000"/>
              <a:gd name="connsiteX455" fmla="*/ 2345443 w 7472601"/>
              <a:gd name="connsiteY455" fmla="*/ 5549882 h 6858000"/>
              <a:gd name="connsiteX456" fmla="*/ 1721499 w 7472601"/>
              <a:gd name="connsiteY456" fmla="*/ 5599969 h 6858000"/>
              <a:gd name="connsiteX457" fmla="*/ 767716 w 7472601"/>
              <a:gd name="connsiteY457" fmla="*/ 5472768 h 6858000"/>
              <a:gd name="connsiteX458" fmla="*/ 722147 w 7472601"/>
              <a:gd name="connsiteY458" fmla="*/ 5393091 h 6858000"/>
              <a:gd name="connsiteX459" fmla="*/ 1485552 w 7472601"/>
              <a:gd name="connsiteY459" fmla="*/ 5313202 h 6858000"/>
              <a:gd name="connsiteX460" fmla="*/ 2143004 w 7472601"/>
              <a:gd name="connsiteY460" fmla="*/ 5402420 h 6858000"/>
              <a:gd name="connsiteX461" fmla="*/ 1933391 w 7472601"/>
              <a:gd name="connsiteY461" fmla="*/ 5156971 h 6858000"/>
              <a:gd name="connsiteX462" fmla="*/ 1827118 w 7472601"/>
              <a:gd name="connsiteY462" fmla="*/ 4968410 h 6858000"/>
              <a:gd name="connsiteX463" fmla="*/ 1837349 w 7472601"/>
              <a:gd name="connsiteY463" fmla="*/ 4956357 h 6858000"/>
              <a:gd name="connsiteX464" fmla="*/ 2162835 w 7472601"/>
              <a:gd name="connsiteY464" fmla="*/ 5187853 h 6858000"/>
              <a:gd name="connsiteX465" fmla="*/ 2257167 w 7472601"/>
              <a:gd name="connsiteY465" fmla="*/ 5462123 h 6858000"/>
              <a:gd name="connsiteX466" fmla="*/ 2261598 w 7472601"/>
              <a:gd name="connsiteY466" fmla="*/ 5467998 h 6858000"/>
              <a:gd name="connsiteX467" fmla="*/ 2437177 w 7472601"/>
              <a:gd name="connsiteY467" fmla="*/ 5479608 h 6858000"/>
              <a:gd name="connsiteX468" fmla="*/ 2445247 w 7472601"/>
              <a:gd name="connsiteY468" fmla="*/ 5483476 h 6858000"/>
              <a:gd name="connsiteX469" fmla="*/ 2743626 w 7472601"/>
              <a:gd name="connsiteY469" fmla="*/ 5304819 h 6858000"/>
              <a:gd name="connsiteX470" fmla="*/ 3048102 w 7472601"/>
              <a:gd name="connsiteY470" fmla="*/ 5150595 h 6858000"/>
              <a:gd name="connsiteX471" fmla="*/ 1799414 w 7472601"/>
              <a:gd name="connsiteY471" fmla="*/ 4694732 h 6858000"/>
              <a:gd name="connsiteX472" fmla="*/ 1771735 w 7472601"/>
              <a:gd name="connsiteY472" fmla="*/ 4619929 h 6858000"/>
              <a:gd name="connsiteX473" fmla="*/ 3104273 w 7472601"/>
              <a:gd name="connsiteY473" fmla="*/ 5076159 h 6858000"/>
              <a:gd name="connsiteX474" fmla="*/ 3113245 w 7472601"/>
              <a:gd name="connsiteY474" fmla="*/ 5090705 h 6858000"/>
              <a:gd name="connsiteX475" fmla="*/ 3126294 w 7472601"/>
              <a:gd name="connsiteY475" fmla="*/ 5114400 h 6858000"/>
              <a:gd name="connsiteX476" fmla="*/ 3937433 w 7472601"/>
              <a:gd name="connsiteY476" fmla="*/ 4830473 h 6858000"/>
              <a:gd name="connsiteX477" fmla="*/ 3590475 w 7472601"/>
              <a:gd name="connsiteY477" fmla="*/ 4597974 h 6858000"/>
              <a:gd name="connsiteX478" fmla="*/ 3100264 w 7472601"/>
              <a:gd name="connsiteY478" fmla="*/ 4579845 h 6858000"/>
              <a:gd name="connsiteX479" fmla="*/ 2183576 w 7472601"/>
              <a:gd name="connsiteY479" fmla="*/ 4227150 h 6858000"/>
              <a:gd name="connsiteX480" fmla="*/ 2151029 w 7472601"/>
              <a:gd name="connsiteY480" fmla="*/ 4146947 h 6858000"/>
              <a:gd name="connsiteX481" fmla="*/ 3563434 w 7472601"/>
              <a:gd name="connsiteY481" fmla="*/ 4469115 h 6858000"/>
              <a:gd name="connsiteX482" fmla="*/ 3177952 w 7472601"/>
              <a:gd name="connsiteY482" fmla="*/ 3657386 h 6858000"/>
              <a:gd name="connsiteX483" fmla="*/ 3189263 w 7472601"/>
              <a:gd name="connsiteY483" fmla="*/ 3625726 h 6858000"/>
              <a:gd name="connsiteX484" fmla="*/ 3560912 w 7472601"/>
              <a:gd name="connsiteY484" fmla="*/ 4079863 h 6858000"/>
              <a:gd name="connsiteX485" fmla="*/ 3626636 w 7472601"/>
              <a:gd name="connsiteY485" fmla="*/ 4512230 h 6858000"/>
              <a:gd name="connsiteX486" fmla="*/ 3653088 w 7472601"/>
              <a:gd name="connsiteY486" fmla="*/ 4521417 h 6858000"/>
              <a:gd name="connsiteX487" fmla="*/ 3988128 w 7472601"/>
              <a:gd name="connsiteY487" fmla="*/ 4817267 h 6858000"/>
              <a:gd name="connsiteX488" fmla="*/ 4830582 w 7472601"/>
              <a:gd name="connsiteY488" fmla="*/ 4676000 h 6858000"/>
              <a:gd name="connsiteX489" fmla="*/ 4830100 w 7472601"/>
              <a:gd name="connsiteY489" fmla="*/ 4675554 h 6858000"/>
              <a:gd name="connsiteX490" fmla="*/ 4036318 w 7472601"/>
              <a:gd name="connsiteY490" fmla="*/ 4147013 h 6858000"/>
              <a:gd name="connsiteX491" fmla="*/ 3432098 w 7472601"/>
              <a:gd name="connsiteY491" fmla="*/ 3537312 h 6858000"/>
              <a:gd name="connsiteX492" fmla="*/ 3446761 w 7472601"/>
              <a:gd name="connsiteY492" fmla="*/ 3461278 h 6858000"/>
              <a:gd name="connsiteX493" fmla="*/ 4419733 w 7472601"/>
              <a:gd name="connsiteY493" fmla="*/ 3963555 h 6858000"/>
              <a:gd name="connsiteX494" fmla="*/ 4781371 w 7472601"/>
              <a:gd name="connsiteY494" fmla="*/ 4458604 h 6858000"/>
              <a:gd name="connsiteX495" fmla="*/ 4780440 w 7472601"/>
              <a:gd name="connsiteY495" fmla="*/ 4470290 h 6858000"/>
              <a:gd name="connsiteX496" fmla="*/ 4898954 w 7472601"/>
              <a:gd name="connsiteY496" fmla="*/ 4662092 h 6858000"/>
              <a:gd name="connsiteX497" fmla="*/ 4900699 w 7472601"/>
              <a:gd name="connsiteY497" fmla="*/ 4670867 h 6858000"/>
              <a:gd name="connsiteX498" fmla="*/ 5714511 w 7472601"/>
              <a:gd name="connsiteY498" fmla="*/ 4663483 h 6858000"/>
              <a:gd name="connsiteX499" fmla="*/ 5464793 w 7472601"/>
              <a:gd name="connsiteY499" fmla="*/ 4393556 h 6858000"/>
              <a:gd name="connsiteX500" fmla="*/ 5461897 w 7472601"/>
              <a:gd name="connsiteY500" fmla="*/ 4390879 h 6858000"/>
              <a:gd name="connsiteX501" fmla="*/ 4294126 w 7472601"/>
              <a:gd name="connsiteY501" fmla="*/ 3303048 h 6858000"/>
              <a:gd name="connsiteX502" fmla="*/ 4305321 w 7472601"/>
              <a:gd name="connsiteY502" fmla="*/ 3256953 h 6858000"/>
              <a:gd name="connsiteX503" fmla="*/ 4949299 w 7472601"/>
              <a:gd name="connsiteY503" fmla="*/ 3766336 h 6858000"/>
              <a:gd name="connsiteX504" fmla="*/ 5291452 w 7472601"/>
              <a:gd name="connsiteY504" fmla="*/ 4076801 h 6858000"/>
              <a:gd name="connsiteX505" fmla="*/ 5434998 w 7472601"/>
              <a:gd name="connsiteY505" fmla="*/ 4254100 h 6858000"/>
              <a:gd name="connsiteX506" fmla="*/ 5351015 w 7472601"/>
              <a:gd name="connsiteY506" fmla="*/ 3760989 h 6858000"/>
              <a:gd name="connsiteX507" fmla="*/ 5413780 w 7472601"/>
              <a:gd name="connsiteY507" fmla="*/ 2966265 h 6858000"/>
              <a:gd name="connsiteX508" fmla="*/ 5425627 w 7472601"/>
              <a:gd name="connsiteY508" fmla="*/ 2954192 h 6858000"/>
              <a:gd name="connsiteX509" fmla="*/ 6604735 w 7472601"/>
              <a:gd name="connsiteY509" fmla="*/ 2041381 h 6858000"/>
              <a:gd name="connsiteX510" fmla="*/ 7204487 w 7472601"/>
              <a:gd name="connsiteY510" fmla="*/ 2742112 h 6858000"/>
              <a:gd name="connsiteX511" fmla="*/ 7131592 w 7472601"/>
              <a:gd name="connsiteY511" fmla="*/ 2672096 h 6858000"/>
              <a:gd name="connsiteX512" fmla="*/ 6996344 w 7472601"/>
              <a:gd name="connsiteY512" fmla="*/ 2518310 h 6858000"/>
              <a:gd name="connsiteX513" fmla="*/ 6735495 w 7472601"/>
              <a:gd name="connsiteY513" fmla="*/ 2196890 h 6858000"/>
              <a:gd name="connsiteX514" fmla="*/ 6721901 w 7472601"/>
              <a:gd name="connsiteY514" fmla="*/ 2179274 h 6858000"/>
              <a:gd name="connsiteX515" fmla="*/ 6604735 w 7472601"/>
              <a:gd name="connsiteY515" fmla="*/ 2041381 h 6858000"/>
              <a:gd name="connsiteX516" fmla="*/ 6591670 w 7472601"/>
              <a:gd name="connsiteY516" fmla="*/ 1988277 h 6858000"/>
              <a:gd name="connsiteX517" fmla="*/ 6747349 w 7472601"/>
              <a:gd name="connsiteY517" fmla="*/ 2160069 h 6858000"/>
              <a:gd name="connsiteX518" fmla="*/ 6760943 w 7472601"/>
              <a:gd name="connsiteY518" fmla="*/ 2177686 h 6858000"/>
              <a:gd name="connsiteX519" fmla="*/ 7021065 w 7472601"/>
              <a:gd name="connsiteY519" fmla="*/ 2498102 h 6858000"/>
              <a:gd name="connsiteX520" fmla="*/ 7155223 w 7472601"/>
              <a:gd name="connsiteY520" fmla="*/ 2650386 h 6858000"/>
              <a:gd name="connsiteX521" fmla="*/ 7203167 w 7472601"/>
              <a:gd name="connsiteY521" fmla="*/ 2697288 h 6858000"/>
              <a:gd name="connsiteX522" fmla="*/ 6937703 w 7472601"/>
              <a:gd name="connsiteY522" fmla="*/ 2321981 h 6858000"/>
              <a:gd name="connsiteX523" fmla="*/ 6591670 w 7472601"/>
              <a:gd name="connsiteY523" fmla="*/ 1988277 h 6858000"/>
              <a:gd name="connsiteX524" fmla="*/ 5798671 w 7472601"/>
              <a:gd name="connsiteY524" fmla="*/ 1981601 h 6858000"/>
              <a:gd name="connsiteX525" fmla="*/ 5754709 w 7472601"/>
              <a:gd name="connsiteY525" fmla="*/ 2071454 h 6858000"/>
              <a:gd name="connsiteX526" fmla="*/ 5763044 w 7472601"/>
              <a:gd name="connsiteY526" fmla="*/ 2842206 h 6858000"/>
              <a:gd name="connsiteX527" fmla="*/ 5764974 w 7472601"/>
              <a:gd name="connsiteY527" fmla="*/ 2799609 h 6858000"/>
              <a:gd name="connsiteX528" fmla="*/ 5767665 w 7472601"/>
              <a:gd name="connsiteY528" fmla="*/ 2666409 h 6858000"/>
              <a:gd name="connsiteX529" fmla="*/ 5763055 w 7472601"/>
              <a:gd name="connsiteY529" fmla="*/ 2579705 h 6858000"/>
              <a:gd name="connsiteX530" fmla="*/ 5758079 w 7472601"/>
              <a:gd name="connsiteY530" fmla="*/ 2492508 h 6858000"/>
              <a:gd name="connsiteX531" fmla="*/ 5779325 w 7472601"/>
              <a:gd name="connsiteY531" fmla="*/ 2197069 h 6858000"/>
              <a:gd name="connsiteX532" fmla="*/ 5798671 w 7472601"/>
              <a:gd name="connsiteY532" fmla="*/ 1981601 h 6858000"/>
              <a:gd name="connsiteX533" fmla="*/ 5829202 w 7472601"/>
              <a:gd name="connsiteY533" fmla="*/ 1971679 h 6858000"/>
              <a:gd name="connsiteX534" fmla="*/ 5809558 w 7472601"/>
              <a:gd name="connsiteY534" fmla="*/ 2198043 h 6858000"/>
              <a:gd name="connsiteX535" fmla="*/ 5788653 w 7472601"/>
              <a:gd name="connsiteY535" fmla="*/ 2489430 h 6858000"/>
              <a:gd name="connsiteX536" fmla="*/ 5793439 w 7472601"/>
              <a:gd name="connsiteY536" fmla="*/ 2575235 h 6858000"/>
              <a:gd name="connsiteX537" fmla="*/ 5796837 w 7472601"/>
              <a:gd name="connsiteY537" fmla="*/ 2637633 h 6858000"/>
              <a:gd name="connsiteX538" fmla="*/ 5818614 w 7472601"/>
              <a:gd name="connsiteY538" fmla="*/ 2473055 h 6858000"/>
              <a:gd name="connsiteX539" fmla="*/ 5829202 w 7472601"/>
              <a:gd name="connsiteY539" fmla="*/ 1971679 h 6858000"/>
              <a:gd name="connsiteX540" fmla="*/ 5911389 w 7472601"/>
              <a:gd name="connsiteY540" fmla="*/ 1898371 h 6858000"/>
              <a:gd name="connsiteX541" fmla="*/ 6237627 w 7472601"/>
              <a:gd name="connsiteY541" fmla="*/ 2231921 h 6858000"/>
              <a:gd name="connsiteX542" fmla="*/ 5911389 w 7472601"/>
              <a:gd name="connsiteY542" fmla="*/ 1898371 h 6858000"/>
              <a:gd name="connsiteX543" fmla="*/ 6944437 w 7472601"/>
              <a:gd name="connsiteY543" fmla="*/ 1575402 h 6858000"/>
              <a:gd name="connsiteX544" fmla="*/ 6304730 w 7472601"/>
              <a:gd name="connsiteY544" fmla="*/ 1766654 h 6858000"/>
              <a:gd name="connsiteX545" fmla="*/ 6944437 w 7472601"/>
              <a:gd name="connsiteY545" fmla="*/ 1575402 h 6858000"/>
              <a:gd name="connsiteX546" fmla="*/ 7019523 w 7472601"/>
              <a:gd name="connsiteY546" fmla="*/ 1519450 h 6858000"/>
              <a:gd name="connsiteX547" fmla="*/ 6298091 w 7472601"/>
              <a:gd name="connsiteY547" fmla="*/ 1737122 h 6858000"/>
              <a:gd name="connsiteX548" fmla="*/ 7019523 w 7472601"/>
              <a:gd name="connsiteY548" fmla="*/ 1519450 h 6858000"/>
              <a:gd name="connsiteX549" fmla="*/ 2399523 w 7472601"/>
              <a:gd name="connsiteY549" fmla="*/ 1428234 h 6858000"/>
              <a:gd name="connsiteX550" fmla="*/ 2224982 w 7472601"/>
              <a:gd name="connsiteY550" fmla="*/ 1826201 h 6858000"/>
              <a:gd name="connsiteX551" fmla="*/ 2096099 w 7472601"/>
              <a:gd name="connsiteY551" fmla="*/ 2345900 h 6858000"/>
              <a:gd name="connsiteX552" fmla="*/ 2283317 w 7472601"/>
              <a:gd name="connsiteY552" fmla="*/ 1796925 h 6858000"/>
              <a:gd name="connsiteX553" fmla="*/ 2399523 w 7472601"/>
              <a:gd name="connsiteY553" fmla="*/ 1428234 h 6858000"/>
              <a:gd name="connsiteX554" fmla="*/ 2448558 w 7472601"/>
              <a:gd name="connsiteY554" fmla="*/ 1373435 h 6858000"/>
              <a:gd name="connsiteX555" fmla="*/ 2312521 w 7472601"/>
              <a:gd name="connsiteY555" fmla="*/ 1806140 h 6858000"/>
              <a:gd name="connsiteX556" fmla="*/ 2127533 w 7472601"/>
              <a:gd name="connsiteY556" fmla="*/ 2348380 h 6858000"/>
              <a:gd name="connsiteX557" fmla="*/ 2358080 w 7472601"/>
              <a:gd name="connsiteY557" fmla="*/ 1866134 h 6858000"/>
              <a:gd name="connsiteX558" fmla="*/ 2407436 w 7472601"/>
              <a:gd name="connsiteY558" fmla="*/ 1651070 h 6858000"/>
              <a:gd name="connsiteX559" fmla="*/ 2448558 w 7472601"/>
              <a:gd name="connsiteY559" fmla="*/ 1373435 h 6858000"/>
              <a:gd name="connsiteX560" fmla="*/ 278707 w 7472601"/>
              <a:gd name="connsiteY560" fmla="*/ 1352270 h 6858000"/>
              <a:gd name="connsiteX561" fmla="*/ 321570 w 7472601"/>
              <a:gd name="connsiteY561" fmla="*/ 1861610 h 6858000"/>
              <a:gd name="connsiteX562" fmla="*/ 294281 w 7472601"/>
              <a:gd name="connsiteY562" fmla="*/ 1440658 h 6858000"/>
              <a:gd name="connsiteX563" fmla="*/ 278707 w 7472601"/>
              <a:gd name="connsiteY563" fmla="*/ 1352270 h 6858000"/>
              <a:gd name="connsiteX564" fmla="*/ 1423821 w 7472601"/>
              <a:gd name="connsiteY564" fmla="*/ 1351958 h 6858000"/>
              <a:gd name="connsiteX565" fmla="*/ 1638521 w 7472601"/>
              <a:gd name="connsiteY565" fmla="*/ 1908470 h 6858000"/>
              <a:gd name="connsiteX566" fmla="*/ 1754199 w 7472601"/>
              <a:gd name="connsiteY566" fmla="*/ 2149284 h 6858000"/>
              <a:gd name="connsiteX567" fmla="*/ 1908359 w 7472601"/>
              <a:gd name="connsiteY567" fmla="*/ 2364988 h 6858000"/>
              <a:gd name="connsiteX568" fmla="*/ 1647661 w 7472601"/>
              <a:gd name="connsiteY568" fmla="*/ 1825945 h 6858000"/>
              <a:gd name="connsiteX569" fmla="*/ 1423821 w 7472601"/>
              <a:gd name="connsiteY569" fmla="*/ 1351958 h 6858000"/>
              <a:gd name="connsiteX570" fmla="*/ 1431890 w 7472601"/>
              <a:gd name="connsiteY570" fmla="*/ 1306475 h 6858000"/>
              <a:gd name="connsiteX571" fmla="*/ 1507597 w 7472601"/>
              <a:gd name="connsiteY571" fmla="*/ 1446132 h 6858000"/>
              <a:gd name="connsiteX572" fmla="*/ 1674586 w 7472601"/>
              <a:gd name="connsiteY572" fmla="*/ 1813832 h 6858000"/>
              <a:gd name="connsiteX573" fmla="*/ 1815950 w 7472601"/>
              <a:gd name="connsiteY573" fmla="*/ 2128564 h 6858000"/>
              <a:gd name="connsiteX574" fmla="*/ 1984242 w 7472601"/>
              <a:gd name="connsiteY574" fmla="*/ 2430829 h 6858000"/>
              <a:gd name="connsiteX575" fmla="*/ 2014023 w 7472601"/>
              <a:gd name="connsiteY575" fmla="*/ 2450995 h 6858000"/>
              <a:gd name="connsiteX576" fmla="*/ 1747337 w 7472601"/>
              <a:gd name="connsiteY576" fmla="*/ 1855264 h 6858000"/>
              <a:gd name="connsiteX577" fmla="*/ 1533749 w 7472601"/>
              <a:gd name="connsiteY577" fmla="*/ 1478656 h 6858000"/>
              <a:gd name="connsiteX578" fmla="*/ 1431890 w 7472601"/>
              <a:gd name="connsiteY578" fmla="*/ 1306475 h 6858000"/>
              <a:gd name="connsiteX579" fmla="*/ 5052692 w 7472601"/>
              <a:gd name="connsiteY579" fmla="*/ 1292994 h 6858000"/>
              <a:gd name="connsiteX580" fmla="*/ 5200661 w 7472601"/>
              <a:gd name="connsiteY580" fmla="*/ 1635186 h 6858000"/>
              <a:gd name="connsiteX581" fmla="*/ 5297138 w 7472601"/>
              <a:gd name="connsiteY581" fmla="*/ 1906351 h 6858000"/>
              <a:gd name="connsiteX582" fmla="*/ 5052692 w 7472601"/>
              <a:gd name="connsiteY582" fmla="*/ 1292994 h 6858000"/>
              <a:gd name="connsiteX583" fmla="*/ 5009948 w 7472601"/>
              <a:gd name="connsiteY583" fmla="*/ 1273619 h 6858000"/>
              <a:gd name="connsiteX584" fmla="*/ 5121777 w 7472601"/>
              <a:gd name="connsiteY584" fmla="*/ 1654213 h 6858000"/>
              <a:gd name="connsiteX585" fmla="*/ 5293545 w 7472601"/>
              <a:gd name="connsiteY585" fmla="*/ 2072247 h 6858000"/>
              <a:gd name="connsiteX586" fmla="*/ 5294042 w 7472601"/>
              <a:gd name="connsiteY586" fmla="*/ 2065019 h 6858000"/>
              <a:gd name="connsiteX587" fmla="*/ 5171936 w 7472601"/>
              <a:gd name="connsiteY587" fmla="*/ 1647613 h 6858000"/>
              <a:gd name="connsiteX588" fmla="*/ 5009948 w 7472601"/>
              <a:gd name="connsiteY588" fmla="*/ 1273619 h 6858000"/>
              <a:gd name="connsiteX589" fmla="*/ 655236 w 7472601"/>
              <a:gd name="connsiteY589" fmla="*/ 1268632 h 6858000"/>
              <a:gd name="connsiteX590" fmla="*/ 839521 w 7472601"/>
              <a:gd name="connsiteY590" fmla="*/ 1685315 h 6858000"/>
              <a:gd name="connsiteX591" fmla="*/ 1109416 w 7472601"/>
              <a:gd name="connsiteY591" fmla="*/ 2061663 h 6858000"/>
              <a:gd name="connsiteX592" fmla="*/ 1298300 w 7472601"/>
              <a:gd name="connsiteY592" fmla="*/ 2247742 h 6858000"/>
              <a:gd name="connsiteX593" fmla="*/ 1125871 w 7472601"/>
              <a:gd name="connsiteY593" fmla="*/ 1989513 h 6858000"/>
              <a:gd name="connsiteX594" fmla="*/ 981574 w 7472601"/>
              <a:gd name="connsiteY594" fmla="*/ 1783157 h 6858000"/>
              <a:gd name="connsiteX595" fmla="*/ 922198 w 7472601"/>
              <a:gd name="connsiteY595" fmla="*/ 1677437 h 6858000"/>
              <a:gd name="connsiteX596" fmla="*/ 869293 w 7472601"/>
              <a:gd name="connsiteY596" fmla="*/ 1583214 h 6858000"/>
              <a:gd name="connsiteX597" fmla="*/ 751431 w 7472601"/>
              <a:gd name="connsiteY597" fmla="*/ 1405731 h 6858000"/>
              <a:gd name="connsiteX598" fmla="*/ 655236 w 7472601"/>
              <a:gd name="connsiteY598" fmla="*/ 1268632 h 6858000"/>
              <a:gd name="connsiteX599" fmla="*/ 6516292 w 7472601"/>
              <a:gd name="connsiteY599" fmla="*/ 1263064 h 6858000"/>
              <a:gd name="connsiteX600" fmla="*/ 5736320 w 7472601"/>
              <a:gd name="connsiteY600" fmla="*/ 1501803 h 6858000"/>
              <a:gd name="connsiteX601" fmla="*/ 6516292 w 7472601"/>
              <a:gd name="connsiteY601" fmla="*/ 1263064 h 6858000"/>
              <a:gd name="connsiteX602" fmla="*/ 291466 w 7472601"/>
              <a:gd name="connsiteY602" fmla="*/ 1250369 h 6858000"/>
              <a:gd name="connsiteX603" fmla="*/ 323180 w 7472601"/>
              <a:gd name="connsiteY603" fmla="*/ 1435283 h 6858000"/>
              <a:gd name="connsiteX604" fmla="*/ 349381 w 7472601"/>
              <a:gd name="connsiteY604" fmla="*/ 1875041 h 6858000"/>
              <a:gd name="connsiteX605" fmla="*/ 374363 w 7472601"/>
              <a:gd name="connsiteY605" fmla="*/ 1506494 h 6858000"/>
              <a:gd name="connsiteX606" fmla="*/ 302168 w 7472601"/>
              <a:gd name="connsiteY606" fmla="*/ 1274495 h 6858000"/>
              <a:gd name="connsiteX607" fmla="*/ 291466 w 7472601"/>
              <a:gd name="connsiteY607" fmla="*/ 1250369 h 6858000"/>
              <a:gd name="connsiteX608" fmla="*/ 678222 w 7472601"/>
              <a:gd name="connsiteY608" fmla="*/ 1248670 h 6858000"/>
              <a:gd name="connsiteX609" fmla="*/ 775536 w 7472601"/>
              <a:gd name="connsiteY609" fmla="*/ 1388015 h 6858000"/>
              <a:gd name="connsiteX610" fmla="*/ 894529 w 7472601"/>
              <a:gd name="connsiteY610" fmla="*/ 1567739 h 6858000"/>
              <a:gd name="connsiteX611" fmla="*/ 948000 w 7472601"/>
              <a:gd name="connsiteY611" fmla="*/ 1663088 h 6858000"/>
              <a:gd name="connsiteX612" fmla="*/ 1006812 w 7472601"/>
              <a:gd name="connsiteY612" fmla="*/ 1767683 h 6858000"/>
              <a:gd name="connsiteX613" fmla="*/ 1149133 w 7472601"/>
              <a:gd name="connsiteY613" fmla="*/ 1971513 h 6858000"/>
              <a:gd name="connsiteX614" fmla="*/ 1333952 w 7472601"/>
              <a:gd name="connsiteY614" fmla="*/ 2251620 h 6858000"/>
              <a:gd name="connsiteX615" fmla="*/ 1337329 w 7472601"/>
              <a:gd name="connsiteY615" fmla="*/ 2258350 h 6858000"/>
              <a:gd name="connsiteX616" fmla="*/ 1014726 w 7472601"/>
              <a:gd name="connsiteY616" fmla="*/ 1615556 h 6858000"/>
              <a:gd name="connsiteX617" fmla="*/ 678222 w 7472601"/>
              <a:gd name="connsiteY617" fmla="*/ 1248670 h 6858000"/>
              <a:gd name="connsiteX618" fmla="*/ 6691602 w 7472601"/>
              <a:gd name="connsiteY618" fmla="*/ 1140573 h 6858000"/>
              <a:gd name="connsiteX619" fmla="*/ 6571100 w 7472601"/>
              <a:gd name="connsiteY619" fmla="*/ 1183662 h 6858000"/>
              <a:gd name="connsiteX620" fmla="*/ 6241687 w 7472601"/>
              <a:gd name="connsiteY620" fmla="*/ 1257600 h 6858000"/>
              <a:gd name="connsiteX621" fmla="*/ 5693009 w 7472601"/>
              <a:gd name="connsiteY621" fmla="*/ 1478256 h 6858000"/>
              <a:gd name="connsiteX622" fmla="*/ 6548420 w 7472601"/>
              <a:gd name="connsiteY622" fmla="*/ 1214599 h 6858000"/>
              <a:gd name="connsiteX623" fmla="*/ 6605473 w 7472601"/>
              <a:gd name="connsiteY623" fmla="*/ 1184686 h 6858000"/>
              <a:gd name="connsiteX624" fmla="*/ 6691602 w 7472601"/>
              <a:gd name="connsiteY624" fmla="*/ 1140573 h 6858000"/>
              <a:gd name="connsiteX625" fmla="*/ 4002475 w 7472601"/>
              <a:gd name="connsiteY625" fmla="*/ 1037802 h 6858000"/>
              <a:gd name="connsiteX626" fmla="*/ 4000324 w 7472601"/>
              <a:gd name="connsiteY626" fmla="*/ 1039362 h 6858000"/>
              <a:gd name="connsiteX627" fmla="*/ 4002862 w 7472601"/>
              <a:gd name="connsiteY627" fmla="*/ 1042866 h 6858000"/>
              <a:gd name="connsiteX628" fmla="*/ 4002475 w 7472601"/>
              <a:gd name="connsiteY628" fmla="*/ 1037802 h 6858000"/>
              <a:gd name="connsiteX629" fmla="*/ 506322 w 7472601"/>
              <a:gd name="connsiteY629" fmla="*/ 1020997 h 6858000"/>
              <a:gd name="connsiteX630" fmla="*/ 533068 w 7472601"/>
              <a:gd name="connsiteY630" fmla="*/ 1029409 h 6858000"/>
              <a:gd name="connsiteX631" fmla="*/ 1232525 w 7472601"/>
              <a:gd name="connsiteY631" fmla="*/ 1804675 h 6858000"/>
              <a:gd name="connsiteX632" fmla="*/ 1388858 w 7472601"/>
              <a:gd name="connsiteY632" fmla="*/ 2368011 h 6858000"/>
              <a:gd name="connsiteX633" fmla="*/ 1384098 w 7472601"/>
              <a:gd name="connsiteY633" fmla="*/ 2378125 h 6858000"/>
              <a:gd name="connsiteX634" fmla="*/ 1425393 w 7472601"/>
              <a:gd name="connsiteY634" fmla="*/ 2589124 h 6858000"/>
              <a:gd name="connsiteX635" fmla="*/ 1424001 w 7472601"/>
              <a:gd name="connsiteY635" fmla="*/ 2597541 h 6858000"/>
              <a:gd name="connsiteX636" fmla="*/ 2152729 w 7472601"/>
              <a:gd name="connsiteY636" fmla="*/ 2864487 h 6858000"/>
              <a:gd name="connsiteX637" fmla="*/ 2020609 w 7472601"/>
              <a:gd name="connsiteY637" fmla="*/ 2539671 h 6858000"/>
              <a:gd name="connsiteX638" fmla="*/ 2018920 w 7472601"/>
              <a:gd name="connsiteY638" fmla="*/ 2536309 h 6858000"/>
              <a:gd name="connsiteX639" fmla="*/ 1342441 w 7472601"/>
              <a:gd name="connsiteY639" fmla="*/ 1173017 h 6858000"/>
              <a:gd name="connsiteX640" fmla="*/ 1367925 w 7472601"/>
              <a:gd name="connsiteY640" fmla="*/ 1135648 h 6858000"/>
              <a:gd name="connsiteX641" fmla="*/ 1771401 w 7472601"/>
              <a:gd name="connsiteY641" fmla="*/ 1806673 h 6858000"/>
              <a:gd name="connsiteX642" fmla="*/ 1972385 w 7472601"/>
              <a:gd name="connsiteY642" fmla="*/ 2198735 h 6858000"/>
              <a:gd name="connsiteX643" fmla="*/ 2040892 w 7472601"/>
              <a:gd name="connsiteY643" fmla="*/ 2405205 h 6858000"/>
              <a:gd name="connsiteX644" fmla="*/ 2131689 w 7472601"/>
              <a:gd name="connsiteY644" fmla="*/ 1936926 h 6858000"/>
              <a:gd name="connsiteX645" fmla="*/ 2454820 w 7472601"/>
              <a:gd name="connsiteY645" fmla="*/ 1248808 h 6858000"/>
              <a:gd name="connsiteX646" fmla="*/ 2492512 w 7472601"/>
              <a:gd name="connsiteY646" fmla="*/ 1302920 h 6858000"/>
              <a:gd name="connsiteX647" fmla="*/ 2081216 w 7472601"/>
              <a:gd name="connsiteY647" fmla="*/ 2527513 h 6858000"/>
              <a:gd name="connsiteX648" fmla="*/ 2081211 w 7472601"/>
              <a:gd name="connsiteY648" fmla="*/ 2528916 h 6858000"/>
              <a:gd name="connsiteX649" fmla="*/ 2199067 w 7472601"/>
              <a:gd name="connsiteY649" fmla="*/ 2884061 h 6858000"/>
              <a:gd name="connsiteX650" fmla="*/ 3192586 w 7472601"/>
              <a:gd name="connsiteY650" fmla="*/ 3411496 h 6858000"/>
              <a:gd name="connsiteX651" fmla="*/ 3182620 w 7472601"/>
              <a:gd name="connsiteY651" fmla="*/ 3483279 h 6858000"/>
              <a:gd name="connsiteX652" fmla="*/ 2435119 w 7472601"/>
              <a:gd name="connsiteY652" fmla="*/ 3080173 h 6858000"/>
              <a:gd name="connsiteX653" fmla="*/ 2410152 w 7472601"/>
              <a:gd name="connsiteY653" fmla="*/ 3063751 h 6858000"/>
              <a:gd name="connsiteX654" fmla="*/ 2408099 w 7472601"/>
              <a:gd name="connsiteY654" fmla="*/ 3064403 h 6858000"/>
              <a:gd name="connsiteX655" fmla="*/ 2407218 w 7472601"/>
              <a:gd name="connsiteY655" fmla="*/ 3070324 h 6858000"/>
              <a:gd name="connsiteX656" fmla="*/ 2380138 w 7472601"/>
              <a:gd name="connsiteY656" fmla="*/ 3099341 h 6858000"/>
              <a:gd name="connsiteX657" fmla="*/ 1765923 w 7472601"/>
              <a:gd name="connsiteY657" fmla="*/ 3581043 h 6858000"/>
              <a:gd name="connsiteX658" fmla="*/ 1702258 w 7472601"/>
              <a:gd name="connsiteY658" fmla="*/ 3612286 h 6858000"/>
              <a:gd name="connsiteX659" fmla="*/ 1538370 w 7472601"/>
              <a:gd name="connsiteY659" fmla="*/ 3811804 h 6858000"/>
              <a:gd name="connsiteX660" fmla="*/ 542867 w 7472601"/>
              <a:gd name="connsiteY660" fmla="*/ 4944092 h 6858000"/>
              <a:gd name="connsiteX661" fmla="*/ 515800 w 7472601"/>
              <a:gd name="connsiteY661" fmla="*/ 4862180 h 6858000"/>
              <a:gd name="connsiteX662" fmla="*/ 909145 w 7472601"/>
              <a:gd name="connsiteY662" fmla="*/ 4199225 h 6858000"/>
              <a:gd name="connsiteX663" fmla="*/ 1214067 w 7472601"/>
              <a:gd name="connsiteY663" fmla="*/ 3908561 h 6858000"/>
              <a:gd name="connsiteX664" fmla="*/ 640967 w 7472601"/>
              <a:gd name="connsiteY664" fmla="*/ 4105601 h 6858000"/>
              <a:gd name="connsiteX665" fmla="*/ 112563 w 7472601"/>
              <a:gd name="connsiteY665" fmla="*/ 4396952 h 6858000"/>
              <a:gd name="connsiteX666" fmla="*/ 0 w 7472601"/>
              <a:gd name="connsiteY666" fmla="*/ 4466006 h 6858000"/>
              <a:gd name="connsiteX667" fmla="*/ 0 w 7472601"/>
              <a:gd name="connsiteY667" fmla="*/ 4233763 h 6858000"/>
              <a:gd name="connsiteX668" fmla="*/ 36881 w 7472601"/>
              <a:gd name="connsiteY668" fmla="*/ 4200118 h 6858000"/>
              <a:gd name="connsiteX669" fmla="*/ 910534 w 7472601"/>
              <a:gd name="connsiteY669" fmla="*/ 3629753 h 6858000"/>
              <a:gd name="connsiteX670" fmla="*/ 1578717 w 7472601"/>
              <a:gd name="connsiteY670" fmla="*/ 3575982 h 6858000"/>
              <a:gd name="connsiteX671" fmla="*/ 2338780 w 7472601"/>
              <a:gd name="connsiteY671" fmla="*/ 3033725 h 6858000"/>
              <a:gd name="connsiteX672" fmla="*/ 1807991 w 7472601"/>
              <a:gd name="connsiteY672" fmla="*/ 2807184 h 6858000"/>
              <a:gd name="connsiteX673" fmla="*/ 1416358 w 7472601"/>
              <a:gd name="connsiteY673" fmla="*/ 3112571 h 6858000"/>
              <a:gd name="connsiteX674" fmla="*/ 939066 w 7472601"/>
              <a:gd name="connsiteY674" fmla="*/ 3378798 h 6858000"/>
              <a:gd name="connsiteX675" fmla="*/ 115099 w 7472601"/>
              <a:gd name="connsiteY675" fmla="*/ 3607650 h 6858000"/>
              <a:gd name="connsiteX676" fmla="*/ 97284 w 7472601"/>
              <a:gd name="connsiteY676" fmla="*/ 3520393 h 6858000"/>
              <a:gd name="connsiteX677" fmla="*/ 922050 w 7472601"/>
              <a:gd name="connsiteY677" fmla="*/ 3074867 h 6858000"/>
              <a:gd name="connsiteX678" fmla="*/ 1405265 w 7472601"/>
              <a:gd name="connsiteY678" fmla="*/ 3016319 h 6858000"/>
              <a:gd name="connsiteX679" fmla="*/ 1407512 w 7472601"/>
              <a:gd name="connsiteY679" fmla="*/ 3018001 h 6858000"/>
              <a:gd name="connsiteX680" fmla="*/ 1726266 w 7472601"/>
              <a:gd name="connsiteY680" fmla="*/ 2777274 h 6858000"/>
              <a:gd name="connsiteX681" fmla="*/ 625390 w 7472601"/>
              <a:gd name="connsiteY681" fmla="*/ 2514541 h 6858000"/>
              <a:gd name="connsiteX682" fmla="*/ 619799 w 7472601"/>
              <a:gd name="connsiteY682" fmla="*/ 2527180 h 6858000"/>
              <a:gd name="connsiteX683" fmla="*/ 310030 w 7472601"/>
              <a:gd name="connsiteY683" fmla="*/ 2771818 h 6858000"/>
              <a:gd name="connsiteX684" fmla="*/ 173877 w 7472601"/>
              <a:gd name="connsiteY684" fmla="*/ 2937056 h 6858000"/>
              <a:gd name="connsiteX685" fmla="*/ 77889 w 7472601"/>
              <a:gd name="connsiteY685" fmla="*/ 3138440 h 6858000"/>
              <a:gd name="connsiteX686" fmla="*/ 0 w 7472601"/>
              <a:gd name="connsiteY686" fmla="*/ 3271395 h 6858000"/>
              <a:gd name="connsiteX687" fmla="*/ 0 w 7472601"/>
              <a:gd name="connsiteY687" fmla="*/ 3153002 h 6858000"/>
              <a:gd name="connsiteX688" fmla="*/ 2386 w 7472601"/>
              <a:gd name="connsiteY688" fmla="*/ 3149203 h 6858000"/>
              <a:gd name="connsiteX689" fmla="*/ 89753 w 7472601"/>
              <a:gd name="connsiteY689" fmla="*/ 2987702 h 6858000"/>
              <a:gd name="connsiteX690" fmla="*/ 76869 w 7472601"/>
              <a:gd name="connsiteY690" fmla="*/ 3005404 h 6858000"/>
              <a:gd name="connsiteX691" fmla="*/ 32049 w 7472601"/>
              <a:gd name="connsiteY691" fmla="*/ 3065814 h 6858000"/>
              <a:gd name="connsiteX692" fmla="*/ 0 w 7472601"/>
              <a:gd name="connsiteY692" fmla="*/ 3108744 h 6858000"/>
              <a:gd name="connsiteX693" fmla="*/ 0 w 7472601"/>
              <a:gd name="connsiteY693" fmla="*/ 3058059 h 6858000"/>
              <a:gd name="connsiteX694" fmla="*/ 7610 w 7472601"/>
              <a:gd name="connsiteY694" fmla="*/ 3047889 h 6858000"/>
              <a:gd name="connsiteX695" fmla="*/ 52419 w 7472601"/>
              <a:gd name="connsiteY695" fmla="*/ 2987479 h 6858000"/>
              <a:gd name="connsiteX696" fmla="*/ 59142 w 7472601"/>
              <a:gd name="connsiteY696" fmla="*/ 2978488 h 6858000"/>
              <a:gd name="connsiteX697" fmla="*/ 0 w 7472601"/>
              <a:gd name="connsiteY697" fmla="*/ 3015334 h 6858000"/>
              <a:gd name="connsiteX698" fmla="*/ 0 w 7472601"/>
              <a:gd name="connsiteY698" fmla="*/ 2914286 h 6858000"/>
              <a:gd name="connsiteX699" fmla="*/ 36383 w 7472601"/>
              <a:gd name="connsiteY699" fmla="*/ 2901128 h 6858000"/>
              <a:gd name="connsiteX700" fmla="*/ 156329 w 7472601"/>
              <a:gd name="connsiteY700" fmla="*/ 2840533 h 6858000"/>
              <a:gd name="connsiteX701" fmla="*/ 358355 w 7472601"/>
              <a:gd name="connsiteY701" fmla="*/ 2620471 h 6858000"/>
              <a:gd name="connsiteX702" fmla="*/ 510577 w 7472601"/>
              <a:gd name="connsiteY702" fmla="*/ 2501244 h 6858000"/>
              <a:gd name="connsiteX703" fmla="*/ 211967 w 7472601"/>
              <a:gd name="connsiteY703" fmla="*/ 2479171 h 6858000"/>
              <a:gd name="connsiteX704" fmla="*/ 0 w 7472601"/>
              <a:gd name="connsiteY704" fmla="*/ 2476398 h 6858000"/>
              <a:gd name="connsiteX705" fmla="*/ 0 w 7472601"/>
              <a:gd name="connsiteY705" fmla="*/ 2389189 h 6858000"/>
              <a:gd name="connsiteX706" fmla="*/ 103062 w 7472601"/>
              <a:gd name="connsiteY706" fmla="*/ 2389518 h 6858000"/>
              <a:gd name="connsiteX707" fmla="*/ 510734 w 7472601"/>
              <a:gd name="connsiteY707" fmla="*/ 2416201 h 6858000"/>
              <a:gd name="connsiteX708" fmla="*/ 279257 w 7472601"/>
              <a:gd name="connsiteY708" fmla="*/ 2092102 h 6858000"/>
              <a:gd name="connsiteX709" fmla="*/ 65265 w 7472601"/>
              <a:gd name="connsiteY709" fmla="*/ 2006049 h 6858000"/>
              <a:gd name="connsiteX710" fmla="*/ 0 w 7472601"/>
              <a:gd name="connsiteY710" fmla="*/ 1982532 h 6858000"/>
              <a:gd name="connsiteX711" fmla="*/ 0 w 7472601"/>
              <a:gd name="connsiteY711" fmla="*/ 1912789 h 6858000"/>
              <a:gd name="connsiteX712" fmla="*/ 97460 w 7472601"/>
              <a:gd name="connsiteY712" fmla="*/ 1953725 h 6858000"/>
              <a:gd name="connsiteX713" fmla="*/ 221272 w 7472601"/>
              <a:gd name="connsiteY713" fmla="*/ 1980766 h 6858000"/>
              <a:gd name="connsiteX714" fmla="*/ 116765 w 7472601"/>
              <a:gd name="connsiteY714" fmla="*/ 1911033 h 6858000"/>
              <a:gd name="connsiteX715" fmla="*/ 16405 w 7472601"/>
              <a:gd name="connsiteY715" fmla="*/ 1803412 h 6858000"/>
              <a:gd name="connsiteX716" fmla="*/ 0 w 7472601"/>
              <a:gd name="connsiteY716" fmla="*/ 1784777 h 6858000"/>
              <a:gd name="connsiteX717" fmla="*/ 0 w 7472601"/>
              <a:gd name="connsiteY717" fmla="*/ 1740082 h 6858000"/>
              <a:gd name="connsiteX718" fmla="*/ 39394 w 7472601"/>
              <a:gd name="connsiteY718" fmla="*/ 1784856 h 6858000"/>
              <a:gd name="connsiteX719" fmla="*/ 135813 w 7472601"/>
              <a:gd name="connsiteY719" fmla="*/ 1888838 h 6858000"/>
              <a:gd name="connsiteX720" fmla="*/ 242575 w 7472601"/>
              <a:gd name="connsiteY720" fmla="*/ 1958841 h 6858000"/>
              <a:gd name="connsiteX721" fmla="*/ 82197 w 7472601"/>
              <a:gd name="connsiteY721" fmla="*/ 1754826 h 6858000"/>
              <a:gd name="connsiteX722" fmla="*/ 0 w 7472601"/>
              <a:gd name="connsiteY722" fmla="*/ 1679650 h 6858000"/>
              <a:gd name="connsiteX723" fmla="*/ 0 w 7472601"/>
              <a:gd name="connsiteY723" fmla="*/ 1602463 h 6858000"/>
              <a:gd name="connsiteX724" fmla="*/ 84689 w 7472601"/>
              <a:gd name="connsiteY724" fmla="*/ 1677442 h 6858000"/>
              <a:gd name="connsiteX725" fmla="*/ 298437 w 7472601"/>
              <a:gd name="connsiteY725" fmla="*/ 1968019 h 6858000"/>
              <a:gd name="connsiteX726" fmla="*/ 227269 w 7472601"/>
              <a:gd name="connsiteY726" fmla="*/ 1114064 h 6858000"/>
              <a:gd name="connsiteX727" fmla="*/ 248003 w 7472601"/>
              <a:gd name="connsiteY727" fmla="*/ 1089613 h 6858000"/>
              <a:gd name="connsiteX728" fmla="*/ 427020 w 7472601"/>
              <a:gd name="connsiteY728" fmla="*/ 1619803 h 6858000"/>
              <a:gd name="connsiteX729" fmla="*/ 340345 w 7472601"/>
              <a:gd name="connsiteY729" fmla="*/ 2027739 h 6858000"/>
              <a:gd name="connsiteX730" fmla="*/ 360865 w 7472601"/>
              <a:gd name="connsiteY730" fmla="*/ 2044827 h 6858000"/>
              <a:gd name="connsiteX731" fmla="*/ 560414 w 7472601"/>
              <a:gd name="connsiteY731" fmla="*/ 2421457 h 6858000"/>
              <a:gd name="connsiteX732" fmla="*/ 1359703 w 7472601"/>
              <a:gd name="connsiteY732" fmla="*/ 2578554 h 6858000"/>
              <a:gd name="connsiteX733" fmla="*/ 1359422 w 7472601"/>
              <a:gd name="connsiteY733" fmla="*/ 2577994 h 6858000"/>
              <a:gd name="connsiteX734" fmla="*/ 828701 w 7472601"/>
              <a:gd name="connsiteY734" fmla="*/ 1839520 h 6858000"/>
              <a:gd name="connsiteX735" fmla="*/ 494427 w 7472601"/>
              <a:gd name="connsiteY735" fmla="*/ 1092333 h 6858000"/>
              <a:gd name="connsiteX736" fmla="*/ 506322 w 7472601"/>
              <a:gd name="connsiteY736" fmla="*/ 1020997 h 6858000"/>
              <a:gd name="connsiteX737" fmla="*/ 4570198 w 7472601"/>
              <a:gd name="connsiteY737" fmla="*/ 978081 h 6858000"/>
              <a:gd name="connsiteX738" fmla="*/ 4523691 w 7472601"/>
              <a:gd name="connsiteY738" fmla="*/ 1127776 h 6858000"/>
              <a:gd name="connsiteX739" fmla="*/ 4509875 w 7472601"/>
              <a:gd name="connsiteY739" fmla="*/ 1167552 h 6858000"/>
              <a:gd name="connsiteX740" fmla="*/ 4478168 w 7472601"/>
              <a:gd name="connsiteY740" fmla="*/ 1260735 h 6858000"/>
              <a:gd name="connsiteX741" fmla="*/ 4409309 w 7472601"/>
              <a:gd name="connsiteY741" fmla="*/ 1666996 h 6858000"/>
              <a:gd name="connsiteX742" fmla="*/ 4370031 w 7472601"/>
              <a:gd name="connsiteY742" fmla="*/ 1955666 h 6858000"/>
              <a:gd name="connsiteX743" fmla="*/ 4570198 w 7472601"/>
              <a:gd name="connsiteY743" fmla="*/ 978081 h 6858000"/>
              <a:gd name="connsiteX744" fmla="*/ 4557898 w 7472601"/>
              <a:gd name="connsiteY744" fmla="*/ 900011 h 6858000"/>
              <a:gd name="connsiteX745" fmla="*/ 4344840 w 7472601"/>
              <a:gd name="connsiteY745" fmla="*/ 1922038 h 6858000"/>
              <a:gd name="connsiteX746" fmla="*/ 4378710 w 7472601"/>
              <a:gd name="connsiteY746" fmla="*/ 1665516 h 6858000"/>
              <a:gd name="connsiteX747" fmla="*/ 4448798 w 7472601"/>
              <a:gd name="connsiteY747" fmla="*/ 1253024 h 6858000"/>
              <a:gd name="connsiteX748" fmla="*/ 4480315 w 7472601"/>
              <a:gd name="connsiteY748" fmla="*/ 1158454 h 6858000"/>
              <a:gd name="connsiteX749" fmla="*/ 4494133 w 7472601"/>
              <a:gd name="connsiteY749" fmla="*/ 1118676 h 6858000"/>
              <a:gd name="connsiteX750" fmla="*/ 4557898 w 7472601"/>
              <a:gd name="connsiteY750" fmla="*/ 900011 h 6858000"/>
              <a:gd name="connsiteX751" fmla="*/ 5870151 w 7472601"/>
              <a:gd name="connsiteY751" fmla="*/ 898890 h 6858000"/>
              <a:gd name="connsiteX752" fmla="*/ 5861335 w 7472601"/>
              <a:gd name="connsiteY752" fmla="*/ 899177 h 6858000"/>
              <a:gd name="connsiteX753" fmla="*/ 5843702 w 7472601"/>
              <a:gd name="connsiteY753" fmla="*/ 899748 h 6858000"/>
              <a:gd name="connsiteX754" fmla="*/ 5651107 w 7472601"/>
              <a:gd name="connsiteY754" fmla="*/ 920306 h 6858000"/>
              <a:gd name="connsiteX755" fmla="*/ 5459407 w 7472601"/>
              <a:gd name="connsiteY755" fmla="*/ 940975 h 6858000"/>
              <a:gd name="connsiteX756" fmla="*/ 5374846 w 7472601"/>
              <a:gd name="connsiteY756" fmla="*/ 941988 h 6858000"/>
              <a:gd name="connsiteX757" fmla="*/ 5256105 w 7472601"/>
              <a:gd name="connsiteY757" fmla="*/ 945632 h 6858000"/>
              <a:gd name="connsiteX758" fmla="*/ 5107071 w 7472601"/>
              <a:gd name="connsiteY758" fmla="*/ 969720 h 6858000"/>
              <a:gd name="connsiteX759" fmla="*/ 4998681 w 7472601"/>
              <a:gd name="connsiteY759" fmla="*/ 988771 h 6858000"/>
              <a:gd name="connsiteX760" fmla="*/ 5870151 w 7472601"/>
              <a:gd name="connsiteY760" fmla="*/ 898890 h 6858000"/>
              <a:gd name="connsiteX761" fmla="*/ 5504425 w 7472601"/>
              <a:gd name="connsiteY761" fmla="*/ 848067 h 6858000"/>
              <a:gd name="connsiteX762" fmla="*/ 4968849 w 7472601"/>
              <a:gd name="connsiteY762" fmla="*/ 962318 h 6858000"/>
              <a:gd name="connsiteX763" fmla="*/ 5104039 w 7472601"/>
              <a:gd name="connsiteY763" fmla="*/ 940634 h 6858000"/>
              <a:gd name="connsiteX764" fmla="*/ 5256311 w 7472601"/>
              <a:gd name="connsiteY764" fmla="*/ 916490 h 6858000"/>
              <a:gd name="connsiteX765" fmla="*/ 5377381 w 7472601"/>
              <a:gd name="connsiteY765" fmla="*/ 912671 h 6858000"/>
              <a:gd name="connsiteX766" fmla="*/ 5460148 w 7472601"/>
              <a:gd name="connsiteY766" fmla="*/ 911442 h 6858000"/>
              <a:gd name="connsiteX767" fmla="*/ 5648971 w 7472601"/>
              <a:gd name="connsiteY767" fmla="*/ 891331 h 6858000"/>
              <a:gd name="connsiteX768" fmla="*/ 5844807 w 7472601"/>
              <a:gd name="connsiteY768" fmla="*/ 870718 h 6858000"/>
              <a:gd name="connsiteX769" fmla="*/ 5862975 w 7472601"/>
              <a:gd name="connsiteY769" fmla="*/ 869756 h 6858000"/>
              <a:gd name="connsiteX770" fmla="*/ 5920887 w 7472601"/>
              <a:gd name="connsiteY770" fmla="*/ 865929 h 6858000"/>
              <a:gd name="connsiteX771" fmla="*/ 5504425 w 7472601"/>
              <a:gd name="connsiteY771" fmla="*/ 848067 h 6858000"/>
              <a:gd name="connsiteX772" fmla="*/ 3607114 w 7472601"/>
              <a:gd name="connsiteY772" fmla="*/ 467441 h 6858000"/>
              <a:gd name="connsiteX773" fmla="*/ 3296242 w 7472601"/>
              <a:gd name="connsiteY773" fmla="*/ 807991 h 6858000"/>
              <a:gd name="connsiteX774" fmla="*/ 3174674 w 7472601"/>
              <a:gd name="connsiteY774" fmla="*/ 919759 h 6858000"/>
              <a:gd name="connsiteX775" fmla="*/ 3042978 w 7472601"/>
              <a:gd name="connsiteY775" fmla="*/ 1054894 h 6858000"/>
              <a:gd name="connsiteX776" fmla="*/ 2968914 w 7472601"/>
              <a:gd name="connsiteY776" fmla="*/ 1133756 h 6858000"/>
              <a:gd name="connsiteX777" fmla="*/ 3103823 w 7472601"/>
              <a:gd name="connsiteY777" fmla="*/ 1026814 h 6858000"/>
              <a:gd name="connsiteX778" fmla="*/ 3607114 w 7472601"/>
              <a:gd name="connsiteY778" fmla="*/ 467441 h 6858000"/>
              <a:gd name="connsiteX779" fmla="*/ 3744487 w 7472601"/>
              <a:gd name="connsiteY779" fmla="*/ 383136 h 6858000"/>
              <a:gd name="connsiteX780" fmla="*/ 3970213 w 7472601"/>
              <a:gd name="connsiteY780" fmla="*/ 995559 h 6858000"/>
              <a:gd name="connsiteX781" fmla="*/ 3744487 w 7472601"/>
              <a:gd name="connsiteY781" fmla="*/ 383136 h 6858000"/>
              <a:gd name="connsiteX782" fmla="*/ 3624562 w 7472601"/>
              <a:gd name="connsiteY782" fmla="*/ 367041 h 6858000"/>
              <a:gd name="connsiteX783" fmla="*/ 3489712 w 7472601"/>
              <a:gd name="connsiteY783" fmla="*/ 485386 h 6858000"/>
              <a:gd name="connsiteX784" fmla="*/ 3182994 w 7472601"/>
              <a:gd name="connsiteY784" fmla="*/ 828265 h 6858000"/>
              <a:gd name="connsiteX785" fmla="*/ 2892114 w 7472601"/>
              <a:gd name="connsiteY785" fmla="*/ 1172635 h 6858000"/>
              <a:gd name="connsiteX786" fmla="*/ 3021459 w 7472601"/>
              <a:gd name="connsiteY786" fmla="*/ 1035385 h 6858000"/>
              <a:gd name="connsiteX787" fmla="*/ 3153873 w 7472601"/>
              <a:gd name="connsiteY787" fmla="*/ 898971 h 6858000"/>
              <a:gd name="connsiteX788" fmla="*/ 3276511 w 7472601"/>
              <a:gd name="connsiteY788" fmla="*/ 786423 h 6858000"/>
              <a:gd name="connsiteX789" fmla="*/ 3584154 w 7472601"/>
              <a:gd name="connsiteY789" fmla="*/ 448218 h 6858000"/>
              <a:gd name="connsiteX790" fmla="*/ 3624562 w 7472601"/>
              <a:gd name="connsiteY790" fmla="*/ 367041 h 6858000"/>
              <a:gd name="connsiteX791" fmla="*/ 3766672 w 7472601"/>
              <a:gd name="connsiteY791" fmla="*/ 359429 h 6858000"/>
              <a:gd name="connsiteX792" fmla="*/ 3996338 w 7472601"/>
              <a:gd name="connsiteY792" fmla="*/ 968237 h 6858000"/>
              <a:gd name="connsiteX793" fmla="*/ 3766672 w 7472601"/>
              <a:gd name="connsiteY793" fmla="*/ 359429 h 6858000"/>
              <a:gd name="connsiteX794" fmla="*/ 5805386 w 7472601"/>
              <a:gd name="connsiteY794" fmla="*/ 239240 h 6858000"/>
              <a:gd name="connsiteX795" fmla="*/ 5736947 w 7472601"/>
              <a:gd name="connsiteY795" fmla="*/ 261367 h 6858000"/>
              <a:gd name="connsiteX796" fmla="*/ 5427012 w 7472601"/>
              <a:gd name="connsiteY796" fmla="*/ 311272 h 6858000"/>
              <a:gd name="connsiteX797" fmla="*/ 5147818 w 7472601"/>
              <a:gd name="connsiteY797" fmla="*/ 322112 h 6858000"/>
              <a:gd name="connsiteX798" fmla="*/ 5060854 w 7472601"/>
              <a:gd name="connsiteY798" fmla="*/ 311882 h 6858000"/>
              <a:gd name="connsiteX799" fmla="*/ 4945989 w 7472601"/>
              <a:gd name="connsiteY799" fmla="*/ 300516 h 6858000"/>
              <a:gd name="connsiteX800" fmla="*/ 5410479 w 7472601"/>
              <a:gd name="connsiteY800" fmla="*/ 348434 h 6858000"/>
              <a:gd name="connsiteX801" fmla="*/ 5805386 w 7472601"/>
              <a:gd name="connsiteY801" fmla="*/ 239240 h 6858000"/>
              <a:gd name="connsiteX802" fmla="*/ 5905192 w 7472601"/>
              <a:gd name="connsiteY802" fmla="*/ 163079 h 6858000"/>
              <a:gd name="connsiteX803" fmla="*/ 5865655 w 7472601"/>
              <a:gd name="connsiteY803" fmla="*/ 171901 h 6858000"/>
              <a:gd name="connsiteX804" fmla="*/ 5259740 w 7472601"/>
              <a:gd name="connsiteY804" fmla="*/ 257013 h 6858000"/>
              <a:gd name="connsiteX805" fmla="*/ 5208466 w 7472601"/>
              <a:gd name="connsiteY805" fmla="*/ 257550 h 6858000"/>
              <a:gd name="connsiteX806" fmla="*/ 4980204 w 7472601"/>
              <a:gd name="connsiteY806" fmla="*/ 271903 h 6858000"/>
              <a:gd name="connsiteX807" fmla="*/ 5068068 w 7472601"/>
              <a:gd name="connsiteY807" fmla="*/ 282244 h 6858000"/>
              <a:gd name="connsiteX808" fmla="*/ 5153231 w 7472601"/>
              <a:gd name="connsiteY808" fmla="*/ 292240 h 6858000"/>
              <a:gd name="connsiteX809" fmla="*/ 5426491 w 7472601"/>
              <a:gd name="connsiteY809" fmla="*/ 281128 h 6858000"/>
              <a:gd name="connsiteX810" fmla="*/ 5731212 w 7472601"/>
              <a:gd name="connsiteY810" fmla="*/ 231951 h 6858000"/>
              <a:gd name="connsiteX811" fmla="*/ 5905192 w 7472601"/>
              <a:gd name="connsiteY811" fmla="*/ 163079 h 6858000"/>
              <a:gd name="connsiteX812" fmla="*/ 5944437 w 7472601"/>
              <a:gd name="connsiteY812" fmla="*/ 113829 h 6858000"/>
              <a:gd name="connsiteX813" fmla="*/ 5825032 w 7472601"/>
              <a:gd name="connsiteY813" fmla="*/ 146405 h 6858000"/>
              <a:gd name="connsiteX814" fmla="*/ 4955599 w 7472601"/>
              <a:gd name="connsiteY814" fmla="*/ 247008 h 6858000"/>
              <a:gd name="connsiteX815" fmla="*/ 5210104 w 7472601"/>
              <a:gd name="connsiteY815" fmla="*/ 228123 h 6858000"/>
              <a:gd name="connsiteX816" fmla="*/ 5261015 w 7472601"/>
              <a:gd name="connsiteY816" fmla="*/ 227087 h 6858000"/>
              <a:gd name="connsiteX817" fmla="*/ 5861181 w 7472601"/>
              <a:gd name="connsiteY817" fmla="*/ 143093 h 6858000"/>
              <a:gd name="connsiteX818" fmla="*/ 5961252 w 7472601"/>
              <a:gd name="connsiteY818" fmla="*/ 114820 h 6858000"/>
              <a:gd name="connsiteX819" fmla="*/ 5944437 w 7472601"/>
              <a:gd name="connsiteY819" fmla="*/ 113829 h 6858000"/>
              <a:gd name="connsiteX820" fmla="*/ 3882765 w 7472601"/>
              <a:gd name="connsiteY820" fmla="*/ 0 h 6858000"/>
              <a:gd name="connsiteX821" fmla="*/ 3995099 w 7472601"/>
              <a:gd name="connsiteY821" fmla="*/ 0 h 6858000"/>
              <a:gd name="connsiteX822" fmla="*/ 4163818 w 7472601"/>
              <a:gd name="connsiteY822" fmla="*/ 234104 h 6858000"/>
              <a:gd name="connsiteX823" fmla="*/ 4172099 w 7472601"/>
              <a:gd name="connsiteY823" fmla="*/ 234207 h 6858000"/>
              <a:gd name="connsiteX824" fmla="*/ 4784282 w 7472601"/>
              <a:gd name="connsiteY824" fmla="*/ 276561 h 6858000"/>
              <a:gd name="connsiteX825" fmla="*/ 4801687 w 7472601"/>
              <a:gd name="connsiteY825" fmla="*/ 267764 h 6858000"/>
              <a:gd name="connsiteX826" fmla="*/ 6082788 w 7472601"/>
              <a:gd name="connsiteY826" fmla="*/ 64119 h 6858000"/>
              <a:gd name="connsiteX827" fmla="*/ 6099442 w 7472601"/>
              <a:gd name="connsiteY827" fmla="*/ 82568 h 6858000"/>
              <a:gd name="connsiteX828" fmla="*/ 4804137 w 7472601"/>
              <a:gd name="connsiteY828" fmla="*/ 320931 h 6858000"/>
              <a:gd name="connsiteX829" fmla="*/ 4227047 w 7472601"/>
              <a:gd name="connsiteY829" fmla="*/ 313415 h 6858000"/>
              <a:gd name="connsiteX830" fmla="*/ 4346041 w 7472601"/>
              <a:gd name="connsiteY830" fmla="*/ 456086 h 6858000"/>
              <a:gd name="connsiteX831" fmla="*/ 4870967 w 7472601"/>
              <a:gd name="connsiteY831" fmla="*/ 963061 h 6858000"/>
              <a:gd name="connsiteX832" fmla="*/ 4889647 w 7472601"/>
              <a:gd name="connsiteY832" fmla="*/ 957147 h 6858000"/>
              <a:gd name="connsiteX833" fmla="*/ 5422504 w 7472601"/>
              <a:gd name="connsiteY833" fmla="*/ 805191 h 6858000"/>
              <a:gd name="connsiteX834" fmla="*/ 6087656 w 7472601"/>
              <a:gd name="connsiteY834" fmla="*/ 826703 h 6858000"/>
              <a:gd name="connsiteX835" fmla="*/ 6058717 w 7472601"/>
              <a:gd name="connsiteY835" fmla="*/ 865992 h 6858000"/>
              <a:gd name="connsiteX836" fmla="*/ 4974153 w 7472601"/>
              <a:gd name="connsiteY836" fmla="*/ 1045456 h 6858000"/>
              <a:gd name="connsiteX837" fmla="*/ 5627835 w 7472601"/>
              <a:gd name="connsiteY837" fmla="*/ 1472077 h 6858000"/>
              <a:gd name="connsiteX838" fmla="*/ 5629817 w 7472601"/>
              <a:gd name="connsiteY838" fmla="*/ 1471412 h 6858000"/>
              <a:gd name="connsiteX839" fmla="*/ 5634124 w 7472601"/>
              <a:gd name="connsiteY839" fmla="*/ 1470572 h 6858000"/>
              <a:gd name="connsiteX840" fmla="*/ 5755832 w 7472601"/>
              <a:gd name="connsiteY840" fmla="*/ 1383886 h 6858000"/>
              <a:gd name="connsiteX841" fmla="*/ 6014186 w 7472601"/>
              <a:gd name="connsiteY841" fmla="*/ 1279799 h 6858000"/>
              <a:gd name="connsiteX842" fmla="*/ 6901619 w 7472601"/>
              <a:gd name="connsiteY842" fmla="*/ 1047874 h 6858000"/>
              <a:gd name="connsiteX843" fmla="*/ 6931566 w 7472601"/>
              <a:gd name="connsiteY843" fmla="*/ 1062034 h 6858000"/>
              <a:gd name="connsiteX844" fmla="*/ 5790982 w 7472601"/>
              <a:gd name="connsiteY844" fmla="*/ 1561380 h 6858000"/>
              <a:gd name="connsiteX845" fmla="*/ 6188971 w 7472601"/>
              <a:gd name="connsiteY845" fmla="*/ 1755168 h 6858000"/>
              <a:gd name="connsiteX846" fmla="*/ 6202446 w 7472601"/>
              <a:gd name="connsiteY846" fmla="*/ 1752268 h 6858000"/>
              <a:gd name="connsiteX847" fmla="*/ 7179560 w 7472601"/>
              <a:gd name="connsiteY847" fmla="*/ 1467551 h 6858000"/>
              <a:gd name="connsiteX848" fmla="*/ 7158730 w 7472601"/>
              <a:gd name="connsiteY848" fmla="*/ 1507835 h 6858000"/>
              <a:gd name="connsiteX849" fmla="*/ 6326959 w 7472601"/>
              <a:gd name="connsiteY849" fmla="*/ 1817686 h 6858000"/>
              <a:gd name="connsiteX850" fmla="*/ 6537433 w 7472601"/>
              <a:gd name="connsiteY850" fmla="*/ 1907790 h 6858000"/>
              <a:gd name="connsiteX851" fmla="*/ 6550221 w 7472601"/>
              <a:gd name="connsiteY851" fmla="*/ 1910729 h 6858000"/>
              <a:gd name="connsiteX852" fmla="*/ 6964438 w 7472601"/>
              <a:gd name="connsiteY852" fmla="*/ 2209505 h 6858000"/>
              <a:gd name="connsiteX853" fmla="*/ 7367862 w 7472601"/>
              <a:gd name="connsiteY853" fmla="*/ 2806833 h 6858000"/>
              <a:gd name="connsiteX854" fmla="*/ 7364329 w 7472601"/>
              <a:gd name="connsiteY854" fmla="*/ 2826907 h 6858000"/>
              <a:gd name="connsiteX855" fmla="*/ 7290545 w 7472601"/>
              <a:gd name="connsiteY855" fmla="*/ 2850663 h 6858000"/>
              <a:gd name="connsiteX856" fmla="*/ 6472036 w 7472601"/>
              <a:gd name="connsiteY856" fmla="*/ 1959003 h 6858000"/>
              <a:gd name="connsiteX857" fmla="*/ 5792897 w 7472601"/>
              <a:gd name="connsiteY857" fmla="*/ 1647747 h 6858000"/>
              <a:gd name="connsiteX858" fmla="*/ 5842751 w 7472601"/>
              <a:gd name="connsiteY858" fmla="*/ 1816112 h 6858000"/>
              <a:gd name="connsiteX859" fmla="*/ 5847424 w 7472601"/>
              <a:gd name="connsiteY859" fmla="*/ 1815776 h 6858000"/>
              <a:gd name="connsiteX860" fmla="*/ 6399821 w 7472601"/>
              <a:gd name="connsiteY860" fmla="*/ 2344799 h 6858000"/>
              <a:gd name="connsiteX861" fmla="*/ 6323232 w 7472601"/>
              <a:gd name="connsiteY861" fmla="*/ 2389634 h 6858000"/>
              <a:gd name="connsiteX862" fmla="*/ 5942958 w 7472601"/>
              <a:gd name="connsiteY862" fmla="*/ 2077708 h 6858000"/>
              <a:gd name="connsiteX863" fmla="*/ 5921559 w 7472601"/>
              <a:gd name="connsiteY863" fmla="*/ 2378596 h 6858000"/>
              <a:gd name="connsiteX864" fmla="*/ 5817651 w 7472601"/>
              <a:gd name="connsiteY864" fmla="*/ 3023919 h 6858000"/>
              <a:gd name="connsiteX865" fmla="*/ 5729634 w 7472601"/>
              <a:gd name="connsiteY865" fmla="*/ 3051849 h 6858000"/>
              <a:gd name="connsiteX866" fmla="*/ 5611018 w 7472601"/>
              <a:gd name="connsiteY866" fmla="*/ 2316769 h 6858000"/>
              <a:gd name="connsiteX867" fmla="*/ 5687608 w 7472601"/>
              <a:gd name="connsiteY867" fmla="*/ 2039972 h 6858000"/>
              <a:gd name="connsiteX868" fmla="*/ 5657554 w 7472601"/>
              <a:gd name="connsiteY868" fmla="*/ 1576445 h 6858000"/>
              <a:gd name="connsiteX869" fmla="*/ 5150475 w 7472601"/>
              <a:gd name="connsiteY869" fmla="*/ 1274012 h 6858000"/>
              <a:gd name="connsiteX870" fmla="*/ 5349142 w 7472601"/>
              <a:gd name="connsiteY870" fmla="*/ 2204405 h 6858000"/>
              <a:gd name="connsiteX871" fmla="*/ 5262214 w 7472601"/>
              <a:gd name="connsiteY871" fmla="*/ 2233836 h 6858000"/>
              <a:gd name="connsiteX872" fmla="*/ 4981539 w 7472601"/>
              <a:gd name="connsiteY872" fmla="*/ 1542201 h 6858000"/>
              <a:gd name="connsiteX873" fmla="*/ 4958461 w 7472601"/>
              <a:gd name="connsiteY873" fmla="*/ 1136957 h 6858000"/>
              <a:gd name="connsiteX874" fmla="*/ 4655015 w 7472601"/>
              <a:gd name="connsiteY874" fmla="*/ 891426 h 6858000"/>
              <a:gd name="connsiteX875" fmla="*/ 4348002 w 7472601"/>
              <a:gd name="connsiteY875" fmla="*/ 2205895 h 6858000"/>
              <a:gd name="connsiteX876" fmla="*/ 4262250 w 7472601"/>
              <a:gd name="connsiteY876" fmla="*/ 2219972 h 6858000"/>
              <a:gd name="connsiteX877" fmla="*/ 4550611 w 7472601"/>
              <a:gd name="connsiteY877" fmla="*/ 817540 h 6858000"/>
              <a:gd name="connsiteX878" fmla="*/ 4564418 w 7472601"/>
              <a:gd name="connsiteY878" fmla="*/ 808293 h 6858000"/>
              <a:gd name="connsiteX879" fmla="*/ 4266388 w 7472601"/>
              <a:gd name="connsiteY879" fmla="*/ 500083 h 6858000"/>
              <a:gd name="connsiteX880" fmla="*/ 4032842 w 7472601"/>
              <a:gd name="connsiteY880" fmla="*/ 211809 h 6858000"/>
              <a:gd name="connsiteX881" fmla="*/ 3882765 w 7472601"/>
              <a:gd name="connsiteY881" fmla="*/ 0 h 6858000"/>
              <a:gd name="connsiteX882" fmla="*/ 3721337 w 7472601"/>
              <a:gd name="connsiteY882" fmla="*/ 0 h 6858000"/>
              <a:gd name="connsiteX883" fmla="*/ 3797544 w 7472601"/>
              <a:gd name="connsiteY883" fmla="*/ 0 h 6858000"/>
              <a:gd name="connsiteX884" fmla="*/ 3775734 w 7472601"/>
              <a:gd name="connsiteY884" fmla="*/ 95131 h 6858000"/>
              <a:gd name="connsiteX885" fmla="*/ 3724807 w 7472601"/>
              <a:gd name="connsiteY885" fmla="*/ 272257 h 6858000"/>
              <a:gd name="connsiteX886" fmla="*/ 3726844 w 7472601"/>
              <a:gd name="connsiteY886" fmla="*/ 282988 h 6858000"/>
              <a:gd name="connsiteX887" fmla="*/ 3742664 w 7472601"/>
              <a:gd name="connsiteY887" fmla="*/ 279918 h 6858000"/>
              <a:gd name="connsiteX888" fmla="*/ 4103910 w 7472601"/>
              <a:gd name="connsiteY888" fmla="*/ 1161917 h 6858000"/>
              <a:gd name="connsiteX889" fmla="*/ 4020269 w 7472601"/>
              <a:gd name="connsiteY889" fmla="*/ 1200406 h 6858000"/>
              <a:gd name="connsiteX890" fmla="*/ 3674882 w 7472601"/>
              <a:gd name="connsiteY890" fmla="*/ 488524 h 6858000"/>
              <a:gd name="connsiteX891" fmla="*/ 3132682 w 7472601"/>
              <a:gd name="connsiteY891" fmla="*/ 1072284 h 6858000"/>
              <a:gd name="connsiteX892" fmla="*/ 2716346 w 7472601"/>
              <a:gd name="connsiteY892" fmla="*/ 1276376 h 6858000"/>
              <a:gd name="connsiteX893" fmla="*/ 2716772 w 7472601"/>
              <a:gd name="connsiteY893" fmla="*/ 1255462 h 6858000"/>
              <a:gd name="connsiteX894" fmla="*/ 3471096 w 7472601"/>
              <a:gd name="connsiteY894" fmla="*/ 437072 h 6858000"/>
              <a:gd name="connsiteX895" fmla="*/ 3639057 w 7472601"/>
              <a:gd name="connsiteY895" fmla="*/ 286334 h 6858000"/>
              <a:gd name="connsiteX896" fmla="*/ 3640309 w 7472601"/>
              <a:gd name="connsiteY896" fmla="*/ 284664 h 6858000"/>
              <a:gd name="connsiteX897" fmla="*/ 3646022 w 7472601"/>
              <a:gd name="connsiteY897" fmla="*/ 276711 h 6858000"/>
              <a:gd name="connsiteX898" fmla="*/ 3707943 w 7472601"/>
              <a:gd name="connsiteY898" fmla="*/ 65958 h 6858000"/>
              <a:gd name="connsiteX899" fmla="*/ 3721337 w 7472601"/>
              <a:gd name="connsiteY899" fmla="*/ 0 h 6858000"/>
              <a:gd name="connsiteX900" fmla="*/ 2867960 w 7472601"/>
              <a:gd name="connsiteY900" fmla="*/ 0 h 6858000"/>
              <a:gd name="connsiteX901" fmla="*/ 2926351 w 7472601"/>
              <a:gd name="connsiteY901" fmla="*/ 0 h 6858000"/>
              <a:gd name="connsiteX902" fmla="*/ 2902823 w 7472601"/>
              <a:gd name="connsiteY902" fmla="*/ 262929 h 6858000"/>
              <a:gd name="connsiteX903" fmla="*/ 2940663 w 7472601"/>
              <a:gd name="connsiteY903" fmla="*/ 140884 h 6858000"/>
              <a:gd name="connsiteX904" fmla="*/ 2947039 w 7472601"/>
              <a:gd name="connsiteY904" fmla="*/ 122524 h 6858000"/>
              <a:gd name="connsiteX905" fmla="*/ 2984316 w 7472601"/>
              <a:gd name="connsiteY905" fmla="*/ 0 h 6858000"/>
              <a:gd name="connsiteX906" fmla="*/ 3016114 w 7472601"/>
              <a:gd name="connsiteY906" fmla="*/ 0 h 6858000"/>
              <a:gd name="connsiteX907" fmla="*/ 2979949 w 7472601"/>
              <a:gd name="connsiteY907" fmla="*/ 119274 h 6858000"/>
              <a:gd name="connsiteX908" fmla="*/ 3023879 w 7472601"/>
              <a:gd name="connsiteY908" fmla="*/ 0 h 6858000"/>
              <a:gd name="connsiteX909" fmla="*/ 3105400 w 7472601"/>
              <a:gd name="connsiteY909" fmla="*/ 0 h 6858000"/>
              <a:gd name="connsiteX910" fmla="*/ 3094669 w 7472601"/>
              <a:gd name="connsiteY910" fmla="*/ 30308 h 6858000"/>
              <a:gd name="connsiteX911" fmla="*/ 2901945 w 7472601"/>
              <a:gd name="connsiteY911" fmla="*/ 466538 h 6858000"/>
              <a:gd name="connsiteX912" fmla="*/ 2815209 w 7472601"/>
              <a:gd name="connsiteY912" fmla="*/ 497361 h 6858000"/>
              <a:gd name="connsiteX913" fmla="*/ 2844845 w 7472601"/>
              <a:gd name="connsiteY913" fmla="*/ 127638 h 6858000"/>
              <a:gd name="connsiteX914" fmla="*/ 2867960 w 7472601"/>
              <a:gd name="connsiteY914" fmla="*/ 0 h 6858000"/>
              <a:gd name="connsiteX915" fmla="*/ 1057230 w 7472601"/>
              <a:gd name="connsiteY915" fmla="*/ 0 h 6858000"/>
              <a:gd name="connsiteX916" fmla="*/ 1111003 w 7472601"/>
              <a:gd name="connsiteY916" fmla="*/ 0 h 6858000"/>
              <a:gd name="connsiteX917" fmla="*/ 1125553 w 7472601"/>
              <a:gd name="connsiteY917" fmla="*/ 52588 h 6858000"/>
              <a:gd name="connsiteX918" fmla="*/ 1304276 w 7472601"/>
              <a:gd name="connsiteY918" fmla="*/ 476275 h 6858000"/>
              <a:gd name="connsiteX919" fmla="*/ 1492066 w 7472601"/>
              <a:gd name="connsiteY919" fmla="*/ 886333 h 6858000"/>
              <a:gd name="connsiteX920" fmla="*/ 1423698 w 7472601"/>
              <a:gd name="connsiteY920" fmla="*/ 710817 h 6858000"/>
              <a:gd name="connsiteX921" fmla="*/ 1357609 w 7472601"/>
              <a:gd name="connsiteY921" fmla="*/ 532892 h 6858000"/>
              <a:gd name="connsiteX922" fmla="*/ 1309550 w 7472601"/>
              <a:gd name="connsiteY922" fmla="*/ 374031 h 6858000"/>
              <a:gd name="connsiteX923" fmla="*/ 1193673 w 7472601"/>
              <a:gd name="connsiteY923" fmla="*/ 49533 h 6858000"/>
              <a:gd name="connsiteX924" fmla="*/ 1164391 w 7472601"/>
              <a:gd name="connsiteY924" fmla="*/ 0 h 6858000"/>
              <a:gd name="connsiteX925" fmla="*/ 1200666 w 7472601"/>
              <a:gd name="connsiteY925" fmla="*/ 0 h 6858000"/>
              <a:gd name="connsiteX926" fmla="*/ 1223408 w 7472601"/>
              <a:gd name="connsiteY926" fmla="*/ 38996 h 6858000"/>
              <a:gd name="connsiteX927" fmla="*/ 1339635 w 7472601"/>
              <a:gd name="connsiteY927" fmla="*/ 365517 h 6858000"/>
              <a:gd name="connsiteX928" fmla="*/ 1387469 w 7472601"/>
              <a:gd name="connsiteY928" fmla="*/ 523079 h 6858000"/>
              <a:gd name="connsiteX929" fmla="*/ 1452685 w 7472601"/>
              <a:gd name="connsiteY929" fmla="*/ 699806 h 6858000"/>
              <a:gd name="connsiteX930" fmla="*/ 1492092 w 7472601"/>
              <a:gd name="connsiteY930" fmla="*/ 800424 h 6858000"/>
              <a:gd name="connsiteX931" fmla="*/ 1455302 w 7472601"/>
              <a:gd name="connsiteY931" fmla="*/ 632913 h 6858000"/>
              <a:gd name="connsiteX932" fmla="*/ 1222336 w 7472601"/>
              <a:gd name="connsiteY932" fmla="*/ 9480 h 6858000"/>
              <a:gd name="connsiteX933" fmla="*/ 1214634 w 7472601"/>
              <a:gd name="connsiteY933" fmla="*/ 0 h 6858000"/>
              <a:gd name="connsiteX934" fmla="*/ 1289827 w 7472601"/>
              <a:gd name="connsiteY934" fmla="*/ 0 h 6858000"/>
              <a:gd name="connsiteX935" fmla="*/ 1321076 w 7472601"/>
              <a:gd name="connsiteY935" fmla="*/ 59722 h 6858000"/>
              <a:gd name="connsiteX936" fmla="*/ 1512579 w 7472601"/>
              <a:gd name="connsiteY936" fmla="*/ 626441 h 6858000"/>
              <a:gd name="connsiteX937" fmla="*/ 1506076 w 7472601"/>
              <a:gd name="connsiteY937" fmla="*/ 1089289 h 6858000"/>
              <a:gd name="connsiteX938" fmla="*/ 1486346 w 7472601"/>
              <a:gd name="connsiteY938" fmla="*/ 1079919 h 6858000"/>
              <a:gd name="connsiteX939" fmla="*/ 1070511 w 7472601"/>
              <a:gd name="connsiteY939" fmla="*/ 48609 h 6858000"/>
              <a:gd name="connsiteX940" fmla="*/ 1057230 w 7472601"/>
              <a:gd name="connsiteY940" fmla="*/ 0 h 6858000"/>
              <a:gd name="connsiteX941" fmla="*/ 43151 w 7472601"/>
              <a:gd name="connsiteY941" fmla="*/ 0 h 6858000"/>
              <a:gd name="connsiteX942" fmla="*/ 95283 w 7472601"/>
              <a:gd name="connsiteY942" fmla="*/ 0 h 6858000"/>
              <a:gd name="connsiteX943" fmla="*/ 300708 w 7472601"/>
              <a:gd name="connsiteY943" fmla="*/ 154571 h 6858000"/>
              <a:gd name="connsiteX944" fmla="*/ 530414 w 7472601"/>
              <a:gd name="connsiteY944" fmla="*/ 354673 h 6858000"/>
              <a:gd name="connsiteX945" fmla="*/ 333785 w 7472601"/>
              <a:gd name="connsiteY945" fmla="*/ 161564 h 6858000"/>
              <a:gd name="connsiteX946" fmla="*/ 147005 w 7472601"/>
              <a:gd name="connsiteY946" fmla="*/ 0 h 6858000"/>
              <a:gd name="connsiteX947" fmla="*/ 272509 w 7472601"/>
              <a:gd name="connsiteY947" fmla="*/ 0 h 6858000"/>
              <a:gd name="connsiteX948" fmla="*/ 326276 w 7472601"/>
              <a:gd name="connsiteY948" fmla="*/ 45847 h 6858000"/>
              <a:gd name="connsiteX949" fmla="*/ 823759 w 7472601"/>
              <a:gd name="connsiteY949" fmla="*/ 574145 h 6858000"/>
              <a:gd name="connsiteX950" fmla="*/ 811254 w 7472601"/>
              <a:gd name="connsiteY950" fmla="*/ 665546 h 6858000"/>
              <a:gd name="connsiteX951" fmla="*/ 154042 w 7472601"/>
              <a:gd name="connsiteY951" fmla="*/ 261522 h 6858000"/>
              <a:gd name="connsiteX952" fmla="*/ 13550 w 7472601"/>
              <a:gd name="connsiteY952" fmla="*/ 158423 h 6858000"/>
              <a:gd name="connsiteX953" fmla="*/ 0 w 7472601"/>
              <a:gd name="connsiteY953" fmla="*/ 146618 h 6858000"/>
              <a:gd name="connsiteX954" fmla="*/ 0 w 7472601"/>
              <a:gd name="connsiteY954" fmla="*/ 59161 h 6858000"/>
              <a:gd name="connsiteX955" fmla="*/ 45427 w 7472601"/>
              <a:gd name="connsiteY955" fmla="*/ 101078 h 6858000"/>
              <a:gd name="connsiteX956" fmla="*/ 630103 w 7472601"/>
              <a:gd name="connsiteY956" fmla="*/ 485885 h 6858000"/>
              <a:gd name="connsiteX957" fmla="*/ 532040 w 7472601"/>
              <a:gd name="connsiteY957" fmla="*/ 399359 h 6858000"/>
              <a:gd name="connsiteX958" fmla="*/ 517618 w 7472601"/>
              <a:gd name="connsiteY958" fmla="*/ 385726 h 6858000"/>
              <a:gd name="connsiteX959" fmla="*/ 285074 w 7472601"/>
              <a:gd name="connsiteY959" fmla="*/ 182755 h 6858000"/>
              <a:gd name="connsiteX960" fmla="*/ 43151 w 7472601"/>
              <a:gd name="connsiteY960" fmla="*/ 0 h 6858000"/>
              <a:gd name="connsiteX0" fmla="*/ 369702 w 7472601"/>
              <a:gd name="connsiteY0" fmla="*/ 6712169 h 6858000"/>
              <a:gd name="connsiteX1" fmla="*/ 366575 w 7472601"/>
              <a:gd name="connsiteY1" fmla="*/ 6715556 h 6858000"/>
              <a:gd name="connsiteX2" fmla="*/ 371637 w 7472601"/>
              <a:gd name="connsiteY2" fmla="*/ 6713954 h 6858000"/>
              <a:gd name="connsiteX3" fmla="*/ 369702 w 7472601"/>
              <a:gd name="connsiteY3" fmla="*/ 6712169 h 6858000"/>
              <a:gd name="connsiteX4" fmla="*/ 7088673 w 7472601"/>
              <a:gd name="connsiteY4" fmla="*/ 6610396 h 6858000"/>
              <a:gd name="connsiteX5" fmla="*/ 7440138 w 7472601"/>
              <a:gd name="connsiteY5" fmla="*/ 6622648 h 6858000"/>
              <a:gd name="connsiteX6" fmla="*/ 7467600 w 7472601"/>
              <a:gd name="connsiteY6" fmla="*/ 6628217 h 6858000"/>
              <a:gd name="connsiteX7" fmla="*/ 7467600 w 7472601"/>
              <a:gd name="connsiteY7" fmla="*/ 6668575 h 6858000"/>
              <a:gd name="connsiteX8" fmla="*/ 7392322 w 7472601"/>
              <a:gd name="connsiteY8" fmla="*/ 6658238 h 6858000"/>
              <a:gd name="connsiteX9" fmla="*/ 7467600 w 7472601"/>
              <a:gd name="connsiteY9" fmla="*/ 6683873 h 6858000"/>
              <a:gd name="connsiteX10" fmla="*/ 7467600 w 7472601"/>
              <a:gd name="connsiteY10" fmla="*/ 6714215 h 6858000"/>
              <a:gd name="connsiteX11" fmla="*/ 7447383 w 7472601"/>
              <a:gd name="connsiteY11" fmla="*/ 6707202 h 6858000"/>
              <a:gd name="connsiteX12" fmla="*/ 7289862 w 7472601"/>
              <a:gd name="connsiteY12" fmla="*/ 6659827 h 6858000"/>
              <a:gd name="connsiteX13" fmla="*/ 7434024 w 7472601"/>
              <a:gd name="connsiteY13" fmla="*/ 6722130 h 6858000"/>
              <a:gd name="connsiteX14" fmla="*/ 7467600 w 7472601"/>
              <a:gd name="connsiteY14" fmla="*/ 6736157 h 6858000"/>
              <a:gd name="connsiteX15" fmla="*/ 7467600 w 7472601"/>
              <a:gd name="connsiteY15" fmla="*/ 6767913 h 6858000"/>
              <a:gd name="connsiteX16" fmla="*/ 7392158 w 7472601"/>
              <a:gd name="connsiteY16" fmla="*/ 6771365 h 6858000"/>
              <a:gd name="connsiteX17" fmla="*/ 7467600 w 7472601"/>
              <a:gd name="connsiteY17" fmla="*/ 6805948 h 6858000"/>
              <a:gd name="connsiteX18" fmla="*/ 7467600 w 7472601"/>
              <a:gd name="connsiteY18" fmla="*/ 6831490 h 6858000"/>
              <a:gd name="connsiteX19" fmla="*/ 7410696 w 7472601"/>
              <a:gd name="connsiteY19" fmla="*/ 6803861 h 6858000"/>
              <a:gd name="connsiteX20" fmla="*/ 7088673 w 7472601"/>
              <a:gd name="connsiteY20" fmla="*/ 6610396 h 6858000"/>
              <a:gd name="connsiteX21" fmla="*/ 1019354 w 7472601"/>
              <a:gd name="connsiteY21" fmla="*/ 6315006 h 6858000"/>
              <a:gd name="connsiteX22" fmla="*/ 441046 w 7472601"/>
              <a:gd name="connsiteY22" fmla="*/ 6691153 h 6858000"/>
              <a:gd name="connsiteX23" fmla="*/ 1019354 w 7472601"/>
              <a:gd name="connsiteY23" fmla="*/ 6315006 h 6858000"/>
              <a:gd name="connsiteX24" fmla="*/ 991680 w 7472601"/>
              <a:gd name="connsiteY24" fmla="*/ 6298413 h 6858000"/>
              <a:gd name="connsiteX25" fmla="*/ 409060 w 7472601"/>
              <a:gd name="connsiteY25" fmla="*/ 6671470 h 6858000"/>
              <a:gd name="connsiteX26" fmla="*/ 991680 w 7472601"/>
              <a:gd name="connsiteY26" fmla="*/ 6298413 h 6858000"/>
              <a:gd name="connsiteX27" fmla="*/ 103333 w 7472601"/>
              <a:gd name="connsiteY27" fmla="*/ 5699602 h 6858000"/>
              <a:gd name="connsiteX28" fmla="*/ 233938 w 7472601"/>
              <a:gd name="connsiteY28" fmla="*/ 5809416 h 6858000"/>
              <a:gd name="connsiteX29" fmla="*/ 883580 w 7472601"/>
              <a:gd name="connsiteY29" fmla="*/ 6180710 h 6858000"/>
              <a:gd name="connsiteX30" fmla="*/ 487337 w 7472601"/>
              <a:gd name="connsiteY30" fmla="*/ 5950182 h 6858000"/>
              <a:gd name="connsiteX31" fmla="*/ 354051 w 7472601"/>
              <a:gd name="connsiteY31" fmla="*/ 5854912 h 6858000"/>
              <a:gd name="connsiteX32" fmla="*/ 195436 w 7472601"/>
              <a:gd name="connsiteY32" fmla="*/ 5755068 h 6858000"/>
              <a:gd name="connsiteX33" fmla="*/ 103333 w 7472601"/>
              <a:gd name="connsiteY33" fmla="*/ 5699602 h 6858000"/>
              <a:gd name="connsiteX34" fmla="*/ 5539432 w 7472601"/>
              <a:gd name="connsiteY34" fmla="*/ 5642928 h 6858000"/>
              <a:gd name="connsiteX35" fmla="*/ 5555462 w 7472601"/>
              <a:gd name="connsiteY35" fmla="*/ 5694454 h 6858000"/>
              <a:gd name="connsiteX36" fmla="*/ 5828270 w 7472601"/>
              <a:gd name="connsiteY36" fmla="*/ 6320663 h 6858000"/>
              <a:gd name="connsiteX37" fmla="*/ 5947416 w 7472601"/>
              <a:gd name="connsiteY37" fmla="*/ 6574846 h 6858000"/>
              <a:gd name="connsiteX38" fmla="*/ 5539432 w 7472601"/>
              <a:gd name="connsiteY38" fmla="*/ 5642928 h 6858000"/>
              <a:gd name="connsiteX39" fmla="*/ 51253 w 7472601"/>
              <a:gd name="connsiteY39" fmla="*/ 5631825 h 6858000"/>
              <a:gd name="connsiteX40" fmla="*/ 211622 w 7472601"/>
              <a:gd name="connsiteY40" fmla="*/ 5728803 h 6858000"/>
              <a:gd name="connsiteX41" fmla="*/ 371652 w 7472601"/>
              <a:gd name="connsiteY41" fmla="*/ 5829062 h 6858000"/>
              <a:gd name="connsiteX42" fmla="*/ 505903 w 7472601"/>
              <a:gd name="connsiteY42" fmla="*/ 5925221 h 6858000"/>
              <a:gd name="connsiteX43" fmla="*/ 899240 w 7472601"/>
              <a:gd name="connsiteY43" fmla="*/ 6153068 h 6858000"/>
              <a:gd name="connsiteX44" fmla="*/ 988114 w 7472601"/>
              <a:gd name="connsiteY44" fmla="*/ 6174204 h 6858000"/>
              <a:gd name="connsiteX45" fmla="*/ 845971 w 7472601"/>
              <a:gd name="connsiteY45" fmla="*/ 6067177 h 6858000"/>
              <a:gd name="connsiteX46" fmla="*/ 448057 w 7472601"/>
              <a:gd name="connsiteY46" fmla="*/ 5841376 h 6858000"/>
              <a:gd name="connsiteX47" fmla="*/ 51253 w 7472601"/>
              <a:gd name="connsiteY47" fmla="*/ 5631825 h 6858000"/>
              <a:gd name="connsiteX48" fmla="*/ 2606687 w 7472601"/>
              <a:gd name="connsiteY48" fmla="*/ 5630718 h 6858000"/>
              <a:gd name="connsiteX49" fmla="*/ 2645658 w 7472601"/>
              <a:gd name="connsiteY49" fmla="*/ 6640259 h 6858000"/>
              <a:gd name="connsiteX50" fmla="*/ 2606687 w 7472601"/>
              <a:gd name="connsiteY50" fmla="*/ 5630718 h 6858000"/>
              <a:gd name="connsiteX51" fmla="*/ 3642057 w 7472601"/>
              <a:gd name="connsiteY51" fmla="*/ 5573487 h 6858000"/>
              <a:gd name="connsiteX52" fmla="*/ 3632981 w 7472601"/>
              <a:gd name="connsiteY52" fmla="*/ 5579437 h 6858000"/>
              <a:gd name="connsiteX53" fmla="*/ 3382436 w 7472601"/>
              <a:gd name="connsiteY53" fmla="*/ 5952726 h 6858000"/>
              <a:gd name="connsiteX54" fmla="*/ 3191929 w 7472601"/>
              <a:gd name="connsiteY54" fmla="*/ 6662669 h 6858000"/>
              <a:gd name="connsiteX55" fmla="*/ 3369898 w 7472601"/>
              <a:gd name="connsiteY55" fmla="*/ 6081771 h 6858000"/>
              <a:gd name="connsiteX56" fmla="*/ 3642057 w 7472601"/>
              <a:gd name="connsiteY56" fmla="*/ 5573487 h 6858000"/>
              <a:gd name="connsiteX57" fmla="*/ 2650666 w 7472601"/>
              <a:gd name="connsiteY57" fmla="*/ 5530686 h 6858000"/>
              <a:gd name="connsiteX58" fmla="*/ 2650249 w 7472601"/>
              <a:gd name="connsiteY58" fmla="*/ 5532101 h 6858000"/>
              <a:gd name="connsiteX59" fmla="*/ 2663808 w 7472601"/>
              <a:gd name="connsiteY59" fmla="*/ 6535215 h 6858000"/>
              <a:gd name="connsiteX60" fmla="*/ 2665418 w 7472601"/>
              <a:gd name="connsiteY60" fmla="*/ 6132756 h 6858000"/>
              <a:gd name="connsiteX61" fmla="*/ 2650666 w 7472601"/>
              <a:gd name="connsiteY61" fmla="*/ 5530686 h 6858000"/>
              <a:gd name="connsiteX62" fmla="*/ 2680277 w 7472601"/>
              <a:gd name="connsiteY62" fmla="*/ 5479204 h 6858000"/>
              <a:gd name="connsiteX63" fmla="*/ 2678972 w 7472601"/>
              <a:gd name="connsiteY63" fmla="*/ 5481582 h 6858000"/>
              <a:gd name="connsiteX64" fmla="*/ 2696666 w 7472601"/>
              <a:gd name="connsiteY64" fmla="*/ 6133836 h 6858000"/>
              <a:gd name="connsiteX65" fmla="*/ 2695769 w 7472601"/>
              <a:gd name="connsiteY65" fmla="*/ 6390955 h 6858000"/>
              <a:gd name="connsiteX66" fmla="*/ 2739893 w 7472601"/>
              <a:gd name="connsiteY66" fmla="*/ 6108357 h 6858000"/>
              <a:gd name="connsiteX67" fmla="*/ 2680277 w 7472601"/>
              <a:gd name="connsiteY67" fmla="*/ 5479204 h 6858000"/>
              <a:gd name="connsiteX68" fmla="*/ 1132195 w 7472601"/>
              <a:gd name="connsiteY68" fmla="*/ 5467980 h 6858000"/>
              <a:gd name="connsiteX69" fmla="*/ 1679056 w 7472601"/>
              <a:gd name="connsiteY69" fmla="*/ 5516907 h 6858000"/>
              <a:gd name="connsiteX70" fmla="*/ 2128648 w 7472601"/>
              <a:gd name="connsiteY70" fmla="*/ 5474249 h 6858000"/>
              <a:gd name="connsiteX71" fmla="*/ 1825619 w 7472601"/>
              <a:gd name="connsiteY71" fmla="*/ 5478447 h 6858000"/>
              <a:gd name="connsiteX72" fmla="*/ 1737798 w 7472601"/>
              <a:gd name="connsiteY72" fmla="*/ 5483353 h 6858000"/>
              <a:gd name="connsiteX73" fmla="*/ 1132195 w 7472601"/>
              <a:gd name="connsiteY73" fmla="*/ 5467980 h 6858000"/>
              <a:gd name="connsiteX74" fmla="*/ 7454976 w 7472601"/>
              <a:gd name="connsiteY74" fmla="*/ 6318297 h 6858000"/>
              <a:gd name="connsiteX75" fmla="*/ 7467600 w 7472601"/>
              <a:gd name="connsiteY75" fmla="*/ 6012219 h 6858000"/>
              <a:gd name="connsiteX76" fmla="*/ 7467600 w 7472601"/>
              <a:gd name="connsiteY76" fmla="*/ 6163634 h 6858000"/>
              <a:gd name="connsiteX77" fmla="*/ 7448321 w 7472601"/>
              <a:gd name="connsiteY77" fmla="*/ 6190991 h 6858000"/>
              <a:gd name="connsiteX78" fmla="*/ 7467600 w 7472601"/>
              <a:gd name="connsiteY78" fmla="*/ 6221686 h 6858000"/>
              <a:gd name="connsiteX79" fmla="*/ 7467600 w 7472601"/>
              <a:gd name="connsiteY79" fmla="*/ 6334256 h 6858000"/>
              <a:gd name="connsiteX80" fmla="*/ 7454976 w 7472601"/>
              <a:gd name="connsiteY80" fmla="*/ 6318297 h 6858000"/>
              <a:gd name="connsiteX81" fmla="*/ 1456157 w 7472601"/>
              <a:gd name="connsiteY81" fmla="*/ 5371404 h 6858000"/>
              <a:gd name="connsiteX82" fmla="*/ 1244432 w 7472601"/>
              <a:gd name="connsiteY82" fmla="*/ 5385601 h 6858000"/>
              <a:gd name="connsiteX83" fmla="*/ 973990 w 7472601"/>
              <a:gd name="connsiteY83" fmla="*/ 5424940 h 6858000"/>
              <a:gd name="connsiteX84" fmla="*/ 1103809 w 7472601"/>
              <a:gd name="connsiteY84" fmla="*/ 5433720 h 6858000"/>
              <a:gd name="connsiteX85" fmla="*/ 1123454 w 7472601"/>
              <a:gd name="connsiteY85" fmla="*/ 5435727 h 6858000"/>
              <a:gd name="connsiteX86" fmla="*/ 1737017 w 7472601"/>
              <a:gd name="connsiteY86" fmla="*/ 5452183 h 6858000"/>
              <a:gd name="connsiteX87" fmla="*/ 1824397 w 7472601"/>
              <a:gd name="connsiteY87" fmla="*/ 5447757 h 6858000"/>
              <a:gd name="connsiteX88" fmla="*/ 2070059 w 7472601"/>
              <a:gd name="connsiteY88" fmla="*/ 5441660 h 6858000"/>
              <a:gd name="connsiteX89" fmla="*/ 1456157 w 7472601"/>
              <a:gd name="connsiteY89" fmla="*/ 5371404 h 6858000"/>
              <a:gd name="connsiteX90" fmla="*/ 4988186 w 7472601"/>
              <a:gd name="connsiteY90" fmla="*/ 5216467 h 6858000"/>
              <a:gd name="connsiteX91" fmla="*/ 4777334 w 7472601"/>
              <a:gd name="connsiteY91" fmla="*/ 5406072 h 6858000"/>
              <a:gd name="connsiteX92" fmla="*/ 4718341 w 7472601"/>
              <a:gd name="connsiteY92" fmla="*/ 5468043 h 6858000"/>
              <a:gd name="connsiteX93" fmla="*/ 4604655 w 7472601"/>
              <a:gd name="connsiteY93" fmla="*/ 5583434 h 6858000"/>
              <a:gd name="connsiteX94" fmla="*/ 4565074 w 7472601"/>
              <a:gd name="connsiteY94" fmla="*/ 5618550 h 6858000"/>
              <a:gd name="connsiteX95" fmla="*/ 4988186 w 7472601"/>
              <a:gd name="connsiteY95" fmla="*/ 5216467 h 6858000"/>
              <a:gd name="connsiteX96" fmla="*/ 4978032 w 7472601"/>
              <a:gd name="connsiteY96" fmla="*/ 5183809 h 6858000"/>
              <a:gd name="connsiteX97" fmla="*/ 4463413 w 7472601"/>
              <a:gd name="connsiteY97" fmla="*/ 5615162 h 6858000"/>
              <a:gd name="connsiteX98" fmla="*/ 4358134 w 7472601"/>
              <a:gd name="connsiteY98" fmla="*/ 5742791 h 6858000"/>
              <a:gd name="connsiteX99" fmla="*/ 4376219 w 7472601"/>
              <a:gd name="connsiteY99" fmla="*/ 5729027 h 6858000"/>
              <a:gd name="connsiteX100" fmla="*/ 4582340 w 7472601"/>
              <a:gd name="connsiteY100" fmla="*/ 5561037 h 6858000"/>
              <a:gd name="connsiteX101" fmla="*/ 4694684 w 7472601"/>
              <a:gd name="connsiteY101" fmla="*/ 5447098 h 6858000"/>
              <a:gd name="connsiteX102" fmla="*/ 4754123 w 7472601"/>
              <a:gd name="connsiteY102" fmla="*/ 5384643 h 6858000"/>
              <a:gd name="connsiteX103" fmla="*/ 4978032 w 7472601"/>
              <a:gd name="connsiteY103" fmla="*/ 5183809 h 6858000"/>
              <a:gd name="connsiteX104" fmla="*/ 1903353 w 7472601"/>
              <a:gd name="connsiteY104" fmla="*/ 5044827 h 6858000"/>
              <a:gd name="connsiteX105" fmla="*/ 1936931 w 7472601"/>
              <a:gd name="connsiteY105" fmla="*/ 5093954 h 6858000"/>
              <a:gd name="connsiteX106" fmla="*/ 2195868 w 7472601"/>
              <a:gd name="connsiteY106" fmla="*/ 5396574 h 6858000"/>
              <a:gd name="connsiteX107" fmla="*/ 2088852 w 7472601"/>
              <a:gd name="connsiteY107" fmla="*/ 5166123 h 6858000"/>
              <a:gd name="connsiteX108" fmla="*/ 1958241 w 7472601"/>
              <a:gd name="connsiteY108" fmla="*/ 5067955 h 6858000"/>
              <a:gd name="connsiteX109" fmla="*/ 1903353 w 7472601"/>
              <a:gd name="connsiteY109" fmla="*/ 5044827 h 6858000"/>
              <a:gd name="connsiteX110" fmla="*/ 1979378 w 7472601"/>
              <a:gd name="connsiteY110" fmla="*/ 4769504 h 6858000"/>
              <a:gd name="connsiteX111" fmla="*/ 2882120 w 7472601"/>
              <a:gd name="connsiteY111" fmla="*/ 5064547 h 6858000"/>
              <a:gd name="connsiteX112" fmla="*/ 2793103 w 7472601"/>
              <a:gd name="connsiteY112" fmla="*/ 5039699 h 6858000"/>
              <a:gd name="connsiteX113" fmla="*/ 2770041 w 7472601"/>
              <a:gd name="connsiteY113" fmla="*/ 5033634 h 6858000"/>
              <a:gd name="connsiteX114" fmla="*/ 1979378 w 7472601"/>
              <a:gd name="connsiteY114" fmla="*/ 4769504 h 6858000"/>
              <a:gd name="connsiteX115" fmla="*/ 1927410 w 7472601"/>
              <a:gd name="connsiteY115" fmla="*/ 4716164 h 6858000"/>
              <a:gd name="connsiteX116" fmla="*/ 1959587 w 7472601"/>
              <a:gd name="connsiteY116" fmla="*/ 4728849 h 6858000"/>
              <a:gd name="connsiteX117" fmla="*/ 2777707 w 7472601"/>
              <a:gd name="connsiteY117" fmla="*/ 5003991 h 6858000"/>
              <a:gd name="connsiteX118" fmla="*/ 2800768 w 7472601"/>
              <a:gd name="connsiteY118" fmla="*/ 5010056 h 6858000"/>
              <a:gd name="connsiteX119" fmla="*/ 2879408 w 7472601"/>
              <a:gd name="connsiteY119" fmla="*/ 5031590 h 6858000"/>
              <a:gd name="connsiteX120" fmla="*/ 2862295 w 7472601"/>
              <a:gd name="connsiteY120" fmla="*/ 5022958 h 6858000"/>
              <a:gd name="connsiteX121" fmla="*/ 2813343 w 7472601"/>
              <a:gd name="connsiteY121" fmla="*/ 4998369 h 6858000"/>
              <a:gd name="connsiteX122" fmla="*/ 2646245 w 7472601"/>
              <a:gd name="connsiteY122" fmla="*/ 4930999 h 6858000"/>
              <a:gd name="connsiteX123" fmla="*/ 1999243 w 7472601"/>
              <a:gd name="connsiteY123" fmla="*/ 4730524 h 6858000"/>
              <a:gd name="connsiteX124" fmla="*/ 1979527 w 7472601"/>
              <a:gd name="connsiteY124" fmla="*/ 4726651 h 6858000"/>
              <a:gd name="connsiteX125" fmla="*/ 1927410 w 7472601"/>
              <a:gd name="connsiteY125" fmla="*/ 4716164 h 6858000"/>
              <a:gd name="connsiteX126" fmla="*/ 1997014 w 7472601"/>
              <a:gd name="connsiteY126" fmla="*/ 4698007 h 6858000"/>
              <a:gd name="connsiteX127" fmla="*/ 2005458 w 7472601"/>
              <a:gd name="connsiteY127" fmla="*/ 4699540 h 6858000"/>
              <a:gd name="connsiteX128" fmla="*/ 2657186 w 7472601"/>
              <a:gd name="connsiteY128" fmla="*/ 4901687 h 6858000"/>
              <a:gd name="connsiteX129" fmla="*/ 2826662 w 7472601"/>
              <a:gd name="connsiteY129" fmla="*/ 4970362 h 6858000"/>
              <a:gd name="connsiteX130" fmla="*/ 2876100 w 7472601"/>
              <a:gd name="connsiteY130" fmla="*/ 4995397 h 6858000"/>
              <a:gd name="connsiteX131" fmla="*/ 3042600 w 7472601"/>
              <a:gd name="connsiteY131" fmla="*/ 5059532 h 6858000"/>
              <a:gd name="connsiteX132" fmla="*/ 1997014 w 7472601"/>
              <a:gd name="connsiteY132" fmla="*/ 4698007 h 6858000"/>
              <a:gd name="connsiteX133" fmla="*/ 2305292 w 7472601"/>
              <a:gd name="connsiteY133" fmla="*/ 4219492 h 6858000"/>
              <a:gd name="connsiteX134" fmla="*/ 3360922 w 7472601"/>
              <a:gd name="connsiteY134" fmla="*/ 4529373 h 6858000"/>
              <a:gd name="connsiteX135" fmla="*/ 3492420 w 7472601"/>
              <a:gd name="connsiteY135" fmla="*/ 4510145 h 6858000"/>
              <a:gd name="connsiteX136" fmla="*/ 3364086 w 7472601"/>
              <a:gd name="connsiteY136" fmla="*/ 4480340 h 6858000"/>
              <a:gd name="connsiteX137" fmla="*/ 3225818 w 7472601"/>
              <a:gd name="connsiteY137" fmla="*/ 4411822 h 6858000"/>
              <a:gd name="connsiteX138" fmla="*/ 3129696 w 7472601"/>
              <a:gd name="connsiteY138" fmla="*/ 4360704 h 6858000"/>
              <a:gd name="connsiteX139" fmla="*/ 2814545 w 7472601"/>
              <a:gd name="connsiteY139" fmla="*/ 4282955 h 6858000"/>
              <a:gd name="connsiteX140" fmla="*/ 2305292 w 7472601"/>
              <a:gd name="connsiteY140" fmla="*/ 4219492 h 6858000"/>
              <a:gd name="connsiteX141" fmla="*/ 2626982 w 7472601"/>
              <a:gd name="connsiteY141" fmla="*/ 4206450 h 6858000"/>
              <a:gd name="connsiteX142" fmla="*/ 2490617 w 7472601"/>
              <a:gd name="connsiteY142" fmla="*/ 4206951 h 6858000"/>
              <a:gd name="connsiteX143" fmla="*/ 2819869 w 7472601"/>
              <a:gd name="connsiteY143" fmla="*/ 4252936 h 6858000"/>
              <a:gd name="connsiteX144" fmla="*/ 3143018 w 7472601"/>
              <a:gd name="connsiteY144" fmla="*/ 4332698 h 6858000"/>
              <a:gd name="connsiteX145" fmla="*/ 3241520 w 7472601"/>
              <a:gd name="connsiteY145" fmla="*/ 4385112 h 6858000"/>
              <a:gd name="connsiteX146" fmla="*/ 3374575 w 7472601"/>
              <a:gd name="connsiteY146" fmla="*/ 4451517 h 6858000"/>
              <a:gd name="connsiteX147" fmla="*/ 3505221 w 7472601"/>
              <a:gd name="connsiteY147" fmla="*/ 4480757 h 6858000"/>
              <a:gd name="connsiteX148" fmla="*/ 2626982 w 7472601"/>
              <a:gd name="connsiteY148" fmla="*/ 4206450 h 6858000"/>
              <a:gd name="connsiteX149" fmla="*/ 1310106 w 7472601"/>
              <a:gd name="connsiteY149" fmla="*/ 3943217 h 6858000"/>
              <a:gd name="connsiteX150" fmla="*/ 854994 w 7472601"/>
              <a:gd name="connsiteY150" fmla="*/ 4399136 h 6858000"/>
              <a:gd name="connsiteX151" fmla="*/ 742462 w 7472601"/>
              <a:gd name="connsiteY151" fmla="*/ 4594648 h 6858000"/>
              <a:gd name="connsiteX152" fmla="*/ 820602 w 7472601"/>
              <a:gd name="connsiteY152" fmla="*/ 4485915 h 6858000"/>
              <a:gd name="connsiteX153" fmla="*/ 878295 w 7472601"/>
              <a:gd name="connsiteY153" fmla="*/ 4403594 h 6858000"/>
              <a:gd name="connsiteX154" fmla="*/ 1240607 w 7472601"/>
              <a:gd name="connsiteY154" fmla="*/ 4010401 h 6858000"/>
              <a:gd name="connsiteX155" fmla="*/ 1310106 w 7472601"/>
              <a:gd name="connsiteY155" fmla="*/ 3943217 h 6858000"/>
              <a:gd name="connsiteX156" fmla="*/ 1423113 w 7472601"/>
              <a:gd name="connsiteY156" fmla="*/ 3874565 h 6858000"/>
              <a:gd name="connsiteX157" fmla="*/ 1260565 w 7472601"/>
              <a:gd name="connsiteY157" fmla="*/ 4031982 h 6858000"/>
              <a:gd name="connsiteX158" fmla="*/ 901900 w 7472601"/>
              <a:gd name="connsiteY158" fmla="*/ 4421236 h 6858000"/>
              <a:gd name="connsiteX159" fmla="*/ 845044 w 7472601"/>
              <a:gd name="connsiteY159" fmla="*/ 4502436 h 6858000"/>
              <a:gd name="connsiteX160" fmla="*/ 685926 w 7472601"/>
              <a:gd name="connsiteY160" fmla="*/ 4703069 h 6858000"/>
              <a:gd name="connsiteX161" fmla="*/ 684248 w 7472601"/>
              <a:gd name="connsiteY161" fmla="*/ 4706721 h 6858000"/>
              <a:gd name="connsiteX162" fmla="*/ 1423113 w 7472601"/>
              <a:gd name="connsiteY162" fmla="*/ 3874565 h 6858000"/>
              <a:gd name="connsiteX163" fmla="*/ 3316479 w 7472601"/>
              <a:gd name="connsiteY163" fmla="*/ 3872136 h 6858000"/>
              <a:gd name="connsiteX164" fmla="*/ 3546806 w 7472601"/>
              <a:gd name="connsiteY164" fmla="*/ 4356139 h 6858000"/>
              <a:gd name="connsiteX165" fmla="*/ 3364433 w 7472601"/>
              <a:gd name="connsiteY165" fmla="*/ 3953121 h 6858000"/>
              <a:gd name="connsiteX166" fmla="*/ 3316479 w 7472601"/>
              <a:gd name="connsiteY166" fmla="*/ 3872136 h 6858000"/>
              <a:gd name="connsiteX167" fmla="*/ 3291335 w 7472601"/>
              <a:gd name="connsiteY167" fmla="*/ 3767420 h 6858000"/>
              <a:gd name="connsiteX168" fmla="*/ 3390805 w 7472601"/>
              <a:gd name="connsiteY168" fmla="*/ 3937163 h 6858000"/>
              <a:gd name="connsiteX169" fmla="*/ 3579062 w 7472601"/>
              <a:gd name="connsiteY169" fmla="*/ 4359040 h 6858000"/>
              <a:gd name="connsiteX170" fmla="*/ 3467355 w 7472601"/>
              <a:gd name="connsiteY170" fmla="*/ 3988130 h 6858000"/>
              <a:gd name="connsiteX171" fmla="*/ 3310753 w 7472601"/>
              <a:gd name="connsiteY171" fmla="*/ 3787140 h 6858000"/>
              <a:gd name="connsiteX172" fmla="*/ 3291335 w 7472601"/>
              <a:gd name="connsiteY172" fmla="*/ 3767420 h 6858000"/>
              <a:gd name="connsiteX173" fmla="*/ 1635889 w 7472601"/>
              <a:gd name="connsiteY173" fmla="*/ 3709494 h 6858000"/>
              <a:gd name="connsiteX174" fmla="*/ 1634800 w 7472601"/>
              <a:gd name="connsiteY174" fmla="*/ 3731111 h 6858000"/>
              <a:gd name="connsiteX175" fmla="*/ 1635889 w 7472601"/>
              <a:gd name="connsiteY175" fmla="*/ 3709494 h 6858000"/>
              <a:gd name="connsiteX176" fmla="*/ 1510397 w 7472601"/>
              <a:gd name="connsiteY176" fmla="*/ 3684705 h 6858000"/>
              <a:gd name="connsiteX177" fmla="*/ 1146550 w 7472601"/>
              <a:gd name="connsiteY177" fmla="*/ 3802012 h 6858000"/>
              <a:gd name="connsiteX178" fmla="*/ 698834 w 7472601"/>
              <a:gd name="connsiteY178" fmla="*/ 3952272 h 6858000"/>
              <a:gd name="connsiteX179" fmla="*/ 34256 w 7472601"/>
              <a:gd name="connsiteY179" fmla="*/ 4347603 h 6858000"/>
              <a:gd name="connsiteX180" fmla="*/ 527241 w 7472601"/>
              <a:gd name="connsiteY180" fmla="*/ 4065078 h 6858000"/>
              <a:gd name="connsiteX181" fmla="*/ 1510397 w 7472601"/>
              <a:gd name="connsiteY181" fmla="*/ 3684705 h 6858000"/>
              <a:gd name="connsiteX182" fmla="*/ 1313114 w 7472601"/>
              <a:gd name="connsiteY182" fmla="*/ 3655216 h 6858000"/>
              <a:gd name="connsiteX183" fmla="*/ 1109304 w 7472601"/>
              <a:gd name="connsiteY183" fmla="*/ 3669030 h 6858000"/>
              <a:gd name="connsiteX184" fmla="*/ 8129 w 7472601"/>
              <a:gd name="connsiteY184" fmla="*/ 4330519 h 6858000"/>
              <a:gd name="connsiteX185" fmla="*/ 687572 w 7472601"/>
              <a:gd name="connsiteY185" fmla="*/ 3925629 h 6858000"/>
              <a:gd name="connsiteX186" fmla="*/ 1138365 w 7472601"/>
              <a:gd name="connsiteY186" fmla="*/ 3774515 h 6858000"/>
              <a:gd name="connsiteX187" fmla="*/ 1505579 w 7472601"/>
              <a:gd name="connsiteY187" fmla="*/ 3655526 h 6858000"/>
              <a:gd name="connsiteX188" fmla="*/ 1313114 w 7472601"/>
              <a:gd name="connsiteY188" fmla="*/ 3655216 h 6858000"/>
              <a:gd name="connsiteX189" fmla="*/ 3655073 w 7472601"/>
              <a:gd name="connsiteY189" fmla="*/ 3650884 h 6858000"/>
              <a:gd name="connsiteX190" fmla="*/ 3989938 w 7472601"/>
              <a:gd name="connsiteY190" fmla="*/ 3991685 h 6858000"/>
              <a:gd name="connsiteX191" fmla="*/ 4393907 w 7472601"/>
              <a:gd name="connsiteY191" fmla="*/ 4261258 h 6858000"/>
              <a:gd name="connsiteX192" fmla="*/ 4648051 w 7472601"/>
              <a:gd name="connsiteY192" fmla="*/ 4374051 h 6858000"/>
              <a:gd name="connsiteX193" fmla="*/ 4383389 w 7472601"/>
              <a:gd name="connsiteY193" fmla="*/ 4184369 h 6858000"/>
              <a:gd name="connsiteX194" fmla="*/ 4165508 w 7472601"/>
              <a:gd name="connsiteY194" fmla="*/ 4035196 h 6858000"/>
              <a:gd name="connsiteX195" fmla="*/ 4068162 w 7472601"/>
              <a:gd name="connsiteY195" fmla="*/ 3953394 h 6858000"/>
              <a:gd name="connsiteX196" fmla="*/ 3981416 w 7472601"/>
              <a:gd name="connsiteY196" fmla="*/ 3880482 h 6858000"/>
              <a:gd name="connsiteX197" fmla="*/ 3800147 w 7472601"/>
              <a:gd name="connsiteY197" fmla="*/ 3749872 h 6858000"/>
              <a:gd name="connsiteX198" fmla="*/ 3655073 w 7472601"/>
              <a:gd name="connsiteY198" fmla="*/ 3650884 h 6858000"/>
              <a:gd name="connsiteX199" fmla="*/ 3670252 w 7472601"/>
              <a:gd name="connsiteY199" fmla="*/ 3622798 h 6858000"/>
              <a:gd name="connsiteX200" fmla="*/ 3817258 w 7472601"/>
              <a:gd name="connsiteY200" fmla="*/ 3723577 h 6858000"/>
              <a:gd name="connsiteX201" fmla="*/ 4000461 w 7472601"/>
              <a:gd name="connsiteY201" fmla="*/ 3855966 h 6858000"/>
              <a:gd name="connsiteX202" fmla="*/ 4088180 w 7472601"/>
              <a:gd name="connsiteY202" fmla="*/ 3929774 h 6858000"/>
              <a:gd name="connsiteX203" fmla="*/ 4184555 w 7472601"/>
              <a:gd name="connsiteY203" fmla="*/ 4010683 h 6858000"/>
              <a:gd name="connsiteX204" fmla="*/ 4399563 w 7472601"/>
              <a:gd name="connsiteY204" fmla="*/ 4158106 h 6858000"/>
              <a:gd name="connsiteX205" fmla="*/ 4684469 w 7472601"/>
              <a:gd name="connsiteY205" fmla="*/ 4364680 h 6858000"/>
              <a:gd name="connsiteX206" fmla="*/ 4690271 w 7472601"/>
              <a:gd name="connsiteY206" fmla="*/ 4370034 h 6858000"/>
              <a:gd name="connsiteX207" fmla="*/ 4136093 w 7472601"/>
              <a:gd name="connsiteY207" fmla="*/ 3858466 h 6858000"/>
              <a:gd name="connsiteX208" fmla="*/ 3670252 w 7472601"/>
              <a:gd name="connsiteY208" fmla="*/ 3622798 h 6858000"/>
              <a:gd name="connsiteX209" fmla="*/ 4440129 w 7472601"/>
              <a:gd name="connsiteY209" fmla="*/ 3448571 h 6858000"/>
              <a:gd name="connsiteX210" fmla="*/ 4856525 w 7472601"/>
              <a:gd name="connsiteY210" fmla="*/ 3915351 h 6858000"/>
              <a:gd name="connsiteX211" fmla="*/ 5059055 w 7472601"/>
              <a:gd name="connsiteY211" fmla="*/ 4108918 h 6858000"/>
              <a:gd name="connsiteX212" fmla="*/ 5290070 w 7472601"/>
              <a:gd name="connsiteY212" fmla="*/ 4263619 h 6858000"/>
              <a:gd name="connsiteX213" fmla="*/ 4834991 w 7472601"/>
              <a:gd name="connsiteY213" fmla="*/ 3830985 h 6858000"/>
              <a:gd name="connsiteX214" fmla="*/ 4440129 w 7472601"/>
              <a:gd name="connsiteY214" fmla="*/ 3448571 h 6858000"/>
              <a:gd name="connsiteX215" fmla="*/ 4441737 w 7472601"/>
              <a:gd name="connsiteY215" fmla="*/ 3399734 h 6858000"/>
              <a:gd name="connsiteX216" fmla="*/ 4431236 w 7472601"/>
              <a:gd name="connsiteY216" fmla="*/ 3400954 h 6858000"/>
              <a:gd name="connsiteX217" fmla="*/ 4557150 w 7472601"/>
              <a:gd name="connsiteY217" fmla="*/ 3510023 h 6858000"/>
              <a:gd name="connsiteX218" fmla="*/ 4856936 w 7472601"/>
              <a:gd name="connsiteY218" fmla="*/ 3809146 h 6858000"/>
              <a:gd name="connsiteX219" fmla="*/ 5111996 w 7472601"/>
              <a:gd name="connsiteY219" fmla="*/ 4065759 h 6858000"/>
              <a:gd name="connsiteX220" fmla="*/ 5388878 w 7472601"/>
              <a:gd name="connsiteY220" fmla="*/ 4300185 h 6858000"/>
              <a:gd name="connsiteX221" fmla="*/ 5425556 w 7472601"/>
              <a:gd name="connsiteY221" fmla="*/ 4308967 h 6858000"/>
              <a:gd name="connsiteX222" fmla="*/ 4943646 w 7472601"/>
              <a:gd name="connsiteY222" fmla="*/ 3822916 h 6858000"/>
              <a:gd name="connsiteX223" fmla="*/ 4594837 w 7472601"/>
              <a:gd name="connsiteY223" fmla="*/ 3532274 h 6858000"/>
              <a:gd name="connsiteX224" fmla="*/ 4441737 w 7472601"/>
              <a:gd name="connsiteY224" fmla="*/ 3399734 h 6858000"/>
              <a:gd name="connsiteX225" fmla="*/ 5425834 w 7472601"/>
              <a:gd name="connsiteY225" fmla="*/ 3162785 h 6858000"/>
              <a:gd name="connsiteX226" fmla="*/ 5401644 w 7472601"/>
              <a:gd name="connsiteY226" fmla="*/ 3617847 h 6858000"/>
              <a:gd name="connsiteX227" fmla="*/ 5467256 w 7472601"/>
              <a:gd name="connsiteY227" fmla="*/ 4175494 h 6858000"/>
              <a:gd name="connsiteX228" fmla="*/ 5448069 w 7472601"/>
              <a:gd name="connsiteY228" fmla="*/ 3567554 h 6858000"/>
              <a:gd name="connsiteX229" fmla="*/ 5425834 w 7472601"/>
              <a:gd name="connsiteY229" fmla="*/ 3162785 h 6858000"/>
              <a:gd name="connsiteX230" fmla="*/ 1318687 w 7472601"/>
              <a:gd name="connsiteY230" fmla="*/ 3113840 h 6858000"/>
              <a:gd name="connsiteX231" fmla="*/ 1066793 w 7472601"/>
              <a:gd name="connsiteY231" fmla="*/ 3212171 h 6858000"/>
              <a:gd name="connsiteX232" fmla="*/ 993319 w 7472601"/>
              <a:gd name="connsiteY232" fmla="*/ 3247648 h 6858000"/>
              <a:gd name="connsiteX233" fmla="*/ 853081 w 7472601"/>
              <a:gd name="connsiteY233" fmla="*/ 3312410 h 6858000"/>
              <a:gd name="connsiteX234" fmla="*/ 805957 w 7472601"/>
              <a:gd name="connsiteY234" fmla="*/ 3330443 h 6858000"/>
              <a:gd name="connsiteX235" fmla="*/ 1318687 w 7472601"/>
              <a:gd name="connsiteY235" fmla="*/ 3113840 h 6858000"/>
              <a:gd name="connsiteX236" fmla="*/ 5453702 w 7472601"/>
              <a:gd name="connsiteY236" fmla="*/ 3090882 h 6858000"/>
              <a:gd name="connsiteX237" fmla="*/ 5480135 w 7472601"/>
              <a:gd name="connsiteY237" fmla="*/ 3565802 h 6858000"/>
              <a:gd name="connsiteX238" fmla="*/ 5499023 w 7472601"/>
              <a:gd name="connsiteY238" fmla="*/ 4166310 h 6858000"/>
              <a:gd name="connsiteX239" fmla="*/ 5547022 w 7472601"/>
              <a:gd name="connsiteY239" fmla="*/ 3607838 h 6858000"/>
              <a:gd name="connsiteX240" fmla="*/ 5515964 w 7472601"/>
              <a:gd name="connsiteY240" fmla="*/ 3378541 h 6858000"/>
              <a:gd name="connsiteX241" fmla="*/ 5453702 w 7472601"/>
              <a:gd name="connsiteY241" fmla="*/ 3090882 h 6858000"/>
              <a:gd name="connsiteX242" fmla="*/ 1238695 w 7472601"/>
              <a:gd name="connsiteY242" fmla="*/ 3076820 h 6858000"/>
              <a:gd name="connsiteX243" fmla="*/ 716371 w 7472601"/>
              <a:gd name="connsiteY243" fmla="*/ 3293249 h 6858000"/>
              <a:gd name="connsiteX244" fmla="*/ 579522 w 7472601"/>
              <a:gd name="connsiteY244" fmla="*/ 3371759 h 6858000"/>
              <a:gd name="connsiteX245" fmla="*/ 600288 w 7472601"/>
              <a:gd name="connsiteY245" fmla="*/ 3365555 h 6858000"/>
              <a:gd name="connsiteX246" fmla="*/ 840692 w 7472601"/>
              <a:gd name="connsiteY246" fmla="*/ 3284921 h 6858000"/>
              <a:gd name="connsiteX247" fmla="*/ 979248 w 7472601"/>
              <a:gd name="connsiteY247" fmla="*/ 3221003 h 6858000"/>
              <a:gd name="connsiteX248" fmla="*/ 1053282 w 7472601"/>
              <a:gd name="connsiteY248" fmla="*/ 3185247 h 6858000"/>
              <a:gd name="connsiteX249" fmla="*/ 1320603 w 7472601"/>
              <a:gd name="connsiteY249" fmla="*/ 3081281 h 6858000"/>
              <a:gd name="connsiteX250" fmla="*/ 1238695 w 7472601"/>
              <a:gd name="connsiteY250" fmla="*/ 3076820 h 6858000"/>
              <a:gd name="connsiteX251" fmla="*/ 5425627 w 7472601"/>
              <a:gd name="connsiteY251" fmla="*/ 2954192 h 6858000"/>
              <a:gd name="connsiteX252" fmla="*/ 5470770 w 7472601"/>
              <a:gd name="connsiteY252" fmla="*/ 3005435 h 6858000"/>
              <a:gd name="connsiteX253" fmla="*/ 5519779 w 7472601"/>
              <a:gd name="connsiteY253" fmla="*/ 4359223 h 6858000"/>
              <a:gd name="connsiteX254" fmla="*/ 5520293 w 7472601"/>
              <a:gd name="connsiteY254" fmla="*/ 4360602 h 6858000"/>
              <a:gd name="connsiteX255" fmla="*/ 5767221 w 7472601"/>
              <a:gd name="connsiteY255" fmla="*/ 4665564 h 6858000"/>
              <a:gd name="connsiteX256" fmla="*/ 6937169 w 7472601"/>
              <a:gd name="connsiteY256" fmla="*/ 4815941 h 6858000"/>
              <a:gd name="connsiteX257" fmla="*/ 6953922 w 7472601"/>
              <a:gd name="connsiteY257" fmla="*/ 4890068 h 6858000"/>
              <a:gd name="connsiteX258" fmla="*/ 6071359 w 7472601"/>
              <a:gd name="connsiteY258" fmla="*/ 4770770 h 6858000"/>
              <a:gd name="connsiteX259" fmla="*/ 6038839 w 7472601"/>
              <a:gd name="connsiteY259" fmla="*/ 4764474 h 6858000"/>
              <a:gd name="connsiteX260" fmla="*/ 6038706 w 7472601"/>
              <a:gd name="connsiteY260" fmla="*/ 4763847 h 6858000"/>
              <a:gd name="connsiteX261" fmla="*/ 6037784 w 7472601"/>
              <a:gd name="connsiteY261" fmla="*/ 4764270 h 6858000"/>
              <a:gd name="connsiteX262" fmla="*/ 6038839 w 7472601"/>
              <a:gd name="connsiteY262" fmla="*/ 4764474 h 6858000"/>
              <a:gd name="connsiteX263" fmla="*/ 6040338 w 7472601"/>
              <a:gd name="connsiteY263" fmla="*/ 4771418 h 6858000"/>
              <a:gd name="connsiteX264" fmla="*/ 6024488 w 7472601"/>
              <a:gd name="connsiteY264" fmla="*/ 4809903 h 6858000"/>
              <a:gd name="connsiteX265" fmla="*/ 5599771 w 7472601"/>
              <a:gd name="connsiteY265" fmla="*/ 5509652 h 6858000"/>
              <a:gd name="connsiteX266" fmla="*/ 5548843 w 7472601"/>
              <a:gd name="connsiteY266" fmla="*/ 5563845 h 6858000"/>
              <a:gd name="connsiteX267" fmla="*/ 5940952 w 7472601"/>
              <a:gd name="connsiteY267" fmla="*/ 6250028 h 6858000"/>
              <a:gd name="connsiteX268" fmla="*/ 6043441 w 7472601"/>
              <a:gd name="connsiteY268" fmla="*/ 6665847 h 6858000"/>
              <a:gd name="connsiteX269" fmla="*/ 6093432 w 7472601"/>
              <a:gd name="connsiteY269" fmla="*/ 6858000 h 6858000"/>
              <a:gd name="connsiteX270" fmla="*/ 6034344 w 7472601"/>
              <a:gd name="connsiteY270" fmla="*/ 6858000 h 6858000"/>
              <a:gd name="connsiteX271" fmla="*/ 6026679 w 7472601"/>
              <a:gd name="connsiteY271" fmla="*/ 6836959 h 6858000"/>
              <a:gd name="connsiteX272" fmla="*/ 5800441 w 7472601"/>
              <a:gd name="connsiteY272" fmla="*/ 6335286 h 6858000"/>
              <a:gd name="connsiteX273" fmla="*/ 5526562 w 7472601"/>
              <a:gd name="connsiteY273" fmla="*/ 5705388 h 6858000"/>
              <a:gd name="connsiteX274" fmla="*/ 5519640 w 7472601"/>
              <a:gd name="connsiteY274" fmla="*/ 5683774 h 6858000"/>
              <a:gd name="connsiteX275" fmla="*/ 5844559 w 7472601"/>
              <a:gd name="connsiteY275" fmla="*/ 6553349 h 6858000"/>
              <a:gd name="connsiteX276" fmla="*/ 5975994 w 7472601"/>
              <a:gd name="connsiteY276" fmla="*/ 6858000 h 6858000"/>
              <a:gd name="connsiteX277" fmla="*/ 5898547 w 7472601"/>
              <a:gd name="connsiteY277" fmla="*/ 6858000 h 6858000"/>
              <a:gd name="connsiteX278" fmla="*/ 5682041 w 7472601"/>
              <a:gd name="connsiteY278" fmla="*/ 6355860 h 6858000"/>
              <a:gd name="connsiteX279" fmla="*/ 5461758 w 7472601"/>
              <a:gd name="connsiteY279" fmla="*/ 5820220 h 6858000"/>
              <a:gd name="connsiteX280" fmla="*/ 5237282 w 7472601"/>
              <a:gd name="connsiteY280" fmla="*/ 6579086 h 6858000"/>
              <a:gd name="connsiteX281" fmla="*/ 5115009 w 7472601"/>
              <a:gd name="connsiteY281" fmla="*/ 6858000 h 6858000"/>
              <a:gd name="connsiteX282" fmla="*/ 5028074 w 7472601"/>
              <a:gd name="connsiteY282" fmla="*/ 6858000 h 6858000"/>
              <a:gd name="connsiteX283" fmla="*/ 5079508 w 7472601"/>
              <a:gd name="connsiteY283" fmla="*/ 6749074 h 6858000"/>
              <a:gd name="connsiteX284" fmla="*/ 5371846 w 7472601"/>
              <a:gd name="connsiteY284" fmla="*/ 5924413 h 6858000"/>
              <a:gd name="connsiteX285" fmla="*/ 5270512 w 7472601"/>
              <a:gd name="connsiteY285" fmla="*/ 6138975 h 6858000"/>
              <a:gd name="connsiteX286" fmla="*/ 5062409 w 7472601"/>
              <a:gd name="connsiteY286" fmla="*/ 6653544 h 6858000"/>
              <a:gd name="connsiteX287" fmla="*/ 5036628 w 7472601"/>
              <a:gd name="connsiteY287" fmla="*/ 6754247 h 6858000"/>
              <a:gd name="connsiteX288" fmla="*/ 5009112 w 7472601"/>
              <a:gd name="connsiteY288" fmla="*/ 6858000 h 6858000"/>
              <a:gd name="connsiteX289" fmla="*/ 4976679 w 7472601"/>
              <a:gd name="connsiteY289" fmla="*/ 6858000 h 6858000"/>
              <a:gd name="connsiteX290" fmla="*/ 5006537 w 7472601"/>
              <a:gd name="connsiteY290" fmla="*/ 6747068 h 6858000"/>
              <a:gd name="connsiteX291" fmla="*/ 5032723 w 7472601"/>
              <a:gd name="connsiteY291" fmla="*/ 6644957 h 6858000"/>
              <a:gd name="connsiteX292" fmla="*/ 5242949 w 7472601"/>
              <a:gd name="connsiteY292" fmla="*/ 6125175 h 6858000"/>
              <a:gd name="connsiteX293" fmla="*/ 5286321 w 7472601"/>
              <a:gd name="connsiteY293" fmla="*/ 6033555 h 6858000"/>
              <a:gd name="connsiteX294" fmla="*/ 5008210 w 7472601"/>
              <a:gd name="connsiteY294" fmla="*/ 6649194 h 6858000"/>
              <a:gd name="connsiteX295" fmla="*/ 4986321 w 7472601"/>
              <a:gd name="connsiteY295" fmla="*/ 6765687 h 6858000"/>
              <a:gd name="connsiteX296" fmla="*/ 4973474 w 7472601"/>
              <a:gd name="connsiteY296" fmla="*/ 6858000 h 6858000"/>
              <a:gd name="connsiteX297" fmla="*/ 4907178 w 7472601"/>
              <a:gd name="connsiteY297" fmla="*/ 6858000 h 6858000"/>
              <a:gd name="connsiteX298" fmla="*/ 4910810 w 7472601"/>
              <a:gd name="connsiteY298" fmla="*/ 6829660 h 6858000"/>
              <a:gd name="connsiteX299" fmla="*/ 4987461 w 7472601"/>
              <a:gd name="connsiteY299" fmla="*/ 6432994 h 6858000"/>
              <a:gd name="connsiteX300" fmla="*/ 5179262 w 7472601"/>
              <a:gd name="connsiteY300" fmla="*/ 6035044 h 6858000"/>
              <a:gd name="connsiteX301" fmla="*/ 4689678 w 7472601"/>
              <a:gd name="connsiteY301" fmla="*/ 6440241 h 6858000"/>
              <a:gd name="connsiteX302" fmla="*/ 4477543 w 7472601"/>
              <a:gd name="connsiteY302" fmla="*/ 6674836 h 6858000"/>
              <a:gd name="connsiteX303" fmla="*/ 4329957 w 7472601"/>
              <a:gd name="connsiteY303" fmla="*/ 6858000 h 6858000"/>
              <a:gd name="connsiteX304" fmla="*/ 4218595 w 7472601"/>
              <a:gd name="connsiteY304" fmla="*/ 6858000 h 6858000"/>
              <a:gd name="connsiteX305" fmla="*/ 4368888 w 7472601"/>
              <a:gd name="connsiteY305" fmla="*/ 6668412 h 6858000"/>
              <a:gd name="connsiteX306" fmla="*/ 4563091 w 7472601"/>
              <a:gd name="connsiteY306" fmla="*/ 6442508 h 6858000"/>
              <a:gd name="connsiteX307" fmla="*/ 5387324 w 7472601"/>
              <a:gd name="connsiteY307" fmla="*/ 5705830 h 6858000"/>
              <a:gd name="connsiteX308" fmla="*/ 5073620 w 7472601"/>
              <a:gd name="connsiteY308" fmla="*/ 5955437 h 6858000"/>
              <a:gd name="connsiteX309" fmla="*/ 4689789 w 7472601"/>
              <a:gd name="connsiteY309" fmla="*/ 6268382 h 6858000"/>
              <a:gd name="connsiteX310" fmla="*/ 4418722 w 7472601"/>
              <a:gd name="connsiteY310" fmla="*/ 6570886 h 6858000"/>
              <a:gd name="connsiteX311" fmla="*/ 4214944 w 7472601"/>
              <a:gd name="connsiteY311" fmla="*/ 6858000 h 6858000"/>
              <a:gd name="connsiteX312" fmla="*/ 4177898 w 7472601"/>
              <a:gd name="connsiteY312" fmla="*/ 6858000 h 6858000"/>
              <a:gd name="connsiteX313" fmla="*/ 4391597 w 7472601"/>
              <a:gd name="connsiteY313" fmla="*/ 6556370 h 6858000"/>
              <a:gd name="connsiteX314" fmla="*/ 4668889 w 7472601"/>
              <a:gd name="connsiteY314" fmla="*/ 6246399 h 6858000"/>
              <a:gd name="connsiteX315" fmla="*/ 5055427 w 7472601"/>
              <a:gd name="connsiteY315" fmla="*/ 5931476 h 6858000"/>
              <a:gd name="connsiteX316" fmla="*/ 5371814 w 7472601"/>
              <a:gd name="connsiteY316" fmla="*/ 5678975 h 6858000"/>
              <a:gd name="connsiteX317" fmla="*/ 4987918 w 7472601"/>
              <a:gd name="connsiteY317" fmla="*/ 5838701 h 6858000"/>
              <a:gd name="connsiteX318" fmla="*/ 4317146 w 7472601"/>
              <a:gd name="connsiteY318" fmla="*/ 6587716 h 6858000"/>
              <a:gd name="connsiteX319" fmla="*/ 4171627 w 7472601"/>
              <a:gd name="connsiteY319" fmla="*/ 6858000 h 6858000"/>
              <a:gd name="connsiteX320" fmla="*/ 4081585 w 7472601"/>
              <a:gd name="connsiteY320" fmla="*/ 6858000 h 6858000"/>
              <a:gd name="connsiteX321" fmla="*/ 4238603 w 7472601"/>
              <a:gd name="connsiteY321" fmla="*/ 6559341 h 6858000"/>
              <a:gd name="connsiteX322" fmla="*/ 4778333 w 7472601"/>
              <a:gd name="connsiteY322" fmla="*/ 5873626 h 6858000"/>
              <a:gd name="connsiteX323" fmla="*/ 5414185 w 7472601"/>
              <a:gd name="connsiteY323" fmla="*/ 5573882 h 6858000"/>
              <a:gd name="connsiteX324" fmla="*/ 5959648 w 7472601"/>
              <a:gd name="connsiteY324" fmla="*/ 4760797 h 6858000"/>
              <a:gd name="connsiteX325" fmla="*/ 5355019 w 7472601"/>
              <a:gd name="connsiteY325" fmla="*/ 4734672 h 6858000"/>
              <a:gd name="connsiteX326" fmla="*/ 5083565 w 7472601"/>
              <a:gd name="connsiteY326" fmla="*/ 5179121 h 6858000"/>
              <a:gd name="connsiteX327" fmla="*/ 4713577 w 7472601"/>
              <a:gd name="connsiteY327" fmla="*/ 5616803 h 6858000"/>
              <a:gd name="connsiteX328" fmla="*/ 3989559 w 7472601"/>
              <a:gd name="connsiteY328" fmla="*/ 6145945 h 6858000"/>
              <a:gd name="connsiteX329" fmla="*/ 3939824 w 7472601"/>
              <a:gd name="connsiteY329" fmla="*/ 6066900 h 6858000"/>
              <a:gd name="connsiteX330" fmla="*/ 4584537 w 7472601"/>
              <a:gd name="connsiteY330" fmla="*/ 5324826 h 6858000"/>
              <a:gd name="connsiteX331" fmla="*/ 5037105 w 7472601"/>
              <a:gd name="connsiteY331" fmla="*/ 5088765 h 6858000"/>
              <a:gd name="connsiteX332" fmla="*/ 5039930 w 7472601"/>
              <a:gd name="connsiteY332" fmla="*/ 5089585 h 6858000"/>
              <a:gd name="connsiteX333" fmla="*/ 5263764 w 7472601"/>
              <a:gd name="connsiteY333" fmla="*/ 4735525 h 6858000"/>
              <a:gd name="connsiteX334" fmla="*/ 4086300 w 7472601"/>
              <a:gd name="connsiteY334" fmla="*/ 4884599 h 6858000"/>
              <a:gd name="connsiteX335" fmla="*/ 4085485 w 7472601"/>
              <a:gd name="connsiteY335" fmla="*/ 4899070 h 6858000"/>
              <a:gd name="connsiteX336" fmla="*/ 3871915 w 7472601"/>
              <a:gd name="connsiteY336" fmla="*/ 5253645 h 6858000"/>
              <a:gd name="connsiteX337" fmla="*/ 3799374 w 7472601"/>
              <a:gd name="connsiteY337" fmla="*/ 5466127 h 6858000"/>
              <a:gd name="connsiteX338" fmla="*/ 3498850 w 7472601"/>
              <a:gd name="connsiteY338" fmla="*/ 6661888 h 6858000"/>
              <a:gd name="connsiteX339" fmla="*/ 3399216 w 7472601"/>
              <a:gd name="connsiteY339" fmla="*/ 6858000 h 6858000"/>
              <a:gd name="connsiteX340" fmla="*/ 3303688 w 7472601"/>
              <a:gd name="connsiteY340" fmla="*/ 6858000 h 6858000"/>
              <a:gd name="connsiteX341" fmla="*/ 3391774 w 7472601"/>
              <a:gd name="connsiteY341" fmla="*/ 6697181 h 6858000"/>
              <a:gd name="connsiteX342" fmla="*/ 3735540 w 7472601"/>
              <a:gd name="connsiteY342" fmla="*/ 5546923 h 6858000"/>
              <a:gd name="connsiteX343" fmla="*/ 3729438 w 7472601"/>
              <a:gd name="connsiteY343" fmla="*/ 5569058 h 6858000"/>
              <a:gd name="connsiteX344" fmla="*/ 3707782 w 7472601"/>
              <a:gd name="connsiteY344" fmla="*/ 5644908 h 6858000"/>
              <a:gd name="connsiteX345" fmla="*/ 3583827 w 7472601"/>
              <a:gd name="connsiteY345" fmla="*/ 6039215 h 6858000"/>
              <a:gd name="connsiteX346" fmla="*/ 3547861 w 7472601"/>
              <a:gd name="connsiteY346" fmla="*/ 6129609 h 6858000"/>
              <a:gd name="connsiteX347" fmla="*/ 3490905 w 7472601"/>
              <a:gd name="connsiteY347" fmla="*/ 6277660 h 6858000"/>
              <a:gd name="connsiteX348" fmla="*/ 3455859 w 7472601"/>
              <a:gd name="connsiteY348" fmla="*/ 6391301 h 6858000"/>
              <a:gd name="connsiteX349" fmla="*/ 3429112 w 7472601"/>
              <a:gd name="connsiteY349" fmla="*/ 6479469 h 6858000"/>
              <a:gd name="connsiteX350" fmla="*/ 3304862 w 7472601"/>
              <a:gd name="connsiteY350" fmla="*/ 6796476 h 6858000"/>
              <a:gd name="connsiteX351" fmla="*/ 3276071 w 7472601"/>
              <a:gd name="connsiteY351" fmla="*/ 6858000 h 6858000"/>
              <a:gd name="connsiteX352" fmla="*/ 3240805 w 7472601"/>
              <a:gd name="connsiteY352" fmla="*/ 6858000 h 6858000"/>
              <a:gd name="connsiteX353" fmla="*/ 3275917 w 7472601"/>
              <a:gd name="connsiteY353" fmla="*/ 6783192 h 6858000"/>
              <a:gd name="connsiteX354" fmla="*/ 3399358 w 7472601"/>
              <a:gd name="connsiteY354" fmla="*/ 6469011 h 6858000"/>
              <a:gd name="connsiteX355" fmla="*/ 3425650 w 7472601"/>
              <a:gd name="connsiteY355" fmla="*/ 6381333 h 6858000"/>
              <a:gd name="connsiteX356" fmla="*/ 3460661 w 7472601"/>
              <a:gd name="connsiteY356" fmla="*/ 6266763 h 6858000"/>
              <a:gd name="connsiteX357" fmla="*/ 3518021 w 7472601"/>
              <a:gd name="connsiteY357" fmla="*/ 6117298 h 6858000"/>
              <a:gd name="connsiteX358" fmla="*/ 3554035 w 7472601"/>
              <a:gd name="connsiteY358" fmla="*/ 6027832 h 6858000"/>
              <a:gd name="connsiteX359" fmla="*/ 3677174 w 7472601"/>
              <a:gd name="connsiteY359" fmla="*/ 5636351 h 6858000"/>
              <a:gd name="connsiteX360" fmla="*/ 3698819 w 7472601"/>
              <a:gd name="connsiteY360" fmla="*/ 5560503 h 6858000"/>
              <a:gd name="connsiteX361" fmla="*/ 3702094 w 7472601"/>
              <a:gd name="connsiteY361" fmla="*/ 5549194 h 6858000"/>
              <a:gd name="connsiteX362" fmla="*/ 3398355 w 7472601"/>
              <a:gd name="connsiteY362" fmla="*/ 6094603 h 6858000"/>
              <a:gd name="connsiteX363" fmla="*/ 3193941 w 7472601"/>
              <a:gd name="connsiteY363" fmla="*/ 6798775 h 6858000"/>
              <a:gd name="connsiteX364" fmla="*/ 3184140 w 7472601"/>
              <a:gd name="connsiteY364" fmla="*/ 6858000 h 6858000"/>
              <a:gd name="connsiteX365" fmla="*/ 3099978 w 7472601"/>
              <a:gd name="connsiteY365" fmla="*/ 6858000 h 6858000"/>
              <a:gd name="connsiteX366" fmla="*/ 3101556 w 7472601"/>
              <a:gd name="connsiteY366" fmla="*/ 6843337 h 6858000"/>
              <a:gd name="connsiteX367" fmla="*/ 3370162 w 7472601"/>
              <a:gd name="connsiteY367" fmla="*/ 5785550 h 6858000"/>
              <a:gd name="connsiteX368" fmla="*/ 3746477 w 7472601"/>
              <a:gd name="connsiteY368" fmla="*/ 5377889 h 6858000"/>
              <a:gd name="connsiteX369" fmla="*/ 3863399 w 7472601"/>
              <a:gd name="connsiteY369" fmla="*/ 5087257 h 6858000"/>
              <a:gd name="connsiteX370" fmla="*/ 3968712 w 7472601"/>
              <a:gd name="connsiteY370" fmla="*/ 4913989 h 6858000"/>
              <a:gd name="connsiteX371" fmla="*/ 2792390 w 7472601"/>
              <a:gd name="connsiteY371" fmla="*/ 5382974 h 6858000"/>
              <a:gd name="connsiteX372" fmla="*/ 2714982 w 7472601"/>
              <a:gd name="connsiteY372" fmla="*/ 5427051 h 6858000"/>
              <a:gd name="connsiteX373" fmla="*/ 2813361 w 7472601"/>
              <a:gd name="connsiteY373" fmla="*/ 6023912 h 6858000"/>
              <a:gd name="connsiteX374" fmla="*/ 2688430 w 7472601"/>
              <a:gd name="connsiteY374" fmla="*/ 6801564 h 6858000"/>
              <a:gd name="connsiteX375" fmla="*/ 2629626 w 7472601"/>
              <a:gd name="connsiteY375" fmla="*/ 6763394 h 6858000"/>
              <a:gd name="connsiteX376" fmla="*/ 2565328 w 7472601"/>
              <a:gd name="connsiteY376" fmla="*/ 5516399 h 6858000"/>
              <a:gd name="connsiteX377" fmla="*/ 1922999 w 7472601"/>
              <a:gd name="connsiteY377" fmla="*/ 5980343 h 6858000"/>
              <a:gd name="connsiteX378" fmla="*/ 1950261 w 7472601"/>
              <a:gd name="connsiteY378" fmla="*/ 6405858 h 6858000"/>
              <a:gd name="connsiteX379" fmla="*/ 2365554 w 7472601"/>
              <a:gd name="connsiteY379" fmla="*/ 6759107 h 6858000"/>
              <a:gd name="connsiteX380" fmla="*/ 2424142 w 7472601"/>
              <a:gd name="connsiteY380" fmla="*/ 6858000 h 6858000"/>
              <a:gd name="connsiteX381" fmla="*/ 2395994 w 7472601"/>
              <a:gd name="connsiteY381" fmla="*/ 6858000 h 6858000"/>
              <a:gd name="connsiteX382" fmla="*/ 2392863 w 7472601"/>
              <a:gd name="connsiteY382" fmla="*/ 6852964 h 6858000"/>
              <a:gd name="connsiteX383" fmla="*/ 2017589 w 7472601"/>
              <a:gd name="connsiteY383" fmla="*/ 6493982 h 6858000"/>
              <a:gd name="connsiteX384" fmla="*/ 2147336 w 7472601"/>
              <a:gd name="connsiteY384" fmla="*/ 6594052 h 6858000"/>
              <a:gd name="connsiteX385" fmla="*/ 2207047 w 7472601"/>
              <a:gd name="connsiteY385" fmla="*/ 6654540 h 6858000"/>
              <a:gd name="connsiteX386" fmla="*/ 2299106 w 7472601"/>
              <a:gd name="connsiteY386" fmla="*/ 6778931 h 6858000"/>
              <a:gd name="connsiteX387" fmla="*/ 2314430 w 7472601"/>
              <a:gd name="connsiteY387" fmla="*/ 6801144 h 6858000"/>
              <a:gd name="connsiteX388" fmla="*/ 2352406 w 7472601"/>
              <a:gd name="connsiteY388" fmla="*/ 6858000 h 6858000"/>
              <a:gd name="connsiteX389" fmla="*/ 2314492 w 7472601"/>
              <a:gd name="connsiteY389" fmla="*/ 6858000 h 6858000"/>
              <a:gd name="connsiteX390" fmla="*/ 2288095 w 7472601"/>
              <a:gd name="connsiteY390" fmla="*/ 6818030 h 6858000"/>
              <a:gd name="connsiteX391" fmla="*/ 2272768 w 7472601"/>
              <a:gd name="connsiteY391" fmla="*/ 6795822 h 6858000"/>
              <a:gd name="connsiteX392" fmla="*/ 2182715 w 7472601"/>
              <a:gd name="connsiteY392" fmla="*/ 6675071 h 6858000"/>
              <a:gd name="connsiteX393" fmla="*/ 2032061 w 7472601"/>
              <a:gd name="connsiteY393" fmla="*/ 6541380 h 6858000"/>
              <a:gd name="connsiteX394" fmla="*/ 2257220 w 7472601"/>
              <a:gd name="connsiteY394" fmla="*/ 6826257 h 6858000"/>
              <a:gd name="connsiteX395" fmla="*/ 2281324 w 7472601"/>
              <a:gd name="connsiteY395" fmla="*/ 6858000 h 6858000"/>
              <a:gd name="connsiteX396" fmla="*/ 2242860 w 7472601"/>
              <a:gd name="connsiteY396" fmla="*/ 6858000 h 6858000"/>
              <a:gd name="connsiteX397" fmla="*/ 2232818 w 7472601"/>
              <a:gd name="connsiteY397" fmla="*/ 6844926 h 6858000"/>
              <a:gd name="connsiteX398" fmla="*/ 1990172 w 7472601"/>
              <a:gd name="connsiteY398" fmla="*/ 6542121 h 6858000"/>
              <a:gd name="connsiteX399" fmla="*/ 2124090 w 7472601"/>
              <a:gd name="connsiteY399" fmla="*/ 6761017 h 6858000"/>
              <a:gd name="connsiteX400" fmla="*/ 2200380 w 7472601"/>
              <a:gd name="connsiteY400" fmla="*/ 6858000 h 6858000"/>
              <a:gd name="connsiteX401" fmla="*/ 2147507 w 7472601"/>
              <a:gd name="connsiteY401" fmla="*/ 6858000 h 6858000"/>
              <a:gd name="connsiteX402" fmla="*/ 2070668 w 7472601"/>
              <a:gd name="connsiteY402" fmla="*/ 6761520 h 6858000"/>
              <a:gd name="connsiteX403" fmla="*/ 1975142 w 7472601"/>
              <a:gd name="connsiteY403" fmla="*/ 6585570 h 6858000"/>
              <a:gd name="connsiteX404" fmla="*/ 2050035 w 7472601"/>
              <a:gd name="connsiteY404" fmla="*/ 6813345 h 6858000"/>
              <a:gd name="connsiteX405" fmla="*/ 2063025 w 7472601"/>
              <a:gd name="connsiteY405" fmla="*/ 6858000 h 6858000"/>
              <a:gd name="connsiteX406" fmla="*/ 2021675 w 7472601"/>
              <a:gd name="connsiteY406" fmla="*/ 6858000 h 6858000"/>
              <a:gd name="connsiteX407" fmla="*/ 2019308 w 7472601"/>
              <a:gd name="connsiteY407" fmla="*/ 6847118 h 6858000"/>
              <a:gd name="connsiteX408" fmla="*/ 1938835 w 7472601"/>
              <a:gd name="connsiteY408" fmla="*/ 6551160 h 6858000"/>
              <a:gd name="connsiteX409" fmla="*/ 1953230 w 7472601"/>
              <a:gd name="connsiteY409" fmla="*/ 6759699 h 6858000"/>
              <a:gd name="connsiteX410" fmla="*/ 1956763 w 7472601"/>
              <a:gd name="connsiteY410" fmla="*/ 6778191 h 6858000"/>
              <a:gd name="connsiteX411" fmla="*/ 1967925 w 7472601"/>
              <a:gd name="connsiteY411" fmla="*/ 6858000 h 6858000"/>
              <a:gd name="connsiteX412" fmla="*/ 1936622 w 7472601"/>
              <a:gd name="connsiteY412" fmla="*/ 6858000 h 6858000"/>
              <a:gd name="connsiteX413" fmla="*/ 1926261 w 7472601"/>
              <a:gd name="connsiteY413" fmla="*/ 6784064 h 6858000"/>
              <a:gd name="connsiteX414" fmla="*/ 1922724 w 7472601"/>
              <a:gd name="connsiteY414" fmla="*/ 6765577 h 6858000"/>
              <a:gd name="connsiteX415" fmla="*/ 1904650 w 7472601"/>
              <a:gd name="connsiteY415" fmla="*/ 6639616 h 6858000"/>
              <a:gd name="connsiteX416" fmla="*/ 1885273 w 7472601"/>
              <a:gd name="connsiteY416" fmla="*/ 6858000 h 6858000"/>
              <a:gd name="connsiteX417" fmla="*/ 1854363 w 7472601"/>
              <a:gd name="connsiteY417" fmla="*/ 6858000 h 6858000"/>
              <a:gd name="connsiteX418" fmla="*/ 1880391 w 7472601"/>
              <a:gd name="connsiteY418" fmla="*/ 6603796 h 6858000"/>
              <a:gd name="connsiteX419" fmla="*/ 1818273 w 7472601"/>
              <a:gd name="connsiteY419" fmla="*/ 6715729 h 6858000"/>
              <a:gd name="connsiteX420" fmla="*/ 1794691 w 7472601"/>
              <a:gd name="connsiteY420" fmla="*/ 6843239 h 6858000"/>
              <a:gd name="connsiteX421" fmla="*/ 1794914 w 7472601"/>
              <a:gd name="connsiteY421" fmla="*/ 6858000 h 6858000"/>
              <a:gd name="connsiteX422" fmla="*/ 1746128 w 7472601"/>
              <a:gd name="connsiteY422" fmla="*/ 6858000 h 6858000"/>
              <a:gd name="connsiteX423" fmla="*/ 1753934 w 7472601"/>
              <a:gd name="connsiteY423" fmla="*/ 6724796 h 6858000"/>
              <a:gd name="connsiteX424" fmla="*/ 1792053 w 7472601"/>
              <a:gd name="connsiteY424" fmla="*/ 6572396 h 6858000"/>
              <a:gd name="connsiteX425" fmla="*/ 1862248 w 7472601"/>
              <a:gd name="connsiteY425" fmla="*/ 6266397 h 6858000"/>
              <a:gd name="connsiteX426" fmla="*/ 1862250 w 7472601"/>
              <a:gd name="connsiteY426" fmla="*/ 6033531 h 6858000"/>
              <a:gd name="connsiteX427" fmla="*/ 1211999 w 7472601"/>
              <a:gd name="connsiteY427" fmla="*/ 6683610 h 6858000"/>
              <a:gd name="connsiteX428" fmla="*/ 1213266 w 7472601"/>
              <a:gd name="connsiteY428" fmla="*/ 6691947 h 6858000"/>
              <a:gd name="connsiteX429" fmla="*/ 1203370 w 7472601"/>
              <a:gd name="connsiteY429" fmla="*/ 6850676 h 6858000"/>
              <a:gd name="connsiteX430" fmla="*/ 1203671 w 7472601"/>
              <a:gd name="connsiteY430" fmla="*/ 6858000 h 6858000"/>
              <a:gd name="connsiteX431" fmla="*/ 1143180 w 7472601"/>
              <a:gd name="connsiteY431" fmla="*/ 6858000 h 6858000"/>
              <a:gd name="connsiteX432" fmla="*/ 1142176 w 7472601"/>
              <a:gd name="connsiteY432" fmla="*/ 6766045 h 6858000"/>
              <a:gd name="connsiteX433" fmla="*/ 1067484 w 7472601"/>
              <a:gd name="connsiteY433" fmla="*/ 6858000 h 6858000"/>
              <a:gd name="connsiteX434" fmla="*/ 953928 w 7472601"/>
              <a:gd name="connsiteY434" fmla="*/ 6858000 h 6858000"/>
              <a:gd name="connsiteX435" fmla="*/ 959715 w 7472601"/>
              <a:gd name="connsiteY435" fmla="*/ 6850185 h 6858000"/>
              <a:gd name="connsiteX436" fmla="*/ 1483788 w 7472601"/>
              <a:gd name="connsiteY436" fmla="*/ 6259174 h 6858000"/>
              <a:gd name="connsiteX437" fmla="*/ 1100671 w 7472601"/>
              <a:gd name="connsiteY437" fmla="*/ 6252137 h 6858000"/>
              <a:gd name="connsiteX438" fmla="*/ 1090144 w 7472601"/>
              <a:gd name="connsiteY438" fmla="*/ 6256748 h 6858000"/>
              <a:gd name="connsiteX439" fmla="*/ 1095872 w 7472601"/>
              <a:gd name="connsiteY439" fmla="*/ 6271892 h 6858000"/>
              <a:gd name="connsiteX440" fmla="*/ 262785 w 7472601"/>
              <a:gd name="connsiteY440" fmla="*/ 6845450 h 6858000"/>
              <a:gd name="connsiteX441" fmla="*/ 209968 w 7472601"/>
              <a:gd name="connsiteY441" fmla="*/ 6770713 h 6858000"/>
              <a:gd name="connsiteX442" fmla="*/ 873460 w 7472601"/>
              <a:gd name="connsiteY442" fmla="*/ 6253768 h 6858000"/>
              <a:gd name="connsiteX443" fmla="*/ 192686 w 7472601"/>
              <a:gd name="connsiteY443" fmla="*/ 5849257 h 6858000"/>
              <a:gd name="connsiteX444" fmla="*/ 4696 w 7472601"/>
              <a:gd name="connsiteY444" fmla="*/ 5697668 h 6858000"/>
              <a:gd name="connsiteX445" fmla="*/ 0 w 7472601"/>
              <a:gd name="connsiteY445" fmla="*/ 5689984 h 6858000"/>
              <a:gd name="connsiteX446" fmla="*/ 0 w 7472601"/>
              <a:gd name="connsiteY446" fmla="*/ 5513472 h 6858000"/>
              <a:gd name="connsiteX447" fmla="*/ 174101 w 7472601"/>
              <a:gd name="connsiteY447" fmla="*/ 5620277 h 6858000"/>
              <a:gd name="connsiteX448" fmla="*/ 891800 w 7472601"/>
              <a:gd name="connsiteY448" fmla="*/ 6036935 h 6858000"/>
              <a:gd name="connsiteX449" fmla="*/ 1072219 w 7472601"/>
              <a:gd name="connsiteY449" fmla="*/ 6169443 h 6858000"/>
              <a:gd name="connsiteX450" fmla="*/ 1074117 w 7472601"/>
              <a:gd name="connsiteY450" fmla="*/ 6170301 h 6858000"/>
              <a:gd name="connsiteX451" fmla="*/ 1083114 w 7472601"/>
              <a:gd name="connsiteY451" fmla="*/ 6174131 h 6858000"/>
              <a:gd name="connsiteX452" fmla="*/ 1543010 w 7472601"/>
              <a:gd name="connsiteY452" fmla="*/ 6191140 h 6858000"/>
              <a:gd name="connsiteX453" fmla="*/ 1551080 w 7472601"/>
              <a:gd name="connsiteY453" fmla="*/ 6195006 h 6858000"/>
              <a:gd name="connsiteX454" fmla="*/ 2345443 w 7472601"/>
              <a:gd name="connsiteY454" fmla="*/ 5549882 h 6858000"/>
              <a:gd name="connsiteX455" fmla="*/ 1721499 w 7472601"/>
              <a:gd name="connsiteY455" fmla="*/ 5599969 h 6858000"/>
              <a:gd name="connsiteX456" fmla="*/ 767716 w 7472601"/>
              <a:gd name="connsiteY456" fmla="*/ 5472768 h 6858000"/>
              <a:gd name="connsiteX457" fmla="*/ 722147 w 7472601"/>
              <a:gd name="connsiteY457" fmla="*/ 5393091 h 6858000"/>
              <a:gd name="connsiteX458" fmla="*/ 1485552 w 7472601"/>
              <a:gd name="connsiteY458" fmla="*/ 5313202 h 6858000"/>
              <a:gd name="connsiteX459" fmla="*/ 2143004 w 7472601"/>
              <a:gd name="connsiteY459" fmla="*/ 5402420 h 6858000"/>
              <a:gd name="connsiteX460" fmla="*/ 1933391 w 7472601"/>
              <a:gd name="connsiteY460" fmla="*/ 5156971 h 6858000"/>
              <a:gd name="connsiteX461" fmla="*/ 1827118 w 7472601"/>
              <a:gd name="connsiteY461" fmla="*/ 4968410 h 6858000"/>
              <a:gd name="connsiteX462" fmla="*/ 1837349 w 7472601"/>
              <a:gd name="connsiteY462" fmla="*/ 4956357 h 6858000"/>
              <a:gd name="connsiteX463" fmla="*/ 2162835 w 7472601"/>
              <a:gd name="connsiteY463" fmla="*/ 5187853 h 6858000"/>
              <a:gd name="connsiteX464" fmla="*/ 2257167 w 7472601"/>
              <a:gd name="connsiteY464" fmla="*/ 5462123 h 6858000"/>
              <a:gd name="connsiteX465" fmla="*/ 2261598 w 7472601"/>
              <a:gd name="connsiteY465" fmla="*/ 5467998 h 6858000"/>
              <a:gd name="connsiteX466" fmla="*/ 2437177 w 7472601"/>
              <a:gd name="connsiteY466" fmla="*/ 5479608 h 6858000"/>
              <a:gd name="connsiteX467" fmla="*/ 2445247 w 7472601"/>
              <a:gd name="connsiteY467" fmla="*/ 5483476 h 6858000"/>
              <a:gd name="connsiteX468" fmla="*/ 2743626 w 7472601"/>
              <a:gd name="connsiteY468" fmla="*/ 5304819 h 6858000"/>
              <a:gd name="connsiteX469" fmla="*/ 3048102 w 7472601"/>
              <a:gd name="connsiteY469" fmla="*/ 5150595 h 6858000"/>
              <a:gd name="connsiteX470" fmla="*/ 1799414 w 7472601"/>
              <a:gd name="connsiteY470" fmla="*/ 4694732 h 6858000"/>
              <a:gd name="connsiteX471" fmla="*/ 1771735 w 7472601"/>
              <a:gd name="connsiteY471" fmla="*/ 4619929 h 6858000"/>
              <a:gd name="connsiteX472" fmla="*/ 3104273 w 7472601"/>
              <a:gd name="connsiteY472" fmla="*/ 5076159 h 6858000"/>
              <a:gd name="connsiteX473" fmla="*/ 3113245 w 7472601"/>
              <a:gd name="connsiteY473" fmla="*/ 5090705 h 6858000"/>
              <a:gd name="connsiteX474" fmla="*/ 3126294 w 7472601"/>
              <a:gd name="connsiteY474" fmla="*/ 5114400 h 6858000"/>
              <a:gd name="connsiteX475" fmla="*/ 3937433 w 7472601"/>
              <a:gd name="connsiteY475" fmla="*/ 4830473 h 6858000"/>
              <a:gd name="connsiteX476" fmla="*/ 3590475 w 7472601"/>
              <a:gd name="connsiteY476" fmla="*/ 4597974 h 6858000"/>
              <a:gd name="connsiteX477" fmla="*/ 3100264 w 7472601"/>
              <a:gd name="connsiteY477" fmla="*/ 4579845 h 6858000"/>
              <a:gd name="connsiteX478" fmla="*/ 2183576 w 7472601"/>
              <a:gd name="connsiteY478" fmla="*/ 4227150 h 6858000"/>
              <a:gd name="connsiteX479" fmla="*/ 2151029 w 7472601"/>
              <a:gd name="connsiteY479" fmla="*/ 4146947 h 6858000"/>
              <a:gd name="connsiteX480" fmla="*/ 3563434 w 7472601"/>
              <a:gd name="connsiteY480" fmla="*/ 4469115 h 6858000"/>
              <a:gd name="connsiteX481" fmla="*/ 3177952 w 7472601"/>
              <a:gd name="connsiteY481" fmla="*/ 3657386 h 6858000"/>
              <a:gd name="connsiteX482" fmla="*/ 3189263 w 7472601"/>
              <a:gd name="connsiteY482" fmla="*/ 3625726 h 6858000"/>
              <a:gd name="connsiteX483" fmla="*/ 3560912 w 7472601"/>
              <a:gd name="connsiteY483" fmla="*/ 4079863 h 6858000"/>
              <a:gd name="connsiteX484" fmla="*/ 3626636 w 7472601"/>
              <a:gd name="connsiteY484" fmla="*/ 4512230 h 6858000"/>
              <a:gd name="connsiteX485" fmla="*/ 3653088 w 7472601"/>
              <a:gd name="connsiteY485" fmla="*/ 4521417 h 6858000"/>
              <a:gd name="connsiteX486" fmla="*/ 3988128 w 7472601"/>
              <a:gd name="connsiteY486" fmla="*/ 4817267 h 6858000"/>
              <a:gd name="connsiteX487" fmla="*/ 4830582 w 7472601"/>
              <a:gd name="connsiteY487" fmla="*/ 4676000 h 6858000"/>
              <a:gd name="connsiteX488" fmla="*/ 4830100 w 7472601"/>
              <a:gd name="connsiteY488" fmla="*/ 4675554 h 6858000"/>
              <a:gd name="connsiteX489" fmla="*/ 4036318 w 7472601"/>
              <a:gd name="connsiteY489" fmla="*/ 4147013 h 6858000"/>
              <a:gd name="connsiteX490" fmla="*/ 3432098 w 7472601"/>
              <a:gd name="connsiteY490" fmla="*/ 3537312 h 6858000"/>
              <a:gd name="connsiteX491" fmla="*/ 3446761 w 7472601"/>
              <a:gd name="connsiteY491" fmla="*/ 3461278 h 6858000"/>
              <a:gd name="connsiteX492" fmla="*/ 4419733 w 7472601"/>
              <a:gd name="connsiteY492" fmla="*/ 3963555 h 6858000"/>
              <a:gd name="connsiteX493" fmla="*/ 4781371 w 7472601"/>
              <a:gd name="connsiteY493" fmla="*/ 4458604 h 6858000"/>
              <a:gd name="connsiteX494" fmla="*/ 4780440 w 7472601"/>
              <a:gd name="connsiteY494" fmla="*/ 4470290 h 6858000"/>
              <a:gd name="connsiteX495" fmla="*/ 4898954 w 7472601"/>
              <a:gd name="connsiteY495" fmla="*/ 4662092 h 6858000"/>
              <a:gd name="connsiteX496" fmla="*/ 4900699 w 7472601"/>
              <a:gd name="connsiteY496" fmla="*/ 4670867 h 6858000"/>
              <a:gd name="connsiteX497" fmla="*/ 5714511 w 7472601"/>
              <a:gd name="connsiteY497" fmla="*/ 4663483 h 6858000"/>
              <a:gd name="connsiteX498" fmla="*/ 5464793 w 7472601"/>
              <a:gd name="connsiteY498" fmla="*/ 4393556 h 6858000"/>
              <a:gd name="connsiteX499" fmla="*/ 5461897 w 7472601"/>
              <a:gd name="connsiteY499" fmla="*/ 4390879 h 6858000"/>
              <a:gd name="connsiteX500" fmla="*/ 4294126 w 7472601"/>
              <a:gd name="connsiteY500" fmla="*/ 3303048 h 6858000"/>
              <a:gd name="connsiteX501" fmla="*/ 4305321 w 7472601"/>
              <a:gd name="connsiteY501" fmla="*/ 3256953 h 6858000"/>
              <a:gd name="connsiteX502" fmla="*/ 4949299 w 7472601"/>
              <a:gd name="connsiteY502" fmla="*/ 3766336 h 6858000"/>
              <a:gd name="connsiteX503" fmla="*/ 5291452 w 7472601"/>
              <a:gd name="connsiteY503" fmla="*/ 4076801 h 6858000"/>
              <a:gd name="connsiteX504" fmla="*/ 5434998 w 7472601"/>
              <a:gd name="connsiteY504" fmla="*/ 4254100 h 6858000"/>
              <a:gd name="connsiteX505" fmla="*/ 5351015 w 7472601"/>
              <a:gd name="connsiteY505" fmla="*/ 3760989 h 6858000"/>
              <a:gd name="connsiteX506" fmla="*/ 5413780 w 7472601"/>
              <a:gd name="connsiteY506" fmla="*/ 2966265 h 6858000"/>
              <a:gd name="connsiteX507" fmla="*/ 5425627 w 7472601"/>
              <a:gd name="connsiteY507" fmla="*/ 2954192 h 6858000"/>
              <a:gd name="connsiteX508" fmla="*/ 6604735 w 7472601"/>
              <a:gd name="connsiteY508" fmla="*/ 2041381 h 6858000"/>
              <a:gd name="connsiteX509" fmla="*/ 7204487 w 7472601"/>
              <a:gd name="connsiteY509" fmla="*/ 2742112 h 6858000"/>
              <a:gd name="connsiteX510" fmla="*/ 7131592 w 7472601"/>
              <a:gd name="connsiteY510" fmla="*/ 2672096 h 6858000"/>
              <a:gd name="connsiteX511" fmla="*/ 6996344 w 7472601"/>
              <a:gd name="connsiteY511" fmla="*/ 2518310 h 6858000"/>
              <a:gd name="connsiteX512" fmla="*/ 6735495 w 7472601"/>
              <a:gd name="connsiteY512" fmla="*/ 2196890 h 6858000"/>
              <a:gd name="connsiteX513" fmla="*/ 6721901 w 7472601"/>
              <a:gd name="connsiteY513" fmla="*/ 2179274 h 6858000"/>
              <a:gd name="connsiteX514" fmla="*/ 6604735 w 7472601"/>
              <a:gd name="connsiteY514" fmla="*/ 2041381 h 6858000"/>
              <a:gd name="connsiteX515" fmla="*/ 6591670 w 7472601"/>
              <a:gd name="connsiteY515" fmla="*/ 1988277 h 6858000"/>
              <a:gd name="connsiteX516" fmla="*/ 6747349 w 7472601"/>
              <a:gd name="connsiteY516" fmla="*/ 2160069 h 6858000"/>
              <a:gd name="connsiteX517" fmla="*/ 6760943 w 7472601"/>
              <a:gd name="connsiteY517" fmla="*/ 2177686 h 6858000"/>
              <a:gd name="connsiteX518" fmla="*/ 7021065 w 7472601"/>
              <a:gd name="connsiteY518" fmla="*/ 2498102 h 6858000"/>
              <a:gd name="connsiteX519" fmla="*/ 7155223 w 7472601"/>
              <a:gd name="connsiteY519" fmla="*/ 2650386 h 6858000"/>
              <a:gd name="connsiteX520" fmla="*/ 7203167 w 7472601"/>
              <a:gd name="connsiteY520" fmla="*/ 2697288 h 6858000"/>
              <a:gd name="connsiteX521" fmla="*/ 6937703 w 7472601"/>
              <a:gd name="connsiteY521" fmla="*/ 2321981 h 6858000"/>
              <a:gd name="connsiteX522" fmla="*/ 6591670 w 7472601"/>
              <a:gd name="connsiteY522" fmla="*/ 1988277 h 6858000"/>
              <a:gd name="connsiteX523" fmla="*/ 5798671 w 7472601"/>
              <a:gd name="connsiteY523" fmla="*/ 1981601 h 6858000"/>
              <a:gd name="connsiteX524" fmla="*/ 5754709 w 7472601"/>
              <a:gd name="connsiteY524" fmla="*/ 2071454 h 6858000"/>
              <a:gd name="connsiteX525" fmla="*/ 5763044 w 7472601"/>
              <a:gd name="connsiteY525" fmla="*/ 2842206 h 6858000"/>
              <a:gd name="connsiteX526" fmla="*/ 5764974 w 7472601"/>
              <a:gd name="connsiteY526" fmla="*/ 2799609 h 6858000"/>
              <a:gd name="connsiteX527" fmla="*/ 5767665 w 7472601"/>
              <a:gd name="connsiteY527" fmla="*/ 2666409 h 6858000"/>
              <a:gd name="connsiteX528" fmla="*/ 5763055 w 7472601"/>
              <a:gd name="connsiteY528" fmla="*/ 2579705 h 6858000"/>
              <a:gd name="connsiteX529" fmla="*/ 5758079 w 7472601"/>
              <a:gd name="connsiteY529" fmla="*/ 2492508 h 6858000"/>
              <a:gd name="connsiteX530" fmla="*/ 5779325 w 7472601"/>
              <a:gd name="connsiteY530" fmla="*/ 2197069 h 6858000"/>
              <a:gd name="connsiteX531" fmla="*/ 5798671 w 7472601"/>
              <a:gd name="connsiteY531" fmla="*/ 1981601 h 6858000"/>
              <a:gd name="connsiteX532" fmla="*/ 5829202 w 7472601"/>
              <a:gd name="connsiteY532" fmla="*/ 1971679 h 6858000"/>
              <a:gd name="connsiteX533" fmla="*/ 5809558 w 7472601"/>
              <a:gd name="connsiteY533" fmla="*/ 2198043 h 6858000"/>
              <a:gd name="connsiteX534" fmla="*/ 5788653 w 7472601"/>
              <a:gd name="connsiteY534" fmla="*/ 2489430 h 6858000"/>
              <a:gd name="connsiteX535" fmla="*/ 5793439 w 7472601"/>
              <a:gd name="connsiteY535" fmla="*/ 2575235 h 6858000"/>
              <a:gd name="connsiteX536" fmla="*/ 5796837 w 7472601"/>
              <a:gd name="connsiteY536" fmla="*/ 2637633 h 6858000"/>
              <a:gd name="connsiteX537" fmla="*/ 5818614 w 7472601"/>
              <a:gd name="connsiteY537" fmla="*/ 2473055 h 6858000"/>
              <a:gd name="connsiteX538" fmla="*/ 5829202 w 7472601"/>
              <a:gd name="connsiteY538" fmla="*/ 1971679 h 6858000"/>
              <a:gd name="connsiteX539" fmla="*/ 5911389 w 7472601"/>
              <a:gd name="connsiteY539" fmla="*/ 1898371 h 6858000"/>
              <a:gd name="connsiteX540" fmla="*/ 6237627 w 7472601"/>
              <a:gd name="connsiteY540" fmla="*/ 2231921 h 6858000"/>
              <a:gd name="connsiteX541" fmla="*/ 5911389 w 7472601"/>
              <a:gd name="connsiteY541" fmla="*/ 1898371 h 6858000"/>
              <a:gd name="connsiteX542" fmla="*/ 6944437 w 7472601"/>
              <a:gd name="connsiteY542" fmla="*/ 1575402 h 6858000"/>
              <a:gd name="connsiteX543" fmla="*/ 6304730 w 7472601"/>
              <a:gd name="connsiteY543" fmla="*/ 1766654 h 6858000"/>
              <a:gd name="connsiteX544" fmla="*/ 6944437 w 7472601"/>
              <a:gd name="connsiteY544" fmla="*/ 1575402 h 6858000"/>
              <a:gd name="connsiteX545" fmla="*/ 7019523 w 7472601"/>
              <a:gd name="connsiteY545" fmla="*/ 1519450 h 6858000"/>
              <a:gd name="connsiteX546" fmla="*/ 6298091 w 7472601"/>
              <a:gd name="connsiteY546" fmla="*/ 1737122 h 6858000"/>
              <a:gd name="connsiteX547" fmla="*/ 7019523 w 7472601"/>
              <a:gd name="connsiteY547" fmla="*/ 1519450 h 6858000"/>
              <a:gd name="connsiteX548" fmla="*/ 2399523 w 7472601"/>
              <a:gd name="connsiteY548" fmla="*/ 1428234 h 6858000"/>
              <a:gd name="connsiteX549" fmla="*/ 2224982 w 7472601"/>
              <a:gd name="connsiteY549" fmla="*/ 1826201 h 6858000"/>
              <a:gd name="connsiteX550" fmla="*/ 2096099 w 7472601"/>
              <a:gd name="connsiteY550" fmla="*/ 2345900 h 6858000"/>
              <a:gd name="connsiteX551" fmla="*/ 2283317 w 7472601"/>
              <a:gd name="connsiteY551" fmla="*/ 1796925 h 6858000"/>
              <a:gd name="connsiteX552" fmla="*/ 2399523 w 7472601"/>
              <a:gd name="connsiteY552" fmla="*/ 1428234 h 6858000"/>
              <a:gd name="connsiteX553" fmla="*/ 2448558 w 7472601"/>
              <a:gd name="connsiteY553" fmla="*/ 1373435 h 6858000"/>
              <a:gd name="connsiteX554" fmla="*/ 2312521 w 7472601"/>
              <a:gd name="connsiteY554" fmla="*/ 1806140 h 6858000"/>
              <a:gd name="connsiteX555" fmla="*/ 2127533 w 7472601"/>
              <a:gd name="connsiteY555" fmla="*/ 2348380 h 6858000"/>
              <a:gd name="connsiteX556" fmla="*/ 2358080 w 7472601"/>
              <a:gd name="connsiteY556" fmla="*/ 1866134 h 6858000"/>
              <a:gd name="connsiteX557" fmla="*/ 2407436 w 7472601"/>
              <a:gd name="connsiteY557" fmla="*/ 1651070 h 6858000"/>
              <a:gd name="connsiteX558" fmla="*/ 2448558 w 7472601"/>
              <a:gd name="connsiteY558" fmla="*/ 1373435 h 6858000"/>
              <a:gd name="connsiteX559" fmla="*/ 278707 w 7472601"/>
              <a:gd name="connsiteY559" fmla="*/ 1352270 h 6858000"/>
              <a:gd name="connsiteX560" fmla="*/ 321570 w 7472601"/>
              <a:gd name="connsiteY560" fmla="*/ 1861610 h 6858000"/>
              <a:gd name="connsiteX561" fmla="*/ 294281 w 7472601"/>
              <a:gd name="connsiteY561" fmla="*/ 1440658 h 6858000"/>
              <a:gd name="connsiteX562" fmla="*/ 278707 w 7472601"/>
              <a:gd name="connsiteY562" fmla="*/ 1352270 h 6858000"/>
              <a:gd name="connsiteX563" fmla="*/ 1423821 w 7472601"/>
              <a:gd name="connsiteY563" fmla="*/ 1351958 h 6858000"/>
              <a:gd name="connsiteX564" fmla="*/ 1638521 w 7472601"/>
              <a:gd name="connsiteY564" fmla="*/ 1908470 h 6858000"/>
              <a:gd name="connsiteX565" fmla="*/ 1754199 w 7472601"/>
              <a:gd name="connsiteY565" fmla="*/ 2149284 h 6858000"/>
              <a:gd name="connsiteX566" fmla="*/ 1908359 w 7472601"/>
              <a:gd name="connsiteY566" fmla="*/ 2364988 h 6858000"/>
              <a:gd name="connsiteX567" fmla="*/ 1647661 w 7472601"/>
              <a:gd name="connsiteY567" fmla="*/ 1825945 h 6858000"/>
              <a:gd name="connsiteX568" fmla="*/ 1423821 w 7472601"/>
              <a:gd name="connsiteY568" fmla="*/ 1351958 h 6858000"/>
              <a:gd name="connsiteX569" fmla="*/ 1431890 w 7472601"/>
              <a:gd name="connsiteY569" fmla="*/ 1306475 h 6858000"/>
              <a:gd name="connsiteX570" fmla="*/ 1507597 w 7472601"/>
              <a:gd name="connsiteY570" fmla="*/ 1446132 h 6858000"/>
              <a:gd name="connsiteX571" fmla="*/ 1674586 w 7472601"/>
              <a:gd name="connsiteY571" fmla="*/ 1813832 h 6858000"/>
              <a:gd name="connsiteX572" fmla="*/ 1815950 w 7472601"/>
              <a:gd name="connsiteY572" fmla="*/ 2128564 h 6858000"/>
              <a:gd name="connsiteX573" fmla="*/ 1984242 w 7472601"/>
              <a:gd name="connsiteY573" fmla="*/ 2430829 h 6858000"/>
              <a:gd name="connsiteX574" fmla="*/ 2014023 w 7472601"/>
              <a:gd name="connsiteY574" fmla="*/ 2450995 h 6858000"/>
              <a:gd name="connsiteX575" fmla="*/ 1747337 w 7472601"/>
              <a:gd name="connsiteY575" fmla="*/ 1855264 h 6858000"/>
              <a:gd name="connsiteX576" fmla="*/ 1533749 w 7472601"/>
              <a:gd name="connsiteY576" fmla="*/ 1478656 h 6858000"/>
              <a:gd name="connsiteX577" fmla="*/ 1431890 w 7472601"/>
              <a:gd name="connsiteY577" fmla="*/ 1306475 h 6858000"/>
              <a:gd name="connsiteX578" fmla="*/ 5052692 w 7472601"/>
              <a:gd name="connsiteY578" fmla="*/ 1292994 h 6858000"/>
              <a:gd name="connsiteX579" fmla="*/ 5200661 w 7472601"/>
              <a:gd name="connsiteY579" fmla="*/ 1635186 h 6858000"/>
              <a:gd name="connsiteX580" fmla="*/ 5297138 w 7472601"/>
              <a:gd name="connsiteY580" fmla="*/ 1906351 h 6858000"/>
              <a:gd name="connsiteX581" fmla="*/ 5052692 w 7472601"/>
              <a:gd name="connsiteY581" fmla="*/ 1292994 h 6858000"/>
              <a:gd name="connsiteX582" fmla="*/ 5009948 w 7472601"/>
              <a:gd name="connsiteY582" fmla="*/ 1273619 h 6858000"/>
              <a:gd name="connsiteX583" fmla="*/ 5121777 w 7472601"/>
              <a:gd name="connsiteY583" fmla="*/ 1654213 h 6858000"/>
              <a:gd name="connsiteX584" fmla="*/ 5293545 w 7472601"/>
              <a:gd name="connsiteY584" fmla="*/ 2072247 h 6858000"/>
              <a:gd name="connsiteX585" fmla="*/ 5294042 w 7472601"/>
              <a:gd name="connsiteY585" fmla="*/ 2065019 h 6858000"/>
              <a:gd name="connsiteX586" fmla="*/ 5171936 w 7472601"/>
              <a:gd name="connsiteY586" fmla="*/ 1647613 h 6858000"/>
              <a:gd name="connsiteX587" fmla="*/ 5009948 w 7472601"/>
              <a:gd name="connsiteY587" fmla="*/ 1273619 h 6858000"/>
              <a:gd name="connsiteX588" fmla="*/ 655236 w 7472601"/>
              <a:gd name="connsiteY588" fmla="*/ 1268632 h 6858000"/>
              <a:gd name="connsiteX589" fmla="*/ 839521 w 7472601"/>
              <a:gd name="connsiteY589" fmla="*/ 1685315 h 6858000"/>
              <a:gd name="connsiteX590" fmla="*/ 1109416 w 7472601"/>
              <a:gd name="connsiteY590" fmla="*/ 2061663 h 6858000"/>
              <a:gd name="connsiteX591" fmla="*/ 1298300 w 7472601"/>
              <a:gd name="connsiteY591" fmla="*/ 2247742 h 6858000"/>
              <a:gd name="connsiteX592" fmla="*/ 1125871 w 7472601"/>
              <a:gd name="connsiteY592" fmla="*/ 1989513 h 6858000"/>
              <a:gd name="connsiteX593" fmla="*/ 981574 w 7472601"/>
              <a:gd name="connsiteY593" fmla="*/ 1783157 h 6858000"/>
              <a:gd name="connsiteX594" fmla="*/ 922198 w 7472601"/>
              <a:gd name="connsiteY594" fmla="*/ 1677437 h 6858000"/>
              <a:gd name="connsiteX595" fmla="*/ 869293 w 7472601"/>
              <a:gd name="connsiteY595" fmla="*/ 1583214 h 6858000"/>
              <a:gd name="connsiteX596" fmla="*/ 751431 w 7472601"/>
              <a:gd name="connsiteY596" fmla="*/ 1405731 h 6858000"/>
              <a:gd name="connsiteX597" fmla="*/ 655236 w 7472601"/>
              <a:gd name="connsiteY597" fmla="*/ 1268632 h 6858000"/>
              <a:gd name="connsiteX598" fmla="*/ 6516292 w 7472601"/>
              <a:gd name="connsiteY598" fmla="*/ 1263064 h 6858000"/>
              <a:gd name="connsiteX599" fmla="*/ 5736320 w 7472601"/>
              <a:gd name="connsiteY599" fmla="*/ 1501803 h 6858000"/>
              <a:gd name="connsiteX600" fmla="*/ 6516292 w 7472601"/>
              <a:gd name="connsiteY600" fmla="*/ 1263064 h 6858000"/>
              <a:gd name="connsiteX601" fmla="*/ 291466 w 7472601"/>
              <a:gd name="connsiteY601" fmla="*/ 1250369 h 6858000"/>
              <a:gd name="connsiteX602" fmla="*/ 323180 w 7472601"/>
              <a:gd name="connsiteY602" fmla="*/ 1435283 h 6858000"/>
              <a:gd name="connsiteX603" fmla="*/ 349381 w 7472601"/>
              <a:gd name="connsiteY603" fmla="*/ 1875041 h 6858000"/>
              <a:gd name="connsiteX604" fmla="*/ 374363 w 7472601"/>
              <a:gd name="connsiteY604" fmla="*/ 1506494 h 6858000"/>
              <a:gd name="connsiteX605" fmla="*/ 302168 w 7472601"/>
              <a:gd name="connsiteY605" fmla="*/ 1274495 h 6858000"/>
              <a:gd name="connsiteX606" fmla="*/ 291466 w 7472601"/>
              <a:gd name="connsiteY606" fmla="*/ 1250369 h 6858000"/>
              <a:gd name="connsiteX607" fmla="*/ 678222 w 7472601"/>
              <a:gd name="connsiteY607" fmla="*/ 1248670 h 6858000"/>
              <a:gd name="connsiteX608" fmla="*/ 775536 w 7472601"/>
              <a:gd name="connsiteY608" fmla="*/ 1388015 h 6858000"/>
              <a:gd name="connsiteX609" fmla="*/ 894529 w 7472601"/>
              <a:gd name="connsiteY609" fmla="*/ 1567739 h 6858000"/>
              <a:gd name="connsiteX610" fmla="*/ 948000 w 7472601"/>
              <a:gd name="connsiteY610" fmla="*/ 1663088 h 6858000"/>
              <a:gd name="connsiteX611" fmla="*/ 1006812 w 7472601"/>
              <a:gd name="connsiteY611" fmla="*/ 1767683 h 6858000"/>
              <a:gd name="connsiteX612" fmla="*/ 1149133 w 7472601"/>
              <a:gd name="connsiteY612" fmla="*/ 1971513 h 6858000"/>
              <a:gd name="connsiteX613" fmla="*/ 1333952 w 7472601"/>
              <a:gd name="connsiteY613" fmla="*/ 2251620 h 6858000"/>
              <a:gd name="connsiteX614" fmla="*/ 1337329 w 7472601"/>
              <a:gd name="connsiteY614" fmla="*/ 2258350 h 6858000"/>
              <a:gd name="connsiteX615" fmla="*/ 1014726 w 7472601"/>
              <a:gd name="connsiteY615" fmla="*/ 1615556 h 6858000"/>
              <a:gd name="connsiteX616" fmla="*/ 678222 w 7472601"/>
              <a:gd name="connsiteY616" fmla="*/ 1248670 h 6858000"/>
              <a:gd name="connsiteX617" fmla="*/ 6691602 w 7472601"/>
              <a:gd name="connsiteY617" fmla="*/ 1140573 h 6858000"/>
              <a:gd name="connsiteX618" fmla="*/ 6571100 w 7472601"/>
              <a:gd name="connsiteY618" fmla="*/ 1183662 h 6858000"/>
              <a:gd name="connsiteX619" fmla="*/ 6241687 w 7472601"/>
              <a:gd name="connsiteY619" fmla="*/ 1257600 h 6858000"/>
              <a:gd name="connsiteX620" fmla="*/ 5693009 w 7472601"/>
              <a:gd name="connsiteY620" fmla="*/ 1478256 h 6858000"/>
              <a:gd name="connsiteX621" fmla="*/ 6548420 w 7472601"/>
              <a:gd name="connsiteY621" fmla="*/ 1214599 h 6858000"/>
              <a:gd name="connsiteX622" fmla="*/ 6605473 w 7472601"/>
              <a:gd name="connsiteY622" fmla="*/ 1184686 h 6858000"/>
              <a:gd name="connsiteX623" fmla="*/ 6691602 w 7472601"/>
              <a:gd name="connsiteY623" fmla="*/ 1140573 h 6858000"/>
              <a:gd name="connsiteX624" fmla="*/ 4002475 w 7472601"/>
              <a:gd name="connsiteY624" fmla="*/ 1037802 h 6858000"/>
              <a:gd name="connsiteX625" fmla="*/ 4000324 w 7472601"/>
              <a:gd name="connsiteY625" fmla="*/ 1039362 h 6858000"/>
              <a:gd name="connsiteX626" fmla="*/ 4002862 w 7472601"/>
              <a:gd name="connsiteY626" fmla="*/ 1042866 h 6858000"/>
              <a:gd name="connsiteX627" fmla="*/ 4002475 w 7472601"/>
              <a:gd name="connsiteY627" fmla="*/ 1037802 h 6858000"/>
              <a:gd name="connsiteX628" fmla="*/ 506322 w 7472601"/>
              <a:gd name="connsiteY628" fmla="*/ 1020997 h 6858000"/>
              <a:gd name="connsiteX629" fmla="*/ 533068 w 7472601"/>
              <a:gd name="connsiteY629" fmla="*/ 1029409 h 6858000"/>
              <a:gd name="connsiteX630" fmla="*/ 1232525 w 7472601"/>
              <a:gd name="connsiteY630" fmla="*/ 1804675 h 6858000"/>
              <a:gd name="connsiteX631" fmla="*/ 1388858 w 7472601"/>
              <a:gd name="connsiteY631" fmla="*/ 2368011 h 6858000"/>
              <a:gd name="connsiteX632" fmla="*/ 1384098 w 7472601"/>
              <a:gd name="connsiteY632" fmla="*/ 2378125 h 6858000"/>
              <a:gd name="connsiteX633" fmla="*/ 1425393 w 7472601"/>
              <a:gd name="connsiteY633" fmla="*/ 2589124 h 6858000"/>
              <a:gd name="connsiteX634" fmla="*/ 1424001 w 7472601"/>
              <a:gd name="connsiteY634" fmla="*/ 2597541 h 6858000"/>
              <a:gd name="connsiteX635" fmla="*/ 2152729 w 7472601"/>
              <a:gd name="connsiteY635" fmla="*/ 2864487 h 6858000"/>
              <a:gd name="connsiteX636" fmla="*/ 2020609 w 7472601"/>
              <a:gd name="connsiteY636" fmla="*/ 2539671 h 6858000"/>
              <a:gd name="connsiteX637" fmla="*/ 2018920 w 7472601"/>
              <a:gd name="connsiteY637" fmla="*/ 2536309 h 6858000"/>
              <a:gd name="connsiteX638" fmla="*/ 1342441 w 7472601"/>
              <a:gd name="connsiteY638" fmla="*/ 1173017 h 6858000"/>
              <a:gd name="connsiteX639" fmla="*/ 1367925 w 7472601"/>
              <a:gd name="connsiteY639" fmla="*/ 1135648 h 6858000"/>
              <a:gd name="connsiteX640" fmla="*/ 1771401 w 7472601"/>
              <a:gd name="connsiteY640" fmla="*/ 1806673 h 6858000"/>
              <a:gd name="connsiteX641" fmla="*/ 1972385 w 7472601"/>
              <a:gd name="connsiteY641" fmla="*/ 2198735 h 6858000"/>
              <a:gd name="connsiteX642" fmla="*/ 2040892 w 7472601"/>
              <a:gd name="connsiteY642" fmla="*/ 2405205 h 6858000"/>
              <a:gd name="connsiteX643" fmla="*/ 2131689 w 7472601"/>
              <a:gd name="connsiteY643" fmla="*/ 1936926 h 6858000"/>
              <a:gd name="connsiteX644" fmla="*/ 2454820 w 7472601"/>
              <a:gd name="connsiteY644" fmla="*/ 1248808 h 6858000"/>
              <a:gd name="connsiteX645" fmla="*/ 2492512 w 7472601"/>
              <a:gd name="connsiteY645" fmla="*/ 1302920 h 6858000"/>
              <a:gd name="connsiteX646" fmla="*/ 2081216 w 7472601"/>
              <a:gd name="connsiteY646" fmla="*/ 2527513 h 6858000"/>
              <a:gd name="connsiteX647" fmla="*/ 2081211 w 7472601"/>
              <a:gd name="connsiteY647" fmla="*/ 2528916 h 6858000"/>
              <a:gd name="connsiteX648" fmla="*/ 2199067 w 7472601"/>
              <a:gd name="connsiteY648" fmla="*/ 2884061 h 6858000"/>
              <a:gd name="connsiteX649" fmla="*/ 3192586 w 7472601"/>
              <a:gd name="connsiteY649" fmla="*/ 3411496 h 6858000"/>
              <a:gd name="connsiteX650" fmla="*/ 3182620 w 7472601"/>
              <a:gd name="connsiteY650" fmla="*/ 3483279 h 6858000"/>
              <a:gd name="connsiteX651" fmla="*/ 2435119 w 7472601"/>
              <a:gd name="connsiteY651" fmla="*/ 3080173 h 6858000"/>
              <a:gd name="connsiteX652" fmla="*/ 2410152 w 7472601"/>
              <a:gd name="connsiteY652" fmla="*/ 3063751 h 6858000"/>
              <a:gd name="connsiteX653" fmla="*/ 2408099 w 7472601"/>
              <a:gd name="connsiteY653" fmla="*/ 3064403 h 6858000"/>
              <a:gd name="connsiteX654" fmla="*/ 2407218 w 7472601"/>
              <a:gd name="connsiteY654" fmla="*/ 3070324 h 6858000"/>
              <a:gd name="connsiteX655" fmla="*/ 2380138 w 7472601"/>
              <a:gd name="connsiteY655" fmla="*/ 3099341 h 6858000"/>
              <a:gd name="connsiteX656" fmla="*/ 1765923 w 7472601"/>
              <a:gd name="connsiteY656" fmla="*/ 3581043 h 6858000"/>
              <a:gd name="connsiteX657" fmla="*/ 1702258 w 7472601"/>
              <a:gd name="connsiteY657" fmla="*/ 3612286 h 6858000"/>
              <a:gd name="connsiteX658" fmla="*/ 1538370 w 7472601"/>
              <a:gd name="connsiteY658" fmla="*/ 3811804 h 6858000"/>
              <a:gd name="connsiteX659" fmla="*/ 542867 w 7472601"/>
              <a:gd name="connsiteY659" fmla="*/ 4944092 h 6858000"/>
              <a:gd name="connsiteX660" fmla="*/ 515800 w 7472601"/>
              <a:gd name="connsiteY660" fmla="*/ 4862180 h 6858000"/>
              <a:gd name="connsiteX661" fmla="*/ 909145 w 7472601"/>
              <a:gd name="connsiteY661" fmla="*/ 4199225 h 6858000"/>
              <a:gd name="connsiteX662" fmla="*/ 1214067 w 7472601"/>
              <a:gd name="connsiteY662" fmla="*/ 3908561 h 6858000"/>
              <a:gd name="connsiteX663" fmla="*/ 640967 w 7472601"/>
              <a:gd name="connsiteY663" fmla="*/ 4105601 h 6858000"/>
              <a:gd name="connsiteX664" fmla="*/ 112563 w 7472601"/>
              <a:gd name="connsiteY664" fmla="*/ 4396952 h 6858000"/>
              <a:gd name="connsiteX665" fmla="*/ 0 w 7472601"/>
              <a:gd name="connsiteY665" fmla="*/ 4466006 h 6858000"/>
              <a:gd name="connsiteX666" fmla="*/ 0 w 7472601"/>
              <a:gd name="connsiteY666" fmla="*/ 4233763 h 6858000"/>
              <a:gd name="connsiteX667" fmla="*/ 36881 w 7472601"/>
              <a:gd name="connsiteY667" fmla="*/ 4200118 h 6858000"/>
              <a:gd name="connsiteX668" fmla="*/ 910534 w 7472601"/>
              <a:gd name="connsiteY668" fmla="*/ 3629753 h 6858000"/>
              <a:gd name="connsiteX669" fmla="*/ 1578717 w 7472601"/>
              <a:gd name="connsiteY669" fmla="*/ 3575982 h 6858000"/>
              <a:gd name="connsiteX670" fmla="*/ 2338780 w 7472601"/>
              <a:gd name="connsiteY670" fmla="*/ 3033725 h 6858000"/>
              <a:gd name="connsiteX671" fmla="*/ 1807991 w 7472601"/>
              <a:gd name="connsiteY671" fmla="*/ 2807184 h 6858000"/>
              <a:gd name="connsiteX672" fmla="*/ 1416358 w 7472601"/>
              <a:gd name="connsiteY672" fmla="*/ 3112571 h 6858000"/>
              <a:gd name="connsiteX673" fmla="*/ 939066 w 7472601"/>
              <a:gd name="connsiteY673" fmla="*/ 3378798 h 6858000"/>
              <a:gd name="connsiteX674" fmla="*/ 115099 w 7472601"/>
              <a:gd name="connsiteY674" fmla="*/ 3607650 h 6858000"/>
              <a:gd name="connsiteX675" fmla="*/ 97284 w 7472601"/>
              <a:gd name="connsiteY675" fmla="*/ 3520393 h 6858000"/>
              <a:gd name="connsiteX676" fmla="*/ 922050 w 7472601"/>
              <a:gd name="connsiteY676" fmla="*/ 3074867 h 6858000"/>
              <a:gd name="connsiteX677" fmla="*/ 1405265 w 7472601"/>
              <a:gd name="connsiteY677" fmla="*/ 3016319 h 6858000"/>
              <a:gd name="connsiteX678" fmla="*/ 1407512 w 7472601"/>
              <a:gd name="connsiteY678" fmla="*/ 3018001 h 6858000"/>
              <a:gd name="connsiteX679" fmla="*/ 1726266 w 7472601"/>
              <a:gd name="connsiteY679" fmla="*/ 2777274 h 6858000"/>
              <a:gd name="connsiteX680" fmla="*/ 625390 w 7472601"/>
              <a:gd name="connsiteY680" fmla="*/ 2514541 h 6858000"/>
              <a:gd name="connsiteX681" fmla="*/ 619799 w 7472601"/>
              <a:gd name="connsiteY681" fmla="*/ 2527180 h 6858000"/>
              <a:gd name="connsiteX682" fmla="*/ 310030 w 7472601"/>
              <a:gd name="connsiteY682" fmla="*/ 2771818 h 6858000"/>
              <a:gd name="connsiteX683" fmla="*/ 173877 w 7472601"/>
              <a:gd name="connsiteY683" fmla="*/ 2937056 h 6858000"/>
              <a:gd name="connsiteX684" fmla="*/ 77889 w 7472601"/>
              <a:gd name="connsiteY684" fmla="*/ 3138440 h 6858000"/>
              <a:gd name="connsiteX685" fmla="*/ 0 w 7472601"/>
              <a:gd name="connsiteY685" fmla="*/ 3271395 h 6858000"/>
              <a:gd name="connsiteX686" fmla="*/ 0 w 7472601"/>
              <a:gd name="connsiteY686" fmla="*/ 3153002 h 6858000"/>
              <a:gd name="connsiteX687" fmla="*/ 2386 w 7472601"/>
              <a:gd name="connsiteY687" fmla="*/ 3149203 h 6858000"/>
              <a:gd name="connsiteX688" fmla="*/ 89753 w 7472601"/>
              <a:gd name="connsiteY688" fmla="*/ 2987702 h 6858000"/>
              <a:gd name="connsiteX689" fmla="*/ 76869 w 7472601"/>
              <a:gd name="connsiteY689" fmla="*/ 3005404 h 6858000"/>
              <a:gd name="connsiteX690" fmla="*/ 32049 w 7472601"/>
              <a:gd name="connsiteY690" fmla="*/ 3065814 h 6858000"/>
              <a:gd name="connsiteX691" fmla="*/ 0 w 7472601"/>
              <a:gd name="connsiteY691" fmla="*/ 3108744 h 6858000"/>
              <a:gd name="connsiteX692" fmla="*/ 0 w 7472601"/>
              <a:gd name="connsiteY692" fmla="*/ 3058059 h 6858000"/>
              <a:gd name="connsiteX693" fmla="*/ 7610 w 7472601"/>
              <a:gd name="connsiteY693" fmla="*/ 3047889 h 6858000"/>
              <a:gd name="connsiteX694" fmla="*/ 52419 w 7472601"/>
              <a:gd name="connsiteY694" fmla="*/ 2987479 h 6858000"/>
              <a:gd name="connsiteX695" fmla="*/ 59142 w 7472601"/>
              <a:gd name="connsiteY695" fmla="*/ 2978488 h 6858000"/>
              <a:gd name="connsiteX696" fmla="*/ 0 w 7472601"/>
              <a:gd name="connsiteY696" fmla="*/ 3015334 h 6858000"/>
              <a:gd name="connsiteX697" fmla="*/ 0 w 7472601"/>
              <a:gd name="connsiteY697" fmla="*/ 2914286 h 6858000"/>
              <a:gd name="connsiteX698" fmla="*/ 36383 w 7472601"/>
              <a:gd name="connsiteY698" fmla="*/ 2901128 h 6858000"/>
              <a:gd name="connsiteX699" fmla="*/ 156329 w 7472601"/>
              <a:gd name="connsiteY699" fmla="*/ 2840533 h 6858000"/>
              <a:gd name="connsiteX700" fmla="*/ 358355 w 7472601"/>
              <a:gd name="connsiteY700" fmla="*/ 2620471 h 6858000"/>
              <a:gd name="connsiteX701" fmla="*/ 510577 w 7472601"/>
              <a:gd name="connsiteY701" fmla="*/ 2501244 h 6858000"/>
              <a:gd name="connsiteX702" fmla="*/ 211967 w 7472601"/>
              <a:gd name="connsiteY702" fmla="*/ 2479171 h 6858000"/>
              <a:gd name="connsiteX703" fmla="*/ 0 w 7472601"/>
              <a:gd name="connsiteY703" fmla="*/ 2476398 h 6858000"/>
              <a:gd name="connsiteX704" fmla="*/ 0 w 7472601"/>
              <a:gd name="connsiteY704" fmla="*/ 2389189 h 6858000"/>
              <a:gd name="connsiteX705" fmla="*/ 103062 w 7472601"/>
              <a:gd name="connsiteY705" fmla="*/ 2389518 h 6858000"/>
              <a:gd name="connsiteX706" fmla="*/ 510734 w 7472601"/>
              <a:gd name="connsiteY706" fmla="*/ 2416201 h 6858000"/>
              <a:gd name="connsiteX707" fmla="*/ 279257 w 7472601"/>
              <a:gd name="connsiteY707" fmla="*/ 2092102 h 6858000"/>
              <a:gd name="connsiteX708" fmla="*/ 65265 w 7472601"/>
              <a:gd name="connsiteY708" fmla="*/ 2006049 h 6858000"/>
              <a:gd name="connsiteX709" fmla="*/ 0 w 7472601"/>
              <a:gd name="connsiteY709" fmla="*/ 1982532 h 6858000"/>
              <a:gd name="connsiteX710" fmla="*/ 0 w 7472601"/>
              <a:gd name="connsiteY710" fmla="*/ 1912789 h 6858000"/>
              <a:gd name="connsiteX711" fmla="*/ 97460 w 7472601"/>
              <a:gd name="connsiteY711" fmla="*/ 1953725 h 6858000"/>
              <a:gd name="connsiteX712" fmla="*/ 221272 w 7472601"/>
              <a:gd name="connsiteY712" fmla="*/ 1980766 h 6858000"/>
              <a:gd name="connsiteX713" fmla="*/ 116765 w 7472601"/>
              <a:gd name="connsiteY713" fmla="*/ 1911033 h 6858000"/>
              <a:gd name="connsiteX714" fmla="*/ 16405 w 7472601"/>
              <a:gd name="connsiteY714" fmla="*/ 1803412 h 6858000"/>
              <a:gd name="connsiteX715" fmla="*/ 0 w 7472601"/>
              <a:gd name="connsiteY715" fmla="*/ 1784777 h 6858000"/>
              <a:gd name="connsiteX716" fmla="*/ 0 w 7472601"/>
              <a:gd name="connsiteY716" fmla="*/ 1740082 h 6858000"/>
              <a:gd name="connsiteX717" fmla="*/ 39394 w 7472601"/>
              <a:gd name="connsiteY717" fmla="*/ 1784856 h 6858000"/>
              <a:gd name="connsiteX718" fmla="*/ 135813 w 7472601"/>
              <a:gd name="connsiteY718" fmla="*/ 1888838 h 6858000"/>
              <a:gd name="connsiteX719" fmla="*/ 242575 w 7472601"/>
              <a:gd name="connsiteY719" fmla="*/ 1958841 h 6858000"/>
              <a:gd name="connsiteX720" fmla="*/ 82197 w 7472601"/>
              <a:gd name="connsiteY720" fmla="*/ 1754826 h 6858000"/>
              <a:gd name="connsiteX721" fmla="*/ 0 w 7472601"/>
              <a:gd name="connsiteY721" fmla="*/ 1679650 h 6858000"/>
              <a:gd name="connsiteX722" fmla="*/ 0 w 7472601"/>
              <a:gd name="connsiteY722" fmla="*/ 1602463 h 6858000"/>
              <a:gd name="connsiteX723" fmla="*/ 84689 w 7472601"/>
              <a:gd name="connsiteY723" fmla="*/ 1677442 h 6858000"/>
              <a:gd name="connsiteX724" fmla="*/ 298437 w 7472601"/>
              <a:gd name="connsiteY724" fmla="*/ 1968019 h 6858000"/>
              <a:gd name="connsiteX725" fmla="*/ 227269 w 7472601"/>
              <a:gd name="connsiteY725" fmla="*/ 1114064 h 6858000"/>
              <a:gd name="connsiteX726" fmla="*/ 248003 w 7472601"/>
              <a:gd name="connsiteY726" fmla="*/ 1089613 h 6858000"/>
              <a:gd name="connsiteX727" fmla="*/ 427020 w 7472601"/>
              <a:gd name="connsiteY727" fmla="*/ 1619803 h 6858000"/>
              <a:gd name="connsiteX728" fmla="*/ 340345 w 7472601"/>
              <a:gd name="connsiteY728" fmla="*/ 2027739 h 6858000"/>
              <a:gd name="connsiteX729" fmla="*/ 360865 w 7472601"/>
              <a:gd name="connsiteY729" fmla="*/ 2044827 h 6858000"/>
              <a:gd name="connsiteX730" fmla="*/ 560414 w 7472601"/>
              <a:gd name="connsiteY730" fmla="*/ 2421457 h 6858000"/>
              <a:gd name="connsiteX731" fmla="*/ 1359703 w 7472601"/>
              <a:gd name="connsiteY731" fmla="*/ 2578554 h 6858000"/>
              <a:gd name="connsiteX732" fmla="*/ 1359422 w 7472601"/>
              <a:gd name="connsiteY732" fmla="*/ 2577994 h 6858000"/>
              <a:gd name="connsiteX733" fmla="*/ 828701 w 7472601"/>
              <a:gd name="connsiteY733" fmla="*/ 1839520 h 6858000"/>
              <a:gd name="connsiteX734" fmla="*/ 494427 w 7472601"/>
              <a:gd name="connsiteY734" fmla="*/ 1092333 h 6858000"/>
              <a:gd name="connsiteX735" fmla="*/ 506322 w 7472601"/>
              <a:gd name="connsiteY735" fmla="*/ 1020997 h 6858000"/>
              <a:gd name="connsiteX736" fmla="*/ 4570198 w 7472601"/>
              <a:gd name="connsiteY736" fmla="*/ 978081 h 6858000"/>
              <a:gd name="connsiteX737" fmla="*/ 4523691 w 7472601"/>
              <a:gd name="connsiteY737" fmla="*/ 1127776 h 6858000"/>
              <a:gd name="connsiteX738" fmla="*/ 4509875 w 7472601"/>
              <a:gd name="connsiteY738" fmla="*/ 1167552 h 6858000"/>
              <a:gd name="connsiteX739" fmla="*/ 4478168 w 7472601"/>
              <a:gd name="connsiteY739" fmla="*/ 1260735 h 6858000"/>
              <a:gd name="connsiteX740" fmla="*/ 4409309 w 7472601"/>
              <a:gd name="connsiteY740" fmla="*/ 1666996 h 6858000"/>
              <a:gd name="connsiteX741" fmla="*/ 4370031 w 7472601"/>
              <a:gd name="connsiteY741" fmla="*/ 1955666 h 6858000"/>
              <a:gd name="connsiteX742" fmla="*/ 4570198 w 7472601"/>
              <a:gd name="connsiteY742" fmla="*/ 978081 h 6858000"/>
              <a:gd name="connsiteX743" fmla="*/ 4557898 w 7472601"/>
              <a:gd name="connsiteY743" fmla="*/ 900011 h 6858000"/>
              <a:gd name="connsiteX744" fmla="*/ 4344840 w 7472601"/>
              <a:gd name="connsiteY744" fmla="*/ 1922038 h 6858000"/>
              <a:gd name="connsiteX745" fmla="*/ 4378710 w 7472601"/>
              <a:gd name="connsiteY745" fmla="*/ 1665516 h 6858000"/>
              <a:gd name="connsiteX746" fmla="*/ 4448798 w 7472601"/>
              <a:gd name="connsiteY746" fmla="*/ 1253024 h 6858000"/>
              <a:gd name="connsiteX747" fmla="*/ 4480315 w 7472601"/>
              <a:gd name="connsiteY747" fmla="*/ 1158454 h 6858000"/>
              <a:gd name="connsiteX748" fmla="*/ 4494133 w 7472601"/>
              <a:gd name="connsiteY748" fmla="*/ 1118676 h 6858000"/>
              <a:gd name="connsiteX749" fmla="*/ 4557898 w 7472601"/>
              <a:gd name="connsiteY749" fmla="*/ 900011 h 6858000"/>
              <a:gd name="connsiteX750" fmla="*/ 5870151 w 7472601"/>
              <a:gd name="connsiteY750" fmla="*/ 898890 h 6858000"/>
              <a:gd name="connsiteX751" fmla="*/ 5861335 w 7472601"/>
              <a:gd name="connsiteY751" fmla="*/ 899177 h 6858000"/>
              <a:gd name="connsiteX752" fmla="*/ 5843702 w 7472601"/>
              <a:gd name="connsiteY752" fmla="*/ 899748 h 6858000"/>
              <a:gd name="connsiteX753" fmla="*/ 5651107 w 7472601"/>
              <a:gd name="connsiteY753" fmla="*/ 920306 h 6858000"/>
              <a:gd name="connsiteX754" fmla="*/ 5459407 w 7472601"/>
              <a:gd name="connsiteY754" fmla="*/ 940975 h 6858000"/>
              <a:gd name="connsiteX755" fmla="*/ 5374846 w 7472601"/>
              <a:gd name="connsiteY755" fmla="*/ 941988 h 6858000"/>
              <a:gd name="connsiteX756" fmla="*/ 5256105 w 7472601"/>
              <a:gd name="connsiteY756" fmla="*/ 945632 h 6858000"/>
              <a:gd name="connsiteX757" fmla="*/ 5107071 w 7472601"/>
              <a:gd name="connsiteY757" fmla="*/ 969720 h 6858000"/>
              <a:gd name="connsiteX758" fmla="*/ 4998681 w 7472601"/>
              <a:gd name="connsiteY758" fmla="*/ 988771 h 6858000"/>
              <a:gd name="connsiteX759" fmla="*/ 5870151 w 7472601"/>
              <a:gd name="connsiteY759" fmla="*/ 898890 h 6858000"/>
              <a:gd name="connsiteX760" fmla="*/ 5504425 w 7472601"/>
              <a:gd name="connsiteY760" fmla="*/ 848067 h 6858000"/>
              <a:gd name="connsiteX761" fmla="*/ 4968849 w 7472601"/>
              <a:gd name="connsiteY761" fmla="*/ 962318 h 6858000"/>
              <a:gd name="connsiteX762" fmla="*/ 5104039 w 7472601"/>
              <a:gd name="connsiteY762" fmla="*/ 940634 h 6858000"/>
              <a:gd name="connsiteX763" fmla="*/ 5256311 w 7472601"/>
              <a:gd name="connsiteY763" fmla="*/ 916490 h 6858000"/>
              <a:gd name="connsiteX764" fmla="*/ 5377381 w 7472601"/>
              <a:gd name="connsiteY764" fmla="*/ 912671 h 6858000"/>
              <a:gd name="connsiteX765" fmla="*/ 5460148 w 7472601"/>
              <a:gd name="connsiteY765" fmla="*/ 911442 h 6858000"/>
              <a:gd name="connsiteX766" fmla="*/ 5648971 w 7472601"/>
              <a:gd name="connsiteY766" fmla="*/ 891331 h 6858000"/>
              <a:gd name="connsiteX767" fmla="*/ 5844807 w 7472601"/>
              <a:gd name="connsiteY767" fmla="*/ 870718 h 6858000"/>
              <a:gd name="connsiteX768" fmla="*/ 5862975 w 7472601"/>
              <a:gd name="connsiteY768" fmla="*/ 869756 h 6858000"/>
              <a:gd name="connsiteX769" fmla="*/ 5920887 w 7472601"/>
              <a:gd name="connsiteY769" fmla="*/ 865929 h 6858000"/>
              <a:gd name="connsiteX770" fmla="*/ 5504425 w 7472601"/>
              <a:gd name="connsiteY770" fmla="*/ 848067 h 6858000"/>
              <a:gd name="connsiteX771" fmla="*/ 3607114 w 7472601"/>
              <a:gd name="connsiteY771" fmla="*/ 467441 h 6858000"/>
              <a:gd name="connsiteX772" fmla="*/ 3296242 w 7472601"/>
              <a:gd name="connsiteY772" fmla="*/ 807991 h 6858000"/>
              <a:gd name="connsiteX773" fmla="*/ 3174674 w 7472601"/>
              <a:gd name="connsiteY773" fmla="*/ 919759 h 6858000"/>
              <a:gd name="connsiteX774" fmla="*/ 3042978 w 7472601"/>
              <a:gd name="connsiteY774" fmla="*/ 1054894 h 6858000"/>
              <a:gd name="connsiteX775" fmla="*/ 2968914 w 7472601"/>
              <a:gd name="connsiteY775" fmla="*/ 1133756 h 6858000"/>
              <a:gd name="connsiteX776" fmla="*/ 3103823 w 7472601"/>
              <a:gd name="connsiteY776" fmla="*/ 1026814 h 6858000"/>
              <a:gd name="connsiteX777" fmla="*/ 3607114 w 7472601"/>
              <a:gd name="connsiteY777" fmla="*/ 467441 h 6858000"/>
              <a:gd name="connsiteX778" fmla="*/ 3744487 w 7472601"/>
              <a:gd name="connsiteY778" fmla="*/ 383136 h 6858000"/>
              <a:gd name="connsiteX779" fmla="*/ 3970213 w 7472601"/>
              <a:gd name="connsiteY779" fmla="*/ 995559 h 6858000"/>
              <a:gd name="connsiteX780" fmla="*/ 3744487 w 7472601"/>
              <a:gd name="connsiteY780" fmla="*/ 383136 h 6858000"/>
              <a:gd name="connsiteX781" fmla="*/ 3624562 w 7472601"/>
              <a:gd name="connsiteY781" fmla="*/ 367041 h 6858000"/>
              <a:gd name="connsiteX782" fmla="*/ 3489712 w 7472601"/>
              <a:gd name="connsiteY782" fmla="*/ 485386 h 6858000"/>
              <a:gd name="connsiteX783" fmla="*/ 3182994 w 7472601"/>
              <a:gd name="connsiteY783" fmla="*/ 828265 h 6858000"/>
              <a:gd name="connsiteX784" fmla="*/ 2892114 w 7472601"/>
              <a:gd name="connsiteY784" fmla="*/ 1172635 h 6858000"/>
              <a:gd name="connsiteX785" fmla="*/ 3021459 w 7472601"/>
              <a:gd name="connsiteY785" fmla="*/ 1035385 h 6858000"/>
              <a:gd name="connsiteX786" fmla="*/ 3153873 w 7472601"/>
              <a:gd name="connsiteY786" fmla="*/ 898971 h 6858000"/>
              <a:gd name="connsiteX787" fmla="*/ 3276511 w 7472601"/>
              <a:gd name="connsiteY787" fmla="*/ 786423 h 6858000"/>
              <a:gd name="connsiteX788" fmla="*/ 3584154 w 7472601"/>
              <a:gd name="connsiteY788" fmla="*/ 448218 h 6858000"/>
              <a:gd name="connsiteX789" fmla="*/ 3624562 w 7472601"/>
              <a:gd name="connsiteY789" fmla="*/ 367041 h 6858000"/>
              <a:gd name="connsiteX790" fmla="*/ 3766672 w 7472601"/>
              <a:gd name="connsiteY790" fmla="*/ 359429 h 6858000"/>
              <a:gd name="connsiteX791" fmla="*/ 3996338 w 7472601"/>
              <a:gd name="connsiteY791" fmla="*/ 968237 h 6858000"/>
              <a:gd name="connsiteX792" fmla="*/ 3766672 w 7472601"/>
              <a:gd name="connsiteY792" fmla="*/ 359429 h 6858000"/>
              <a:gd name="connsiteX793" fmla="*/ 5805386 w 7472601"/>
              <a:gd name="connsiteY793" fmla="*/ 239240 h 6858000"/>
              <a:gd name="connsiteX794" fmla="*/ 5736947 w 7472601"/>
              <a:gd name="connsiteY794" fmla="*/ 261367 h 6858000"/>
              <a:gd name="connsiteX795" fmla="*/ 5427012 w 7472601"/>
              <a:gd name="connsiteY795" fmla="*/ 311272 h 6858000"/>
              <a:gd name="connsiteX796" fmla="*/ 5147818 w 7472601"/>
              <a:gd name="connsiteY796" fmla="*/ 322112 h 6858000"/>
              <a:gd name="connsiteX797" fmla="*/ 5060854 w 7472601"/>
              <a:gd name="connsiteY797" fmla="*/ 311882 h 6858000"/>
              <a:gd name="connsiteX798" fmla="*/ 4945989 w 7472601"/>
              <a:gd name="connsiteY798" fmla="*/ 300516 h 6858000"/>
              <a:gd name="connsiteX799" fmla="*/ 5410479 w 7472601"/>
              <a:gd name="connsiteY799" fmla="*/ 348434 h 6858000"/>
              <a:gd name="connsiteX800" fmla="*/ 5805386 w 7472601"/>
              <a:gd name="connsiteY800" fmla="*/ 239240 h 6858000"/>
              <a:gd name="connsiteX801" fmla="*/ 5905192 w 7472601"/>
              <a:gd name="connsiteY801" fmla="*/ 163079 h 6858000"/>
              <a:gd name="connsiteX802" fmla="*/ 5865655 w 7472601"/>
              <a:gd name="connsiteY802" fmla="*/ 171901 h 6858000"/>
              <a:gd name="connsiteX803" fmla="*/ 5259740 w 7472601"/>
              <a:gd name="connsiteY803" fmla="*/ 257013 h 6858000"/>
              <a:gd name="connsiteX804" fmla="*/ 5208466 w 7472601"/>
              <a:gd name="connsiteY804" fmla="*/ 257550 h 6858000"/>
              <a:gd name="connsiteX805" fmla="*/ 4980204 w 7472601"/>
              <a:gd name="connsiteY805" fmla="*/ 271903 h 6858000"/>
              <a:gd name="connsiteX806" fmla="*/ 5068068 w 7472601"/>
              <a:gd name="connsiteY806" fmla="*/ 282244 h 6858000"/>
              <a:gd name="connsiteX807" fmla="*/ 5153231 w 7472601"/>
              <a:gd name="connsiteY807" fmla="*/ 292240 h 6858000"/>
              <a:gd name="connsiteX808" fmla="*/ 5426491 w 7472601"/>
              <a:gd name="connsiteY808" fmla="*/ 281128 h 6858000"/>
              <a:gd name="connsiteX809" fmla="*/ 5731212 w 7472601"/>
              <a:gd name="connsiteY809" fmla="*/ 231951 h 6858000"/>
              <a:gd name="connsiteX810" fmla="*/ 5905192 w 7472601"/>
              <a:gd name="connsiteY810" fmla="*/ 163079 h 6858000"/>
              <a:gd name="connsiteX811" fmla="*/ 5944437 w 7472601"/>
              <a:gd name="connsiteY811" fmla="*/ 113829 h 6858000"/>
              <a:gd name="connsiteX812" fmla="*/ 5825032 w 7472601"/>
              <a:gd name="connsiteY812" fmla="*/ 146405 h 6858000"/>
              <a:gd name="connsiteX813" fmla="*/ 4955599 w 7472601"/>
              <a:gd name="connsiteY813" fmla="*/ 247008 h 6858000"/>
              <a:gd name="connsiteX814" fmla="*/ 5210104 w 7472601"/>
              <a:gd name="connsiteY814" fmla="*/ 228123 h 6858000"/>
              <a:gd name="connsiteX815" fmla="*/ 5261015 w 7472601"/>
              <a:gd name="connsiteY815" fmla="*/ 227087 h 6858000"/>
              <a:gd name="connsiteX816" fmla="*/ 5861181 w 7472601"/>
              <a:gd name="connsiteY816" fmla="*/ 143093 h 6858000"/>
              <a:gd name="connsiteX817" fmla="*/ 5961252 w 7472601"/>
              <a:gd name="connsiteY817" fmla="*/ 114820 h 6858000"/>
              <a:gd name="connsiteX818" fmla="*/ 5944437 w 7472601"/>
              <a:gd name="connsiteY818" fmla="*/ 113829 h 6858000"/>
              <a:gd name="connsiteX819" fmla="*/ 3882765 w 7472601"/>
              <a:gd name="connsiteY819" fmla="*/ 0 h 6858000"/>
              <a:gd name="connsiteX820" fmla="*/ 3995099 w 7472601"/>
              <a:gd name="connsiteY820" fmla="*/ 0 h 6858000"/>
              <a:gd name="connsiteX821" fmla="*/ 4163818 w 7472601"/>
              <a:gd name="connsiteY821" fmla="*/ 234104 h 6858000"/>
              <a:gd name="connsiteX822" fmla="*/ 4172099 w 7472601"/>
              <a:gd name="connsiteY822" fmla="*/ 234207 h 6858000"/>
              <a:gd name="connsiteX823" fmla="*/ 4784282 w 7472601"/>
              <a:gd name="connsiteY823" fmla="*/ 276561 h 6858000"/>
              <a:gd name="connsiteX824" fmla="*/ 4801687 w 7472601"/>
              <a:gd name="connsiteY824" fmla="*/ 267764 h 6858000"/>
              <a:gd name="connsiteX825" fmla="*/ 6082788 w 7472601"/>
              <a:gd name="connsiteY825" fmla="*/ 64119 h 6858000"/>
              <a:gd name="connsiteX826" fmla="*/ 6099442 w 7472601"/>
              <a:gd name="connsiteY826" fmla="*/ 82568 h 6858000"/>
              <a:gd name="connsiteX827" fmla="*/ 4804137 w 7472601"/>
              <a:gd name="connsiteY827" fmla="*/ 320931 h 6858000"/>
              <a:gd name="connsiteX828" fmla="*/ 4227047 w 7472601"/>
              <a:gd name="connsiteY828" fmla="*/ 313415 h 6858000"/>
              <a:gd name="connsiteX829" fmla="*/ 4346041 w 7472601"/>
              <a:gd name="connsiteY829" fmla="*/ 456086 h 6858000"/>
              <a:gd name="connsiteX830" fmla="*/ 4870967 w 7472601"/>
              <a:gd name="connsiteY830" fmla="*/ 963061 h 6858000"/>
              <a:gd name="connsiteX831" fmla="*/ 4889647 w 7472601"/>
              <a:gd name="connsiteY831" fmla="*/ 957147 h 6858000"/>
              <a:gd name="connsiteX832" fmla="*/ 5422504 w 7472601"/>
              <a:gd name="connsiteY832" fmla="*/ 805191 h 6858000"/>
              <a:gd name="connsiteX833" fmla="*/ 6087656 w 7472601"/>
              <a:gd name="connsiteY833" fmla="*/ 826703 h 6858000"/>
              <a:gd name="connsiteX834" fmla="*/ 6058717 w 7472601"/>
              <a:gd name="connsiteY834" fmla="*/ 865992 h 6858000"/>
              <a:gd name="connsiteX835" fmla="*/ 4974153 w 7472601"/>
              <a:gd name="connsiteY835" fmla="*/ 1045456 h 6858000"/>
              <a:gd name="connsiteX836" fmla="*/ 5627835 w 7472601"/>
              <a:gd name="connsiteY836" fmla="*/ 1472077 h 6858000"/>
              <a:gd name="connsiteX837" fmla="*/ 5629817 w 7472601"/>
              <a:gd name="connsiteY837" fmla="*/ 1471412 h 6858000"/>
              <a:gd name="connsiteX838" fmla="*/ 5634124 w 7472601"/>
              <a:gd name="connsiteY838" fmla="*/ 1470572 h 6858000"/>
              <a:gd name="connsiteX839" fmla="*/ 5755832 w 7472601"/>
              <a:gd name="connsiteY839" fmla="*/ 1383886 h 6858000"/>
              <a:gd name="connsiteX840" fmla="*/ 6014186 w 7472601"/>
              <a:gd name="connsiteY840" fmla="*/ 1279799 h 6858000"/>
              <a:gd name="connsiteX841" fmla="*/ 6901619 w 7472601"/>
              <a:gd name="connsiteY841" fmla="*/ 1047874 h 6858000"/>
              <a:gd name="connsiteX842" fmla="*/ 6931566 w 7472601"/>
              <a:gd name="connsiteY842" fmla="*/ 1062034 h 6858000"/>
              <a:gd name="connsiteX843" fmla="*/ 5790982 w 7472601"/>
              <a:gd name="connsiteY843" fmla="*/ 1561380 h 6858000"/>
              <a:gd name="connsiteX844" fmla="*/ 6188971 w 7472601"/>
              <a:gd name="connsiteY844" fmla="*/ 1755168 h 6858000"/>
              <a:gd name="connsiteX845" fmla="*/ 6202446 w 7472601"/>
              <a:gd name="connsiteY845" fmla="*/ 1752268 h 6858000"/>
              <a:gd name="connsiteX846" fmla="*/ 7179560 w 7472601"/>
              <a:gd name="connsiteY846" fmla="*/ 1467551 h 6858000"/>
              <a:gd name="connsiteX847" fmla="*/ 7158730 w 7472601"/>
              <a:gd name="connsiteY847" fmla="*/ 1507835 h 6858000"/>
              <a:gd name="connsiteX848" fmla="*/ 6326959 w 7472601"/>
              <a:gd name="connsiteY848" fmla="*/ 1817686 h 6858000"/>
              <a:gd name="connsiteX849" fmla="*/ 6537433 w 7472601"/>
              <a:gd name="connsiteY849" fmla="*/ 1907790 h 6858000"/>
              <a:gd name="connsiteX850" fmla="*/ 6550221 w 7472601"/>
              <a:gd name="connsiteY850" fmla="*/ 1910729 h 6858000"/>
              <a:gd name="connsiteX851" fmla="*/ 6964438 w 7472601"/>
              <a:gd name="connsiteY851" fmla="*/ 2209505 h 6858000"/>
              <a:gd name="connsiteX852" fmla="*/ 7367862 w 7472601"/>
              <a:gd name="connsiteY852" fmla="*/ 2806833 h 6858000"/>
              <a:gd name="connsiteX853" fmla="*/ 7364329 w 7472601"/>
              <a:gd name="connsiteY853" fmla="*/ 2826907 h 6858000"/>
              <a:gd name="connsiteX854" fmla="*/ 7290545 w 7472601"/>
              <a:gd name="connsiteY854" fmla="*/ 2850663 h 6858000"/>
              <a:gd name="connsiteX855" fmla="*/ 6472036 w 7472601"/>
              <a:gd name="connsiteY855" fmla="*/ 1959003 h 6858000"/>
              <a:gd name="connsiteX856" fmla="*/ 5792897 w 7472601"/>
              <a:gd name="connsiteY856" fmla="*/ 1647747 h 6858000"/>
              <a:gd name="connsiteX857" fmla="*/ 5842751 w 7472601"/>
              <a:gd name="connsiteY857" fmla="*/ 1816112 h 6858000"/>
              <a:gd name="connsiteX858" fmla="*/ 5847424 w 7472601"/>
              <a:gd name="connsiteY858" fmla="*/ 1815776 h 6858000"/>
              <a:gd name="connsiteX859" fmla="*/ 6399821 w 7472601"/>
              <a:gd name="connsiteY859" fmla="*/ 2344799 h 6858000"/>
              <a:gd name="connsiteX860" fmla="*/ 6323232 w 7472601"/>
              <a:gd name="connsiteY860" fmla="*/ 2389634 h 6858000"/>
              <a:gd name="connsiteX861" fmla="*/ 5942958 w 7472601"/>
              <a:gd name="connsiteY861" fmla="*/ 2077708 h 6858000"/>
              <a:gd name="connsiteX862" fmla="*/ 5921559 w 7472601"/>
              <a:gd name="connsiteY862" fmla="*/ 2378596 h 6858000"/>
              <a:gd name="connsiteX863" fmla="*/ 5817651 w 7472601"/>
              <a:gd name="connsiteY863" fmla="*/ 3023919 h 6858000"/>
              <a:gd name="connsiteX864" fmla="*/ 5729634 w 7472601"/>
              <a:gd name="connsiteY864" fmla="*/ 3051849 h 6858000"/>
              <a:gd name="connsiteX865" fmla="*/ 5611018 w 7472601"/>
              <a:gd name="connsiteY865" fmla="*/ 2316769 h 6858000"/>
              <a:gd name="connsiteX866" fmla="*/ 5687608 w 7472601"/>
              <a:gd name="connsiteY866" fmla="*/ 2039972 h 6858000"/>
              <a:gd name="connsiteX867" fmla="*/ 5657554 w 7472601"/>
              <a:gd name="connsiteY867" fmla="*/ 1576445 h 6858000"/>
              <a:gd name="connsiteX868" fmla="*/ 5150475 w 7472601"/>
              <a:gd name="connsiteY868" fmla="*/ 1274012 h 6858000"/>
              <a:gd name="connsiteX869" fmla="*/ 5349142 w 7472601"/>
              <a:gd name="connsiteY869" fmla="*/ 2204405 h 6858000"/>
              <a:gd name="connsiteX870" fmla="*/ 5262214 w 7472601"/>
              <a:gd name="connsiteY870" fmla="*/ 2233836 h 6858000"/>
              <a:gd name="connsiteX871" fmla="*/ 4981539 w 7472601"/>
              <a:gd name="connsiteY871" fmla="*/ 1542201 h 6858000"/>
              <a:gd name="connsiteX872" fmla="*/ 4958461 w 7472601"/>
              <a:gd name="connsiteY872" fmla="*/ 1136957 h 6858000"/>
              <a:gd name="connsiteX873" fmla="*/ 4655015 w 7472601"/>
              <a:gd name="connsiteY873" fmla="*/ 891426 h 6858000"/>
              <a:gd name="connsiteX874" fmla="*/ 4348002 w 7472601"/>
              <a:gd name="connsiteY874" fmla="*/ 2205895 h 6858000"/>
              <a:gd name="connsiteX875" fmla="*/ 4262250 w 7472601"/>
              <a:gd name="connsiteY875" fmla="*/ 2219972 h 6858000"/>
              <a:gd name="connsiteX876" fmla="*/ 4550611 w 7472601"/>
              <a:gd name="connsiteY876" fmla="*/ 817540 h 6858000"/>
              <a:gd name="connsiteX877" fmla="*/ 4564418 w 7472601"/>
              <a:gd name="connsiteY877" fmla="*/ 808293 h 6858000"/>
              <a:gd name="connsiteX878" fmla="*/ 4266388 w 7472601"/>
              <a:gd name="connsiteY878" fmla="*/ 500083 h 6858000"/>
              <a:gd name="connsiteX879" fmla="*/ 4032842 w 7472601"/>
              <a:gd name="connsiteY879" fmla="*/ 211809 h 6858000"/>
              <a:gd name="connsiteX880" fmla="*/ 3882765 w 7472601"/>
              <a:gd name="connsiteY880" fmla="*/ 0 h 6858000"/>
              <a:gd name="connsiteX881" fmla="*/ 3721337 w 7472601"/>
              <a:gd name="connsiteY881" fmla="*/ 0 h 6858000"/>
              <a:gd name="connsiteX882" fmla="*/ 3797544 w 7472601"/>
              <a:gd name="connsiteY882" fmla="*/ 0 h 6858000"/>
              <a:gd name="connsiteX883" fmla="*/ 3775734 w 7472601"/>
              <a:gd name="connsiteY883" fmla="*/ 95131 h 6858000"/>
              <a:gd name="connsiteX884" fmla="*/ 3724807 w 7472601"/>
              <a:gd name="connsiteY884" fmla="*/ 272257 h 6858000"/>
              <a:gd name="connsiteX885" fmla="*/ 3726844 w 7472601"/>
              <a:gd name="connsiteY885" fmla="*/ 282988 h 6858000"/>
              <a:gd name="connsiteX886" fmla="*/ 3742664 w 7472601"/>
              <a:gd name="connsiteY886" fmla="*/ 279918 h 6858000"/>
              <a:gd name="connsiteX887" fmla="*/ 4103910 w 7472601"/>
              <a:gd name="connsiteY887" fmla="*/ 1161917 h 6858000"/>
              <a:gd name="connsiteX888" fmla="*/ 4020269 w 7472601"/>
              <a:gd name="connsiteY888" fmla="*/ 1200406 h 6858000"/>
              <a:gd name="connsiteX889" fmla="*/ 3674882 w 7472601"/>
              <a:gd name="connsiteY889" fmla="*/ 488524 h 6858000"/>
              <a:gd name="connsiteX890" fmla="*/ 3132682 w 7472601"/>
              <a:gd name="connsiteY890" fmla="*/ 1072284 h 6858000"/>
              <a:gd name="connsiteX891" fmla="*/ 2716346 w 7472601"/>
              <a:gd name="connsiteY891" fmla="*/ 1276376 h 6858000"/>
              <a:gd name="connsiteX892" fmla="*/ 2716772 w 7472601"/>
              <a:gd name="connsiteY892" fmla="*/ 1255462 h 6858000"/>
              <a:gd name="connsiteX893" fmla="*/ 3471096 w 7472601"/>
              <a:gd name="connsiteY893" fmla="*/ 437072 h 6858000"/>
              <a:gd name="connsiteX894" fmla="*/ 3639057 w 7472601"/>
              <a:gd name="connsiteY894" fmla="*/ 286334 h 6858000"/>
              <a:gd name="connsiteX895" fmla="*/ 3640309 w 7472601"/>
              <a:gd name="connsiteY895" fmla="*/ 284664 h 6858000"/>
              <a:gd name="connsiteX896" fmla="*/ 3646022 w 7472601"/>
              <a:gd name="connsiteY896" fmla="*/ 276711 h 6858000"/>
              <a:gd name="connsiteX897" fmla="*/ 3707943 w 7472601"/>
              <a:gd name="connsiteY897" fmla="*/ 65958 h 6858000"/>
              <a:gd name="connsiteX898" fmla="*/ 3721337 w 7472601"/>
              <a:gd name="connsiteY898" fmla="*/ 0 h 6858000"/>
              <a:gd name="connsiteX899" fmla="*/ 2867960 w 7472601"/>
              <a:gd name="connsiteY899" fmla="*/ 0 h 6858000"/>
              <a:gd name="connsiteX900" fmla="*/ 2926351 w 7472601"/>
              <a:gd name="connsiteY900" fmla="*/ 0 h 6858000"/>
              <a:gd name="connsiteX901" fmla="*/ 2902823 w 7472601"/>
              <a:gd name="connsiteY901" fmla="*/ 262929 h 6858000"/>
              <a:gd name="connsiteX902" fmla="*/ 2940663 w 7472601"/>
              <a:gd name="connsiteY902" fmla="*/ 140884 h 6858000"/>
              <a:gd name="connsiteX903" fmla="*/ 2947039 w 7472601"/>
              <a:gd name="connsiteY903" fmla="*/ 122524 h 6858000"/>
              <a:gd name="connsiteX904" fmla="*/ 2984316 w 7472601"/>
              <a:gd name="connsiteY904" fmla="*/ 0 h 6858000"/>
              <a:gd name="connsiteX905" fmla="*/ 3016114 w 7472601"/>
              <a:gd name="connsiteY905" fmla="*/ 0 h 6858000"/>
              <a:gd name="connsiteX906" fmla="*/ 2979949 w 7472601"/>
              <a:gd name="connsiteY906" fmla="*/ 119274 h 6858000"/>
              <a:gd name="connsiteX907" fmla="*/ 3023879 w 7472601"/>
              <a:gd name="connsiteY907" fmla="*/ 0 h 6858000"/>
              <a:gd name="connsiteX908" fmla="*/ 3105400 w 7472601"/>
              <a:gd name="connsiteY908" fmla="*/ 0 h 6858000"/>
              <a:gd name="connsiteX909" fmla="*/ 3094669 w 7472601"/>
              <a:gd name="connsiteY909" fmla="*/ 30308 h 6858000"/>
              <a:gd name="connsiteX910" fmla="*/ 2901945 w 7472601"/>
              <a:gd name="connsiteY910" fmla="*/ 466538 h 6858000"/>
              <a:gd name="connsiteX911" fmla="*/ 2815209 w 7472601"/>
              <a:gd name="connsiteY911" fmla="*/ 497361 h 6858000"/>
              <a:gd name="connsiteX912" fmla="*/ 2844845 w 7472601"/>
              <a:gd name="connsiteY912" fmla="*/ 127638 h 6858000"/>
              <a:gd name="connsiteX913" fmla="*/ 2867960 w 7472601"/>
              <a:gd name="connsiteY913" fmla="*/ 0 h 6858000"/>
              <a:gd name="connsiteX914" fmla="*/ 1057230 w 7472601"/>
              <a:gd name="connsiteY914" fmla="*/ 0 h 6858000"/>
              <a:gd name="connsiteX915" fmla="*/ 1111003 w 7472601"/>
              <a:gd name="connsiteY915" fmla="*/ 0 h 6858000"/>
              <a:gd name="connsiteX916" fmla="*/ 1125553 w 7472601"/>
              <a:gd name="connsiteY916" fmla="*/ 52588 h 6858000"/>
              <a:gd name="connsiteX917" fmla="*/ 1304276 w 7472601"/>
              <a:gd name="connsiteY917" fmla="*/ 476275 h 6858000"/>
              <a:gd name="connsiteX918" fmla="*/ 1492066 w 7472601"/>
              <a:gd name="connsiteY918" fmla="*/ 886333 h 6858000"/>
              <a:gd name="connsiteX919" fmla="*/ 1423698 w 7472601"/>
              <a:gd name="connsiteY919" fmla="*/ 710817 h 6858000"/>
              <a:gd name="connsiteX920" fmla="*/ 1357609 w 7472601"/>
              <a:gd name="connsiteY920" fmla="*/ 532892 h 6858000"/>
              <a:gd name="connsiteX921" fmla="*/ 1309550 w 7472601"/>
              <a:gd name="connsiteY921" fmla="*/ 374031 h 6858000"/>
              <a:gd name="connsiteX922" fmla="*/ 1193673 w 7472601"/>
              <a:gd name="connsiteY922" fmla="*/ 49533 h 6858000"/>
              <a:gd name="connsiteX923" fmla="*/ 1164391 w 7472601"/>
              <a:gd name="connsiteY923" fmla="*/ 0 h 6858000"/>
              <a:gd name="connsiteX924" fmla="*/ 1200666 w 7472601"/>
              <a:gd name="connsiteY924" fmla="*/ 0 h 6858000"/>
              <a:gd name="connsiteX925" fmla="*/ 1223408 w 7472601"/>
              <a:gd name="connsiteY925" fmla="*/ 38996 h 6858000"/>
              <a:gd name="connsiteX926" fmla="*/ 1339635 w 7472601"/>
              <a:gd name="connsiteY926" fmla="*/ 365517 h 6858000"/>
              <a:gd name="connsiteX927" fmla="*/ 1387469 w 7472601"/>
              <a:gd name="connsiteY927" fmla="*/ 523079 h 6858000"/>
              <a:gd name="connsiteX928" fmla="*/ 1452685 w 7472601"/>
              <a:gd name="connsiteY928" fmla="*/ 699806 h 6858000"/>
              <a:gd name="connsiteX929" fmla="*/ 1492092 w 7472601"/>
              <a:gd name="connsiteY929" fmla="*/ 800424 h 6858000"/>
              <a:gd name="connsiteX930" fmla="*/ 1455302 w 7472601"/>
              <a:gd name="connsiteY930" fmla="*/ 632913 h 6858000"/>
              <a:gd name="connsiteX931" fmla="*/ 1222336 w 7472601"/>
              <a:gd name="connsiteY931" fmla="*/ 9480 h 6858000"/>
              <a:gd name="connsiteX932" fmla="*/ 1214634 w 7472601"/>
              <a:gd name="connsiteY932" fmla="*/ 0 h 6858000"/>
              <a:gd name="connsiteX933" fmla="*/ 1289827 w 7472601"/>
              <a:gd name="connsiteY933" fmla="*/ 0 h 6858000"/>
              <a:gd name="connsiteX934" fmla="*/ 1321076 w 7472601"/>
              <a:gd name="connsiteY934" fmla="*/ 59722 h 6858000"/>
              <a:gd name="connsiteX935" fmla="*/ 1512579 w 7472601"/>
              <a:gd name="connsiteY935" fmla="*/ 626441 h 6858000"/>
              <a:gd name="connsiteX936" fmla="*/ 1506076 w 7472601"/>
              <a:gd name="connsiteY936" fmla="*/ 1089289 h 6858000"/>
              <a:gd name="connsiteX937" fmla="*/ 1486346 w 7472601"/>
              <a:gd name="connsiteY937" fmla="*/ 1079919 h 6858000"/>
              <a:gd name="connsiteX938" fmla="*/ 1070511 w 7472601"/>
              <a:gd name="connsiteY938" fmla="*/ 48609 h 6858000"/>
              <a:gd name="connsiteX939" fmla="*/ 1057230 w 7472601"/>
              <a:gd name="connsiteY939" fmla="*/ 0 h 6858000"/>
              <a:gd name="connsiteX940" fmla="*/ 43151 w 7472601"/>
              <a:gd name="connsiteY940" fmla="*/ 0 h 6858000"/>
              <a:gd name="connsiteX941" fmla="*/ 95283 w 7472601"/>
              <a:gd name="connsiteY941" fmla="*/ 0 h 6858000"/>
              <a:gd name="connsiteX942" fmla="*/ 300708 w 7472601"/>
              <a:gd name="connsiteY942" fmla="*/ 154571 h 6858000"/>
              <a:gd name="connsiteX943" fmla="*/ 530414 w 7472601"/>
              <a:gd name="connsiteY943" fmla="*/ 354673 h 6858000"/>
              <a:gd name="connsiteX944" fmla="*/ 333785 w 7472601"/>
              <a:gd name="connsiteY944" fmla="*/ 161564 h 6858000"/>
              <a:gd name="connsiteX945" fmla="*/ 147005 w 7472601"/>
              <a:gd name="connsiteY945" fmla="*/ 0 h 6858000"/>
              <a:gd name="connsiteX946" fmla="*/ 272509 w 7472601"/>
              <a:gd name="connsiteY946" fmla="*/ 0 h 6858000"/>
              <a:gd name="connsiteX947" fmla="*/ 326276 w 7472601"/>
              <a:gd name="connsiteY947" fmla="*/ 45847 h 6858000"/>
              <a:gd name="connsiteX948" fmla="*/ 823759 w 7472601"/>
              <a:gd name="connsiteY948" fmla="*/ 574145 h 6858000"/>
              <a:gd name="connsiteX949" fmla="*/ 811254 w 7472601"/>
              <a:gd name="connsiteY949" fmla="*/ 665546 h 6858000"/>
              <a:gd name="connsiteX950" fmla="*/ 154042 w 7472601"/>
              <a:gd name="connsiteY950" fmla="*/ 261522 h 6858000"/>
              <a:gd name="connsiteX951" fmla="*/ 13550 w 7472601"/>
              <a:gd name="connsiteY951" fmla="*/ 158423 h 6858000"/>
              <a:gd name="connsiteX952" fmla="*/ 0 w 7472601"/>
              <a:gd name="connsiteY952" fmla="*/ 146618 h 6858000"/>
              <a:gd name="connsiteX953" fmla="*/ 0 w 7472601"/>
              <a:gd name="connsiteY953" fmla="*/ 59161 h 6858000"/>
              <a:gd name="connsiteX954" fmla="*/ 45427 w 7472601"/>
              <a:gd name="connsiteY954" fmla="*/ 101078 h 6858000"/>
              <a:gd name="connsiteX955" fmla="*/ 630103 w 7472601"/>
              <a:gd name="connsiteY955" fmla="*/ 485885 h 6858000"/>
              <a:gd name="connsiteX956" fmla="*/ 532040 w 7472601"/>
              <a:gd name="connsiteY956" fmla="*/ 399359 h 6858000"/>
              <a:gd name="connsiteX957" fmla="*/ 517618 w 7472601"/>
              <a:gd name="connsiteY957" fmla="*/ 385726 h 6858000"/>
              <a:gd name="connsiteX958" fmla="*/ 285074 w 7472601"/>
              <a:gd name="connsiteY958" fmla="*/ 182755 h 6858000"/>
              <a:gd name="connsiteX959" fmla="*/ 43151 w 7472601"/>
              <a:gd name="connsiteY959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221686 h 6858000"/>
              <a:gd name="connsiteX78" fmla="*/ 7467600 w 7467663"/>
              <a:gd name="connsiteY78" fmla="*/ 6334256 h 6858000"/>
              <a:gd name="connsiteX79" fmla="*/ 7454976 w 7467663"/>
              <a:gd name="connsiteY79" fmla="*/ 6318297 h 6858000"/>
              <a:gd name="connsiteX80" fmla="*/ 1456157 w 7467663"/>
              <a:gd name="connsiteY80" fmla="*/ 5371404 h 6858000"/>
              <a:gd name="connsiteX81" fmla="*/ 1244432 w 7467663"/>
              <a:gd name="connsiteY81" fmla="*/ 5385601 h 6858000"/>
              <a:gd name="connsiteX82" fmla="*/ 973990 w 7467663"/>
              <a:gd name="connsiteY82" fmla="*/ 5424940 h 6858000"/>
              <a:gd name="connsiteX83" fmla="*/ 1103809 w 7467663"/>
              <a:gd name="connsiteY83" fmla="*/ 5433720 h 6858000"/>
              <a:gd name="connsiteX84" fmla="*/ 1123454 w 7467663"/>
              <a:gd name="connsiteY84" fmla="*/ 5435727 h 6858000"/>
              <a:gd name="connsiteX85" fmla="*/ 1737017 w 7467663"/>
              <a:gd name="connsiteY85" fmla="*/ 5452183 h 6858000"/>
              <a:gd name="connsiteX86" fmla="*/ 1824397 w 7467663"/>
              <a:gd name="connsiteY86" fmla="*/ 5447757 h 6858000"/>
              <a:gd name="connsiteX87" fmla="*/ 2070059 w 7467663"/>
              <a:gd name="connsiteY87" fmla="*/ 5441660 h 6858000"/>
              <a:gd name="connsiteX88" fmla="*/ 1456157 w 7467663"/>
              <a:gd name="connsiteY88" fmla="*/ 5371404 h 6858000"/>
              <a:gd name="connsiteX89" fmla="*/ 4988186 w 7467663"/>
              <a:gd name="connsiteY89" fmla="*/ 5216467 h 6858000"/>
              <a:gd name="connsiteX90" fmla="*/ 4777334 w 7467663"/>
              <a:gd name="connsiteY90" fmla="*/ 5406072 h 6858000"/>
              <a:gd name="connsiteX91" fmla="*/ 4718341 w 7467663"/>
              <a:gd name="connsiteY91" fmla="*/ 5468043 h 6858000"/>
              <a:gd name="connsiteX92" fmla="*/ 4604655 w 7467663"/>
              <a:gd name="connsiteY92" fmla="*/ 5583434 h 6858000"/>
              <a:gd name="connsiteX93" fmla="*/ 4565074 w 7467663"/>
              <a:gd name="connsiteY93" fmla="*/ 5618550 h 6858000"/>
              <a:gd name="connsiteX94" fmla="*/ 4988186 w 7467663"/>
              <a:gd name="connsiteY94" fmla="*/ 5216467 h 6858000"/>
              <a:gd name="connsiteX95" fmla="*/ 4978032 w 7467663"/>
              <a:gd name="connsiteY95" fmla="*/ 5183809 h 6858000"/>
              <a:gd name="connsiteX96" fmla="*/ 4463413 w 7467663"/>
              <a:gd name="connsiteY96" fmla="*/ 5615162 h 6858000"/>
              <a:gd name="connsiteX97" fmla="*/ 4358134 w 7467663"/>
              <a:gd name="connsiteY97" fmla="*/ 5742791 h 6858000"/>
              <a:gd name="connsiteX98" fmla="*/ 4376219 w 7467663"/>
              <a:gd name="connsiteY98" fmla="*/ 5729027 h 6858000"/>
              <a:gd name="connsiteX99" fmla="*/ 4582340 w 7467663"/>
              <a:gd name="connsiteY99" fmla="*/ 5561037 h 6858000"/>
              <a:gd name="connsiteX100" fmla="*/ 4694684 w 7467663"/>
              <a:gd name="connsiteY100" fmla="*/ 5447098 h 6858000"/>
              <a:gd name="connsiteX101" fmla="*/ 4754123 w 7467663"/>
              <a:gd name="connsiteY101" fmla="*/ 5384643 h 6858000"/>
              <a:gd name="connsiteX102" fmla="*/ 4978032 w 7467663"/>
              <a:gd name="connsiteY102" fmla="*/ 5183809 h 6858000"/>
              <a:gd name="connsiteX103" fmla="*/ 1903353 w 7467663"/>
              <a:gd name="connsiteY103" fmla="*/ 5044827 h 6858000"/>
              <a:gd name="connsiteX104" fmla="*/ 1936931 w 7467663"/>
              <a:gd name="connsiteY104" fmla="*/ 5093954 h 6858000"/>
              <a:gd name="connsiteX105" fmla="*/ 2195868 w 7467663"/>
              <a:gd name="connsiteY105" fmla="*/ 5396574 h 6858000"/>
              <a:gd name="connsiteX106" fmla="*/ 2088852 w 7467663"/>
              <a:gd name="connsiteY106" fmla="*/ 5166123 h 6858000"/>
              <a:gd name="connsiteX107" fmla="*/ 1958241 w 7467663"/>
              <a:gd name="connsiteY107" fmla="*/ 5067955 h 6858000"/>
              <a:gd name="connsiteX108" fmla="*/ 1903353 w 7467663"/>
              <a:gd name="connsiteY108" fmla="*/ 5044827 h 6858000"/>
              <a:gd name="connsiteX109" fmla="*/ 1979378 w 7467663"/>
              <a:gd name="connsiteY109" fmla="*/ 4769504 h 6858000"/>
              <a:gd name="connsiteX110" fmla="*/ 2882120 w 7467663"/>
              <a:gd name="connsiteY110" fmla="*/ 5064547 h 6858000"/>
              <a:gd name="connsiteX111" fmla="*/ 2793103 w 7467663"/>
              <a:gd name="connsiteY111" fmla="*/ 5039699 h 6858000"/>
              <a:gd name="connsiteX112" fmla="*/ 2770041 w 7467663"/>
              <a:gd name="connsiteY112" fmla="*/ 5033634 h 6858000"/>
              <a:gd name="connsiteX113" fmla="*/ 1979378 w 7467663"/>
              <a:gd name="connsiteY113" fmla="*/ 4769504 h 6858000"/>
              <a:gd name="connsiteX114" fmla="*/ 1927410 w 7467663"/>
              <a:gd name="connsiteY114" fmla="*/ 4716164 h 6858000"/>
              <a:gd name="connsiteX115" fmla="*/ 1959587 w 7467663"/>
              <a:gd name="connsiteY115" fmla="*/ 4728849 h 6858000"/>
              <a:gd name="connsiteX116" fmla="*/ 2777707 w 7467663"/>
              <a:gd name="connsiteY116" fmla="*/ 5003991 h 6858000"/>
              <a:gd name="connsiteX117" fmla="*/ 2800768 w 7467663"/>
              <a:gd name="connsiteY117" fmla="*/ 5010056 h 6858000"/>
              <a:gd name="connsiteX118" fmla="*/ 2879408 w 7467663"/>
              <a:gd name="connsiteY118" fmla="*/ 5031590 h 6858000"/>
              <a:gd name="connsiteX119" fmla="*/ 2862295 w 7467663"/>
              <a:gd name="connsiteY119" fmla="*/ 5022958 h 6858000"/>
              <a:gd name="connsiteX120" fmla="*/ 2813343 w 7467663"/>
              <a:gd name="connsiteY120" fmla="*/ 4998369 h 6858000"/>
              <a:gd name="connsiteX121" fmla="*/ 2646245 w 7467663"/>
              <a:gd name="connsiteY121" fmla="*/ 4930999 h 6858000"/>
              <a:gd name="connsiteX122" fmla="*/ 1999243 w 7467663"/>
              <a:gd name="connsiteY122" fmla="*/ 4730524 h 6858000"/>
              <a:gd name="connsiteX123" fmla="*/ 1979527 w 7467663"/>
              <a:gd name="connsiteY123" fmla="*/ 4726651 h 6858000"/>
              <a:gd name="connsiteX124" fmla="*/ 1927410 w 7467663"/>
              <a:gd name="connsiteY124" fmla="*/ 4716164 h 6858000"/>
              <a:gd name="connsiteX125" fmla="*/ 1997014 w 7467663"/>
              <a:gd name="connsiteY125" fmla="*/ 4698007 h 6858000"/>
              <a:gd name="connsiteX126" fmla="*/ 2005458 w 7467663"/>
              <a:gd name="connsiteY126" fmla="*/ 4699540 h 6858000"/>
              <a:gd name="connsiteX127" fmla="*/ 2657186 w 7467663"/>
              <a:gd name="connsiteY127" fmla="*/ 4901687 h 6858000"/>
              <a:gd name="connsiteX128" fmla="*/ 2826662 w 7467663"/>
              <a:gd name="connsiteY128" fmla="*/ 4970362 h 6858000"/>
              <a:gd name="connsiteX129" fmla="*/ 2876100 w 7467663"/>
              <a:gd name="connsiteY129" fmla="*/ 4995397 h 6858000"/>
              <a:gd name="connsiteX130" fmla="*/ 3042600 w 7467663"/>
              <a:gd name="connsiteY130" fmla="*/ 5059532 h 6858000"/>
              <a:gd name="connsiteX131" fmla="*/ 1997014 w 7467663"/>
              <a:gd name="connsiteY131" fmla="*/ 4698007 h 6858000"/>
              <a:gd name="connsiteX132" fmla="*/ 2305292 w 7467663"/>
              <a:gd name="connsiteY132" fmla="*/ 4219492 h 6858000"/>
              <a:gd name="connsiteX133" fmla="*/ 3360922 w 7467663"/>
              <a:gd name="connsiteY133" fmla="*/ 4529373 h 6858000"/>
              <a:gd name="connsiteX134" fmla="*/ 3492420 w 7467663"/>
              <a:gd name="connsiteY134" fmla="*/ 4510145 h 6858000"/>
              <a:gd name="connsiteX135" fmla="*/ 3364086 w 7467663"/>
              <a:gd name="connsiteY135" fmla="*/ 4480340 h 6858000"/>
              <a:gd name="connsiteX136" fmla="*/ 3225818 w 7467663"/>
              <a:gd name="connsiteY136" fmla="*/ 4411822 h 6858000"/>
              <a:gd name="connsiteX137" fmla="*/ 3129696 w 7467663"/>
              <a:gd name="connsiteY137" fmla="*/ 4360704 h 6858000"/>
              <a:gd name="connsiteX138" fmla="*/ 2814545 w 7467663"/>
              <a:gd name="connsiteY138" fmla="*/ 4282955 h 6858000"/>
              <a:gd name="connsiteX139" fmla="*/ 2305292 w 7467663"/>
              <a:gd name="connsiteY139" fmla="*/ 4219492 h 6858000"/>
              <a:gd name="connsiteX140" fmla="*/ 2626982 w 7467663"/>
              <a:gd name="connsiteY140" fmla="*/ 4206450 h 6858000"/>
              <a:gd name="connsiteX141" fmla="*/ 2490617 w 7467663"/>
              <a:gd name="connsiteY141" fmla="*/ 4206951 h 6858000"/>
              <a:gd name="connsiteX142" fmla="*/ 2819869 w 7467663"/>
              <a:gd name="connsiteY142" fmla="*/ 4252936 h 6858000"/>
              <a:gd name="connsiteX143" fmla="*/ 3143018 w 7467663"/>
              <a:gd name="connsiteY143" fmla="*/ 4332698 h 6858000"/>
              <a:gd name="connsiteX144" fmla="*/ 3241520 w 7467663"/>
              <a:gd name="connsiteY144" fmla="*/ 4385112 h 6858000"/>
              <a:gd name="connsiteX145" fmla="*/ 3374575 w 7467663"/>
              <a:gd name="connsiteY145" fmla="*/ 4451517 h 6858000"/>
              <a:gd name="connsiteX146" fmla="*/ 3505221 w 7467663"/>
              <a:gd name="connsiteY146" fmla="*/ 4480757 h 6858000"/>
              <a:gd name="connsiteX147" fmla="*/ 2626982 w 7467663"/>
              <a:gd name="connsiteY147" fmla="*/ 4206450 h 6858000"/>
              <a:gd name="connsiteX148" fmla="*/ 1310106 w 7467663"/>
              <a:gd name="connsiteY148" fmla="*/ 3943217 h 6858000"/>
              <a:gd name="connsiteX149" fmla="*/ 854994 w 7467663"/>
              <a:gd name="connsiteY149" fmla="*/ 4399136 h 6858000"/>
              <a:gd name="connsiteX150" fmla="*/ 742462 w 7467663"/>
              <a:gd name="connsiteY150" fmla="*/ 4594648 h 6858000"/>
              <a:gd name="connsiteX151" fmla="*/ 820602 w 7467663"/>
              <a:gd name="connsiteY151" fmla="*/ 4485915 h 6858000"/>
              <a:gd name="connsiteX152" fmla="*/ 878295 w 7467663"/>
              <a:gd name="connsiteY152" fmla="*/ 4403594 h 6858000"/>
              <a:gd name="connsiteX153" fmla="*/ 1240607 w 7467663"/>
              <a:gd name="connsiteY153" fmla="*/ 4010401 h 6858000"/>
              <a:gd name="connsiteX154" fmla="*/ 1310106 w 7467663"/>
              <a:gd name="connsiteY154" fmla="*/ 3943217 h 6858000"/>
              <a:gd name="connsiteX155" fmla="*/ 1423113 w 7467663"/>
              <a:gd name="connsiteY155" fmla="*/ 3874565 h 6858000"/>
              <a:gd name="connsiteX156" fmla="*/ 1260565 w 7467663"/>
              <a:gd name="connsiteY156" fmla="*/ 4031982 h 6858000"/>
              <a:gd name="connsiteX157" fmla="*/ 901900 w 7467663"/>
              <a:gd name="connsiteY157" fmla="*/ 4421236 h 6858000"/>
              <a:gd name="connsiteX158" fmla="*/ 845044 w 7467663"/>
              <a:gd name="connsiteY158" fmla="*/ 4502436 h 6858000"/>
              <a:gd name="connsiteX159" fmla="*/ 685926 w 7467663"/>
              <a:gd name="connsiteY159" fmla="*/ 4703069 h 6858000"/>
              <a:gd name="connsiteX160" fmla="*/ 684248 w 7467663"/>
              <a:gd name="connsiteY160" fmla="*/ 4706721 h 6858000"/>
              <a:gd name="connsiteX161" fmla="*/ 1423113 w 7467663"/>
              <a:gd name="connsiteY161" fmla="*/ 3874565 h 6858000"/>
              <a:gd name="connsiteX162" fmla="*/ 3316479 w 7467663"/>
              <a:gd name="connsiteY162" fmla="*/ 3872136 h 6858000"/>
              <a:gd name="connsiteX163" fmla="*/ 3546806 w 7467663"/>
              <a:gd name="connsiteY163" fmla="*/ 4356139 h 6858000"/>
              <a:gd name="connsiteX164" fmla="*/ 3364433 w 7467663"/>
              <a:gd name="connsiteY164" fmla="*/ 3953121 h 6858000"/>
              <a:gd name="connsiteX165" fmla="*/ 3316479 w 7467663"/>
              <a:gd name="connsiteY165" fmla="*/ 3872136 h 6858000"/>
              <a:gd name="connsiteX166" fmla="*/ 3291335 w 7467663"/>
              <a:gd name="connsiteY166" fmla="*/ 3767420 h 6858000"/>
              <a:gd name="connsiteX167" fmla="*/ 3390805 w 7467663"/>
              <a:gd name="connsiteY167" fmla="*/ 3937163 h 6858000"/>
              <a:gd name="connsiteX168" fmla="*/ 3579062 w 7467663"/>
              <a:gd name="connsiteY168" fmla="*/ 4359040 h 6858000"/>
              <a:gd name="connsiteX169" fmla="*/ 3467355 w 7467663"/>
              <a:gd name="connsiteY169" fmla="*/ 3988130 h 6858000"/>
              <a:gd name="connsiteX170" fmla="*/ 3310753 w 7467663"/>
              <a:gd name="connsiteY170" fmla="*/ 3787140 h 6858000"/>
              <a:gd name="connsiteX171" fmla="*/ 3291335 w 7467663"/>
              <a:gd name="connsiteY171" fmla="*/ 3767420 h 6858000"/>
              <a:gd name="connsiteX172" fmla="*/ 1635889 w 7467663"/>
              <a:gd name="connsiteY172" fmla="*/ 3709494 h 6858000"/>
              <a:gd name="connsiteX173" fmla="*/ 1634800 w 7467663"/>
              <a:gd name="connsiteY173" fmla="*/ 3731111 h 6858000"/>
              <a:gd name="connsiteX174" fmla="*/ 1635889 w 7467663"/>
              <a:gd name="connsiteY174" fmla="*/ 3709494 h 6858000"/>
              <a:gd name="connsiteX175" fmla="*/ 1510397 w 7467663"/>
              <a:gd name="connsiteY175" fmla="*/ 3684705 h 6858000"/>
              <a:gd name="connsiteX176" fmla="*/ 1146550 w 7467663"/>
              <a:gd name="connsiteY176" fmla="*/ 3802012 h 6858000"/>
              <a:gd name="connsiteX177" fmla="*/ 698834 w 7467663"/>
              <a:gd name="connsiteY177" fmla="*/ 3952272 h 6858000"/>
              <a:gd name="connsiteX178" fmla="*/ 34256 w 7467663"/>
              <a:gd name="connsiteY178" fmla="*/ 4347603 h 6858000"/>
              <a:gd name="connsiteX179" fmla="*/ 527241 w 7467663"/>
              <a:gd name="connsiteY179" fmla="*/ 4065078 h 6858000"/>
              <a:gd name="connsiteX180" fmla="*/ 1510397 w 7467663"/>
              <a:gd name="connsiteY180" fmla="*/ 3684705 h 6858000"/>
              <a:gd name="connsiteX181" fmla="*/ 1313114 w 7467663"/>
              <a:gd name="connsiteY181" fmla="*/ 3655216 h 6858000"/>
              <a:gd name="connsiteX182" fmla="*/ 1109304 w 7467663"/>
              <a:gd name="connsiteY182" fmla="*/ 3669030 h 6858000"/>
              <a:gd name="connsiteX183" fmla="*/ 8129 w 7467663"/>
              <a:gd name="connsiteY183" fmla="*/ 4330519 h 6858000"/>
              <a:gd name="connsiteX184" fmla="*/ 687572 w 7467663"/>
              <a:gd name="connsiteY184" fmla="*/ 3925629 h 6858000"/>
              <a:gd name="connsiteX185" fmla="*/ 1138365 w 7467663"/>
              <a:gd name="connsiteY185" fmla="*/ 3774515 h 6858000"/>
              <a:gd name="connsiteX186" fmla="*/ 1505579 w 7467663"/>
              <a:gd name="connsiteY186" fmla="*/ 3655526 h 6858000"/>
              <a:gd name="connsiteX187" fmla="*/ 1313114 w 7467663"/>
              <a:gd name="connsiteY187" fmla="*/ 3655216 h 6858000"/>
              <a:gd name="connsiteX188" fmla="*/ 3655073 w 7467663"/>
              <a:gd name="connsiteY188" fmla="*/ 3650884 h 6858000"/>
              <a:gd name="connsiteX189" fmla="*/ 3989938 w 7467663"/>
              <a:gd name="connsiteY189" fmla="*/ 3991685 h 6858000"/>
              <a:gd name="connsiteX190" fmla="*/ 4393907 w 7467663"/>
              <a:gd name="connsiteY190" fmla="*/ 4261258 h 6858000"/>
              <a:gd name="connsiteX191" fmla="*/ 4648051 w 7467663"/>
              <a:gd name="connsiteY191" fmla="*/ 4374051 h 6858000"/>
              <a:gd name="connsiteX192" fmla="*/ 4383389 w 7467663"/>
              <a:gd name="connsiteY192" fmla="*/ 4184369 h 6858000"/>
              <a:gd name="connsiteX193" fmla="*/ 4165508 w 7467663"/>
              <a:gd name="connsiteY193" fmla="*/ 4035196 h 6858000"/>
              <a:gd name="connsiteX194" fmla="*/ 4068162 w 7467663"/>
              <a:gd name="connsiteY194" fmla="*/ 3953394 h 6858000"/>
              <a:gd name="connsiteX195" fmla="*/ 3981416 w 7467663"/>
              <a:gd name="connsiteY195" fmla="*/ 3880482 h 6858000"/>
              <a:gd name="connsiteX196" fmla="*/ 3800147 w 7467663"/>
              <a:gd name="connsiteY196" fmla="*/ 3749872 h 6858000"/>
              <a:gd name="connsiteX197" fmla="*/ 3655073 w 7467663"/>
              <a:gd name="connsiteY197" fmla="*/ 3650884 h 6858000"/>
              <a:gd name="connsiteX198" fmla="*/ 3670252 w 7467663"/>
              <a:gd name="connsiteY198" fmla="*/ 3622798 h 6858000"/>
              <a:gd name="connsiteX199" fmla="*/ 3817258 w 7467663"/>
              <a:gd name="connsiteY199" fmla="*/ 3723577 h 6858000"/>
              <a:gd name="connsiteX200" fmla="*/ 4000461 w 7467663"/>
              <a:gd name="connsiteY200" fmla="*/ 3855966 h 6858000"/>
              <a:gd name="connsiteX201" fmla="*/ 4088180 w 7467663"/>
              <a:gd name="connsiteY201" fmla="*/ 3929774 h 6858000"/>
              <a:gd name="connsiteX202" fmla="*/ 4184555 w 7467663"/>
              <a:gd name="connsiteY202" fmla="*/ 4010683 h 6858000"/>
              <a:gd name="connsiteX203" fmla="*/ 4399563 w 7467663"/>
              <a:gd name="connsiteY203" fmla="*/ 4158106 h 6858000"/>
              <a:gd name="connsiteX204" fmla="*/ 4684469 w 7467663"/>
              <a:gd name="connsiteY204" fmla="*/ 4364680 h 6858000"/>
              <a:gd name="connsiteX205" fmla="*/ 4690271 w 7467663"/>
              <a:gd name="connsiteY205" fmla="*/ 4370034 h 6858000"/>
              <a:gd name="connsiteX206" fmla="*/ 4136093 w 7467663"/>
              <a:gd name="connsiteY206" fmla="*/ 3858466 h 6858000"/>
              <a:gd name="connsiteX207" fmla="*/ 3670252 w 7467663"/>
              <a:gd name="connsiteY207" fmla="*/ 3622798 h 6858000"/>
              <a:gd name="connsiteX208" fmla="*/ 4440129 w 7467663"/>
              <a:gd name="connsiteY208" fmla="*/ 3448571 h 6858000"/>
              <a:gd name="connsiteX209" fmla="*/ 4856525 w 7467663"/>
              <a:gd name="connsiteY209" fmla="*/ 3915351 h 6858000"/>
              <a:gd name="connsiteX210" fmla="*/ 5059055 w 7467663"/>
              <a:gd name="connsiteY210" fmla="*/ 4108918 h 6858000"/>
              <a:gd name="connsiteX211" fmla="*/ 5290070 w 7467663"/>
              <a:gd name="connsiteY211" fmla="*/ 4263619 h 6858000"/>
              <a:gd name="connsiteX212" fmla="*/ 4834991 w 7467663"/>
              <a:gd name="connsiteY212" fmla="*/ 3830985 h 6858000"/>
              <a:gd name="connsiteX213" fmla="*/ 4440129 w 7467663"/>
              <a:gd name="connsiteY213" fmla="*/ 3448571 h 6858000"/>
              <a:gd name="connsiteX214" fmla="*/ 4441737 w 7467663"/>
              <a:gd name="connsiteY214" fmla="*/ 3399734 h 6858000"/>
              <a:gd name="connsiteX215" fmla="*/ 4431236 w 7467663"/>
              <a:gd name="connsiteY215" fmla="*/ 3400954 h 6858000"/>
              <a:gd name="connsiteX216" fmla="*/ 4557150 w 7467663"/>
              <a:gd name="connsiteY216" fmla="*/ 3510023 h 6858000"/>
              <a:gd name="connsiteX217" fmla="*/ 4856936 w 7467663"/>
              <a:gd name="connsiteY217" fmla="*/ 3809146 h 6858000"/>
              <a:gd name="connsiteX218" fmla="*/ 5111996 w 7467663"/>
              <a:gd name="connsiteY218" fmla="*/ 4065759 h 6858000"/>
              <a:gd name="connsiteX219" fmla="*/ 5388878 w 7467663"/>
              <a:gd name="connsiteY219" fmla="*/ 4300185 h 6858000"/>
              <a:gd name="connsiteX220" fmla="*/ 5425556 w 7467663"/>
              <a:gd name="connsiteY220" fmla="*/ 4308967 h 6858000"/>
              <a:gd name="connsiteX221" fmla="*/ 4943646 w 7467663"/>
              <a:gd name="connsiteY221" fmla="*/ 3822916 h 6858000"/>
              <a:gd name="connsiteX222" fmla="*/ 4594837 w 7467663"/>
              <a:gd name="connsiteY222" fmla="*/ 3532274 h 6858000"/>
              <a:gd name="connsiteX223" fmla="*/ 4441737 w 7467663"/>
              <a:gd name="connsiteY223" fmla="*/ 3399734 h 6858000"/>
              <a:gd name="connsiteX224" fmla="*/ 5425834 w 7467663"/>
              <a:gd name="connsiteY224" fmla="*/ 3162785 h 6858000"/>
              <a:gd name="connsiteX225" fmla="*/ 5401644 w 7467663"/>
              <a:gd name="connsiteY225" fmla="*/ 3617847 h 6858000"/>
              <a:gd name="connsiteX226" fmla="*/ 5467256 w 7467663"/>
              <a:gd name="connsiteY226" fmla="*/ 4175494 h 6858000"/>
              <a:gd name="connsiteX227" fmla="*/ 5448069 w 7467663"/>
              <a:gd name="connsiteY227" fmla="*/ 3567554 h 6858000"/>
              <a:gd name="connsiteX228" fmla="*/ 5425834 w 7467663"/>
              <a:gd name="connsiteY228" fmla="*/ 3162785 h 6858000"/>
              <a:gd name="connsiteX229" fmla="*/ 1318687 w 7467663"/>
              <a:gd name="connsiteY229" fmla="*/ 3113840 h 6858000"/>
              <a:gd name="connsiteX230" fmla="*/ 1066793 w 7467663"/>
              <a:gd name="connsiteY230" fmla="*/ 3212171 h 6858000"/>
              <a:gd name="connsiteX231" fmla="*/ 993319 w 7467663"/>
              <a:gd name="connsiteY231" fmla="*/ 3247648 h 6858000"/>
              <a:gd name="connsiteX232" fmla="*/ 853081 w 7467663"/>
              <a:gd name="connsiteY232" fmla="*/ 3312410 h 6858000"/>
              <a:gd name="connsiteX233" fmla="*/ 805957 w 7467663"/>
              <a:gd name="connsiteY233" fmla="*/ 3330443 h 6858000"/>
              <a:gd name="connsiteX234" fmla="*/ 1318687 w 7467663"/>
              <a:gd name="connsiteY234" fmla="*/ 3113840 h 6858000"/>
              <a:gd name="connsiteX235" fmla="*/ 5453702 w 7467663"/>
              <a:gd name="connsiteY235" fmla="*/ 3090882 h 6858000"/>
              <a:gd name="connsiteX236" fmla="*/ 5480135 w 7467663"/>
              <a:gd name="connsiteY236" fmla="*/ 3565802 h 6858000"/>
              <a:gd name="connsiteX237" fmla="*/ 5499023 w 7467663"/>
              <a:gd name="connsiteY237" fmla="*/ 4166310 h 6858000"/>
              <a:gd name="connsiteX238" fmla="*/ 5547022 w 7467663"/>
              <a:gd name="connsiteY238" fmla="*/ 3607838 h 6858000"/>
              <a:gd name="connsiteX239" fmla="*/ 5515964 w 7467663"/>
              <a:gd name="connsiteY239" fmla="*/ 3378541 h 6858000"/>
              <a:gd name="connsiteX240" fmla="*/ 5453702 w 7467663"/>
              <a:gd name="connsiteY240" fmla="*/ 3090882 h 6858000"/>
              <a:gd name="connsiteX241" fmla="*/ 1238695 w 7467663"/>
              <a:gd name="connsiteY241" fmla="*/ 3076820 h 6858000"/>
              <a:gd name="connsiteX242" fmla="*/ 716371 w 7467663"/>
              <a:gd name="connsiteY242" fmla="*/ 3293249 h 6858000"/>
              <a:gd name="connsiteX243" fmla="*/ 579522 w 7467663"/>
              <a:gd name="connsiteY243" fmla="*/ 3371759 h 6858000"/>
              <a:gd name="connsiteX244" fmla="*/ 600288 w 7467663"/>
              <a:gd name="connsiteY244" fmla="*/ 3365555 h 6858000"/>
              <a:gd name="connsiteX245" fmla="*/ 840692 w 7467663"/>
              <a:gd name="connsiteY245" fmla="*/ 3284921 h 6858000"/>
              <a:gd name="connsiteX246" fmla="*/ 979248 w 7467663"/>
              <a:gd name="connsiteY246" fmla="*/ 3221003 h 6858000"/>
              <a:gd name="connsiteX247" fmla="*/ 1053282 w 7467663"/>
              <a:gd name="connsiteY247" fmla="*/ 3185247 h 6858000"/>
              <a:gd name="connsiteX248" fmla="*/ 1320603 w 7467663"/>
              <a:gd name="connsiteY248" fmla="*/ 3081281 h 6858000"/>
              <a:gd name="connsiteX249" fmla="*/ 1238695 w 7467663"/>
              <a:gd name="connsiteY249" fmla="*/ 3076820 h 6858000"/>
              <a:gd name="connsiteX250" fmla="*/ 5425627 w 7467663"/>
              <a:gd name="connsiteY250" fmla="*/ 2954192 h 6858000"/>
              <a:gd name="connsiteX251" fmla="*/ 5470770 w 7467663"/>
              <a:gd name="connsiteY251" fmla="*/ 3005435 h 6858000"/>
              <a:gd name="connsiteX252" fmla="*/ 5519779 w 7467663"/>
              <a:gd name="connsiteY252" fmla="*/ 4359223 h 6858000"/>
              <a:gd name="connsiteX253" fmla="*/ 5520293 w 7467663"/>
              <a:gd name="connsiteY253" fmla="*/ 4360602 h 6858000"/>
              <a:gd name="connsiteX254" fmla="*/ 5767221 w 7467663"/>
              <a:gd name="connsiteY254" fmla="*/ 4665564 h 6858000"/>
              <a:gd name="connsiteX255" fmla="*/ 6937169 w 7467663"/>
              <a:gd name="connsiteY255" fmla="*/ 4815941 h 6858000"/>
              <a:gd name="connsiteX256" fmla="*/ 6953922 w 7467663"/>
              <a:gd name="connsiteY256" fmla="*/ 4890068 h 6858000"/>
              <a:gd name="connsiteX257" fmla="*/ 6071359 w 7467663"/>
              <a:gd name="connsiteY257" fmla="*/ 4770770 h 6858000"/>
              <a:gd name="connsiteX258" fmla="*/ 6038839 w 7467663"/>
              <a:gd name="connsiteY258" fmla="*/ 4764474 h 6858000"/>
              <a:gd name="connsiteX259" fmla="*/ 6038706 w 7467663"/>
              <a:gd name="connsiteY259" fmla="*/ 4763847 h 6858000"/>
              <a:gd name="connsiteX260" fmla="*/ 6037784 w 7467663"/>
              <a:gd name="connsiteY260" fmla="*/ 4764270 h 6858000"/>
              <a:gd name="connsiteX261" fmla="*/ 6038839 w 7467663"/>
              <a:gd name="connsiteY261" fmla="*/ 4764474 h 6858000"/>
              <a:gd name="connsiteX262" fmla="*/ 6040338 w 7467663"/>
              <a:gd name="connsiteY262" fmla="*/ 4771418 h 6858000"/>
              <a:gd name="connsiteX263" fmla="*/ 6024488 w 7467663"/>
              <a:gd name="connsiteY263" fmla="*/ 4809903 h 6858000"/>
              <a:gd name="connsiteX264" fmla="*/ 5599771 w 7467663"/>
              <a:gd name="connsiteY264" fmla="*/ 5509652 h 6858000"/>
              <a:gd name="connsiteX265" fmla="*/ 5548843 w 7467663"/>
              <a:gd name="connsiteY265" fmla="*/ 5563845 h 6858000"/>
              <a:gd name="connsiteX266" fmla="*/ 5940952 w 7467663"/>
              <a:gd name="connsiteY266" fmla="*/ 6250028 h 6858000"/>
              <a:gd name="connsiteX267" fmla="*/ 6043441 w 7467663"/>
              <a:gd name="connsiteY267" fmla="*/ 6665847 h 6858000"/>
              <a:gd name="connsiteX268" fmla="*/ 6093432 w 7467663"/>
              <a:gd name="connsiteY268" fmla="*/ 6858000 h 6858000"/>
              <a:gd name="connsiteX269" fmla="*/ 6034344 w 7467663"/>
              <a:gd name="connsiteY269" fmla="*/ 6858000 h 6858000"/>
              <a:gd name="connsiteX270" fmla="*/ 6026679 w 7467663"/>
              <a:gd name="connsiteY270" fmla="*/ 6836959 h 6858000"/>
              <a:gd name="connsiteX271" fmla="*/ 5800441 w 7467663"/>
              <a:gd name="connsiteY271" fmla="*/ 6335286 h 6858000"/>
              <a:gd name="connsiteX272" fmla="*/ 5526562 w 7467663"/>
              <a:gd name="connsiteY272" fmla="*/ 5705388 h 6858000"/>
              <a:gd name="connsiteX273" fmla="*/ 5519640 w 7467663"/>
              <a:gd name="connsiteY273" fmla="*/ 5683774 h 6858000"/>
              <a:gd name="connsiteX274" fmla="*/ 5844559 w 7467663"/>
              <a:gd name="connsiteY274" fmla="*/ 6553349 h 6858000"/>
              <a:gd name="connsiteX275" fmla="*/ 5975994 w 7467663"/>
              <a:gd name="connsiteY275" fmla="*/ 6858000 h 6858000"/>
              <a:gd name="connsiteX276" fmla="*/ 5898547 w 7467663"/>
              <a:gd name="connsiteY276" fmla="*/ 6858000 h 6858000"/>
              <a:gd name="connsiteX277" fmla="*/ 5682041 w 7467663"/>
              <a:gd name="connsiteY277" fmla="*/ 6355860 h 6858000"/>
              <a:gd name="connsiteX278" fmla="*/ 5461758 w 7467663"/>
              <a:gd name="connsiteY278" fmla="*/ 5820220 h 6858000"/>
              <a:gd name="connsiteX279" fmla="*/ 5237282 w 7467663"/>
              <a:gd name="connsiteY279" fmla="*/ 6579086 h 6858000"/>
              <a:gd name="connsiteX280" fmla="*/ 5115009 w 7467663"/>
              <a:gd name="connsiteY280" fmla="*/ 6858000 h 6858000"/>
              <a:gd name="connsiteX281" fmla="*/ 5028074 w 7467663"/>
              <a:gd name="connsiteY281" fmla="*/ 6858000 h 6858000"/>
              <a:gd name="connsiteX282" fmla="*/ 5079508 w 7467663"/>
              <a:gd name="connsiteY282" fmla="*/ 6749074 h 6858000"/>
              <a:gd name="connsiteX283" fmla="*/ 5371846 w 7467663"/>
              <a:gd name="connsiteY283" fmla="*/ 5924413 h 6858000"/>
              <a:gd name="connsiteX284" fmla="*/ 5270512 w 7467663"/>
              <a:gd name="connsiteY284" fmla="*/ 6138975 h 6858000"/>
              <a:gd name="connsiteX285" fmla="*/ 5062409 w 7467663"/>
              <a:gd name="connsiteY285" fmla="*/ 6653544 h 6858000"/>
              <a:gd name="connsiteX286" fmla="*/ 5036628 w 7467663"/>
              <a:gd name="connsiteY286" fmla="*/ 6754247 h 6858000"/>
              <a:gd name="connsiteX287" fmla="*/ 5009112 w 7467663"/>
              <a:gd name="connsiteY287" fmla="*/ 6858000 h 6858000"/>
              <a:gd name="connsiteX288" fmla="*/ 4976679 w 7467663"/>
              <a:gd name="connsiteY288" fmla="*/ 6858000 h 6858000"/>
              <a:gd name="connsiteX289" fmla="*/ 5006537 w 7467663"/>
              <a:gd name="connsiteY289" fmla="*/ 6747068 h 6858000"/>
              <a:gd name="connsiteX290" fmla="*/ 5032723 w 7467663"/>
              <a:gd name="connsiteY290" fmla="*/ 6644957 h 6858000"/>
              <a:gd name="connsiteX291" fmla="*/ 5242949 w 7467663"/>
              <a:gd name="connsiteY291" fmla="*/ 6125175 h 6858000"/>
              <a:gd name="connsiteX292" fmla="*/ 5286321 w 7467663"/>
              <a:gd name="connsiteY292" fmla="*/ 6033555 h 6858000"/>
              <a:gd name="connsiteX293" fmla="*/ 5008210 w 7467663"/>
              <a:gd name="connsiteY293" fmla="*/ 6649194 h 6858000"/>
              <a:gd name="connsiteX294" fmla="*/ 4986321 w 7467663"/>
              <a:gd name="connsiteY294" fmla="*/ 6765687 h 6858000"/>
              <a:gd name="connsiteX295" fmla="*/ 4973474 w 7467663"/>
              <a:gd name="connsiteY295" fmla="*/ 6858000 h 6858000"/>
              <a:gd name="connsiteX296" fmla="*/ 4907178 w 7467663"/>
              <a:gd name="connsiteY296" fmla="*/ 6858000 h 6858000"/>
              <a:gd name="connsiteX297" fmla="*/ 4910810 w 7467663"/>
              <a:gd name="connsiteY297" fmla="*/ 6829660 h 6858000"/>
              <a:gd name="connsiteX298" fmla="*/ 4987461 w 7467663"/>
              <a:gd name="connsiteY298" fmla="*/ 6432994 h 6858000"/>
              <a:gd name="connsiteX299" fmla="*/ 5179262 w 7467663"/>
              <a:gd name="connsiteY299" fmla="*/ 6035044 h 6858000"/>
              <a:gd name="connsiteX300" fmla="*/ 4689678 w 7467663"/>
              <a:gd name="connsiteY300" fmla="*/ 6440241 h 6858000"/>
              <a:gd name="connsiteX301" fmla="*/ 4477543 w 7467663"/>
              <a:gd name="connsiteY301" fmla="*/ 6674836 h 6858000"/>
              <a:gd name="connsiteX302" fmla="*/ 4329957 w 7467663"/>
              <a:gd name="connsiteY302" fmla="*/ 6858000 h 6858000"/>
              <a:gd name="connsiteX303" fmla="*/ 4218595 w 7467663"/>
              <a:gd name="connsiteY303" fmla="*/ 6858000 h 6858000"/>
              <a:gd name="connsiteX304" fmla="*/ 4368888 w 7467663"/>
              <a:gd name="connsiteY304" fmla="*/ 6668412 h 6858000"/>
              <a:gd name="connsiteX305" fmla="*/ 4563091 w 7467663"/>
              <a:gd name="connsiteY305" fmla="*/ 6442508 h 6858000"/>
              <a:gd name="connsiteX306" fmla="*/ 5387324 w 7467663"/>
              <a:gd name="connsiteY306" fmla="*/ 5705830 h 6858000"/>
              <a:gd name="connsiteX307" fmla="*/ 5073620 w 7467663"/>
              <a:gd name="connsiteY307" fmla="*/ 5955437 h 6858000"/>
              <a:gd name="connsiteX308" fmla="*/ 4689789 w 7467663"/>
              <a:gd name="connsiteY308" fmla="*/ 6268382 h 6858000"/>
              <a:gd name="connsiteX309" fmla="*/ 4418722 w 7467663"/>
              <a:gd name="connsiteY309" fmla="*/ 6570886 h 6858000"/>
              <a:gd name="connsiteX310" fmla="*/ 4214944 w 7467663"/>
              <a:gd name="connsiteY310" fmla="*/ 6858000 h 6858000"/>
              <a:gd name="connsiteX311" fmla="*/ 4177898 w 7467663"/>
              <a:gd name="connsiteY311" fmla="*/ 6858000 h 6858000"/>
              <a:gd name="connsiteX312" fmla="*/ 4391597 w 7467663"/>
              <a:gd name="connsiteY312" fmla="*/ 6556370 h 6858000"/>
              <a:gd name="connsiteX313" fmla="*/ 4668889 w 7467663"/>
              <a:gd name="connsiteY313" fmla="*/ 6246399 h 6858000"/>
              <a:gd name="connsiteX314" fmla="*/ 5055427 w 7467663"/>
              <a:gd name="connsiteY314" fmla="*/ 5931476 h 6858000"/>
              <a:gd name="connsiteX315" fmla="*/ 5371814 w 7467663"/>
              <a:gd name="connsiteY315" fmla="*/ 5678975 h 6858000"/>
              <a:gd name="connsiteX316" fmla="*/ 4987918 w 7467663"/>
              <a:gd name="connsiteY316" fmla="*/ 5838701 h 6858000"/>
              <a:gd name="connsiteX317" fmla="*/ 4317146 w 7467663"/>
              <a:gd name="connsiteY317" fmla="*/ 6587716 h 6858000"/>
              <a:gd name="connsiteX318" fmla="*/ 4171627 w 7467663"/>
              <a:gd name="connsiteY318" fmla="*/ 6858000 h 6858000"/>
              <a:gd name="connsiteX319" fmla="*/ 4081585 w 7467663"/>
              <a:gd name="connsiteY319" fmla="*/ 6858000 h 6858000"/>
              <a:gd name="connsiteX320" fmla="*/ 4238603 w 7467663"/>
              <a:gd name="connsiteY320" fmla="*/ 6559341 h 6858000"/>
              <a:gd name="connsiteX321" fmla="*/ 4778333 w 7467663"/>
              <a:gd name="connsiteY321" fmla="*/ 5873626 h 6858000"/>
              <a:gd name="connsiteX322" fmla="*/ 5414185 w 7467663"/>
              <a:gd name="connsiteY322" fmla="*/ 5573882 h 6858000"/>
              <a:gd name="connsiteX323" fmla="*/ 5959648 w 7467663"/>
              <a:gd name="connsiteY323" fmla="*/ 4760797 h 6858000"/>
              <a:gd name="connsiteX324" fmla="*/ 5355019 w 7467663"/>
              <a:gd name="connsiteY324" fmla="*/ 4734672 h 6858000"/>
              <a:gd name="connsiteX325" fmla="*/ 5083565 w 7467663"/>
              <a:gd name="connsiteY325" fmla="*/ 5179121 h 6858000"/>
              <a:gd name="connsiteX326" fmla="*/ 4713577 w 7467663"/>
              <a:gd name="connsiteY326" fmla="*/ 5616803 h 6858000"/>
              <a:gd name="connsiteX327" fmla="*/ 3989559 w 7467663"/>
              <a:gd name="connsiteY327" fmla="*/ 6145945 h 6858000"/>
              <a:gd name="connsiteX328" fmla="*/ 3939824 w 7467663"/>
              <a:gd name="connsiteY328" fmla="*/ 6066900 h 6858000"/>
              <a:gd name="connsiteX329" fmla="*/ 4584537 w 7467663"/>
              <a:gd name="connsiteY329" fmla="*/ 5324826 h 6858000"/>
              <a:gd name="connsiteX330" fmla="*/ 5037105 w 7467663"/>
              <a:gd name="connsiteY330" fmla="*/ 5088765 h 6858000"/>
              <a:gd name="connsiteX331" fmla="*/ 5039930 w 7467663"/>
              <a:gd name="connsiteY331" fmla="*/ 5089585 h 6858000"/>
              <a:gd name="connsiteX332" fmla="*/ 5263764 w 7467663"/>
              <a:gd name="connsiteY332" fmla="*/ 4735525 h 6858000"/>
              <a:gd name="connsiteX333" fmla="*/ 4086300 w 7467663"/>
              <a:gd name="connsiteY333" fmla="*/ 4884599 h 6858000"/>
              <a:gd name="connsiteX334" fmla="*/ 4085485 w 7467663"/>
              <a:gd name="connsiteY334" fmla="*/ 4899070 h 6858000"/>
              <a:gd name="connsiteX335" fmla="*/ 3871915 w 7467663"/>
              <a:gd name="connsiteY335" fmla="*/ 5253645 h 6858000"/>
              <a:gd name="connsiteX336" fmla="*/ 3799374 w 7467663"/>
              <a:gd name="connsiteY336" fmla="*/ 5466127 h 6858000"/>
              <a:gd name="connsiteX337" fmla="*/ 3498850 w 7467663"/>
              <a:gd name="connsiteY337" fmla="*/ 6661888 h 6858000"/>
              <a:gd name="connsiteX338" fmla="*/ 3399216 w 7467663"/>
              <a:gd name="connsiteY338" fmla="*/ 6858000 h 6858000"/>
              <a:gd name="connsiteX339" fmla="*/ 3303688 w 7467663"/>
              <a:gd name="connsiteY339" fmla="*/ 6858000 h 6858000"/>
              <a:gd name="connsiteX340" fmla="*/ 3391774 w 7467663"/>
              <a:gd name="connsiteY340" fmla="*/ 6697181 h 6858000"/>
              <a:gd name="connsiteX341" fmla="*/ 3735540 w 7467663"/>
              <a:gd name="connsiteY341" fmla="*/ 5546923 h 6858000"/>
              <a:gd name="connsiteX342" fmla="*/ 3729438 w 7467663"/>
              <a:gd name="connsiteY342" fmla="*/ 5569058 h 6858000"/>
              <a:gd name="connsiteX343" fmla="*/ 3707782 w 7467663"/>
              <a:gd name="connsiteY343" fmla="*/ 5644908 h 6858000"/>
              <a:gd name="connsiteX344" fmla="*/ 3583827 w 7467663"/>
              <a:gd name="connsiteY344" fmla="*/ 6039215 h 6858000"/>
              <a:gd name="connsiteX345" fmla="*/ 3547861 w 7467663"/>
              <a:gd name="connsiteY345" fmla="*/ 6129609 h 6858000"/>
              <a:gd name="connsiteX346" fmla="*/ 3490905 w 7467663"/>
              <a:gd name="connsiteY346" fmla="*/ 6277660 h 6858000"/>
              <a:gd name="connsiteX347" fmla="*/ 3455859 w 7467663"/>
              <a:gd name="connsiteY347" fmla="*/ 6391301 h 6858000"/>
              <a:gd name="connsiteX348" fmla="*/ 3429112 w 7467663"/>
              <a:gd name="connsiteY348" fmla="*/ 6479469 h 6858000"/>
              <a:gd name="connsiteX349" fmla="*/ 3304862 w 7467663"/>
              <a:gd name="connsiteY349" fmla="*/ 6796476 h 6858000"/>
              <a:gd name="connsiteX350" fmla="*/ 3276071 w 7467663"/>
              <a:gd name="connsiteY350" fmla="*/ 6858000 h 6858000"/>
              <a:gd name="connsiteX351" fmla="*/ 3240805 w 7467663"/>
              <a:gd name="connsiteY351" fmla="*/ 6858000 h 6858000"/>
              <a:gd name="connsiteX352" fmla="*/ 3275917 w 7467663"/>
              <a:gd name="connsiteY352" fmla="*/ 6783192 h 6858000"/>
              <a:gd name="connsiteX353" fmla="*/ 3399358 w 7467663"/>
              <a:gd name="connsiteY353" fmla="*/ 6469011 h 6858000"/>
              <a:gd name="connsiteX354" fmla="*/ 3425650 w 7467663"/>
              <a:gd name="connsiteY354" fmla="*/ 6381333 h 6858000"/>
              <a:gd name="connsiteX355" fmla="*/ 3460661 w 7467663"/>
              <a:gd name="connsiteY355" fmla="*/ 6266763 h 6858000"/>
              <a:gd name="connsiteX356" fmla="*/ 3518021 w 7467663"/>
              <a:gd name="connsiteY356" fmla="*/ 6117298 h 6858000"/>
              <a:gd name="connsiteX357" fmla="*/ 3554035 w 7467663"/>
              <a:gd name="connsiteY357" fmla="*/ 6027832 h 6858000"/>
              <a:gd name="connsiteX358" fmla="*/ 3677174 w 7467663"/>
              <a:gd name="connsiteY358" fmla="*/ 5636351 h 6858000"/>
              <a:gd name="connsiteX359" fmla="*/ 3698819 w 7467663"/>
              <a:gd name="connsiteY359" fmla="*/ 5560503 h 6858000"/>
              <a:gd name="connsiteX360" fmla="*/ 3702094 w 7467663"/>
              <a:gd name="connsiteY360" fmla="*/ 5549194 h 6858000"/>
              <a:gd name="connsiteX361" fmla="*/ 3398355 w 7467663"/>
              <a:gd name="connsiteY361" fmla="*/ 6094603 h 6858000"/>
              <a:gd name="connsiteX362" fmla="*/ 3193941 w 7467663"/>
              <a:gd name="connsiteY362" fmla="*/ 6798775 h 6858000"/>
              <a:gd name="connsiteX363" fmla="*/ 3184140 w 7467663"/>
              <a:gd name="connsiteY363" fmla="*/ 6858000 h 6858000"/>
              <a:gd name="connsiteX364" fmla="*/ 3099978 w 7467663"/>
              <a:gd name="connsiteY364" fmla="*/ 6858000 h 6858000"/>
              <a:gd name="connsiteX365" fmla="*/ 3101556 w 7467663"/>
              <a:gd name="connsiteY365" fmla="*/ 6843337 h 6858000"/>
              <a:gd name="connsiteX366" fmla="*/ 3370162 w 7467663"/>
              <a:gd name="connsiteY366" fmla="*/ 5785550 h 6858000"/>
              <a:gd name="connsiteX367" fmla="*/ 3746477 w 7467663"/>
              <a:gd name="connsiteY367" fmla="*/ 5377889 h 6858000"/>
              <a:gd name="connsiteX368" fmla="*/ 3863399 w 7467663"/>
              <a:gd name="connsiteY368" fmla="*/ 5087257 h 6858000"/>
              <a:gd name="connsiteX369" fmla="*/ 3968712 w 7467663"/>
              <a:gd name="connsiteY369" fmla="*/ 4913989 h 6858000"/>
              <a:gd name="connsiteX370" fmla="*/ 2792390 w 7467663"/>
              <a:gd name="connsiteY370" fmla="*/ 5382974 h 6858000"/>
              <a:gd name="connsiteX371" fmla="*/ 2714982 w 7467663"/>
              <a:gd name="connsiteY371" fmla="*/ 5427051 h 6858000"/>
              <a:gd name="connsiteX372" fmla="*/ 2813361 w 7467663"/>
              <a:gd name="connsiteY372" fmla="*/ 6023912 h 6858000"/>
              <a:gd name="connsiteX373" fmla="*/ 2688430 w 7467663"/>
              <a:gd name="connsiteY373" fmla="*/ 6801564 h 6858000"/>
              <a:gd name="connsiteX374" fmla="*/ 2629626 w 7467663"/>
              <a:gd name="connsiteY374" fmla="*/ 6763394 h 6858000"/>
              <a:gd name="connsiteX375" fmla="*/ 2565328 w 7467663"/>
              <a:gd name="connsiteY375" fmla="*/ 5516399 h 6858000"/>
              <a:gd name="connsiteX376" fmla="*/ 1922999 w 7467663"/>
              <a:gd name="connsiteY376" fmla="*/ 5980343 h 6858000"/>
              <a:gd name="connsiteX377" fmla="*/ 1950261 w 7467663"/>
              <a:gd name="connsiteY377" fmla="*/ 6405858 h 6858000"/>
              <a:gd name="connsiteX378" fmla="*/ 2365554 w 7467663"/>
              <a:gd name="connsiteY378" fmla="*/ 6759107 h 6858000"/>
              <a:gd name="connsiteX379" fmla="*/ 2424142 w 7467663"/>
              <a:gd name="connsiteY379" fmla="*/ 6858000 h 6858000"/>
              <a:gd name="connsiteX380" fmla="*/ 2395994 w 7467663"/>
              <a:gd name="connsiteY380" fmla="*/ 6858000 h 6858000"/>
              <a:gd name="connsiteX381" fmla="*/ 2392863 w 7467663"/>
              <a:gd name="connsiteY381" fmla="*/ 6852964 h 6858000"/>
              <a:gd name="connsiteX382" fmla="*/ 2017589 w 7467663"/>
              <a:gd name="connsiteY382" fmla="*/ 6493982 h 6858000"/>
              <a:gd name="connsiteX383" fmla="*/ 2147336 w 7467663"/>
              <a:gd name="connsiteY383" fmla="*/ 6594052 h 6858000"/>
              <a:gd name="connsiteX384" fmla="*/ 2207047 w 7467663"/>
              <a:gd name="connsiteY384" fmla="*/ 6654540 h 6858000"/>
              <a:gd name="connsiteX385" fmla="*/ 2299106 w 7467663"/>
              <a:gd name="connsiteY385" fmla="*/ 6778931 h 6858000"/>
              <a:gd name="connsiteX386" fmla="*/ 2314430 w 7467663"/>
              <a:gd name="connsiteY386" fmla="*/ 6801144 h 6858000"/>
              <a:gd name="connsiteX387" fmla="*/ 2352406 w 7467663"/>
              <a:gd name="connsiteY387" fmla="*/ 6858000 h 6858000"/>
              <a:gd name="connsiteX388" fmla="*/ 2314492 w 7467663"/>
              <a:gd name="connsiteY388" fmla="*/ 6858000 h 6858000"/>
              <a:gd name="connsiteX389" fmla="*/ 2288095 w 7467663"/>
              <a:gd name="connsiteY389" fmla="*/ 6818030 h 6858000"/>
              <a:gd name="connsiteX390" fmla="*/ 2272768 w 7467663"/>
              <a:gd name="connsiteY390" fmla="*/ 6795822 h 6858000"/>
              <a:gd name="connsiteX391" fmla="*/ 2182715 w 7467663"/>
              <a:gd name="connsiteY391" fmla="*/ 6675071 h 6858000"/>
              <a:gd name="connsiteX392" fmla="*/ 2032061 w 7467663"/>
              <a:gd name="connsiteY392" fmla="*/ 6541380 h 6858000"/>
              <a:gd name="connsiteX393" fmla="*/ 2257220 w 7467663"/>
              <a:gd name="connsiteY393" fmla="*/ 6826257 h 6858000"/>
              <a:gd name="connsiteX394" fmla="*/ 2281324 w 7467663"/>
              <a:gd name="connsiteY394" fmla="*/ 6858000 h 6858000"/>
              <a:gd name="connsiteX395" fmla="*/ 2242860 w 7467663"/>
              <a:gd name="connsiteY395" fmla="*/ 6858000 h 6858000"/>
              <a:gd name="connsiteX396" fmla="*/ 2232818 w 7467663"/>
              <a:gd name="connsiteY396" fmla="*/ 6844926 h 6858000"/>
              <a:gd name="connsiteX397" fmla="*/ 1990172 w 7467663"/>
              <a:gd name="connsiteY397" fmla="*/ 6542121 h 6858000"/>
              <a:gd name="connsiteX398" fmla="*/ 2124090 w 7467663"/>
              <a:gd name="connsiteY398" fmla="*/ 6761017 h 6858000"/>
              <a:gd name="connsiteX399" fmla="*/ 2200380 w 7467663"/>
              <a:gd name="connsiteY399" fmla="*/ 6858000 h 6858000"/>
              <a:gd name="connsiteX400" fmla="*/ 2147507 w 7467663"/>
              <a:gd name="connsiteY400" fmla="*/ 6858000 h 6858000"/>
              <a:gd name="connsiteX401" fmla="*/ 2070668 w 7467663"/>
              <a:gd name="connsiteY401" fmla="*/ 6761520 h 6858000"/>
              <a:gd name="connsiteX402" fmla="*/ 1975142 w 7467663"/>
              <a:gd name="connsiteY402" fmla="*/ 6585570 h 6858000"/>
              <a:gd name="connsiteX403" fmla="*/ 2050035 w 7467663"/>
              <a:gd name="connsiteY403" fmla="*/ 6813345 h 6858000"/>
              <a:gd name="connsiteX404" fmla="*/ 2063025 w 7467663"/>
              <a:gd name="connsiteY404" fmla="*/ 6858000 h 6858000"/>
              <a:gd name="connsiteX405" fmla="*/ 2021675 w 7467663"/>
              <a:gd name="connsiteY405" fmla="*/ 6858000 h 6858000"/>
              <a:gd name="connsiteX406" fmla="*/ 2019308 w 7467663"/>
              <a:gd name="connsiteY406" fmla="*/ 6847118 h 6858000"/>
              <a:gd name="connsiteX407" fmla="*/ 1938835 w 7467663"/>
              <a:gd name="connsiteY407" fmla="*/ 6551160 h 6858000"/>
              <a:gd name="connsiteX408" fmla="*/ 1953230 w 7467663"/>
              <a:gd name="connsiteY408" fmla="*/ 6759699 h 6858000"/>
              <a:gd name="connsiteX409" fmla="*/ 1956763 w 7467663"/>
              <a:gd name="connsiteY409" fmla="*/ 6778191 h 6858000"/>
              <a:gd name="connsiteX410" fmla="*/ 1967925 w 7467663"/>
              <a:gd name="connsiteY410" fmla="*/ 6858000 h 6858000"/>
              <a:gd name="connsiteX411" fmla="*/ 1936622 w 7467663"/>
              <a:gd name="connsiteY411" fmla="*/ 6858000 h 6858000"/>
              <a:gd name="connsiteX412" fmla="*/ 1926261 w 7467663"/>
              <a:gd name="connsiteY412" fmla="*/ 6784064 h 6858000"/>
              <a:gd name="connsiteX413" fmla="*/ 1922724 w 7467663"/>
              <a:gd name="connsiteY413" fmla="*/ 6765577 h 6858000"/>
              <a:gd name="connsiteX414" fmla="*/ 1904650 w 7467663"/>
              <a:gd name="connsiteY414" fmla="*/ 6639616 h 6858000"/>
              <a:gd name="connsiteX415" fmla="*/ 1885273 w 7467663"/>
              <a:gd name="connsiteY415" fmla="*/ 6858000 h 6858000"/>
              <a:gd name="connsiteX416" fmla="*/ 1854363 w 7467663"/>
              <a:gd name="connsiteY416" fmla="*/ 6858000 h 6858000"/>
              <a:gd name="connsiteX417" fmla="*/ 1880391 w 7467663"/>
              <a:gd name="connsiteY417" fmla="*/ 6603796 h 6858000"/>
              <a:gd name="connsiteX418" fmla="*/ 1818273 w 7467663"/>
              <a:gd name="connsiteY418" fmla="*/ 6715729 h 6858000"/>
              <a:gd name="connsiteX419" fmla="*/ 1794691 w 7467663"/>
              <a:gd name="connsiteY419" fmla="*/ 6843239 h 6858000"/>
              <a:gd name="connsiteX420" fmla="*/ 1794914 w 7467663"/>
              <a:gd name="connsiteY420" fmla="*/ 6858000 h 6858000"/>
              <a:gd name="connsiteX421" fmla="*/ 1746128 w 7467663"/>
              <a:gd name="connsiteY421" fmla="*/ 6858000 h 6858000"/>
              <a:gd name="connsiteX422" fmla="*/ 1753934 w 7467663"/>
              <a:gd name="connsiteY422" fmla="*/ 6724796 h 6858000"/>
              <a:gd name="connsiteX423" fmla="*/ 1792053 w 7467663"/>
              <a:gd name="connsiteY423" fmla="*/ 6572396 h 6858000"/>
              <a:gd name="connsiteX424" fmla="*/ 1862248 w 7467663"/>
              <a:gd name="connsiteY424" fmla="*/ 6266397 h 6858000"/>
              <a:gd name="connsiteX425" fmla="*/ 1862250 w 7467663"/>
              <a:gd name="connsiteY425" fmla="*/ 6033531 h 6858000"/>
              <a:gd name="connsiteX426" fmla="*/ 1211999 w 7467663"/>
              <a:gd name="connsiteY426" fmla="*/ 6683610 h 6858000"/>
              <a:gd name="connsiteX427" fmla="*/ 1213266 w 7467663"/>
              <a:gd name="connsiteY427" fmla="*/ 6691947 h 6858000"/>
              <a:gd name="connsiteX428" fmla="*/ 1203370 w 7467663"/>
              <a:gd name="connsiteY428" fmla="*/ 6850676 h 6858000"/>
              <a:gd name="connsiteX429" fmla="*/ 1203671 w 7467663"/>
              <a:gd name="connsiteY429" fmla="*/ 6858000 h 6858000"/>
              <a:gd name="connsiteX430" fmla="*/ 1143180 w 7467663"/>
              <a:gd name="connsiteY430" fmla="*/ 6858000 h 6858000"/>
              <a:gd name="connsiteX431" fmla="*/ 1142176 w 7467663"/>
              <a:gd name="connsiteY431" fmla="*/ 6766045 h 6858000"/>
              <a:gd name="connsiteX432" fmla="*/ 1067484 w 7467663"/>
              <a:gd name="connsiteY432" fmla="*/ 6858000 h 6858000"/>
              <a:gd name="connsiteX433" fmla="*/ 953928 w 7467663"/>
              <a:gd name="connsiteY433" fmla="*/ 6858000 h 6858000"/>
              <a:gd name="connsiteX434" fmla="*/ 959715 w 7467663"/>
              <a:gd name="connsiteY434" fmla="*/ 6850185 h 6858000"/>
              <a:gd name="connsiteX435" fmla="*/ 1483788 w 7467663"/>
              <a:gd name="connsiteY435" fmla="*/ 6259174 h 6858000"/>
              <a:gd name="connsiteX436" fmla="*/ 1100671 w 7467663"/>
              <a:gd name="connsiteY436" fmla="*/ 6252137 h 6858000"/>
              <a:gd name="connsiteX437" fmla="*/ 1090144 w 7467663"/>
              <a:gd name="connsiteY437" fmla="*/ 6256748 h 6858000"/>
              <a:gd name="connsiteX438" fmla="*/ 1095872 w 7467663"/>
              <a:gd name="connsiteY438" fmla="*/ 6271892 h 6858000"/>
              <a:gd name="connsiteX439" fmla="*/ 262785 w 7467663"/>
              <a:gd name="connsiteY439" fmla="*/ 6845450 h 6858000"/>
              <a:gd name="connsiteX440" fmla="*/ 209968 w 7467663"/>
              <a:gd name="connsiteY440" fmla="*/ 6770713 h 6858000"/>
              <a:gd name="connsiteX441" fmla="*/ 873460 w 7467663"/>
              <a:gd name="connsiteY441" fmla="*/ 6253768 h 6858000"/>
              <a:gd name="connsiteX442" fmla="*/ 192686 w 7467663"/>
              <a:gd name="connsiteY442" fmla="*/ 5849257 h 6858000"/>
              <a:gd name="connsiteX443" fmla="*/ 4696 w 7467663"/>
              <a:gd name="connsiteY443" fmla="*/ 5697668 h 6858000"/>
              <a:gd name="connsiteX444" fmla="*/ 0 w 7467663"/>
              <a:gd name="connsiteY444" fmla="*/ 5689984 h 6858000"/>
              <a:gd name="connsiteX445" fmla="*/ 0 w 7467663"/>
              <a:gd name="connsiteY445" fmla="*/ 5513472 h 6858000"/>
              <a:gd name="connsiteX446" fmla="*/ 174101 w 7467663"/>
              <a:gd name="connsiteY446" fmla="*/ 5620277 h 6858000"/>
              <a:gd name="connsiteX447" fmla="*/ 891800 w 7467663"/>
              <a:gd name="connsiteY447" fmla="*/ 6036935 h 6858000"/>
              <a:gd name="connsiteX448" fmla="*/ 1072219 w 7467663"/>
              <a:gd name="connsiteY448" fmla="*/ 6169443 h 6858000"/>
              <a:gd name="connsiteX449" fmla="*/ 1074117 w 7467663"/>
              <a:gd name="connsiteY449" fmla="*/ 6170301 h 6858000"/>
              <a:gd name="connsiteX450" fmla="*/ 1083114 w 7467663"/>
              <a:gd name="connsiteY450" fmla="*/ 6174131 h 6858000"/>
              <a:gd name="connsiteX451" fmla="*/ 1543010 w 7467663"/>
              <a:gd name="connsiteY451" fmla="*/ 6191140 h 6858000"/>
              <a:gd name="connsiteX452" fmla="*/ 1551080 w 7467663"/>
              <a:gd name="connsiteY452" fmla="*/ 6195006 h 6858000"/>
              <a:gd name="connsiteX453" fmla="*/ 2345443 w 7467663"/>
              <a:gd name="connsiteY453" fmla="*/ 5549882 h 6858000"/>
              <a:gd name="connsiteX454" fmla="*/ 1721499 w 7467663"/>
              <a:gd name="connsiteY454" fmla="*/ 5599969 h 6858000"/>
              <a:gd name="connsiteX455" fmla="*/ 767716 w 7467663"/>
              <a:gd name="connsiteY455" fmla="*/ 5472768 h 6858000"/>
              <a:gd name="connsiteX456" fmla="*/ 722147 w 7467663"/>
              <a:gd name="connsiteY456" fmla="*/ 5393091 h 6858000"/>
              <a:gd name="connsiteX457" fmla="*/ 1485552 w 7467663"/>
              <a:gd name="connsiteY457" fmla="*/ 5313202 h 6858000"/>
              <a:gd name="connsiteX458" fmla="*/ 2143004 w 7467663"/>
              <a:gd name="connsiteY458" fmla="*/ 5402420 h 6858000"/>
              <a:gd name="connsiteX459" fmla="*/ 1933391 w 7467663"/>
              <a:gd name="connsiteY459" fmla="*/ 5156971 h 6858000"/>
              <a:gd name="connsiteX460" fmla="*/ 1827118 w 7467663"/>
              <a:gd name="connsiteY460" fmla="*/ 4968410 h 6858000"/>
              <a:gd name="connsiteX461" fmla="*/ 1837349 w 7467663"/>
              <a:gd name="connsiteY461" fmla="*/ 4956357 h 6858000"/>
              <a:gd name="connsiteX462" fmla="*/ 2162835 w 7467663"/>
              <a:gd name="connsiteY462" fmla="*/ 5187853 h 6858000"/>
              <a:gd name="connsiteX463" fmla="*/ 2257167 w 7467663"/>
              <a:gd name="connsiteY463" fmla="*/ 5462123 h 6858000"/>
              <a:gd name="connsiteX464" fmla="*/ 2261598 w 7467663"/>
              <a:gd name="connsiteY464" fmla="*/ 5467998 h 6858000"/>
              <a:gd name="connsiteX465" fmla="*/ 2437177 w 7467663"/>
              <a:gd name="connsiteY465" fmla="*/ 5479608 h 6858000"/>
              <a:gd name="connsiteX466" fmla="*/ 2445247 w 7467663"/>
              <a:gd name="connsiteY466" fmla="*/ 5483476 h 6858000"/>
              <a:gd name="connsiteX467" fmla="*/ 2743626 w 7467663"/>
              <a:gd name="connsiteY467" fmla="*/ 5304819 h 6858000"/>
              <a:gd name="connsiteX468" fmla="*/ 3048102 w 7467663"/>
              <a:gd name="connsiteY468" fmla="*/ 5150595 h 6858000"/>
              <a:gd name="connsiteX469" fmla="*/ 1799414 w 7467663"/>
              <a:gd name="connsiteY469" fmla="*/ 4694732 h 6858000"/>
              <a:gd name="connsiteX470" fmla="*/ 1771735 w 7467663"/>
              <a:gd name="connsiteY470" fmla="*/ 4619929 h 6858000"/>
              <a:gd name="connsiteX471" fmla="*/ 3104273 w 7467663"/>
              <a:gd name="connsiteY471" fmla="*/ 5076159 h 6858000"/>
              <a:gd name="connsiteX472" fmla="*/ 3113245 w 7467663"/>
              <a:gd name="connsiteY472" fmla="*/ 5090705 h 6858000"/>
              <a:gd name="connsiteX473" fmla="*/ 3126294 w 7467663"/>
              <a:gd name="connsiteY473" fmla="*/ 5114400 h 6858000"/>
              <a:gd name="connsiteX474" fmla="*/ 3937433 w 7467663"/>
              <a:gd name="connsiteY474" fmla="*/ 4830473 h 6858000"/>
              <a:gd name="connsiteX475" fmla="*/ 3590475 w 7467663"/>
              <a:gd name="connsiteY475" fmla="*/ 4597974 h 6858000"/>
              <a:gd name="connsiteX476" fmla="*/ 3100264 w 7467663"/>
              <a:gd name="connsiteY476" fmla="*/ 4579845 h 6858000"/>
              <a:gd name="connsiteX477" fmla="*/ 2183576 w 7467663"/>
              <a:gd name="connsiteY477" fmla="*/ 4227150 h 6858000"/>
              <a:gd name="connsiteX478" fmla="*/ 2151029 w 7467663"/>
              <a:gd name="connsiteY478" fmla="*/ 4146947 h 6858000"/>
              <a:gd name="connsiteX479" fmla="*/ 3563434 w 7467663"/>
              <a:gd name="connsiteY479" fmla="*/ 4469115 h 6858000"/>
              <a:gd name="connsiteX480" fmla="*/ 3177952 w 7467663"/>
              <a:gd name="connsiteY480" fmla="*/ 3657386 h 6858000"/>
              <a:gd name="connsiteX481" fmla="*/ 3189263 w 7467663"/>
              <a:gd name="connsiteY481" fmla="*/ 3625726 h 6858000"/>
              <a:gd name="connsiteX482" fmla="*/ 3560912 w 7467663"/>
              <a:gd name="connsiteY482" fmla="*/ 4079863 h 6858000"/>
              <a:gd name="connsiteX483" fmla="*/ 3626636 w 7467663"/>
              <a:gd name="connsiteY483" fmla="*/ 4512230 h 6858000"/>
              <a:gd name="connsiteX484" fmla="*/ 3653088 w 7467663"/>
              <a:gd name="connsiteY484" fmla="*/ 4521417 h 6858000"/>
              <a:gd name="connsiteX485" fmla="*/ 3988128 w 7467663"/>
              <a:gd name="connsiteY485" fmla="*/ 4817267 h 6858000"/>
              <a:gd name="connsiteX486" fmla="*/ 4830582 w 7467663"/>
              <a:gd name="connsiteY486" fmla="*/ 4676000 h 6858000"/>
              <a:gd name="connsiteX487" fmla="*/ 4830100 w 7467663"/>
              <a:gd name="connsiteY487" fmla="*/ 4675554 h 6858000"/>
              <a:gd name="connsiteX488" fmla="*/ 4036318 w 7467663"/>
              <a:gd name="connsiteY488" fmla="*/ 4147013 h 6858000"/>
              <a:gd name="connsiteX489" fmla="*/ 3432098 w 7467663"/>
              <a:gd name="connsiteY489" fmla="*/ 3537312 h 6858000"/>
              <a:gd name="connsiteX490" fmla="*/ 3446761 w 7467663"/>
              <a:gd name="connsiteY490" fmla="*/ 3461278 h 6858000"/>
              <a:gd name="connsiteX491" fmla="*/ 4419733 w 7467663"/>
              <a:gd name="connsiteY491" fmla="*/ 3963555 h 6858000"/>
              <a:gd name="connsiteX492" fmla="*/ 4781371 w 7467663"/>
              <a:gd name="connsiteY492" fmla="*/ 4458604 h 6858000"/>
              <a:gd name="connsiteX493" fmla="*/ 4780440 w 7467663"/>
              <a:gd name="connsiteY493" fmla="*/ 4470290 h 6858000"/>
              <a:gd name="connsiteX494" fmla="*/ 4898954 w 7467663"/>
              <a:gd name="connsiteY494" fmla="*/ 4662092 h 6858000"/>
              <a:gd name="connsiteX495" fmla="*/ 4900699 w 7467663"/>
              <a:gd name="connsiteY495" fmla="*/ 4670867 h 6858000"/>
              <a:gd name="connsiteX496" fmla="*/ 5714511 w 7467663"/>
              <a:gd name="connsiteY496" fmla="*/ 4663483 h 6858000"/>
              <a:gd name="connsiteX497" fmla="*/ 5464793 w 7467663"/>
              <a:gd name="connsiteY497" fmla="*/ 4393556 h 6858000"/>
              <a:gd name="connsiteX498" fmla="*/ 5461897 w 7467663"/>
              <a:gd name="connsiteY498" fmla="*/ 4390879 h 6858000"/>
              <a:gd name="connsiteX499" fmla="*/ 4294126 w 7467663"/>
              <a:gd name="connsiteY499" fmla="*/ 3303048 h 6858000"/>
              <a:gd name="connsiteX500" fmla="*/ 4305321 w 7467663"/>
              <a:gd name="connsiteY500" fmla="*/ 3256953 h 6858000"/>
              <a:gd name="connsiteX501" fmla="*/ 4949299 w 7467663"/>
              <a:gd name="connsiteY501" fmla="*/ 3766336 h 6858000"/>
              <a:gd name="connsiteX502" fmla="*/ 5291452 w 7467663"/>
              <a:gd name="connsiteY502" fmla="*/ 4076801 h 6858000"/>
              <a:gd name="connsiteX503" fmla="*/ 5434998 w 7467663"/>
              <a:gd name="connsiteY503" fmla="*/ 4254100 h 6858000"/>
              <a:gd name="connsiteX504" fmla="*/ 5351015 w 7467663"/>
              <a:gd name="connsiteY504" fmla="*/ 3760989 h 6858000"/>
              <a:gd name="connsiteX505" fmla="*/ 5413780 w 7467663"/>
              <a:gd name="connsiteY505" fmla="*/ 2966265 h 6858000"/>
              <a:gd name="connsiteX506" fmla="*/ 5425627 w 7467663"/>
              <a:gd name="connsiteY506" fmla="*/ 2954192 h 6858000"/>
              <a:gd name="connsiteX507" fmla="*/ 6604735 w 7467663"/>
              <a:gd name="connsiteY507" fmla="*/ 2041381 h 6858000"/>
              <a:gd name="connsiteX508" fmla="*/ 7204487 w 7467663"/>
              <a:gd name="connsiteY508" fmla="*/ 2742112 h 6858000"/>
              <a:gd name="connsiteX509" fmla="*/ 7131592 w 7467663"/>
              <a:gd name="connsiteY509" fmla="*/ 2672096 h 6858000"/>
              <a:gd name="connsiteX510" fmla="*/ 6996344 w 7467663"/>
              <a:gd name="connsiteY510" fmla="*/ 2518310 h 6858000"/>
              <a:gd name="connsiteX511" fmla="*/ 6735495 w 7467663"/>
              <a:gd name="connsiteY511" fmla="*/ 2196890 h 6858000"/>
              <a:gd name="connsiteX512" fmla="*/ 6721901 w 7467663"/>
              <a:gd name="connsiteY512" fmla="*/ 2179274 h 6858000"/>
              <a:gd name="connsiteX513" fmla="*/ 6604735 w 7467663"/>
              <a:gd name="connsiteY513" fmla="*/ 2041381 h 6858000"/>
              <a:gd name="connsiteX514" fmla="*/ 6591670 w 7467663"/>
              <a:gd name="connsiteY514" fmla="*/ 1988277 h 6858000"/>
              <a:gd name="connsiteX515" fmla="*/ 6747349 w 7467663"/>
              <a:gd name="connsiteY515" fmla="*/ 2160069 h 6858000"/>
              <a:gd name="connsiteX516" fmla="*/ 6760943 w 7467663"/>
              <a:gd name="connsiteY516" fmla="*/ 2177686 h 6858000"/>
              <a:gd name="connsiteX517" fmla="*/ 7021065 w 7467663"/>
              <a:gd name="connsiteY517" fmla="*/ 2498102 h 6858000"/>
              <a:gd name="connsiteX518" fmla="*/ 7155223 w 7467663"/>
              <a:gd name="connsiteY518" fmla="*/ 2650386 h 6858000"/>
              <a:gd name="connsiteX519" fmla="*/ 7203167 w 7467663"/>
              <a:gd name="connsiteY519" fmla="*/ 2697288 h 6858000"/>
              <a:gd name="connsiteX520" fmla="*/ 6937703 w 7467663"/>
              <a:gd name="connsiteY520" fmla="*/ 2321981 h 6858000"/>
              <a:gd name="connsiteX521" fmla="*/ 6591670 w 7467663"/>
              <a:gd name="connsiteY521" fmla="*/ 1988277 h 6858000"/>
              <a:gd name="connsiteX522" fmla="*/ 5798671 w 7467663"/>
              <a:gd name="connsiteY522" fmla="*/ 1981601 h 6858000"/>
              <a:gd name="connsiteX523" fmla="*/ 5754709 w 7467663"/>
              <a:gd name="connsiteY523" fmla="*/ 2071454 h 6858000"/>
              <a:gd name="connsiteX524" fmla="*/ 5763044 w 7467663"/>
              <a:gd name="connsiteY524" fmla="*/ 2842206 h 6858000"/>
              <a:gd name="connsiteX525" fmla="*/ 5764974 w 7467663"/>
              <a:gd name="connsiteY525" fmla="*/ 2799609 h 6858000"/>
              <a:gd name="connsiteX526" fmla="*/ 5767665 w 7467663"/>
              <a:gd name="connsiteY526" fmla="*/ 2666409 h 6858000"/>
              <a:gd name="connsiteX527" fmla="*/ 5763055 w 7467663"/>
              <a:gd name="connsiteY527" fmla="*/ 2579705 h 6858000"/>
              <a:gd name="connsiteX528" fmla="*/ 5758079 w 7467663"/>
              <a:gd name="connsiteY528" fmla="*/ 2492508 h 6858000"/>
              <a:gd name="connsiteX529" fmla="*/ 5779325 w 7467663"/>
              <a:gd name="connsiteY529" fmla="*/ 2197069 h 6858000"/>
              <a:gd name="connsiteX530" fmla="*/ 5798671 w 7467663"/>
              <a:gd name="connsiteY530" fmla="*/ 1981601 h 6858000"/>
              <a:gd name="connsiteX531" fmla="*/ 5829202 w 7467663"/>
              <a:gd name="connsiteY531" fmla="*/ 1971679 h 6858000"/>
              <a:gd name="connsiteX532" fmla="*/ 5809558 w 7467663"/>
              <a:gd name="connsiteY532" fmla="*/ 2198043 h 6858000"/>
              <a:gd name="connsiteX533" fmla="*/ 5788653 w 7467663"/>
              <a:gd name="connsiteY533" fmla="*/ 2489430 h 6858000"/>
              <a:gd name="connsiteX534" fmla="*/ 5793439 w 7467663"/>
              <a:gd name="connsiteY534" fmla="*/ 2575235 h 6858000"/>
              <a:gd name="connsiteX535" fmla="*/ 5796837 w 7467663"/>
              <a:gd name="connsiteY535" fmla="*/ 2637633 h 6858000"/>
              <a:gd name="connsiteX536" fmla="*/ 5818614 w 7467663"/>
              <a:gd name="connsiteY536" fmla="*/ 2473055 h 6858000"/>
              <a:gd name="connsiteX537" fmla="*/ 5829202 w 7467663"/>
              <a:gd name="connsiteY537" fmla="*/ 1971679 h 6858000"/>
              <a:gd name="connsiteX538" fmla="*/ 5911389 w 7467663"/>
              <a:gd name="connsiteY538" fmla="*/ 1898371 h 6858000"/>
              <a:gd name="connsiteX539" fmla="*/ 6237627 w 7467663"/>
              <a:gd name="connsiteY539" fmla="*/ 2231921 h 6858000"/>
              <a:gd name="connsiteX540" fmla="*/ 5911389 w 7467663"/>
              <a:gd name="connsiteY540" fmla="*/ 1898371 h 6858000"/>
              <a:gd name="connsiteX541" fmla="*/ 6944437 w 7467663"/>
              <a:gd name="connsiteY541" fmla="*/ 1575402 h 6858000"/>
              <a:gd name="connsiteX542" fmla="*/ 6304730 w 7467663"/>
              <a:gd name="connsiteY542" fmla="*/ 1766654 h 6858000"/>
              <a:gd name="connsiteX543" fmla="*/ 6944437 w 7467663"/>
              <a:gd name="connsiteY543" fmla="*/ 1575402 h 6858000"/>
              <a:gd name="connsiteX544" fmla="*/ 7019523 w 7467663"/>
              <a:gd name="connsiteY544" fmla="*/ 1519450 h 6858000"/>
              <a:gd name="connsiteX545" fmla="*/ 6298091 w 7467663"/>
              <a:gd name="connsiteY545" fmla="*/ 1737122 h 6858000"/>
              <a:gd name="connsiteX546" fmla="*/ 7019523 w 7467663"/>
              <a:gd name="connsiteY546" fmla="*/ 1519450 h 6858000"/>
              <a:gd name="connsiteX547" fmla="*/ 2399523 w 7467663"/>
              <a:gd name="connsiteY547" fmla="*/ 1428234 h 6858000"/>
              <a:gd name="connsiteX548" fmla="*/ 2224982 w 7467663"/>
              <a:gd name="connsiteY548" fmla="*/ 1826201 h 6858000"/>
              <a:gd name="connsiteX549" fmla="*/ 2096099 w 7467663"/>
              <a:gd name="connsiteY549" fmla="*/ 2345900 h 6858000"/>
              <a:gd name="connsiteX550" fmla="*/ 2283317 w 7467663"/>
              <a:gd name="connsiteY550" fmla="*/ 1796925 h 6858000"/>
              <a:gd name="connsiteX551" fmla="*/ 2399523 w 7467663"/>
              <a:gd name="connsiteY551" fmla="*/ 1428234 h 6858000"/>
              <a:gd name="connsiteX552" fmla="*/ 2448558 w 7467663"/>
              <a:gd name="connsiteY552" fmla="*/ 1373435 h 6858000"/>
              <a:gd name="connsiteX553" fmla="*/ 2312521 w 7467663"/>
              <a:gd name="connsiteY553" fmla="*/ 1806140 h 6858000"/>
              <a:gd name="connsiteX554" fmla="*/ 2127533 w 7467663"/>
              <a:gd name="connsiteY554" fmla="*/ 2348380 h 6858000"/>
              <a:gd name="connsiteX555" fmla="*/ 2358080 w 7467663"/>
              <a:gd name="connsiteY555" fmla="*/ 1866134 h 6858000"/>
              <a:gd name="connsiteX556" fmla="*/ 2407436 w 7467663"/>
              <a:gd name="connsiteY556" fmla="*/ 1651070 h 6858000"/>
              <a:gd name="connsiteX557" fmla="*/ 2448558 w 7467663"/>
              <a:gd name="connsiteY557" fmla="*/ 1373435 h 6858000"/>
              <a:gd name="connsiteX558" fmla="*/ 278707 w 7467663"/>
              <a:gd name="connsiteY558" fmla="*/ 1352270 h 6858000"/>
              <a:gd name="connsiteX559" fmla="*/ 321570 w 7467663"/>
              <a:gd name="connsiteY559" fmla="*/ 1861610 h 6858000"/>
              <a:gd name="connsiteX560" fmla="*/ 294281 w 7467663"/>
              <a:gd name="connsiteY560" fmla="*/ 1440658 h 6858000"/>
              <a:gd name="connsiteX561" fmla="*/ 278707 w 7467663"/>
              <a:gd name="connsiteY561" fmla="*/ 1352270 h 6858000"/>
              <a:gd name="connsiteX562" fmla="*/ 1423821 w 7467663"/>
              <a:gd name="connsiteY562" fmla="*/ 1351958 h 6858000"/>
              <a:gd name="connsiteX563" fmla="*/ 1638521 w 7467663"/>
              <a:gd name="connsiteY563" fmla="*/ 1908470 h 6858000"/>
              <a:gd name="connsiteX564" fmla="*/ 1754199 w 7467663"/>
              <a:gd name="connsiteY564" fmla="*/ 2149284 h 6858000"/>
              <a:gd name="connsiteX565" fmla="*/ 1908359 w 7467663"/>
              <a:gd name="connsiteY565" fmla="*/ 2364988 h 6858000"/>
              <a:gd name="connsiteX566" fmla="*/ 1647661 w 7467663"/>
              <a:gd name="connsiteY566" fmla="*/ 1825945 h 6858000"/>
              <a:gd name="connsiteX567" fmla="*/ 1423821 w 7467663"/>
              <a:gd name="connsiteY567" fmla="*/ 1351958 h 6858000"/>
              <a:gd name="connsiteX568" fmla="*/ 1431890 w 7467663"/>
              <a:gd name="connsiteY568" fmla="*/ 1306475 h 6858000"/>
              <a:gd name="connsiteX569" fmla="*/ 1507597 w 7467663"/>
              <a:gd name="connsiteY569" fmla="*/ 1446132 h 6858000"/>
              <a:gd name="connsiteX570" fmla="*/ 1674586 w 7467663"/>
              <a:gd name="connsiteY570" fmla="*/ 1813832 h 6858000"/>
              <a:gd name="connsiteX571" fmla="*/ 1815950 w 7467663"/>
              <a:gd name="connsiteY571" fmla="*/ 2128564 h 6858000"/>
              <a:gd name="connsiteX572" fmla="*/ 1984242 w 7467663"/>
              <a:gd name="connsiteY572" fmla="*/ 2430829 h 6858000"/>
              <a:gd name="connsiteX573" fmla="*/ 2014023 w 7467663"/>
              <a:gd name="connsiteY573" fmla="*/ 2450995 h 6858000"/>
              <a:gd name="connsiteX574" fmla="*/ 1747337 w 7467663"/>
              <a:gd name="connsiteY574" fmla="*/ 1855264 h 6858000"/>
              <a:gd name="connsiteX575" fmla="*/ 1533749 w 7467663"/>
              <a:gd name="connsiteY575" fmla="*/ 1478656 h 6858000"/>
              <a:gd name="connsiteX576" fmla="*/ 1431890 w 7467663"/>
              <a:gd name="connsiteY576" fmla="*/ 1306475 h 6858000"/>
              <a:gd name="connsiteX577" fmla="*/ 5052692 w 7467663"/>
              <a:gd name="connsiteY577" fmla="*/ 1292994 h 6858000"/>
              <a:gd name="connsiteX578" fmla="*/ 5200661 w 7467663"/>
              <a:gd name="connsiteY578" fmla="*/ 1635186 h 6858000"/>
              <a:gd name="connsiteX579" fmla="*/ 5297138 w 7467663"/>
              <a:gd name="connsiteY579" fmla="*/ 1906351 h 6858000"/>
              <a:gd name="connsiteX580" fmla="*/ 5052692 w 7467663"/>
              <a:gd name="connsiteY580" fmla="*/ 1292994 h 6858000"/>
              <a:gd name="connsiteX581" fmla="*/ 5009948 w 7467663"/>
              <a:gd name="connsiteY581" fmla="*/ 1273619 h 6858000"/>
              <a:gd name="connsiteX582" fmla="*/ 5121777 w 7467663"/>
              <a:gd name="connsiteY582" fmla="*/ 1654213 h 6858000"/>
              <a:gd name="connsiteX583" fmla="*/ 5293545 w 7467663"/>
              <a:gd name="connsiteY583" fmla="*/ 2072247 h 6858000"/>
              <a:gd name="connsiteX584" fmla="*/ 5294042 w 7467663"/>
              <a:gd name="connsiteY584" fmla="*/ 2065019 h 6858000"/>
              <a:gd name="connsiteX585" fmla="*/ 5171936 w 7467663"/>
              <a:gd name="connsiteY585" fmla="*/ 1647613 h 6858000"/>
              <a:gd name="connsiteX586" fmla="*/ 5009948 w 7467663"/>
              <a:gd name="connsiteY586" fmla="*/ 1273619 h 6858000"/>
              <a:gd name="connsiteX587" fmla="*/ 655236 w 7467663"/>
              <a:gd name="connsiteY587" fmla="*/ 1268632 h 6858000"/>
              <a:gd name="connsiteX588" fmla="*/ 839521 w 7467663"/>
              <a:gd name="connsiteY588" fmla="*/ 1685315 h 6858000"/>
              <a:gd name="connsiteX589" fmla="*/ 1109416 w 7467663"/>
              <a:gd name="connsiteY589" fmla="*/ 2061663 h 6858000"/>
              <a:gd name="connsiteX590" fmla="*/ 1298300 w 7467663"/>
              <a:gd name="connsiteY590" fmla="*/ 2247742 h 6858000"/>
              <a:gd name="connsiteX591" fmla="*/ 1125871 w 7467663"/>
              <a:gd name="connsiteY591" fmla="*/ 1989513 h 6858000"/>
              <a:gd name="connsiteX592" fmla="*/ 981574 w 7467663"/>
              <a:gd name="connsiteY592" fmla="*/ 1783157 h 6858000"/>
              <a:gd name="connsiteX593" fmla="*/ 922198 w 7467663"/>
              <a:gd name="connsiteY593" fmla="*/ 1677437 h 6858000"/>
              <a:gd name="connsiteX594" fmla="*/ 869293 w 7467663"/>
              <a:gd name="connsiteY594" fmla="*/ 1583214 h 6858000"/>
              <a:gd name="connsiteX595" fmla="*/ 751431 w 7467663"/>
              <a:gd name="connsiteY595" fmla="*/ 1405731 h 6858000"/>
              <a:gd name="connsiteX596" fmla="*/ 655236 w 7467663"/>
              <a:gd name="connsiteY596" fmla="*/ 1268632 h 6858000"/>
              <a:gd name="connsiteX597" fmla="*/ 6516292 w 7467663"/>
              <a:gd name="connsiteY597" fmla="*/ 1263064 h 6858000"/>
              <a:gd name="connsiteX598" fmla="*/ 5736320 w 7467663"/>
              <a:gd name="connsiteY598" fmla="*/ 1501803 h 6858000"/>
              <a:gd name="connsiteX599" fmla="*/ 6516292 w 7467663"/>
              <a:gd name="connsiteY599" fmla="*/ 1263064 h 6858000"/>
              <a:gd name="connsiteX600" fmla="*/ 291466 w 7467663"/>
              <a:gd name="connsiteY600" fmla="*/ 1250369 h 6858000"/>
              <a:gd name="connsiteX601" fmla="*/ 323180 w 7467663"/>
              <a:gd name="connsiteY601" fmla="*/ 1435283 h 6858000"/>
              <a:gd name="connsiteX602" fmla="*/ 349381 w 7467663"/>
              <a:gd name="connsiteY602" fmla="*/ 1875041 h 6858000"/>
              <a:gd name="connsiteX603" fmla="*/ 374363 w 7467663"/>
              <a:gd name="connsiteY603" fmla="*/ 1506494 h 6858000"/>
              <a:gd name="connsiteX604" fmla="*/ 302168 w 7467663"/>
              <a:gd name="connsiteY604" fmla="*/ 1274495 h 6858000"/>
              <a:gd name="connsiteX605" fmla="*/ 291466 w 7467663"/>
              <a:gd name="connsiteY605" fmla="*/ 1250369 h 6858000"/>
              <a:gd name="connsiteX606" fmla="*/ 678222 w 7467663"/>
              <a:gd name="connsiteY606" fmla="*/ 1248670 h 6858000"/>
              <a:gd name="connsiteX607" fmla="*/ 775536 w 7467663"/>
              <a:gd name="connsiteY607" fmla="*/ 1388015 h 6858000"/>
              <a:gd name="connsiteX608" fmla="*/ 894529 w 7467663"/>
              <a:gd name="connsiteY608" fmla="*/ 1567739 h 6858000"/>
              <a:gd name="connsiteX609" fmla="*/ 948000 w 7467663"/>
              <a:gd name="connsiteY609" fmla="*/ 1663088 h 6858000"/>
              <a:gd name="connsiteX610" fmla="*/ 1006812 w 7467663"/>
              <a:gd name="connsiteY610" fmla="*/ 1767683 h 6858000"/>
              <a:gd name="connsiteX611" fmla="*/ 1149133 w 7467663"/>
              <a:gd name="connsiteY611" fmla="*/ 1971513 h 6858000"/>
              <a:gd name="connsiteX612" fmla="*/ 1333952 w 7467663"/>
              <a:gd name="connsiteY612" fmla="*/ 2251620 h 6858000"/>
              <a:gd name="connsiteX613" fmla="*/ 1337329 w 7467663"/>
              <a:gd name="connsiteY613" fmla="*/ 2258350 h 6858000"/>
              <a:gd name="connsiteX614" fmla="*/ 1014726 w 7467663"/>
              <a:gd name="connsiteY614" fmla="*/ 1615556 h 6858000"/>
              <a:gd name="connsiteX615" fmla="*/ 678222 w 7467663"/>
              <a:gd name="connsiteY615" fmla="*/ 1248670 h 6858000"/>
              <a:gd name="connsiteX616" fmla="*/ 6691602 w 7467663"/>
              <a:gd name="connsiteY616" fmla="*/ 1140573 h 6858000"/>
              <a:gd name="connsiteX617" fmla="*/ 6571100 w 7467663"/>
              <a:gd name="connsiteY617" fmla="*/ 1183662 h 6858000"/>
              <a:gd name="connsiteX618" fmla="*/ 6241687 w 7467663"/>
              <a:gd name="connsiteY618" fmla="*/ 1257600 h 6858000"/>
              <a:gd name="connsiteX619" fmla="*/ 5693009 w 7467663"/>
              <a:gd name="connsiteY619" fmla="*/ 1478256 h 6858000"/>
              <a:gd name="connsiteX620" fmla="*/ 6548420 w 7467663"/>
              <a:gd name="connsiteY620" fmla="*/ 1214599 h 6858000"/>
              <a:gd name="connsiteX621" fmla="*/ 6605473 w 7467663"/>
              <a:gd name="connsiteY621" fmla="*/ 1184686 h 6858000"/>
              <a:gd name="connsiteX622" fmla="*/ 6691602 w 7467663"/>
              <a:gd name="connsiteY622" fmla="*/ 1140573 h 6858000"/>
              <a:gd name="connsiteX623" fmla="*/ 4002475 w 7467663"/>
              <a:gd name="connsiteY623" fmla="*/ 1037802 h 6858000"/>
              <a:gd name="connsiteX624" fmla="*/ 4000324 w 7467663"/>
              <a:gd name="connsiteY624" fmla="*/ 1039362 h 6858000"/>
              <a:gd name="connsiteX625" fmla="*/ 4002862 w 7467663"/>
              <a:gd name="connsiteY625" fmla="*/ 1042866 h 6858000"/>
              <a:gd name="connsiteX626" fmla="*/ 4002475 w 7467663"/>
              <a:gd name="connsiteY626" fmla="*/ 1037802 h 6858000"/>
              <a:gd name="connsiteX627" fmla="*/ 506322 w 7467663"/>
              <a:gd name="connsiteY627" fmla="*/ 1020997 h 6858000"/>
              <a:gd name="connsiteX628" fmla="*/ 533068 w 7467663"/>
              <a:gd name="connsiteY628" fmla="*/ 1029409 h 6858000"/>
              <a:gd name="connsiteX629" fmla="*/ 1232525 w 7467663"/>
              <a:gd name="connsiteY629" fmla="*/ 1804675 h 6858000"/>
              <a:gd name="connsiteX630" fmla="*/ 1388858 w 7467663"/>
              <a:gd name="connsiteY630" fmla="*/ 2368011 h 6858000"/>
              <a:gd name="connsiteX631" fmla="*/ 1384098 w 7467663"/>
              <a:gd name="connsiteY631" fmla="*/ 2378125 h 6858000"/>
              <a:gd name="connsiteX632" fmla="*/ 1425393 w 7467663"/>
              <a:gd name="connsiteY632" fmla="*/ 2589124 h 6858000"/>
              <a:gd name="connsiteX633" fmla="*/ 1424001 w 7467663"/>
              <a:gd name="connsiteY633" fmla="*/ 2597541 h 6858000"/>
              <a:gd name="connsiteX634" fmla="*/ 2152729 w 7467663"/>
              <a:gd name="connsiteY634" fmla="*/ 2864487 h 6858000"/>
              <a:gd name="connsiteX635" fmla="*/ 2020609 w 7467663"/>
              <a:gd name="connsiteY635" fmla="*/ 2539671 h 6858000"/>
              <a:gd name="connsiteX636" fmla="*/ 2018920 w 7467663"/>
              <a:gd name="connsiteY636" fmla="*/ 2536309 h 6858000"/>
              <a:gd name="connsiteX637" fmla="*/ 1342441 w 7467663"/>
              <a:gd name="connsiteY637" fmla="*/ 1173017 h 6858000"/>
              <a:gd name="connsiteX638" fmla="*/ 1367925 w 7467663"/>
              <a:gd name="connsiteY638" fmla="*/ 1135648 h 6858000"/>
              <a:gd name="connsiteX639" fmla="*/ 1771401 w 7467663"/>
              <a:gd name="connsiteY639" fmla="*/ 1806673 h 6858000"/>
              <a:gd name="connsiteX640" fmla="*/ 1972385 w 7467663"/>
              <a:gd name="connsiteY640" fmla="*/ 2198735 h 6858000"/>
              <a:gd name="connsiteX641" fmla="*/ 2040892 w 7467663"/>
              <a:gd name="connsiteY641" fmla="*/ 2405205 h 6858000"/>
              <a:gd name="connsiteX642" fmla="*/ 2131689 w 7467663"/>
              <a:gd name="connsiteY642" fmla="*/ 1936926 h 6858000"/>
              <a:gd name="connsiteX643" fmla="*/ 2454820 w 7467663"/>
              <a:gd name="connsiteY643" fmla="*/ 1248808 h 6858000"/>
              <a:gd name="connsiteX644" fmla="*/ 2492512 w 7467663"/>
              <a:gd name="connsiteY644" fmla="*/ 1302920 h 6858000"/>
              <a:gd name="connsiteX645" fmla="*/ 2081216 w 7467663"/>
              <a:gd name="connsiteY645" fmla="*/ 2527513 h 6858000"/>
              <a:gd name="connsiteX646" fmla="*/ 2081211 w 7467663"/>
              <a:gd name="connsiteY646" fmla="*/ 2528916 h 6858000"/>
              <a:gd name="connsiteX647" fmla="*/ 2199067 w 7467663"/>
              <a:gd name="connsiteY647" fmla="*/ 2884061 h 6858000"/>
              <a:gd name="connsiteX648" fmla="*/ 3192586 w 7467663"/>
              <a:gd name="connsiteY648" fmla="*/ 3411496 h 6858000"/>
              <a:gd name="connsiteX649" fmla="*/ 3182620 w 7467663"/>
              <a:gd name="connsiteY649" fmla="*/ 3483279 h 6858000"/>
              <a:gd name="connsiteX650" fmla="*/ 2435119 w 7467663"/>
              <a:gd name="connsiteY650" fmla="*/ 3080173 h 6858000"/>
              <a:gd name="connsiteX651" fmla="*/ 2410152 w 7467663"/>
              <a:gd name="connsiteY651" fmla="*/ 3063751 h 6858000"/>
              <a:gd name="connsiteX652" fmla="*/ 2408099 w 7467663"/>
              <a:gd name="connsiteY652" fmla="*/ 3064403 h 6858000"/>
              <a:gd name="connsiteX653" fmla="*/ 2407218 w 7467663"/>
              <a:gd name="connsiteY653" fmla="*/ 3070324 h 6858000"/>
              <a:gd name="connsiteX654" fmla="*/ 2380138 w 7467663"/>
              <a:gd name="connsiteY654" fmla="*/ 3099341 h 6858000"/>
              <a:gd name="connsiteX655" fmla="*/ 1765923 w 7467663"/>
              <a:gd name="connsiteY655" fmla="*/ 3581043 h 6858000"/>
              <a:gd name="connsiteX656" fmla="*/ 1702258 w 7467663"/>
              <a:gd name="connsiteY656" fmla="*/ 3612286 h 6858000"/>
              <a:gd name="connsiteX657" fmla="*/ 1538370 w 7467663"/>
              <a:gd name="connsiteY657" fmla="*/ 3811804 h 6858000"/>
              <a:gd name="connsiteX658" fmla="*/ 542867 w 7467663"/>
              <a:gd name="connsiteY658" fmla="*/ 4944092 h 6858000"/>
              <a:gd name="connsiteX659" fmla="*/ 515800 w 7467663"/>
              <a:gd name="connsiteY659" fmla="*/ 4862180 h 6858000"/>
              <a:gd name="connsiteX660" fmla="*/ 909145 w 7467663"/>
              <a:gd name="connsiteY660" fmla="*/ 4199225 h 6858000"/>
              <a:gd name="connsiteX661" fmla="*/ 1214067 w 7467663"/>
              <a:gd name="connsiteY661" fmla="*/ 3908561 h 6858000"/>
              <a:gd name="connsiteX662" fmla="*/ 640967 w 7467663"/>
              <a:gd name="connsiteY662" fmla="*/ 4105601 h 6858000"/>
              <a:gd name="connsiteX663" fmla="*/ 112563 w 7467663"/>
              <a:gd name="connsiteY663" fmla="*/ 4396952 h 6858000"/>
              <a:gd name="connsiteX664" fmla="*/ 0 w 7467663"/>
              <a:gd name="connsiteY664" fmla="*/ 4466006 h 6858000"/>
              <a:gd name="connsiteX665" fmla="*/ 0 w 7467663"/>
              <a:gd name="connsiteY665" fmla="*/ 4233763 h 6858000"/>
              <a:gd name="connsiteX666" fmla="*/ 36881 w 7467663"/>
              <a:gd name="connsiteY666" fmla="*/ 4200118 h 6858000"/>
              <a:gd name="connsiteX667" fmla="*/ 910534 w 7467663"/>
              <a:gd name="connsiteY667" fmla="*/ 3629753 h 6858000"/>
              <a:gd name="connsiteX668" fmla="*/ 1578717 w 7467663"/>
              <a:gd name="connsiteY668" fmla="*/ 3575982 h 6858000"/>
              <a:gd name="connsiteX669" fmla="*/ 2338780 w 7467663"/>
              <a:gd name="connsiteY669" fmla="*/ 3033725 h 6858000"/>
              <a:gd name="connsiteX670" fmla="*/ 1807991 w 7467663"/>
              <a:gd name="connsiteY670" fmla="*/ 2807184 h 6858000"/>
              <a:gd name="connsiteX671" fmla="*/ 1416358 w 7467663"/>
              <a:gd name="connsiteY671" fmla="*/ 3112571 h 6858000"/>
              <a:gd name="connsiteX672" fmla="*/ 939066 w 7467663"/>
              <a:gd name="connsiteY672" fmla="*/ 3378798 h 6858000"/>
              <a:gd name="connsiteX673" fmla="*/ 115099 w 7467663"/>
              <a:gd name="connsiteY673" fmla="*/ 3607650 h 6858000"/>
              <a:gd name="connsiteX674" fmla="*/ 97284 w 7467663"/>
              <a:gd name="connsiteY674" fmla="*/ 3520393 h 6858000"/>
              <a:gd name="connsiteX675" fmla="*/ 922050 w 7467663"/>
              <a:gd name="connsiteY675" fmla="*/ 3074867 h 6858000"/>
              <a:gd name="connsiteX676" fmla="*/ 1405265 w 7467663"/>
              <a:gd name="connsiteY676" fmla="*/ 3016319 h 6858000"/>
              <a:gd name="connsiteX677" fmla="*/ 1407512 w 7467663"/>
              <a:gd name="connsiteY677" fmla="*/ 3018001 h 6858000"/>
              <a:gd name="connsiteX678" fmla="*/ 1726266 w 7467663"/>
              <a:gd name="connsiteY678" fmla="*/ 2777274 h 6858000"/>
              <a:gd name="connsiteX679" fmla="*/ 625390 w 7467663"/>
              <a:gd name="connsiteY679" fmla="*/ 2514541 h 6858000"/>
              <a:gd name="connsiteX680" fmla="*/ 619799 w 7467663"/>
              <a:gd name="connsiteY680" fmla="*/ 2527180 h 6858000"/>
              <a:gd name="connsiteX681" fmla="*/ 310030 w 7467663"/>
              <a:gd name="connsiteY681" fmla="*/ 2771818 h 6858000"/>
              <a:gd name="connsiteX682" fmla="*/ 173877 w 7467663"/>
              <a:gd name="connsiteY682" fmla="*/ 2937056 h 6858000"/>
              <a:gd name="connsiteX683" fmla="*/ 77889 w 7467663"/>
              <a:gd name="connsiteY683" fmla="*/ 3138440 h 6858000"/>
              <a:gd name="connsiteX684" fmla="*/ 0 w 7467663"/>
              <a:gd name="connsiteY684" fmla="*/ 3271395 h 6858000"/>
              <a:gd name="connsiteX685" fmla="*/ 0 w 7467663"/>
              <a:gd name="connsiteY685" fmla="*/ 3153002 h 6858000"/>
              <a:gd name="connsiteX686" fmla="*/ 2386 w 7467663"/>
              <a:gd name="connsiteY686" fmla="*/ 3149203 h 6858000"/>
              <a:gd name="connsiteX687" fmla="*/ 89753 w 7467663"/>
              <a:gd name="connsiteY687" fmla="*/ 2987702 h 6858000"/>
              <a:gd name="connsiteX688" fmla="*/ 76869 w 7467663"/>
              <a:gd name="connsiteY688" fmla="*/ 3005404 h 6858000"/>
              <a:gd name="connsiteX689" fmla="*/ 32049 w 7467663"/>
              <a:gd name="connsiteY689" fmla="*/ 3065814 h 6858000"/>
              <a:gd name="connsiteX690" fmla="*/ 0 w 7467663"/>
              <a:gd name="connsiteY690" fmla="*/ 3108744 h 6858000"/>
              <a:gd name="connsiteX691" fmla="*/ 0 w 7467663"/>
              <a:gd name="connsiteY691" fmla="*/ 3058059 h 6858000"/>
              <a:gd name="connsiteX692" fmla="*/ 7610 w 7467663"/>
              <a:gd name="connsiteY692" fmla="*/ 3047889 h 6858000"/>
              <a:gd name="connsiteX693" fmla="*/ 52419 w 7467663"/>
              <a:gd name="connsiteY693" fmla="*/ 2987479 h 6858000"/>
              <a:gd name="connsiteX694" fmla="*/ 59142 w 7467663"/>
              <a:gd name="connsiteY694" fmla="*/ 2978488 h 6858000"/>
              <a:gd name="connsiteX695" fmla="*/ 0 w 7467663"/>
              <a:gd name="connsiteY695" fmla="*/ 3015334 h 6858000"/>
              <a:gd name="connsiteX696" fmla="*/ 0 w 7467663"/>
              <a:gd name="connsiteY696" fmla="*/ 2914286 h 6858000"/>
              <a:gd name="connsiteX697" fmla="*/ 36383 w 7467663"/>
              <a:gd name="connsiteY697" fmla="*/ 2901128 h 6858000"/>
              <a:gd name="connsiteX698" fmla="*/ 156329 w 7467663"/>
              <a:gd name="connsiteY698" fmla="*/ 2840533 h 6858000"/>
              <a:gd name="connsiteX699" fmla="*/ 358355 w 7467663"/>
              <a:gd name="connsiteY699" fmla="*/ 2620471 h 6858000"/>
              <a:gd name="connsiteX700" fmla="*/ 510577 w 7467663"/>
              <a:gd name="connsiteY700" fmla="*/ 2501244 h 6858000"/>
              <a:gd name="connsiteX701" fmla="*/ 211967 w 7467663"/>
              <a:gd name="connsiteY701" fmla="*/ 2479171 h 6858000"/>
              <a:gd name="connsiteX702" fmla="*/ 0 w 7467663"/>
              <a:gd name="connsiteY702" fmla="*/ 2476398 h 6858000"/>
              <a:gd name="connsiteX703" fmla="*/ 0 w 7467663"/>
              <a:gd name="connsiteY703" fmla="*/ 2389189 h 6858000"/>
              <a:gd name="connsiteX704" fmla="*/ 103062 w 7467663"/>
              <a:gd name="connsiteY704" fmla="*/ 2389518 h 6858000"/>
              <a:gd name="connsiteX705" fmla="*/ 510734 w 7467663"/>
              <a:gd name="connsiteY705" fmla="*/ 2416201 h 6858000"/>
              <a:gd name="connsiteX706" fmla="*/ 279257 w 7467663"/>
              <a:gd name="connsiteY706" fmla="*/ 2092102 h 6858000"/>
              <a:gd name="connsiteX707" fmla="*/ 65265 w 7467663"/>
              <a:gd name="connsiteY707" fmla="*/ 2006049 h 6858000"/>
              <a:gd name="connsiteX708" fmla="*/ 0 w 7467663"/>
              <a:gd name="connsiteY708" fmla="*/ 1982532 h 6858000"/>
              <a:gd name="connsiteX709" fmla="*/ 0 w 7467663"/>
              <a:gd name="connsiteY709" fmla="*/ 1912789 h 6858000"/>
              <a:gd name="connsiteX710" fmla="*/ 97460 w 7467663"/>
              <a:gd name="connsiteY710" fmla="*/ 1953725 h 6858000"/>
              <a:gd name="connsiteX711" fmla="*/ 221272 w 7467663"/>
              <a:gd name="connsiteY711" fmla="*/ 1980766 h 6858000"/>
              <a:gd name="connsiteX712" fmla="*/ 116765 w 7467663"/>
              <a:gd name="connsiteY712" fmla="*/ 1911033 h 6858000"/>
              <a:gd name="connsiteX713" fmla="*/ 16405 w 7467663"/>
              <a:gd name="connsiteY713" fmla="*/ 1803412 h 6858000"/>
              <a:gd name="connsiteX714" fmla="*/ 0 w 7467663"/>
              <a:gd name="connsiteY714" fmla="*/ 1784777 h 6858000"/>
              <a:gd name="connsiteX715" fmla="*/ 0 w 7467663"/>
              <a:gd name="connsiteY715" fmla="*/ 1740082 h 6858000"/>
              <a:gd name="connsiteX716" fmla="*/ 39394 w 7467663"/>
              <a:gd name="connsiteY716" fmla="*/ 1784856 h 6858000"/>
              <a:gd name="connsiteX717" fmla="*/ 135813 w 7467663"/>
              <a:gd name="connsiteY717" fmla="*/ 1888838 h 6858000"/>
              <a:gd name="connsiteX718" fmla="*/ 242575 w 7467663"/>
              <a:gd name="connsiteY718" fmla="*/ 1958841 h 6858000"/>
              <a:gd name="connsiteX719" fmla="*/ 82197 w 7467663"/>
              <a:gd name="connsiteY719" fmla="*/ 1754826 h 6858000"/>
              <a:gd name="connsiteX720" fmla="*/ 0 w 7467663"/>
              <a:gd name="connsiteY720" fmla="*/ 1679650 h 6858000"/>
              <a:gd name="connsiteX721" fmla="*/ 0 w 7467663"/>
              <a:gd name="connsiteY721" fmla="*/ 1602463 h 6858000"/>
              <a:gd name="connsiteX722" fmla="*/ 84689 w 7467663"/>
              <a:gd name="connsiteY722" fmla="*/ 1677442 h 6858000"/>
              <a:gd name="connsiteX723" fmla="*/ 298437 w 7467663"/>
              <a:gd name="connsiteY723" fmla="*/ 1968019 h 6858000"/>
              <a:gd name="connsiteX724" fmla="*/ 227269 w 7467663"/>
              <a:gd name="connsiteY724" fmla="*/ 1114064 h 6858000"/>
              <a:gd name="connsiteX725" fmla="*/ 248003 w 7467663"/>
              <a:gd name="connsiteY725" fmla="*/ 1089613 h 6858000"/>
              <a:gd name="connsiteX726" fmla="*/ 427020 w 7467663"/>
              <a:gd name="connsiteY726" fmla="*/ 1619803 h 6858000"/>
              <a:gd name="connsiteX727" fmla="*/ 340345 w 7467663"/>
              <a:gd name="connsiteY727" fmla="*/ 2027739 h 6858000"/>
              <a:gd name="connsiteX728" fmla="*/ 360865 w 7467663"/>
              <a:gd name="connsiteY728" fmla="*/ 2044827 h 6858000"/>
              <a:gd name="connsiteX729" fmla="*/ 560414 w 7467663"/>
              <a:gd name="connsiteY729" fmla="*/ 2421457 h 6858000"/>
              <a:gd name="connsiteX730" fmla="*/ 1359703 w 7467663"/>
              <a:gd name="connsiteY730" fmla="*/ 2578554 h 6858000"/>
              <a:gd name="connsiteX731" fmla="*/ 1359422 w 7467663"/>
              <a:gd name="connsiteY731" fmla="*/ 2577994 h 6858000"/>
              <a:gd name="connsiteX732" fmla="*/ 828701 w 7467663"/>
              <a:gd name="connsiteY732" fmla="*/ 1839520 h 6858000"/>
              <a:gd name="connsiteX733" fmla="*/ 494427 w 7467663"/>
              <a:gd name="connsiteY733" fmla="*/ 1092333 h 6858000"/>
              <a:gd name="connsiteX734" fmla="*/ 506322 w 7467663"/>
              <a:gd name="connsiteY734" fmla="*/ 1020997 h 6858000"/>
              <a:gd name="connsiteX735" fmla="*/ 4570198 w 7467663"/>
              <a:gd name="connsiteY735" fmla="*/ 978081 h 6858000"/>
              <a:gd name="connsiteX736" fmla="*/ 4523691 w 7467663"/>
              <a:gd name="connsiteY736" fmla="*/ 1127776 h 6858000"/>
              <a:gd name="connsiteX737" fmla="*/ 4509875 w 7467663"/>
              <a:gd name="connsiteY737" fmla="*/ 1167552 h 6858000"/>
              <a:gd name="connsiteX738" fmla="*/ 4478168 w 7467663"/>
              <a:gd name="connsiteY738" fmla="*/ 1260735 h 6858000"/>
              <a:gd name="connsiteX739" fmla="*/ 4409309 w 7467663"/>
              <a:gd name="connsiteY739" fmla="*/ 1666996 h 6858000"/>
              <a:gd name="connsiteX740" fmla="*/ 4370031 w 7467663"/>
              <a:gd name="connsiteY740" fmla="*/ 1955666 h 6858000"/>
              <a:gd name="connsiteX741" fmla="*/ 4570198 w 7467663"/>
              <a:gd name="connsiteY741" fmla="*/ 978081 h 6858000"/>
              <a:gd name="connsiteX742" fmla="*/ 4557898 w 7467663"/>
              <a:gd name="connsiteY742" fmla="*/ 900011 h 6858000"/>
              <a:gd name="connsiteX743" fmla="*/ 4344840 w 7467663"/>
              <a:gd name="connsiteY743" fmla="*/ 1922038 h 6858000"/>
              <a:gd name="connsiteX744" fmla="*/ 4378710 w 7467663"/>
              <a:gd name="connsiteY744" fmla="*/ 1665516 h 6858000"/>
              <a:gd name="connsiteX745" fmla="*/ 4448798 w 7467663"/>
              <a:gd name="connsiteY745" fmla="*/ 1253024 h 6858000"/>
              <a:gd name="connsiteX746" fmla="*/ 4480315 w 7467663"/>
              <a:gd name="connsiteY746" fmla="*/ 1158454 h 6858000"/>
              <a:gd name="connsiteX747" fmla="*/ 4494133 w 7467663"/>
              <a:gd name="connsiteY747" fmla="*/ 1118676 h 6858000"/>
              <a:gd name="connsiteX748" fmla="*/ 4557898 w 7467663"/>
              <a:gd name="connsiteY748" fmla="*/ 900011 h 6858000"/>
              <a:gd name="connsiteX749" fmla="*/ 5870151 w 7467663"/>
              <a:gd name="connsiteY749" fmla="*/ 898890 h 6858000"/>
              <a:gd name="connsiteX750" fmla="*/ 5861335 w 7467663"/>
              <a:gd name="connsiteY750" fmla="*/ 899177 h 6858000"/>
              <a:gd name="connsiteX751" fmla="*/ 5843702 w 7467663"/>
              <a:gd name="connsiteY751" fmla="*/ 899748 h 6858000"/>
              <a:gd name="connsiteX752" fmla="*/ 5651107 w 7467663"/>
              <a:gd name="connsiteY752" fmla="*/ 920306 h 6858000"/>
              <a:gd name="connsiteX753" fmla="*/ 5459407 w 7467663"/>
              <a:gd name="connsiteY753" fmla="*/ 940975 h 6858000"/>
              <a:gd name="connsiteX754" fmla="*/ 5374846 w 7467663"/>
              <a:gd name="connsiteY754" fmla="*/ 941988 h 6858000"/>
              <a:gd name="connsiteX755" fmla="*/ 5256105 w 7467663"/>
              <a:gd name="connsiteY755" fmla="*/ 945632 h 6858000"/>
              <a:gd name="connsiteX756" fmla="*/ 5107071 w 7467663"/>
              <a:gd name="connsiteY756" fmla="*/ 969720 h 6858000"/>
              <a:gd name="connsiteX757" fmla="*/ 4998681 w 7467663"/>
              <a:gd name="connsiteY757" fmla="*/ 988771 h 6858000"/>
              <a:gd name="connsiteX758" fmla="*/ 5870151 w 7467663"/>
              <a:gd name="connsiteY758" fmla="*/ 898890 h 6858000"/>
              <a:gd name="connsiteX759" fmla="*/ 5504425 w 7467663"/>
              <a:gd name="connsiteY759" fmla="*/ 848067 h 6858000"/>
              <a:gd name="connsiteX760" fmla="*/ 4968849 w 7467663"/>
              <a:gd name="connsiteY760" fmla="*/ 962318 h 6858000"/>
              <a:gd name="connsiteX761" fmla="*/ 5104039 w 7467663"/>
              <a:gd name="connsiteY761" fmla="*/ 940634 h 6858000"/>
              <a:gd name="connsiteX762" fmla="*/ 5256311 w 7467663"/>
              <a:gd name="connsiteY762" fmla="*/ 916490 h 6858000"/>
              <a:gd name="connsiteX763" fmla="*/ 5377381 w 7467663"/>
              <a:gd name="connsiteY763" fmla="*/ 912671 h 6858000"/>
              <a:gd name="connsiteX764" fmla="*/ 5460148 w 7467663"/>
              <a:gd name="connsiteY764" fmla="*/ 911442 h 6858000"/>
              <a:gd name="connsiteX765" fmla="*/ 5648971 w 7467663"/>
              <a:gd name="connsiteY765" fmla="*/ 891331 h 6858000"/>
              <a:gd name="connsiteX766" fmla="*/ 5844807 w 7467663"/>
              <a:gd name="connsiteY766" fmla="*/ 870718 h 6858000"/>
              <a:gd name="connsiteX767" fmla="*/ 5862975 w 7467663"/>
              <a:gd name="connsiteY767" fmla="*/ 869756 h 6858000"/>
              <a:gd name="connsiteX768" fmla="*/ 5920887 w 7467663"/>
              <a:gd name="connsiteY768" fmla="*/ 865929 h 6858000"/>
              <a:gd name="connsiteX769" fmla="*/ 5504425 w 7467663"/>
              <a:gd name="connsiteY769" fmla="*/ 848067 h 6858000"/>
              <a:gd name="connsiteX770" fmla="*/ 3607114 w 7467663"/>
              <a:gd name="connsiteY770" fmla="*/ 467441 h 6858000"/>
              <a:gd name="connsiteX771" fmla="*/ 3296242 w 7467663"/>
              <a:gd name="connsiteY771" fmla="*/ 807991 h 6858000"/>
              <a:gd name="connsiteX772" fmla="*/ 3174674 w 7467663"/>
              <a:gd name="connsiteY772" fmla="*/ 919759 h 6858000"/>
              <a:gd name="connsiteX773" fmla="*/ 3042978 w 7467663"/>
              <a:gd name="connsiteY773" fmla="*/ 1054894 h 6858000"/>
              <a:gd name="connsiteX774" fmla="*/ 2968914 w 7467663"/>
              <a:gd name="connsiteY774" fmla="*/ 1133756 h 6858000"/>
              <a:gd name="connsiteX775" fmla="*/ 3103823 w 7467663"/>
              <a:gd name="connsiteY775" fmla="*/ 1026814 h 6858000"/>
              <a:gd name="connsiteX776" fmla="*/ 3607114 w 7467663"/>
              <a:gd name="connsiteY776" fmla="*/ 467441 h 6858000"/>
              <a:gd name="connsiteX777" fmla="*/ 3744487 w 7467663"/>
              <a:gd name="connsiteY777" fmla="*/ 383136 h 6858000"/>
              <a:gd name="connsiteX778" fmla="*/ 3970213 w 7467663"/>
              <a:gd name="connsiteY778" fmla="*/ 995559 h 6858000"/>
              <a:gd name="connsiteX779" fmla="*/ 3744487 w 7467663"/>
              <a:gd name="connsiteY779" fmla="*/ 383136 h 6858000"/>
              <a:gd name="connsiteX780" fmla="*/ 3624562 w 7467663"/>
              <a:gd name="connsiteY780" fmla="*/ 367041 h 6858000"/>
              <a:gd name="connsiteX781" fmla="*/ 3489712 w 7467663"/>
              <a:gd name="connsiteY781" fmla="*/ 485386 h 6858000"/>
              <a:gd name="connsiteX782" fmla="*/ 3182994 w 7467663"/>
              <a:gd name="connsiteY782" fmla="*/ 828265 h 6858000"/>
              <a:gd name="connsiteX783" fmla="*/ 2892114 w 7467663"/>
              <a:gd name="connsiteY783" fmla="*/ 1172635 h 6858000"/>
              <a:gd name="connsiteX784" fmla="*/ 3021459 w 7467663"/>
              <a:gd name="connsiteY784" fmla="*/ 1035385 h 6858000"/>
              <a:gd name="connsiteX785" fmla="*/ 3153873 w 7467663"/>
              <a:gd name="connsiteY785" fmla="*/ 898971 h 6858000"/>
              <a:gd name="connsiteX786" fmla="*/ 3276511 w 7467663"/>
              <a:gd name="connsiteY786" fmla="*/ 786423 h 6858000"/>
              <a:gd name="connsiteX787" fmla="*/ 3584154 w 7467663"/>
              <a:gd name="connsiteY787" fmla="*/ 448218 h 6858000"/>
              <a:gd name="connsiteX788" fmla="*/ 3624562 w 7467663"/>
              <a:gd name="connsiteY788" fmla="*/ 367041 h 6858000"/>
              <a:gd name="connsiteX789" fmla="*/ 3766672 w 7467663"/>
              <a:gd name="connsiteY789" fmla="*/ 359429 h 6858000"/>
              <a:gd name="connsiteX790" fmla="*/ 3996338 w 7467663"/>
              <a:gd name="connsiteY790" fmla="*/ 968237 h 6858000"/>
              <a:gd name="connsiteX791" fmla="*/ 3766672 w 7467663"/>
              <a:gd name="connsiteY791" fmla="*/ 359429 h 6858000"/>
              <a:gd name="connsiteX792" fmla="*/ 5805386 w 7467663"/>
              <a:gd name="connsiteY792" fmla="*/ 239240 h 6858000"/>
              <a:gd name="connsiteX793" fmla="*/ 5736947 w 7467663"/>
              <a:gd name="connsiteY793" fmla="*/ 261367 h 6858000"/>
              <a:gd name="connsiteX794" fmla="*/ 5427012 w 7467663"/>
              <a:gd name="connsiteY794" fmla="*/ 311272 h 6858000"/>
              <a:gd name="connsiteX795" fmla="*/ 5147818 w 7467663"/>
              <a:gd name="connsiteY795" fmla="*/ 322112 h 6858000"/>
              <a:gd name="connsiteX796" fmla="*/ 5060854 w 7467663"/>
              <a:gd name="connsiteY796" fmla="*/ 311882 h 6858000"/>
              <a:gd name="connsiteX797" fmla="*/ 4945989 w 7467663"/>
              <a:gd name="connsiteY797" fmla="*/ 300516 h 6858000"/>
              <a:gd name="connsiteX798" fmla="*/ 5410479 w 7467663"/>
              <a:gd name="connsiteY798" fmla="*/ 348434 h 6858000"/>
              <a:gd name="connsiteX799" fmla="*/ 5805386 w 7467663"/>
              <a:gd name="connsiteY799" fmla="*/ 239240 h 6858000"/>
              <a:gd name="connsiteX800" fmla="*/ 5905192 w 7467663"/>
              <a:gd name="connsiteY800" fmla="*/ 163079 h 6858000"/>
              <a:gd name="connsiteX801" fmla="*/ 5865655 w 7467663"/>
              <a:gd name="connsiteY801" fmla="*/ 171901 h 6858000"/>
              <a:gd name="connsiteX802" fmla="*/ 5259740 w 7467663"/>
              <a:gd name="connsiteY802" fmla="*/ 257013 h 6858000"/>
              <a:gd name="connsiteX803" fmla="*/ 5208466 w 7467663"/>
              <a:gd name="connsiteY803" fmla="*/ 257550 h 6858000"/>
              <a:gd name="connsiteX804" fmla="*/ 4980204 w 7467663"/>
              <a:gd name="connsiteY804" fmla="*/ 271903 h 6858000"/>
              <a:gd name="connsiteX805" fmla="*/ 5068068 w 7467663"/>
              <a:gd name="connsiteY805" fmla="*/ 282244 h 6858000"/>
              <a:gd name="connsiteX806" fmla="*/ 5153231 w 7467663"/>
              <a:gd name="connsiteY806" fmla="*/ 292240 h 6858000"/>
              <a:gd name="connsiteX807" fmla="*/ 5426491 w 7467663"/>
              <a:gd name="connsiteY807" fmla="*/ 281128 h 6858000"/>
              <a:gd name="connsiteX808" fmla="*/ 5731212 w 7467663"/>
              <a:gd name="connsiteY808" fmla="*/ 231951 h 6858000"/>
              <a:gd name="connsiteX809" fmla="*/ 5905192 w 7467663"/>
              <a:gd name="connsiteY809" fmla="*/ 163079 h 6858000"/>
              <a:gd name="connsiteX810" fmla="*/ 5944437 w 7467663"/>
              <a:gd name="connsiteY810" fmla="*/ 113829 h 6858000"/>
              <a:gd name="connsiteX811" fmla="*/ 5825032 w 7467663"/>
              <a:gd name="connsiteY811" fmla="*/ 146405 h 6858000"/>
              <a:gd name="connsiteX812" fmla="*/ 4955599 w 7467663"/>
              <a:gd name="connsiteY812" fmla="*/ 247008 h 6858000"/>
              <a:gd name="connsiteX813" fmla="*/ 5210104 w 7467663"/>
              <a:gd name="connsiteY813" fmla="*/ 228123 h 6858000"/>
              <a:gd name="connsiteX814" fmla="*/ 5261015 w 7467663"/>
              <a:gd name="connsiteY814" fmla="*/ 227087 h 6858000"/>
              <a:gd name="connsiteX815" fmla="*/ 5861181 w 7467663"/>
              <a:gd name="connsiteY815" fmla="*/ 143093 h 6858000"/>
              <a:gd name="connsiteX816" fmla="*/ 5961252 w 7467663"/>
              <a:gd name="connsiteY816" fmla="*/ 114820 h 6858000"/>
              <a:gd name="connsiteX817" fmla="*/ 5944437 w 7467663"/>
              <a:gd name="connsiteY817" fmla="*/ 113829 h 6858000"/>
              <a:gd name="connsiteX818" fmla="*/ 3882765 w 7467663"/>
              <a:gd name="connsiteY818" fmla="*/ 0 h 6858000"/>
              <a:gd name="connsiteX819" fmla="*/ 3995099 w 7467663"/>
              <a:gd name="connsiteY819" fmla="*/ 0 h 6858000"/>
              <a:gd name="connsiteX820" fmla="*/ 4163818 w 7467663"/>
              <a:gd name="connsiteY820" fmla="*/ 234104 h 6858000"/>
              <a:gd name="connsiteX821" fmla="*/ 4172099 w 7467663"/>
              <a:gd name="connsiteY821" fmla="*/ 234207 h 6858000"/>
              <a:gd name="connsiteX822" fmla="*/ 4784282 w 7467663"/>
              <a:gd name="connsiteY822" fmla="*/ 276561 h 6858000"/>
              <a:gd name="connsiteX823" fmla="*/ 4801687 w 7467663"/>
              <a:gd name="connsiteY823" fmla="*/ 267764 h 6858000"/>
              <a:gd name="connsiteX824" fmla="*/ 6082788 w 7467663"/>
              <a:gd name="connsiteY824" fmla="*/ 64119 h 6858000"/>
              <a:gd name="connsiteX825" fmla="*/ 6099442 w 7467663"/>
              <a:gd name="connsiteY825" fmla="*/ 82568 h 6858000"/>
              <a:gd name="connsiteX826" fmla="*/ 4804137 w 7467663"/>
              <a:gd name="connsiteY826" fmla="*/ 320931 h 6858000"/>
              <a:gd name="connsiteX827" fmla="*/ 4227047 w 7467663"/>
              <a:gd name="connsiteY827" fmla="*/ 313415 h 6858000"/>
              <a:gd name="connsiteX828" fmla="*/ 4346041 w 7467663"/>
              <a:gd name="connsiteY828" fmla="*/ 456086 h 6858000"/>
              <a:gd name="connsiteX829" fmla="*/ 4870967 w 7467663"/>
              <a:gd name="connsiteY829" fmla="*/ 963061 h 6858000"/>
              <a:gd name="connsiteX830" fmla="*/ 4889647 w 7467663"/>
              <a:gd name="connsiteY830" fmla="*/ 957147 h 6858000"/>
              <a:gd name="connsiteX831" fmla="*/ 5422504 w 7467663"/>
              <a:gd name="connsiteY831" fmla="*/ 805191 h 6858000"/>
              <a:gd name="connsiteX832" fmla="*/ 6087656 w 7467663"/>
              <a:gd name="connsiteY832" fmla="*/ 826703 h 6858000"/>
              <a:gd name="connsiteX833" fmla="*/ 6058717 w 7467663"/>
              <a:gd name="connsiteY833" fmla="*/ 865992 h 6858000"/>
              <a:gd name="connsiteX834" fmla="*/ 4974153 w 7467663"/>
              <a:gd name="connsiteY834" fmla="*/ 1045456 h 6858000"/>
              <a:gd name="connsiteX835" fmla="*/ 5627835 w 7467663"/>
              <a:gd name="connsiteY835" fmla="*/ 1472077 h 6858000"/>
              <a:gd name="connsiteX836" fmla="*/ 5629817 w 7467663"/>
              <a:gd name="connsiteY836" fmla="*/ 1471412 h 6858000"/>
              <a:gd name="connsiteX837" fmla="*/ 5634124 w 7467663"/>
              <a:gd name="connsiteY837" fmla="*/ 1470572 h 6858000"/>
              <a:gd name="connsiteX838" fmla="*/ 5755832 w 7467663"/>
              <a:gd name="connsiteY838" fmla="*/ 1383886 h 6858000"/>
              <a:gd name="connsiteX839" fmla="*/ 6014186 w 7467663"/>
              <a:gd name="connsiteY839" fmla="*/ 1279799 h 6858000"/>
              <a:gd name="connsiteX840" fmla="*/ 6901619 w 7467663"/>
              <a:gd name="connsiteY840" fmla="*/ 1047874 h 6858000"/>
              <a:gd name="connsiteX841" fmla="*/ 6931566 w 7467663"/>
              <a:gd name="connsiteY841" fmla="*/ 1062034 h 6858000"/>
              <a:gd name="connsiteX842" fmla="*/ 5790982 w 7467663"/>
              <a:gd name="connsiteY842" fmla="*/ 1561380 h 6858000"/>
              <a:gd name="connsiteX843" fmla="*/ 6188971 w 7467663"/>
              <a:gd name="connsiteY843" fmla="*/ 1755168 h 6858000"/>
              <a:gd name="connsiteX844" fmla="*/ 6202446 w 7467663"/>
              <a:gd name="connsiteY844" fmla="*/ 1752268 h 6858000"/>
              <a:gd name="connsiteX845" fmla="*/ 7179560 w 7467663"/>
              <a:gd name="connsiteY845" fmla="*/ 1467551 h 6858000"/>
              <a:gd name="connsiteX846" fmla="*/ 7158730 w 7467663"/>
              <a:gd name="connsiteY846" fmla="*/ 1507835 h 6858000"/>
              <a:gd name="connsiteX847" fmla="*/ 6326959 w 7467663"/>
              <a:gd name="connsiteY847" fmla="*/ 1817686 h 6858000"/>
              <a:gd name="connsiteX848" fmla="*/ 6537433 w 7467663"/>
              <a:gd name="connsiteY848" fmla="*/ 1907790 h 6858000"/>
              <a:gd name="connsiteX849" fmla="*/ 6550221 w 7467663"/>
              <a:gd name="connsiteY849" fmla="*/ 1910729 h 6858000"/>
              <a:gd name="connsiteX850" fmla="*/ 6964438 w 7467663"/>
              <a:gd name="connsiteY850" fmla="*/ 2209505 h 6858000"/>
              <a:gd name="connsiteX851" fmla="*/ 7367862 w 7467663"/>
              <a:gd name="connsiteY851" fmla="*/ 2806833 h 6858000"/>
              <a:gd name="connsiteX852" fmla="*/ 7364329 w 7467663"/>
              <a:gd name="connsiteY852" fmla="*/ 2826907 h 6858000"/>
              <a:gd name="connsiteX853" fmla="*/ 7290545 w 7467663"/>
              <a:gd name="connsiteY853" fmla="*/ 2850663 h 6858000"/>
              <a:gd name="connsiteX854" fmla="*/ 6472036 w 7467663"/>
              <a:gd name="connsiteY854" fmla="*/ 1959003 h 6858000"/>
              <a:gd name="connsiteX855" fmla="*/ 5792897 w 7467663"/>
              <a:gd name="connsiteY855" fmla="*/ 1647747 h 6858000"/>
              <a:gd name="connsiteX856" fmla="*/ 5842751 w 7467663"/>
              <a:gd name="connsiteY856" fmla="*/ 1816112 h 6858000"/>
              <a:gd name="connsiteX857" fmla="*/ 5847424 w 7467663"/>
              <a:gd name="connsiteY857" fmla="*/ 1815776 h 6858000"/>
              <a:gd name="connsiteX858" fmla="*/ 6399821 w 7467663"/>
              <a:gd name="connsiteY858" fmla="*/ 2344799 h 6858000"/>
              <a:gd name="connsiteX859" fmla="*/ 6323232 w 7467663"/>
              <a:gd name="connsiteY859" fmla="*/ 2389634 h 6858000"/>
              <a:gd name="connsiteX860" fmla="*/ 5942958 w 7467663"/>
              <a:gd name="connsiteY860" fmla="*/ 2077708 h 6858000"/>
              <a:gd name="connsiteX861" fmla="*/ 5921559 w 7467663"/>
              <a:gd name="connsiteY861" fmla="*/ 2378596 h 6858000"/>
              <a:gd name="connsiteX862" fmla="*/ 5817651 w 7467663"/>
              <a:gd name="connsiteY862" fmla="*/ 3023919 h 6858000"/>
              <a:gd name="connsiteX863" fmla="*/ 5729634 w 7467663"/>
              <a:gd name="connsiteY863" fmla="*/ 3051849 h 6858000"/>
              <a:gd name="connsiteX864" fmla="*/ 5611018 w 7467663"/>
              <a:gd name="connsiteY864" fmla="*/ 2316769 h 6858000"/>
              <a:gd name="connsiteX865" fmla="*/ 5687608 w 7467663"/>
              <a:gd name="connsiteY865" fmla="*/ 2039972 h 6858000"/>
              <a:gd name="connsiteX866" fmla="*/ 5657554 w 7467663"/>
              <a:gd name="connsiteY866" fmla="*/ 1576445 h 6858000"/>
              <a:gd name="connsiteX867" fmla="*/ 5150475 w 7467663"/>
              <a:gd name="connsiteY867" fmla="*/ 1274012 h 6858000"/>
              <a:gd name="connsiteX868" fmla="*/ 5349142 w 7467663"/>
              <a:gd name="connsiteY868" fmla="*/ 2204405 h 6858000"/>
              <a:gd name="connsiteX869" fmla="*/ 5262214 w 7467663"/>
              <a:gd name="connsiteY869" fmla="*/ 2233836 h 6858000"/>
              <a:gd name="connsiteX870" fmla="*/ 4981539 w 7467663"/>
              <a:gd name="connsiteY870" fmla="*/ 1542201 h 6858000"/>
              <a:gd name="connsiteX871" fmla="*/ 4958461 w 7467663"/>
              <a:gd name="connsiteY871" fmla="*/ 1136957 h 6858000"/>
              <a:gd name="connsiteX872" fmla="*/ 4655015 w 7467663"/>
              <a:gd name="connsiteY872" fmla="*/ 891426 h 6858000"/>
              <a:gd name="connsiteX873" fmla="*/ 4348002 w 7467663"/>
              <a:gd name="connsiteY873" fmla="*/ 2205895 h 6858000"/>
              <a:gd name="connsiteX874" fmla="*/ 4262250 w 7467663"/>
              <a:gd name="connsiteY874" fmla="*/ 2219972 h 6858000"/>
              <a:gd name="connsiteX875" fmla="*/ 4550611 w 7467663"/>
              <a:gd name="connsiteY875" fmla="*/ 817540 h 6858000"/>
              <a:gd name="connsiteX876" fmla="*/ 4564418 w 7467663"/>
              <a:gd name="connsiteY876" fmla="*/ 808293 h 6858000"/>
              <a:gd name="connsiteX877" fmla="*/ 4266388 w 7467663"/>
              <a:gd name="connsiteY877" fmla="*/ 500083 h 6858000"/>
              <a:gd name="connsiteX878" fmla="*/ 4032842 w 7467663"/>
              <a:gd name="connsiteY878" fmla="*/ 211809 h 6858000"/>
              <a:gd name="connsiteX879" fmla="*/ 3882765 w 7467663"/>
              <a:gd name="connsiteY879" fmla="*/ 0 h 6858000"/>
              <a:gd name="connsiteX880" fmla="*/ 3721337 w 7467663"/>
              <a:gd name="connsiteY880" fmla="*/ 0 h 6858000"/>
              <a:gd name="connsiteX881" fmla="*/ 3797544 w 7467663"/>
              <a:gd name="connsiteY881" fmla="*/ 0 h 6858000"/>
              <a:gd name="connsiteX882" fmla="*/ 3775734 w 7467663"/>
              <a:gd name="connsiteY882" fmla="*/ 95131 h 6858000"/>
              <a:gd name="connsiteX883" fmla="*/ 3724807 w 7467663"/>
              <a:gd name="connsiteY883" fmla="*/ 272257 h 6858000"/>
              <a:gd name="connsiteX884" fmla="*/ 3726844 w 7467663"/>
              <a:gd name="connsiteY884" fmla="*/ 282988 h 6858000"/>
              <a:gd name="connsiteX885" fmla="*/ 3742664 w 7467663"/>
              <a:gd name="connsiteY885" fmla="*/ 279918 h 6858000"/>
              <a:gd name="connsiteX886" fmla="*/ 4103910 w 7467663"/>
              <a:gd name="connsiteY886" fmla="*/ 1161917 h 6858000"/>
              <a:gd name="connsiteX887" fmla="*/ 4020269 w 7467663"/>
              <a:gd name="connsiteY887" fmla="*/ 1200406 h 6858000"/>
              <a:gd name="connsiteX888" fmla="*/ 3674882 w 7467663"/>
              <a:gd name="connsiteY888" fmla="*/ 488524 h 6858000"/>
              <a:gd name="connsiteX889" fmla="*/ 3132682 w 7467663"/>
              <a:gd name="connsiteY889" fmla="*/ 1072284 h 6858000"/>
              <a:gd name="connsiteX890" fmla="*/ 2716346 w 7467663"/>
              <a:gd name="connsiteY890" fmla="*/ 1276376 h 6858000"/>
              <a:gd name="connsiteX891" fmla="*/ 2716772 w 7467663"/>
              <a:gd name="connsiteY891" fmla="*/ 1255462 h 6858000"/>
              <a:gd name="connsiteX892" fmla="*/ 3471096 w 7467663"/>
              <a:gd name="connsiteY892" fmla="*/ 437072 h 6858000"/>
              <a:gd name="connsiteX893" fmla="*/ 3639057 w 7467663"/>
              <a:gd name="connsiteY893" fmla="*/ 286334 h 6858000"/>
              <a:gd name="connsiteX894" fmla="*/ 3640309 w 7467663"/>
              <a:gd name="connsiteY894" fmla="*/ 284664 h 6858000"/>
              <a:gd name="connsiteX895" fmla="*/ 3646022 w 7467663"/>
              <a:gd name="connsiteY895" fmla="*/ 276711 h 6858000"/>
              <a:gd name="connsiteX896" fmla="*/ 3707943 w 7467663"/>
              <a:gd name="connsiteY896" fmla="*/ 65958 h 6858000"/>
              <a:gd name="connsiteX897" fmla="*/ 3721337 w 7467663"/>
              <a:gd name="connsiteY897" fmla="*/ 0 h 6858000"/>
              <a:gd name="connsiteX898" fmla="*/ 2867960 w 7467663"/>
              <a:gd name="connsiteY898" fmla="*/ 0 h 6858000"/>
              <a:gd name="connsiteX899" fmla="*/ 2926351 w 7467663"/>
              <a:gd name="connsiteY899" fmla="*/ 0 h 6858000"/>
              <a:gd name="connsiteX900" fmla="*/ 2902823 w 7467663"/>
              <a:gd name="connsiteY900" fmla="*/ 262929 h 6858000"/>
              <a:gd name="connsiteX901" fmla="*/ 2940663 w 7467663"/>
              <a:gd name="connsiteY901" fmla="*/ 140884 h 6858000"/>
              <a:gd name="connsiteX902" fmla="*/ 2947039 w 7467663"/>
              <a:gd name="connsiteY902" fmla="*/ 122524 h 6858000"/>
              <a:gd name="connsiteX903" fmla="*/ 2984316 w 7467663"/>
              <a:gd name="connsiteY903" fmla="*/ 0 h 6858000"/>
              <a:gd name="connsiteX904" fmla="*/ 3016114 w 7467663"/>
              <a:gd name="connsiteY904" fmla="*/ 0 h 6858000"/>
              <a:gd name="connsiteX905" fmla="*/ 2979949 w 7467663"/>
              <a:gd name="connsiteY905" fmla="*/ 119274 h 6858000"/>
              <a:gd name="connsiteX906" fmla="*/ 3023879 w 7467663"/>
              <a:gd name="connsiteY906" fmla="*/ 0 h 6858000"/>
              <a:gd name="connsiteX907" fmla="*/ 3105400 w 7467663"/>
              <a:gd name="connsiteY907" fmla="*/ 0 h 6858000"/>
              <a:gd name="connsiteX908" fmla="*/ 3094669 w 7467663"/>
              <a:gd name="connsiteY908" fmla="*/ 30308 h 6858000"/>
              <a:gd name="connsiteX909" fmla="*/ 2901945 w 7467663"/>
              <a:gd name="connsiteY909" fmla="*/ 466538 h 6858000"/>
              <a:gd name="connsiteX910" fmla="*/ 2815209 w 7467663"/>
              <a:gd name="connsiteY910" fmla="*/ 497361 h 6858000"/>
              <a:gd name="connsiteX911" fmla="*/ 2844845 w 7467663"/>
              <a:gd name="connsiteY911" fmla="*/ 127638 h 6858000"/>
              <a:gd name="connsiteX912" fmla="*/ 2867960 w 7467663"/>
              <a:gd name="connsiteY912" fmla="*/ 0 h 6858000"/>
              <a:gd name="connsiteX913" fmla="*/ 1057230 w 7467663"/>
              <a:gd name="connsiteY913" fmla="*/ 0 h 6858000"/>
              <a:gd name="connsiteX914" fmla="*/ 1111003 w 7467663"/>
              <a:gd name="connsiteY914" fmla="*/ 0 h 6858000"/>
              <a:gd name="connsiteX915" fmla="*/ 1125553 w 7467663"/>
              <a:gd name="connsiteY915" fmla="*/ 52588 h 6858000"/>
              <a:gd name="connsiteX916" fmla="*/ 1304276 w 7467663"/>
              <a:gd name="connsiteY916" fmla="*/ 476275 h 6858000"/>
              <a:gd name="connsiteX917" fmla="*/ 1492066 w 7467663"/>
              <a:gd name="connsiteY917" fmla="*/ 886333 h 6858000"/>
              <a:gd name="connsiteX918" fmla="*/ 1423698 w 7467663"/>
              <a:gd name="connsiteY918" fmla="*/ 710817 h 6858000"/>
              <a:gd name="connsiteX919" fmla="*/ 1357609 w 7467663"/>
              <a:gd name="connsiteY919" fmla="*/ 532892 h 6858000"/>
              <a:gd name="connsiteX920" fmla="*/ 1309550 w 7467663"/>
              <a:gd name="connsiteY920" fmla="*/ 374031 h 6858000"/>
              <a:gd name="connsiteX921" fmla="*/ 1193673 w 7467663"/>
              <a:gd name="connsiteY921" fmla="*/ 49533 h 6858000"/>
              <a:gd name="connsiteX922" fmla="*/ 1164391 w 7467663"/>
              <a:gd name="connsiteY922" fmla="*/ 0 h 6858000"/>
              <a:gd name="connsiteX923" fmla="*/ 1200666 w 7467663"/>
              <a:gd name="connsiteY923" fmla="*/ 0 h 6858000"/>
              <a:gd name="connsiteX924" fmla="*/ 1223408 w 7467663"/>
              <a:gd name="connsiteY924" fmla="*/ 38996 h 6858000"/>
              <a:gd name="connsiteX925" fmla="*/ 1339635 w 7467663"/>
              <a:gd name="connsiteY925" fmla="*/ 365517 h 6858000"/>
              <a:gd name="connsiteX926" fmla="*/ 1387469 w 7467663"/>
              <a:gd name="connsiteY926" fmla="*/ 523079 h 6858000"/>
              <a:gd name="connsiteX927" fmla="*/ 1452685 w 7467663"/>
              <a:gd name="connsiteY927" fmla="*/ 699806 h 6858000"/>
              <a:gd name="connsiteX928" fmla="*/ 1492092 w 7467663"/>
              <a:gd name="connsiteY928" fmla="*/ 800424 h 6858000"/>
              <a:gd name="connsiteX929" fmla="*/ 1455302 w 7467663"/>
              <a:gd name="connsiteY929" fmla="*/ 632913 h 6858000"/>
              <a:gd name="connsiteX930" fmla="*/ 1222336 w 7467663"/>
              <a:gd name="connsiteY930" fmla="*/ 9480 h 6858000"/>
              <a:gd name="connsiteX931" fmla="*/ 1214634 w 7467663"/>
              <a:gd name="connsiteY931" fmla="*/ 0 h 6858000"/>
              <a:gd name="connsiteX932" fmla="*/ 1289827 w 7467663"/>
              <a:gd name="connsiteY932" fmla="*/ 0 h 6858000"/>
              <a:gd name="connsiteX933" fmla="*/ 1321076 w 7467663"/>
              <a:gd name="connsiteY933" fmla="*/ 59722 h 6858000"/>
              <a:gd name="connsiteX934" fmla="*/ 1512579 w 7467663"/>
              <a:gd name="connsiteY934" fmla="*/ 626441 h 6858000"/>
              <a:gd name="connsiteX935" fmla="*/ 1506076 w 7467663"/>
              <a:gd name="connsiteY935" fmla="*/ 1089289 h 6858000"/>
              <a:gd name="connsiteX936" fmla="*/ 1486346 w 7467663"/>
              <a:gd name="connsiteY936" fmla="*/ 1079919 h 6858000"/>
              <a:gd name="connsiteX937" fmla="*/ 1070511 w 7467663"/>
              <a:gd name="connsiteY937" fmla="*/ 48609 h 6858000"/>
              <a:gd name="connsiteX938" fmla="*/ 1057230 w 7467663"/>
              <a:gd name="connsiteY938" fmla="*/ 0 h 6858000"/>
              <a:gd name="connsiteX939" fmla="*/ 43151 w 7467663"/>
              <a:gd name="connsiteY939" fmla="*/ 0 h 6858000"/>
              <a:gd name="connsiteX940" fmla="*/ 95283 w 7467663"/>
              <a:gd name="connsiteY940" fmla="*/ 0 h 6858000"/>
              <a:gd name="connsiteX941" fmla="*/ 300708 w 7467663"/>
              <a:gd name="connsiteY941" fmla="*/ 154571 h 6858000"/>
              <a:gd name="connsiteX942" fmla="*/ 530414 w 7467663"/>
              <a:gd name="connsiteY942" fmla="*/ 354673 h 6858000"/>
              <a:gd name="connsiteX943" fmla="*/ 333785 w 7467663"/>
              <a:gd name="connsiteY943" fmla="*/ 161564 h 6858000"/>
              <a:gd name="connsiteX944" fmla="*/ 147005 w 7467663"/>
              <a:gd name="connsiteY944" fmla="*/ 0 h 6858000"/>
              <a:gd name="connsiteX945" fmla="*/ 272509 w 7467663"/>
              <a:gd name="connsiteY945" fmla="*/ 0 h 6858000"/>
              <a:gd name="connsiteX946" fmla="*/ 326276 w 7467663"/>
              <a:gd name="connsiteY946" fmla="*/ 45847 h 6858000"/>
              <a:gd name="connsiteX947" fmla="*/ 823759 w 7467663"/>
              <a:gd name="connsiteY947" fmla="*/ 574145 h 6858000"/>
              <a:gd name="connsiteX948" fmla="*/ 811254 w 7467663"/>
              <a:gd name="connsiteY948" fmla="*/ 665546 h 6858000"/>
              <a:gd name="connsiteX949" fmla="*/ 154042 w 7467663"/>
              <a:gd name="connsiteY949" fmla="*/ 261522 h 6858000"/>
              <a:gd name="connsiteX950" fmla="*/ 13550 w 7467663"/>
              <a:gd name="connsiteY950" fmla="*/ 158423 h 6858000"/>
              <a:gd name="connsiteX951" fmla="*/ 0 w 7467663"/>
              <a:gd name="connsiteY951" fmla="*/ 146618 h 6858000"/>
              <a:gd name="connsiteX952" fmla="*/ 0 w 7467663"/>
              <a:gd name="connsiteY952" fmla="*/ 59161 h 6858000"/>
              <a:gd name="connsiteX953" fmla="*/ 45427 w 7467663"/>
              <a:gd name="connsiteY953" fmla="*/ 101078 h 6858000"/>
              <a:gd name="connsiteX954" fmla="*/ 630103 w 7467663"/>
              <a:gd name="connsiteY954" fmla="*/ 485885 h 6858000"/>
              <a:gd name="connsiteX955" fmla="*/ 532040 w 7467663"/>
              <a:gd name="connsiteY955" fmla="*/ 399359 h 6858000"/>
              <a:gd name="connsiteX956" fmla="*/ 517618 w 7467663"/>
              <a:gd name="connsiteY956" fmla="*/ 385726 h 6858000"/>
              <a:gd name="connsiteX957" fmla="*/ 285074 w 7467663"/>
              <a:gd name="connsiteY957" fmla="*/ 182755 h 6858000"/>
              <a:gd name="connsiteX958" fmla="*/ 43151 w 7467663"/>
              <a:gd name="connsiteY958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48321 w 7467663"/>
              <a:gd name="connsiteY76" fmla="*/ 6190991 h 6858000"/>
              <a:gd name="connsiteX77" fmla="*/ 7467600 w 7467663"/>
              <a:gd name="connsiteY77" fmla="*/ 6334256 h 6858000"/>
              <a:gd name="connsiteX78" fmla="*/ 7454976 w 7467663"/>
              <a:gd name="connsiteY78" fmla="*/ 6318297 h 6858000"/>
              <a:gd name="connsiteX79" fmla="*/ 1456157 w 7467663"/>
              <a:gd name="connsiteY79" fmla="*/ 5371404 h 6858000"/>
              <a:gd name="connsiteX80" fmla="*/ 1244432 w 7467663"/>
              <a:gd name="connsiteY80" fmla="*/ 5385601 h 6858000"/>
              <a:gd name="connsiteX81" fmla="*/ 973990 w 7467663"/>
              <a:gd name="connsiteY81" fmla="*/ 5424940 h 6858000"/>
              <a:gd name="connsiteX82" fmla="*/ 1103809 w 7467663"/>
              <a:gd name="connsiteY82" fmla="*/ 5433720 h 6858000"/>
              <a:gd name="connsiteX83" fmla="*/ 1123454 w 7467663"/>
              <a:gd name="connsiteY83" fmla="*/ 5435727 h 6858000"/>
              <a:gd name="connsiteX84" fmla="*/ 1737017 w 7467663"/>
              <a:gd name="connsiteY84" fmla="*/ 5452183 h 6858000"/>
              <a:gd name="connsiteX85" fmla="*/ 1824397 w 7467663"/>
              <a:gd name="connsiteY85" fmla="*/ 5447757 h 6858000"/>
              <a:gd name="connsiteX86" fmla="*/ 2070059 w 7467663"/>
              <a:gd name="connsiteY86" fmla="*/ 5441660 h 6858000"/>
              <a:gd name="connsiteX87" fmla="*/ 1456157 w 7467663"/>
              <a:gd name="connsiteY87" fmla="*/ 5371404 h 6858000"/>
              <a:gd name="connsiteX88" fmla="*/ 4988186 w 7467663"/>
              <a:gd name="connsiteY88" fmla="*/ 5216467 h 6858000"/>
              <a:gd name="connsiteX89" fmla="*/ 4777334 w 7467663"/>
              <a:gd name="connsiteY89" fmla="*/ 5406072 h 6858000"/>
              <a:gd name="connsiteX90" fmla="*/ 4718341 w 7467663"/>
              <a:gd name="connsiteY90" fmla="*/ 5468043 h 6858000"/>
              <a:gd name="connsiteX91" fmla="*/ 4604655 w 7467663"/>
              <a:gd name="connsiteY91" fmla="*/ 5583434 h 6858000"/>
              <a:gd name="connsiteX92" fmla="*/ 4565074 w 7467663"/>
              <a:gd name="connsiteY92" fmla="*/ 5618550 h 6858000"/>
              <a:gd name="connsiteX93" fmla="*/ 4988186 w 7467663"/>
              <a:gd name="connsiteY93" fmla="*/ 5216467 h 6858000"/>
              <a:gd name="connsiteX94" fmla="*/ 4978032 w 7467663"/>
              <a:gd name="connsiteY94" fmla="*/ 5183809 h 6858000"/>
              <a:gd name="connsiteX95" fmla="*/ 4463413 w 7467663"/>
              <a:gd name="connsiteY95" fmla="*/ 5615162 h 6858000"/>
              <a:gd name="connsiteX96" fmla="*/ 4358134 w 7467663"/>
              <a:gd name="connsiteY96" fmla="*/ 5742791 h 6858000"/>
              <a:gd name="connsiteX97" fmla="*/ 4376219 w 7467663"/>
              <a:gd name="connsiteY97" fmla="*/ 5729027 h 6858000"/>
              <a:gd name="connsiteX98" fmla="*/ 4582340 w 7467663"/>
              <a:gd name="connsiteY98" fmla="*/ 5561037 h 6858000"/>
              <a:gd name="connsiteX99" fmla="*/ 4694684 w 7467663"/>
              <a:gd name="connsiteY99" fmla="*/ 5447098 h 6858000"/>
              <a:gd name="connsiteX100" fmla="*/ 4754123 w 7467663"/>
              <a:gd name="connsiteY100" fmla="*/ 5384643 h 6858000"/>
              <a:gd name="connsiteX101" fmla="*/ 4978032 w 7467663"/>
              <a:gd name="connsiteY101" fmla="*/ 5183809 h 6858000"/>
              <a:gd name="connsiteX102" fmla="*/ 1903353 w 7467663"/>
              <a:gd name="connsiteY102" fmla="*/ 5044827 h 6858000"/>
              <a:gd name="connsiteX103" fmla="*/ 1936931 w 7467663"/>
              <a:gd name="connsiteY103" fmla="*/ 5093954 h 6858000"/>
              <a:gd name="connsiteX104" fmla="*/ 2195868 w 7467663"/>
              <a:gd name="connsiteY104" fmla="*/ 5396574 h 6858000"/>
              <a:gd name="connsiteX105" fmla="*/ 2088852 w 7467663"/>
              <a:gd name="connsiteY105" fmla="*/ 5166123 h 6858000"/>
              <a:gd name="connsiteX106" fmla="*/ 1958241 w 7467663"/>
              <a:gd name="connsiteY106" fmla="*/ 5067955 h 6858000"/>
              <a:gd name="connsiteX107" fmla="*/ 1903353 w 7467663"/>
              <a:gd name="connsiteY107" fmla="*/ 5044827 h 6858000"/>
              <a:gd name="connsiteX108" fmla="*/ 1979378 w 7467663"/>
              <a:gd name="connsiteY108" fmla="*/ 4769504 h 6858000"/>
              <a:gd name="connsiteX109" fmla="*/ 2882120 w 7467663"/>
              <a:gd name="connsiteY109" fmla="*/ 5064547 h 6858000"/>
              <a:gd name="connsiteX110" fmla="*/ 2793103 w 7467663"/>
              <a:gd name="connsiteY110" fmla="*/ 5039699 h 6858000"/>
              <a:gd name="connsiteX111" fmla="*/ 2770041 w 7467663"/>
              <a:gd name="connsiteY111" fmla="*/ 5033634 h 6858000"/>
              <a:gd name="connsiteX112" fmla="*/ 1979378 w 7467663"/>
              <a:gd name="connsiteY112" fmla="*/ 4769504 h 6858000"/>
              <a:gd name="connsiteX113" fmla="*/ 1927410 w 7467663"/>
              <a:gd name="connsiteY113" fmla="*/ 4716164 h 6858000"/>
              <a:gd name="connsiteX114" fmla="*/ 1959587 w 7467663"/>
              <a:gd name="connsiteY114" fmla="*/ 4728849 h 6858000"/>
              <a:gd name="connsiteX115" fmla="*/ 2777707 w 7467663"/>
              <a:gd name="connsiteY115" fmla="*/ 5003991 h 6858000"/>
              <a:gd name="connsiteX116" fmla="*/ 2800768 w 7467663"/>
              <a:gd name="connsiteY116" fmla="*/ 5010056 h 6858000"/>
              <a:gd name="connsiteX117" fmla="*/ 2879408 w 7467663"/>
              <a:gd name="connsiteY117" fmla="*/ 5031590 h 6858000"/>
              <a:gd name="connsiteX118" fmla="*/ 2862295 w 7467663"/>
              <a:gd name="connsiteY118" fmla="*/ 5022958 h 6858000"/>
              <a:gd name="connsiteX119" fmla="*/ 2813343 w 7467663"/>
              <a:gd name="connsiteY119" fmla="*/ 4998369 h 6858000"/>
              <a:gd name="connsiteX120" fmla="*/ 2646245 w 7467663"/>
              <a:gd name="connsiteY120" fmla="*/ 4930999 h 6858000"/>
              <a:gd name="connsiteX121" fmla="*/ 1999243 w 7467663"/>
              <a:gd name="connsiteY121" fmla="*/ 4730524 h 6858000"/>
              <a:gd name="connsiteX122" fmla="*/ 1979527 w 7467663"/>
              <a:gd name="connsiteY122" fmla="*/ 4726651 h 6858000"/>
              <a:gd name="connsiteX123" fmla="*/ 1927410 w 7467663"/>
              <a:gd name="connsiteY123" fmla="*/ 4716164 h 6858000"/>
              <a:gd name="connsiteX124" fmla="*/ 1997014 w 7467663"/>
              <a:gd name="connsiteY124" fmla="*/ 4698007 h 6858000"/>
              <a:gd name="connsiteX125" fmla="*/ 2005458 w 7467663"/>
              <a:gd name="connsiteY125" fmla="*/ 4699540 h 6858000"/>
              <a:gd name="connsiteX126" fmla="*/ 2657186 w 7467663"/>
              <a:gd name="connsiteY126" fmla="*/ 4901687 h 6858000"/>
              <a:gd name="connsiteX127" fmla="*/ 2826662 w 7467663"/>
              <a:gd name="connsiteY127" fmla="*/ 4970362 h 6858000"/>
              <a:gd name="connsiteX128" fmla="*/ 2876100 w 7467663"/>
              <a:gd name="connsiteY128" fmla="*/ 4995397 h 6858000"/>
              <a:gd name="connsiteX129" fmla="*/ 3042600 w 7467663"/>
              <a:gd name="connsiteY129" fmla="*/ 5059532 h 6858000"/>
              <a:gd name="connsiteX130" fmla="*/ 1997014 w 7467663"/>
              <a:gd name="connsiteY130" fmla="*/ 4698007 h 6858000"/>
              <a:gd name="connsiteX131" fmla="*/ 2305292 w 7467663"/>
              <a:gd name="connsiteY131" fmla="*/ 4219492 h 6858000"/>
              <a:gd name="connsiteX132" fmla="*/ 3360922 w 7467663"/>
              <a:gd name="connsiteY132" fmla="*/ 4529373 h 6858000"/>
              <a:gd name="connsiteX133" fmla="*/ 3492420 w 7467663"/>
              <a:gd name="connsiteY133" fmla="*/ 4510145 h 6858000"/>
              <a:gd name="connsiteX134" fmla="*/ 3364086 w 7467663"/>
              <a:gd name="connsiteY134" fmla="*/ 4480340 h 6858000"/>
              <a:gd name="connsiteX135" fmla="*/ 3225818 w 7467663"/>
              <a:gd name="connsiteY135" fmla="*/ 4411822 h 6858000"/>
              <a:gd name="connsiteX136" fmla="*/ 3129696 w 7467663"/>
              <a:gd name="connsiteY136" fmla="*/ 4360704 h 6858000"/>
              <a:gd name="connsiteX137" fmla="*/ 2814545 w 7467663"/>
              <a:gd name="connsiteY137" fmla="*/ 4282955 h 6858000"/>
              <a:gd name="connsiteX138" fmla="*/ 2305292 w 7467663"/>
              <a:gd name="connsiteY138" fmla="*/ 4219492 h 6858000"/>
              <a:gd name="connsiteX139" fmla="*/ 2626982 w 7467663"/>
              <a:gd name="connsiteY139" fmla="*/ 4206450 h 6858000"/>
              <a:gd name="connsiteX140" fmla="*/ 2490617 w 7467663"/>
              <a:gd name="connsiteY140" fmla="*/ 4206951 h 6858000"/>
              <a:gd name="connsiteX141" fmla="*/ 2819869 w 7467663"/>
              <a:gd name="connsiteY141" fmla="*/ 4252936 h 6858000"/>
              <a:gd name="connsiteX142" fmla="*/ 3143018 w 7467663"/>
              <a:gd name="connsiteY142" fmla="*/ 4332698 h 6858000"/>
              <a:gd name="connsiteX143" fmla="*/ 3241520 w 7467663"/>
              <a:gd name="connsiteY143" fmla="*/ 4385112 h 6858000"/>
              <a:gd name="connsiteX144" fmla="*/ 3374575 w 7467663"/>
              <a:gd name="connsiteY144" fmla="*/ 4451517 h 6858000"/>
              <a:gd name="connsiteX145" fmla="*/ 3505221 w 7467663"/>
              <a:gd name="connsiteY145" fmla="*/ 4480757 h 6858000"/>
              <a:gd name="connsiteX146" fmla="*/ 2626982 w 7467663"/>
              <a:gd name="connsiteY146" fmla="*/ 4206450 h 6858000"/>
              <a:gd name="connsiteX147" fmla="*/ 1310106 w 7467663"/>
              <a:gd name="connsiteY147" fmla="*/ 3943217 h 6858000"/>
              <a:gd name="connsiteX148" fmla="*/ 854994 w 7467663"/>
              <a:gd name="connsiteY148" fmla="*/ 4399136 h 6858000"/>
              <a:gd name="connsiteX149" fmla="*/ 742462 w 7467663"/>
              <a:gd name="connsiteY149" fmla="*/ 4594648 h 6858000"/>
              <a:gd name="connsiteX150" fmla="*/ 820602 w 7467663"/>
              <a:gd name="connsiteY150" fmla="*/ 4485915 h 6858000"/>
              <a:gd name="connsiteX151" fmla="*/ 878295 w 7467663"/>
              <a:gd name="connsiteY151" fmla="*/ 4403594 h 6858000"/>
              <a:gd name="connsiteX152" fmla="*/ 1240607 w 7467663"/>
              <a:gd name="connsiteY152" fmla="*/ 4010401 h 6858000"/>
              <a:gd name="connsiteX153" fmla="*/ 1310106 w 7467663"/>
              <a:gd name="connsiteY153" fmla="*/ 3943217 h 6858000"/>
              <a:gd name="connsiteX154" fmla="*/ 1423113 w 7467663"/>
              <a:gd name="connsiteY154" fmla="*/ 3874565 h 6858000"/>
              <a:gd name="connsiteX155" fmla="*/ 1260565 w 7467663"/>
              <a:gd name="connsiteY155" fmla="*/ 4031982 h 6858000"/>
              <a:gd name="connsiteX156" fmla="*/ 901900 w 7467663"/>
              <a:gd name="connsiteY156" fmla="*/ 4421236 h 6858000"/>
              <a:gd name="connsiteX157" fmla="*/ 845044 w 7467663"/>
              <a:gd name="connsiteY157" fmla="*/ 4502436 h 6858000"/>
              <a:gd name="connsiteX158" fmla="*/ 685926 w 7467663"/>
              <a:gd name="connsiteY158" fmla="*/ 4703069 h 6858000"/>
              <a:gd name="connsiteX159" fmla="*/ 684248 w 7467663"/>
              <a:gd name="connsiteY159" fmla="*/ 4706721 h 6858000"/>
              <a:gd name="connsiteX160" fmla="*/ 1423113 w 7467663"/>
              <a:gd name="connsiteY160" fmla="*/ 3874565 h 6858000"/>
              <a:gd name="connsiteX161" fmla="*/ 3316479 w 7467663"/>
              <a:gd name="connsiteY161" fmla="*/ 3872136 h 6858000"/>
              <a:gd name="connsiteX162" fmla="*/ 3546806 w 7467663"/>
              <a:gd name="connsiteY162" fmla="*/ 4356139 h 6858000"/>
              <a:gd name="connsiteX163" fmla="*/ 3364433 w 7467663"/>
              <a:gd name="connsiteY163" fmla="*/ 3953121 h 6858000"/>
              <a:gd name="connsiteX164" fmla="*/ 3316479 w 7467663"/>
              <a:gd name="connsiteY164" fmla="*/ 3872136 h 6858000"/>
              <a:gd name="connsiteX165" fmla="*/ 3291335 w 7467663"/>
              <a:gd name="connsiteY165" fmla="*/ 3767420 h 6858000"/>
              <a:gd name="connsiteX166" fmla="*/ 3390805 w 7467663"/>
              <a:gd name="connsiteY166" fmla="*/ 3937163 h 6858000"/>
              <a:gd name="connsiteX167" fmla="*/ 3579062 w 7467663"/>
              <a:gd name="connsiteY167" fmla="*/ 4359040 h 6858000"/>
              <a:gd name="connsiteX168" fmla="*/ 3467355 w 7467663"/>
              <a:gd name="connsiteY168" fmla="*/ 3988130 h 6858000"/>
              <a:gd name="connsiteX169" fmla="*/ 3310753 w 7467663"/>
              <a:gd name="connsiteY169" fmla="*/ 3787140 h 6858000"/>
              <a:gd name="connsiteX170" fmla="*/ 3291335 w 7467663"/>
              <a:gd name="connsiteY170" fmla="*/ 3767420 h 6858000"/>
              <a:gd name="connsiteX171" fmla="*/ 1635889 w 7467663"/>
              <a:gd name="connsiteY171" fmla="*/ 3709494 h 6858000"/>
              <a:gd name="connsiteX172" fmla="*/ 1634800 w 7467663"/>
              <a:gd name="connsiteY172" fmla="*/ 3731111 h 6858000"/>
              <a:gd name="connsiteX173" fmla="*/ 1635889 w 7467663"/>
              <a:gd name="connsiteY173" fmla="*/ 3709494 h 6858000"/>
              <a:gd name="connsiteX174" fmla="*/ 1510397 w 7467663"/>
              <a:gd name="connsiteY174" fmla="*/ 3684705 h 6858000"/>
              <a:gd name="connsiteX175" fmla="*/ 1146550 w 7467663"/>
              <a:gd name="connsiteY175" fmla="*/ 3802012 h 6858000"/>
              <a:gd name="connsiteX176" fmla="*/ 698834 w 7467663"/>
              <a:gd name="connsiteY176" fmla="*/ 3952272 h 6858000"/>
              <a:gd name="connsiteX177" fmla="*/ 34256 w 7467663"/>
              <a:gd name="connsiteY177" fmla="*/ 4347603 h 6858000"/>
              <a:gd name="connsiteX178" fmla="*/ 527241 w 7467663"/>
              <a:gd name="connsiteY178" fmla="*/ 4065078 h 6858000"/>
              <a:gd name="connsiteX179" fmla="*/ 1510397 w 7467663"/>
              <a:gd name="connsiteY179" fmla="*/ 3684705 h 6858000"/>
              <a:gd name="connsiteX180" fmla="*/ 1313114 w 7467663"/>
              <a:gd name="connsiteY180" fmla="*/ 3655216 h 6858000"/>
              <a:gd name="connsiteX181" fmla="*/ 1109304 w 7467663"/>
              <a:gd name="connsiteY181" fmla="*/ 3669030 h 6858000"/>
              <a:gd name="connsiteX182" fmla="*/ 8129 w 7467663"/>
              <a:gd name="connsiteY182" fmla="*/ 4330519 h 6858000"/>
              <a:gd name="connsiteX183" fmla="*/ 687572 w 7467663"/>
              <a:gd name="connsiteY183" fmla="*/ 3925629 h 6858000"/>
              <a:gd name="connsiteX184" fmla="*/ 1138365 w 7467663"/>
              <a:gd name="connsiteY184" fmla="*/ 3774515 h 6858000"/>
              <a:gd name="connsiteX185" fmla="*/ 1505579 w 7467663"/>
              <a:gd name="connsiteY185" fmla="*/ 3655526 h 6858000"/>
              <a:gd name="connsiteX186" fmla="*/ 1313114 w 7467663"/>
              <a:gd name="connsiteY186" fmla="*/ 3655216 h 6858000"/>
              <a:gd name="connsiteX187" fmla="*/ 3655073 w 7467663"/>
              <a:gd name="connsiteY187" fmla="*/ 3650884 h 6858000"/>
              <a:gd name="connsiteX188" fmla="*/ 3989938 w 7467663"/>
              <a:gd name="connsiteY188" fmla="*/ 3991685 h 6858000"/>
              <a:gd name="connsiteX189" fmla="*/ 4393907 w 7467663"/>
              <a:gd name="connsiteY189" fmla="*/ 4261258 h 6858000"/>
              <a:gd name="connsiteX190" fmla="*/ 4648051 w 7467663"/>
              <a:gd name="connsiteY190" fmla="*/ 4374051 h 6858000"/>
              <a:gd name="connsiteX191" fmla="*/ 4383389 w 7467663"/>
              <a:gd name="connsiteY191" fmla="*/ 4184369 h 6858000"/>
              <a:gd name="connsiteX192" fmla="*/ 4165508 w 7467663"/>
              <a:gd name="connsiteY192" fmla="*/ 4035196 h 6858000"/>
              <a:gd name="connsiteX193" fmla="*/ 4068162 w 7467663"/>
              <a:gd name="connsiteY193" fmla="*/ 3953394 h 6858000"/>
              <a:gd name="connsiteX194" fmla="*/ 3981416 w 7467663"/>
              <a:gd name="connsiteY194" fmla="*/ 3880482 h 6858000"/>
              <a:gd name="connsiteX195" fmla="*/ 3800147 w 7467663"/>
              <a:gd name="connsiteY195" fmla="*/ 3749872 h 6858000"/>
              <a:gd name="connsiteX196" fmla="*/ 3655073 w 7467663"/>
              <a:gd name="connsiteY196" fmla="*/ 3650884 h 6858000"/>
              <a:gd name="connsiteX197" fmla="*/ 3670252 w 7467663"/>
              <a:gd name="connsiteY197" fmla="*/ 3622798 h 6858000"/>
              <a:gd name="connsiteX198" fmla="*/ 3817258 w 7467663"/>
              <a:gd name="connsiteY198" fmla="*/ 3723577 h 6858000"/>
              <a:gd name="connsiteX199" fmla="*/ 4000461 w 7467663"/>
              <a:gd name="connsiteY199" fmla="*/ 3855966 h 6858000"/>
              <a:gd name="connsiteX200" fmla="*/ 4088180 w 7467663"/>
              <a:gd name="connsiteY200" fmla="*/ 3929774 h 6858000"/>
              <a:gd name="connsiteX201" fmla="*/ 4184555 w 7467663"/>
              <a:gd name="connsiteY201" fmla="*/ 4010683 h 6858000"/>
              <a:gd name="connsiteX202" fmla="*/ 4399563 w 7467663"/>
              <a:gd name="connsiteY202" fmla="*/ 4158106 h 6858000"/>
              <a:gd name="connsiteX203" fmla="*/ 4684469 w 7467663"/>
              <a:gd name="connsiteY203" fmla="*/ 4364680 h 6858000"/>
              <a:gd name="connsiteX204" fmla="*/ 4690271 w 7467663"/>
              <a:gd name="connsiteY204" fmla="*/ 4370034 h 6858000"/>
              <a:gd name="connsiteX205" fmla="*/ 4136093 w 7467663"/>
              <a:gd name="connsiteY205" fmla="*/ 3858466 h 6858000"/>
              <a:gd name="connsiteX206" fmla="*/ 3670252 w 7467663"/>
              <a:gd name="connsiteY206" fmla="*/ 3622798 h 6858000"/>
              <a:gd name="connsiteX207" fmla="*/ 4440129 w 7467663"/>
              <a:gd name="connsiteY207" fmla="*/ 3448571 h 6858000"/>
              <a:gd name="connsiteX208" fmla="*/ 4856525 w 7467663"/>
              <a:gd name="connsiteY208" fmla="*/ 3915351 h 6858000"/>
              <a:gd name="connsiteX209" fmla="*/ 5059055 w 7467663"/>
              <a:gd name="connsiteY209" fmla="*/ 4108918 h 6858000"/>
              <a:gd name="connsiteX210" fmla="*/ 5290070 w 7467663"/>
              <a:gd name="connsiteY210" fmla="*/ 4263619 h 6858000"/>
              <a:gd name="connsiteX211" fmla="*/ 4834991 w 7467663"/>
              <a:gd name="connsiteY211" fmla="*/ 3830985 h 6858000"/>
              <a:gd name="connsiteX212" fmla="*/ 4440129 w 7467663"/>
              <a:gd name="connsiteY212" fmla="*/ 3448571 h 6858000"/>
              <a:gd name="connsiteX213" fmla="*/ 4441737 w 7467663"/>
              <a:gd name="connsiteY213" fmla="*/ 3399734 h 6858000"/>
              <a:gd name="connsiteX214" fmla="*/ 4431236 w 7467663"/>
              <a:gd name="connsiteY214" fmla="*/ 3400954 h 6858000"/>
              <a:gd name="connsiteX215" fmla="*/ 4557150 w 7467663"/>
              <a:gd name="connsiteY215" fmla="*/ 3510023 h 6858000"/>
              <a:gd name="connsiteX216" fmla="*/ 4856936 w 7467663"/>
              <a:gd name="connsiteY216" fmla="*/ 3809146 h 6858000"/>
              <a:gd name="connsiteX217" fmla="*/ 5111996 w 7467663"/>
              <a:gd name="connsiteY217" fmla="*/ 4065759 h 6858000"/>
              <a:gd name="connsiteX218" fmla="*/ 5388878 w 7467663"/>
              <a:gd name="connsiteY218" fmla="*/ 4300185 h 6858000"/>
              <a:gd name="connsiteX219" fmla="*/ 5425556 w 7467663"/>
              <a:gd name="connsiteY219" fmla="*/ 4308967 h 6858000"/>
              <a:gd name="connsiteX220" fmla="*/ 4943646 w 7467663"/>
              <a:gd name="connsiteY220" fmla="*/ 3822916 h 6858000"/>
              <a:gd name="connsiteX221" fmla="*/ 4594837 w 7467663"/>
              <a:gd name="connsiteY221" fmla="*/ 3532274 h 6858000"/>
              <a:gd name="connsiteX222" fmla="*/ 4441737 w 7467663"/>
              <a:gd name="connsiteY222" fmla="*/ 3399734 h 6858000"/>
              <a:gd name="connsiteX223" fmla="*/ 5425834 w 7467663"/>
              <a:gd name="connsiteY223" fmla="*/ 3162785 h 6858000"/>
              <a:gd name="connsiteX224" fmla="*/ 5401644 w 7467663"/>
              <a:gd name="connsiteY224" fmla="*/ 3617847 h 6858000"/>
              <a:gd name="connsiteX225" fmla="*/ 5467256 w 7467663"/>
              <a:gd name="connsiteY225" fmla="*/ 4175494 h 6858000"/>
              <a:gd name="connsiteX226" fmla="*/ 5448069 w 7467663"/>
              <a:gd name="connsiteY226" fmla="*/ 3567554 h 6858000"/>
              <a:gd name="connsiteX227" fmla="*/ 5425834 w 7467663"/>
              <a:gd name="connsiteY227" fmla="*/ 3162785 h 6858000"/>
              <a:gd name="connsiteX228" fmla="*/ 1318687 w 7467663"/>
              <a:gd name="connsiteY228" fmla="*/ 3113840 h 6858000"/>
              <a:gd name="connsiteX229" fmla="*/ 1066793 w 7467663"/>
              <a:gd name="connsiteY229" fmla="*/ 3212171 h 6858000"/>
              <a:gd name="connsiteX230" fmla="*/ 993319 w 7467663"/>
              <a:gd name="connsiteY230" fmla="*/ 3247648 h 6858000"/>
              <a:gd name="connsiteX231" fmla="*/ 853081 w 7467663"/>
              <a:gd name="connsiteY231" fmla="*/ 3312410 h 6858000"/>
              <a:gd name="connsiteX232" fmla="*/ 805957 w 7467663"/>
              <a:gd name="connsiteY232" fmla="*/ 3330443 h 6858000"/>
              <a:gd name="connsiteX233" fmla="*/ 1318687 w 7467663"/>
              <a:gd name="connsiteY233" fmla="*/ 3113840 h 6858000"/>
              <a:gd name="connsiteX234" fmla="*/ 5453702 w 7467663"/>
              <a:gd name="connsiteY234" fmla="*/ 3090882 h 6858000"/>
              <a:gd name="connsiteX235" fmla="*/ 5480135 w 7467663"/>
              <a:gd name="connsiteY235" fmla="*/ 3565802 h 6858000"/>
              <a:gd name="connsiteX236" fmla="*/ 5499023 w 7467663"/>
              <a:gd name="connsiteY236" fmla="*/ 4166310 h 6858000"/>
              <a:gd name="connsiteX237" fmla="*/ 5547022 w 7467663"/>
              <a:gd name="connsiteY237" fmla="*/ 3607838 h 6858000"/>
              <a:gd name="connsiteX238" fmla="*/ 5515964 w 7467663"/>
              <a:gd name="connsiteY238" fmla="*/ 3378541 h 6858000"/>
              <a:gd name="connsiteX239" fmla="*/ 5453702 w 7467663"/>
              <a:gd name="connsiteY239" fmla="*/ 3090882 h 6858000"/>
              <a:gd name="connsiteX240" fmla="*/ 1238695 w 7467663"/>
              <a:gd name="connsiteY240" fmla="*/ 3076820 h 6858000"/>
              <a:gd name="connsiteX241" fmla="*/ 716371 w 7467663"/>
              <a:gd name="connsiteY241" fmla="*/ 3293249 h 6858000"/>
              <a:gd name="connsiteX242" fmla="*/ 579522 w 7467663"/>
              <a:gd name="connsiteY242" fmla="*/ 3371759 h 6858000"/>
              <a:gd name="connsiteX243" fmla="*/ 600288 w 7467663"/>
              <a:gd name="connsiteY243" fmla="*/ 3365555 h 6858000"/>
              <a:gd name="connsiteX244" fmla="*/ 840692 w 7467663"/>
              <a:gd name="connsiteY244" fmla="*/ 3284921 h 6858000"/>
              <a:gd name="connsiteX245" fmla="*/ 979248 w 7467663"/>
              <a:gd name="connsiteY245" fmla="*/ 3221003 h 6858000"/>
              <a:gd name="connsiteX246" fmla="*/ 1053282 w 7467663"/>
              <a:gd name="connsiteY246" fmla="*/ 3185247 h 6858000"/>
              <a:gd name="connsiteX247" fmla="*/ 1320603 w 7467663"/>
              <a:gd name="connsiteY247" fmla="*/ 3081281 h 6858000"/>
              <a:gd name="connsiteX248" fmla="*/ 1238695 w 7467663"/>
              <a:gd name="connsiteY248" fmla="*/ 3076820 h 6858000"/>
              <a:gd name="connsiteX249" fmla="*/ 5425627 w 7467663"/>
              <a:gd name="connsiteY249" fmla="*/ 2954192 h 6858000"/>
              <a:gd name="connsiteX250" fmla="*/ 5470770 w 7467663"/>
              <a:gd name="connsiteY250" fmla="*/ 3005435 h 6858000"/>
              <a:gd name="connsiteX251" fmla="*/ 5519779 w 7467663"/>
              <a:gd name="connsiteY251" fmla="*/ 4359223 h 6858000"/>
              <a:gd name="connsiteX252" fmla="*/ 5520293 w 7467663"/>
              <a:gd name="connsiteY252" fmla="*/ 4360602 h 6858000"/>
              <a:gd name="connsiteX253" fmla="*/ 5767221 w 7467663"/>
              <a:gd name="connsiteY253" fmla="*/ 4665564 h 6858000"/>
              <a:gd name="connsiteX254" fmla="*/ 6937169 w 7467663"/>
              <a:gd name="connsiteY254" fmla="*/ 4815941 h 6858000"/>
              <a:gd name="connsiteX255" fmla="*/ 6953922 w 7467663"/>
              <a:gd name="connsiteY255" fmla="*/ 4890068 h 6858000"/>
              <a:gd name="connsiteX256" fmla="*/ 6071359 w 7467663"/>
              <a:gd name="connsiteY256" fmla="*/ 4770770 h 6858000"/>
              <a:gd name="connsiteX257" fmla="*/ 6038839 w 7467663"/>
              <a:gd name="connsiteY257" fmla="*/ 4764474 h 6858000"/>
              <a:gd name="connsiteX258" fmla="*/ 6038706 w 7467663"/>
              <a:gd name="connsiteY258" fmla="*/ 4763847 h 6858000"/>
              <a:gd name="connsiteX259" fmla="*/ 6037784 w 7467663"/>
              <a:gd name="connsiteY259" fmla="*/ 4764270 h 6858000"/>
              <a:gd name="connsiteX260" fmla="*/ 6038839 w 7467663"/>
              <a:gd name="connsiteY260" fmla="*/ 4764474 h 6858000"/>
              <a:gd name="connsiteX261" fmla="*/ 6040338 w 7467663"/>
              <a:gd name="connsiteY261" fmla="*/ 4771418 h 6858000"/>
              <a:gd name="connsiteX262" fmla="*/ 6024488 w 7467663"/>
              <a:gd name="connsiteY262" fmla="*/ 4809903 h 6858000"/>
              <a:gd name="connsiteX263" fmla="*/ 5599771 w 7467663"/>
              <a:gd name="connsiteY263" fmla="*/ 5509652 h 6858000"/>
              <a:gd name="connsiteX264" fmla="*/ 5548843 w 7467663"/>
              <a:gd name="connsiteY264" fmla="*/ 5563845 h 6858000"/>
              <a:gd name="connsiteX265" fmla="*/ 5940952 w 7467663"/>
              <a:gd name="connsiteY265" fmla="*/ 6250028 h 6858000"/>
              <a:gd name="connsiteX266" fmla="*/ 6043441 w 7467663"/>
              <a:gd name="connsiteY266" fmla="*/ 6665847 h 6858000"/>
              <a:gd name="connsiteX267" fmla="*/ 6093432 w 7467663"/>
              <a:gd name="connsiteY267" fmla="*/ 6858000 h 6858000"/>
              <a:gd name="connsiteX268" fmla="*/ 6034344 w 7467663"/>
              <a:gd name="connsiteY268" fmla="*/ 6858000 h 6858000"/>
              <a:gd name="connsiteX269" fmla="*/ 6026679 w 7467663"/>
              <a:gd name="connsiteY269" fmla="*/ 6836959 h 6858000"/>
              <a:gd name="connsiteX270" fmla="*/ 5800441 w 7467663"/>
              <a:gd name="connsiteY270" fmla="*/ 6335286 h 6858000"/>
              <a:gd name="connsiteX271" fmla="*/ 5526562 w 7467663"/>
              <a:gd name="connsiteY271" fmla="*/ 5705388 h 6858000"/>
              <a:gd name="connsiteX272" fmla="*/ 5519640 w 7467663"/>
              <a:gd name="connsiteY272" fmla="*/ 5683774 h 6858000"/>
              <a:gd name="connsiteX273" fmla="*/ 5844559 w 7467663"/>
              <a:gd name="connsiteY273" fmla="*/ 6553349 h 6858000"/>
              <a:gd name="connsiteX274" fmla="*/ 5975994 w 7467663"/>
              <a:gd name="connsiteY274" fmla="*/ 6858000 h 6858000"/>
              <a:gd name="connsiteX275" fmla="*/ 5898547 w 7467663"/>
              <a:gd name="connsiteY275" fmla="*/ 6858000 h 6858000"/>
              <a:gd name="connsiteX276" fmla="*/ 5682041 w 7467663"/>
              <a:gd name="connsiteY276" fmla="*/ 6355860 h 6858000"/>
              <a:gd name="connsiteX277" fmla="*/ 5461758 w 7467663"/>
              <a:gd name="connsiteY277" fmla="*/ 5820220 h 6858000"/>
              <a:gd name="connsiteX278" fmla="*/ 5237282 w 7467663"/>
              <a:gd name="connsiteY278" fmla="*/ 6579086 h 6858000"/>
              <a:gd name="connsiteX279" fmla="*/ 5115009 w 7467663"/>
              <a:gd name="connsiteY279" fmla="*/ 6858000 h 6858000"/>
              <a:gd name="connsiteX280" fmla="*/ 5028074 w 7467663"/>
              <a:gd name="connsiteY280" fmla="*/ 6858000 h 6858000"/>
              <a:gd name="connsiteX281" fmla="*/ 5079508 w 7467663"/>
              <a:gd name="connsiteY281" fmla="*/ 6749074 h 6858000"/>
              <a:gd name="connsiteX282" fmla="*/ 5371846 w 7467663"/>
              <a:gd name="connsiteY282" fmla="*/ 5924413 h 6858000"/>
              <a:gd name="connsiteX283" fmla="*/ 5270512 w 7467663"/>
              <a:gd name="connsiteY283" fmla="*/ 6138975 h 6858000"/>
              <a:gd name="connsiteX284" fmla="*/ 5062409 w 7467663"/>
              <a:gd name="connsiteY284" fmla="*/ 6653544 h 6858000"/>
              <a:gd name="connsiteX285" fmla="*/ 5036628 w 7467663"/>
              <a:gd name="connsiteY285" fmla="*/ 6754247 h 6858000"/>
              <a:gd name="connsiteX286" fmla="*/ 5009112 w 7467663"/>
              <a:gd name="connsiteY286" fmla="*/ 6858000 h 6858000"/>
              <a:gd name="connsiteX287" fmla="*/ 4976679 w 7467663"/>
              <a:gd name="connsiteY287" fmla="*/ 6858000 h 6858000"/>
              <a:gd name="connsiteX288" fmla="*/ 5006537 w 7467663"/>
              <a:gd name="connsiteY288" fmla="*/ 6747068 h 6858000"/>
              <a:gd name="connsiteX289" fmla="*/ 5032723 w 7467663"/>
              <a:gd name="connsiteY289" fmla="*/ 6644957 h 6858000"/>
              <a:gd name="connsiteX290" fmla="*/ 5242949 w 7467663"/>
              <a:gd name="connsiteY290" fmla="*/ 6125175 h 6858000"/>
              <a:gd name="connsiteX291" fmla="*/ 5286321 w 7467663"/>
              <a:gd name="connsiteY291" fmla="*/ 6033555 h 6858000"/>
              <a:gd name="connsiteX292" fmla="*/ 5008210 w 7467663"/>
              <a:gd name="connsiteY292" fmla="*/ 6649194 h 6858000"/>
              <a:gd name="connsiteX293" fmla="*/ 4986321 w 7467663"/>
              <a:gd name="connsiteY293" fmla="*/ 6765687 h 6858000"/>
              <a:gd name="connsiteX294" fmla="*/ 4973474 w 7467663"/>
              <a:gd name="connsiteY294" fmla="*/ 6858000 h 6858000"/>
              <a:gd name="connsiteX295" fmla="*/ 4907178 w 7467663"/>
              <a:gd name="connsiteY295" fmla="*/ 6858000 h 6858000"/>
              <a:gd name="connsiteX296" fmla="*/ 4910810 w 7467663"/>
              <a:gd name="connsiteY296" fmla="*/ 6829660 h 6858000"/>
              <a:gd name="connsiteX297" fmla="*/ 4987461 w 7467663"/>
              <a:gd name="connsiteY297" fmla="*/ 6432994 h 6858000"/>
              <a:gd name="connsiteX298" fmla="*/ 5179262 w 7467663"/>
              <a:gd name="connsiteY298" fmla="*/ 6035044 h 6858000"/>
              <a:gd name="connsiteX299" fmla="*/ 4689678 w 7467663"/>
              <a:gd name="connsiteY299" fmla="*/ 6440241 h 6858000"/>
              <a:gd name="connsiteX300" fmla="*/ 4477543 w 7467663"/>
              <a:gd name="connsiteY300" fmla="*/ 6674836 h 6858000"/>
              <a:gd name="connsiteX301" fmla="*/ 4329957 w 7467663"/>
              <a:gd name="connsiteY301" fmla="*/ 6858000 h 6858000"/>
              <a:gd name="connsiteX302" fmla="*/ 4218595 w 7467663"/>
              <a:gd name="connsiteY302" fmla="*/ 6858000 h 6858000"/>
              <a:gd name="connsiteX303" fmla="*/ 4368888 w 7467663"/>
              <a:gd name="connsiteY303" fmla="*/ 6668412 h 6858000"/>
              <a:gd name="connsiteX304" fmla="*/ 4563091 w 7467663"/>
              <a:gd name="connsiteY304" fmla="*/ 6442508 h 6858000"/>
              <a:gd name="connsiteX305" fmla="*/ 5387324 w 7467663"/>
              <a:gd name="connsiteY305" fmla="*/ 5705830 h 6858000"/>
              <a:gd name="connsiteX306" fmla="*/ 5073620 w 7467663"/>
              <a:gd name="connsiteY306" fmla="*/ 5955437 h 6858000"/>
              <a:gd name="connsiteX307" fmla="*/ 4689789 w 7467663"/>
              <a:gd name="connsiteY307" fmla="*/ 6268382 h 6858000"/>
              <a:gd name="connsiteX308" fmla="*/ 4418722 w 7467663"/>
              <a:gd name="connsiteY308" fmla="*/ 6570886 h 6858000"/>
              <a:gd name="connsiteX309" fmla="*/ 4214944 w 7467663"/>
              <a:gd name="connsiteY309" fmla="*/ 6858000 h 6858000"/>
              <a:gd name="connsiteX310" fmla="*/ 4177898 w 7467663"/>
              <a:gd name="connsiteY310" fmla="*/ 6858000 h 6858000"/>
              <a:gd name="connsiteX311" fmla="*/ 4391597 w 7467663"/>
              <a:gd name="connsiteY311" fmla="*/ 6556370 h 6858000"/>
              <a:gd name="connsiteX312" fmla="*/ 4668889 w 7467663"/>
              <a:gd name="connsiteY312" fmla="*/ 6246399 h 6858000"/>
              <a:gd name="connsiteX313" fmla="*/ 5055427 w 7467663"/>
              <a:gd name="connsiteY313" fmla="*/ 5931476 h 6858000"/>
              <a:gd name="connsiteX314" fmla="*/ 5371814 w 7467663"/>
              <a:gd name="connsiteY314" fmla="*/ 5678975 h 6858000"/>
              <a:gd name="connsiteX315" fmla="*/ 4987918 w 7467663"/>
              <a:gd name="connsiteY315" fmla="*/ 5838701 h 6858000"/>
              <a:gd name="connsiteX316" fmla="*/ 4317146 w 7467663"/>
              <a:gd name="connsiteY316" fmla="*/ 6587716 h 6858000"/>
              <a:gd name="connsiteX317" fmla="*/ 4171627 w 7467663"/>
              <a:gd name="connsiteY317" fmla="*/ 6858000 h 6858000"/>
              <a:gd name="connsiteX318" fmla="*/ 4081585 w 7467663"/>
              <a:gd name="connsiteY318" fmla="*/ 6858000 h 6858000"/>
              <a:gd name="connsiteX319" fmla="*/ 4238603 w 7467663"/>
              <a:gd name="connsiteY319" fmla="*/ 6559341 h 6858000"/>
              <a:gd name="connsiteX320" fmla="*/ 4778333 w 7467663"/>
              <a:gd name="connsiteY320" fmla="*/ 5873626 h 6858000"/>
              <a:gd name="connsiteX321" fmla="*/ 5414185 w 7467663"/>
              <a:gd name="connsiteY321" fmla="*/ 5573882 h 6858000"/>
              <a:gd name="connsiteX322" fmla="*/ 5959648 w 7467663"/>
              <a:gd name="connsiteY322" fmla="*/ 4760797 h 6858000"/>
              <a:gd name="connsiteX323" fmla="*/ 5355019 w 7467663"/>
              <a:gd name="connsiteY323" fmla="*/ 4734672 h 6858000"/>
              <a:gd name="connsiteX324" fmla="*/ 5083565 w 7467663"/>
              <a:gd name="connsiteY324" fmla="*/ 5179121 h 6858000"/>
              <a:gd name="connsiteX325" fmla="*/ 4713577 w 7467663"/>
              <a:gd name="connsiteY325" fmla="*/ 5616803 h 6858000"/>
              <a:gd name="connsiteX326" fmla="*/ 3989559 w 7467663"/>
              <a:gd name="connsiteY326" fmla="*/ 6145945 h 6858000"/>
              <a:gd name="connsiteX327" fmla="*/ 3939824 w 7467663"/>
              <a:gd name="connsiteY327" fmla="*/ 6066900 h 6858000"/>
              <a:gd name="connsiteX328" fmla="*/ 4584537 w 7467663"/>
              <a:gd name="connsiteY328" fmla="*/ 5324826 h 6858000"/>
              <a:gd name="connsiteX329" fmla="*/ 5037105 w 7467663"/>
              <a:gd name="connsiteY329" fmla="*/ 5088765 h 6858000"/>
              <a:gd name="connsiteX330" fmla="*/ 5039930 w 7467663"/>
              <a:gd name="connsiteY330" fmla="*/ 5089585 h 6858000"/>
              <a:gd name="connsiteX331" fmla="*/ 5263764 w 7467663"/>
              <a:gd name="connsiteY331" fmla="*/ 4735525 h 6858000"/>
              <a:gd name="connsiteX332" fmla="*/ 4086300 w 7467663"/>
              <a:gd name="connsiteY332" fmla="*/ 4884599 h 6858000"/>
              <a:gd name="connsiteX333" fmla="*/ 4085485 w 7467663"/>
              <a:gd name="connsiteY333" fmla="*/ 4899070 h 6858000"/>
              <a:gd name="connsiteX334" fmla="*/ 3871915 w 7467663"/>
              <a:gd name="connsiteY334" fmla="*/ 5253645 h 6858000"/>
              <a:gd name="connsiteX335" fmla="*/ 3799374 w 7467663"/>
              <a:gd name="connsiteY335" fmla="*/ 5466127 h 6858000"/>
              <a:gd name="connsiteX336" fmla="*/ 3498850 w 7467663"/>
              <a:gd name="connsiteY336" fmla="*/ 6661888 h 6858000"/>
              <a:gd name="connsiteX337" fmla="*/ 3399216 w 7467663"/>
              <a:gd name="connsiteY337" fmla="*/ 6858000 h 6858000"/>
              <a:gd name="connsiteX338" fmla="*/ 3303688 w 7467663"/>
              <a:gd name="connsiteY338" fmla="*/ 6858000 h 6858000"/>
              <a:gd name="connsiteX339" fmla="*/ 3391774 w 7467663"/>
              <a:gd name="connsiteY339" fmla="*/ 6697181 h 6858000"/>
              <a:gd name="connsiteX340" fmla="*/ 3735540 w 7467663"/>
              <a:gd name="connsiteY340" fmla="*/ 5546923 h 6858000"/>
              <a:gd name="connsiteX341" fmla="*/ 3729438 w 7467663"/>
              <a:gd name="connsiteY341" fmla="*/ 5569058 h 6858000"/>
              <a:gd name="connsiteX342" fmla="*/ 3707782 w 7467663"/>
              <a:gd name="connsiteY342" fmla="*/ 5644908 h 6858000"/>
              <a:gd name="connsiteX343" fmla="*/ 3583827 w 7467663"/>
              <a:gd name="connsiteY343" fmla="*/ 6039215 h 6858000"/>
              <a:gd name="connsiteX344" fmla="*/ 3547861 w 7467663"/>
              <a:gd name="connsiteY344" fmla="*/ 6129609 h 6858000"/>
              <a:gd name="connsiteX345" fmla="*/ 3490905 w 7467663"/>
              <a:gd name="connsiteY345" fmla="*/ 6277660 h 6858000"/>
              <a:gd name="connsiteX346" fmla="*/ 3455859 w 7467663"/>
              <a:gd name="connsiteY346" fmla="*/ 6391301 h 6858000"/>
              <a:gd name="connsiteX347" fmla="*/ 3429112 w 7467663"/>
              <a:gd name="connsiteY347" fmla="*/ 6479469 h 6858000"/>
              <a:gd name="connsiteX348" fmla="*/ 3304862 w 7467663"/>
              <a:gd name="connsiteY348" fmla="*/ 6796476 h 6858000"/>
              <a:gd name="connsiteX349" fmla="*/ 3276071 w 7467663"/>
              <a:gd name="connsiteY349" fmla="*/ 6858000 h 6858000"/>
              <a:gd name="connsiteX350" fmla="*/ 3240805 w 7467663"/>
              <a:gd name="connsiteY350" fmla="*/ 6858000 h 6858000"/>
              <a:gd name="connsiteX351" fmla="*/ 3275917 w 7467663"/>
              <a:gd name="connsiteY351" fmla="*/ 6783192 h 6858000"/>
              <a:gd name="connsiteX352" fmla="*/ 3399358 w 7467663"/>
              <a:gd name="connsiteY352" fmla="*/ 6469011 h 6858000"/>
              <a:gd name="connsiteX353" fmla="*/ 3425650 w 7467663"/>
              <a:gd name="connsiteY353" fmla="*/ 6381333 h 6858000"/>
              <a:gd name="connsiteX354" fmla="*/ 3460661 w 7467663"/>
              <a:gd name="connsiteY354" fmla="*/ 6266763 h 6858000"/>
              <a:gd name="connsiteX355" fmla="*/ 3518021 w 7467663"/>
              <a:gd name="connsiteY355" fmla="*/ 6117298 h 6858000"/>
              <a:gd name="connsiteX356" fmla="*/ 3554035 w 7467663"/>
              <a:gd name="connsiteY356" fmla="*/ 6027832 h 6858000"/>
              <a:gd name="connsiteX357" fmla="*/ 3677174 w 7467663"/>
              <a:gd name="connsiteY357" fmla="*/ 5636351 h 6858000"/>
              <a:gd name="connsiteX358" fmla="*/ 3698819 w 7467663"/>
              <a:gd name="connsiteY358" fmla="*/ 5560503 h 6858000"/>
              <a:gd name="connsiteX359" fmla="*/ 3702094 w 7467663"/>
              <a:gd name="connsiteY359" fmla="*/ 5549194 h 6858000"/>
              <a:gd name="connsiteX360" fmla="*/ 3398355 w 7467663"/>
              <a:gd name="connsiteY360" fmla="*/ 6094603 h 6858000"/>
              <a:gd name="connsiteX361" fmla="*/ 3193941 w 7467663"/>
              <a:gd name="connsiteY361" fmla="*/ 6798775 h 6858000"/>
              <a:gd name="connsiteX362" fmla="*/ 3184140 w 7467663"/>
              <a:gd name="connsiteY362" fmla="*/ 6858000 h 6858000"/>
              <a:gd name="connsiteX363" fmla="*/ 3099978 w 7467663"/>
              <a:gd name="connsiteY363" fmla="*/ 6858000 h 6858000"/>
              <a:gd name="connsiteX364" fmla="*/ 3101556 w 7467663"/>
              <a:gd name="connsiteY364" fmla="*/ 6843337 h 6858000"/>
              <a:gd name="connsiteX365" fmla="*/ 3370162 w 7467663"/>
              <a:gd name="connsiteY365" fmla="*/ 5785550 h 6858000"/>
              <a:gd name="connsiteX366" fmla="*/ 3746477 w 7467663"/>
              <a:gd name="connsiteY366" fmla="*/ 5377889 h 6858000"/>
              <a:gd name="connsiteX367" fmla="*/ 3863399 w 7467663"/>
              <a:gd name="connsiteY367" fmla="*/ 5087257 h 6858000"/>
              <a:gd name="connsiteX368" fmla="*/ 3968712 w 7467663"/>
              <a:gd name="connsiteY368" fmla="*/ 4913989 h 6858000"/>
              <a:gd name="connsiteX369" fmla="*/ 2792390 w 7467663"/>
              <a:gd name="connsiteY369" fmla="*/ 5382974 h 6858000"/>
              <a:gd name="connsiteX370" fmla="*/ 2714982 w 7467663"/>
              <a:gd name="connsiteY370" fmla="*/ 5427051 h 6858000"/>
              <a:gd name="connsiteX371" fmla="*/ 2813361 w 7467663"/>
              <a:gd name="connsiteY371" fmla="*/ 6023912 h 6858000"/>
              <a:gd name="connsiteX372" fmla="*/ 2688430 w 7467663"/>
              <a:gd name="connsiteY372" fmla="*/ 6801564 h 6858000"/>
              <a:gd name="connsiteX373" fmla="*/ 2629626 w 7467663"/>
              <a:gd name="connsiteY373" fmla="*/ 6763394 h 6858000"/>
              <a:gd name="connsiteX374" fmla="*/ 2565328 w 7467663"/>
              <a:gd name="connsiteY374" fmla="*/ 5516399 h 6858000"/>
              <a:gd name="connsiteX375" fmla="*/ 1922999 w 7467663"/>
              <a:gd name="connsiteY375" fmla="*/ 5980343 h 6858000"/>
              <a:gd name="connsiteX376" fmla="*/ 1950261 w 7467663"/>
              <a:gd name="connsiteY376" fmla="*/ 6405858 h 6858000"/>
              <a:gd name="connsiteX377" fmla="*/ 2365554 w 7467663"/>
              <a:gd name="connsiteY377" fmla="*/ 6759107 h 6858000"/>
              <a:gd name="connsiteX378" fmla="*/ 2424142 w 7467663"/>
              <a:gd name="connsiteY378" fmla="*/ 6858000 h 6858000"/>
              <a:gd name="connsiteX379" fmla="*/ 2395994 w 7467663"/>
              <a:gd name="connsiteY379" fmla="*/ 6858000 h 6858000"/>
              <a:gd name="connsiteX380" fmla="*/ 2392863 w 7467663"/>
              <a:gd name="connsiteY380" fmla="*/ 6852964 h 6858000"/>
              <a:gd name="connsiteX381" fmla="*/ 2017589 w 7467663"/>
              <a:gd name="connsiteY381" fmla="*/ 6493982 h 6858000"/>
              <a:gd name="connsiteX382" fmla="*/ 2147336 w 7467663"/>
              <a:gd name="connsiteY382" fmla="*/ 6594052 h 6858000"/>
              <a:gd name="connsiteX383" fmla="*/ 2207047 w 7467663"/>
              <a:gd name="connsiteY383" fmla="*/ 6654540 h 6858000"/>
              <a:gd name="connsiteX384" fmla="*/ 2299106 w 7467663"/>
              <a:gd name="connsiteY384" fmla="*/ 6778931 h 6858000"/>
              <a:gd name="connsiteX385" fmla="*/ 2314430 w 7467663"/>
              <a:gd name="connsiteY385" fmla="*/ 6801144 h 6858000"/>
              <a:gd name="connsiteX386" fmla="*/ 2352406 w 7467663"/>
              <a:gd name="connsiteY386" fmla="*/ 6858000 h 6858000"/>
              <a:gd name="connsiteX387" fmla="*/ 2314492 w 7467663"/>
              <a:gd name="connsiteY387" fmla="*/ 6858000 h 6858000"/>
              <a:gd name="connsiteX388" fmla="*/ 2288095 w 7467663"/>
              <a:gd name="connsiteY388" fmla="*/ 6818030 h 6858000"/>
              <a:gd name="connsiteX389" fmla="*/ 2272768 w 7467663"/>
              <a:gd name="connsiteY389" fmla="*/ 6795822 h 6858000"/>
              <a:gd name="connsiteX390" fmla="*/ 2182715 w 7467663"/>
              <a:gd name="connsiteY390" fmla="*/ 6675071 h 6858000"/>
              <a:gd name="connsiteX391" fmla="*/ 2032061 w 7467663"/>
              <a:gd name="connsiteY391" fmla="*/ 6541380 h 6858000"/>
              <a:gd name="connsiteX392" fmla="*/ 2257220 w 7467663"/>
              <a:gd name="connsiteY392" fmla="*/ 6826257 h 6858000"/>
              <a:gd name="connsiteX393" fmla="*/ 2281324 w 7467663"/>
              <a:gd name="connsiteY393" fmla="*/ 6858000 h 6858000"/>
              <a:gd name="connsiteX394" fmla="*/ 2242860 w 7467663"/>
              <a:gd name="connsiteY394" fmla="*/ 6858000 h 6858000"/>
              <a:gd name="connsiteX395" fmla="*/ 2232818 w 7467663"/>
              <a:gd name="connsiteY395" fmla="*/ 6844926 h 6858000"/>
              <a:gd name="connsiteX396" fmla="*/ 1990172 w 7467663"/>
              <a:gd name="connsiteY396" fmla="*/ 6542121 h 6858000"/>
              <a:gd name="connsiteX397" fmla="*/ 2124090 w 7467663"/>
              <a:gd name="connsiteY397" fmla="*/ 6761017 h 6858000"/>
              <a:gd name="connsiteX398" fmla="*/ 2200380 w 7467663"/>
              <a:gd name="connsiteY398" fmla="*/ 6858000 h 6858000"/>
              <a:gd name="connsiteX399" fmla="*/ 2147507 w 7467663"/>
              <a:gd name="connsiteY399" fmla="*/ 6858000 h 6858000"/>
              <a:gd name="connsiteX400" fmla="*/ 2070668 w 7467663"/>
              <a:gd name="connsiteY400" fmla="*/ 6761520 h 6858000"/>
              <a:gd name="connsiteX401" fmla="*/ 1975142 w 7467663"/>
              <a:gd name="connsiteY401" fmla="*/ 6585570 h 6858000"/>
              <a:gd name="connsiteX402" fmla="*/ 2050035 w 7467663"/>
              <a:gd name="connsiteY402" fmla="*/ 6813345 h 6858000"/>
              <a:gd name="connsiteX403" fmla="*/ 2063025 w 7467663"/>
              <a:gd name="connsiteY403" fmla="*/ 6858000 h 6858000"/>
              <a:gd name="connsiteX404" fmla="*/ 2021675 w 7467663"/>
              <a:gd name="connsiteY404" fmla="*/ 6858000 h 6858000"/>
              <a:gd name="connsiteX405" fmla="*/ 2019308 w 7467663"/>
              <a:gd name="connsiteY405" fmla="*/ 6847118 h 6858000"/>
              <a:gd name="connsiteX406" fmla="*/ 1938835 w 7467663"/>
              <a:gd name="connsiteY406" fmla="*/ 6551160 h 6858000"/>
              <a:gd name="connsiteX407" fmla="*/ 1953230 w 7467663"/>
              <a:gd name="connsiteY407" fmla="*/ 6759699 h 6858000"/>
              <a:gd name="connsiteX408" fmla="*/ 1956763 w 7467663"/>
              <a:gd name="connsiteY408" fmla="*/ 6778191 h 6858000"/>
              <a:gd name="connsiteX409" fmla="*/ 1967925 w 7467663"/>
              <a:gd name="connsiteY409" fmla="*/ 6858000 h 6858000"/>
              <a:gd name="connsiteX410" fmla="*/ 1936622 w 7467663"/>
              <a:gd name="connsiteY410" fmla="*/ 6858000 h 6858000"/>
              <a:gd name="connsiteX411" fmla="*/ 1926261 w 7467663"/>
              <a:gd name="connsiteY411" fmla="*/ 6784064 h 6858000"/>
              <a:gd name="connsiteX412" fmla="*/ 1922724 w 7467663"/>
              <a:gd name="connsiteY412" fmla="*/ 6765577 h 6858000"/>
              <a:gd name="connsiteX413" fmla="*/ 1904650 w 7467663"/>
              <a:gd name="connsiteY413" fmla="*/ 6639616 h 6858000"/>
              <a:gd name="connsiteX414" fmla="*/ 1885273 w 7467663"/>
              <a:gd name="connsiteY414" fmla="*/ 6858000 h 6858000"/>
              <a:gd name="connsiteX415" fmla="*/ 1854363 w 7467663"/>
              <a:gd name="connsiteY415" fmla="*/ 6858000 h 6858000"/>
              <a:gd name="connsiteX416" fmla="*/ 1880391 w 7467663"/>
              <a:gd name="connsiteY416" fmla="*/ 6603796 h 6858000"/>
              <a:gd name="connsiteX417" fmla="*/ 1818273 w 7467663"/>
              <a:gd name="connsiteY417" fmla="*/ 6715729 h 6858000"/>
              <a:gd name="connsiteX418" fmla="*/ 1794691 w 7467663"/>
              <a:gd name="connsiteY418" fmla="*/ 6843239 h 6858000"/>
              <a:gd name="connsiteX419" fmla="*/ 1794914 w 7467663"/>
              <a:gd name="connsiteY419" fmla="*/ 6858000 h 6858000"/>
              <a:gd name="connsiteX420" fmla="*/ 1746128 w 7467663"/>
              <a:gd name="connsiteY420" fmla="*/ 6858000 h 6858000"/>
              <a:gd name="connsiteX421" fmla="*/ 1753934 w 7467663"/>
              <a:gd name="connsiteY421" fmla="*/ 6724796 h 6858000"/>
              <a:gd name="connsiteX422" fmla="*/ 1792053 w 7467663"/>
              <a:gd name="connsiteY422" fmla="*/ 6572396 h 6858000"/>
              <a:gd name="connsiteX423" fmla="*/ 1862248 w 7467663"/>
              <a:gd name="connsiteY423" fmla="*/ 6266397 h 6858000"/>
              <a:gd name="connsiteX424" fmla="*/ 1862250 w 7467663"/>
              <a:gd name="connsiteY424" fmla="*/ 6033531 h 6858000"/>
              <a:gd name="connsiteX425" fmla="*/ 1211999 w 7467663"/>
              <a:gd name="connsiteY425" fmla="*/ 6683610 h 6858000"/>
              <a:gd name="connsiteX426" fmla="*/ 1213266 w 7467663"/>
              <a:gd name="connsiteY426" fmla="*/ 6691947 h 6858000"/>
              <a:gd name="connsiteX427" fmla="*/ 1203370 w 7467663"/>
              <a:gd name="connsiteY427" fmla="*/ 6850676 h 6858000"/>
              <a:gd name="connsiteX428" fmla="*/ 1203671 w 7467663"/>
              <a:gd name="connsiteY428" fmla="*/ 6858000 h 6858000"/>
              <a:gd name="connsiteX429" fmla="*/ 1143180 w 7467663"/>
              <a:gd name="connsiteY429" fmla="*/ 6858000 h 6858000"/>
              <a:gd name="connsiteX430" fmla="*/ 1142176 w 7467663"/>
              <a:gd name="connsiteY430" fmla="*/ 6766045 h 6858000"/>
              <a:gd name="connsiteX431" fmla="*/ 1067484 w 7467663"/>
              <a:gd name="connsiteY431" fmla="*/ 6858000 h 6858000"/>
              <a:gd name="connsiteX432" fmla="*/ 953928 w 7467663"/>
              <a:gd name="connsiteY432" fmla="*/ 6858000 h 6858000"/>
              <a:gd name="connsiteX433" fmla="*/ 959715 w 7467663"/>
              <a:gd name="connsiteY433" fmla="*/ 6850185 h 6858000"/>
              <a:gd name="connsiteX434" fmla="*/ 1483788 w 7467663"/>
              <a:gd name="connsiteY434" fmla="*/ 6259174 h 6858000"/>
              <a:gd name="connsiteX435" fmla="*/ 1100671 w 7467663"/>
              <a:gd name="connsiteY435" fmla="*/ 6252137 h 6858000"/>
              <a:gd name="connsiteX436" fmla="*/ 1090144 w 7467663"/>
              <a:gd name="connsiteY436" fmla="*/ 6256748 h 6858000"/>
              <a:gd name="connsiteX437" fmla="*/ 1095872 w 7467663"/>
              <a:gd name="connsiteY437" fmla="*/ 6271892 h 6858000"/>
              <a:gd name="connsiteX438" fmla="*/ 262785 w 7467663"/>
              <a:gd name="connsiteY438" fmla="*/ 6845450 h 6858000"/>
              <a:gd name="connsiteX439" fmla="*/ 209968 w 7467663"/>
              <a:gd name="connsiteY439" fmla="*/ 6770713 h 6858000"/>
              <a:gd name="connsiteX440" fmla="*/ 873460 w 7467663"/>
              <a:gd name="connsiteY440" fmla="*/ 6253768 h 6858000"/>
              <a:gd name="connsiteX441" fmla="*/ 192686 w 7467663"/>
              <a:gd name="connsiteY441" fmla="*/ 5849257 h 6858000"/>
              <a:gd name="connsiteX442" fmla="*/ 4696 w 7467663"/>
              <a:gd name="connsiteY442" fmla="*/ 5697668 h 6858000"/>
              <a:gd name="connsiteX443" fmla="*/ 0 w 7467663"/>
              <a:gd name="connsiteY443" fmla="*/ 5689984 h 6858000"/>
              <a:gd name="connsiteX444" fmla="*/ 0 w 7467663"/>
              <a:gd name="connsiteY444" fmla="*/ 5513472 h 6858000"/>
              <a:gd name="connsiteX445" fmla="*/ 174101 w 7467663"/>
              <a:gd name="connsiteY445" fmla="*/ 5620277 h 6858000"/>
              <a:gd name="connsiteX446" fmla="*/ 891800 w 7467663"/>
              <a:gd name="connsiteY446" fmla="*/ 6036935 h 6858000"/>
              <a:gd name="connsiteX447" fmla="*/ 1072219 w 7467663"/>
              <a:gd name="connsiteY447" fmla="*/ 6169443 h 6858000"/>
              <a:gd name="connsiteX448" fmla="*/ 1074117 w 7467663"/>
              <a:gd name="connsiteY448" fmla="*/ 6170301 h 6858000"/>
              <a:gd name="connsiteX449" fmla="*/ 1083114 w 7467663"/>
              <a:gd name="connsiteY449" fmla="*/ 6174131 h 6858000"/>
              <a:gd name="connsiteX450" fmla="*/ 1543010 w 7467663"/>
              <a:gd name="connsiteY450" fmla="*/ 6191140 h 6858000"/>
              <a:gd name="connsiteX451" fmla="*/ 1551080 w 7467663"/>
              <a:gd name="connsiteY451" fmla="*/ 6195006 h 6858000"/>
              <a:gd name="connsiteX452" fmla="*/ 2345443 w 7467663"/>
              <a:gd name="connsiteY452" fmla="*/ 5549882 h 6858000"/>
              <a:gd name="connsiteX453" fmla="*/ 1721499 w 7467663"/>
              <a:gd name="connsiteY453" fmla="*/ 5599969 h 6858000"/>
              <a:gd name="connsiteX454" fmla="*/ 767716 w 7467663"/>
              <a:gd name="connsiteY454" fmla="*/ 5472768 h 6858000"/>
              <a:gd name="connsiteX455" fmla="*/ 722147 w 7467663"/>
              <a:gd name="connsiteY455" fmla="*/ 5393091 h 6858000"/>
              <a:gd name="connsiteX456" fmla="*/ 1485552 w 7467663"/>
              <a:gd name="connsiteY456" fmla="*/ 5313202 h 6858000"/>
              <a:gd name="connsiteX457" fmla="*/ 2143004 w 7467663"/>
              <a:gd name="connsiteY457" fmla="*/ 5402420 h 6858000"/>
              <a:gd name="connsiteX458" fmla="*/ 1933391 w 7467663"/>
              <a:gd name="connsiteY458" fmla="*/ 5156971 h 6858000"/>
              <a:gd name="connsiteX459" fmla="*/ 1827118 w 7467663"/>
              <a:gd name="connsiteY459" fmla="*/ 4968410 h 6858000"/>
              <a:gd name="connsiteX460" fmla="*/ 1837349 w 7467663"/>
              <a:gd name="connsiteY460" fmla="*/ 4956357 h 6858000"/>
              <a:gd name="connsiteX461" fmla="*/ 2162835 w 7467663"/>
              <a:gd name="connsiteY461" fmla="*/ 5187853 h 6858000"/>
              <a:gd name="connsiteX462" fmla="*/ 2257167 w 7467663"/>
              <a:gd name="connsiteY462" fmla="*/ 5462123 h 6858000"/>
              <a:gd name="connsiteX463" fmla="*/ 2261598 w 7467663"/>
              <a:gd name="connsiteY463" fmla="*/ 5467998 h 6858000"/>
              <a:gd name="connsiteX464" fmla="*/ 2437177 w 7467663"/>
              <a:gd name="connsiteY464" fmla="*/ 5479608 h 6858000"/>
              <a:gd name="connsiteX465" fmla="*/ 2445247 w 7467663"/>
              <a:gd name="connsiteY465" fmla="*/ 5483476 h 6858000"/>
              <a:gd name="connsiteX466" fmla="*/ 2743626 w 7467663"/>
              <a:gd name="connsiteY466" fmla="*/ 5304819 h 6858000"/>
              <a:gd name="connsiteX467" fmla="*/ 3048102 w 7467663"/>
              <a:gd name="connsiteY467" fmla="*/ 5150595 h 6858000"/>
              <a:gd name="connsiteX468" fmla="*/ 1799414 w 7467663"/>
              <a:gd name="connsiteY468" fmla="*/ 4694732 h 6858000"/>
              <a:gd name="connsiteX469" fmla="*/ 1771735 w 7467663"/>
              <a:gd name="connsiteY469" fmla="*/ 4619929 h 6858000"/>
              <a:gd name="connsiteX470" fmla="*/ 3104273 w 7467663"/>
              <a:gd name="connsiteY470" fmla="*/ 5076159 h 6858000"/>
              <a:gd name="connsiteX471" fmla="*/ 3113245 w 7467663"/>
              <a:gd name="connsiteY471" fmla="*/ 5090705 h 6858000"/>
              <a:gd name="connsiteX472" fmla="*/ 3126294 w 7467663"/>
              <a:gd name="connsiteY472" fmla="*/ 5114400 h 6858000"/>
              <a:gd name="connsiteX473" fmla="*/ 3937433 w 7467663"/>
              <a:gd name="connsiteY473" fmla="*/ 4830473 h 6858000"/>
              <a:gd name="connsiteX474" fmla="*/ 3590475 w 7467663"/>
              <a:gd name="connsiteY474" fmla="*/ 4597974 h 6858000"/>
              <a:gd name="connsiteX475" fmla="*/ 3100264 w 7467663"/>
              <a:gd name="connsiteY475" fmla="*/ 4579845 h 6858000"/>
              <a:gd name="connsiteX476" fmla="*/ 2183576 w 7467663"/>
              <a:gd name="connsiteY476" fmla="*/ 4227150 h 6858000"/>
              <a:gd name="connsiteX477" fmla="*/ 2151029 w 7467663"/>
              <a:gd name="connsiteY477" fmla="*/ 4146947 h 6858000"/>
              <a:gd name="connsiteX478" fmla="*/ 3563434 w 7467663"/>
              <a:gd name="connsiteY478" fmla="*/ 4469115 h 6858000"/>
              <a:gd name="connsiteX479" fmla="*/ 3177952 w 7467663"/>
              <a:gd name="connsiteY479" fmla="*/ 3657386 h 6858000"/>
              <a:gd name="connsiteX480" fmla="*/ 3189263 w 7467663"/>
              <a:gd name="connsiteY480" fmla="*/ 3625726 h 6858000"/>
              <a:gd name="connsiteX481" fmla="*/ 3560912 w 7467663"/>
              <a:gd name="connsiteY481" fmla="*/ 4079863 h 6858000"/>
              <a:gd name="connsiteX482" fmla="*/ 3626636 w 7467663"/>
              <a:gd name="connsiteY482" fmla="*/ 4512230 h 6858000"/>
              <a:gd name="connsiteX483" fmla="*/ 3653088 w 7467663"/>
              <a:gd name="connsiteY483" fmla="*/ 4521417 h 6858000"/>
              <a:gd name="connsiteX484" fmla="*/ 3988128 w 7467663"/>
              <a:gd name="connsiteY484" fmla="*/ 4817267 h 6858000"/>
              <a:gd name="connsiteX485" fmla="*/ 4830582 w 7467663"/>
              <a:gd name="connsiteY485" fmla="*/ 4676000 h 6858000"/>
              <a:gd name="connsiteX486" fmla="*/ 4830100 w 7467663"/>
              <a:gd name="connsiteY486" fmla="*/ 4675554 h 6858000"/>
              <a:gd name="connsiteX487" fmla="*/ 4036318 w 7467663"/>
              <a:gd name="connsiteY487" fmla="*/ 4147013 h 6858000"/>
              <a:gd name="connsiteX488" fmla="*/ 3432098 w 7467663"/>
              <a:gd name="connsiteY488" fmla="*/ 3537312 h 6858000"/>
              <a:gd name="connsiteX489" fmla="*/ 3446761 w 7467663"/>
              <a:gd name="connsiteY489" fmla="*/ 3461278 h 6858000"/>
              <a:gd name="connsiteX490" fmla="*/ 4419733 w 7467663"/>
              <a:gd name="connsiteY490" fmla="*/ 3963555 h 6858000"/>
              <a:gd name="connsiteX491" fmla="*/ 4781371 w 7467663"/>
              <a:gd name="connsiteY491" fmla="*/ 4458604 h 6858000"/>
              <a:gd name="connsiteX492" fmla="*/ 4780440 w 7467663"/>
              <a:gd name="connsiteY492" fmla="*/ 4470290 h 6858000"/>
              <a:gd name="connsiteX493" fmla="*/ 4898954 w 7467663"/>
              <a:gd name="connsiteY493" fmla="*/ 4662092 h 6858000"/>
              <a:gd name="connsiteX494" fmla="*/ 4900699 w 7467663"/>
              <a:gd name="connsiteY494" fmla="*/ 4670867 h 6858000"/>
              <a:gd name="connsiteX495" fmla="*/ 5714511 w 7467663"/>
              <a:gd name="connsiteY495" fmla="*/ 4663483 h 6858000"/>
              <a:gd name="connsiteX496" fmla="*/ 5464793 w 7467663"/>
              <a:gd name="connsiteY496" fmla="*/ 4393556 h 6858000"/>
              <a:gd name="connsiteX497" fmla="*/ 5461897 w 7467663"/>
              <a:gd name="connsiteY497" fmla="*/ 4390879 h 6858000"/>
              <a:gd name="connsiteX498" fmla="*/ 4294126 w 7467663"/>
              <a:gd name="connsiteY498" fmla="*/ 3303048 h 6858000"/>
              <a:gd name="connsiteX499" fmla="*/ 4305321 w 7467663"/>
              <a:gd name="connsiteY499" fmla="*/ 3256953 h 6858000"/>
              <a:gd name="connsiteX500" fmla="*/ 4949299 w 7467663"/>
              <a:gd name="connsiteY500" fmla="*/ 3766336 h 6858000"/>
              <a:gd name="connsiteX501" fmla="*/ 5291452 w 7467663"/>
              <a:gd name="connsiteY501" fmla="*/ 4076801 h 6858000"/>
              <a:gd name="connsiteX502" fmla="*/ 5434998 w 7467663"/>
              <a:gd name="connsiteY502" fmla="*/ 4254100 h 6858000"/>
              <a:gd name="connsiteX503" fmla="*/ 5351015 w 7467663"/>
              <a:gd name="connsiteY503" fmla="*/ 3760989 h 6858000"/>
              <a:gd name="connsiteX504" fmla="*/ 5413780 w 7467663"/>
              <a:gd name="connsiteY504" fmla="*/ 2966265 h 6858000"/>
              <a:gd name="connsiteX505" fmla="*/ 5425627 w 7467663"/>
              <a:gd name="connsiteY505" fmla="*/ 2954192 h 6858000"/>
              <a:gd name="connsiteX506" fmla="*/ 6604735 w 7467663"/>
              <a:gd name="connsiteY506" fmla="*/ 2041381 h 6858000"/>
              <a:gd name="connsiteX507" fmla="*/ 7204487 w 7467663"/>
              <a:gd name="connsiteY507" fmla="*/ 2742112 h 6858000"/>
              <a:gd name="connsiteX508" fmla="*/ 7131592 w 7467663"/>
              <a:gd name="connsiteY508" fmla="*/ 2672096 h 6858000"/>
              <a:gd name="connsiteX509" fmla="*/ 6996344 w 7467663"/>
              <a:gd name="connsiteY509" fmla="*/ 2518310 h 6858000"/>
              <a:gd name="connsiteX510" fmla="*/ 6735495 w 7467663"/>
              <a:gd name="connsiteY510" fmla="*/ 2196890 h 6858000"/>
              <a:gd name="connsiteX511" fmla="*/ 6721901 w 7467663"/>
              <a:gd name="connsiteY511" fmla="*/ 2179274 h 6858000"/>
              <a:gd name="connsiteX512" fmla="*/ 6604735 w 7467663"/>
              <a:gd name="connsiteY512" fmla="*/ 2041381 h 6858000"/>
              <a:gd name="connsiteX513" fmla="*/ 6591670 w 7467663"/>
              <a:gd name="connsiteY513" fmla="*/ 1988277 h 6858000"/>
              <a:gd name="connsiteX514" fmla="*/ 6747349 w 7467663"/>
              <a:gd name="connsiteY514" fmla="*/ 2160069 h 6858000"/>
              <a:gd name="connsiteX515" fmla="*/ 6760943 w 7467663"/>
              <a:gd name="connsiteY515" fmla="*/ 2177686 h 6858000"/>
              <a:gd name="connsiteX516" fmla="*/ 7021065 w 7467663"/>
              <a:gd name="connsiteY516" fmla="*/ 2498102 h 6858000"/>
              <a:gd name="connsiteX517" fmla="*/ 7155223 w 7467663"/>
              <a:gd name="connsiteY517" fmla="*/ 2650386 h 6858000"/>
              <a:gd name="connsiteX518" fmla="*/ 7203167 w 7467663"/>
              <a:gd name="connsiteY518" fmla="*/ 2697288 h 6858000"/>
              <a:gd name="connsiteX519" fmla="*/ 6937703 w 7467663"/>
              <a:gd name="connsiteY519" fmla="*/ 2321981 h 6858000"/>
              <a:gd name="connsiteX520" fmla="*/ 6591670 w 7467663"/>
              <a:gd name="connsiteY520" fmla="*/ 1988277 h 6858000"/>
              <a:gd name="connsiteX521" fmla="*/ 5798671 w 7467663"/>
              <a:gd name="connsiteY521" fmla="*/ 1981601 h 6858000"/>
              <a:gd name="connsiteX522" fmla="*/ 5754709 w 7467663"/>
              <a:gd name="connsiteY522" fmla="*/ 2071454 h 6858000"/>
              <a:gd name="connsiteX523" fmla="*/ 5763044 w 7467663"/>
              <a:gd name="connsiteY523" fmla="*/ 2842206 h 6858000"/>
              <a:gd name="connsiteX524" fmla="*/ 5764974 w 7467663"/>
              <a:gd name="connsiteY524" fmla="*/ 2799609 h 6858000"/>
              <a:gd name="connsiteX525" fmla="*/ 5767665 w 7467663"/>
              <a:gd name="connsiteY525" fmla="*/ 2666409 h 6858000"/>
              <a:gd name="connsiteX526" fmla="*/ 5763055 w 7467663"/>
              <a:gd name="connsiteY526" fmla="*/ 2579705 h 6858000"/>
              <a:gd name="connsiteX527" fmla="*/ 5758079 w 7467663"/>
              <a:gd name="connsiteY527" fmla="*/ 2492508 h 6858000"/>
              <a:gd name="connsiteX528" fmla="*/ 5779325 w 7467663"/>
              <a:gd name="connsiteY528" fmla="*/ 2197069 h 6858000"/>
              <a:gd name="connsiteX529" fmla="*/ 5798671 w 7467663"/>
              <a:gd name="connsiteY529" fmla="*/ 1981601 h 6858000"/>
              <a:gd name="connsiteX530" fmla="*/ 5829202 w 7467663"/>
              <a:gd name="connsiteY530" fmla="*/ 1971679 h 6858000"/>
              <a:gd name="connsiteX531" fmla="*/ 5809558 w 7467663"/>
              <a:gd name="connsiteY531" fmla="*/ 2198043 h 6858000"/>
              <a:gd name="connsiteX532" fmla="*/ 5788653 w 7467663"/>
              <a:gd name="connsiteY532" fmla="*/ 2489430 h 6858000"/>
              <a:gd name="connsiteX533" fmla="*/ 5793439 w 7467663"/>
              <a:gd name="connsiteY533" fmla="*/ 2575235 h 6858000"/>
              <a:gd name="connsiteX534" fmla="*/ 5796837 w 7467663"/>
              <a:gd name="connsiteY534" fmla="*/ 2637633 h 6858000"/>
              <a:gd name="connsiteX535" fmla="*/ 5818614 w 7467663"/>
              <a:gd name="connsiteY535" fmla="*/ 2473055 h 6858000"/>
              <a:gd name="connsiteX536" fmla="*/ 5829202 w 7467663"/>
              <a:gd name="connsiteY536" fmla="*/ 1971679 h 6858000"/>
              <a:gd name="connsiteX537" fmla="*/ 5911389 w 7467663"/>
              <a:gd name="connsiteY537" fmla="*/ 1898371 h 6858000"/>
              <a:gd name="connsiteX538" fmla="*/ 6237627 w 7467663"/>
              <a:gd name="connsiteY538" fmla="*/ 2231921 h 6858000"/>
              <a:gd name="connsiteX539" fmla="*/ 5911389 w 7467663"/>
              <a:gd name="connsiteY539" fmla="*/ 1898371 h 6858000"/>
              <a:gd name="connsiteX540" fmla="*/ 6944437 w 7467663"/>
              <a:gd name="connsiteY540" fmla="*/ 1575402 h 6858000"/>
              <a:gd name="connsiteX541" fmla="*/ 6304730 w 7467663"/>
              <a:gd name="connsiteY541" fmla="*/ 1766654 h 6858000"/>
              <a:gd name="connsiteX542" fmla="*/ 6944437 w 7467663"/>
              <a:gd name="connsiteY542" fmla="*/ 1575402 h 6858000"/>
              <a:gd name="connsiteX543" fmla="*/ 7019523 w 7467663"/>
              <a:gd name="connsiteY543" fmla="*/ 1519450 h 6858000"/>
              <a:gd name="connsiteX544" fmla="*/ 6298091 w 7467663"/>
              <a:gd name="connsiteY544" fmla="*/ 1737122 h 6858000"/>
              <a:gd name="connsiteX545" fmla="*/ 7019523 w 7467663"/>
              <a:gd name="connsiteY545" fmla="*/ 1519450 h 6858000"/>
              <a:gd name="connsiteX546" fmla="*/ 2399523 w 7467663"/>
              <a:gd name="connsiteY546" fmla="*/ 1428234 h 6858000"/>
              <a:gd name="connsiteX547" fmla="*/ 2224982 w 7467663"/>
              <a:gd name="connsiteY547" fmla="*/ 1826201 h 6858000"/>
              <a:gd name="connsiteX548" fmla="*/ 2096099 w 7467663"/>
              <a:gd name="connsiteY548" fmla="*/ 2345900 h 6858000"/>
              <a:gd name="connsiteX549" fmla="*/ 2283317 w 7467663"/>
              <a:gd name="connsiteY549" fmla="*/ 1796925 h 6858000"/>
              <a:gd name="connsiteX550" fmla="*/ 2399523 w 7467663"/>
              <a:gd name="connsiteY550" fmla="*/ 1428234 h 6858000"/>
              <a:gd name="connsiteX551" fmla="*/ 2448558 w 7467663"/>
              <a:gd name="connsiteY551" fmla="*/ 1373435 h 6858000"/>
              <a:gd name="connsiteX552" fmla="*/ 2312521 w 7467663"/>
              <a:gd name="connsiteY552" fmla="*/ 1806140 h 6858000"/>
              <a:gd name="connsiteX553" fmla="*/ 2127533 w 7467663"/>
              <a:gd name="connsiteY553" fmla="*/ 2348380 h 6858000"/>
              <a:gd name="connsiteX554" fmla="*/ 2358080 w 7467663"/>
              <a:gd name="connsiteY554" fmla="*/ 1866134 h 6858000"/>
              <a:gd name="connsiteX555" fmla="*/ 2407436 w 7467663"/>
              <a:gd name="connsiteY555" fmla="*/ 1651070 h 6858000"/>
              <a:gd name="connsiteX556" fmla="*/ 2448558 w 7467663"/>
              <a:gd name="connsiteY556" fmla="*/ 1373435 h 6858000"/>
              <a:gd name="connsiteX557" fmla="*/ 278707 w 7467663"/>
              <a:gd name="connsiteY557" fmla="*/ 1352270 h 6858000"/>
              <a:gd name="connsiteX558" fmla="*/ 321570 w 7467663"/>
              <a:gd name="connsiteY558" fmla="*/ 1861610 h 6858000"/>
              <a:gd name="connsiteX559" fmla="*/ 294281 w 7467663"/>
              <a:gd name="connsiteY559" fmla="*/ 1440658 h 6858000"/>
              <a:gd name="connsiteX560" fmla="*/ 278707 w 7467663"/>
              <a:gd name="connsiteY560" fmla="*/ 1352270 h 6858000"/>
              <a:gd name="connsiteX561" fmla="*/ 1423821 w 7467663"/>
              <a:gd name="connsiteY561" fmla="*/ 1351958 h 6858000"/>
              <a:gd name="connsiteX562" fmla="*/ 1638521 w 7467663"/>
              <a:gd name="connsiteY562" fmla="*/ 1908470 h 6858000"/>
              <a:gd name="connsiteX563" fmla="*/ 1754199 w 7467663"/>
              <a:gd name="connsiteY563" fmla="*/ 2149284 h 6858000"/>
              <a:gd name="connsiteX564" fmla="*/ 1908359 w 7467663"/>
              <a:gd name="connsiteY564" fmla="*/ 2364988 h 6858000"/>
              <a:gd name="connsiteX565" fmla="*/ 1647661 w 7467663"/>
              <a:gd name="connsiteY565" fmla="*/ 1825945 h 6858000"/>
              <a:gd name="connsiteX566" fmla="*/ 1423821 w 7467663"/>
              <a:gd name="connsiteY566" fmla="*/ 1351958 h 6858000"/>
              <a:gd name="connsiteX567" fmla="*/ 1431890 w 7467663"/>
              <a:gd name="connsiteY567" fmla="*/ 1306475 h 6858000"/>
              <a:gd name="connsiteX568" fmla="*/ 1507597 w 7467663"/>
              <a:gd name="connsiteY568" fmla="*/ 1446132 h 6858000"/>
              <a:gd name="connsiteX569" fmla="*/ 1674586 w 7467663"/>
              <a:gd name="connsiteY569" fmla="*/ 1813832 h 6858000"/>
              <a:gd name="connsiteX570" fmla="*/ 1815950 w 7467663"/>
              <a:gd name="connsiteY570" fmla="*/ 2128564 h 6858000"/>
              <a:gd name="connsiteX571" fmla="*/ 1984242 w 7467663"/>
              <a:gd name="connsiteY571" fmla="*/ 2430829 h 6858000"/>
              <a:gd name="connsiteX572" fmla="*/ 2014023 w 7467663"/>
              <a:gd name="connsiteY572" fmla="*/ 2450995 h 6858000"/>
              <a:gd name="connsiteX573" fmla="*/ 1747337 w 7467663"/>
              <a:gd name="connsiteY573" fmla="*/ 1855264 h 6858000"/>
              <a:gd name="connsiteX574" fmla="*/ 1533749 w 7467663"/>
              <a:gd name="connsiteY574" fmla="*/ 1478656 h 6858000"/>
              <a:gd name="connsiteX575" fmla="*/ 1431890 w 7467663"/>
              <a:gd name="connsiteY575" fmla="*/ 1306475 h 6858000"/>
              <a:gd name="connsiteX576" fmla="*/ 5052692 w 7467663"/>
              <a:gd name="connsiteY576" fmla="*/ 1292994 h 6858000"/>
              <a:gd name="connsiteX577" fmla="*/ 5200661 w 7467663"/>
              <a:gd name="connsiteY577" fmla="*/ 1635186 h 6858000"/>
              <a:gd name="connsiteX578" fmla="*/ 5297138 w 7467663"/>
              <a:gd name="connsiteY578" fmla="*/ 1906351 h 6858000"/>
              <a:gd name="connsiteX579" fmla="*/ 5052692 w 7467663"/>
              <a:gd name="connsiteY579" fmla="*/ 1292994 h 6858000"/>
              <a:gd name="connsiteX580" fmla="*/ 5009948 w 7467663"/>
              <a:gd name="connsiteY580" fmla="*/ 1273619 h 6858000"/>
              <a:gd name="connsiteX581" fmla="*/ 5121777 w 7467663"/>
              <a:gd name="connsiteY581" fmla="*/ 1654213 h 6858000"/>
              <a:gd name="connsiteX582" fmla="*/ 5293545 w 7467663"/>
              <a:gd name="connsiteY582" fmla="*/ 2072247 h 6858000"/>
              <a:gd name="connsiteX583" fmla="*/ 5294042 w 7467663"/>
              <a:gd name="connsiteY583" fmla="*/ 2065019 h 6858000"/>
              <a:gd name="connsiteX584" fmla="*/ 5171936 w 7467663"/>
              <a:gd name="connsiteY584" fmla="*/ 1647613 h 6858000"/>
              <a:gd name="connsiteX585" fmla="*/ 5009948 w 7467663"/>
              <a:gd name="connsiteY585" fmla="*/ 1273619 h 6858000"/>
              <a:gd name="connsiteX586" fmla="*/ 655236 w 7467663"/>
              <a:gd name="connsiteY586" fmla="*/ 1268632 h 6858000"/>
              <a:gd name="connsiteX587" fmla="*/ 839521 w 7467663"/>
              <a:gd name="connsiteY587" fmla="*/ 1685315 h 6858000"/>
              <a:gd name="connsiteX588" fmla="*/ 1109416 w 7467663"/>
              <a:gd name="connsiteY588" fmla="*/ 2061663 h 6858000"/>
              <a:gd name="connsiteX589" fmla="*/ 1298300 w 7467663"/>
              <a:gd name="connsiteY589" fmla="*/ 2247742 h 6858000"/>
              <a:gd name="connsiteX590" fmla="*/ 1125871 w 7467663"/>
              <a:gd name="connsiteY590" fmla="*/ 1989513 h 6858000"/>
              <a:gd name="connsiteX591" fmla="*/ 981574 w 7467663"/>
              <a:gd name="connsiteY591" fmla="*/ 1783157 h 6858000"/>
              <a:gd name="connsiteX592" fmla="*/ 922198 w 7467663"/>
              <a:gd name="connsiteY592" fmla="*/ 1677437 h 6858000"/>
              <a:gd name="connsiteX593" fmla="*/ 869293 w 7467663"/>
              <a:gd name="connsiteY593" fmla="*/ 1583214 h 6858000"/>
              <a:gd name="connsiteX594" fmla="*/ 751431 w 7467663"/>
              <a:gd name="connsiteY594" fmla="*/ 1405731 h 6858000"/>
              <a:gd name="connsiteX595" fmla="*/ 655236 w 7467663"/>
              <a:gd name="connsiteY595" fmla="*/ 1268632 h 6858000"/>
              <a:gd name="connsiteX596" fmla="*/ 6516292 w 7467663"/>
              <a:gd name="connsiteY596" fmla="*/ 1263064 h 6858000"/>
              <a:gd name="connsiteX597" fmla="*/ 5736320 w 7467663"/>
              <a:gd name="connsiteY597" fmla="*/ 1501803 h 6858000"/>
              <a:gd name="connsiteX598" fmla="*/ 6516292 w 7467663"/>
              <a:gd name="connsiteY598" fmla="*/ 1263064 h 6858000"/>
              <a:gd name="connsiteX599" fmla="*/ 291466 w 7467663"/>
              <a:gd name="connsiteY599" fmla="*/ 1250369 h 6858000"/>
              <a:gd name="connsiteX600" fmla="*/ 323180 w 7467663"/>
              <a:gd name="connsiteY600" fmla="*/ 1435283 h 6858000"/>
              <a:gd name="connsiteX601" fmla="*/ 349381 w 7467663"/>
              <a:gd name="connsiteY601" fmla="*/ 1875041 h 6858000"/>
              <a:gd name="connsiteX602" fmla="*/ 374363 w 7467663"/>
              <a:gd name="connsiteY602" fmla="*/ 1506494 h 6858000"/>
              <a:gd name="connsiteX603" fmla="*/ 302168 w 7467663"/>
              <a:gd name="connsiteY603" fmla="*/ 1274495 h 6858000"/>
              <a:gd name="connsiteX604" fmla="*/ 291466 w 7467663"/>
              <a:gd name="connsiteY604" fmla="*/ 1250369 h 6858000"/>
              <a:gd name="connsiteX605" fmla="*/ 678222 w 7467663"/>
              <a:gd name="connsiteY605" fmla="*/ 1248670 h 6858000"/>
              <a:gd name="connsiteX606" fmla="*/ 775536 w 7467663"/>
              <a:gd name="connsiteY606" fmla="*/ 1388015 h 6858000"/>
              <a:gd name="connsiteX607" fmla="*/ 894529 w 7467663"/>
              <a:gd name="connsiteY607" fmla="*/ 1567739 h 6858000"/>
              <a:gd name="connsiteX608" fmla="*/ 948000 w 7467663"/>
              <a:gd name="connsiteY608" fmla="*/ 1663088 h 6858000"/>
              <a:gd name="connsiteX609" fmla="*/ 1006812 w 7467663"/>
              <a:gd name="connsiteY609" fmla="*/ 1767683 h 6858000"/>
              <a:gd name="connsiteX610" fmla="*/ 1149133 w 7467663"/>
              <a:gd name="connsiteY610" fmla="*/ 1971513 h 6858000"/>
              <a:gd name="connsiteX611" fmla="*/ 1333952 w 7467663"/>
              <a:gd name="connsiteY611" fmla="*/ 2251620 h 6858000"/>
              <a:gd name="connsiteX612" fmla="*/ 1337329 w 7467663"/>
              <a:gd name="connsiteY612" fmla="*/ 2258350 h 6858000"/>
              <a:gd name="connsiteX613" fmla="*/ 1014726 w 7467663"/>
              <a:gd name="connsiteY613" fmla="*/ 1615556 h 6858000"/>
              <a:gd name="connsiteX614" fmla="*/ 678222 w 7467663"/>
              <a:gd name="connsiteY614" fmla="*/ 1248670 h 6858000"/>
              <a:gd name="connsiteX615" fmla="*/ 6691602 w 7467663"/>
              <a:gd name="connsiteY615" fmla="*/ 1140573 h 6858000"/>
              <a:gd name="connsiteX616" fmla="*/ 6571100 w 7467663"/>
              <a:gd name="connsiteY616" fmla="*/ 1183662 h 6858000"/>
              <a:gd name="connsiteX617" fmla="*/ 6241687 w 7467663"/>
              <a:gd name="connsiteY617" fmla="*/ 1257600 h 6858000"/>
              <a:gd name="connsiteX618" fmla="*/ 5693009 w 7467663"/>
              <a:gd name="connsiteY618" fmla="*/ 1478256 h 6858000"/>
              <a:gd name="connsiteX619" fmla="*/ 6548420 w 7467663"/>
              <a:gd name="connsiteY619" fmla="*/ 1214599 h 6858000"/>
              <a:gd name="connsiteX620" fmla="*/ 6605473 w 7467663"/>
              <a:gd name="connsiteY620" fmla="*/ 1184686 h 6858000"/>
              <a:gd name="connsiteX621" fmla="*/ 6691602 w 7467663"/>
              <a:gd name="connsiteY621" fmla="*/ 1140573 h 6858000"/>
              <a:gd name="connsiteX622" fmla="*/ 4002475 w 7467663"/>
              <a:gd name="connsiteY622" fmla="*/ 1037802 h 6858000"/>
              <a:gd name="connsiteX623" fmla="*/ 4000324 w 7467663"/>
              <a:gd name="connsiteY623" fmla="*/ 1039362 h 6858000"/>
              <a:gd name="connsiteX624" fmla="*/ 4002862 w 7467663"/>
              <a:gd name="connsiteY624" fmla="*/ 1042866 h 6858000"/>
              <a:gd name="connsiteX625" fmla="*/ 4002475 w 7467663"/>
              <a:gd name="connsiteY625" fmla="*/ 1037802 h 6858000"/>
              <a:gd name="connsiteX626" fmla="*/ 506322 w 7467663"/>
              <a:gd name="connsiteY626" fmla="*/ 1020997 h 6858000"/>
              <a:gd name="connsiteX627" fmla="*/ 533068 w 7467663"/>
              <a:gd name="connsiteY627" fmla="*/ 1029409 h 6858000"/>
              <a:gd name="connsiteX628" fmla="*/ 1232525 w 7467663"/>
              <a:gd name="connsiteY628" fmla="*/ 1804675 h 6858000"/>
              <a:gd name="connsiteX629" fmla="*/ 1388858 w 7467663"/>
              <a:gd name="connsiteY629" fmla="*/ 2368011 h 6858000"/>
              <a:gd name="connsiteX630" fmla="*/ 1384098 w 7467663"/>
              <a:gd name="connsiteY630" fmla="*/ 2378125 h 6858000"/>
              <a:gd name="connsiteX631" fmla="*/ 1425393 w 7467663"/>
              <a:gd name="connsiteY631" fmla="*/ 2589124 h 6858000"/>
              <a:gd name="connsiteX632" fmla="*/ 1424001 w 7467663"/>
              <a:gd name="connsiteY632" fmla="*/ 2597541 h 6858000"/>
              <a:gd name="connsiteX633" fmla="*/ 2152729 w 7467663"/>
              <a:gd name="connsiteY633" fmla="*/ 2864487 h 6858000"/>
              <a:gd name="connsiteX634" fmla="*/ 2020609 w 7467663"/>
              <a:gd name="connsiteY634" fmla="*/ 2539671 h 6858000"/>
              <a:gd name="connsiteX635" fmla="*/ 2018920 w 7467663"/>
              <a:gd name="connsiteY635" fmla="*/ 2536309 h 6858000"/>
              <a:gd name="connsiteX636" fmla="*/ 1342441 w 7467663"/>
              <a:gd name="connsiteY636" fmla="*/ 1173017 h 6858000"/>
              <a:gd name="connsiteX637" fmla="*/ 1367925 w 7467663"/>
              <a:gd name="connsiteY637" fmla="*/ 1135648 h 6858000"/>
              <a:gd name="connsiteX638" fmla="*/ 1771401 w 7467663"/>
              <a:gd name="connsiteY638" fmla="*/ 1806673 h 6858000"/>
              <a:gd name="connsiteX639" fmla="*/ 1972385 w 7467663"/>
              <a:gd name="connsiteY639" fmla="*/ 2198735 h 6858000"/>
              <a:gd name="connsiteX640" fmla="*/ 2040892 w 7467663"/>
              <a:gd name="connsiteY640" fmla="*/ 2405205 h 6858000"/>
              <a:gd name="connsiteX641" fmla="*/ 2131689 w 7467663"/>
              <a:gd name="connsiteY641" fmla="*/ 1936926 h 6858000"/>
              <a:gd name="connsiteX642" fmla="*/ 2454820 w 7467663"/>
              <a:gd name="connsiteY642" fmla="*/ 1248808 h 6858000"/>
              <a:gd name="connsiteX643" fmla="*/ 2492512 w 7467663"/>
              <a:gd name="connsiteY643" fmla="*/ 1302920 h 6858000"/>
              <a:gd name="connsiteX644" fmla="*/ 2081216 w 7467663"/>
              <a:gd name="connsiteY644" fmla="*/ 2527513 h 6858000"/>
              <a:gd name="connsiteX645" fmla="*/ 2081211 w 7467663"/>
              <a:gd name="connsiteY645" fmla="*/ 2528916 h 6858000"/>
              <a:gd name="connsiteX646" fmla="*/ 2199067 w 7467663"/>
              <a:gd name="connsiteY646" fmla="*/ 2884061 h 6858000"/>
              <a:gd name="connsiteX647" fmla="*/ 3192586 w 7467663"/>
              <a:gd name="connsiteY647" fmla="*/ 3411496 h 6858000"/>
              <a:gd name="connsiteX648" fmla="*/ 3182620 w 7467663"/>
              <a:gd name="connsiteY648" fmla="*/ 3483279 h 6858000"/>
              <a:gd name="connsiteX649" fmla="*/ 2435119 w 7467663"/>
              <a:gd name="connsiteY649" fmla="*/ 3080173 h 6858000"/>
              <a:gd name="connsiteX650" fmla="*/ 2410152 w 7467663"/>
              <a:gd name="connsiteY650" fmla="*/ 3063751 h 6858000"/>
              <a:gd name="connsiteX651" fmla="*/ 2408099 w 7467663"/>
              <a:gd name="connsiteY651" fmla="*/ 3064403 h 6858000"/>
              <a:gd name="connsiteX652" fmla="*/ 2407218 w 7467663"/>
              <a:gd name="connsiteY652" fmla="*/ 3070324 h 6858000"/>
              <a:gd name="connsiteX653" fmla="*/ 2380138 w 7467663"/>
              <a:gd name="connsiteY653" fmla="*/ 3099341 h 6858000"/>
              <a:gd name="connsiteX654" fmla="*/ 1765923 w 7467663"/>
              <a:gd name="connsiteY654" fmla="*/ 3581043 h 6858000"/>
              <a:gd name="connsiteX655" fmla="*/ 1702258 w 7467663"/>
              <a:gd name="connsiteY655" fmla="*/ 3612286 h 6858000"/>
              <a:gd name="connsiteX656" fmla="*/ 1538370 w 7467663"/>
              <a:gd name="connsiteY656" fmla="*/ 3811804 h 6858000"/>
              <a:gd name="connsiteX657" fmla="*/ 542867 w 7467663"/>
              <a:gd name="connsiteY657" fmla="*/ 4944092 h 6858000"/>
              <a:gd name="connsiteX658" fmla="*/ 515800 w 7467663"/>
              <a:gd name="connsiteY658" fmla="*/ 4862180 h 6858000"/>
              <a:gd name="connsiteX659" fmla="*/ 909145 w 7467663"/>
              <a:gd name="connsiteY659" fmla="*/ 4199225 h 6858000"/>
              <a:gd name="connsiteX660" fmla="*/ 1214067 w 7467663"/>
              <a:gd name="connsiteY660" fmla="*/ 3908561 h 6858000"/>
              <a:gd name="connsiteX661" fmla="*/ 640967 w 7467663"/>
              <a:gd name="connsiteY661" fmla="*/ 4105601 h 6858000"/>
              <a:gd name="connsiteX662" fmla="*/ 112563 w 7467663"/>
              <a:gd name="connsiteY662" fmla="*/ 4396952 h 6858000"/>
              <a:gd name="connsiteX663" fmla="*/ 0 w 7467663"/>
              <a:gd name="connsiteY663" fmla="*/ 4466006 h 6858000"/>
              <a:gd name="connsiteX664" fmla="*/ 0 w 7467663"/>
              <a:gd name="connsiteY664" fmla="*/ 4233763 h 6858000"/>
              <a:gd name="connsiteX665" fmla="*/ 36881 w 7467663"/>
              <a:gd name="connsiteY665" fmla="*/ 4200118 h 6858000"/>
              <a:gd name="connsiteX666" fmla="*/ 910534 w 7467663"/>
              <a:gd name="connsiteY666" fmla="*/ 3629753 h 6858000"/>
              <a:gd name="connsiteX667" fmla="*/ 1578717 w 7467663"/>
              <a:gd name="connsiteY667" fmla="*/ 3575982 h 6858000"/>
              <a:gd name="connsiteX668" fmla="*/ 2338780 w 7467663"/>
              <a:gd name="connsiteY668" fmla="*/ 3033725 h 6858000"/>
              <a:gd name="connsiteX669" fmla="*/ 1807991 w 7467663"/>
              <a:gd name="connsiteY669" fmla="*/ 2807184 h 6858000"/>
              <a:gd name="connsiteX670" fmla="*/ 1416358 w 7467663"/>
              <a:gd name="connsiteY670" fmla="*/ 3112571 h 6858000"/>
              <a:gd name="connsiteX671" fmla="*/ 939066 w 7467663"/>
              <a:gd name="connsiteY671" fmla="*/ 3378798 h 6858000"/>
              <a:gd name="connsiteX672" fmla="*/ 115099 w 7467663"/>
              <a:gd name="connsiteY672" fmla="*/ 3607650 h 6858000"/>
              <a:gd name="connsiteX673" fmla="*/ 97284 w 7467663"/>
              <a:gd name="connsiteY673" fmla="*/ 3520393 h 6858000"/>
              <a:gd name="connsiteX674" fmla="*/ 922050 w 7467663"/>
              <a:gd name="connsiteY674" fmla="*/ 3074867 h 6858000"/>
              <a:gd name="connsiteX675" fmla="*/ 1405265 w 7467663"/>
              <a:gd name="connsiteY675" fmla="*/ 3016319 h 6858000"/>
              <a:gd name="connsiteX676" fmla="*/ 1407512 w 7467663"/>
              <a:gd name="connsiteY676" fmla="*/ 3018001 h 6858000"/>
              <a:gd name="connsiteX677" fmla="*/ 1726266 w 7467663"/>
              <a:gd name="connsiteY677" fmla="*/ 2777274 h 6858000"/>
              <a:gd name="connsiteX678" fmla="*/ 625390 w 7467663"/>
              <a:gd name="connsiteY678" fmla="*/ 2514541 h 6858000"/>
              <a:gd name="connsiteX679" fmla="*/ 619799 w 7467663"/>
              <a:gd name="connsiteY679" fmla="*/ 2527180 h 6858000"/>
              <a:gd name="connsiteX680" fmla="*/ 310030 w 7467663"/>
              <a:gd name="connsiteY680" fmla="*/ 2771818 h 6858000"/>
              <a:gd name="connsiteX681" fmla="*/ 173877 w 7467663"/>
              <a:gd name="connsiteY681" fmla="*/ 2937056 h 6858000"/>
              <a:gd name="connsiteX682" fmla="*/ 77889 w 7467663"/>
              <a:gd name="connsiteY682" fmla="*/ 3138440 h 6858000"/>
              <a:gd name="connsiteX683" fmla="*/ 0 w 7467663"/>
              <a:gd name="connsiteY683" fmla="*/ 3271395 h 6858000"/>
              <a:gd name="connsiteX684" fmla="*/ 0 w 7467663"/>
              <a:gd name="connsiteY684" fmla="*/ 3153002 h 6858000"/>
              <a:gd name="connsiteX685" fmla="*/ 2386 w 7467663"/>
              <a:gd name="connsiteY685" fmla="*/ 3149203 h 6858000"/>
              <a:gd name="connsiteX686" fmla="*/ 89753 w 7467663"/>
              <a:gd name="connsiteY686" fmla="*/ 2987702 h 6858000"/>
              <a:gd name="connsiteX687" fmla="*/ 76869 w 7467663"/>
              <a:gd name="connsiteY687" fmla="*/ 3005404 h 6858000"/>
              <a:gd name="connsiteX688" fmla="*/ 32049 w 7467663"/>
              <a:gd name="connsiteY688" fmla="*/ 3065814 h 6858000"/>
              <a:gd name="connsiteX689" fmla="*/ 0 w 7467663"/>
              <a:gd name="connsiteY689" fmla="*/ 3108744 h 6858000"/>
              <a:gd name="connsiteX690" fmla="*/ 0 w 7467663"/>
              <a:gd name="connsiteY690" fmla="*/ 3058059 h 6858000"/>
              <a:gd name="connsiteX691" fmla="*/ 7610 w 7467663"/>
              <a:gd name="connsiteY691" fmla="*/ 3047889 h 6858000"/>
              <a:gd name="connsiteX692" fmla="*/ 52419 w 7467663"/>
              <a:gd name="connsiteY692" fmla="*/ 2987479 h 6858000"/>
              <a:gd name="connsiteX693" fmla="*/ 59142 w 7467663"/>
              <a:gd name="connsiteY693" fmla="*/ 2978488 h 6858000"/>
              <a:gd name="connsiteX694" fmla="*/ 0 w 7467663"/>
              <a:gd name="connsiteY694" fmla="*/ 3015334 h 6858000"/>
              <a:gd name="connsiteX695" fmla="*/ 0 w 7467663"/>
              <a:gd name="connsiteY695" fmla="*/ 2914286 h 6858000"/>
              <a:gd name="connsiteX696" fmla="*/ 36383 w 7467663"/>
              <a:gd name="connsiteY696" fmla="*/ 2901128 h 6858000"/>
              <a:gd name="connsiteX697" fmla="*/ 156329 w 7467663"/>
              <a:gd name="connsiteY697" fmla="*/ 2840533 h 6858000"/>
              <a:gd name="connsiteX698" fmla="*/ 358355 w 7467663"/>
              <a:gd name="connsiteY698" fmla="*/ 2620471 h 6858000"/>
              <a:gd name="connsiteX699" fmla="*/ 510577 w 7467663"/>
              <a:gd name="connsiteY699" fmla="*/ 2501244 h 6858000"/>
              <a:gd name="connsiteX700" fmla="*/ 211967 w 7467663"/>
              <a:gd name="connsiteY700" fmla="*/ 2479171 h 6858000"/>
              <a:gd name="connsiteX701" fmla="*/ 0 w 7467663"/>
              <a:gd name="connsiteY701" fmla="*/ 2476398 h 6858000"/>
              <a:gd name="connsiteX702" fmla="*/ 0 w 7467663"/>
              <a:gd name="connsiteY702" fmla="*/ 2389189 h 6858000"/>
              <a:gd name="connsiteX703" fmla="*/ 103062 w 7467663"/>
              <a:gd name="connsiteY703" fmla="*/ 2389518 h 6858000"/>
              <a:gd name="connsiteX704" fmla="*/ 510734 w 7467663"/>
              <a:gd name="connsiteY704" fmla="*/ 2416201 h 6858000"/>
              <a:gd name="connsiteX705" fmla="*/ 279257 w 7467663"/>
              <a:gd name="connsiteY705" fmla="*/ 2092102 h 6858000"/>
              <a:gd name="connsiteX706" fmla="*/ 65265 w 7467663"/>
              <a:gd name="connsiteY706" fmla="*/ 2006049 h 6858000"/>
              <a:gd name="connsiteX707" fmla="*/ 0 w 7467663"/>
              <a:gd name="connsiteY707" fmla="*/ 1982532 h 6858000"/>
              <a:gd name="connsiteX708" fmla="*/ 0 w 7467663"/>
              <a:gd name="connsiteY708" fmla="*/ 1912789 h 6858000"/>
              <a:gd name="connsiteX709" fmla="*/ 97460 w 7467663"/>
              <a:gd name="connsiteY709" fmla="*/ 1953725 h 6858000"/>
              <a:gd name="connsiteX710" fmla="*/ 221272 w 7467663"/>
              <a:gd name="connsiteY710" fmla="*/ 1980766 h 6858000"/>
              <a:gd name="connsiteX711" fmla="*/ 116765 w 7467663"/>
              <a:gd name="connsiteY711" fmla="*/ 1911033 h 6858000"/>
              <a:gd name="connsiteX712" fmla="*/ 16405 w 7467663"/>
              <a:gd name="connsiteY712" fmla="*/ 1803412 h 6858000"/>
              <a:gd name="connsiteX713" fmla="*/ 0 w 7467663"/>
              <a:gd name="connsiteY713" fmla="*/ 1784777 h 6858000"/>
              <a:gd name="connsiteX714" fmla="*/ 0 w 7467663"/>
              <a:gd name="connsiteY714" fmla="*/ 1740082 h 6858000"/>
              <a:gd name="connsiteX715" fmla="*/ 39394 w 7467663"/>
              <a:gd name="connsiteY715" fmla="*/ 1784856 h 6858000"/>
              <a:gd name="connsiteX716" fmla="*/ 135813 w 7467663"/>
              <a:gd name="connsiteY716" fmla="*/ 1888838 h 6858000"/>
              <a:gd name="connsiteX717" fmla="*/ 242575 w 7467663"/>
              <a:gd name="connsiteY717" fmla="*/ 1958841 h 6858000"/>
              <a:gd name="connsiteX718" fmla="*/ 82197 w 7467663"/>
              <a:gd name="connsiteY718" fmla="*/ 1754826 h 6858000"/>
              <a:gd name="connsiteX719" fmla="*/ 0 w 7467663"/>
              <a:gd name="connsiteY719" fmla="*/ 1679650 h 6858000"/>
              <a:gd name="connsiteX720" fmla="*/ 0 w 7467663"/>
              <a:gd name="connsiteY720" fmla="*/ 1602463 h 6858000"/>
              <a:gd name="connsiteX721" fmla="*/ 84689 w 7467663"/>
              <a:gd name="connsiteY721" fmla="*/ 1677442 h 6858000"/>
              <a:gd name="connsiteX722" fmla="*/ 298437 w 7467663"/>
              <a:gd name="connsiteY722" fmla="*/ 1968019 h 6858000"/>
              <a:gd name="connsiteX723" fmla="*/ 227269 w 7467663"/>
              <a:gd name="connsiteY723" fmla="*/ 1114064 h 6858000"/>
              <a:gd name="connsiteX724" fmla="*/ 248003 w 7467663"/>
              <a:gd name="connsiteY724" fmla="*/ 1089613 h 6858000"/>
              <a:gd name="connsiteX725" fmla="*/ 427020 w 7467663"/>
              <a:gd name="connsiteY725" fmla="*/ 1619803 h 6858000"/>
              <a:gd name="connsiteX726" fmla="*/ 340345 w 7467663"/>
              <a:gd name="connsiteY726" fmla="*/ 2027739 h 6858000"/>
              <a:gd name="connsiteX727" fmla="*/ 360865 w 7467663"/>
              <a:gd name="connsiteY727" fmla="*/ 2044827 h 6858000"/>
              <a:gd name="connsiteX728" fmla="*/ 560414 w 7467663"/>
              <a:gd name="connsiteY728" fmla="*/ 2421457 h 6858000"/>
              <a:gd name="connsiteX729" fmla="*/ 1359703 w 7467663"/>
              <a:gd name="connsiteY729" fmla="*/ 2578554 h 6858000"/>
              <a:gd name="connsiteX730" fmla="*/ 1359422 w 7467663"/>
              <a:gd name="connsiteY730" fmla="*/ 2577994 h 6858000"/>
              <a:gd name="connsiteX731" fmla="*/ 828701 w 7467663"/>
              <a:gd name="connsiteY731" fmla="*/ 1839520 h 6858000"/>
              <a:gd name="connsiteX732" fmla="*/ 494427 w 7467663"/>
              <a:gd name="connsiteY732" fmla="*/ 1092333 h 6858000"/>
              <a:gd name="connsiteX733" fmla="*/ 506322 w 7467663"/>
              <a:gd name="connsiteY733" fmla="*/ 1020997 h 6858000"/>
              <a:gd name="connsiteX734" fmla="*/ 4570198 w 7467663"/>
              <a:gd name="connsiteY734" fmla="*/ 978081 h 6858000"/>
              <a:gd name="connsiteX735" fmla="*/ 4523691 w 7467663"/>
              <a:gd name="connsiteY735" fmla="*/ 1127776 h 6858000"/>
              <a:gd name="connsiteX736" fmla="*/ 4509875 w 7467663"/>
              <a:gd name="connsiteY736" fmla="*/ 1167552 h 6858000"/>
              <a:gd name="connsiteX737" fmla="*/ 4478168 w 7467663"/>
              <a:gd name="connsiteY737" fmla="*/ 1260735 h 6858000"/>
              <a:gd name="connsiteX738" fmla="*/ 4409309 w 7467663"/>
              <a:gd name="connsiteY738" fmla="*/ 1666996 h 6858000"/>
              <a:gd name="connsiteX739" fmla="*/ 4370031 w 7467663"/>
              <a:gd name="connsiteY739" fmla="*/ 1955666 h 6858000"/>
              <a:gd name="connsiteX740" fmla="*/ 4570198 w 7467663"/>
              <a:gd name="connsiteY740" fmla="*/ 978081 h 6858000"/>
              <a:gd name="connsiteX741" fmla="*/ 4557898 w 7467663"/>
              <a:gd name="connsiteY741" fmla="*/ 900011 h 6858000"/>
              <a:gd name="connsiteX742" fmla="*/ 4344840 w 7467663"/>
              <a:gd name="connsiteY742" fmla="*/ 1922038 h 6858000"/>
              <a:gd name="connsiteX743" fmla="*/ 4378710 w 7467663"/>
              <a:gd name="connsiteY743" fmla="*/ 1665516 h 6858000"/>
              <a:gd name="connsiteX744" fmla="*/ 4448798 w 7467663"/>
              <a:gd name="connsiteY744" fmla="*/ 1253024 h 6858000"/>
              <a:gd name="connsiteX745" fmla="*/ 4480315 w 7467663"/>
              <a:gd name="connsiteY745" fmla="*/ 1158454 h 6858000"/>
              <a:gd name="connsiteX746" fmla="*/ 4494133 w 7467663"/>
              <a:gd name="connsiteY746" fmla="*/ 1118676 h 6858000"/>
              <a:gd name="connsiteX747" fmla="*/ 4557898 w 7467663"/>
              <a:gd name="connsiteY747" fmla="*/ 900011 h 6858000"/>
              <a:gd name="connsiteX748" fmla="*/ 5870151 w 7467663"/>
              <a:gd name="connsiteY748" fmla="*/ 898890 h 6858000"/>
              <a:gd name="connsiteX749" fmla="*/ 5861335 w 7467663"/>
              <a:gd name="connsiteY749" fmla="*/ 899177 h 6858000"/>
              <a:gd name="connsiteX750" fmla="*/ 5843702 w 7467663"/>
              <a:gd name="connsiteY750" fmla="*/ 899748 h 6858000"/>
              <a:gd name="connsiteX751" fmla="*/ 5651107 w 7467663"/>
              <a:gd name="connsiteY751" fmla="*/ 920306 h 6858000"/>
              <a:gd name="connsiteX752" fmla="*/ 5459407 w 7467663"/>
              <a:gd name="connsiteY752" fmla="*/ 940975 h 6858000"/>
              <a:gd name="connsiteX753" fmla="*/ 5374846 w 7467663"/>
              <a:gd name="connsiteY753" fmla="*/ 941988 h 6858000"/>
              <a:gd name="connsiteX754" fmla="*/ 5256105 w 7467663"/>
              <a:gd name="connsiteY754" fmla="*/ 945632 h 6858000"/>
              <a:gd name="connsiteX755" fmla="*/ 5107071 w 7467663"/>
              <a:gd name="connsiteY755" fmla="*/ 969720 h 6858000"/>
              <a:gd name="connsiteX756" fmla="*/ 4998681 w 7467663"/>
              <a:gd name="connsiteY756" fmla="*/ 988771 h 6858000"/>
              <a:gd name="connsiteX757" fmla="*/ 5870151 w 7467663"/>
              <a:gd name="connsiteY757" fmla="*/ 898890 h 6858000"/>
              <a:gd name="connsiteX758" fmla="*/ 5504425 w 7467663"/>
              <a:gd name="connsiteY758" fmla="*/ 848067 h 6858000"/>
              <a:gd name="connsiteX759" fmla="*/ 4968849 w 7467663"/>
              <a:gd name="connsiteY759" fmla="*/ 962318 h 6858000"/>
              <a:gd name="connsiteX760" fmla="*/ 5104039 w 7467663"/>
              <a:gd name="connsiteY760" fmla="*/ 940634 h 6858000"/>
              <a:gd name="connsiteX761" fmla="*/ 5256311 w 7467663"/>
              <a:gd name="connsiteY761" fmla="*/ 916490 h 6858000"/>
              <a:gd name="connsiteX762" fmla="*/ 5377381 w 7467663"/>
              <a:gd name="connsiteY762" fmla="*/ 912671 h 6858000"/>
              <a:gd name="connsiteX763" fmla="*/ 5460148 w 7467663"/>
              <a:gd name="connsiteY763" fmla="*/ 911442 h 6858000"/>
              <a:gd name="connsiteX764" fmla="*/ 5648971 w 7467663"/>
              <a:gd name="connsiteY764" fmla="*/ 891331 h 6858000"/>
              <a:gd name="connsiteX765" fmla="*/ 5844807 w 7467663"/>
              <a:gd name="connsiteY765" fmla="*/ 870718 h 6858000"/>
              <a:gd name="connsiteX766" fmla="*/ 5862975 w 7467663"/>
              <a:gd name="connsiteY766" fmla="*/ 869756 h 6858000"/>
              <a:gd name="connsiteX767" fmla="*/ 5920887 w 7467663"/>
              <a:gd name="connsiteY767" fmla="*/ 865929 h 6858000"/>
              <a:gd name="connsiteX768" fmla="*/ 5504425 w 7467663"/>
              <a:gd name="connsiteY768" fmla="*/ 848067 h 6858000"/>
              <a:gd name="connsiteX769" fmla="*/ 3607114 w 7467663"/>
              <a:gd name="connsiteY769" fmla="*/ 467441 h 6858000"/>
              <a:gd name="connsiteX770" fmla="*/ 3296242 w 7467663"/>
              <a:gd name="connsiteY770" fmla="*/ 807991 h 6858000"/>
              <a:gd name="connsiteX771" fmla="*/ 3174674 w 7467663"/>
              <a:gd name="connsiteY771" fmla="*/ 919759 h 6858000"/>
              <a:gd name="connsiteX772" fmla="*/ 3042978 w 7467663"/>
              <a:gd name="connsiteY772" fmla="*/ 1054894 h 6858000"/>
              <a:gd name="connsiteX773" fmla="*/ 2968914 w 7467663"/>
              <a:gd name="connsiteY773" fmla="*/ 1133756 h 6858000"/>
              <a:gd name="connsiteX774" fmla="*/ 3103823 w 7467663"/>
              <a:gd name="connsiteY774" fmla="*/ 1026814 h 6858000"/>
              <a:gd name="connsiteX775" fmla="*/ 3607114 w 7467663"/>
              <a:gd name="connsiteY775" fmla="*/ 467441 h 6858000"/>
              <a:gd name="connsiteX776" fmla="*/ 3744487 w 7467663"/>
              <a:gd name="connsiteY776" fmla="*/ 383136 h 6858000"/>
              <a:gd name="connsiteX777" fmla="*/ 3970213 w 7467663"/>
              <a:gd name="connsiteY777" fmla="*/ 995559 h 6858000"/>
              <a:gd name="connsiteX778" fmla="*/ 3744487 w 7467663"/>
              <a:gd name="connsiteY778" fmla="*/ 383136 h 6858000"/>
              <a:gd name="connsiteX779" fmla="*/ 3624562 w 7467663"/>
              <a:gd name="connsiteY779" fmla="*/ 367041 h 6858000"/>
              <a:gd name="connsiteX780" fmla="*/ 3489712 w 7467663"/>
              <a:gd name="connsiteY780" fmla="*/ 485386 h 6858000"/>
              <a:gd name="connsiteX781" fmla="*/ 3182994 w 7467663"/>
              <a:gd name="connsiteY781" fmla="*/ 828265 h 6858000"/>
              <a:gd name="connsiteX782" fmla="*/ 2892114 w 7467663"/>
              <a:gd name="connsiteY782" fmla="*/ 1172635 h 6858000"/>
              <a:gd name="connsiteX783" fmla="*/ 3021459 w 7467663"/>
              <a:gd name="connsiteY783" fmla="*/ 1035385 h 6858000"/>
              <a:gd name="connsiteX784" fmla="*/ 3153873 w 7467663"/>
              <a:gd name="connsiteY784" fmla="*/ 898971 h 6858000"/>
              <a:gd name="connsiteX785" fmla="*/ 3276511 w 7467663"/>
              <a:gd name="connsiteY785" fmla="*/ 786423 h 6858000"/>
              <a:gd name="connsiteX786" fmla="*/ 3584154 w 7467663"/>
              <a:gd name="connsiteY786" fmla="*/ 448218 h 6858000"/>
              <a:gd name="connsiteX787" fmla="*/ 3624562 w 7467663"/>
              <a:gd name="connsiteY787" fmla="*/ 367041 h 6858000"/>
              <a:gd name="connsiteX788" fmla="*/ 3766672 w 7467663"/>
              <a:gd name="connsiteY788" fmla="*/ 359429 h 6858000"/>
              <a:gd name="connsiteX789" fmla="*/ 3996338 w 7467663"/>
              <a:gd name="connsiteY789" fmla="*/ 968237 h 6858000"/>
              <a:gd name="connsiteX790" fmla="*/ 3766672 w 7467663"/>
              <a:gd name="connsiteY790" fmla="*/ 359429 h 6858000"/>
              <a:gd name="connsiteX791" fmla="*/ 5805386 w 7467663"/>
              <a:gd name="connsiteY791" fmla="*/ 239240 h 6858000"/>
              <a:gd name="connsiteX792" fmla="*/ 5736947 w 7467663"/>
              <a:gd name="connsiteY792" fmla="*/ 261367 h 6858000"/>
              <a:gd name="connsiteX793" fmla="*/ 5427012 w 7467663"/>
              <a:gd name="connsiteY793" fmla="*/ 311272 h 6858000"/>
              <a:gd name="connsiteX794" fmla="*/ 5147818 w 7467663"/>
              <a:gd name="connsiteY794" fmla="*/ 322112 h 6858000"/>
              <a:gd name="connsiteX795" fmla="*/ 5060854 w 7467663"/>
              <a:gd name="connsiteY795" fmla="*/ 311882 h 6858000"/>
              <a:gd name="connsiteX796" fmla="*/ 4945989 w 7467663"/>
              <a:gd name="connsiteY796" fmla="*/ 300516 h 6858000"/>
              <a:gd name="connsiteX797" fmla="*/ 5410479 w 7467663"/>
              <a:gd name="connsiteY797" fmla="*/ 348434 h 6858000"/>
              <a:gd name="connsiteX798" fmla="*/ 5805386 w 7467663"/>
              <a:gd name="connsiteY798" fmla="*/ 239240 h 6858000"/>
              <a:gd name="connsiteX799" fmla="*/ 5905192 w 7467663"/>
              <a:gd name="connsiteY799" fmla="*/ 163079 h 6858000"/>
              <a:gd name="connsiteX800" fmla="*/ 5865655 w 7467663"/>
              <a:gd name="connsiteY800" fmla="*/ 171901 h 6858000"/>
              <a:gd name="connsiteX801" fmla="*/ 5259740 w 7467663"/>
              <a:gd name="connsiteY801" fmla="*/ 257013 h 6858000"/>
              <a:gd name="connsiteX802" fmla="*/ 5208466 w 7467663"/>
              <a:gd name="connsiteY802" fmla="*/ 257550 h 6858000"/>
              <a:gd name="connsiteX803" fmla="*/ 4980204 w 7467663"/>
              <a:gd name="connsiteY803" fmla="*/ 271903 h 6858000"/>
              <a:gd name="connsiteX804" fmla="*/ 5068068 w 7467663"/>
              <a:gd name="connsiteY804" fmla="*/ 282244 h 6858000"/>
              <a:gd name="connsiteX805" fmla="*/ 5153231 w 7467663"/>
              <a:gd name="connsiteY805" fmla="*/ 292240 h 6858000"/>
              <a:gd name="connsiteX806" fmla="*/ 5426491 w 7467663"/>
              <a:gd name="connsiteY806" fmla="*/ 281128 h 6858000"/>
              <a:gd name="connsiteX807" fmla="*/ 5731212 w 7467663"/>
              <a:gd name="connsiteY807" fmla="*/ 231951 h 6858000"/>
              <a:gd name="connsiteX808" fmla="*/ 5905192 w 7467663"/>
              <a:gd name="connsiteY808" fmla="*/ 163079 h 6858000"/>
              <a:gd name="connsiteX809" fmla="*/ 5944437 w 7467663"/>
              <a:gd name="connsiteY809" fmla="*/ 113829 h 6858000"/>
              <a:gd name="connsiteX810" fmla="*/ 5825032 w 7467663"/>
              <a:gd name="connsiteY810" fmla="*/ 146405 h 6858000"/>
              <a:gd name="connsiteX811" fmla="*/ 4955599 w 7467663"/>
              <a:gd name="connsiteY811" fmla="*/ 247008 h 6858000"/>
              <a:gd name="connsiteX812" fmla="*/ 5210104 w 7467663"/>
              <a:gd name="connsiteY812" fmla="*/ 228123 h 6858000"/>
              <a:gd name="connsiteX813" fmla="*/ 5261015 w 7467663"/>
              <a:gd name="connsiteY813" fmla="*/ 227087 h 6858000"/>
              <a:gd name="connsiteX814" fmla="*/ 5861181 w 7467663"/>
              <a:gd name="connsiteY814" fmla="*/ 143093 h 6858000"/>
              <a:gd name="connsiteX815" fmla="*/ 5961252 w 7467663"/>
              <a:gd name="connsiteY815" fmla="*/ 114820 h 6858000"/>
              <a:gd name="connsiteX816" fmla="*/ 5944437 w 7467663"/>
              <a:gd name="connsiteY816" fmla="*/ 113829 h 6858000"/>
              <a:gd name="connsiteX817" fmla="*/ 3882765 w 7467663"/>
              <a:gd name="connsiteY817" fmla="*/ 0 h 6858000"/>
              <a:gd name="connsiteX818" fmla="*/ 3995099 w 7467663"/>
              <a:gd name="connsiteY818" fmla="*/ 0 h 6858000"/>
              <a:gd name="connsiteX819" fmla="*/ 4163818 w 7467663"/>
              <a:gd name="connsiteY819" fmla="*/ 234104 h 6858000"/>
              <a:gd name="connsiteX820" fmla="*/ 4172099 w 7467663"/>
              <a:gd name="connsiteY820" fmla="*/ 234207 h 6858000"/>
              <a:gd name="connsiteX821" fmla="*/ 4784282 w 7467663"/>
              <a:gd name="connsiteY821" fmla="*/ 276561 h 6858000"/>
              <a:gd name="connsiteX822" fmla="*/ 4801687 w 7467663"/>
              <a:gd name="connsiteY822" fmla="*/ 267764 h 6858000"/>
              <a:gd name="connsiteX823" fmla="*/ 6082788 w 7467663"/>
              <a:gd name="connsiteY823" fmla="*/ 64119 h 6858000"/>
              <a:gd name="connsiteX824" fmla="*/ 6099442 w 7467663"/>
              <a:gd name="connsiteY824" fmla="*/ 82568 h 6858000"/>
              <a:gd name="connsiteX825" fmla="*/ 4804137 w 7467663"/>
              <a:gd name="connsiteY825" fmla="*/ 320931 h 6858000"/>
              <a:gd name="connsiteX826" fmla="*/ 4227047 w 7467663"/>
              <a:gd name="connsiteY826" fmla="*/ 313415 h 6858000"/>
              <a:gd name="connsiteX827" fmla="*/ 4346041 w 7467663"/>
              <a:gd name="connsiteY827" fmla="*/ 456086 h 6858000"/>
              <a:gd name="connsiteX828" fmla="*/ 4870967 w 7467663"/>
              <a:gd name="connsiteY828" fmla="*/ 963061 h 6858000"/>
              <a:gd name="connsiteX829" fmla="*/ 4889647 w 7467663"/>
              <a:gd name="connsiteY829" fmla="*/ 957147 h 6858000"/>
              <a:gd name="connsiteX830" fmla="*/ 5422504 w 7467663"/>
              <a:gd name="connsiteY830" fmla="*/ 805191 h 6858000"/>
              <a:gd name="connsiteX831" fmla="*/ 6087656 w 7467663"/>
              <a:gd name="connsiteY831" fmla="*/ 826703 h 6858000"/>
              <a:gd name="connsiteX832" fmla="*/ 6058717 w 7467663"/>
              <a:gd name="connsiteY832" fmla="*/ 865992 h 6858000"/>
              <a:gd name="connsiteX833" fmla="*/ 4974153 w 7467663"/>
              <a:gd name="connsiteY833" fmla="*/ 1045456 h 6858000"/>
              <a:gd name="connsiteX834" fmla="*/ 5627835 w 7467663"/>
              <a:gd name="connsiteY834" fmla="*/ 1472077 h 6858000"/>
              <a:gd name="connsiteX835" fmla="*/ 5629817 w 7467663"/>
              <a:gd name="connsiteY835" fmla="*/ 1471412 h 6858000"/>
              <a:gd name="connsiteX836" fmla="*/ 5634124 w 7467663"/>
              <a:gd name="connsiteY836" fmla="*/ 1470572 h 6858000"/>
              <a:gd name="connsiteX837" fmla="*/ 5755832 w 7467663"/>
              <a:gd name="connsiteY837" fmla="*/ 1383886 h 6858000"/>
              <a:gd name="connsiteX838" fmla="*/ 6014186 w 7467663"/>
              <a:gd name="connsiteY838" fmla="*/ 1279799 h 6858000"/>
              <a:gd name="connsiteX839" fmla="*/ 6901619 w 7467663"/>
              <a:gd name="connsiteY839" fmla="*/ 1047874 h 6858000"/>
              <a:gd name="connsiteX840" fmla="*/ 6931566 w 7467663"/>
              <a:gd name="connsiteY840" fmla="*/ 1062034 h 6858000"/>
              <a:gd name="connsiteX841" fmla="*/ 5790982 w 7467663"/>
              <a:gd name="connsiteY841" fmla="*/ 1561380 h 6858000"/>
              <a:gd name="connsiteX842" fmla="*/ 6188971 w 7467663"/>
              <a:gd name="connsiteY842" fmla="*/ 1755168 h 6858000"/>
              <a:gd name="connsiteX843" fmla="*/ 6202446 w 7467663"/>
              <a:gd name="connsiteY843" fmla="*/ 1752268 h 6858000"/>
              <a:gd name="connsiteX844" fmla="*/ 7179560 w 7467663"/>
              <a:gd name="connsiteY844" fmla="*/ 1467551 h 6858000"/>
              <a:gd name="connsiteX845" fmla="*/ 7158730 w 7467663"/>
              <a:gd name="connsiteY845" fmla="*/ 1507835 h 6858000"/>
              <a:gd name="connsiteX846" fmla="*/ 6326959 w 7467663"/>
              <a:gd name="connsiteY846" fmla="*/ 1817686 h 6858000"/>
              <a:gd name="connsiteX847" fmla="*/ 6537433 w 7467663"/>
              <a:gd name="connsiteY847" fmla="*/ 1907790 h 6858000"/>
              <a:gd name="connsiteX848" fmla="*/ 6550221 w 7467663"/>
              <a:gd name="connsiteY848" fmla="*/ 1910729 h 6858000"/>
              <a:gd name="connsiteX849" fmla="*/ 6964438 w 7467663"/>
              <a:gd name="connsiteY849" fmla="*/ 2209505 h 6858000"/>
              <a:gd name="connsiteX850" fmla="*/ 7367862 w 7467663"/>
              <a:gd name="connsiteY850" fmla="*/ 2806833 h 6858000"/>
              <a:gd name="connsiteX851" fmla="*/ 7364329 w 7467663"/>
              <a:gd name="connsiteY851" fmla="*/ 2826907 h 6858000"/>
              <a:gd name="connsiteX852" fmla="*/ 7290545 w 7467663"/>
              <a:gd name="connsiteY852" fmla="*/ 2850663 h 6858000"/>
              <a:gd name="connsiteX853" fmla="*/ 6472036 w 7467663"/>
              <a:gd name="connsiteY853" fmla="*/ 1959003 h 6858000"/>
              <a:gd name="connsiteX854" fmla="*/ 5792897 w 7467663"/>
              <a:gd name="connsiteY854" fmla="*/ 1647747 h 6858000"/>
              <a:gd name="connsiteX855" fmla="*/ 5842751 w 7467663"/>
              <a:gd name="connsiteY855" fmla="*/ 1816112 h 6858000"/>
              <a:gd name="connsiteX856" fmla="*/ 5847424 w 7467663"/>
              <a:gd name="connsiteY856" fmla="*/ 1815776 h 6858000"/>
              <a:gd name="connsiteX857" fmla="*/ 6399821 w 7467663"/>
              <a:gd name="connsiteY857" fmla="*/ 2344799 h 6858000"/>
              <a:gd name="connsiteX858" fmla="*/ 6323232 w 7467663"/>
              <a:gd name="connsiteY858" fmla="*/ 2389634 h 6858000"/>
              <a:gd name="connsiteX859" fmla="*/ 5942958 w 7467663"/>
              <a:gd name="connsiteY859" fmla="*/ 2077708 h 6858000"/>
              <a:gd name="connsiteX860" fmla="*/ 5921559 w 7467663"/>
              <a:gd name="connsiteY860" fmla="*/ 2378596 h 6858000"/>
              <a:gd name="connsiteX861" fmla="*/ 5817651 w 7467663"/>
              <a:gd name="connsiteY861" fmla="*/ 3023919 h 6858000"/>
              <a:gd name="connsiteX862" fmla="*/ 5729634 w 7467663"/>
              <a:gd name="connsiteY862" fmla="*/ 3051849 h 6858000"/>
              <a:gd name="connsiteX863" fmla="*/ 5611018 w 7467663"/>
              <a:gd name="connsiteY863" fmla="*/ 2316769 h 6858000"/>
              <a:gd name="connsiteX864" fmla="*/ 5687608 w 7467663"/>
              <a:gd name="connsiteY864" fmla="*/ 2039972 h 6858000"/>
              <a:gd name="connsiteX865" fmla="*/ 5657554 w 7467663"/>
              <a:gd name="connsiteY865" fmla="*/ 1576445 h 6858000"/>
              <a:gd name="connsiteX866" fmla="*/ 5150475 w 7467663"/>
              <a:gd name="connsiteY866" fmla="*/ 1274012 h 6858000"/>
              <a:gd name="connsiteX867" fmla="*/ 5349142 w 7467663"/>
              <a:gd name="connsiteY867" fmla="*/ 2204405 h 6858000"/>
              <a:gd name="connsiteX868" fmla="*/ 5262214 w 7467663"/>
              <a:gd name="connsiteY868" fmla="*/ 2233836 h 6858000"/>
              <a:gd name="connsiteX869" fmla="*/ 4981539 w 7467663"/>
              <a:gd name="connsiteY869" fmla="*/ 1542201 h 6858000"/>
              <a:gd name="connsiteX870" fmla="*/ 4958461 w 7467663"/>
              <a:gd name="connsiteY870" fmla="*/ 1136957 h 6858000"/>
              <a:gd name="connsiteX871" fmla="*/ 4655015 w 7467663"/>
              <a:gd name="connsiteY871" fmla="*/ 891426 h 6858000"/>
              <a:gd name="connsiteX872" fmla="*/ 4348002 w 7467663"/>
              <a:gd name="connsiteY872" fmla="*/ 2205895 h 6858000"/>
              <a:gd name="connsiteX873" fmla="*/ 4262250 w 7467663"/>
              <a:gd name="connsiteY873" fmla="*/ 2219972 h 6858000"/>
              <a:gd name="connsiteX874" fmla="*/ 4550611 w 7467663"/>
              <a:gd name="connsiteY874" fmla="*/ 817540 h 6858000"/>
              <a:gd name="connsiteX875" fmla="*/ 4564418 w 7467663"/>
              <a:gd name="connsiteY875" fmla="*/ 808293 h 6858000"/>
              <a:gd name="connsiteX876" fmla="*/ 4266388 w 7467663"/>
              <a:gd name="connsiteY876" fmla="*/ 500083 h 6858000"/>
              <a:gd name="connsiteX877" fmla="*/ 4032842 w 7467663"/>
              <a:gd name="connsiteY877" fmla="*/ 211809 h 6858000"/>
              <a:gd name="connsiteX878" fmla="*/ 3882765 w 7467663"/>
              <a:gd name="connsiteY878" fmla="*/ 0 h 6858000"/>
              <a:gd name="connsiteX879" fmla="*/ 3721337 w 7467663"/>
              <a:gd name="connsiteY879" fmla="*/ 0 h 6858000"/>
              <a:gd name="connsiteX880" fmla="*/ 3797544 w 7467663"/>
              <a:gd name="connsiteY880" fmla="*/ 0 h 6858000"/>
              <a:gd name="connsiteX881" fmla="*/ 3775734 w 7467663"/>
              <a:gd name="connsiteY881" fmla="*/ 95131 h 6858000"/>
              <a:gd name="connsiteX882" fmla="*/ 3724807 w 7467663"/>
              <a:gd name="connsiteY882" fmla="*/ 272257 h 6858000"/>
              <a:gd name="connsiteX883" fmla="*/ 3726844 w 7467663"/>
              <a:gd name="connsiteY883" fmla="*/ 282988 h 6858000"/>
              <a:gd name="connsiteX884" fmla="*/ 3742664 w 7467663"/>
              <a:gd name="connsiteY884" fmla="*/ 279918 h 6858000"/>
              <a:gd name="connsiteX885" fmla="*/ 4103910 w 7467663"/>
              <a:gd name="connsiteY885" fmla="*/ 1161917 h 6858000"/>
              <a:gd name="connsiteX886" fmla="*/ 4020269 w 7467663"/>
              <a:gd name="connsiteY886" fmla="*/ 1200406 h 6858000"/>
              <a:gd name="connsiteX887" fmla="*/ 3674882 w 7467663"/>
              <a:gd name="connsiteY887" fmla="*/ 488524 h 6858000"/>
              <a:gd name="connsiteX888" fmla="*/ 3132682 w 7467663"/>
              <a:gd name="connsiteY888" fmla="*/ 1072284 h 6858000"/>
              <a:gd name="connsiteX889" fmla="*/ 2716346 w 7467663"/>
              <a:gd name="connsiteY889" fmla="*/ 1276376 h 6858000"/>
              <a:gd name="connsiteX890" fmla="*/ 2716772 w 7467663"/>
              <a:gd name="connsiteY890" fmla="*/ 1255462 h 6858000"/>
              <a:gd name="connsiteX891" fmla="*/ 3471096 w 7467663"/>
              <a:gd name="connsiteY891" fmla="*/ 437072 h 6858000"/>
              <a:gd name="connsiteX892" fmla="*/ 3639057 w 7467663"/>
              <a:gd name="connsiteY892" fmla="*/ 286334 h 6858000"/>
              <a:gd name="connsiteX893" fmla="*/ 3640309 w 7467663"/>
              <a:gd name="connsiteY893" fmla="*/ 284664 h 6858000"/>
              <a:gd name="connsiteX894" fmla="*/ 3646022 w 7467663"/>
              <a:gd name="connsiteY894" fmla="*/ 276711 h 6858000"/>
              <a:gd name="connsiteX895" fmla="*/ 3707943 w 7467663"/>
              <a:gd name="connsiteY895" fmla="*/ 65958 h 6858000"/>
              <a:gd name="connsiteX896" fmla="*/ 3721337 w 7467663"/>
              <a:gd name="connsiteY896" fmla="*/ 0 h 6858000"/>
              <a:gd name="connsiteX897" fmla="*/ 2867960 w 7467663"/>
              <a:gd name="connsiteY897" fmla="*/ 0 h 6858000"/>
              <a:gd name="connsiteX898" fmla="*/ 2926351 w 7467663"/>
              <a:gd name="connsiteY898" fmla="*/ 0 h 6858000"/>
              <a:gd name="connsiteX899" fmla="*/ 2902823 w 7467663"/>
              <a:gd name="connsiteY899" fmla="*/ 262929 h 6858000"/>
              <a:gd name="connsiteX900" fmla="*/ 2940663 w 7467663"/>
              <a:gd name="connsiteY900" fmla="*/ 140884 h 6858000"/>
              <a:gd name="connsiteX901" fmla="*/ 2947039 w 7467663"/>
              <a:gd name="connsiteY901" fmla="*/ 122524 h 6858000"/>
              <a:gd name="connsiteX902" fmla="*/ 2984316 w 7467663"/>
              <a:gd name="connsiteY902" fmla="*/ 0 h 6858000"/>
              <a:gd name="connsiteX903" fmla="*/ 3016114 w 7467663"/>
              <a:gd name="connsiteY903" fmla="*/ 0 h 6858000"/>
              <a:gd name="connsiteX904" fmla="*/ 2979949 w 7467663"/>
              <a:gd name="connsiteY904" fmla="*/ 119274 h 6858000"/>
              <a:gd name="connsiteX905" fmla="*/ 3023879 w 7467663"/>
              <a:gd name="connsiteY905" fmla="*/ 0 h 6858000"/>
              <a:gd name="connsiteX906" fmla="*/ 3105400 w 7467663"/>
              <a:gd name="connsiteY906" fmla="*/ 0 h 6858000"/>
              <a:gd name="connsiteX907" fmla="*/ 3094669 w 7467663"/>
              <a:gd name="connsiteY907" fmla="*/ 30308 h 6858000"/>
              <a:gd name="connsiteX908" fmla="*/ 2901945 w 7467663"/>
              <a:gd name="connsiteY908" fmla="*/ 466538 h 6858000"/>
              <a:gd name="connsiteX909" fmla="*/ 2815209 w 7467663"/>
              <a:gd name="connsiteY909" fmla="*/ 497361 h 6858000"/>
              <a:gd name="connsiteX910" fmla="*/ 2844845 w 7467663"/>
              <a:gd name="connsiteY910" fmla="*/ 127638 h 6858000"/>
              <a:gd name="connsiteX911" fmla="*/ 2867960 w 7467663"/>
              <a:gd name="connsiteY911" fmla="*/ 0 h 6858000"/>
              <a:gd name="connsiteX912" fmla="*/ 1057230 w 7467663"/>
              <a:gd name="connsiteY912" fmla="*/ 0 h 6858000"/>
              <a:gd name="connsiteX913" fmla="*/ 1111003 w 7467663"/>
              <a:gd name="connsiteY913" fmla="*/ 0 h 6858000"/>
              <a:gd name="connsiteX914" fmla="*/ 1125553 w 7467663"/>
              <a:gd name="connsiteY914" fmla="*/ 52588 h 6858000"/>
              <a:gd name="connsiteX915" fmla="*/ 1304276 w 7467663"/>
              <a:gd name="connsiteY915" fmla="*/ 476275 h 6858000"/>
              <a:gd name="connsiteX916" fmla="*/ 1492066 w 7467663"/>
              <a:gd name="connsiteY916" fmla="*/ 886333 h 6858000"/>
              <a:gd name="connsiteX917" fmla="*/ 1423698 w 7467663"/>
              <a:gd name="connsiteY917" fmla="*/ 710817 h 6858000"/>
              <a:gd name="connsiteX918" fmla="*/ 1357609 w 7467663"/>
              <a:gd name="connsiteY918" fmla="*/ 532892 h 6858000"/>
              <a:gd name="connsiteX919" fmla="*/ 1309550 w 7467663"/>
              <a:gd name="connsiteY919" fmla="*/ 374031 h 6858000"/>
              <a:gd name="connsiteX920" fmla="*/ 1193673 w 7467663"/>
              <a:gd name="connsiteY920" fmla="*/ 49533 h 6858000"/>
              <a:gd name="connsiteX921" fmla="*/ 1164391 w 7467663"/>
              <a:gd name="connsiteY921" fmla="*/ 0 h 6858000"/>
              <a:gd name="connsiteX922" fmla="*/ 1200666 w 7467663"/>
              <a:gd name="connsiteY922" fmla="*/ 0 h 6858000"/>
              <a:gd name="connsiteX923" fmla="*/ 1223408 w 7467663"/>
              <a:gd name="connsiteY923" fmla="*/ 38996 h 6858000"/>
              <a:gd name="connsiteX924" fmla="*/ 1339635 w 7467663"/>
              <a:gd name="connsiteY924" fmla="*/ 365517 h 6858000"/>
              <a:gd name="connsiteX925" fmla="*/ 1387469 w 7467663"/>
              <a:gd name="connsiteY925" fmla="*/ 523079 h 6858000"/>
              <a:gd name="connsiteX926" fmla="*/ 1452685 w 7467663"/>
              <a:gd name="connsiteY926" fmla="*/ 699806 h 6858000"/>
              <a:gd name="connsiteX927" fmla="*/ 1492092 w 7467663"/>
              <a:gd name="connsiteY927" fmla="*/ 800424 h 6858000"/>
              <a:gd name="connsiteX928" fmla="*/ 1455302 w 7467663"/>
              <a:gd name="connsiteY928" fmla="*/ 632913 h 6858000"/>
              <a:gd name="connsiteX929" fmla="*/ 1222336 w 7467663"/>
              <a:gd name="connsiteY929" fmla="*/ 9480 h 6858000"/>
              <a:gd name="connsiteX930" fmla="*/ 1214634 w 7467663"/>
              <a:gd name="connsiteY930" fmla="*/ 0 h 6858000"/>
              <a:gd name="connsiteX931" fmla="*/ 1289827 w 7467663"/>
              <a:gd name="connsiteY931" fmla="*/ 0 h 6858000"/>
              <a:gd name="connsiteX932" fmla="*/ 1321076 w 7467663"/>
              <a:gd name="connsiteY932" fmla="*/ 59722 h 6858000"/>
              <a:gd name="connsiteX933" fmla="*/ 1512579 w 7467663"/>
              <a:gd name="connsiteY933" fmla="*/ 626441 h 6858000"/>
              <a:gd name="connsiteX934" fmla="*/ 1506076 w 7467663"/>
              <a:gd name="connsiteY934" fmla="*/ 1089289 h 6858000"/>
              <a:gd name="connsiteX935" fmla="*/ 1486346 w 7467663"/>
              <a:gd name="connsiteY935" fmla="*/ 1079919 h 6858000"/>
              <a:gd name="connsiteX936" fmla="*/ 1070511 w 7467663"/>
              <a:gd name="connsiteY936" fmla="*/ 48609 h 6858000"/>
              <a:gd name="connsiteX937" fmla="*/ 1057230 w 7467663"/>
              <a:gd name="connsiteY937" fmla="*/ 0 h 6858000"/>
              <a:gd name="connsiteX938" fmla="*/ 43151 w 7467663"/>
              <a:gd name="connsiteY938" fmla="*/ 0 h 6858000"/>
              <a:gd name="connsiteX939" fmla="*/ 95283 w 7467663"/>
              <a:gd name="connsiteY939" fmla="*/ 0 h 6858000"/>
              <a:gd name="connsiteX940" fmla="*/ 300708 w 7467663"/>
              <a:gd name="connsiteY940" fmla="*/ 154571 h 6858000"/>
              <a:gd name="connsiteX941" fmla="*/ 530414 w 7467663"/>
              <a:gd name="connsiteY941" fmla="*/ 354673 h 6858000"/>
              <a:gd name="connsiteX942" fmla="*/ 333785 w 7467663"/>
              <a:gd name="connsiteY942" fmla="*/ 161564 h 6858000"/>
              <a:gd name="connsiteX943" fmla="*/ 147005 w 7467663"/>
              <a:gd name="connsiteY943" fmla="*/ 0 h 6858000"/>
              <a:gd name="connsiteX944" fmla="*/ 272509 w 7467663"/>
              <a:gd name="connsiteY944" fmla="*/ 0 h 6858000"/>
              <a:gd name="connsiteX945" fmla="*/ 326276 w 7467663"/>
              <a:gd name="connsiteY945" fmla="*/ 45847 h 6858000"/>
              <a:gd name="connsiteX946" fmla="*/ 823759 w 7467663"/>
              <a:gd name="connsiteY946" fmla="*/ 574145 h 6858000"/>
              <a:gd name="connsiteX947" fmla="*/ 811254 w 7467663"/>
              <a:gd name="connsiteY947" fmla="*/ 665546 h 6858000"/>
              <a:gd name="connsiteX948" fmla="*/ 154042 w 7467663"/>
              <a:gd name="connsiteY948" fmla="*/ 261522 h 6858000"/>
              <a:gd name="connsiteX949" fmla="*/ 13550 w 7467663"/>
              <a:gd name="connsiteY949" fmla="*/ 158423 h 6858000"/>
              <a:gd name="connsiteX950" fmla="*/ 0 w 7467663"/>
              <a:gd name="connsiteY950" fmla="*/ 146618 h 6858000"/>
              <a:gd name="connsiteX951" fmla="*/ 0 w 7467663"/>
              <a:gd name="connsiteY951" fmla="*/ 59161 h 6858000"/>
              <a:gd name="connsiteX952" fmla="*/ 45427 w 7467663"/>
              <a:gd name="connsiteY952" fmla="*/ 101078 h 6858000"/>
              <a:gd name="connsiteX953" fmla="*/ 630103 w 7467663"/>
              <a:gd name="connsiteY953" fmla="*/ 485885 h 6858000"/>
              <a:gd name="connsiteX954" fmla="*/ 532040 w 7467663"/>
              <a:gd name="connsiteY954" fmla="*/ 399359 h 6858000"/>
              <a:gd name="connsiteX955" fmla="*/ 517618 w 7467663"/>
              <a:gd name="connsiteY955" fmla="*/ 385726 h 6858000"/>
              <a:gd name="connsiteX956" fmla="*/ 285074 w 7467663"/>
              <a:gd name="connsiteY956" fmla="*/ 182755 h 6858000"/>
              <a:gd name="connsiteX957" fmla="*/ 43151 w 7467663"/>
              <a:gd name="connsiteY957" fmla="*/ 0 h 6858000"/>
              <a:gd name="connsiteX0" fmla="*/ 369702 w 7467663"/>
              <a:gd name="connsiteY0" fmla="*/ 6712169 h 6858000"/>
              <a:gd name="connsiteX1" fmla="*/ 366575 w 7467663"/>
              <a:gd name="connsiteY1" fmla="*/ 6715556 h 6858000"/>
              <a:gd name="connsiteX2" fmla="*/ 371637 w 7467663"/>
              <a:gd name="connsiteY2" fmla="*/ 6713954 h 6858000"/>
              <a:gd name="connsiteX3" fmla="*/ 369702 w 7467663"/>
              <a:gd name="connsiteY3" fmla="*/ 6712169 h 6858000"/>
              <a:gd name="connsiteX4" fmla="*/ 7088673 w 7467663"/>
              <a:gd name="connsiteY4" fmla="*/ 6610396 h 6858000"/>
              <a:gd name="connsiteX5" fmla="*/ 7440138 w 7467663"/>
              <a:gd name="connsiteY5" fmla="*/ 6622648 h 6858000"/>
              <a:gd name="connsiteX6" fmla="*/ 7467600 w 7467663"/>
              <a:gd name="connsiteY6" fmla="*/ 6628217 h 6858000"/>
              <a:gd name="connsiteX7" fmla="*/ 7467600 w 7467663"/>
              <a:gd name="connsiteY7" fmla="*/ 6668575 h 6858000"/>
              <a:gd name="connsiteX8" fmla="*/ 7392322 w 7467663"/>
              <a:gd name="connsiteY8" fmla="*/ 6658238 h 6858000"/>
              <a:gd name="connsiteX9" fmla="*/ 7467600 w 7467663"/>
              <a:gd name="connsiteY9" fmla="*/ 6683873 h 6858000"/>
              <a:gd name="connsiteX10" fmla="*/ 7467600 w 7467663"/>
              <a:gd name="connsiteY10" fmla="*/ 6714215 h 6858000"/>
              <a:gd name="connsiteX11" fmla="*/ 7447383 w 7467663"/>
              <a:gd name="connsiteY11" fmla="*/ 6707202 h 6858000"/>
              <a:gd name="connsiteX12" fmla="*/ 7289862 w 7467663"/>
              <a:gd name="connsiteY12" fmla="*/ 6659827 h 6858000"/>
              <a:gd name="connsiteX13" fmla="*/ 7434024 w 7467663"/>
              <a:gd name="connsiteY13" fmla="*/ 6722130 h 6858000"/>
              <a:gd name="connsiteX14" fmla="*/ 7467600 w 7467663"/>
              <a:gd name="connsiteY14" fmla="*/ 6736157 h 6858000"/>
              <a:gd name="connsiteX15" fmla="*/ 7467600 w 7467663"/>
              <a:gd name="connsiteY15" fmla="*/ 6767913 h 6858000"/>
              <a:gd name="connsiteX16" fmla="*/ 7392158 w 7467663"/>
              <a:gd name="connsiteY16" fmla="*/ 6771365 h 6858000"/>
              <a:gd name="connsiteX17" fmla="*/ 7467600 w 7467663"/>
              <a:gd name="connsiteY17" fmla="*/ 6805948 h 6858000"/>
              <a:gd name="connsiteX18" fmla="*/ 7467600 w 7467663"/>
              <a:gd name="connsiteY18" fmla="*/ 6831490 h 6858000"/>
              <a:gd name="connsiteX19" fmla="*/ 7410696 w 7467663"/>
              <a:gd name="connsiteY19" fmla="*/ 6803861 h 6858000"/>
              <a:gd name="connsiteX20" fmla="*/ 7088673 w 7467663"/>
              <a:gd name="connsiteY20" fmla="*/ 6610396 h 6858000"/>
              <a:gd name="connsiteX21" fmla="*/ 1019354 w 7467663"/>
              <a:gd name="connsiteY21" fmla="*/ 6315006 h 6858000"/>
              <a:gd name="connsiteX22" fmla="*/ 441046 w 7467663"/>
              <a:gd name="connsiteY22" fmla="*/ 6691153 h 6858000"/>
              <a:gd name="connsiteX23" fmla="*/ 1019354 w 7467663"/>
              <a:gd name="connsiteY23" fmla="*/ 6315006 h 6858000"/>
              <a:gd name="connsiteX24" fmla="*/ 991680 w 7467663"/>
              <a:gd name="connsiteY24" fmla="*/ 6298413 h 6858000"/>
              <a:gd name="connsiteX25" fmla="*/ 409060 w 7467663"/>
              <a:gd name="connsiteY25" fmla="*/ 6671470 h 6858000"/>
              <a:gd name="connsiteX26" fmla="*/ 991680 w 7467663"/>
              <a:gd name="connsiteY26" fmla="*/ 6298413 h 6858000"/>
              <a:gd name="connsiteX27" fmla="*/ 103333 w 7467663"/>
              <a:gd name="connsiteY27" fmla="*/ 5699602 h 6858000"/>
              <a:gd name="connsiteX28" fmla="*/ 233938 w 7467663"/>
              <a:gd name="connsiteY28" fmla="*/ 5809416 h 6858000"/>
              <a:gd name="connsiteX29" fmla="*/ 883580 w 7467663"/>
              <a:gd name="connsiteY29" fmla="*/ 6180710 h 6858000"/>
              <a:gd name="connsiteX30" fmla="*/ 487337 w 7467663"/>
              <a:gd name="connsiteY30" fmla="*/ 5950182 h 6858000"/>
              <a:gd name="connsiteX31" fmla="*/ 354051 w 7467663"/>
              <a:gd name="connsiteY31" fmla="*/ 5854912 h 6858000"/>
              <a:gd name="connsiteX32" fmla="*/ 195436 w 7467663"/>
              <a:gd name="connsiteY32" fmla="*/ 5755068 h 6858000"/>
              <a:gd name="connsiteX33" fmla="*/ 103333 w 7467663"/>
              <a:gd name="connsiteY33" fmla="*/ 5699602 h 6858000"/>
              <a:gd name="connsiteX34" fmla="*/ 5539432 w 7467663"/>
              <a:gd name="connsiteY34" fmla="*/ 5642928 h 6858000"/>
              <a:gd name="connsiteX35" fmla="*/ 5555462 w 7467663"/>
              <a:gd name="connsiteY35" fmla="*/ 5694454 h 6858000"/>
              <a:gd name="connsiteX36" fmla="*/ 5828270 w 7467663"/>
              <a:gd name="connsiteY36" fmla="*/ 6320663 h 6858000"/>
              <a:gd name="connsiteX37" fmla="*/ 5947416 w 7467663"/>
              <a:gd name="connsiteY37" fmla="*/ 6574846 h 6858000"/>
              <a:gd name="connsiteX38" fmla="*/ 5539432 w 7467663"/>
              <a:gd name="connsiteY38" fmla="*/ 5642928 h 6858000"/>
              <a:gd name="connsiteX39" fmla="*/ 51253 w 7467663"/>
              <a:gd name="connsiteY39" fmla="*/ 5631825 h 6858000"/>
              <a:gd name="connsiteX40" fmla="*/ 211622 w 7467663"/>
              <a:gd name="connsiteY40" fmla="*/ 5728803 h 6858000"/>
              <a:gd name="connsiteX41" fmla="*/ 371652 w 7467663"/>
              <a:gd name="connsiteY41" fmla="*/ 5829062 h 6858000"/>
              <a:gd name="connsiteX42" fmla="*/ 505903 w 7467663"/>
              <a:gd name="connsiteY42" fmla="*/ 5925221 h 6858000"/>
              <a:gd name="connsiteX43" fmla="*/ 899240 w 7467663"/>
              <a:gd name="connsiteY43" fmla="*/ 6153068 h 6858000"/>
              <a:gd name="connsiteX44" fmla="*/ 988114 w 7467663"/>
              <a:gd name="connsiteY44" fmla="*/ 6174204 h 6858000"/>
              <a:gd name="connsiteX45" fmla="*/ 845971 w 7467663"/>
              <a:gd name="connsiteY45" fmla="*/ 6067177 h 6858000"/>
              <a:gd name="connsiteX46" fmla="*/ 448057 w 7467663"/>
              <a:gd name="connsiteY46" fmla="*/ 5841376 h 6858000"/>
              <a:gd name="connsiteX47" fmla="*/ 51253 w 7467663"/>
              <a:gd name="connsiteY47" fmla="*/ 5631825 h 6858000"/>
              <a:gd name="connsiteX48" fmla="*/ 2606687 w 7467663"/>
              <a:gd name="connsiteY48" fmla="*/ 5630718 h 6858000"/>
              <a:gd name="connsiteX49" fmla="*/ 2645658 w 7467663"/>
              <a:gd name="connsiteY49" fmla="*/ 6640259 h 6858000"/>
              <a:gd name="connsiteX50" fmla="*/ 2606687 w 7467663"/>
              <a:gd name="connsiteY50" fmla="*/ 5630718 h 6858000"/>
              <a:gd name="connsiteX51" fmla="*/ 3642057 w 7467663"/>
              <a:gd name="connsiteY51" fmla="*/ 5573487 h 6858000"/>
              <a:gd name="connsiteX52" fmla="*/ 3632981 w 7467663"/>
              <a:gd name="connsiteY52" fmla="*/ 5579437 h 6858000"/>
              <a:gd name="connsiteX53" fmla="*/ 3382436 w 7467663"/>
              <a:gd name="connsiteY53" fmla="*/ 5952726 h 6858000"/>
              <a:gd name="connsiteX54" fmla="*/ 3191929 w 7467663"/>
              <a:gd name="connsiteY54" fmla="*/ 6662669 h 6858000"/>
              <a:gd name="connsiteX55" fmla="*/ 3369898 w 7467663"/>
              <a:gd name="connsiteY55" fmla="*/ 6081771 h 6858000"/>
              <a:gd name="connsiteX56" fmla="*/ 3642057 w 7467663"/>
              <a:gd name="connsiteY56" fmla="*/ 5573487 h 6858000"/>
              <a:gd name="connsiteX57" fmla="*/ 2650666 w 7467663"/>
              <a:gd name="connsiteY57" fmla="*/ 5530686 h 6858000"/>
              <a:gd name="connsiteX58" fmla="*/ 2650249 w 7467663"/>
              <a:gd name="connsiteY58" fmla="*/ 5532101 h 6858000"/>
              <a:gd name="connsiteX59" fmla="*/ 2663808 w 7467663"/>
              <a:gd name="connsiteY59" fmla="*/ 6535215 h 6858000"/>
              <a:gd name="connsiteX60" fmla="*/ 2665418 w 7467663"/>
              <a:gd name="connsiteY60" fmla="*/ 6132756 h 6858000"/>
              <a:gd name="connsiteX61" fmla="*/ 2650666 w 7467663"/>
              <a:gd name="connsiteY61" fmla="*/ 5530686 h 6858000"/>
              <a:gd name="connsiteX62" fmla="*/ 2680277 w 7467663"/>
              <a:gd name="connsiteY62" fmla="*/ 5479204 h 6858000"/>
              <a:gd name="connsiteX63" fmla="*/ 2678972 w 7467663"/>
              <a:gd name="connsiteY63" fmla="*/ 5481582 h 6858000"/>
              <a:gd name="connsiteX64" fmla="*/ 2696666 w 7467663"/>
              <a:gd name="connsiteY64" fmla="*/ 6133836 h 6858000"/>
              <a:gd name="connsiteX65" fmla="*/ 2695769 w 7467663"/>
              <a:gd name="connsiteY65" fmla="*/ 6390955 h 6858000"/>
              <a:gd name="connsiteX66" fmla="*/ 2739893 w 7467663"/>
              <a:gd name="connsiteY66" fmla="*/ 6108357 h 6858000"/>
              <a:gd name="connsiteX67" fmla="*/ 2680277 w 7467663"/>
              <a:gd name="connsiteY67" fmla="*/ 5479204 h 6858000"/>
              <a:gd name="connsiteX68" fmla="*/ 1132195 w 7467663"/>
              <a:gd name="connsiteY68" fmla="*/ 5467980 h 6858000"/>
              <a:gd name="connsiteX69" fmla="*/ 1679056 w 7467663"/>
              <a:gd name="connsiteY69" fmla="*/ 5516907 h 6858000"/>
              <a:gd name="connsiteX70" fmla="*/ 2128648 w 7467663"/>
              <a:gd name="connsiteY70" fmla="*/ 5474249 h 6858000"/>
              <a:gd name="connsiteX71" fmla="*/ 1825619 w 7467663"/>
              <a:gd name="connsiteY71" fmla="*/ 5478447 h 6858000"/>
              <a:gd name="connsiteX72" fmla="*/ 1737798 w 7467663"/>
              <a:gd name="connsiteY72" fmla="*/ 5483353 h 6858000"/>
              <a:gd name="connsiteX73" fmla="*/ 1132195 w 7467663"/>
              <a:gd name="connsiteY73" fmla="*/ 5467980 h 6858000"/>
              <a:gd name="connsiteX74" fmla="*/ 7454976 w 7467663"/>
              <a:gd name="connsiteY74" fmla="*/ 6318297 h 6858000"/>
              <a:gd name="connsiteX75" fmla="*/ 7467600 w 7467663"/>
              <a:gd name="connsiteY75" fmla="*/ 6163634 h 6858000"/>
              <a:gd name="connsiteX76" fmla="*/ 7467600 w 7467663"/>
              <a:gd name="connsiteY76" fmla="*/ 6334256 h 6858000"/>
              <a:gd name="connsiteX77" fmla="*/ 7454976 w 7467663"/>
              <a:gd name="connsiteY77" fmla="*/ 6318297 h 6858000"/>
              <a:gd name="connsiteX78" fmla="*/ 1456157 w 7467663"/>
              <a:gd name="connsiteY78" fmla="*/ 5371404 h 6858000"/>
              <a:gd name="connsiteX79" fmla="*/ 1244432 w 7467663"/>
              <a:gd name="connsiteY79" fmla="*/ 5385601 h 6858000"/>
              <a:gd name="connsiteX80" fmla="*/ 973990 w 7467663"/>
              <a:gd name="connsiteY80" fmla="*/ 5424940 h 6858000"/>
              <a:gd name="connsiteX81" fmla="*/ 1103809 w 7467663"/>
              <a:gd name="connsiteY81" fmla="*/ 5433720 h 6858000"/>
              <a:gd name="connsiteX82" fmla="*/ 1123454 w 7467663"/>
              <a:gd name="connsiteY82" fmla="*/ 5435727 h 6858000"/>
              <a:gd name="connsiteX83" fmla="*/ 1737017 w 7467663"/>
              <a:gd name="connsiteY83" fmla="*/ 5452183 h 6858000"/>
              <a:gd name="connsiteX84" fmla="*/ 1824397 w 7467663"/>
              <a:gd name="connsiteY84" fmla="*/ 5447757 h 6858000"/>
              <a:gd name="connsiteX85" fmla="*/ 2070059 w 7467663"/>
              <a:gd name="connsiteY85" fmla="*/ 5441660 h 6858000"/>
              <a:gd name="connsiteX86" fmla="*/ 1456157 w 7467663"/>
              <a:gd name="connsiteY86" fmla="*/ 5371404 h 6858000"/>
              <a:gd name="connsiteX87" fmla="*/ 4988186 w 7467663"/>
              <a:gd name="connsiteY87" fmla="*/ 5216467 h 6858000"/>
              <a:gd name="connsiteX88" fmla="*/ 4777334 w 7467663"/>
              <a:gd name="connsiteY88" fmla="*/ 5406072 h 6858000"/>
              <a:gd name="connsiteX89" fmla="*/ 4718341 w 7467663"/>
              <a:gd name="connsiteY89" fmla="*/ 5468043 h 6858000"/>
              <a:gd name="connsiteX90" fmla="*/ 4604655 w 7467663"/>
              <a:gd name="connsiteY90" fmla="*/ 5583434 h 6858000"/>
              <a:gd name="connsiteX91" fmla="*/ 4565074 w 7467663"/>
              <a:gd name="connsiteY91" fmla="*/ 5618550 h 6858000"/>
              <a:gd name="connsiteX92" fmla="*/ 4988186 w 7467663"/>
              <a:gd name="connsiteY92" fmla="*/ 5216467 h 6858000"/>
              <a:gd name="connsiteX93" fmla="*/ 4978032 w 7467663"/>
              <a:gd name="connsiteY93" fmla="*/ 5183809 h 6858000"/>
              <a:gd name="connsiteX94" fmla="*/ 4463413 w 7467663"/>
              <a:gd name="connsiteY94" fmla="*/ 5615162 h 6858000"/>
              <a:gd name="connsiteX95" fmla="*/ 4358134 w 7467663"/>
              <a:gd name="connsiteY95" fmla="*/ 5742791 h 6858000"/>
              <a:gd name="connsiteX96" fmla="*/ 4376219 w 7467663"/>
              <a:gd name="connsiteY96" fmla="*/ 5729027 h 6858000"/>
              <a:gd name="connsiteX97" fmla="*/ 4582340 w 7467663"/>
              <a:gd name="connsiteY97" fmla="*/ 5561037 h 6858000"/>
              <a:gd name="connsiteX98" fmla="*/ 4694684 w 7467663"/>
              <a:gd name="connsiteY98" fmla="*/ 5447098 h 6858000"/>
              <a:gd name="connsiteX99" fmla="*/ 4754123 w 7467663"/>
              <a:gd name="connsiteY99" fmla="*/ 5384643 h 6858000"/>
              <a:gd name="connsiteX100" fmla="*/ 4978032 w 7467663"/>
              <a:gd name="connsiteY100" fmla="*/ 5183809 h 6858000"/>
              <a:gd name="connsiteX101" fmla="*/ 1903353 w 7467663"/>
              <a:gd name="connsiteY101" fmla="*/ 5044827 h 6858000"/>
              <a:gd name="connsiteX102" fmla="*/ 1936931 w 7467663"/>
              <a:gd name="connsiteY102" fmla="*/ 5093954 h 6858000"/>
              <a:gd name="connsiteX103" fmla="*/ 2195868 w 7467663"/>
              <a:gd name="connsiteY103" fmla="*/ 5396574 h 6858000"/>
              <a:gd name="connsiteX104" fmla="*/ 2088852 w 7467663"/>
              <a:gd name="connsiteY104" fmla="*/ 5166123 h 6858000"/>
              <a:gd name="connsiteX105" fmla="*/ 1958241 w 7467663"/>
              <a:gd name="connsiteY105" fmla="*/ 5067955 h 6858000"/>
              <a:gd name="connsiteX106" fmla="*/ 1903353 w 7467663"/>
              <a:gd name="connsiteY106" fmla="*/ 5044827 h 6858000"/>
              <a:gd name="connsiteX107" fmla="*/ 1979378 w 7467663"/>
              <a:gd name="connsiteY107" fmla="*/ 4769504 h 6858000"/>
              <a:gd name="connsiteX108" fmla="*/ 2882120 w 7467663"/>
              <a:gd name="connsiteY108" fmla="*/ 5064547 h 6858000"/>
              <a:gd name="connsiteX109" fmla="*/ 2793103 w 7467663"/>
              <a:gd name="connsiteY109" fmla="*/ 5039699 h 6858000"/>
              <a:gd name="connsiteX110" fmla="*/ 2770041 w 7467663"/>
              <a:gd name="connsiteY110" fmla="*/ 5033634 h 6858000"/>
              <a:gd name="connsiteX111" fmla="*/ 1979378 w 7467663"/>
              <a:gd name="connsiteY111" fmla="*/ 4769504 h 6858000"/>
              <a:gd name="connsiteX112" fmla="*/ 1927410 w 7467663"/>
              <a:gd name="connsiteY112" fmla="*/ 4716164 h 6858000"/>
              <a:gd name="connsiteX113" fmla="*/ 1959587 w 7467663"/>
              <a:gd name="connsiteY113" fmla="*/ 4728849 h 6858000"/>
              <a:gd name="connsiteX114" fmla="*/ 2777707 w 7467663"/>
              <a:gd name="connsiteY114" fmla="*/ 5003991 h 6858000"/>
              <a:gd name="connsiteX115" fmla="*/ 2800768 w 7467663"/>
              <a:gd name="connsiteY115" fmla="*/ 5010056 h 6858000"/>
              <a:gd name="connsiteX116" fmla="*/ 2879408 w 7467663"/>
              <a:gd name="connsiteY116" fmla="*/ 5031590 h 6858000"/>
              <a:gd name="connsiteX117" fmla="*/ 2862295 w 7467663"/>
              <a:gd name="connsiteY117" fmla="*/ 5022958 h 6858000"/>
              <a:gd name="connsiteX118" fmla="*/ 2813343 w 7467663"/>
              <a:gd name="connsiteY118" fmla="*/ 4998369 h 6858000"/>
              <a:gd name="connsiteX119" fmla="*/ 2646245 w 7467663"/>
              <a:gd name="connsiteY119" fmla="*/ 4930999 h 6858000"/>
              <a:gd name="connsiteX120" fmla="*/ 1999243 w 7467663"/>
              <a:gd name="connsiteY120" fmla="*/ 4730524 h 6858000"/>
              <a:gd name="connsiteX121" fmla="*/ 1979527 w 7467663"/>
              <a:gd name="connsiteY121" fmla="*/ 4726651 h 6858000"/>
              <a:gd name="connsiteX122" fmla="*/ 1927410 w 7467663"/>
              <a:gd name="connsiteY122" fmla="*/ 4716164 h 6858000"/>
              <a:gd name="connsiteX123" fmla="*/ 1997014 w 7467663"/>
              <a:gd name="connsiteY123" fmla="*/ 4698007 h 6858000"/>
              <a:gd name="connsiteX124" fmla="*/ 2005458 w 7467663"/>
              <a:gd name="connsiteY124" fmla="*/ 4699540 h 6858000"/>
              <a:gd name="connsiteX125" fmla="*/ 2657186 w 7467663"/>
              <a:gd name="connsiteY125" fmla="*/ 4901687 h 6858000"/>
              <a:gd name="connsiteX126" fmla="*/ 2826662 w 7467663"/>
              <a:gd name="connsiteY126" fmla="*/ 4970362 h 6858000"/>
              <a:gd name="connsiteX127" fmla="*/ 2876100 w 7467663"/>
              <a:gd name="connsiteY127" fmla="*/ 4995397 h 6858000"/>
              <a:gd name="connsiteX128" fmla="*/ 3042600 w 7467663"/>
              <a:gd name="connsiteY128" fmla="*/ 5059532 h 6858000"/>
              <a:gd name="connsiteX129" fmla="*/ 1997014 w 7467663"/>
              <a:gd name="connsiteY129" fmla="*/ 4698007 h 6858000"/>
              <a:gd name="connsiteX130" fmla="*/ 2305292 w 7467663"/>
              <a:gd name="connsiteY130" fmla="*/ 4219492 h 6858000"/>
              <a:gd name="connsiteX131" fmla="*/ 3360922 w 7467663"/>
              <a:gd name="connsiteY131" fmla="*/ 4529373 h 6858000"/>
              <a:gd name="connsiteX132" fmla="*/ 3492420 w 7467663"/>
              <a:gd name="connsiteY132" fmla="*/ 4510145 h 6858000"/>
              <a:gd name="connsiteX133" fmla="*/ 3364086 w 7467663"/>
              <a:gd name="connsiteY133" fmla="*/ 4480340 h 6858000"/>
              <a:gd name="connsiteX134" fmla="*/ 3225818 w 7467663"/>
              <a:gd name="connsiteY134" fmla="*/ 4411822 h 6858000"/>
              <a:gd name="connsiteX135" fmla="*/ 3129696 w 7467663"/>
              <a:gd name="connsiteY135" fmla="*/ 4360704 h 6858000"/>
              <a:gd name="connsiteX136" fmla="*/ 2814545 w 7467663"/>
              <a:gd name="connsiteY136" fmla="*/ 4282955 h 6858000"/>
              <a:gd name="connsiteX137" fmla="*/ 2305292 w 7467663"/>
              <a:gd name="connsiteY137" fmla="*/ 4219492 h 6858000"/>
              <a:gd name="connsiteX138" fmla="*/ 2626982 w 7467663"/>
              <a:gd name="connsiteY138" fmla="*/ 4206450 h 6858000"/>
              <a:gd name="connsiteX139" fmla="*/ 2490617 w 7467663"/>
              <a:gd name="connsiteY139" fmla="*/ 4206951 h 6858000"/>
              <a:gd name="connsiteX140" fmla="*/ 2819869 w 7467663"/>
              <a:gd name="connsiteY140" fmla="*/ 4252936 h 6858000"/>
              <a:gd name="connsiteX141" fmla="*/ 3143018 w 7467663"/>
              <a:gd name="connsiteY141" fmla="*/ 4332698 h 6858000"/>
              <a:gd name="connsiteX142" fmla="*/ 3241520 w 7467663"/>
              <a:gd name="connsiteY142" fmla="*/ 4385112 h 6858000"/>
              <a:gd name="connsiteX143" fmla="*/ 3374575 w 7467663"/>
              <a:gd name="connsiteY143" fmla="*/ 4451517 h 6858000"/>
              <a:gd name="connsiteX144" fmla="*/ 3505221 w 7467663"/>
              <a:gd name="connsiteY144" fmla="*/ 4480757 h 6858000"/>
              <a:gd name="connsiteX145" fmla="*/ 2626982 w 7467663"/>
              <a:gd name="connsiteY145" fmla="*/ 4206450 h 6858000"/>
              <a:gd name="connsiteX146" fmla="*/ 1310106 w 7467663"/>
              <a:gd name="connsiteY146" fmla="*/ 3943217 h 6858000"/>
              <a:gd name="connsiteX147" fmla="*/ 854994 w 7467663"/>
              <a:gd name="connsiteY147" fmla="*/ 4399136 h 6858000"/>
              <a:gd name="connsiteX148" fmla="*/ 742462 w 7467663"/>
              <a:gd name="connsiteY148" fmla="*/ 4594648 h 6858000"/>
              <a:gd name="connsiteX149" fmla="*/ 820602 w 7467663"/>
              <a:gd name="connsiteY149" fmla="*/ 4485915 h 6858000"/>
              <a:gd name="connsiteX150" fmla="*/ 878295 w 7467663"/>
              <a:gd name="connsiteY150" fmla="*/ 4403594 h 6858000"/>
              <a:gd name="connsiteX151" fmla="*/ 1240607 w 7467663"/>
              <a:gd name="connsiteY151" fmla="*/ 4010401 h 6858000"/>
              <a:gd name="connsiteX152" fmla="*/ 1310106 w 7467663"/>
              <a:gd name="connsiteY152" fmla="*/ 3943217 h 6858000"/>
              <a:gd name="connsiteX153" fmla="*/ 1423113 w 7467663"/>
              <a:gd name="connsiteY153" fmla="*/ 3874565 h 6858000"/>
              <a:gd name="connsiteX154" fmla="*/ 1260565 w 7467663"/>
              <a:gd name="connsiteY154" fmla="*/ 4031982 h 6858000"/>
              <a:gd name="connsiteX155" fmla="*/ 901900 w 7467663"/>
              <a:gd name="connsiteY155" fmla="*/ 4421236 h 6858000"/>
              <a:gd name="connsiteX156" fmla="*/ 845044 w 7467663"/>
              <a:gd name="connsiteY156" fmla="*/ 4502436 h 6858000"/>
              <a:gd name="connsiteX157" fmla="*/ 685926 w 7467663"/>
              <a:gd name="connsiteY157" fmla="*/ 4703069 h 6858000"/>
              <a:gd name="connsiteX158" fmla="*/ 684248 w 7467663"/>
              <a:gd name="connsiteY158" fmla="*/ 4706721 h 6858000"/>
              <a:gd name="connsiteX159" fmla="*/ 1423113 w 7467663"/>
              <a:gd name="connsiteY159" fmla="*/ 3874565 h 6858000"/>
              <a:gd name="connsiteX160" fmla="*/ 3316479 w 7467663"/>
              <a:gd name="connsiteY160" fmla="*/ 3872136 h 6858000"/>
              <a:gd name="connsiteX161" fmla="*/ 3546806 w 7467663"/>
              <a:gd name="connsiteY161" fmla="*/ 4356139 h 6858000"/>
              <a:gd name="connsiteX162" fmla="*/ 3364433 w 7467663"/>
              <a:gd name="connsiteY162" fmla="*/ 3953121 h 6858000"/>
              <a:gd name="connsiteX163" fmla="*/ 3316479 w 7467663"/>
              <a:gd name="connsiteY163" fmla="*/ 3872136 h 6858000"/>
              <a:gd name="connsiteX164" fmla="*/ 3291335 w 7467663"/>
              <a:gd name="connsiteY164" fmla="*/ 3767420 h 6858000"/>
              <a:gd name="connsiteX165" fmla="*/ 3390805 w 7467663"/>
              <a:gd name="connsiteY165" fmla="*/ 3937163 h 6858000"/>
              <a:gd name="connsiteX166" fmla="*/ 3579062 w 7467663"/>
              <a:gd name="connsiteY166" fmla="*/ 4359040 h 6858000"/>
              <a:gd name="connsiteX167" fmla="*/ 3467355 w 7467663"/>
              <a:gd name="connsiteY167" fmla="*/ 3988130 h 6858000"/>
              <a:gd name="connsiteX168" fmla="*/ 3310753 w 7467663"/>
              <a:gd name="connsiteY168" fmla="*/ 3787140 h 6858000"/>
              <a:gd name="connsiteX169" fmla="*/ 3291335 w 7467663"/>
              <a:gd name="connsiteY169" fmla="*/ 3767420 h 6858000"/>
              <a:gd name="connsiteX170" fmla="*/ 1635889 w 7467663"/>
              <a:gd name="connsiteY170" fmla="*/ 3709494 h 6858000"/>
              <a:gd name="connsiteX171" fmla="*/ 1634800 w 7467663"/>
              <a:gd name="connsiteY171" fmla="*/ 3731111 h 6858000"/>
              <a:gd name="connsiteX172" fmla="*/ 1635889 w 7467663"/>
              <a:gd name="connsiteY172" fmla="*/ 3709494 h 6858000"/>
              <a:gd name="connsiteX173" fmla="*/ 1510397 w 7467663"/>
              <a:gd name="connsiteY173" fmla="*/ 3684705 h 6858000"/>
              <a:gd name="connsiteX174" fmla="*/ 1146550 w 7467663"/>
              <a:gd name="connsiteY174" fmla="*/ 3802012 h 6858000"/>
              <a:gd name="connsiteX175" fmla="*/ 698834 w 7467663"/>
              <a:gd name="connsiteY175" fmla="*/ 3952272 h 6858000"/>
              <a:gd name="connsiteX176" fmla="*/ 34256 w 7467663"/>
              <a:gd name="connsiteY176" fmla="*/ 4347603 h 6858000"/>
              <a:gd name="connsiteX177" fmla="*/ 527241 w 7467663"/>
              <a:gd name="connsiteY177" fmla="*/ 4065078 h 6858000"/>
              <a:gd name="connsiteX178" fmla="*/ 1510397 w 7467663"/>
              <a:gd name="connsiteY178" fmla="*/ 3684705 h 6858000"/>
              <a:gd name="connsiteX179" fmla="*/ 1313114 w 7467663"/>
              <a:gd name="connsiteY179" fmla="*/ 3655216 h 6858000"/>
              <a:gd name="connsiteX180" fmla="*/ 1109304 w 7467663"/>
              <a:gd name="connsiteY180" fmla="*/ 3669030 h 6858000"/>
              <a:gd name="connsiteX181" fmla="*/ 8129 w 7467663"/>
              <a:gd name="connsiteY181" fmla="*/ 4330519 h 6858000"/>
              <a:gd name="connsiteX182" fmla="*/ 687572 w 7467663"/>
              <a:gd name="connsiteY182" fmla="*/ 3925629 h 6858000"/>
              <a:gd name="connsiteX183" fmla="*/ 1138365 w 7467663"/>
              <a:gd name="connsiteY183" fmla="*/ 3774515 h 6858000"/>
              <a:gd name="connsiteX184" fmla="*/ 1505579 w 7467663"/>
              <a:gd name="connsiteY184" fmla="*/ 3655526 h 6858000"/>
              <a:gd name="connsiteX185" fmla="*/ 1313114 w 7467663"/>
              <a:gd name="connsiteY185" fmla="*/ 3655216 h 6858000"/>
              <a:gd name="connsiteX186" fmla="*/ 3655073 w 7467663"/>
              <a:gd name="connsiteY186" fmla="*/ 3650884 h 6858000"/>
              <a:gd name="connsiteX187" fmla="*/ 3989938 w 7467663"/>
              <a:gd name="connsiteY187" fmla="*/ 3991685 h 6858000"/>
              <a:gd name="connsiteX188" fmla="*/ 4393907 w 7467663"/>
              <a:gd name="connsiteY188" fmla="*/ 4261258 h 6858000"/>
              <a:gd name="connsiteX189" fmla="*/ 4648051 w 7467663"/>
              <a:gd name="connsiteY189" fmla="*/ 4374051 h 6858000"/>
              <a:gd name="connsiteX190" fmla="*/ 4383389 w 7467663"/>
              <a:gd name="connsiteY190" fmla="*/ 4184369 h 6858000"/>
              <a:gd name="connsiteX191" fmla="*/ 4165508 w 7467663"/>
              <a:gd name="connsiteY191" fmla="*/ 4035196 h 6858000"/>
              <a:gd name="connsiteX192" fmla="*/ 4068162 w 7467663"/>
              <a:gd name="connsiteY192" fmla="*/ 3953394 h 6858000"/>
              <a:gd name="connsiteX193" fmla="*/ 3981416 w 7467663"/>
              <a:gd name="connsiteY193" fmla="*/ 3880482 h 6858000"/>
              <a:gd name="connsiteX194" fmla="*/ 3800147 w 7467663"/>
              <a:gd name="connsiteY194" fmla="*/ 3749872 h 6858000"/>
              <a:gd name="connsiteX195" fmla="*/ 3655073 w 7467663"/>
              <a:gd name="connsiteY195" fmla="*/ 3650884 h 6858000"/>
              <a:gd name="connsiteX196" fmla="*/ 3670252 w 7467663"/>
              <a:gd name="connsiteY196" fmla="*/ 3622798 h 6858000"/>
              <a:gd name="connsiteX197" fmla="*/ 3817258 w 7467663"/>
              <a:gd name="connsiteY197" fmla="*/ 3723577 h 6858000"/>
              <a:gd name="connsiteX198" fmla="*/ 4000461 w 7467663"/>
              <a:gd name="connsiteY198" fmla="*/ 3855966 h 6858000"/>
              <a:gd name="connsiteX199" fmla="*/ 4088180 w 7467663"/>
              <a:gd name="connsiteY199" fmla="*/ 3929774 h 6858000"/>
              <a:gd name="connsiteX200" fmla="*/ 4184555 w 7467663"/>
              <a:gd name="connsiteY200" fmla="*/ 4010683 h 6858000"/>
              <a:gd name="connsiteX201" fmla="*/ 4399563 w 7467663"/>
              <a:gd name="connsiteY201" fmla="*/ 4158106 h 6858000"/>
              <a:gd name="connsiteX202" fmla="*/ 4684469 w 7467663"/>
              <a:gd name="connsiteY202" fmla="*/ 4364680 h 6858000"/>
              <a:gd name="connsiteX203" fmla="*/ 4690271 w 7467663"/>
              <a:gd name="connsiteY203" fmla="*/ 4370034 h 6858000"/>
              <a:gd name="connsiteX204" fmla="*/ 4136093 w 7467663"/>
              <a:gd name="connsiteY204" fmla="*/ 3858466 h 6858000"/>
              <a:gd name="connsiteX205" fmla="*/ 3670252 w 7467663"/>
              <a:gd name="connsiteY205" fmla="*/ 3622798 h 6858000"/>
              <a:gd name="connsiteX206" fmla="*/ 4440129 w 7467663"/>
              <a:gd name="connsiteY206" fmla="*/ 3448571 h 6858000"/>
              <a:gd name="connsiteX207" fmla="*/ 4856525 w 7467663"/>
              <a:gd name="connsiteY207" fmla="*/ 3915351 h 6858000"/>
              <a:gd name="connsiteX208" fmla="*/ 5059055 w 7467663"/>
              <a:gd name="connsiteY208" fmla="*/ 4108918 h 6858000"/>
              <a:gd name="connsiteX209" fmla="*/ 5290070 w 7467663"/>
              <a:gd name="connsiteY209" fmla="*/ 4263619 h 6858000"/>
              <a:gd name="connsiteX210" fmla="*/ 4834991 w 7467663"/>
              <a:gd name="connsiteY210" fmla="*/ 3830985 h 6858000"/>
              <a:gd name="connsiteX211" fmla="*/ 4440129 w 7467663"/>
              <a:gd name="connsiteY211" fmla="*/ 3448571 h 6858000"/>
              <a:gd name="connsiteX212" fmla="*/ 4441737 w 7467663"/>
              <a:gd name="connsiteY212" fmla="*/ 3399734 h 6858000"/>
              <a:gd name="connsiteX213" fmla="*/ 4431236 w 7467663"/>
              <a:gd name="connsiteY213" fmla="*/ 3400954 h 6858000"/>
              <a:gd name="connsiteX214" fmla="*/ 4557150 w 7467663"/>
              <a:gd name="connsiteY214" fmla="*/ 3510023 h 6858000"/>
              <a:gd name="connsiteX215" fmla="*/ 4856936 w 7467663"/>
              <a:gd name="connsiteY215" fmla="*/ 3809146 h 6858000"/>
              <a:gd name="connsiteX216" fmla="*/ 5111996 w 7467663"/>
              <a:gd name="connsiteY216" fmla="*/ 4065759 h 6858000"/>
              <a:gd name="connsiteX217" fmla="*/ 5388878 w 7467663"/>
              <a:gd name="connsiteY217" fmla="*/ 4300185 h 6858000"/>
              <a:gd name="connsiteX218" fmla="*/ 5425556 w 7467663"/>
              <a:gd name="connsiteY218" fmla="*/ 4308967 h 6858000"/>
              <a:gd name="connsiteX219" fmla="*/ 4943646 w 7467663"/>
              <a:gd name="connsiteY219" fmla="*/ 3822916 h 6858000"/>
              <a:gd name="connsiteX220" fmla="*/ 4594837 w 7467663"/>
              <a:gd name="connsiteY220" fmla="*/ 3532274 h 6858000"/>
              <a:gd name="connsiteX221" fmla="*/ 4441737 w 7467663"/>
              <a:gd name="connsiteY221" fmla="*/ 3399734 h 6858000"/>
              <a:gd name="connsiteX222" fmla="*/ 5425834 w 7467663"/>
              <a:gd name="connsiteY222" fmla="*/ 3162785 h 6858000"/>
              <a:gd name="connsiteX223" fmla="*/ 5401644 w 7467663"/>
              <a:gd name="connsiteY223" fmla="*/ 3617847 h 6858000"/>
              <a:gd name="connsiteX224" fmla="*/ 5467256 w 7467663"/>
              <a:gd name="connsiteY224" fmla="*/ 4175494 h 6858000"/>
              <a:gd name="connsiteX225" fmla="*/ 5448069 w 7467663"/>
              <a:gd name="connsiteY225" fmla="*/ 3567554 h 6858000"/>
              <a:gd name="connsiteX226" fmla="*/ 5425834 w 7467663"/>
              <a:gd name="connsiteY226" fmla="*/ 3162785 h 6858000"/>
              <a:gd name="connsiteX227" fmla="*/ 1318687 w 7467663"/>
              <a:gd name="connsiteY227" fmla="*/ 3113840 h 6858000"/>
              <a:gd name="connsiteX228" fmla="*/ 1066793 w 7467663"/>
              <a:gd name="connsiteY228" fmla="*/ 3212171 h 6858000"/>
              <a:gd name="connsiteX229" fmla="*/ 993319 w 7467663"/>
              <a:gd name="connsiteY229" fmla="*/ 3247648 h 6858000"/>
              <a:gd name="connsiteX230" fmla="*/ 853081 w 7467663"/>
              <a:gd name="connsiteY230" fmla="*/ 3312410 h 6858000"/>
              <a:gd name="connsiteX231" fmla="*/ 805957 w 7467663"/>
              <a:gd name="connsiteY231" fmla="*/ 3330443 h 6858000"/>
              <a:gd name="connsiteX232" fmla="*/ 1318687 w 7467663"/>
              <a:gd name="connsiteY232" fmla="*/ 3113840 h 6858000"/>
              <a:gd name="connsiteX233" fmla="*/ 5453702 w 7467663"/>
              <a:gd name="connsiteY233" fmla="*/ 3090882 h 6858000"/>
              <a:gd name="connsiteX234" fmla="*/ 5480135 w 7467663"/>
              <a:gd name="connsiteY234" fmla="*/ 3565802 h 6858000"/>
              <a:gd name="connsiteX235" fmla="*/ 5499023 w 7467663"/>
              <a:gd name="connsiteY235" fmla="*/ 4166310 h 6858000"/>
              <a:gd name="connsiteX236" fmla="*/ 5547022 w 7467663"/>
              <a:gd name="connsiteY236" fmla="*/ 3607838 h 6858000"/>
              <a:gd name="connsiteX237" fmla="*/ 5515964 w 7467663"/>
              <a:gd name="connsiteY237" fmla="*/ 3378541 h 6858000"/>
              <a:gd name="connsiteX238" fmla="*/ 5453702 w 7467663"/>
              <a:gd name="connsiteY238" fmla="*/ 3090882 h 6858000"/>
              <a:gd name="connsiteX239" fmla="*/ 1238695 w 7467663"/>
              <a:gd name="connsiteY239" fmla="*/ 3076820 h 6858000"/>
              <a:gd name="connsiteX240" fmla="*/ 716371 w 7467663"/>
              <a:gd name="connsiteY240" fmla="*/ 3293249 h 6858000"/>
              <a:gd name="connsiteX241" fmla="*/ 579522 w 7467663"/>
              <a:gd name="connsiteY241" fmla="*/ 3371759 h 6858000"/>
              <a:gd name="connsiteX242" fmla="*/ 600288 w 7467663"/>
              <a:gd name="connsiteY242" fmla="*/ 3365555 h 6858000"/>
              <a:gd name="connsiteX243" fmla="*/ 840692 w 7467663"/>
              <a:gd name="connsiteY243" fmla="*/ 3284921 h 6858000"/>
              <a:gd name="connsiteX244" fmla="*/ 979248 w 7467663"/>
              <a:gd name="connsiteY244" fmla="*/ 3221003 h 6858000"/>
              <a:gd name="connsiteX245" fmla="*/ 1053282 w 7467663"/>
              <a:gd name="connsiteY245" fmla="*/ 3185247 h 6858000"/>
              <a:gd name="connsiteX246" fmla="*/ 1320603 w 7467663"/>
              <a:gd name="connsiteY246" fmla="*/ 3081281 h 6858000"/>
              <a:gd name="connsiteX247" fmla="*/ 1238695 w 7467663"/>
              <a:gd name="connsiteY247" fmla="*/ 3076820 h 6858000"/>
              <a:gd name="connsiteX248" fmla="*/ 5425627 w 7467663"/>
              <a:gd name="connsiteY248" fmla="*/ 2954192 h 6858000"/>
              <a:gd name="connsiteX249" fmla="*/ 5470770 w 7467663"/>
              <a:gd name="connsiteY249" fmla="*/ 3005435 h 6858000"/>
              <a:gd name="connsiteX250" fmla="*/ 5519779 w 7467663"/>
              <a:gd name="connsiteY250" fmla="*/ 4359223 h 6858000"/>
              <a:gd name="connsiteX251" fmla="*/ 5520293 w 7467663"/>
              <a:gd name="connsiteY251" fmla="*/ 4360602 h 6858000"/>
              <a:gd name="connsiteX252" fmla="*/ 5767221 w 7467663"/>
              <a:gd name="connsiteY252" fmla="*/ 4665564 h 6858000"/>
              <a:gd name="connsiteX253" fmla="*/ 6937169 w 7467663"/>
              <a:gd name="connsiteY253" fmla="*/ 4815941 h 6858000"/>
              <a:gd name="connsiteX254" fmla="*/ 6953922 w 7467663"/>
              <a:gd name="connsiteY254" fmla="*/ 4890068 h 6858000"/>
              <a:gd name="connsiteX255" fmla="*/ 6071359 w 7467663"/>
              <a:gd name="connsiteY255" fmla="*/ 4770770 h 6858000"/>
              <a:gd name="connsiteX256" fmla="*/ 6038839 w 7467663"/>
              <a:gd name="connsiteY256" fmla="*/ 4764474 h 6858000"/>
              <a:gd name="connsiteX257" fmla="*/ 6038706 w 7467663"/>
              <a:gd name="connsiteY257" fmla="*/ 4763847 h 6858000"/>
              <a:gd name="connsiteX258" fmla="*/ 6037784 w 7467663"/>
              <a:gd name="connsiteY258" fmla="*/ 4764270 h 6858000"/>
              <a:gd name="connsiteX259" fmla="*/ 6038839 w 7467663"/>
              <a:gd name="connsiteY259" fmla="*/ 4764474 h 6858000"/>
              <a:gd name="connsiteX260" fmla="*/ 6040338 w 7467663"/>
              <a:gd name="connsiteY260" fmla="*/ 4771418 h 6858000"/>
              <a:gd name="connsiteX261" fmla="*/ 6024488 w 7467663"/>
              <a:gd name="connsiteY261" fmla="*/ 4809903 h 6858000"/>
              <a:gd name="connsiteX262" fmla="*/ 5599771 w 7467663"/>
              <a:gd name="connsiteY262" fmla="*/ 5509652 h 6858000"/>
              <a:gd name="connsiteX263" fmla="*/ 5548843 w 7467663"/>
              <a:gd name="connsiteY263" fmla="*/ 5563845 h 6858000"/>
              <a:gd name="connsiteX264" fmla="*/ 5940952 w 7467663"/>
              <a:gd name="connsiteY264" fmla="*/ 6250028 h 6858000"/>
              <a:gd name="connsiteX265" fmla="*/ 6043441 w 7467663"/>
              <a:gd name="connsiteY265" fmla="*/ 6665847 h 6858000"/>
              <a:gd name="connsiteX266" fmla="*/ 6093432 w 7467663"/>
              <a:gd name="connsiteY266" fmla="*/ 6858000 h 6858000"/>
              <a:gd name="connsiteX267" fmla="*/ 6034344 w 7467663"/>
              <a:gd name="connsiteY267" fmla="*/ 6858000 h 6858000"/>
              <a:gd name="connsiteX268" fmla="*/ 6026679 w 7467663"/>
              <a:gd name="connsiteY268" fmla="*/ 6836959 h 6858000"/>
              <a:gd name="connsiteX269" fmla="*/ 5800441 w 7467663"/>
              <a:gd name="connsiteY269" fmla="*/ 6335286 h 6858000"/>
              <a:gd name="connsiteX270" fmla="*/ 5526562 w 7467663"/>
              <a:gd name="connsiteY270" fmla="*/ 5705388 h 6858000"/>
              <a:gd name="connsiteX271" fmla="*/ 5519640 w 7467663"/>
              <a:gd name="connsiteY271" fmla="*/ 5683774 h 6858000"/>
              <a:gd name="connsiteX272" fmla="*/ 5844559 w 7467663"/>
              <a:gd name="connsiteY272" fmla="*/ 6553349 h 6858000"/>
              <a:gd name="connsiteX273" fmla="*/ 5975994 w 7467663"/>
              <a:gd name="connsiteY273" fmla="*/ 6858000 h 6858000"/>
              <a:gd name="connsiteX274" fmla="*/ 5898547 w 7467663"/>
              <a:gd name="connsiteY274" fmla="*/ 6858000 h 6858000"/>
              <a:gd name="connsiteX275" fmla="*/ 5682041 w 7467663"/>
              <a:gd name="connsiteY275" fmla="*/ 6355860 h 6858000"/>
              <a:gd name="connsiteX276" fmla="*/ 5461758 w 7467663"/>
              <a:gd name="connsiteY276" fmla="*/ 5820220 h 6858000"/>
              <a:gd name="connsiteX277" fmla="*/ 5237282 w 7467663"/>
              <a:gd name="connsiteY277" fmla="*/ 6579086 h 6858000"/>
              <a:gd name="connsiteX278" fmla="*/ 5115009 w 7467663"/>
              <a:gd name="connsiteY278" fmla="*/ 6858000 h 6858000"/>
              <a:gd name="connsiteX279" fmla="*/ 5028074 w 7467663"/>
              <a:gd name="connsiteY279" fmla="*/ 6858000 h 6858000"/>
              <a:gd name="connsiteX280" fmla="*/ 5079508 w 7467663"/>
              <a:gd name="connsiteY280" fmla="*/ 6749074 h 6858000"/>
              <a:gd name="connsiteX281" fmla="*/ 5371846 w 7467663"/>
              <a:gd name="connsiteY281" fmla="*/ 5924413 h 6858000"/>
              <a:gd name="connsiteX282" fmla="*/ 5270512 w 7467663"/>
              <a:gd name="connsiteY282" fmla="*/ 6138975 h 6858000"/>
              <a:gd name="connsiteX283" fmla="*/ 5062409 w 7467663"/>
              <a:gd name="connsiteY283" fmla="*/ 6653544 h 6858000"/>
              <a:gd name="connsiteX284" fmla="*/ 5036628 w 7467663"/>
              <a:gd name="connsiteY284" fmla="*/ 6754247 h 6858000"/>
              <a:gd name="connsiteX285" fmla="*/ 5009112 w 7467663"/>
              <a:gd name="connsiteY285" fmla="*/ 6858000 h 6858000"/>
              <a:gd name="connsiteX286" fmla="*/ 4976679 w 7467663"/>
              <a:gd name="connsiteY286" fmla="*/ 6858000 h 6858000"/>
              <a:gd name="connsiteX287" fmla="*/ 5006537 w 7467663"/>
              <a:gd name="connsiteY287" fmla="*/ 6747068 h 6858000"/>
              <a:gd name="connsiteX288" fmla="*/ 5032723 w 7467663"/>
              <a:gd name="connsiteY288" fmla="*/ 6644957 h 6858000"/>
              <a:gd name="connsiteX289" fmla="*/ 5242949 w 7467663"/>
              <a:gd name="connsiteY289" fmla="*/ 6125175 h 6858000"/>
              <a:gd name="connsiteX290" fmla="*/ 5286321 w 7467663"/>
              <a:gd name="connsiteY290" fmla="*/ 6033555 h 6858000"/>
              <a:gd name="connsiteX291" fmla="*/ 5008210 w 7467663"/>
              <a:gd name="connsiteY291" fmla="*/ 6649194 h 6858000"/>
              <a:gd name="connsiteX292" fmla="*/ 4986321 w 7467663"/>
              <a:gd name="connsiteY292" fmla="*/ 6765687 h 6858000"/>
              <a:gd name="connsiteX293" fmla="*/ 4973474 w 7467663"/>
              <a:gd name="connsiteY293" fmla="*/ 6858000 h 6858000"/>
              <a:gd name="connsiteX294" fmla="*/ 4907178 w 7467663"/>
              <a:gd name="connsiteY294" fmla="*/ 6858000 h 6858000"/>
              <a:gd name="connsiteX295" fmla="*/ 4910810 w 7467663"/>
              <a:gd name="connsiteY295" fmla="*/ 6829660 h 6858000"/>
              <a:gd name="connsiteX296" fmla="*/ 4987461 w 7467663"/>
              <a:gd name="connsiteY296" fmla="*/ 6432994 h 6858000"/>
              <a:gd name="connsiteX297" fmla="*/ 5179262 w 7467663"/>
              <a:gd name="connsiteY297" fmla="*/ 6035044 h 6858000"/>
              <a:gd name="connsiteX298" fmla="*/ 4689678 w 7467663"/>
              <a:gd name="connsiteY298" fmla="*/ 6440241 h 6858000"/>
              <a:gd name="connsiteX299" fmla="*/ 4477543 w 7467663"/>
              <a:gd name="connsiteY299" fmla="*/ 6674836 h 6858000"/>
              <a:gd name="connsiteX300" fmla="*/ 4329957 w 7467663"/>
              <a:gd name="connsiteY300" fmla="*/ 6858000 h 6858000"/>
              <a:gd name="connsiteX301" fmla="*/ 4218595 w 7467663"/>
              <a:gd name="connsiteY301" fmla="*/ 6858000 h 6858000"/>
              <a:gd name="connsiteX302" fmla="*/ 4368888 w 7467663"/>
              <a:gd name="connsiteY302" fmla="*/ 6668412 h 6858000"/>
              <a:gd name="connsiteX303" fmla="*/ 4563091 w 7467663"/>
              <a:gd name="connsiteY303" fmla="*/ 6442508 h 6858000"/>
              <a:gd name="connsiteX304" fmla="*/ 5387324 w 7467663"/>
              <a:gd name="connsiteY304" fmla="*/ 5705830 h 6858000"/>
              <a:gd name="connsiteX305" fmla="*/ 5073620 w 7467663"/>
              <a:gd name="connsiteY305" fmla="*/ 5955437 h 6858000"/>
              <a:gd name="connsiteX306" fmla="*/ 4689789 w 7467663"/>
              <a:gd name="connsiteY306" fmla="*/ 6268382 h 6858000"/>
              <a:gd name="connsiteX307" fmla="*/ 4418722 w 7467663"/>
              <a:gd name="connsiteY307" fmla="*/ 6570886 h 6858000"/>
              <a:gd name="connsiteX308" fmla="*/ 4214944 w 7467663"/>
              <a:gd name="connsiteY308" fmla="*/ 6858000 h 6858000"/>
              <a:gd name="connsiteX309" fmla="*/ 4177898 w 7467663"/>
              <a:gd name="connsiteY309" fmla="*/ 6858000 h 6858000"/>
              <a:gd name="connsiteX310" fmla="*/ 4391597 w 7467663"/>
              <a:gd name="connsiteY310" fmla="*/ 6556370 h 6858000"/>
              <a:gd name="connsiteX311" fmla="*/ 4668889 w 7467663"/>
              <a:gd name="connsiteY311" fmla="*/ 6246399 h 6858000"/>
              <a:gd name="connsiteX312" fmla="*/ 5055427 w 7467663"/>
              <a:gd name="connsiteY312" fmla="*/ 5931476 h 6858000"/>
              <a:gd name="connsiteX313" fmla="*/ 5371814 w 7467663"/>
              <a:gd name="connsiteY313" fmla="*/ 5678975 h 6858000"/>
              <a:gd name="connsiteX314" fmla="*/ 4987918 w 7467663"/>
              <a:gd name="connsiteY314" fmla="*/ 5838701 h 6858000"/>
              <a:gd name="connsiteX315" fmla="*/ 4317146 w 7467663"/>
              <a:gd name="connsiteY315" fmla="*/ 6587716 h 6858000"/>
              <a:gd name="connsiteX316" fmla="*/ 4171627 w 7467663"/>
              <a:gd name="connsiteY316" fmla="*/ 6858000 h 6858000"/>
              <a:gd name="connsiteX317" fmla="*/ 4081585 w 7467663"/>
              <a:gd name="connsiteY317" fmla="*/ 6858000 h 6858000"/>
              <a:gd name="connsiteX318" fmla="*/ 4238603 w 7467663"/>
              <a:gd name="connsiteY318" fmla="*/ 6559341 h 6858000"/>
              <a:gd name="connsiteX319" fmla="*/ 4778333 w 7467663"/>
              <a:gd name="connsiteY319" fmla="*/ 5873626 h 6858000"/>
              <a:gd name="connsiteX320" fmla="*/ 5414185 w 7467663"/>
              <a:gd name="connsiteY320" fmla="*/ 5573882 h 6858000"/>
              <a:gd name="connsiteX321" fmla="*/ 5959648 w 7467663"/>
              <a:gd name="connsiteY321" fmla="*/ 4760797 h 6858000"/>
              <a:gd name="connsiteX322" fmla="*/ 5355019 w 7467663"/>
              <a:gd name="connsiteY322" fmla="*/ 4734672 h 6858000"/>
              <a:gd name="connsiteX323" fmla="*/ 5083565 w 7467663"/>
              <a:gd name="connsiteY323" fmla="*/ 5179121 h 6858000"/>
              <a:gd name="connsiteX324" fmla="*/ 4713577 w 7467663"/>
              <a:gd name="connsiteY324" fmla="*/ 5616803 h 6858000"/>
              <a:gd name="connsiteX325" fmla="*/ 3989559 w 7467663"/>
              <a:gd name="connsiteY325" fmla="*/ 6145945 h 6858000"/>
              <a:gd name="connsiteX326" fmla="*/ 3939824 w 7467663"/>
              <a:gd name="connsiteY326" fmla="*/ 6066900 h 6858000"/>
              <a:gd name="connsiteX327" fmla="*/ 4584537 w 7467663"/>
              <a:gd name="connsiteY327" fmla="*/ 5324826 h 6858000"/>
              <a:gd name="connsiteX328" fmla="*/ 5037105 w 7467663"/>
              <a:gd name="connsiteY328" fmla="*/ 5088765 h 6858000"/>
              <a:gd name="connsiteX329" fmla="*/ 5039930 w 7467663"/>
              <a:gd name="connsiteY329" fmla="*/ 5089585 h 6858000"/>
              <a:gd name="connsiteX330" fmla="*/ 5263764 w 7467663"/>
              <a:gd name="connsiteY330" fmla="*/ 4735525 h 6858000"/>
              <a:gd name="connsiteX331" fmla="*/ 4086300 w 7467663"/>
              <a:gd name="connsiteY331" fmla="*/ 4884599 h 6858000"/>
              <a:gd name="connsiteX332" fmla="*/ 4085485 w 7467663"/>
              <a:gd name="connsiteY332" fmla="*/ 4899070 h 6858000"/>
              <a:gd name="connsiteX333" fmla="*/ 3871915 w 7467663"/>
              <a:gd name="connsiteY333" fmla="*/ 5253645 h 6858000"/>
              <a:gd name="connsiteX334" fmla="*/ 3799374 w 7467663"/>
              <a:gd name="connsiteY334" fmla="*/ 5466127 h 6858000"/>
              <a:gd name="connsiteX335" fmla="*/ 3498850 w 7467663"/>
              <a:gd name="connsiteY335" fmla="*/ 6661888 h 6858000"/>
              <a:gd name="connsiteX336" fmla="*/ 3399216 w 7467663"/>
              <a:gd name="connsiteY336" fmla="*/ 6858000 h 6858000"/>
              <a:gd name="connsiteX337" fmla="*/ 3303688 w 7467663"/>
              <a:gd name="connsiteY337" fmla="*/ 6858000 h 6858000"/>
              <a:gd name="connsiteX338" fmla="*/ 3391774 w 7467663"/>
              <a:gd name="connsiteY338" fmla="*/ 6697181 h 6858000"/>
              <a:gd name="connsiteX339" fmla="*/ 3735540 w 7467663"/>
              <a:gd name="connsiteY339" fmla="*/ 5546923 h 6858000"/>
              <a:gd name="connsiteX340" fmla="*/ 3729438 w 7467663"/>
              <a:gd name="connsiteY340" fmla="*/ 5569058 h 6858000"/>
              <a:gd name="connsiteX341" fmla="*/ 3707782 w 7467663"/>
              <a:gd name="connsiteY341" fmla="*/ 5644908 h 6858000"/>
              <a:gd name="connsiteX342" fmla="*/ 3583827 w 7467663"/>
              <a:gd name="connsiteY342" fmla="*/ 6039215 h 6858000"/>
              <a:gd name="connsiteX343" fmla="*/ 3547861 w 7467663"/>
              <a:gd name="connsiteY343" fmla="*/ 6129609 h 6858000"/>
              <a:gd name="connsiteX344" fmla="*/ 3490905 w 7467663"/>
              <a:gd name="connsiteY344" fmla="*/ 6277660 h 6858000"/>
              <a:gd name="connsiteX345" fmla="*/ 3455859 w 7467663"/>
              <a:gd name="connsiteY345" fmla="*/ 6391301 h 6858000"/>
              <a:gd name="connsiteX346" fmla="*/ 3429112 w 7467663"/>
              <a:gd name="connsiteY346" fmla="*/ 6479469 h 6858000"/>
              <a:gd name="connsiteX347" fmla="*/ 3304862 w 7467663"/>
              <a:gd name="connsiteY347" fmla="*/ 6796476 h 6858000"/>
              <a:gd name="connsiteX348" fmla="*/ 3276071 w 7467663"/>
              <a:gd name="connsiteY348" fmla="*/ 6858000 h 6858000"/>
              <a:gd name="connsiteX349" fmla="*/ 3240805 w 7467663"/>
              <a:gd name="connsiteY349" fmla="*/ 6858000 h 6858000"/>
              <a:gd name="connsiteX350" fmla="*/ 3275917 w 7467663"/>
              <a:gd name="connsiteY350" fmla="*/ 6783192 h 6858000"/>
              <a:gd name="connsiteX351" fmla="*/ 3399358 w 7467663"/>
              <a:gd name="connsiteY351" fmla="*/ 6469011 h 6858000"/>
              <a:gd name="connsiteX352" fmla="*/ 3425650 w 7467663"/>
              <a:gd name="connsiteY352" fmla="*/ 6381333 h 6858000"/>
              <a:gd name="connsiteX353" fmla="*/ 3460661 w 7467663"/>
              <a:gd name="connsiteY353" fmla="*/ 6266763 h 6858000"/>
              <a:gd name="connsiteX354" fmla="*/ 3518021 w 7467663"/>
              <a:gd name="connsiteY354" fmla="*/ 6117298 h 6858000"/>
              <a:gd name="connsiteX355" fmla="*/ 3554035 w 7467663"/>
              <a:gd name="connsiteY355" fmla="*/ 6027832 h 6858000"/>
              <a:gd name="connsiteX356" fmla="*/ 3677174 w 7467663"/>
              <a:gd name="connsiteY356" fmla="*/ 5636351 h 6858000"/>
              <a:gd name="connsiteX357" fmla="*/ 3698819 w 7467663"/>
              <a:gd name="connsiteY357" fmla="*/ 5560503 h 6858000"/>
              <a:gd name="connsiteX358" fmla="*/ 3702094 w 7467663"/>
              <a:gd name="connsiteY358" fmla="*/ 5549194 h 6858000"/>
              <a:gd name="connsiteX359" fmla="*/ 3398355 w 7467663"/>
              <a:gd name="connsiteY359" fmla="*/ 6094603 h 6858000"/>
              <a:gd name="connsiteX360" fmla="*/ 3193941 w 7467663"/>
              <a:gd name="connsiteY360" fmla="*/ 6798775 h 6858000"/>
              <a:gd name="connsiteX361" fmla="*/ 3184140 w 7467663"/>
              <a:gd name="connsiteY361" fmla="*/ 6858000 h 6858000"/>
              <a:gd name="connsiteX362" fmla="*/ 3099978 w 7467663"/>
              <a:gd name="connsiteY362" fmla="*/ 6858000 h 6858000"/>
              <a:gd name="connsiteX363" fmla="*/ 3101556 w 7467663"/>
              <a:gd name="connsiteY363" fmla="*/ 6843337 h 6858000"/>
              <a:gd name="connsiteX364" fmla="*/ 3370162 w 7467663"/>
              <a:gd name="connsiteY364" fmla="*/ 5785550 h 6858000"/>
              <a:gd name="connsiteX365" fmla="*/ 3746477 w 7467663"/>
              <a:gd name="connsiteY365" fmla="*/ 5377889 h 6858000"/>
              <a:gd name="connsiteX366" fmla="*/ 3863399 w 7467663"/>
              <a:gd name="connsiteY366" fmla="*/ 5087257 h 6858000"/>
              <a:gd name="connsiteX367" fmla="*/ 3968712 w 7467663"/>
              <a:gd name="connsiteY367" fmla="*/ 4913989 h 6858000"/>
              <a:gd name="connsiteX368" fmla="*/ 2792390 w 7467663"/>
              <a:gd name="connsiteY368" fmla="*/ 5382974 h 6858000"/>
              <a:gd name="connsiteX369" fmla="*/ 2714982 w 7467663"/>
              <a:gd name="connsiteY369" fmla="*/ 5427051 h 6858000"/>
              <a:gd name="connsiteX370" fmla="*/ 2813361 w 7467663"/>
              <a:gd name="connsiteY370" fmla="*/ 6023912 h 6858000"/>
              <a:gd name="connsiteX371" fmla="*/ 2688430 w 7467663"/>
              <a:gd name="connsiteY371" fmla="*/ 6801564 h 6858000"/>
              <a:gd name="connsiteX372" fmla="*/ 2629626 w 7467663"/>
              <a:gd name="connsiteY372" fmla="*/ 6763394 h 6858000"/>
              <a:gd name="connsiteX373" fmla="*/ 2565328 w 7467663"/>
              <a:gd name="connsiteY373" fmla="*/ 5516399 h 6858000"/>
              <a:gd name="connsiteX374" fmla="*/ 1922999 w 7467663"/>
              <a:gd name="connsiteY374" fmla="*/ 5980343 h 6858000"/>
              <a:gd name="connsiteX375" fmla="*/ 1950261 w 7467663"/>
              <a:gd name="connsiteY375" fmla="*/ 6405858 h 6858000"/>
              <a:gd name="connsiteX376" fmla="*/ 2365554 w 7467663"/>
              <a:gd name="connsiteY376" fmla="*/ 6759107 h 6858000"/>
              <a:gd name="connsiteX377" fmla="*/ 2424142 w 7467663"/>
              <a:gd name="connsiteY377" fmla="*/ 6858000 h 6858000"/>
              <a:gd name="connsiteX378" fmla="*/ 2395994 w 7467663"/>
              <a:gd name="connsiteY378" fmla="*/ 6858000 h 6858000"/>
              <a:gd name="connsiteX379" fmla="*/ 2392863 w 7467663"/>
              <a:gd name="connsiteY379" fmla="*/ 6852964 h 6858000"/>
              <a:gd name="connsiteX380" fmla="*/ 2017589 w 7467663"/>
              <a:gd name="connsiteY380" fmla="*/ 6493982 h 6858000"/>
              <a:gd name="connsiteX381" fmla="*/ 2147336 w 7467663"/>
              <a:gd name="connsiteY381" fmla="*/ 6594052 h 6858000"/>
              <a:gd name="connsiteX382" fmla="*/ 2207047 w 7467663"/>
              <a:gd name="connsiteY382" fmla="*/ 6654540 h 6858000"/>
              <a:gd name="connsiteX383" fmla="*/ 2299106 w 7467663"/>
              <a:gd name="connsiteY383" fmla="*/ 6778931 h 6858000"/>
              <a:gd name="connsiteX384" fmla="*/ 2314430 w 7467663"/>
              <a:gd name="connsiteY384" fmla="*/ 6801144 h 6858000"/>
              <a:gd name="connsiteX385" fmla="*/ 2352406 w 7467663"/>
              <a:gd name="connsiteY385" fmla="*/ 6858000 h 6858000"/>
              <a:gd name="connsiteX386" fmla="*/ 2314492 w 7467663"/>
              <a:gd name="connsiteY386" fmla="*/ 6858000 h 6858000"/>
              <a:gd name="connsiteX387" fmla="*/ 2288095 w 7467663"/>
              <a:gd name="connsiteY387" fmla="*/ 6818030 h 6858000"/>
              <a:gd name="connsiteX388" fmla="*/ 2272768 w 7467663"/>
              <a:gd name="connsiteY388" fmla="*/ 6795822 h 6858000"/>
              <a:gd name="connsiteX389" fmla="*/ 2182715 w 7467663"/>
              <a:gd name="connsiteY389" fmla="*/ 6675071 h 6858000"/>
              <a:gd name="connsiteX390" fmla="*/ 2032061 w 7467663"/>
              <a:gd name="connsiteY390" fmla="*/ 6541380 h 6858000"/>
              <a:gd name="connsiteX391" fmla="*/ 2257220 w 7467663"/>
              <a:gd name="connsiteY391" fmla="*/ 6826257 h 6858000"/>
              <a:gd name="connsiteX392" fmla="*/ 2281324 w 7467663"/>
              <a:gd name="connsiteY392" fmla="*/ 6858000 h 6858000"/>
              <a:gd name="connsiteX393" fmla="*/ 2242860 w 7467663"/>
              <a:gd name="connsiteY393" fmla="*/ 6858000 h 6858000"/>
              <a:gd name="connsiteX394" fmla="*/ 2232818 w 7467663"/>
              <a:gd name="connsiteY394" fmla="*/ 6844926 h 6858000"/>
              <a:gd name="connsiteX395" fmla="*/ 1990172 w 7467663"/>
              <a:gd name="connsiteY395" fmla="*/ 6542121 h 6858000"/>
              <a:gd name="connsiteX396" fmla="*/ 2124090 w 7467663"/>
              <a:gd name="connsiteY396" fmla="*/ 6761017 h 6858000"/>
              <a:gd name="connsiteX397" fmla="*/ 2200380 w 7467663"/>
              <a:gd name="connsiteY397" fmla="*/ 6858000 h 6858000"/>
              <a:gd name="connsiteX398" fmla="*/ 2147507 w 7467663"/>
              <a:gd name="connsiteY398" fmla="*/ 6858000 h 6858000"/>
              <a:gd name="connsiteX399" fmla="*/ 2070668 w 7467663"/>
              <a:gd name="connsiteY399" fmla="*/ 6761520 h 6858000"/>
              <a:gd name="connsiteX400" fmla="*/ 1975142 w 7467663"/>
              <a:gd name="connsiteY400" fmla="*/ 6585570 h 6858000"/>
              <a:gd name="connsiteX401" fmla="*/ 2050035 w 7467663"/>
              <a:gd name="connsiteY401" fmla="*/ 6813345 h 6858000"/>
              <a:gd name="connsiteX402" fmla="*/ 2063025 w 7467663"/>
              <a:gd name="connsiteY402" fmla="*/ 6858000 h 6858000"/>
              <a:gd name="connsiteX403" fmla="*/ 2021675 w 7467663"/>
              <a:gd name="connsiteY403" fmla="*/ 6858000 h 6858000"/>
              <a:gd name="connsiteX404" fmla="*/ 2019308 w 7467663"/>
              <a:gd name="connsiteY404" fmla="*/ 6847118 h 6858000"/>
              <a:gd name="connsiteX405" fmla="*/ 1938835 w 7467663"/>
              <a:gd name="connsiteY405" fmla="*/ 6551160 h 6858000"/>
              <a:gd name="connsiteX406" fmla="*/ 1953230 w 7467663"/>
              <a:gd name="connsiteY406" fmla="*/ 6759699 h 6858000"/>
              <a:gd name="connsiteX407" fmla="*/ 1956763 w 7467663"/>
              <a:gd name="connsiteY407" fmla="*/ 6778191 h 6858000"/>
              <a:gd name="connsiteX408" fmla="*/ 1967925 w 7467663"/>
              <a:gd name="connsiteY408" fmla="*/ 6858000 h 6858000"/>
              <a:gd name="connsiteX409" fmla="*/ 1936622 w 7467663"/>
              <a:gd name="connsiteY409" fmla="*/ 6858000 h 6858000"/>
              <a:gd name="connsiteX410" fmla="*/ 1926261 w 7467663"/>
              <a:gd name="connsiteY410" fmla="*/ 6784064 h 6858000"/>
              <a:gd name="connsiteX411" fmla="*/ 1922724 w 7467663"/>
              <a:gd name="connsiteY411" fmla="*/ 6765577 h 6858000"/>
              <a:gd name="connsiteX412" fmla="*/ 1904650 w 7467663"/>
              <a:gd name="connsiteY412" fmla="*/ 6639616 h 6858000"/>
              <a:gd name="connsiteX413" fmla="*/ 1885273 w 7467663"/>
              <a:gd name="connsiteY413" fmla="*/ 6858000 h 6858000"/>
              <a:gd name="connsiteX414" fmla="*/ 1854363 w 7467663"/>
              <a:gd name="connsiteY414" fmla="*/ 6858000 h 6858000"/>
              <a:gd name="connsiteX415" fmla="*/ 1880391 w 7467663"/>
              <a:gd name="connsiteY415" fmla="*/ 6603796 h 6858000"/>
              <a:gd name="connsiteX416" fmla="*/ 1818273 w 7467663"/>
              <a:gd name="connsiteY416" fmla="*/ 6715729 h 6858000"/>
              <a:gd name="connsiteX417" fmla="*/ 1794691 w 7467663"/>
              <a:gd name="connsiteY417" fmla="*/ 6843239 h 6858000"/>
              <a:gd name="connsiteX418" fmla="*/ 1794914 w 7467663"/>
              <a:gd name="connsiteY418" fmla="*/ 6858000 h 6858000"/>
              <a:gd name="connsiteX419" fmla="*/ 1746128 w 7467663"/>
              <a:gd name="connsiteY419" fmla="*/ 6858000 h 6858000"/>
              <a:gd name="connsiteX420" fmla="*/ 1753934 w 7467663"/>
              <a:gd name="connsiteY420" fmla="*/ 6724796 h 6858000"/>
              <a:gd name="connsiteX421" fmla="*/ 1792053 w 7467663"/>
              <a:gd name="connsiteY421" fmla="*/ 6572396 h 6858000"/>
              <a:gd name="connsiteX422" fmla="*/ 1862248 w 7467663"/>
              <a:gd name="connsiteY422" fmla="*/ 6266397 h 6858000"/>
              <a:gd name="connsiteX423" fmla="*/ 1862250 w 7467663"/>
              <a:gd name="connsiteY423" fmla="*/ 6033531 h 6858000"/>
              <a:gd name="connsiteX424" fmla="*/ 1211999 w 7467663"/>
              <a:gd name="connsiteY424" fmla="*/ 6683610 h 6858000"/>
              <a:gd name="connsiteX425" fmla="*/ 1213266 w 7467663"/>
              <a:gd name="connsiteY425" fmla="*/ 6691947 h 6858000"/>
              <a:gd name="connsiteX426" fmla="*/ 1203370 w 7467663"/>
              <a:gd name="connsiteY426" fmla="*/ 6850676 h 6858000"/>
              <a:gd name="connsiteX427" fmla="*/ 1203671 w 7467663"/>
              <a:gd name="connsiteY427" fmla="*/ 6858000 h 6858000"/>
              <a:gd name="connsiteX428" fmla="*/ 1143180 w 7467663"/>
              <a:gd name="connsiteY428" fmla="*/ 6858000 h 6858000"/>
              <a:gd name="connsiteX429" fmla="*/ 1142176 w 7467663"/>
              <a:gd name="connsiteY429" fmla="*/ 6766045 h 6858000"/>
              <a:gd name="connsiteX430" fmla="*/ 1067484 w 7467663"/>
              <a:gd name="connsiteY430" fmla="*/ 6858000 h 6858000"/>
              <a:gd name="connsiteX431" fmla="*/ 953928 w 7467663"/>
              <a:gd name="connsiteY431" fmla="*/ 6858000 h 6858000"/>
              <a:gd name="connsiteX432" fmla="*/ 959715 w 7467663"/>
              <a:gd name="connsiteY432" fmla="*/ 6850185 h 6858000"/>
              <a:gd name="connsiteX433" fmla="*/ 1483788 w 7467663"/>
              <a:gd name="connsiteY433" fmla="*/ 6259174 h 6858000"/>
              <a:gd name="connsiteX434" fmla="*/ 1100671 w 7467663"/>
              <a:gd name="connsiteY434" fmla="*/ 6252137 h 6858000"/>
              <a:gd name="connsiteX435" fmla="*/ 1090144 w 7467663"/>
              <a:gd name="connsiteY435" fmla="*/ 6256748 h 6858000"/>
              <a:gd name="connsiteX436" fmla="*/ 1095872 w 7467663"/>
              <a:gd name="connsiteY436" fmla="*/ 6271892 h 6858000"/>
              <a:gd name="connsiteX437" fmla="*/ 262785 w 7467663"/>
              <a:gd name="connsiteY437" fmla="*/ 6845450 h 6858000"/>
              <a:gd name="connsiteX438" fmla="*/ 209968 w 7467663"/>
              <a:gd name="connsiteY438" fmla="*/ 6770713 h 6858000"/>
              <a:gd name="connsiteX439" fmla="*/ 873460 w 7467663"/>
              <a:gd name="connsiteY439" fmla="*/ 6253768 h 6858000"/>
              <a:gd name="connsiteX440" fmla="*/ 192686 w 7467663"/>
              <a:gd name="connsiteY440" fmla="*/ 5849257 h 6858000"/>
              <a:gd name="connsiteX441" fmla="*/ 4696 w 7467663"/>
              <a:gd name="connsiteY441" fmla="*/ 5697668 h 6858000"/>
              <a:gd name="connsiteX442" fmla="*/ 0 w 7467663"/>
              <a:gd name="connsiteY442" fmla="*/ 5689984 h 6858000"/>
              <a:gd name="connsiteX443" fmla="*/ 0 w 7467663"/>
              <a:gd name="connsiteY443" fmla="*/ 5513472 h 6858000"/>
              <a:gd name="connsiteX444" fmla="*/ 174101 w 7467663"/>
              <a:gd name="connsiteY444" fmla="*/ 5620277 h 6858000"/>
              <a:gd name="connsiteX445" fmla="*/ 891800 w 7467663"/>
              <a:gd name="connsiteY445" fmla="*/ 6036935 h 6858000"/>
              <a:gd name="connsiteX446" fmla="*/ 1072219 w 7467663"/>
              <a:gd name="connsiteY446" fmla="*/ 6169443 h 6858000"/>
              <a:gd name="connsiteX447" fmla="*/ 1074117 w 7467663"/>
              <a:gd name="connsiteY447" fmla="*/ 6170301 h 6858000"/>
              <a:gd name="connsiteX448" fmla="*/ 1083114 w 7467663"/>
              <a:gd name="connsiteY448" fmla="*/ 6174131 h 6858000"/>
              <a:gd name="connsiteX449" fmla="*/ 1543010 w 7467663"/>
              <a:gd name="connsiteY449" fmla="*/ 6191140 h 6858000"/>
              <a:gd name="connsiteX450" fmla="*/ 1551080 w 7467663"/>
              <a:gd name="connsiteY450" fmla="*/ 6195006 h 6858000"/>
              <a:gd name="connsiteX451" fmla="*/ 2345443 w 7467663"/>
              <a:gd name="connsiteY451" fmla="*/ 5549882 h 6858000"/>
              <a:gd name="connsiteX452" fmla="*/ 1721499 w 7467663"/>
              <a:gd name="connsiteY452" fmla="*/ 5599969 h 6858000"/>
              <a:gd name="connsiteX453" fmla="*/ 767716 w 7467663"/>
              <a:gd name="connsiteY453" fmla="*/ 5472768 h 6858000"/>
              <a:gd name="connsiteX454" fmla="*/ 722147 w 7467663"/>
              <a:gd name="connsiteY454" fmla="*/ 5393091 h 6858000"/>
              <a:gd name="connsiteX455" fmla="*/ 1485552 w 7467663"/>
              <a:gd name="connsiteY455" fmla="*/ 5313202 h 6858000"/>
              <a:gd name="connsiteX456" fmla="*/ 2143004 w 7467663"/>
              <a:gd name="connsiteY456" fmla="*/ 5402420 h 6858000"/>
              <a:gd name="connsiteX457" fmla="*/ 1933391 w 7467663"/>
              <a:gd name="connsiteY457" fmla="*/ 5156971 h 6858000"/>
              <a:gd name="connsiteX458" fmla="*/ 1827118 w 7467663"/>
              <a:gd name="connsiteY458" fmla="*/ 4968410 h 6858000"/>
              <a:gd name="connsiteX459" fmla="*/ 1837349 w 7467663"/>
              <a:gd name="connsiteY459" fmla="*/ 4956357 h 6858000"/>
              <a:gd name="connsiteX460" fmla="*/ 2162835 w 7467663"/>
              <a:gd name="connsiteY460" fmla="*/ 5187853 h 6858000"/>
              <a:gd name="connsiteX461" fmla="*/ 2257167 w 7467663"/>
              <a:gd name="connsiteY461" fmla="*/ 5462123 h 6858000"/>
              <a:gd name="connsiteX462" fmla="*/ 2261598 w 7467663"/>
              <a:gd name="connsiteY462" fmla="*/ 5467998 h 6858000"/>
              <a:gd name="connsiteX463" fmla="*/ 2437177 w 7467663"/>
              <a:gd name="connsiteY463" fmla="*/ 5479608 h 6858000"/>
              <a:gd name="connsiteX464" fmla="*/ 2445247 w 7467663"/>
              <a:gd name="connsiteY464" fmla="*/ 5483476 h 6858000"/>
              <a:gd name="connsiteX465" fmla="*/ 2743626 w 7467663"/>
              <a:gd name="connsiteY465" fmla="*/ 5304819 h 6858000"/>
              <a:gd name="connsiteX466" fmla="*/ 3048102 w 7467663"/>
              <a:gd name="connsiteY466" fmla="*/ 5150595 h 6858000"/>
              <a:gd name="connsiteX467" fmla="*/ 1799414 w 7467663"/>
              <a:gd name="connsiteY467" fmla="*/ 4694732 h 6858000"/>
              <a:gd name="connsiteX468" fmla="*/ 1771735 w 7467663"/>
              <a:gd name="connsiteY468" fmla="*/ 4619929 h 6858000"/>
              <a:gd name="connsiteX469" fmla="*/ 3104273 w 7467663"/>
              <a:gd name="connsiteY469" fmla="*/ 5076159 h 6858000"/>
              <a:gd name="connsiteX470" fmla="*/ 3113245 w 7467663"/>
              <a:gd name="connsiteY470" fmla="*/ 5090705 h 6858000"/>
              <a:gd name="connsiteX471" fmla="*/ 3126294 w 7467663"/>
              <a:gd name="connsiteY471" fmla="*/ 5114400 h 6858000"/>
              <a:gd name="connsiteX472" fmla="*/ 3937433 w 7467663"/>
              <a:gd name="connsiteY472" fmla="*/ 4830473 h 6858000"/>
              <a:gd name="connsiteX473" fmla="*/ 3590475 w 7467663"/>
              <a:gd name="connsiteY473" fmla="*/ 4597974 h 6858000"/>
              <a:gd name="connsiteX474" fmla="*/ 3100264 w 7467663"/>
              <a:gd name="connsiteY474" fmla="*/ 4579845 h 6858000"/>
              <a:gd name="connsiteX475" fmla="*/ 2183576 w 7467663"/>
              <a:gd name="connsiteY475" fmla="*/ 4227150 h 6858000"/>
              <a:gd name="connsiteX476" fmla="*/ 2151029 w 7467663"/>
              <a:gd name="connsiteY476" fmla="*/ 4146947 h 6858000"/>
              <a:gd name="connsiteX477" fmla="*/ 3563434 w 7467663"/>
              <a:gd name="connsiteY477" fmla="*/ 4469115 h 6858000"/>
              <a:gd name="connsiteX478" fmla="*/ 3177952 w 7467663"/>
              <a:gd name="connsiteY478" fmla="*/ 3657386 h 6858000"/>
              <a:gd name="connsiteX479" fmla="*/ 3189263 w 7467663"/>
              <a:gd name="connsiteY479" fmla="*/ 3625726 h 6858000"/>
              <a:gd name="connsiteX480" fmla="*/ 3560912 w 7467663"/>
              <a:gd name="connsiteY480" fmla="*/ 4079863 h 6858000"/>
              <a:gd name="connsiteX481" fmla="*/ 3626636 w 7467663"/>
              <a:gd name="connsiteY481" fmla="*/ 4512230 h 6858000"/>
              <a:gd name="connsiteX482" fmla="*/ 3653088 w 7467663"/>
              <a:gd name="connsiteY482" fmla="*/ 4521417 h 6858000"/>
              <a:gd name="connsiteX483" fmla="*/ 3988128 w 7467663"/>
              <a:gd name="connsiteY483" fmla="*/ 4817267 h 6858000"/>
              <a:gd name="connsiteX484" fmla="*/ 4830582 w 7467663"/>
              <a:gd name="connsiteY484" fmla="*/ 4676000 h 6858000"/>
              <a:gd name="connsiteX485" fmla="*/ 4830100 w 7467663"/>
              <a:gd name="connsiteY485" fmla="*/ 4675554 h 6858000"/>
              <a:gd name="connsiteX486" fmla="*/ 4036318 w 7467663"/>
              <a:gd name="connsiteY486" fmla="*/ 4147013 h 6858000"/>
              <a:gd name="connsiteX487" fmla="*/ 3432098 w 7467663"/>
              <a:gd name="connsiteY487" fmla="*/ 3537312 h 6858000"/>
              <a:gd name="connsiteX488" fmla="*/ 3446761 w 7467663"/>
              <a:gd name="connsiteY488" fmla="*/ 3461278 h 6858000"/>
              <a:gd name="connsiteX489" fmla="*/ 4419733 w 7467663"/>
              <a:gd name="connsiteY489" fmla="*/ 3963555 h 6858000"/>
              <a:gd name="connsiteX490" fmla="*/ 4781371 w 7467663"/>
              <a:gd name="connsiteY490" fmla="*/ 4458604 h 6858000"/>
              <a:gd name="connsiteX491" fmla="*/ 4780440 w 7467663"/>
              <a:gd name="connsiteY491" fmla="*/ 4470290 h 6858000"/>
              <a:gd name="connsiteX492" fmla="*/ 4898954 w 7467663"/>
              <a:gd name="connsiteY492" fmla="*/ 4662092 h 6858000"/>
              <a:gd name="connsiteX493" fmla="*/ 4900699 w 7467663"/>
              <a:gd name="connsiteY493" fmla="*/ 4670867 h 6858000"/>
              <a:gd name="connsiteX494" fmla="*/ 5714511 w 7467663"/>
              <a:gd name="connsiteY494" fmla="*/ 4663483 h 6858000"/>
              <a:gd name="connsiteX495" fmla="*/ 5464793 w 7467663"/>
              <a:gd name="connsiteY495" fmla="*/ 4393556 h 6858000"/>
              <a:gd name="connsiteX496" fmla="*/ 5461897 w 7467663"/>
              <a:gd name="connsiteY496" fmla="*/ 4390879 h 6858000"/>
              <a:gd name="connsiteX497" fmla="*/ 4294126 w 7467663"/>
              <a:gd name="connsiteY497" fmla="*/ 3303048 h 6858000"/>
              <a:gd name="connsiteX498" fmla="*/ 4305321 w 7467663"/>
              <a:gd name="connsiteY498" fmla="*/ 3256953 h 6858000"/>
              <a:gd name="connsiteX499" fmla="*/ 4949299 w 7467663"/>
              <a:gd name="connsiteY499" fmla="*/ 3766336 h 6858000"/>
              <a:gd name="connsiteX500" fmla="*/ 5291452 w 7467663"/>
              <a:gd name="connsiteY500" fmla="*/ 4076801 h 6858000"/>
              <a:gd name="connsiteX501" fmla="*/ 5434998 w 7467663"/>
              <a:gd name="connsiteY501" fmla="*/ 4254100 h 6858000"/>
              <a:gd name="connsiteX502" fmla="*/ 5351015 w 7467663"/>
              <a:gd name="connsiteY502" fmla="*/ 3760989 h 6858000"/>
              <a:gd name="connsiteX503" fmla="*/ 5413780 w 7467663"/>
              <a:gd name="connsiteY503" fmla="*/ 2966265 h 6858000"/>
              <a:gd name="connsiteX504" fmla="*/ 5425627 w 7467663"/>
              <a:gd name="connsiteY504" fmla="*/ 2954192 h 6858000"/>
              <a:gd name="connsiteX505" fmla="*/ 6604735 w 7467663"/>
              <a:gd name="connsiteY505" fmla="*/ 2041381 h 6858000"/>
              <a:gd name="connsiteX506" fmla="*/ 7204487 w 7467663"/>
              <a:gd name="connsiteY506" fmla="*/ 2742112 h 6858000"/>
              <a:gd name="connsiteX507" fmla="*/ 7131592 w 7467663"/>
              <a:gd name="connsiteY507" fmla="*/ 2672096 h 6858000"/>
              <a:gd name="connsiteX508" fmla="*/ 6996344 w 7467663"/>
              <a:gd name="connsiteY508" fmla="*/ 2518310 h 6858000"/>
              <a:gd name="connsiteX509" fmla="*/ 6735495 w 7467663"/>
              <a:gd name="connsiteY509" fmla="*/ 2196890 h 6858000"/>
              <a:gd name="connsiteX510" fmla="*/ 6721901 w 7467663"/>
              <a:gd name="connsiteY510" fmla="*/ 2179274 h 6858000"/>
              <a:gd name="connsiteX511" fmla="*/ 6604735 w 7467663"/>
              <a:gd name="connsiteY511" fmla="*/ 2041381 h 6858000"/>
              <a:gd name="connsiteX512" fmla="*/ 6591670 w 7467663"/>
              <a:gd name="connsiteY512" fmla="*/ 1988277 h 6858000"/>
              <a:gd name="connsiteX513" fmla="*/ 6747349 w 7467663"/>
              <a:gd name="connsiteY513" fmla="*/ 2160069 h 6858000"/>
              <a:gd name="connsiteX514" fmla="*/ 6760943 w 7467663"/>
              <a:gd name="connsiteY514" fmla="*/ 2177686 h 6858000"/>
              <a:gd name="connsiteX515" fmla="*/ 7021065 w 7467663"/>
              <a:gd name="connsiteY515" fmla="*/ 2498102 h 6858000"/>
              <a:gd name="connsiteX516" fmla="*/ 7155223 w 7467663"/>
              <a:gd name="connsiteY516" fmla="*/ 2650386 h 6858000"/>
              <a:gd name="connsiteX517" fmla="*/ 7203167 w 7467663"/>
              <a:gd name="connsiteY517" fmla="*/ 2697288 h 6858000"/>
              <a:gd name="connsiteX518" fmla="*/ 6937703 w 7467663"/>
              <a:gd name="connsiteY518" fmla="*/ 2321981 h 6858000"/>
              <a:gd name="connsiteX519" fmla="*/ 6591670 w 7467663"/>
              <a:gd name="connsiteY519" fmla="*/ 1988277 h 6858000"/>
              <a:gd name="connsiteX520" fmla="*/ 5798671 w 7467663"/>
              <a:gd name="connsiteY520" fmla="*/ 1981601 h 6858000"/>
              <a:gd name="connsiteX521" fmla="*/ 5754709 w 7467663"/>
              <a:gd name="connsiteY521" fmla="*/ 2071454 h 6858000"/>
              <a:gd name="connsiteX522" fmla="*/ 5763044 w 7467663"/>
              <a:gd name="connsiteY522" fmla="*/ 2842206 h 6858000"/>
              <a:gd name="connsiteX523" fmla="*/ 5764974 w 7467663"/>
              <a:gd name="connsiteY523" fmla="*/ 2799609 h 6858000"/>
              <a:gd name="connsiteX524" fmla="*/ 5767665 w 7467663"/>
              <a:gd name="connsiteY524" fmla="*/ 2666409 h 6858000"/>
              <a:gd name="connsiteX525" fmla="*/ 5763055 w 7467663"/>
              <a:gd name="connsiteY525" fmla="*/ 2579705 h 6858000"/>
              <a:gd name="connsiteX526" fmla="*/ 5758079 w 7467663"/>
              <a:gd name="connsiteY526" fmla="*/ 2492508 h 6858000"/>
              <a:gd name="connsiteX527" fmla="*/ 5779325 w 7467663"/>
              <a:gd name="connsiteY527" fmla="*/ 2197069 h 6858000"/>
              <a:gd name="connsiteX528" fmla="*/ 5798671 w 7467663"/>
              <a:gd name="connsiteY528" fmla="*/ 1981601 h 6858000"/>
              <a:gd name="connsiteX529" fmla="*/ 5829202 w 7467663"/>
              <a:gd name="connsiteY529" fmla="*/ 1971679 h 6858000"/>
              <a:gd name="connsiteX530" fmla="*/ 5809558 w 7467663"/>
              <a:gd name="connsiteY530" fmla="*/ 2198043 h 6858000"/>
              <a:gd name="connsiteX531" fmla="*/ 5788653 w 7467663"/>
              <a:gd name="connsiteY531" fmla="*/ 2489430 h 6858000"/>
              <a:gd name="connsiteX532" fmla="*/ 5793439 w 7467663"/>
              <a:gd name="connsiteY532" fmla="*/ 2575235 h 6858000"/>
              <a:gd name="connsiteX533" fmla="*/ 5796837 w 7467663"/>
              <a:gd name="connsiteY533" fmla="*/ 2637633 h 6858000"/>
              <a:gd name="connsiteX534" fmla="*/ 5818614 w 7467663"/>
              <a:gd name="connsiteY534" fmla="*/ 2473055 h 6858000"/>
              <a:gd name="connsiteX535" fmla="*/ 5829202 w 7467663"/>
              <a:gd name="connsiteY535" fmla="*/ 1971679 h 6858000"/>
              <a:gd name="connsiteX536" fmla="*/ 5911389 w 7467663"/>
              <a:gd name="connsiteY536" fmla="*/ 1898371 h 6858000"/>
              <a:gd name="connsiteX537" fmla="*/ 6237627 w 7467663"/>
              <a:gd name="connsiteY537" fmla="*/ 2231921 h 6858000"/>
              <a:gd name="connsiteX538" fmla="*/ 5911389 w 7467663"/>
              <a:gd name="connsiteY538" fmla="*/ 1898371 h 6858000"/>
              <a:gd name="connsiteX539" fmla="*/ 6944437 w 7467663"/>
              <a:gd name="connsiteY539" fmla="*/ 1575402 h 6858000"/>
              <a:gd name="connsiteX540" fmla="*/ 6304730 w 7467663"/>
              <a:gd name="connsiteY540" fmla="*/ 1766654 h 6858000"/>
              <a:gd name="connsiteX541" fmla="*/ 6944437 w 7467663"/>
              <a:gd name="connsiteY541" fmla="*/ 1575402 h 6858000"/>
              <a:gd name="connsiteX542" fmla="*/ 7019523 w 7467663"/>
              <a:gd name="connsiteY542" fmla="*/ 1519450 h 6858000"/>
              <a:gd name="connsiteX543" fmla="*/ 6298091 w 7467663"/>
              <a:gd name="connsiteY543" fmla="*/ 1737122 h 6858000"/>
              <a:gd name="connsiteX544" fmla="*/ 7019523 w 7467663"/>
              <a:gd name="connsiteY544" fmla="*/ 1519450 h 6858000"/>
              <a:gd name="connsiteX545" fmla="*/ 2399523 w 7467663"/>
              <a:gd name="connsiteY545" fmla="*/ 1428234 h 6858000"/>
              <a:gd name="connsiteX546" fmla="*/ 2224982 w 7467663"/>
              <a:gd name="connsiteY546" fmla="*/ 1826201 h 6858000"/>
              <a:gd name="connsiteX547" fmla="*/ 2096099 w 7467663"/>
              <a:gd name="connsiteY547" fmla="*/ 2345900 h 6858000"/>
              <a:gd name="connsiteX548" fmla="*/ 2283317 w 7467663"/>
              <a:gd name="connsiteY548" fmla="*/ 1796925 h 6858000"/>
              <a:gd name="connsiteX549" fmla="*/ 2399523 w 7467663"/>
              <a:gd name="connsiteY549" fmla="*/ 1428234 h 6858000"/>
              <a:gd name="connsiteX550" fmla="*/ 2448558 w 7467663"/>
              <a:gd name="connsiteY550" fmla="*/ 1373435 h 6858000"/>
              <a:gd name="connsiteX551" fmla="*/ 2312521 w 7467663"/>
              <a:gd name="connsiteY551" fmla="*/ 1806140 h 6858000"/>
              <a:gd name="connsiteX552" fmla="*/ 2127533 w 7467663"/>
              <a:gd name="connsiteY552" fmla="*/ 2348380 h 6858000"/>
              <a:gd name="connsiteX553" fmla="*/ 2358080 w 7467663"/>
              <a:gd name="connsiteY553" fmla="*/ 1866134 h 6858000"/>
              <a:gd name="connsiteX554" fmla="*/ 2407436 w 7467663"/>
              <a:gd name="connsiteY554" fmla="*/ 1651070 h 6858000"/>
              <a:gd name="connsiteX555" fmla="*/ 2448558 w 7467663"/>
              <a:gd name="connsiteY555" fmla="*/ 1373435 h 6858000"/>
              <a:gd name="connsiteX556" fmla="*/ 278707 w 7467663"/>
              <a:gd name="connsiteY556" fmla="*/ 1352270 h 6858000"/>
              <a:gd name="connsiteX557" fmla="*/ 321570 w 7467663"/>
              <a:gd name="connsiteY557" fmla="*/ 1861610 h 6858000"/>
              <a:gd name="connsiteX558" fmla="*/ 294281 w 7467663"/>
              <a:gd name="connsiteY558" fmla="*/ 1440658 h 6858000"/>
              <a:gd name="connsiteX559" fmla="*/ 278707 w 7467663"/>
              <a:gd name="connsiteY559" fmla="*/ 1352270 h 6858000"/>
              <a:gd name="connsiteX560" fmla="*/ 1423821 w 7467663"/>
              <a:gd name="connsiteY560" fmla="*/ 1351958 h 6858000"/>
              <a:gd name="connsiteX561" fmla="*/ 1638521 w 7467663"/>
              <a:gd name="connsiteY561" fmla="*/ 1908470 h 6858000"/>
              <a:gd name="connsiteX562" fmla="*/ 1754199 w 7467663"/>
              <a:gd name="connsiteY562" fmla="*/ 2149284 h 6858000"/>
              <a:gd name="connsiteX563" fmla="*/ 1908359 w 7467663"/>
              <a:gd name="connsiteY563" fmla="*/ 2364988 h 6858000"/>
              <a:gd name="connsiteX564" fmla="*/ 1647661 w 7467663"/>
              <a:gd name="connsiteY564" fmla="*/ 1825945 h 6858000"/>
              <a:gd name="connsiteX565" fmla="*/ 1423821 w 7467663"/>
              <a:gd name="connsiteY565" fmla="*/ 1351958 h 6858000"/>
              <a:gd name="connsiteX566" fmla="*/ 1431890 w 7467663"/>
              <a:gd name="connsiteY566" fmla="*/ 1306475 h 6858000"/>
              <a:gd name="connsiteX567" fmla="*/ 1507597 w 7467663"/>
              <a:gd name="connsiteY567" fmla="*/ 1446132 h 6858000"/>
              <a:gd name="connsiteX568" fmla="*/ 1674586 w 7467663"/>
              <a:gd name="connsiteY568" fmla="*/ 1813832 h 6858000"/>
              <a:gd name="connsiteX569" fmla="*/ 1815950 w 7467663"/>
              <a:gd name="connsiteY569" fmla="*/ 2128564 h 6858000"/>
              <a:gd name="connsiteX570" fmla="*/ 1984242 w 7467663"/>
              <a:gd name="connsiteY570" fmla="*/ 2430829 h 6858000"/>
              <a:gd name="connsiteX571" fmla="*/ 2014023 w 7467663"/>
              <a:gd name="connsiteY571" fmla="*/ 2450995 h 6858000"/>
              <a:gd name="connsiteX572" fmla="*/ 1747337 w 7467663"/>
              <a:gd name="connsiteY572" fmla="*/ 1855264 h 6858000"/>
              <a:gd name="connsiteX573" fmla="*/ 1533749 w 7467663"/>
              <a:gd name="connsiteY573" fmla="*/ 1478656 h 6858000"/>
              <a:gd name="connsiteX574" fmla="*/ 1431890 w 7467663"/>
              <a:gd name="connsiteY574" fmla="*/ 1306475 h 6858000"/>
              <a:gd name="connsiteX575" fmla="*/ 5052692 w 7467663"/>
              <a:gd name="connsiteY575" fmla="*/ 1292994 h 6858000"/>
              <a:gd name="connsiteX576" fmla="*/ 5200661 w 7467663"/>
              <a:gd name="connsiteY576" fmla="*/ 1635186 h 6858000"/>
              <a:gd name="connsiteX577" fmla="*/ 5297138 w 7467663"/>
              <a:gd name="connsiteY577" fmla="*/ 1906351 h 6858000"/>
              <a:gd name="connsiteX578" fmla="*/ 5052692 w 7467663"/>
              <a:gd name="connsiteY578" fmla="*/ 1292994 h 6858000"/>
              <a:gd name="connsiteX579" fmla="*/ 5009948 w 7467663"/>
              <a:gd name="connsiteY579" fmla="*/ 1273619 h 6858000"/>
              <a:gd name="connsiteX580" fmla="*/ 5121777 w 7467663"/>
              <a:gd name="connsiteY580" fmla="*/ 1654213 h 6858000"/>
              <a:gd name="connsiteX581" fmla="*/ 5293545 w 7467663"/>
              <a:gd name="connsiteY581" fmla="*/ 2072247 h 6858000"/>
              <a:gd name="connsiteX582" fmla="*/ 5294042 w 7467663"/>
              <a:gd name="connsiteY582" fmla="*/ 2065019 h 6858000"/>
              <a:gd name="connsiteX583" fmla="*/ 5171936 w 7467663"/>
              <a:gd name="connsiteY583" fmla="*/ 1647613 h 6858000"/>
              <a:gd name="connsiteX584" fmla="*/ 5009948 w 7467663"/>
              <a:gd name="connsiteY584" fmla="*/ 1273619 h 6858000"/>
              <a:gd name="connsiteX585" fmla="*/ 655236 w 7467663"/>
              <a:gd name="connsiteY585" fmla="*/ 1268632 h 6858000"/>
              <a:gd name="connsiteX586" fmla="*/ 839521 w 7467663"/>
              <a:gd name="connsiteY586" fmla="*/ 1685315 h 6858000"/>
              <a:gd name="connsiteX587" fmla="*/ 1109416 w 7467663"/>
              <a:gd name="connsiteY587" fmla="*/ 2061663 h 6858000"/>
              <a:gd name="connsiteX588" fmla="*/ 1298300 w 7467663"/>
              <a:gd name="connsiteY588" fmla="*/ 2247742 h 6858000"/>
              <a:gd name="connsiteX589" fmla="*/ 1125871 w 7467663"/>
              <a:gd name="connsiteY589" fmla="*/ 1989513 h 6858000"/>
              <a:gd name="connsiteX590" fmla="*/ 981574 w 7467663"/>
              <a:gd name="connsiteY590" fmla="*/ 1783157 h 6858000"/>
              <a:gd name="connsiteX591" fmla="*/ 922198 w 7467663"/>
              <a:gd name="connsiteY591" fmla="*/ 1677437 h 6858000"/>
              <a:gd name="connsiteX592" fmla="*/ 869293 w 7467663"/>
              <a:gd name="connsiteY592" fmla="*/ 1583214 h 6858000"/>
              <a:gd name="connsiteX593" fmla="*/ 751431 w 7467663"/>
              <a:gd name="connsiteY593" fmla="*/ 1405731 h 6858000"/>
              <a:gd name="connsiteX594" fmla="*/ 655236 w 7467663"/>
              <a:gd name="connsiteY594" fmla="*/ 1268632 h 6858000"/>
              <a:gd name="connsiteX595" fmla="*/ 6516292 w 7467663"/>
              <a:gd name="connsiteY595" fmla="*/ 1263064 h 6858000"/>
              <a:gd name="connsiteX596" fmla="*/ 5736320 w 7467663"/>
              <a:gd name="connsiteY596" fmla="*/ 1501803 h 6858000"/>
              <a:gd name="connsiteX597" fmla="*/ 6516292 w 7467663"/>
              <a:gd name="connsiteY597" fmla="*/ 1263064 h 6858000"/>
              <a:gd name="connsiteX598" fmla="*/ 291466 w 7467663"/>
              <a:gd name="connsiteY598" fmla="*/ 1250369 h 6858000"/>
              <a:gd name="connsiteX599" fmla="*/ 323180 w 7467663"/>
              <a:gd name="connsiteY599" fmla="*/ 1435283 h 6858000"/>
              <a:gd name="connsiteX600" fmla="*/ 349381 w 7467663"/>
              <a:gd name="connsiteY600" fmla="*/ 1875041 h 6858000"/>
              <a:gd name="connsiteX601" fmla="*/ 374363 w 7467663"/>
              <a:gd name="connsiteY601" fmla="*/ 1506494 h 6858000"/>
              <a:gd name="connsiteX602" fmla="*/ 302168 w 7467663"/>
              <a:gd name="connsiteY602" fmla="*/ 1274495 h 6858000"/>
              <a:gd name="connsiteX603" fmla="*/ 291466 w 7467663"/>
              <a:gd name="connsiteY603" fmla="*/ 1250369 h 6858000"/>
              <a:gd name="connsiteX604" fmla="*/ 678222 w 7467663"/>
              <a:gd name="connsiteY604" fmla="*/ 1248670 h 6858000"/>
              <a:gd name="connsiteX605" fmla="*/ 775536 w 7467663"/>
              <a:gd name="connsiteY605" fmla="*/ 1388015 h 6858000"/>
              <a:gd name="connsiteX606" fmla="*/ 894529 w 7467663"/>
              <a:gd name="connsiteY606" fmla="*/ 1567739 h 6858000"/>
              <a:gd name="connsiteX607" fmla="*/ 948000 w 7467663"/>
              <a:gd name="connsiteY607" fmla="*/ 1663088 h 6858000"/>
              <a:gd name="connsiteX608" fmla="*/ 1006812 w 7467663"/>
              <a:gd name="connsiteY608" fmla="*/ 1767683 h 6858000"/>
              <a:gd name="connsiteX609" fmla="*/ 1149133 w 7467663"/>
              <a:gd name="connsiteY609" fmla="*/ 1971513 h 6858000"/>
              <a:gd name="connsiteX610" fmla="*/ 1333952 w 7467663"/>
              <a:gd name="connsiteY610" fmla="*/ 2251620 h 6858000"/>
              <a:gd name="connsiteX611" fmla="*/ 1337329 w 7467663"/>
              <a:gd name="connsiteY611" fmla="*/ 2258350 h 6858000"/>
              <a:gd name="connsiteX612" fmla="*/ 1014726 w 7467663"/>
              <a:gd name="connsiteY612" fmla="*/ 1615556 h 6858000"/>
              <a:gd name="connsiteX613" fmla="*/ 678222 w 7467663"/>
              <a:gd name="connsiteY613" fmla="*/ 1248670 h 6858000"/>
              <a:gd name="connsiteX614" fmla="*/ 6691602 w 7467663"/>
              <a:gd name="connsiteY614" fmla="*/ 1140573 h 6858000"/>
              <a:gd name="connsiteX615" fmla="*/ 6571100 w 7467663"/>
              <a:gd name="connsiteY615" fmla="*/ 1183662 h 6858000"/>
              <a:gd name="connsiteX616" fmla="*/ 6241687 w 7467663"/>
              <a:gd name="connsiteY616" fmla="*/ 1257600 h 6858000"/>
              <a:gd name="connsiteX617" fmla="*/ 5693009 w 7467663"/>
              <a:gd name="connsiteY617" fmla="*/ 1478256 h 6858000"/>
              <a:gd name="connsiteX618" fmla="*/ 6548420 w 7467663"/>
              <a:gd name="connsiteY618" fmla="*/ 1214599 h 6858000"/>
              <a:gd name="connsiteX619" fmla="*/ 6605473 w 7467663"/>
              <a:gd name="connsiteY619" fmla="*/ 1184686 h 6858000"/>
              <a:gd name="connsiteX620" fmla="*/ 6691602 w 7467663"/>
              <a:gd name="connsiteY620" fmla="*/ 1140573 h 6858000"/>
              <a:gd name="connsiteX621" fmla="*/ 4002475 w 7467663"/>
              <a:gd name="connsiteY621" fmla="*/ 1037802 h 6858000"/>
              <a:gd name="connsiteX622" fmla="*/ 4000324 w 7467663"/>
              <a:gd name="connsiteY622" fmla="*/ 1039362 h 6858000"/>
              <a:gd name="connsiteX623" fmla="*/ 4002862 w 7467663"/>
              <a:gd name="connsiteY623" fmla="*/ 1042866 h 6858000"/>
              <a:gd name="connsiteX624" fmla="*/ 4002475 w 7467663"/>
              <a:gd name="connsiteY624" fmla="*/ 1037802 h 6858000"/>
              <a:gd name="connsiteX625" fmla="*/ 506322 w 7467663"/>
              <a:gd name="connsiteY625" fmla="*/ 1020997 h 6858000"/>
              <a:gd name="connsiteX626" fmla="*/ 533068 w 7467663"/>
              <a:gd name="connsiteY626" fmla="*/ 1029409 h 6858000"/>
              <a:gd name="connsiteX627" fmla="*/ 1232525 w 7467663"/>
              <a:gd name="connsiteY627" fmla="*/ 1804675 h 6858000"/>
              <a:gd name="connsiteX628" fmla="*/ 1388858 w 7467663"/>
              <a:gd name="connsiteY628" fmla="*/ 2368011 h 6858000"/>
              <a:gd name="connsiteX629" fmla="*/ 1384098 w 7467663"/>
              <a:gd name="connsiteY629" fmla="*/ 2378125 h 6858000"/>
              <a:gd name="connsiteX630" fmla="*/ 1425393 w 7467663"/>
              <a:gd name="connsiteY630" fmla="*/ 2589124 h 6858000"/>
              <a:gd name="connsiteX631" fmla="*/ 1424001 w 7467663"/>
              <a:gd name="connsiteY631" fmla="*/ 2597541 h 6858000"/>
              <a:gd name="connsiteX632" fmla="*/ 2152729 w 7467663"/>
              <a:gd name="connsiteY632" fmla="*/ 2864487 h 6858000"/>
              <a:gd name="connsiteX633" fmla="*/ 2020609 w 7467663"/>
              <a:gd name="connsiteY633" fmla="*/ 2539671 h 6858000"/>
              <a:gd name="connsiteX634" fmla="*/ 2018920 w 7467663"/>
              <a:gd name="connsiteY634" fmla="*/ 2536309 h 6858000"/>
              <a:gd name="connsiteX635" fmla="*/ 1342441 w 7467663"/>
              <a:gd name="connsiteY635" fmla="*/ 1173017 h 6858000"/>
              <a:gd name="connsiteX636" fmla="*/ 1367925 w 7467663"/>
              <a:gd name="connsiteY636" fmla="*/ 1135648 h 6858000"/>
              <a:gd name="connsiteX637" fmla="*/ 1771401 w 7467663"/>
              <a:gd name="connsiteY637" fmla="*/ 1806673 h 6858000"/>
              <a:gd name="connsiteX638" fmla="*/ 1972385 w 7467663"/>
              <a:gd name="connsiteY638" fmla="*/ 2198735 h 6858000"/>
              <a:gd name="connsiteX639" fmla="*/ 2040892 w 7467663"/>
              <a:gd name="connsiteY639" fmla="*/ 2405205 h 6858000"/>
              <a:gd name="connsiteX640" fmla="*/ 2131689 w 7467663"/>
              <a:gd name="connsiteY640" fmla="*/ 1936926 h 6858000"/>
              <a:gd name="connsiteX641" fmla="*/ 2454820 w 7467663"/>
              <a:gd name="connsiteY641" fmla="*/ 1248808 h 6858000"/>
              <a:gd name="connsiteX642" fmla="*/ 2492512 w 7467663"/>
              <a:gd name="connsiteY642" fmla="*/ 1302920 h 6858000"/>
              <a:gd name="connsiteX643" fmla="*/ 2081216 w 7467663"/>
              <a:gd name="connsiteY643" fmla="*/ 2527513 h 6858000"/>
              <a:gd name="connsiteX644" fmla="*/ 2081211 w 7467663"/>
              <a:gd name="connsiteY644" fmla="*/ 2528916 h 6858000"/>
              <a:gd name="connsiteX645" fmla="*/ 2199067 w 7467663"/>
              <a:gd name="connsiteY645" fmla="*/ 2884061 h 6858000"/>
              <a:gd name="connsiteX646" fmla="*/ 3192586 w 7467663"/>
              <a:gd name="connsiteY646" fmla="*/ 3411496 h 6858000"/>
              <a:gd name="connsiteX647" fmla="*/ 3182620 w 7467663"/>
              <a:gd name="connsiteY647" fmla="*/ 3483279 h 6858000"/>
              <a:gd name="connsiteX648" fmla="*/ 2435119 w 7467663"/>
              <a:gd name="connsiteY648" fmla="*/ 3080173 h 6858000"/>
              <a:gd name="connsiteX649" fmla="*/ 2410152 w 7467663"/>
              <a:gd name="connsiteY649" fmla="*/ 3063751 h 6858000"/>
              <a:gd name="connsiteX650" fmla="*/ 2408099 w 7467663"/>
              <a:gd name="connsiteY650" fmla="*/ 3064403 h 6858000"/>
              <a:gd name="connsiteX651" fmla="*/ 2407218 w 7467663"/>
              <a:gd name="connsiteY651" fmla="*/ 3070324 h 6858000"/>
              <a:gd name="connsiteX652" fmla="*/ 2380138 w 7467663"/>
              <a:gd name="connsiteY652" fmla="*/ 3099341 h 6858000"/>
              <a:gd name="connsiteX653" fmla="*/ 1765923 w 7467663"/>
              <a:gd name="connsiteY653" fmla="*/ 3581043 h 6858000"/>
              <a:gd name="connsiteX654" fmla="*/ 1702258 w 7467663"/>
              <a:gd name="connsiteY654" fmla="*/ 3612286 h 6858000"/>
              <a:gd name="connsiteX655" fmla="*/ 1538370 w 7467663"/>
              <a:gd name="connsiteY655" fmla="*/ 3811804 h 6858000"/>
              <a:gd name="connsiteX656" fmla="*/ 542867 w 7467663"/>
              <a:gd name="connsiteY656" fmla="*/ 4944092 h 6858000"/>
              <a:gd name="connsiteX657" fmla="*/ 515800 w 7467663"/>
              <a:gd name="connsiteY657" fmla="*/ 4862180 h 6858000"/>
              <a:gd name="connsiteX658" fmla="*/ 909145 w 7467663"/>
              <a:gd name="connsiteY658" fmla="*/ 4199225 h 6858000"/>
              <a:gd name="connsiteX659" fmla="*/ 1214067 w 7467663"/>
              <a:gd name="connsiteY659" fmla="*/ 3908561 h 6858000"/>
              <a:gd name="connsiteX660" fmla="*/ 640967 w 7467663"/>
              <a:gd name="connsiteY660" fmla="*/ 4105601 h 6858000"/>
              <a:gd name="connsiteX661" fmla="*/ 112563 w 7467663"/>
              <a:gd name="connsiteY661" fmla="*/ 4396952 h 6858000"/>
              <a:gd name="connsiteX662" fmla="*/ 0 w 7467663"/>
              <a:gd name="connsiteY662" fmla="*/ 4466006 h 6858000"/>
              <a:gd name="connsiteX663" fmla="*/ 0 w 7467663"/>
              <a:gd name="connsiteY663" fmla="*/ 4233763 h 6858000"/>
              <a:gd name="connsiteX664" fmla="*/ 36881 w 7467663"/>
              <a:gd name="connsiteY664" fmla="*/ 4200118 h 6858000"/>
              <a:gd name="connsiteX665" fmla="*/ 910534 w 7467663"/>
              <a:gd name="connsiteY665" fmla="*/ 3629753 h 6858000"/>
              <a:gd name="connsiteX666" fmla="*/ 1578717 w 7467663"/>
              <a:gd name="connsiteY666" fmla="*/ 3575982 h 6858000"/>
              <a:gd name="connsiteX667" fmla="*/ 2338780 w 7467663"/>
              <a:gd name="connsiteY667" fmla="*/ 3033725 h 6858000"/>
              <a:gd name="connsiteX668" fmla="*/ 1807991 w 7467663"/>
              <a:gd name="connsiteY668" fmla="*/ 2807184 h 6858000"/>
              <a:gd name="connsiteX669" fmla="*/ 1416358 w 7467663"/>
              <a:gd name="connsiteY669" fmla="*/ 3112571 h 6858000"/>
              <a:gd name="connsiteX670" fmla="*/ 939066 w 7467663"/>
              <a:gd name="connsiteY670" fmla="*/ 3378798 h 6858000"/>
              <a:gd name="connsiteX671" fmla="*/ 115099 w 7467663"/>
              <a:gd name="connsiteY671" fmla="*/ 3607650 h 6858000"/>
              <a:gd name="connsiteX672" fmla="*/ 97284 w 7467663"/>
              <a:gd name="connsiteY672" fmla="*/ 3520393 h 6858000"/>
              <a:gd name="connsiteX673" fmla="*/ 922050 w 7467663"/>
              <a:gd name="connsiteY673" fmla="*/ 3074867 h 6858000"/>
              <a:gd name="connsiteX674" fmla="*/ 1405265 w 7467663"/>
              <a:gd name="connsiteY674" fmla="*/ 3016319 h 6858000"/>
              <a:gd name="connsiteX675" fmla="*/ 1407512 w 7467663"/>
              <a:gd name="connsiteY675" fmla="*/ 3018001 h 6858000"/>
              <a:gd name="connsiteX676" fmla="*/ 1726266 w 7467663"/>
              <a:gd name="connsiteY676" fmla="*/ 2777274 h 6858000"/>
              <a:gd name="connsiteX677" fmla="*/ 625390 w 7467663"/>
              <a:gd name="connsiteY677" fmla="*/ 2514541 h 6858000"/>
              <a:gd name="connsiteX678" fmla="*/ 619799 w 7467663"/>
              <a:gd name="connsiteY678" fmla="*/ 2527180 h 6858000"/>
              <a:gd name="connsiteX679" fmla="*/ 310030 w 7467663"/>
              <a:gd name="connsiteY679" fmla="*/ 2771818 h 6858000"/>
              <a:gd name="connsiteX680" fmla="*/ 173877 w 7467663"/>
              <a:gd name="connsiteY680" fmla="*/ 2937056 h 6858000"/>
              <a:gd name="connsiteX681" fmla="*/ 77889 w 7467663"/>
              <a:gd name="connsiteY681" fmla="*/ 3138440 h 6858000"/>
              <a:gd name="connsiteX682" fmla="*/ 0 w 7467663"/>
              <a:gd name="connsiteY682" fmla="*/ 3271395 h 6858000"/>
              <a:gd name="connsiteX683" fmla="*/ 0 w 7467663"/>
              <a:gd name="connsiteY683" fmla="*/ 3153002 h 6858000"/>
              <a:gd name="connsiteX684" fmla="*/ 2386 w 7467663"/>
              <a:gd name="connsiteY684" fmla="*/ 3149203 h 6858000"/>
              <a:gd name="connsiteX685" fmla="*/ 89753 w 7467663"/>
              <a:gd name="connsiteY685" fmla="*/ 2987702 h 6858000"/>
              <a:gd name="connsiteX686" fmla="*/ 76869 w 7467663"/>
              <a:gd name="connsiteY686" fmla="*/ 3005404 h 6858000"/>
              <a:gd name="connsiteX687" fmla="*/ 32049 w 7467663"/>
              <a:gd name="connsiteY687" fmla="*/ 3065814 h 6858000"/>
              <a:gd name="connsiteX688" fmla="*/ 0 w 7467663"/>
              <a:gd name="connsiteY688" fmla="*/ 3108744 h 6858000"/>
              <a:gd name="connsiteX689" fmla="*/ 0 w 7467663"/>
              <a:gd name="connsiteY689" fmla="*/ 3058059 h 6858000"/>
              <a:gd name="connsiteX690" fmla="*/ 7610 w 7467663"/>
              <a:gd name="connsiteY690" fmla="*/ 3047889 h 6858000"/>
              <a:gd name="connsiteX691" fmla="*/ 52419 w 7467663"/>
              <a:gd name="connsiteY691" fmla="*/ 2987479 h 6858000"/>
              <a:gd name="connsiteX692" fmla="*/ 59142 w 7467663"/>
              <a:gd name="connsiteY692" fmla="*/ 2978488 h 6858000"/>
              <a:gd name="connsiteX693" fmla="*/ 0 w 7467663"/>
              <a:gd name="connsiteY693" fmla="*/ 3015334 h 6858000"/>
              <a:gd name="connsiteX694" fmla="*/ 0 w 7467663"/>
              <a:gd name="connsiteY694" fmla="*/ 2914286 h 6858000"/>
              <a:gd name="connsiteX695" fmla="*/ 36383 w 7467663"/>
              <a:gd name="connsiteY695" fmla="*/ 2901128 h 6858000"/>
              <a:gd name="connsiteX696" fmla="*/ 156329 w 7467663"/>
              <a:gd name="connsiteY696" fmla="*/ 2840533 h 6858000"/>
              <a:gd name="connsiteX697" fmla="*/ 358355 w 7467663"/>
              <a:gd name="connsiteY697" fmla="*/ 2620471 h 6858000"/>
              <a:gd name="connsiteX698" fmla="*/ 510577 w 7467663"/>
              <a:gd name="connsiteY698" fmla="*/ 2501244 h 6858000"/>
              <a:gd name="connsiteX699" fmla="*/ 211967 w 7467663"/>
              <a:gd name="connsiteY699" fmla="*/ 2479171 h 6858000"/>
              <a:gd name="connsiteX700" fmla="*/ 0 w 7467663"/>
              <a:gd name="connsiteY700" fmla="*/ 2476398 h 6858000"/>
              <a:gd name="connsiteX701" fmla="*/ 0 w 7467663"/>
              <a:gd name="connsiteY701" fmla="*/ 2389189 h 6858000"/>
              <a:gd name="connsiteX702" fmla="*/ 103062 w 7467663"/>
              <a:gd name="connsiteY702" fmla="*/ 2389518 h 6858000"/>
              <a:gd name="connsiteX703" fmla="*/ 510734 w 7467663"/>
              <a:gd name="connsiteY703" fmla="*/ 2416201 h 6858000"/>
              <a:gd name="connsiteX704" fmla="*/ 279257 w 7467663"/>
              <a:gd name="connsiteY704" fmla="*/ 2092102 h 6858000"/>
              <a:gd name="connsiteX705" fmla="*/ 65265 w 7467663"/>
              <a:gd name="connsiteY705" fmla="*/ 2006049 h 6858000"/>
              <a:gd name="connsiteX706" fmla="*/ 0 w 7467663"/>
              <a:gd name="connsiteY706" fmla="*/ 1982532 h 6858000"/>
              <a:gd name="connsiteX707" fmla="*/ 0 w 7467663"/>
              <a:gd name="connsiteY707" fmla="*/ 1912789 h 6858000"/>
              <a:gd name="connsiteX708" fmla="*/ 97460 w 7467663"/>
              <a:gd name="connsiteY708" fmla="*/ 1953725 h 6858000"/>
              <a:gd name="connsiteX709" fmla="*/ 221272 w 7467663"/>
              <a:gd name="connsiteY709" fmla="*/ 1980766 h 6858000"/>
              <a:gd name="connsiteX710" fmla="*/ 116765 w 7467663"/>
              <a:gd name="connsiteY710" fmla="*/ 1911033 h 6858000"/>
              <a:gd name="connsiteX711" fmla="*/ 16405 w 7467663"/>
              <a:gd name="connsiteY711" fmla="*/ 1803412 h 6858000"/>
              <a:gd name="connsiteX712" fmla="*/ 0 w 7467663"/>
              <a:gd name="connsiteY712" fmla="*/ 1784777 h 6858000"/>
              <a:gd name="connsiteX713" fmla="*/ 0 w 7467663"/>
              <a:gd name="connsiteY713" fmla="*/ 1740082 h 6858000"/>
              <a:gd name="connsiteX714" fmla="*/ 39394 w 7467663"/>
              <a:gd name="connsiteY714" fmla="*/ 1784856 h 6858000"/>
              <a:gd name="connsiteX715" fmla="*/ 135813 w 7467663"/>
              <a:gd name="connsiteY715" fmla="*/ 1888838 h 6858000"/>
              <a:gd name="connsiteX716" fmla="*/ 242575 w 7467663"/>
              <a:gd name="connsiteY716" fmla="*/ 1958841 h 6858000"/>
              <a:gd name="connsiteX717" fmla="*/ 82197 w 7467663"/>
              <a:gd name="connsiteY717" fmla="*/ 1754826 h 6858000"/>
              <a:gd name="connsiteX718" fmla="*/ 0 w 7467663"/>
              <a:gd name="connsiteY718" fmla="*/ 1679650 h 6858000"/>
              <a:gd name="connsiteX719" fmla="*/ 0 w 7467663"/>
              <a:gd name="connsiteY719" fmla="*/ 1602463 h 6858000"/>
              <a:gd name="connsiteX720" fmla="*/ 84689 w 7467663"/>
              <a:gd name="connsiteY720" fmla="*/ 1677442 h 6858000"/>
              <a:gd name="connsiteX721" fmla="*/ 298437 w 7467663"/>
              <a:gd name="connsiteY721" fmla="*/ 1968019 h 6858000"/>
              <a:gd name="connsiteX722" fmla="*/ 227269 w 7467663"/>
              <a:gd name="connsiteY722" fmla="*/ 1114064 h 6858000"/>
              <a:gd name="connsiteX723" fmla="*/ 248003 w 7467663"/>
              <a:gd name="connsiteY723" fmla="*/ 1089613 h 6858000"/>
              <a:gd name="connsiteX724" fmla="*/ 427020 w 7467663"/>
              <a:gd name="connsiteY724" fmla="*/ 1619803 h 6858000"/>
              <a:gd name="connsiteX725" fmla="*/ 340345 w 7467663"/>
              <a:gd name="connsiteY725" fmla="*/ 2027739 h 6858000"/>
              <a:gd name="connsiteX726" fmla="*/ 360865 w 7467663"/>
              <a:gd name="connsiteY726" fmla="*/ 2044827 h 6858000"/>
              <a:gd name="connsiteX727" fmla="*/ 560414 w 7467663"/>
              <a:gd name="connsiteY727" fmla="*/ 2421457 h 6858000"/>
              <a:gd name="connsiteX728" fmla="*/ 1359703 w 7467663"/>
              <a:gd name="connsiteY728" fmla="*/ 2578554 h 6858000"/>
              <a:gd name="connsiteX729" fmla="*/ 1359422 w 7467663"/>
              <a:gd name="connsiteY729" fmla="*/ 2577994 h 6858000"/>
              <a:gd name="connsiteX730" fmla="*/ 828701 w 7467663"/>
              <a:gd name="connsiteY730" fmla="*/ 1839520 h 6858000"/>
              <a:gd name="connsiteX731" fmla="*/ 494427 w 7467663"/>
              <a:gd name="connsiteY731" fmla="*/ 1092333 h 6858000"/>
              <a:gd name="connsiteX732" fmla="*/ 506322 w 7467663"/>
              <a:gd name="connsiteY732" fmla="*/ 1020997 h 6858000"/>
              <a:gd name="connsiteX733" fmla="*/ 4570198 w 7467663"/>
              <a:gd name="connsiteY733" fmla="*/ 978081 h 6858000"/>
              <a:gd name="connsiteX734" fmla="*/ 4523691 w 7467663"/>
              <a:gd name="connsiteY734" fmla="*/ 1127776 h 6858000"/>
              <a:gd name="connsiteX735" fmla="*/ 4509875 w 7467663"/>
              <a:gd name="connsiteY735" fmla="*/ 1167552 h 6858000"/>
              <a:gd name="connsiteX736" fmla="*/ 4478168 w 7467663"/>
              <a:gd name="connsiteY736" fmla="*/ 1260735 h 6858000"/>
              <a:gd name="connsiteX737" fmla="*/ 4409309 w 7467663"/>
              <a:gd name="connsiteY737" fmla="*/ 1666996 h 6858000"/>
              <a:gd name="connsiteX738" fmla="*/ 4370031 w 7467663"/>
              <a:gd name="connsiteY738" fmla="*/ 1955666 h 6858000"/>
              <a:gd name="connsiteX739" fmla="*/ 4570198 w 7467663"/>
              <a:gd name="connsiteY739" fmla="*/ 978081 h 6858000"/>
              <a:gd name="connsiteX740" fmla="*/ 4557898 w 7467663"/>
              <a:gd name="connsiteY740" fmla="*/ 900011 h 6858000"/>
              <a:gd name="connsiteX741" fmla="*/ 4344840 w 7467663"/>
              <a:gd name="connsiteY741" fmla="*/ 1922038 h 6858000"/>
              <a:gd name="connsiteX742" fmla="*/ 4378710 w 7467663"/>
              <a:gd name="connsiteY742" fmla="*/ 1665516 h 6858000"/>
              <a:gd name="connsiteX743" fmla="*/ 4448798 w 7467663"/>
              <a:gd name="connsiteY743" fmla="*/ 1253024 h 6858000"/>
              <a:gd name="connsiteX744" fmla="*/ 4480315 w 7467663"/>
              <a:gd name="connsiteY744" fmla="*/ 1158454 h 6858000"/>
              <a:gd name="connsiteX745" fmla="*/ 4494133 w 7467663"/>
              <a:gd name="connsiteY745" fmla="*/ 1118676 h 6858000"/>
              <a:gd name="connsiteX746" fmla="*/ 4557898 w 7467663"/>
              <a:gd name="connsiteY746" fmla="*/ 900011 h 6858000"/>
              <a:gd name="connsiteX747" fmla="*/ 5870151 w 7467663"/>
              <a:gd name="connsiteY747" fmla="*/ 898890 h 6858000"/>
              <a:gd name="connsiteX748" fmla="*/ 5861335 w 7467663"/>
              <a:gd name="connsiteY748" fmla="*/ 899177 h 6858000"/>
              <a:gd name="connsiteX749" fmla="*/ 5843702 w 7467663"/>
              <a:gd name="connsiteY749" fmla="*/ 899748 h 6858000"/>
              <a:gd name="connsiteX750" fmla="*/ 5651107 w 7467663"/>
              <a:gd name="connsiteY750" fmla="*/ 920306 h 6858000"/>
              <a:gd name="connsiteX751" fmla="*/ 5459407 w 7467663"/>
              <a:gd name="connsiteY751" fmla="*/ 940975 h 6858000"/>
              <a:gd name="connsiteX752" fmla="*/ 5374846 w 7467663"/>
              <a:gd name="connsiteY752" fmla="*/ 941988 h 6858000"/>
              <a:gd name="connsiteX753" fmla="*/ 5256105 w 7467663"/>
              <a:gd name="connsiteY753" fmla="*/ 945632 h 6858000"/>
              <a:gd name="connsiteX754" fmla="*/ 5107071 w 7467663"/>
              <a:gd name="connsiteY754" fmla="*/ 969720 h 6858000"/>
              <a:gd name="connsiteX755" fmla="*/ 4998681 w 7467663"/>
              <a:gd name="connsiteY755" fmla="*/ 988771 h 6858000"/>
              <a:gd name="connsiteX756" fmla="*/ 5870151 w 7467663"/>
              <a:gd name="connsiteY756" fmla="*/ 898890 h 6858000"/>
              <a:gd name="connsiteX757" fmla="*/ 5504425 w 7467663"/>
              <a:gd name="connsiteY757" fmla="*/ 848067 h 6858000"/>
              <a:gd name="connsiteX758" fmla="*/ 4968849 w 7467663"/>
              <a:gd name="connsiteY758" fmla="*/ 962318 h 6858000"/>
              <a:gd name="connsiteX759" fmla="*/ 5104039 w 7467663"/>
              <a:gd name="connsiteY759" fmla="*/ 940634 h 6858000"/>
              <a:gd name="connsiteX760" fmla="*/ 5256311 w 7467663"/>
              <a:gd name="connsiteY760" fmla="*/ 916490 h 6858000"/>
              <a:gd name="connsiteX761" fmla="*/ 5377381 w 7467663"/>
              <a:gd name="connsiteY761" fmla="*/ 912671 h 6858000"/>
              <a:gd name="connsiteX762" fmla="*/ 5460148 w 7467663"/>
              <a:gd name="connsiteY762" fmla="*/ 911442 h 6858000"/>
              <a:gd name="connsiteX763" fmla="*/ 5648971 w 7467663"/>
              <a:gd name="connsiteY763" fmla="*/ 891331 h 6858000"/>
              <a:gd name="connsiteX764" fmla="*/ 5844807 w 7467663"/>
              <a:gd name="connsiteY764" fmla="*/ 870718 h 6858000"/>
              <a:gd name="connsiteX765" fmla="*/ 5862975 w 7467663"/>
              <a:gd name="connsiteY765" fmla="*/ 869756 h 6858000"/>
              <a:gd name="connsiteX766" fmla="*/ 5920887 w 7467663"/>
              <a:gd name="connsiteY766" fmla="*/ 865929 h 6858000"/>
              <a:gd name="connsiteX767" fmla="*/ 5504425 w 7467663"/>
              <a:gd name="connsiteY767" fmla="*/ 848067 h 6858000"/>
              <a:gd name="connsiteX768" fmla="*/ 3607114 w 7467663"/>
              <a:gd name="connsiteY768" fmla="*/ 467441 h 6858000"/>
              <a:gd name="connsiteX769" fmla="*/ 3296242 w 7467663"/>
              <a:gd name="connsiteY769" fmla="*/ 807991 h 6858000"/>
              <a:gd name="connsiteX770" fmla="*/ 3174674 w 7467663"/>
              <a:gd name="connsiteY770" fmla="*/ 919759 h 6858000"/>
              <a:gd name="connsiteX771" fmla="*/ 3042978 w 7467663"/>
              <a:gd name="connsiteY771" fmla="*/ 1054894 h 6858000"/>
              <a:gd name="connsiteX772" fmla="*/ 2968914 w 7467663"/>
              <a:gd name="connsiteY772" fmla="*/ 1133756 h 6858000"/>
              <a:gd name="connsiteX773" fmla="*/ 3103823 w 7467663"/>
              <a:gd name="connsiteY773" fmla="*/ 1026814 h 6858000"/>
              <a:gd name="connsiteX774" fmla="*/ 3607114 w 7467663"/>
              <a:gd name="connsiteY774" fmla="*/ 467441 h 6858000"/>
              <a:gd name="connsiteX775" fmla="*/ 3744487 w 7467663"/>
              <a:gd name="connsiteY775" fmla="*/ 383136 h 6858000"/>
              <a:gd name="connsiteX776" fmla="*/ 3970213 w 7467663"/>
              <a:gd name="connsiteY776" fmla="*/ 995559 h 6858000"/>
              <a:gd name="connsiteX777" fmla="*/ 3744487 w 7467663"/>
              <a:gd name="connsiteY777" fmla="*/ 383136 h 6858000"/>
              <a:gd name="connsiteX778" fmla="*/ 3624562 w 7467663"/>
              <a:gd name="connsiteY778" fmla="*/ 367041 h 6858000"/>
              <a:gd name="connsiteX779" fmla="*/ 3489712 w 7467663"/>
              <a:gd name="connsiteY779" fmla="*/ 485386 h 6858000"/>
              <a:gd name="connsiteX780" fmla="*/ 3182994 w 7467663"/>
              <a:gd name="connsiteY780" fmla="*/ 828265 h 6858000"/>
              <a:gd name="connsiteX781" fmla="*/ 2892114 w 7467663"/>
              <a:gd name="connsiteY781" fmla="*/ 1172635 h 6858000"/>
              <a:gd name="connsiteX782" fmla="*/ 3021459 w 7467663"/>
              <a:gd name="connsiteY782" fmla="*/ 1035385 h 6858000"/>
              <a:gd name="connsiteX783" fmla="*/ 3153873 w 7467663"/>
              <a:gd name="connsiteY783" fmla="*/ 898971 h 6858000"/>
              <a:gd name="connsiteX784" fmla="*/ 3276511 w 7467663"/>
              <a:gd name="connsiteY784" fmla="*/ 786423 h 6858000"/>
              <a:gd name="connsiteX785" fmla="*/ 3584154 w 7467663"/>
              <a:gd name="connsiteY785" fmla="*/ 448218 h 6858000"/>
              <a:gd name="connsiteX786" fmla="*/ 3624562 w 7467663"/>
              <a:gd name="connsiteY786" fmla="*/ 367041 h 6858000"/>
              <a:gd name="connsiteX787" fmla="*/ 3766672 w 7467663"/>
              <a:gd name="connsiteY787" fmla="*/ 359429 h 6858000"/>
              <a:gd name="connsiteX788" fmla="*/ 3996338 w 7467663"/>
              <a:gd name="connsiteY788" fmla="*/ 968237 h 6858000"/>
              <a:gd name="connsiteX789" fmla="*/ 3766672 w 7467663"/>
              <a:gd name="connsiteY789" fmla="*/ 359429 h 6858000"/>
              <a:gd name="connsiteX790" fmla="*/ 5805386 w 7467663"/>
              <a:gd name="connsiteY790" fmla="*/ 239240 h 6858000"/>
              <a:gd name="connsiteX791" fmla="*/ 5736947 w 7467663"/>
              <a:gd name="connsiteY791" fmla="*/ 261367 h 6858000"/>
              <a:gd name="connsiteX792" fmla="*/ 5427012 w 7467663"/>
              <a:gd name="connsiteY792" fmla="*/ 311272 h 6858000"/>
              <a:gd name="connsiteX793" fmla="*/ 5147818 w 7467663"/>
              <a:gd name="connsiteY793" fmla="*/ 322112 h 6858000"/>
              <a:gd name="connsiteX794" fmla="*/ 5060854 w 7467663"/>
              <a:gd name="connsiteY794" fmla="*/ 311882 h 6858000"/>
              <a:gd name="connsiteX795" fmla="*/ 4945989 w 7467663"/>
              <a:gd name="connsiteY795" fmla="*/ 300516 h 6858000"/>
              <a:gd name="connsiteX796" fmla="*/ 5410479 w 7467663"/>
              <a:gd name="connsiteY796" fmla="*/ 348434 h 6858000"/>
              <a:gd name="connsiteX797" fmla="*/ 5805386 w 7467663"/>
              <a:gd name="connsiteY797" fmla="*/ 239240 h 6858000"/>
              <a:gd name="connsiteX798" fmla="*/ 5905192 w 7467663"/>
              <a:gd name="connsiteY798" fmla="*/ 163079 h 6858000"/>
              <a:gd name="connsiteX799" fmla="*/ 5865655 w 7467663"/>
              <a:gd name="connsiteY799" fmla="*/ 171901 h 6858000"/>
              <a:gd name="connsiteX800" fmla="*/ 5259740 w 7467663"/>
              <a:gd name="connsiteY800" fmla="*/ 257013 h 6858000"/>
              <a:gd name="connsiteX801" fmla="*/ 5208466 w 7467663"/>
              <a:gd name="connsiteY801" fmla="*/ 257550 h 6858000"/>
              <a:gd name="connsiteX802" fmla="*/ 4980204 w 7467663"/>
              <a:gd name="connsiteY802" fmla="*/ 271903 h 6858000"/>
              <a:gd name="connsiteX803" fmla="*/ 5068068 w 7467663"/>
              <a:gd name="connsiteY803" fmla="*/ 282244 h 6858000"/>
              <a:gd name="connsiteX804" fmla="*/ 5153231 w 7467663"/>
              <a:gd name="connsiteY804" fmla="*/ 292240 h 6858000"/>
              <a:gd name="connsiteX805" fmla="*/ 5426491 w 7467663"/>
              <a:gd name="connsiteY805" fmla="*/ 281128 h 6858000"/>
              <a:gd name="connsiteX806" fmla="*/ 5731212 w 7467663"/>
              <a:gd name="connsiteY806" fmla="*/ 231951 h 6858000"/>
              <a:gd name="connsiteX807" fmla="*/ 5905192 w 7467663"/>
              <a:gd name="connsiteY807" fmla="*/ 163079 h 6858000"/>
              <a:gd name="connsiteX808" fmla="*/ 5944437 w 7467663"/>
              <a:gd name="connsiteY808" fmla="*/ 113829 h 6858000"/>
              <a:gd name="connsiteX809" fmla="*/ 5825032 w 7467663"/>
              <a:gd name="connsiteY809" fmla="*/ 146405 h 6858000"/>
              <a:gd name="connsiteX810" fmla="*/ 4955599 w 7467663"/>
              <a:gd name="connsiteY810" fmla="*/ 247008 h 6858000"/>
              <a:gd name="connsiteX811" fmla="*/ 5210104 w 7467663"/>
              <a:gd name="connsiteY811" fmla="*/ 228123 h 6858000"/>
              <a:gd name="connsiteX812" fmla="*/ 5261015 w 7467663"/>
              <a:gd name="connsiteY812" fmla="*/ 227087 h 6858000"/>
              <a:gd name="connsiteX813" fmla="*/ 5861181 w 7467663"/>
              <a:gd name="connsiteY813" fmla="*/ 143093 h 6858000"/>
              <a:gd name="connsiteX814" fmla="*/ 5961252 w 7467663"/>
              <a:gd name="connsiteY814" fmla="*/ 114820 h 6858000"/>
              <a:gd name="connsiteX815" fmla="*/ 5944437 w 7467663"/>
              <a:gd name="connsiteY815" fmla="*/ 113829 h 6858000"/>
              <a:gd name="connsiteX816" fmla="*/ 3882765 w 7467663"/>
              <a:gd name="connsiteY816" fmla="*/ 0 h 6858000"/>
              <a:gd name="connsiteX817" fmla="*/ 3995099 w 7467663"/>
              <a:gd name="connsiteY817" fmla="*/ 0 h 6858000"/>
              <a:gd name="connsiteX818" fmla="*/ 4163818 w 7467663"/>
              <a:gd name="connsiteY818" fmla="*/ 234104 h 6858000"/>
              <a:gd name="connsiteX819" fmla="*/ 4172099 w 7467663"/>
              <a:gd name="connsiteY819" fmla="*/ 234207 h 6858000"/>
              <a:gd name="connsiteX820" fmla="*/ 4784282 w 7467663"/>
              <a:gd name="connsiteY820" fmla="*/ 276561 h 6858000"/>
              <a:gd name="connsiteX821" fmla="*/ 4801687 w 7467663"/>
              <a:gd name="connsiteY821" fmla="*/ 267764 h 6858000"/>
              <a:gd name="connsiteX822" fmla="*/ 6082788 w 7467663"/>
              <a:gd name="connsiteY822" fmla="*/ 64119 h 6858000"/>
              <a:gd name="connsiteX823" fmla="*/ 6099442 w 7467663"/>
              <a:gd name="connsiteY823" fmla="*/ 82568 h 6858000"/>
              <a:gd name="connsiteX824" fmla="*/ 4804137 w 7467663"/>
              <a:gd name="connsiteY824" fmla="*/ 320931 h 6858000"/>
              <a:gd name="connsiteX825" fmla="*/ 4227047 w 7467663"/>
              <a:gd name="connsiteY825" fmla="*/ 313415 h 6858000"/>
              <a:gd name="connsiteX826" fmla="*/ 4346041 w 7467663"/>
              <a:gd name="connsiteY826" fmla="*/ 456086 h 6858000"/>
              <a:gd name="connsiteX827" fmla="*/ 4870967 w 7467663"/>
              <a:gd name="connsiteY827" fmla="*/ 963061 h 6858000"/>
              <a:gd name="connsiteX828" fmla="*/ 4889647 w 7467663"/>
              <a:gd name="connsiteY828" fmla="*/ 957147 h 6858000"/>
              <a:gd name="connsiteX829" fmla="*/ 5422504 w 7467663"/>
              <a:gd name="connsiteY829" fmla="*/ 805191 h 6858000"/>
              <a:gd name="connsiteX830" fmla="*/ 6087656 w 7467663"/>
              <a:gd name="connsiteY830" fmla="*/ 826703 h 6858000"/>
              <a:gd name="connsiteX831" fmla="*/ 6058717 w 7467663"/>
              <a:gd name="connsiteY831" fmla="*/ 865992 h 6858000"/>
              <a:gd name="connsiteX832" fmla="*/ 4974153 w 7467663"/>
              <a:gd name="connsiteY832" fmla="*/ 1045456 h 6858000"/>
              <a:gd name="connsiteX833" fmla="*/ 5627835 w 7467663"/>
              <a:gd name="connsiteY833" fmla="*/ 1472077 h 6858000"/>
              <a:gd name="connsiteX834" fmla="*/ 5629817 w 7467663"/>
              <a:gd name="connsiteY834" fmla="*/ 1471412 h 6858000"/>
              <a:gd name="connsiteX835" fmla="*/ 5634124 w 7467663"/>
              <a:gd name="connsiteY835" fmla="*/ 1470572 h 6858000"/>
              <a:gd name="connsiteX836" fmla="*/ 5755832 w 7467663"/>
              <a:gd name="connsiteY836" fmla="*/ 1383886 h 6858000"/>
              <a:gd name="connsiteX837" fmla="*/ 6014186 w 7467663"/>
              <a:gd name="connsiteY837" fmla="*/ 1279799 h 6858000"/>
              <a:gd name="connsiteX838" fmla="*/ 6901619 w 7467663"/>
              <a:gd name="connsiteY838" fmla="*/ 1047874 h 6858000"/>
              <a:gd name="connsiteX839" fmla="*/ 6931566 w 7467663"/>
              <a:gd name="connsiteY839" fmla="*/ 1062034 h 6858000"/>
              <a:gd name="connsiteX840" fmla="*/ 5790982 w 7467663"/>
              <a:gd name="connsiteY840" fmla="*/ 1561380 h 6858000"/>
              <a:gd name="connsiteX841" fmla="*/ 6188971 w 7467663"/>
              <a:gd name="connsiteY841" fmla="*/ 1755168 h 6858000"/>
              <a:gd name="connsiteX842" fmla="*/ 6202446 w 7467663"/>
              <a:gd name="connsiteY842" fmla="*/ 1752268 h 6858000"/>
              <a:gd name="connsiteX843" fmla="*/ 7179560 w 7467663"/>
              <a:gd name="connsiteY843" fmla="*/ 1467551 h 6858000"/>
              <a:gd name="connsiteX844" fmla="*/ 7158730 w 7467663"/>
              <a:gd name="connsiteY844" fmla="*/ 1507835 h 6858000"/>
              <a:gd name="connsiteX845" fmla="*/ 6326959 w 7467663"/>
              <a:gd name="connsiteY845" fmla="*/ 1817686 h 6858000"/>
              <a:gd name="connsiteX846" fmla="*/ 6537433 w 7467663"/>
              <a:gd name="connsiteY846" fmla="*/ 1907790 h 6858000"/>
              <a:gd name="connsiteX847" fmla="*/ 6550221 w 7467663"/>
              <a:gd name="connsiteY847" fmla="*/ 1910729 h 6858000"/>
              <a:gd name="connsiteX848" fmla="*/ 6964438 w 7467663"/>
              <a:gd name="connsiteY848" fmla="*/ 2209505 h 6858000"/>
              <a:gd name="connsiteX849" fmla="*/ 7367862 w 7467663"/>
              <a:gd name="connsiteY849" fmla="*/ 2806833 h 6858000"/>
              <a:gd name="connsiteX850" fmla="*/ 7364329 w 7467663"/>
              <a:gd name="connsiteY850" fmla="*/ 2826907 h 6858000"/>
              <a:gd name="connsiteX851" fmla="*/ 7290545 w 7467663"/>
              <a:gd name="connsiteY851" fmla="*/ 2850663 h 6858000"/>
              <a:gd name="connsiteX852" fmla="*/ 6472036 w 7467663"/>
              <a:gd name="connsiteY852" fmla="*/ 1959003 h 6858000"/>
              <a:gd name="connsiteX853" fmla="*/ 5792897 w 7467663"/>
              <a:gd name="connsiteY853" fmla="*/ 1647747 h 6858000"/>
              <a:gd name="connsiteX854" fmla="*/ 5842751 w 7467663"/>
              <a:gd name="connsiteY854" fmla="*/ 1816112 h 6858000"/>
              <a:gd name="connsiteX855" fmla="*/ 5847424 w 7467663"/>
              <a:gd name="connsiteY855" fmla="*/ 1815776 h 6858000"/>
              <a:gd name="connsiteX856" fmla="*/ 6399821 w 7467663"/>
              <a:gd name="connsiteY856" fmla="*/ 2344799 h 6858000"/>
              <a:gd name="connsiteX857" fmla="*/ 6323232 w 7467663"/>
              <a:gd name="connsiteY857" fmla="*/ 2389634 h 6858000"/>
              <a:gd name="connsiteX858" fmla="*/ 5942958 w 7467663"/>
              <a:gd name="connsiteY858" fmla="*/ 2077708 h 6858000"/>
              <a:gd name="connsiteX859" fmla="*/ 5921559 w 7467663"/>
              <a:gd name="connsiteY859" fmla="*/ 2378596 h 6858000"/>
              <a:gd name="connsiteX860" fmla="*/ 5817651 w 7467663"/>
              <a:gd name="connsiteY860" fmla="*/ 3023919 h 6858000"/>
              <a:gd name="connsiteX861" fmla="*/ 5729634 w 7467663"/>
              <a:gd name="connsiteY861" fmla="*/ 3051849 h 6858000"/>
              <a:gd name="connsiteX862" fmla="*/ 5611018 w 7467663"/>
              <a:gd name="connsiteY862" fmla="*/ 2316769 h 6858000"/>
              <a:gd name="connsiteX863" fmla="*/ 5687608 w 7467663"/>
              <a:gd name="connsiteY863" fmla="*/ 2039972 h 6858000"/>
              <a:gd name="connsiteX864" fmla="*/ 5657554 w 7467663"/>
              <a:gd name="connsiteY864" fmla="*/ 1576445 h 6858000"/>
              <a:gd name="connsiteX865" fmla="*/ 5150475 w 7467663"/>
              <a:gd name="connsiteY865" fmla="*/ 1274012 h 6858000"/>
              <a:gd name="connsiteX866" fmla="*/ 5349142 w 7467663"/>
              <a:gd name="connsiteY866" fmla="*/ 2204405 h 6858000"/>
              <a:gd name="connsiteX867" fmla="*/ 5262214 w 7467663"/>
              <a:gd name="connsiteY867" fmla="*/ 2233836 h 6858000"/>
              <a:gd name="connsiteX868" fmla="*/ 4981539 w 7467663"/>
              <a:gd name="connsiteY868" fmla="*/ 1542201 h 6858000"/>
              <a:gd name="connsiteX869" fmla="*/ 4958461 w 7467663"/>
              <a:gd name="connsiteY869" fmla="*/ 1136957 h 6858000"/>
              <a:gd name="connsiteX870" fmla="*/ 4655015 w 7467663"/>
              <a:gd name="connsiteY870" fmla="*/ 891426 h 6858000"/>
              <a:gd name="connsiteX871" fmla="*/ 4348002 w 7467663"/>
              <a:gd name="connsiteY871" fmla="*/ 2205895 h 6858000"/>
              <a:gd name="connsiteX872" fmla="*/ 4262250 w 7467663"/>
              <a:gd name="connsiteY872" fmla="*/ 2219972 h 6858000"/>
              <a:gd name="connsiteX873" fmla="*/ 4550611 w 7467663"/>
              <a:gd name="connsiteY873" fmla="*/ 817540 h 6858000"/>
              <a:gd name="connsiteX874" fmla="*/ 4564418 w 7467663"/>
              <a:gd name="connsiteY874" fmla="*/ 808293 h 6858000"/>
              <a:gd name="connsiteX875" fmla="*/ 4266388 w 7467663"/>
              <a:gd name="connsiteY875" fmla="*/ 500083 h 6858000"/>
              <a:gd name="connsiteX876" fmla="*/ 4032842 w 7467663"/>
              <a:gd name="connsiteY876" fmla="*/ 211809 h 6858000"/>
              <a:gd name="connsiteX877" fmla="*/ 3882765 w 7467663"/>
              <a:gd name="connsiteY877" fmla="*/ 0 h 6858000"/>
              <a:gd name="connsiteX878" fmla="*/ 3721337 w 7467663"/>
              <a:gd name="connsiteY878" fmla="*/ 0 h 6858000"/>
              <a:gd name="connsiteX879" fmla="*/ 3797544 w 7467663"/>
              <a:gd name="connsiteY879" fmla="*/ 0 h 6858000"/>
              <a:gd name="connsiteX880" fmla="*/ 3775734 w 7467663"/>
              <a:gd name="connsiteY880" fmla="*/ 95131 h 6858000"/>
              <a:gd name="connsiteX881" fmla="*/ 3724807 w 7467663"/>
              <a:gd name="connsiteY881" fmla="*/ 272257 h 6858000"/>
              <a:gd name="connsiteX882" fmla="*/ 3726844 w 7467663"/>
              <a:gd name="connsiteY882" fmla="*/ 282988 h 6858000"/>
              <a:gd name="connsiteX883" fmla="*/ 3742664 w 7467663"/>
              <a:gd name="connsiteY883" fmla="*/ 279918 h 6858000"/>
              <a:gd name="connsiteX884" fmla="*/ 4103910 w 7467663"/>
              <a:gd name="connsiteY884" fmla="*/ 1161917 h 6858000"/>
              <a:gd name="connsiteX885" fmla="*/ 4020269 w 7467663"/>
              <a:gd name="connsiteY885" fmla="*/ 1200406 h 6858000"/>
              <a:gd name="connsiteX886" fmla="*/ 3674882 w 7467663"/>
              <a:gd name="connsiteY886" fmla="*/ 488524 h 6858000"/>
              <a:gd name="connsiteX887" fmla="*/ 3132682 w 7467663"/>
              <a:gd name="connsiteY887" fmla="*/ 1072284 h 6858000"/>
              <a:gd name="connsiteX888" fmla="*/ 2716346 w 7467663"/>
              <a:gd name="connsiteY888" fmla="*/ 1276376 h 6858000"/>
              <a:gd name="connsiteX889" fmla="*/ 2716772 w 7467663"/>
              <a:gd name="connsiteY889" fmla="*/ 1255462 h 6858000"/>
              <a:gd name="connsiteX890" fmla="*/ 3471096 w 7467663"/>
              <a:gd name="connsiteY890" fmla="*/ 437072 h 6858000"/>
              <a:gd name="connsiteX891" fmla="*/ 3639057 w 7467663"/>
              <a:gd name="connsiteY891" fmla="*/ 286334 h 6858000"/>
              <a:gd name="connsiteX892" fmla="*/ 3640309 w 7467663"/>
              <a:gd name="connsiteY892" fmla="*/ 284664 h 6858000"/>
              <a:gd name="connsiteX893" fmla="*/ 3646022 w 7467663"/>
              <a:gd name="connsiteY893" fmla="*/ 276711 h 6858000"/>
              <a:gd name="connsiteX894" fmla="*/ 3707943 w 7467663"/>
              <a:gd name="connsiteY894" fmla="*/ 65958 h 6858000"/>
              <a:gd name="connsiteX895" fmla="*/ 3721337 w 7467663"/>
              <a:gd name="connsiteY895" fmla="*/ 0 h 6858000"/>
              <a:gd name="connsiteX896" fmla="*/ 2867960 w 7467663"/>
              <a:gd name="connsiteY896" fmla="*/ 0 h 6858000"/>
              <a:gd name="connsiteX897" fmla="*/ 2926351 w 7467663"/>
              <a:gd name="connsiteY897" fmla="*/ 0 h 6858000"/>
              <a:gd name="connsiteX898" fmla="*/ 2902823 w 7467663"/>
              <a:gd name="connsiteY898" fmla="*/ 262929 h 6858000"/>
              <a:gd name="connsiteX899" fmla="*/ 2940663 w 7467663"/>
              <a:gd name="connsiteY899" fmla="*/ 140884 h 6858000"/>
              <a:gd name="connsiteX900" fmla="*/ 2947039 w 7467663"/>
              <a:gd name="connsiteY900" fmla="*/ 122524 h 6858000"/>
              <a:gd name="connsiteX901" fmla="*/ 2984316 w 7467663"/>
              <a:gd name="connsiteY901" fmla="*/ 0 h 6858000"/>
              <a:gd name="connsiteX902" fmla="*/ 3016114 w 7467663"/>
              <a:gd name="connsiteY902" fmla="*/ 0 h 6858000"/>
              <a:gd name="connsiteX903" fmla="*/ 2979949 w 7467663"/>
              <a:gd name="connsiteY903" fmla="*/ 119274 h 6858000"/>
              <a:gd name="connsiteX904" fmla="*/ 3023879 w 7467663"/>
              <a:gd name="connsiteY904" fmla="*/ 0 h 6858000"/>
              <a:gd name="connsiteX905" fmla="*/ 3105400 w 7467663"/>
              <a:gd name="connsiteY905" fmla="*/ 0 h 6858000"/>
              <a:gd name="connsiteX906" fmla="*/ 3094669 w 7467663"/>
              <a:gd name="connsiteY906" fmla="*/ 30308 h 6858000"/>
              <a:gd name="connsiteX907" fmla="*/ 2901945 w 7467663"/>
              <a:gd name="connsiteY907" fmla="*/ 466538 h 6858000"/>
              <a:gd name="connsiteX908" fmla="*/ 2815209 w 7467663"/>
              <a:gd name="connsiteY908" fmla="*/ 497361 h 6858000"/>
              <a:gd name="connsiteX909" fmla="*/ 2844845 w 7467663"/>
              <a:gd name="connsiteY909" fmla="*/ 127638 h 6858000"/>
              <a:gd name="connsiteX910" fmla="*/ 2867960 w 7467663"/>
              <a:gd name="connsiteY910" fmla="*/ 0 h 6858000"/>
              <a:gd name="connsiteX911" fmla="*/ 1057230 w 7467663"/>
              <a:gd name="connsiteY911" fmla="*/ 0 h 6858000"/>
              <a:gd name="connsiteX912" fmla="*/ 1111003 w 7467663"/>
              <a:gd name="connsiteY912" fmla="*/ 0 h 6858000"/>
              <a:gd name="connsiteX913" fmla="*/ 1125553 w 7467663"/>
              <a:gd name="connsiteY913" fmla="*/ 52588 h 6858000"/>
              <a:gd name="connsiteX914" fmla="*/ 1304276 w 7467663"/>
              <a:gd name="connsiteY914" fmla="*/ 476275 h 6858000"/>
              <a:gd name="connsiteX915" fmla="*/ 1492066 w 7467663"/>
              <a:gd name="connsiteY915" fmla="*/ 886333 h 6858000"/>
              <a:gd name="connsiteX916" fmla="*/ 1423698 w 7467663"/>
              <a:gd name="connsiteY916" fmla="*/ 710817 h 6858000"/>
              <a:gd name="connsiteX917" fmla="*/ 1357609 w 7467663"/>
              <a:gd name="connsiteY917" fmla="*/ 532892 h 6858000"/>
              <a:gd name="connsiteX918" fmla="*/ 1309550 w 7467663"/>
              <a:gd name="connsiteY918" fmla="*/ 374031 h 6858000"/>
              <a:gd name="connsiteX919" fmla="*/ 1193673 w 7467663"/>
              <a:gd name="connsiteY919" fmla="*/ 49533 h 6858000"/>
              <a:gd name="connsiteX920" fmla="*/ 1164391 w 7467663"/>
              <a:gd name="connsiteY920" fmla="*/ 0 h 6858000"/>
              <a:gd name="connsiteX921" fmla="*/ 1200666 w 7467663"/>
              <a:gd name="connsiteY921" fmla="*/ 0 h 6858000"/>
              <a:gd name="connsiteX922" fmla="*/ 1223408 w 7467663"/>
              <a:gd name="connsiteY922" fmla="*/ 38996 h 6858000"/>
              <a:gd name="connsiteX923" fmla="*/ 1339635 w 7467663"/>
              <a:gd name="connsiteY923" fmla="*/ 365517 h 6858000"/>
              <a:gd name="connsiteX924" fmla="*/ 1387469 w 7467663"/>
              <a:gd name="connsiteY924" fmla="*/ 523079 h 6858000"/>
              <a:gd name="connsiteX925" fmla="*/ 1452685 w 7467663"/>
              <a:gd name="connsiteY925" fmla="*/ 699806 h 6858000"/>
              <a:gd name="connsiteX926" fmla="*/ 1492092 w 7467663"/>
              <a:gd name="connsiteY926" fmla="*/ 800424 h 6858000"/>
              <a:gd name="connsiteX927" fmla="*/ 1455302 w 7467663"/>
              <a:gd name="connsiteY927" fmla="*/ 632913 h 6858000"/>
              <a:gd name="connsiteX928" fmla="*/ 1222336 w 7467663"/>
              <a:gd name="connsiteY928" fmla="*/ 9480 h 6858000"/>
              <a:gd name="connsiteX929" fmla="*/ 1214634 w 7467663"/>
              <a:gd name="connsiteY929" fmla="*/ 0 h 6858000"/>
              <a:gd name="connsiteX930" fmla="*/ 1289827 w 7467663"/>
              <a:gd name="connsiteY930" fmla="*/ 0 h 6858000"/>
              <a:gd name="connsiteX931" fmla="*/ 1321076 w 7467663"/>
              <a:gd name="connsiteY931" fmla="*/ 59722 h 6858000"/>
              <a:gd name="connsiteX932" fmla="*/ 1512579 w 7467663"/>
              <a:gd name="connsiteY932" fmla="*/ 626441 h 6858000"/>
              <a:gd name="connsiteX933" fmla="*/ 1506076 w 7467663"/>
              <a:gd name="connsiteY933" fmla="*/ 1089289 h 6858000"/>
              <a:gd name="connsiteX934" fmla="*/ 1486346 w 7467663"/>
              <a:gd name="connsiteY934" fmla="*/ 1079919 h 6858000"/>
              <a:gd name="connsiteX935" fmla="*/ 1070511 w 7467663"/>
              <a:gd name="connsiteY935" fmla="*/ 48609 h 6858000"/>
              <a:gd name="connsiteX936" fmla="*/ 1057230 w 7467663"/>
              <a:gd name="connsiteY936" fmla="*/ 0 h 6858000"/>
              <a:gd name="connsiteX937" fmla="*/ 43151 w 7467663"/>
              <a:gd name="connsiteY937" fmla="*/ 0 h 6858000"/>
              <a:gd name="connsiteX938" fmla="*/ 95283 w 7467663"/>
              <a:gd name="connsiteY938" fmla="*/ 0 h 6858000"/>
              <a:gd name="connsiteX939" fmla="*/ 300708 w 7467663"/>
              <a:gd name="connsiteY939" fmla="*/ 154571 h 6858000"/>
              <a:gd name="connsiteX940" fmla="*/ 530414 w 7467663"/>
              <a:gd name="connsiteY940" fmla="*/ 354673 h 6858000"/>
              <a:gd name="connsiteX941" fmla="*/ 333785 w 7467663"/>
              <a:gd name="connsiteY941" fmla="*/ 161564 h 6858000"/>
              <a:gd name="connsiteX942" fmla="*/ 147005 w 7467663"/>
              <a:gd name="connsiteY942" fmla="*/ 0 h 6858000"/>
              <a:gd name="connsiteX943" fmla="*/ 272509 w 7467663"/>
              <a:gd name="connsiteY943" fmla="*/ 0 h 6858000"/>
              <a:gd name="connsiteX944" fmla="*/ 326276 w 7467663"/>
              <a:gd name="connsiteY944" fmla="*/ 45847 h 6858000"/>
              <a:gd name="connsiteX945" fmla="*/ 823759 w 7467663"/>
              <a:gd name="connsiteY945" fmla="*/ 574145 h 6858000"/>
              <a:gd name="connsiteX946" fmla="*/ 811254 w 7467663"/>
              <a:gd name="connsiteY946" fmla="*/ 665546 h 6858000"/>
              <a:gd name="connsiteX947" fmla="*/ 154042 w 7467663"/>
              <a:gd name="connsiteY947" fmla="*/ 261522 h 6858000"/>
              <a:gd name="connsiteX948" fmla="*/ 13550 w 7467663"/>
              <a:gd name="connsiteY948" fmla="*/ 158423 h 6858000"/>
              <a:gd name="connsiteX949" fmla="*/ 0 w 7467663"/>
              <a:gd name="connsiteY949" fmla="*/ 146618 h 6858000"/>
              <a:gd name="connsiteX950" fmla="*/ 0 w 7467663"/>
              <a:gd name="connsiteY950" fmla="*/ 59161 h 6858000"/>
              <a:gd name="connsiteX951" fmla="*/ 45427 w 7467663"/>
              <a:gd name="connsiteY951" fmla="*/ 101078 h 6858000"/>
              <a:gd name="connsiteX952" fmla="*/ 630103 w 7467663"/>
              <a:gd name="connsiteY952" fmla="*/ 485885 h 6858000"/>
              <a:gd name="connsiteX953" fmla="*/ 532040 w 7467663"/>
              <a:gd name="connsiteY953" fmla="*/ 399359 h 6858000"/>
              <a:gd name="connsiteX954" fmla="*/ 517618 w 7467663"/>
              <a:gd name="connsiteY954" fmla="*/ 385726 h 6858000"/>
              <a:gd name="connsiteX955" fmla="*/ 285074 w 7467663"/>
              <a:gd name="connsiteY955" fmla="*/ 182755 h 6858000"/>
              <a:gd name="connsiteX956" fmla="*/ 43151 w 7467663"/>
              <a:gd name="connsiteY95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7454976 w 7467600"/>
              <a:gd name="connsiteY74" fmla="*/ 6318297 h 6858000"/>
              <a:gd name="connsiteX75" fmla="*/ 7467600 w 7467600"/>
              <a:gd name="connsiteY75" fmla="*/ 6334256 h 6858000"/>
              <a:gd name="connsiteX76" fmla="*/ 7454976 w 7467600"/>
              <a:gd name="connsiteY76" fmla="*/ 6318297 h 6858000"/>
              <a:gd name="connsiteX77" fmla="*/ 1456157 w 7467600"/>
              <a:gd name="connsiteY77" fmla="*/ 5371404 h 6858000"/>
              <a:gd name="connsiteX78" fmla="*/ 1244432 w 7467600"/>
              <a:gd name="connsiteY78" fmla="*/ 5385601 h 6858000"/>
              <a:gd name="connsiteX79" fmla="*/ 973990 w 7467600"/>
              <a:gd name="connsiteY79" fmla="*/ 5424940 h 6858000"/>
              <a:gd name="connsiteX80" fmla="*/ 1103809 w 7467600"/>
              <a:gd name="connsiteY80" fmla="*/ 5433720 h 6858000"/>
              <a:gd name="connsiteX81" fmla="*/ 1123454 w 7467600"/>
              <a:gd name="connsiteY81" fmla="*/ 5435727 h 6858000"/>
              <a:gd name="connsiteX82" fmla="*/ 1737017 w 7467600"/>
              <a:gd name="connsiteY82" fmla="*/ 5452183 h 6858000"/>
              <a:gd name="connsiteX83" fmla="*/ 1824397 w 7467600"/>
              <a:gd name="connsiteY83" fmla="*/ 5447757 h 6858000"/>
              <a:gd name="connsiteX84" fmla="*/ 2070059 w 7467600"/>
              <a:gd name="connsiteY84" fmla="*/ 5441660 h 6858000"/>
              <a:gd name="connsiteX85" fmla="*/ 1456157 w 7467600"/>
              <a:gd name="connsiteY85" fmla="*/ 5371404 h 6858000"/>
              <a:gd name="connsiteX86" fmla="*/ 4988186 w 7467600"/>
              <a:gd name="connsiteY86" fmla="*/ 5216467 h 6858000"/>
              <a:gd name="connsiteX87" fmla="*/ 4777334 w 7467600"/>
              <a:gd name="connsiteY87" fmla="*/ 5406072 h 6858000"/>
              <a:gd name="connsiteX88" fmla="*/ 4718341 w 7467600"/>
              <a:gd name="connsiteY88" fmla="*/ 5468043 h 6858000"/>
              <a:gd name="connsiteX89" fmla="*/ 4604655 w 7467600"/>
              <a:gd name="connsiteY89" fmla="*/ 5583434 h 6858000"/>
              <a:gd name="connsiteX90" fmla="*/ 4565074 w 7467600"/>
              <a:gd name="connsiteY90" fmla="*/ 5618550 h 6858000"/>
              <a:gd name="connsiteX91" fmla="*/ 4988186 w 7467600"/>
              <a:gd name="connsiteY91" fmla="*/ 5216467 h 6858000"/>
              <a:gd name="connsiteX92" fmla="*/ 4978032 w 7467600"/>
              <a:gd name="connsiteY92" fmla="*/ 5183809 h 6858000"/>
              <a:gd name="connsiteX93" fmla="*/ 4463413 w 7467600"/>
              <a:gd name="connsiteY93" fmla="*/ 5615162 h 6858000"/>
              <a:gd name="connsiteX94" fmla="*/ 4358134 w 7467600"/>
              <a:gd name="connsiteY94" fmla="*/ 5742791 h 6858000"/>
              <a:gd name="connsiteX95" fmla="*/ 4376219 w 7467600"/>
              <a:gd name="connsiteY95" fmla="*/ 5729027 h 6858000"/>
              <a:gd name="connsiteX96" fmla="*/ 4582340 w 7467600"/>
              <a:gd name="connsiteY96" fmla="*/ 5561037 h 6858000"/>
              <a:gd name="connsiteX97" fmla="*/ 4694684 w 7467600"/>
              <a:gd name="connsiteY97" fmla="*/ 5447098 h 6858000"/>
              <a:gd name="connsiteX98" fmla="*/ 4754123 w 7467600"/>
              <a:gd name="connsiteY98" fmla="*/ 5384643 h 6858000"/>
              <a:gd name="connsiteX99" fmla="*/ 4978032 w 7467600"/>
              <a:gd name="connsiteY99" fmla="*/ 5183809 h 6858000"/>
              <a:gd name="connsiteX100" fmla="*/ 1903353 w 7467600"/>
              <a:gd name="connsiteY100" fmla="*/ 5044827 h 6858000"/>
              <a:gd name="connsiteX101" fmla="*/ 1936931 w 7467600"/>
              <a:gd name="connsiteY101" fmla="*/ 5093954 h 6858000"/>
              <a:gd name="connsiteX102" fmla="*/ 2195868 w 7467600"/>
              <a:gd name="connsiteY102" fmla="*/ 5396574 h 6858000"/>
              <a:gd name="connsiteX103" fmla="*/ 2088852 w 7467600"/>
              <a:gd name="connsiteY103" fmla="*/ 5166123 h 6858000"/>
              <a:gd name="connsiteX104" fmla="*/ 1958241 w 7467600"/>
              <a:gd name="connsiteY104" fmla="*/ 5067955 h 6858000"/>
              <a:gd name="connsiteX105" fmla="*/ 1903353 w 7467600"/>
              <a:gd name="connsiteY105" fmla="*/ 5044827 h 6858000"/>
              <a:gd name="connsiteX106" fmla="*/ 1979378 w 7467600"/>
              <a:gd name="connsiteY106" fmla="*/ 4769504 h 6858000"/>
              <a:gd name="connsiteX107" fmla="*/ 2882120 w 7467600"/>
              <a:gd name="connsiteY107" fmla="*/ 5064547 h 6858000"/>
              <a:gd name="connsiteX108" fmla="*/ 2793103 w 7467600"/>
              <a:gd name="connsiteY108" fmla="*/ 5039699 h 6858000"/>
              <a:gd name="connsiteX109" fmla="*/ 2770041 w 7467600"/>
              <a:gd name="connsiteY109" fmla="*/ 5033634 h 6858000"/>
              <a:gd name="connsiteX110" fmla="*/ 1979378 w 7467600"/>
              <a:gd name="connsiteY110" fmla="*/ 4769504 h 6858000"/>
              <a:gd name="connsiteX111" fmla="*/ 1927410 w 7467600"/>
              <a:gd name="connsiteY111" fmla="*/ 4716164 h 6858000"/>
              <a:gd name="connsiteX112" fmla="*/ 1959587 w 7467600"/>
              <a:gd name="connsiteY112" fmla="*/ 4728849 h 6858000"/>
              <a:gd name="connsiteX113" fmla="*/ 2777707 w 7467600"/>
              <a:gd name="connsiteY113" fmla="*/ 5003991 h 6858000"/>
              <a:gd name="connsiteX114" fmla="*/ 2800768 w 7467600"/>
              <a:gd name="connsiteY114" fmla="*/ 5010056 h 6858000"/>
              <a:gd name="connsiteX115" fmla="*/ 2879408 w 7467600"/>
              <a:gd name="connsiteY115" fmla="*/ 5031590 h 6858000"/>
              <a:gd name="connsiteX116" fmla="*/ 2862295 w 7467600"/>
              <a:gd name="connsiteY116" fmla="*/ 5022958 h 6858000"/>
              <a:gd name="connsiteX117" fmla="*/ 2813343 w 7467600"/>
              <a:gd name="connsiteY117" fmla="*/ 4998369 h 6858000"/>
              <a:gd name="connsiteX118" fmla="*/ 2646245 w 7467600"/>
              <a:gd name="connsiteY118" fmla="*/ 4930999 h 6858000"/>
              <a:gd name="connsiteX119" fmla="*/ 1999243 w 7467600"/>
              <a:gd name="connsiteY119" fmla="*/ 4730524 h 6858000"/>
              <a:gd name="connsiteX120" fmla="*/ 1979527 w 7467600"/>
              <a:gd name="connsiteY120" fmla="*/ 4726651 h 6858000"/>
              <a:gd name="connsiteX121" fmla="*/ 1927410 w 7467600"/>
              <a:gd name="connsiteY121" fmla="*/ 4716164 h 6858000"/>
              <a:gd name="connsiteX122" fmla="*/ 1997014 w 7467600"/>
              <a:gd name="connsiteY122" fmla="*/ 4698007 h 6858000"/>
              <a:gd name="connsiteX123" fmla="*/ 2005458 w 7467600"/>
              <a:gd name="connsiteY123" fmla="*/ 4699540 h 6858000"/>
              <a:gd name="connsiteX124" fmla="*/ 2657186 w 7467600"/>
              <a:gd name="connsiteY124" fmla="*/ 4901687 h 6858000"/>
              <a:gd name="connsiteX125" fmla="*/ 2826662 w 7467600"/>
              <a:gd name="connsiteY125" fmla="*/ 4970362 h 6858000"/>
              <a:gd name="connsiteX126" fmla="*/ 2876100 w 7467600"/>
              <a:gd name="connsiteY126" fmla="*/ 4995397 h 6858000"/>
              <a:gd name="connsiteX127" fmla="*/ 3042600 w 7467600"/>
              <a:gd name="connsiteY127" fmla="*/ 5059532 h 6858000"/>
              <a:gd name="connsiteX128" fmla="*/ 1997014 w 7467600"/>
              <a:gd name="connsiteY128" fmla="*/ 4698007 h 6858000"/>
              <a:gd name="connsiteX129" fmla="*/ 2305292 w 7467600"/>
              <a:gd name="connsiteY129" fmla="*/ 4219492 h 6858000"/>
              <a:gd name="connsiteX130" fmla="*/ 3360922 w 7467600"/>
              <a:gd name="connsiteY130" fmla="*/ 4529373 h 6858000"/>
              <a:gd name="connsiteX131" fmla="*/ 3492420 w 7467600"/>
              <a:gd name="connsiteY131" fmla="*/ 4510145 h 6858000"/>
              <a:gd name="connsiteX132" fmla="*/ 3364086 w 7467600"/>
              <a:gd name="connsiteY132" fmla="*/ 4480340 h 6858000"/>
              <a:gd name="connsiteX133" fmla="*/ 3225818 w 7467600"/>
              <a:gd name="connsiteY133" fmla="*/ 4411822 h 6858000"/>
              <a:gd name="connsiteX134" fmla="*/ 3129696 w 7467600"/>
              <a:gd name="connsiteY134" fmla="*/ 4360704 h 6858000"/>
              <a:gd name="connsiteX135" fmla="*/ 2814545 w 7467600"/>
              <a:gd name="connsiteY135" fmla="*/ 4282955 h 6858000"/>
              <a:gd name="connsiteX136" fmla="*/ 2305292 w 7467600"/>
              <a:gd name="connsiteY136" fmla="*/ 4219492 h 6858000"/>
              <a:gd name="connsiteX137" fmla="*/ 2626982 w 7467600"/>
              <a:gd name="connsiteY137" fmla="*/ 4206450 h 6858000"/>
              <a:gd name="connsiteX138" fmla="*/ 2490617 w 7467600"/>
              <a:gd name="connsiteY138" fmla="*/ 4206951 h 6858000"/>
              <a:gd name="connsiteX139" fmla="*/ 2819869 w 7467600"/>
              <a:gd name="connsiteY139" fmla="*/ 4252936 h 6858000"/>
              <a:gd name="connsiteX140" fmla="*/ 3143018 w 7467600"/>
              <a:gd name="connsiteY140" fmla="*/ 4332698 h 6858000"/>
              <a:gd name="connsiteX141" fmla="*/ 3241520 w 7467600"/>
              <a:gd name="connsiteY141" fmla="*/ 4385112 h 6858000"/>
              <a:gd name="connsiteX142" fmla="*/ 3374575 w 7467600"/>
              <a:gd name="connsiteY142" fmla="*/ 4451517 h 6858000"/>
              <a:gd name="connsiteX143" fmla="*/ 3505221 w 7467600"/>
              <a:gd name="connsiteY143" fmla="*/ 4480757 h 6858000"/>
              <a:gd name="connsiteX144" fmla="*/ 2626982 w 7467600"/>
              <a:gd name="connsiteY144" fmla="*/ 4206450 h 6858000"/>
              <a:gd name="connsiteX145" fmla="*/ 1310106 w 7467600"/>
              <a:gd name="connsiteY145" fmla="*/ 3943217 h 6858000"/>
              <a:gd name="connsiteX146" fmla="*/ 854994 w 7467600"/>
              <a:gd name="connsiteY146" fmla="*/ 4399136 h 6858000"/>
              <a:gd name="connsiteX147" fmla="*/ 742462 w 7467600"/>
              <a:gd name="connsiteY147" fmla="*/ 4594648 h 6858000"/>
              <a:gd name="connsiteX148" fmla="*/ 820602 w 7467600"/>
              <a:gd name="connsiteY148" fmla="*/ 4485915 h 6858000"/>
              <a:gd name="connsiteX149" fmla="*/ 878295 w 7467600"/>
              <a:gd name="connsiteY149" fmla="*/ 4403594 h 6858000"/>
              <a:gd name="connsiteX150" fmla="*/ 1240607 w 7467600"/>
              <a:gd name="connsiteY150" fmla="*/ 4010401 h 6858000"/>
              <a:gd name="connsiteX151" fmla="*/ 1310106 w 7467600"/>
              <a:gd name="connsiteY151" fmla="*/ 3943217 h 6858000"/>
              <a:gd name="connsiteX152" fmla="*/ 1423113 w 7467600"/>
              <a:gd name="connsiteY152" fmla="*/ 3874565 h 6858000"/>
              <a:gd name="connsiteX153" fmla="*/ 1260565 w 7467600"/>
              <a:gd name="connsiteY153" fmla="*/ 4031982 h 6858000"/>
              <a:gd name="connsiteX154" fmla="*/ 901900 w 7467600"/>
              <a:gd name="connsiteY154" fmla="*/ 4421236 h 6858000"/>
              <a:gd name="connsiteX155" fmla="*/ 845044 w 7467600"/>
              <a:gd name="connsiteY155" fmla="*/ 4502436 h 6858000"/>
              <a:gd name="connsiteX156" fmla="*/ 685926 w 7467600"/>
              <a:gd name="connsiteY156" fmla="*/ 4703069 h 6858000"/>
              <a:gd name="connsiteX157" fmla="*/ 684248 w 7467600"/>
              <a:gd name="connsiteY157" fmla="*/ 4706721 h 6858000"/>
              <a:gd name="connsiteX158" fmla="*/ 1423113 w 7467600"/>
              <a:gd name="connsiteY158" fmla="*/ 3874565 h 6858000"/>
              <a:gd name="connsiteX159" fmla="*/ 3316479 w 7467600"/>
              <a:gd name="connsiteY159" fmla="*/ 3872136 h 6858000"/>
              <a:gd name="connsiteX160" fmla="*/ 3546806 w 7467600"/>
              <a:gd name="connsiteY160" fmla="*/ 4356139 h 6858000"/>
              <a:gd name="connsiteX161" fmla="*/ 3364433 w 7467600"/>
              <a:gd name="connsiteY161" fmla="*/ 3953121 h 6858000"/>
              <a:gd name="connsiteX162" fmla="*/ 3316479 w 7467600"/>
              <a:gd name="connsiteY162" fmla="*/ 3872136 h 6858000"/>
              <a:gd name="connsiteX163" fmla="*/ 3291335 w 7467600"/>
              <a:gd name="connsiteY163" fmla="*/ 3767420 h 6858000"/>
              <a:gd name="connsiteX164" fmla="*/ 3390805 w 7467600"/>
              <a:gd name="connsiteY164" fmla="*/ 3937163 h 6858000"/>
              <a:gd name="connsiteX165" fmla="*/ 3579062 w 7467600"/>
              <a:gd name="connsiteY165" fmla="*/ 4359040 h 6858000"/>
              <a:gd name="connsiteX166" fmla="*/ 3467355 w 7467600"/>
              <a:gd name="connsiteY166" fmla="*/ 3988130 h 6858000"/>
              <a:gd name="connsiteX167" fmla="*/ 3310753 w 7467600"/>
              <a:gd name="connsiteY167" fmla="*/ 3787140 h 6858000"/>
              <a:gd name="connsiteX168" fmla="*/ 3291335 w 7467600"/>
              <a:gd name="connsiteY168" fmla="*/ 3767420 h 6858000"/>
              <a:gd name="connsiteX169" fmla="*/ 1635889 w 7467600"/>
              <a:gd name="connsiteY169" fmla="*/ 3709494 h 6858000"/>
              <a:gd name="connsiteX170" fmla="*/ 1634800 w 7467600"/>
              <a:gd name="connsiteY170" fmla="*/ 3731111 h 6858000"/>
              <a:gd name="connsiteX171" fmla="*/ 1635889 w 7467600"/>
              <a:gd name="connsiteY171" fmla="*/ 3709494 h 6858000"/>
              <a:gd name="connsiteX172" fmla="*/ 1510397 w 7467600"/>
              <a:gd name="connsiteY172" fmla="*/ 3684705 h 6858000"/>
              <a:gd name="connsiteX173" fmla="*/ 1146550 w 7467600"/>
              <a:gd name="connsiteY173" fmla="*/ 3802012 h 6858000"/>
              <a:gd name="connsiteX174" fmla="*/ 698834 w 7467600"/>
              <a:gd name="connsiteY174" fmla="*/ 3952272 h 6858000"/>
              <a:gd name="connsiteX175" fmla="*/ 34256 w 7467600"/>
              <a:gd name="connsiteY175" fmla="*/ 4347603 h 6858000"/>
              <a:gd name="connsiteX176" fmla="*/ 527241 w 7467600"/>
              <a:gd name="connsiteY176" fmla="*/ 4065078 h 6858000"/>
              <a:gd name="connsiteX177" fmla="*/ 1510397 w 7467600"/>
              <a:gd name="connsiteY177" fmla="*/ 3684705 h 6858000"/>
              <a:gd name="connsiteX178" fmla="*/ 1313114 w 7467600"/>
              <a:gd name="connsiteY178" fmla="*/ 3655216 h 6858000"/>
              <a:gd name="connsiteX179" fmla="*/ 1109304 w 7467600"/>
              <a:gd name="connsiteY179" fmla="*/ 3669030 h 6858000"/>
              <a:gd name="connsiteX180" fmla="*/ 8129 w 7467600"/>
              <a:gd name="connsiteY180" fmla="*/ 4330519 h 6858000"/>
              <a:gd name="connsiteX181" fmla="*/ 687572 w 7467600"/>
              <a:gd name="connsiteY181" fmla="*/ 3925629 h 6858000"/>
              <a:gd name="connsiteX182" fmla="*/ 1138365 w 7467600"/>
              <a:gd name="connsiteY182" fmla="*/ 3774515 h 6858000"/>
              <a:gd name="connsiteX183" fmla="*/ 1505579 w 7467600"/>
              <a:gd name="connsiteY183" fmla="*/ 3655526 h 6858000"/>
              <a:gd name="connsiteX184" fmla="*/ 1313114 w 7467600"/>
              <a:gd name="connsiteY184" fmla="*/ 3655216 h 6858000"/>
              <a:gd name="connsiteX185" fmla="*/ 3655073 w 7467600"/>
              <a:gd name="connsiteY185" fmla="*/ 3650884 h 6858000"/>
              <a:gd name="connsiteX186" fmla="*/ 3989938 w 7467600"/>
              <a:gd name="connsiteY186" fmla="*/ 3991685 h 6858000"/>
              <a:gd name="connsiteX187" fmla="*/ 4393907 w 7467600"/>
              <a:gd name="connsiteY187" fmla="*/ 4261258 h 6858000"/>
              <a:gd name="connsiteX188" fmla="*/ 4648051 w 7467600"/>
              <a:gd name="connsiteY188" fmla="*/ 4374051 h 6858000"/>
              <a:gd name="connsiteX189" fmla="*/ 4383389 w 7467600"/>
              <a:gd name="connsiteY189" fmla="*/ 4184369 h 6858000"/>
              <a:gd name="connsiteX190" fmla="*/ 4165508 w 7467600"/>
              <a:gd name="connsiteY190" fmla="*/ 4035196 h 6858000"/>
              <a:gd name="connsiteX191" fmla="*/ 4068162 w 7467600"/>
              <a:gd name="connsiteY191" fmla="*/ 3953394 h 6858000"/>
              <a:gd name="connsiteX192" fmla="*/ 3981416 w 7467600"/>
              <a:gd name="connsiteY192" fmla="*/ 3880482 h 6858000"/>
              <a:gd name="connsiteX193" fmla="*/ 3800147 w 7467600"/>
              <a:gd name="connsiteY193" fmla="*/ 3749872 h 6858000"/>
              <a:gd name="connsiteX194" fmla="*/ 3655073 w 7467600"/>
              <a:gd name="connsiteY194" fmla="*/ 3650884 h 6858000"/>
              <a:gd name="connsiteX195" fmla="*/ 3670252 w 7467600"/>
              <a:gd name="connsiteY195" fmla="*/ 3622798 h 6858000"/>
              <a:gd name="connsiteX196" fmla="*/ 3817258 w 7467600"/>
              <a:gd name="connsiteY196" fmla="*/ 3723577 h 6858000"/>
              <a:gd name="connsiteX197" fmla="*/ 4000461 w 7467600"/>
              <a:gd name="connsiteY197" fmla="*/ 3855966 h 6858000"/>
              <a:gd name="connsiteX198" fmla="*/ 4088180 w 7467600"/>
              <a:gd name="connsiteY198" fmla="*/ 3929774 h 6858000"/>
              <a:gd name="connsiteX199" fmla="*/ 4184555 w 7467600"/>
              <a:gd name="connsiteY199" fmla="*/ 4010683 h 6858000"/>
              <a:gd name="connsiteX200" fmla="*/ 4399563 w 7467600"/>
              <a:gd name="connsiteY200" fmla="*/ 4158106 h 6858000"/>
              <a:gd name="connsiteX201" fmla="*/ 4684469 w 7467600"/>
              <a:gd name="connsiteY201" fmla="*/ 4364680 h 6858000"/>
              <a:gd name="connsiteX202" fmla="*/ 4690271 w 7467600"/>
              <a:gd name="connsiteY202" fmla="*/ 4370034 h 6858000"/>
              <a:gd name="connsiteX203" fmla="*/ 4136093 w 7467600"/>
              <a:gd name="connsiteY203" fmla="*/ 3858466 h 6858000"/>
              <a:gd name="connsiteX204" fmla="*/ 3670252 w 7467600"/>
              <a:gd name="connsiteY204" fmla="*/ 3622798 h 6858000"/>
              <a:gd name="connsiteX205" fmla="*/ 4440129 w 7467600"/>
              <a:gd name="connsiteY205" fmla="*/ 3448571 h 6858000"/>
              <a:gd name="connsiteX206" fmla="*/ 4856525 w 7467600"/>
              <a:gd name="connsiteY206" fmla="*/ 3915351 h 6858000"/>
              <a:gd name="connsiteX207" fmla="*/ 5059055 w 7467600"/>
              <a:gd name="connsiteY207" fmla="*/ 4108918 h 6858000"/>
              <a:gd name="connsiteX208" fmla="*/ 5290070 w 7467600"/>
              <a:gd name="connsiteY208" fmla="*/ 4263619 h 6858000"/>
              <a:gd name="connsiteX209" fmla="*/ 4834991 w 7467600"/>
              <a:gd name="connsiteY209" fmla="*/ 3830985 h 6858000"/>
              <a:gd name="connsiteX210" fmla="*/ 4440129 w 7467600"/>
              <a:gd name="connsiteY210" fmla="*/ 3448571 h 6858000"/>
              <a:gd name="connsiteX211" fmla="*/ 4441737 w 7467600"/>
              <a:gd name="connsiteY211" fmla="*/ 3399734 h 6858000"/>
              <a:gd name="connsiteX212" fmla="*/ 4431236 w 7467600"/>
              <a:gd name="connsiteY212" fmla="*/ 3400954 h 6858000"/>
              <a:gd name="connsiteX213" fmla="*/ 4557150 w 7467600"/>
              <a:gd name="connsiteY213" fmla="*/ 3510023 h 6858000"/>
              <a:gd name="connsiteX214" fmla="*/ 4856936 w 7467600"/>
              <a:gd name="connsiteY214" fmla="*/ 3809146 h 6858000"/>
              <a:gd name="connsiteX215" fmla="*/ 5111996 w 7467600"/>
              <a:gd name="connsiteY215" fmla="*/ 4065759 h 6858000"/>
              <a:gd name="connsiteX216" fmla="*/ 5388878 w 7467600"/>
              <a:gd name="connsiteY216" fmla="*/ 4300185 h 6858000"/>
              <a:gd name="connsiteX217" fmla="*/ 5425556 w 7467600"/>
              <a:gd name="connsiteY217" fmla="*/ 4308967 h 6858000"/>
              <a:gd name="connsiteX218" fmla="*/ 4943646 w 7467600"/>
              <a:gd name="connsiteY218" fmla="*/ 3822916 h 6858000"/>
              <a:gd name="connsiteX219" fmla="*/ 4594837 w 7467600"/>
              <a:gd name="connsiteY219" fmla="*/ 3532274 h 6858000"/>
              <a:gd name="connsiteX220" fmla="*/ 4441737 w 7467600"/>
              <a:gd name="connsiteY220" fmla="*/ 3399734 h 6858000"/>
              <a:gd name="connsiteX221" fmla="*/ 5425834 w 7467600"/>
              <a:gd name="connsiteY221" fmla="*/ 3162785 h 6858000"/>
              <a:gd name="connsiteX222" fmla="*/ 5401644 w 7467600"/>
              <a:gd name="connsiteY222" fmla="*/ 3617847 h 6858000"/>
              <a:gd name="connsiteX223" fmla="*/ 5467256 w 7467600"/>
              <a:gd name="connsiteY223" fmla="*/ 4175494 h 6858000"/>
              <a:gd name="connsiteX224" fmla="*/ 5448069 w 7467600"/>
              <a:gd name="connsiteY224" fmla="*/ 3567554 h 6858000"/>
              <a:gd name="connsiteX225" fmla="*/ 5425834 w 7467600"/>
              <a:gd name="connsiteY225" fmla="*/ 3162785 h 6858000"/>
              <a:gd name="connsiteX226" fmla="*/ 1318687 w 7467600"/>
              <a:gd name="connsiteY226" fmla="*/ 3113840 h 6858000"/>
              <a:gd name="connsiteX227" fmla="*/ 1066793 w 7467600"/>
              <a:gd name="connsiteY227" fmla="*/ 3212171 h 6858000"/>
              <a:gd name="connsiteX228" fmla="*/ 993319 w 7467600"/>
              <a:gd name="connsiteY228" fmla="*/ 3247648 h 6858000"/>
              <a:gd name="connsiteX229" fmla="*/ 853081 w 7467600"/>
              <a:gd name="connsiteY229" fmla="*/ 3312410 h 6858000"/>
              <a:gd name="connsiteX230" fmla="*/ 805957 w 7467600"/>
              <a:gd name="connsiteY230" fmla="*/ 3330443 h 6858000"/>
              <a:gd name="connsiteX231" fmla="*/ 1318687 w 7467600"/>
              <a:gd name="connsiteY231" fmla="*/ 3113840 h 6858000"/>
              <a:gd name="connsiteX232" fmla="*/ 5453702 w 7467600"/>
              <a:gd name="connsiteY232" fmla="*/ 3090882 h 6858000"/>
              <a:gd name="connsiteX233" fmla="*/ 5480135 w 7467600"/>
              <a:gd name="connsiteY233" fmla="*/ 3565802 h 6858000"/>
              <a:gd name="connsiteX234" fmla="*/ 5499023 w 7467600"/>
              <a:gd name="connsiteY234" fmla="*/ 4166310 h 6858000"/>
              <a:gd name="connsiteX235" fmla="*/ 5547022 w 7467600"/>
              <a:gd name="connsiteY235" fmla="*/ 3607838 h 6858000"/>
              <a:gd name="connsiteX236" fmla="*/ 5515964 w 7467600"/>
              <a:gd name="connsiteY236" fmla="*/ 3378541 h 6858000"/>
              <a:gd name="connsiteX237" fmla="*/ 5453702 w 7467600"/>
              <a:gd name="connsiteY237" fmla="*/ 3090882 h 6858000"/>
              <a:gd name="connsiteX238" fmla="*/ 1238695 w 7467600"/>
              <a:gd name="connsiteY238" fmla="*/ 3076820 h 6858000"/>
              <a:gd name="connsiteX239" fmla="*/ 716371 w 7467600"/>
              <a:gd name="connsiteY239" fmla="*/ 3293249 h 6858000"/>
              <a:gd name="connsiteX240" fmla="*/ 579522 w 7467600"/>
              <a:gd name="connsiteY240" fmla="*/ 3371759 h 6858000"/>
              <a:gd name="connsiteX241" fmla="*/ 600288 w 7467600"/>
              <a:gd name="connsiteY241" fmla="*/ 3365555 h 6858000"/>
              <a:gd name="connsiteX242" fmla="*/ 840692 w 7467600"/>
              <a:gd name="connsiteY242" fmla="*/ 3284921 h 6858000"/>
              <a:gd name="connsiteX243" fmla="*/ 979248 w 7467600"/>
              <a:gd name="connsiteY243" fmla="*/ 3221003 h 6858000"/>
              <a:gd name="connsiteX244" fmla="*/ 1053282 w 7467600"/>
              <a:gd name="connsiteY244" fmla="*/ 3185247 h 6858000"/>
              <a:gd name="connsiteX245" fmla="*/ 1320603 w 7467600"/>
              <a:gd name="connsiteY245" fmla="*/ 3081281 h 6858000"/>
              <a:gd name="connsiteX246" fmla="*/ 1238695 w 7467600"/>
              <a:gd name="connsiteY246" fmla="*/ 3076820 h 6858000"/>
              <a:gd name="connsiteX247" fmla="*/ 5425627 w 7467600"/>
              <a:gd name="connsiteY247" fmla="*/ 2954192 h 6858000"/>
              <a:gd name="connsiteX248" fmla="*/ 5470770 w 7467600"/>
              <a:gd name="connsiteY248" fmla="*/ 3005435 h 6858000"/>
              <a:gd name="connsiteX249" fmla="*/ 5519779 w 7467600"/>
              <a:gd name="connsiteY249" fmla="*/ 4359223 h 6858000"/>
              <a:gd name="connsiteX250" fmla="*/ 5520293 w 7467600"/>
              <a:gd name="connsiteY250" fmla="*/ 4360602 h 6858000"/>
              <a:gd name="connsiteX251" fmla="*/ 5767221 w 7467600"/>
              <a:gd name="connsiteY251" fmla="*/ 4665564 h 6858000"/>
              <a:gd name="connsiteX252" fmla="*/ 6937169 w 7467600"/>
              <a:gd name="connsiteY252" fmla="*/ 4815941 h 6858000"/>
              <a:gd name="connsiteX253" fmla="*/ 6953922 w 7467600"/>
              <a:gd name="connsiteY253" fmla="*/ 4890068 h 6858000"/>
              <a:gd name="connsiteX254" fmla="*/ 6071359 w 7467600"/>
              <a:gd name="connsiteY254" fmla="*/ 4770770 h 6858000"/>
              <a:gd name="connsiteX255" fmla="*/ 6038839 w 7467600"/>
              <a:gd name="connsiteY255" fmla="*/ 4764474 h 6858000"/>
              <a:gd name="connsiteX256" fmla="*/ 6038706 w 7467600"/>
              <a:gd name="connsiteY256" fmla="*/ 4763847 h 6858000"/>
              <a:gd name="connsiteX257" fmla="*/ 6037784 w 7467600"/>
              <a:gd name="connsiteY257" fmla="*/ 4764270 h 6858000"/>
              <a:gd name="connsiteX258" fmla="*/ 6038839 w 7467600"/>
              <a:gd name="connsiteY258" fmla="*/ 4764474 h 6858000"/>
              <a:gd name="connsiteX259" fmla="*/ 6040338 w 7467600"/>
              <a:gd name="connsiteY259" fmla="*/ 4771418 h 6858000"/>
              <a:gd name="connsiteX260" fmla="*/ 6024488 w 7467600"/>
              <a:gd name="connsiteY260" fmla="*/ 4809903 h 6858000"/>
              <a:gd name="connsiteX261" fmla="*/ 5599771 w 7467600"/>
              <a:gd name="connsiteY261" fmla="*/ 5509652 h 6858000"/>
              <a:gd name="connsiteX262" fmla="*/ 5548843 w 7467600"/>
              <a:gd name="connsiteY262" fmla="*/ 5563845 h 6858000"/>
              <a:gd name="connsiteX263" fmla="*/ 5940952 w 7467600"/>
              <a:gd name="connsiteY263" fmla="*/ 6250028 h 6858000"/>
              <a:gd name="connsiteX264" fmla="*/ 6043441 w 7467600"/>
              <a:gd name="connsiteY264" fmla="*/ 6665847 h 6858000"/>
              <a:gd name="connsiteX265" fmla="*/ 6093432 w 7467600"/>
              <a:gd name="connsiteY265" fmla="*/ 6858000 h 6858000"/>
              <a:gd name="connsiteX266" fmla="*/ 6034344 w 7467600"/>
              <a:gd name="connsiteY266" fmla="*/ 6858000 h 6858000"/>
              <a:gd name="connsiteX267" fmla="*/ 6026679 w 7467600"/>
              <a:gd name="connsiteY267" fmla="*/ 6836959 h 6858000"/>
              <a:gd name="connsiteX268" fmla="*/ 5800441 w 7467600"/>
              <a:gd name="connsiteY268" fmla="*/ 6335286 h 6858000"/>
              <a:gd name="connsiteX269" fmla="*/ 5526562 w 7467600"/>
              <a:gd name="connsiteY269" fmla="*/ 5705388 h 6858000"/>
              <a:gd name="connsiteX270" fmla="*/ 5519640 w 7467600"/>
              <a:gd name="connsiteY270" fmla="*/ 5683774 h 6858000"/>
              <a:gd name="connsiteX271" fmla="*/ 5844559 w 7467600"/>
              <a:gd name="connsiteY271" fmla="*/ 6553349 h 6858000"/>
              <a:gd name="connsiteX272" fmla="*/ 5975994 w 7467600"/>
              <a:gd name="connsiteY272" fmla="*/ 6858000 h 6858000"/>
              <a:gd name="connsiteX273" fmla="*/ 5898547 w 7467600"/>
              <a:gd name="connsiteY273" fmla="*/ 6858000 h 6858000"/>
              <a:gd name="connsiteX274" fmla="*/ 5682041 w 7467600"/>
              <a:gd name="connsiteY274" fmla="*/ 6355860 h 6858000"/>
              <a:gd name="connsiteX275" fmla="*/ 5461758 w 7467600"/>
              <a:gd name="connsiteY275" fmla="*/ 5820220 h 6858000"/>
              <a:gd name="connsiteX276" fmla="*/ 5237282 w 7467600"/>
              <a:gd name="connsiteY276" fmla="*/ 6579086 h 6858000"/>
              <a:gd name="connsiteX277" fmla="*/ 5115009 w 7467600"/>
              <a:gd name="connsiteY277" fmla="*/ 6858000 h 6858000"/>
              <a:gd name="connsiteX278" fmla="*/ 5028074 w 7467600"/>
              <a:gd name="connsiteY278" fmla="*/ 6858000 h 6858000"/>
              <a:gd name="connsiteX279" fmla="*/ 5079508 w 7467600"/>
              <a:gd name="connsiteY279" fmla="*/ 6749074 h 6858000"/>
              <a:gd name="connsiteX280" fmla="*/ 5371846 w 7467600"/>
              <a:gd name="connsiteY280" fmla="*/ 5924413 h 6858000"/>
              <a:gd name="connsiteX281" fmla="*/ 5270512 w 7467600"/>
              <a:gd name="connsiteY281" fmla="*/ 6138975 h 6858000"/>
              <a:gd name="connsiteX282" fmla="*/ 5062409 w 7467600"/>
              <a:gd name="connsiteY282" fmla="*/ 6653544 h 6858000"/>
              <a:gd name="connsiteX283" fmla="*/ 5036628 w 7467600"/>
              <a:gd name="connsiteY283" fmla="*/ 6754247 h 6858000"/>
              <a:gd name="connsiteX284" fmla="*/ 5009112 w 7467600"/>
              <a:gd name="connsiteY284" fmla="*/ 6858000 h 6858000"/>
              <a:gd name="connsiteX285" fmla="*/ 4976679 w 7467600"/>
              <a:gd name="connsiteY285" fmla="*/ 6858000 h 6858000"/>
              <a:gd name="connsiteX286" fmla="*/ 5006537 w 7467600"/>
              <a:gd name="connsiteY286" fmla="*/ 6747068 h 6858000"/>
              <a:gd name="connsiteX287" fmla="*/ 5032723 w 7467600"/>
              <a:gd name="connsiteY287" fmla="*/ 6644957 h 6858000"/>
              <a:gd name="connsiteX288" fmla="*/ 5242949 w 7467600"/>
              <a:gd name="connsiteY288" fmla="*/ 6125175 h 6858000"/>
              <a:gd name="connsiteX289" fmla="*/ 5286321 w 7467600"/>
              <a:gd name="connsiteY289" fmla="*/ 6033555 h 6858000"/>
              <a:gd name="connsiteX290" fmla="*/ 5008210 w 7467600"/>
              <a:gd name="connsiteY290" fmla="*/ 6649194 h 6858000"/>
              <a:gd name="connsiteX291" fmla="*/ 4986321 w 7467600"/>
              <a:gd name="connsiteY291" fmla="*/ 6765687 h 6858000"/>
              <a:gd name="connsiteX292" fmla="*/ 4973474 w 7467600"/>
              <a:gd name="connsiteY292" fmla="*/ 6858000 h 6858000"/>
              <a:gd name="connsiteX293" fmla="*/ 4907178 w 7467600"/>
              <a:gd name="connsiteY293" fmla="*/ 6858000 h 6858000"/>
              <a:gd name="connsiteX294" fmla="*/ 4910810 w 7467600"/>
              <a:gd name="connsiteY294" fmla="*/ 6829660 h 6858000"/>
              <a:gd name="connsiteX295" fmla="*/ 4987461 w 7467600"/>
              <a:gd name="connsiteY295" fmla="*/ 6432994 h 6858000"/>
              <a:gd name="connsiteX296" fmla="*/ 5179262 w 7467600"/>
              <a:gd name="connsiteY296" fmla="*/ 6035044 h 6858000"/>
              <a:gd name="connsiteX297" fmla="*/ 4689678 w 7467600"/>
              <a:gd name="connsiteY297" fmla="*/ 6440241 h 6858000"/>
              <a:gd name="connsiteX298" fmla="*/ 4477543 w 7467600"/>
              <a:gd name="connsiteY298" fmla="*/ 6674836 h 6858000"/>
              <a:gd name="connsiteX299" fmla="*/ 4329957 w 7467600"/>
              <a:gd name="connsiteY299" fmla="*/ 6858000 h 6858000"/>
              <a:gd name="connsiteX300" fmla="*/ 4218595 w 7467600"/>
              <a:gd name="connsiteY300" fmla="*/ 6858000 h 6858000"/>
              <a:gd name="connsiteX301" fmla="*/ 4368888 w 7467600"/>
              <a:gd name="connsiteY301" fmla="*/ 6668412 h 6858000"/>
              <a:gd name="connsiteX302" fmla="*/ 4563091 w 7467600"/>
              <a:gd name="connsiteY302" fmla="*/ 6442508 h 6858000"/>
              <a:gd name="connsiteX303" fmla="*/ 5387324 w 7467600"/>
              <a:gd name="connsiteY303" fmla="*/ 5705830 h 6858000"/>
              <a:gd name="connsiteX304" fmla="*/ 5073620 w 7467600"/>
              <a:gd name="connsiteY304" fmla="*/ 5955437 h 6858000"/>
              <a:gd name="connsiteX305" fmla="*/ 4689789 w 7467600"/>
              <a:gd name="connsiteY305" fmla="*/ 6268382 h 6858000"/>
              <a:gd name="connsiteX306" fmla="*/ 4418722 w 7467600"/>
              <a:gd name="connsiteY306" fmla="*/ 6570886 h 6858000"/>
              <a:gd name="connsiteX307" fmla="*/ 4214944 w 7467600"/>
              <a:gd name="connsiteY307" fmla="*/ 6858000 h 6858000"/>
              <a:gd name="connsiteX308" fmla="*/ 4177898 w 7467600"/>
              <a:gd name="connsiteY308" fmla="*/ 6858000 h 6858000"/>
              <a:gd name="connsiteX309" fmla="*/ 4391597 w 7467600"/>
              <a:gd name="connsiteY309" fmla="*/ 6556370 h 6858000"/>
              <a:gd name="connsiteX310" fmla="*/ 4668889 w 7467600"/>
              <a:gd name="connsiteY310" fmla="*/ 6246399 h 6858000"/>
              <a:gd name="connsiteX311" fmla="*/ 5055427 w 7467600"/>
              <a:gd name="connsiteY311" fmla="*/ 5931476 h 6858000"/>
              <a:gd name="connsiteX312" fmla="*/ 5371814 w 7467600"/>
              <a:gd name="connsiteY312" fmla="*/ 5678975 h 6858000"/>
              <a:gd name="connsiteX313" fmla="*/ 4987918 w 7467600"/>
              <a:gd name="connsiteY313" fmla="*/ 5838701 h 6858000"/>
              <a:gd name="connsiteX314" fmla="*/ 4317146 w 7467600"/>
              <a:gd name="connsiteY314" fmla="*/ 6587716 h 6858000"/>
              <a:gd name="connsiteX315" fmla="*/ 4171627 w 7467600"/>
              <a:gd name="connsiteY315" fmla="*/ 6858000 h 6858000"/>
              <a:gd name="connsiteX316" fmla="*/ 4081585 w 7467600"/>
              <a:gd name="connsiteY316" fmla="*/ 6858000 h 6858000"/>
              <a:gd name="connsiteX317" fmla="*/ 4238603 w 7467600"/>
              <a:gd name="connsiteY317" fmla="*/ 6559341 h 6858000"/>
              <a:gd name="connsiteX318" fmla="*/ 4778333 w 7467600"/>
              <a:gd name="connsiteY318" fmla="*/ 5873626 h 6858000"/>
              <a:gd name="connsiteX319" fmla="*/ 5414185 w 7467600"/>
              <a:gd name="connsiteY319" fmla="*/ 5573882 h 6858000"/>
              <a:gd name="connsiteX320" fmla="*/ 5959648 w 7467600"/>
              <a:gd name="connsiteY320" fmla="*/ 4760797 h 6858000"/>
              <a:gd name="connsiteX321" fmla="*/ 5355019 w 7467600"/>
              <a:gd name="connsiteY321" fmla="*/ 4734672 h 6858000"/>
              <a:gd name="connsiteX322" fmla="*/ 5083565 w 7467600"/>
              <a:gd name="connsiteY322" fmla="*/ 5179121 h 6858000"/>
              <a:gd name="connsiteX323" fmla="*/ 4713577 w 7467600"/>
              <a:gd name="connsiteY323" fmla="*/ 5616803 h 6858000"/>
              <a:gd name="connsiteX324" fmla="*/ 3989559 w 7467600"/>
              <a:gd name="connsiteY324" fmla="*/ 6145945 h 6858000"/>
              <a:gd name="connsiteX325" fmla="*/ 3939824 w 7467600"/>
              <a:gd name="connsiteY325" fmla="*/ 6066900 h 6858000"/>
              <a:gd name="connsiteX326" fmla="*/ 4584537 w 7467600"/>
              <a:gd name="connsiteY326" fmla="*/ 5324826 h 6858000"/>
              <a:gd name="connsiteX327" fmla="*/ 5037105 w 7467600"/>
              <a:gd name="connsiteY327" fmla="*/ 5088765 h 6858000"/>
              <a:gd name="connsiteX328" fmla="*/ 5039930 w 7467600"/>
              <a:gd name="connsiteY328" fmla="*/ 5089585 h 6858000"/>
              <a:gd name="connsiteX329" fmla="*/ 5263764 w 7467600"/>
              <a:gd name="connsiteY329" fmla="*/ 4735525 h 6858000"/>
              <a:gd name="connsiteX330" fmla="*/ 4086300 w 7467600"/>
              <a:gd name="connsiteY330" fmla="*/ 4884599 h 6858000"/>
              <a:gd name="connsiteX331" fmla="*/ 4085485 w 7467600"/>
              <a:gd name="connsiteY331" fmla="*/ 4899070 h 6858000"/>
              <a:gd name="connsiteX332" fmla="*/ 3871915 w 7467600"/>
              <a:gd name="connsiteY332" fmla="*/ 5253645 h 6858000"/>
              <a:gd name="connsiteX333" fmla="*/ 3799374 w 7467600"/>
              <a:gd name="connsiteY333" fmla="*/ 5466127 h 6858000"/>
              <a:gd name="connsiteX334" fmla="*/ 3498850 w 7467600"/>
              <a:gd name="connsiteY334" fmla="*/ 6661888 h 6858000"/>
              <a:gd name="connsiteX335" fmla="*/ 3399216 w 7467600"/>
              <a:gd name="connsiteY335" fmla="*/ 6858000 h 6858000"/>
              <a:gd name="connsiteX336" fmla="*/ 3303688 w 7467600"/>
              <a:gd name="connsiteY336" fmla="*/ 6858000 h 6858000"/>
              <a:gd name="connsiteX337" fmla="*/ 3391774 w 7467600"/>
              <a:gd name="connsiteY337" fmla="*/ 6697181 h 6858000"/>
              <a:gd name="connsiteX338" fmla="*/ 3735540 w 7467600"/>
              <a:gd name="connsiteY338" fmla="*/ 5546923 h 6858000"/>
              <a:gd name="connsiteX339" fmla="*/ 3729438 w 7467600"/>
              <a:gd name="connsiteY339" fmla="*/ 5569058 h 6858000"/>
              <a:gd name="connsiteX340" fmla="*/ 3707782 w 7467600"/>
              <a:gd name="connsiteY340" fmla="*/ 5644908 h 6858000"/>
              <a:gd name="connsiteX341" fmla="*/ 3583827 w 7467600"/>
              <a:gd name="connsiteY341" fmla="*/ 6039215 h 6858000"/>
              <a:gd name="connsiteX342" fmla="*/ 3547861 w 7467600"/>
              <a:gd name="connsiteY342" fmla="*/ 6129609 h 6858000"/>
              <a:gd name="connsiteX343" fmla="*/ 3490905 w 7467600"/>
              <a:gd name="connsiteY343" fmla="*/ 6277660 h 6858000"/>
              <a:gd name="connsiteX344" fmla="*/ 3455859 w 7467600"/>
              <a:gd name="connsiteY344" fmla="*/ 6391301 h 6858000"/>
              <a:gd name="connsiteX345" fmla="*/ 3429112 w 7467600"/>
              <a:gd name="connsiteY345" fmla="*/ 6479469 h 6858000"/>
              <a:gd name="connsiteX346" fmla="*/ 3304862 w 7467600"/>
              <a:gd name="connsiteY346" fmla="*/ 6796476 h 6858000"/>
              <a:gd name="connsiteX347" fmla="*/ 3276071 w 7467600"/>
              <a:gd name="connsiteY347" fmla="*/ 6858000 h 6858000"/>
              <a:gd name="connsiteX348" fmla="*/ 3240805 w 7467600"/>
              <a:gd name="connsiteY348" fmla="*/ 6858000 h 6858000"/>
              <a:gd name="connsiteX349" fmla="*/ 3275917 w 7467600"/>
              <a:gd name="connsiteY349" fmla="*/ 6783192 h 6858000"/>
              <a:gd name="connsiteX350" fmla="*/ 3399358 w 7467600"/>
              <a:gd name="connsiteY350" fmla="*/ 6469011 h 6858000"/>
              <a:gd name="connsiteX351" fmla="*/ 3425650 w 7467600"/>
              <a:gd name="connsiteY351" fmla="*/ 6381333 h 6858000"/>
              <a:gd name="connsiteX352" fmla="*/ 3460661 w 7467600"/>
              <a:gd name="connsiteY352" fmla="*/ 6266763 h 6858000"/>
              <a:gd name="connsiteX353" fmla="*/ 3518021 w 7467600"/>
              <a:gd name="connsiteY353" fmla="*/ 6117298 h 6858000"/>
              <a:gd name="connsiteX354" fmla="*/ 3554035 w 7467600"/>
              <a:gd name="connsiteY354" fmla="*/ 6027832 h 6858000"/>
              <a:gd name="connsiteX355" fmla="*/ 3677174 w 7467600"/>
              <a:gd name="connsiteY355" fmla="*/ 5636351 h 6858000"/>
              <a:gd name="connsiteX356" fmla="*/ 3698819 w 7467600"/>
              <a:gd name="connsiteY356" fmla="*/ 5560503 h 6858000"/>
              <a:gd name="connsiteX357" fmla="*/ 3702094 w 7467600"/>
              <a:gd name="connsiteY357" fmla="*/ 5549194 h 6858000"/>
              <a:gd name="connsiteX358" fmla="*/ 3398355 w 7467600"/>
              <a:gd name="connsiteY358" fmla="*/ 6094603 h 6858000"/>
              <a:gd name="connsiteX359" fmla="*/ 3193941 w 7467600"/>
              <a:gd name="connsiteY359" fmla="*/ 6798775 h 6858000"/>
              <a:gd name="connsiteX360" fmla="*/ 3184140 w 7467600"/>
              <a:gd name="connsiteY360" fmla="*/ 6858000 h 6858000"/>
              <a:gd name="connsiteX361" fmla="*/ 3099978 w 7467600"/>
              <a:gd name="connsiteY361" fmla="*/ 6858000 h 6858000"/>
              <a:gd name="connsiteX362" fmla="*/ 3101556 w 7467600"/>
              <a:gd name="connsiteY362" fmla="*/ 6843337 h 6858000"/>
              <a:gd name="connsiteX363" fmla="*/ 3370162 w 7467600"/>
              <a:gd name="connsiteY363" fmla="*/ 5785550 h 6858000"/>
              <a:gd name="connsiteX364" fmla="*/ 3746477 w 7467600"/>
              <a:gd name="connsiteY364" fmla="*/ 5377889 h 6858000"/>
              <a:gd name="connsiteX365" fmla="*/ 3863399 w 7467600"/>
              <a:gd name="connsiteY365" fmla="*/ 5087257 h 6858000"/>
              <a:gd name="connsiteX366" fmla="*/ 3968712 w 7467600"/>
              <a:gd name="connsiteY366" fmla="*/ 4913989 h 6858000"/>
              <a:gd name="connsiteX367" fmla="*/ 2792390 w 7467600"/>
              <a:gd name="connsiteY367" fmla="*/ 5382974 h 6858000"/>
              <a:gd name="connsiteX368" fmla="*/ 2714982 w 7467600"/>
              <a:gd name="connsiteY368" fmla="*/ 5427051 h 6858000"/>
              <a:gd name="connsiteX369" fmla="*/ 2813361 w 7467600"/>
              <a:gd name="connsiteY369" fmla="*/ 6023912 h 6858000"/>
              <a:gd name="connsiteX370" fmla="*/ 2688430 w 7467600"/>
              <a:gd name="connsiteY370" fmla="*/ 6801564 h 6858000"/>
              <a:gd name="connsiteX371" fmla="*/ 2629626 w 7467600"/>
              <a:gd name="connsiteY371" fmla="*/ 6763394 h 6858000"/>
              <a:gd name="connsiteX372" fmla="*/ 2565328 w 7467600"/>
              <a:gd name="connsiteY372" fmla="*/ 5516399 h 6858000"/>
              <a:gd name="connsiteX373" fmla="*/ 1922999 w 7467600"/>
              <a:gd name="connsiteY373" fmla="*/ 5980343 h 6858000"/>
              <a:gd name="connsiteX374" fmla="*/ 1950261 w 7467600"/>
              <a:gd name="connsiteY374" fmla="*/ 6405858 h 6858000"/>
              <a:gd name="connsiteX375" fmla="*/ 2365554 w 7467600"/>
              <a:gd name="connsiteY375" fmla="*/ 6759107 h 6858000"/>
              <a:gd name="connsiteX376" fmla="*/ 2424142 w 7467600"/>
              <a:gd name="connsiteY376" fmla="*/ 6858000 h 6858000"/>
              <a:gd name="connsiteX377" fmla="*/ 2395994 w 7467600"/>
              <a:gd name="connsiteY377" fmla="*/ 6858000 h 6858000"/>
              <a:gd name="connsiteX378" fmla="*/ 2392863 w 7467600"/>
              <a:gd name="connsiteY378" fmla="*/ 6852964 h 6858000"/>
              <a:gd name="connsiteX379" fmla="*/ 2017589 w 7467600"/>
              <a:gd name="connsiteY379" fmla="*/ 6493982 h 6858000"/>
              <a:gd name="connsiteX380" fmla="*/ 2147336 w 7467600"/>
              <a:gd name="connsiteY380" fmla="*/ 6594052 h 6858000"/>
              <a:gd name="connsiteX381" fmla="*/ 2207047 w 7467600"/>
              <a:gd name="connsiteY381" fmla="*/ 6654540 h 6858000"/>
              <a:gd name="connsiteX382" fmla="*/ 2299106 w 7467600"/>
              <a:gd name="connsiteY382" fmla="*/ 6778931 h 6858000"/>
              <a:gd name="connsiteX383" fmla="*/ 2314430 w 7467600"/>
              <a:gd name="connsiteY383" fmla="*/ 6801144 h 6858000"/>
              <a:gd name="connsiteX384" fmla="*/ 2352406 w 7467600"/>
              <a:gd name="connsiteY384" fmla="*/ 6858000 h 6858000"/>
              <a:gd name="connsiteX385" fmla="*/ 2314492 w 7467600"/>
              <a:gd name="connsiteY385" fmla="*/ 6858000 h 6858000"/>
              <a:gd name="connsiteX386" fmla="*/ 2288095 w 7467600"/>
              <a:gd name="connsiteY386" fmla="*/ 6818030 h 6858000"/>
              <a:gd name="connsiteX387" fmla="*/ 2272768 w 7467600"/>
              <a:gd name="connsiteY387" fmla="*/ 6795822 h 6858000"/>
              <a:gd name="connsiteX388" fmla="*/ 2182715 w 7467600"/>
              <a:gd name="connsiteY388" fmla="*/ 6675071 h 6858000"/>
              <a:gd name="connsiteX389" fmla="*/ 2032061 w 7467600"/>
              <a:gd name="connsiteY389" fmla="*/ 6541380 h 6858000"/>
              <a:gd name="connsiteX390" fmla="*/ 2257220 w 7467600"/>
              <a:gd name="connsiteY390" fmla="*/ 6826257 h 6858000"/>
              <a:gd name="connsiteX391" fmla="*/ 2281324 w 7467600"/>
              <a:gd name="connsiteY391" fmla="*/ 6858000 h 6858000"/>
              <a:gd name="connsiteX392" fmla="*/ 2242860 w 7467600"/>
              <a:gd name="connsiteY392" fmla="*/ 6858000 h 6858000"/>
              <a:gd name="connsiteX393" fmla="*/ 2232818 w 7467600"/>
              <a:gd name="connsiteY393" fmla="*/ 6844926 h 6858000"/>
              <a:gd name="connsiteX394" fmla="*/ 1990172 w 7467600"/>
              <a:gd name="connsiteY394" fmla="*/ 6542121 h 6858000"/>
              <a:gd name="connsiteX395" fmla="*/ 2124090 w 7467600"/>
              <a:gd name="connsiteY395" fmla="*/ 6761017 h 6858000"/>
              <a:gd name="connsiteX396" fmla="*/ 2200380 w 7467600"/>
              <a:gd name="connsiteY396" fmla="*/ 6858000 h 6858000"/>
              <a:gd name="connsiteX397" fmla="*/ 2147507 w 7467600"/>
              <a:gd name="connsiteY397" fmla="*/ 6858000 h 6858000"/>
              <a:gd name="connsiteX398" fmla="*/ 2070668 w 7467600"/>
              <a:gd name="connsiteY398" fmla="*/ 6761520 h 6858000"/>
              <a:gd name="connsiteX399" fmla="*/ 1975142 w 7467600"/>
              <a:gd name="connsiteY399" fmla="*/ 6585570 h 6858000"/>
              <a:gd name="connsiteX400" fmla="*/ 2050035 w 7467600"/>
              <a:gd name="connsiteY400" fmla="*/ 6813345 h 6858000"/>
              <a:gd name="connsiteX401" fmla="*/ 2063025 w 7467600"/>
              <a:gd name="connsiteY401" fmla="*/ 6858000 h 6858000"/>
              <a:gd name="connsiteX402" fmla="*/ 2021675 w 7467600"/>
              <a:gd name="connsiteY402" fmla="*/ 6858000 h 6858000"/>
              <a:gd name="connsiteX403" fmla="*/ 2019308 w 7467600"/>
              <a:gd name="connsiteY403" fmla="*/ 6847118 h 6858000"/>
              <a:gd name="connsiteX404" fmla="*/ 1938835 w 7467600"/>
              <a:gd name="connsiteY404" fmla="*/ 6551160 h 6858000"/>
              <a:gd name="connsiteX405" fmla="*/ 1953230 w 7467600"/>
              <a:gd name="connsiteY405" fmla="*/ 6759699 h 6858000"/>
              <a:gd name="connsiteX406" fmla="*/ 1956763 w 7467600"/>
              <a:gd name="connsiteY406" fmla="*/ 6778191 h 6858000"/>
              <a:gd name="connsiteX407" fmla="*/ 1967925 w 7467600"/>
              <a:gd name="connsiteY407" fmla="*/ 6858000 h 6858000"/>
              <a:gd name="connsiteX408" fmla="*/ 1936622 w 7467600"/>
              <a:gd name="connsiteY408" fmla="*/ 6858000 h 6858000"/>
              <a:gd name="connsiteX409" fmla="*/ 1926261 w 7467600"/>
              <a:gd name="connsiteY409" fmla="*/ 6784064 h 6858000"/>
              <a:gd name="connsiteX410" fmla="*/ 1922724 w 7467600"/>
              <a:gd name="connsiteY410" fmla="*/ 6765577 h 6858000"/>
              <a:gd name="connsiteX411" fmla="*/ 1904650 w 7467600"/>
              <a:gd name="connsiteY411" fmla="*/ 6639616 h 6858000"/>
              <a:gd name="connsiteX412" fmla="*/ 1885273 w 7467600"/>
              <a:gd name="connsiteY412" fmla="*/ 6858000 h 6858000"/>
              <a:gd name="connsiteX413" fmla="*/ 1854363 w 7467600"/>
              <a:gd name="connsiteY413" fmla="*/ 6858000 h 6858000"/>
              <a:gd name="connsiteX414" fmla="*/ 1880391 w 7467600"/>
              <a:gd name="connsiteY414" fmla="*/ 6603796 h 6858000"/>
              <a:gd name="connsiteX415" fmla="*/ 1818273 w 7467600"/>
              <a:gd name="connsiteY415" fmla="*/ 6715729 h 6858000"/>
              <a:gd name="connsiteX416" fmla="*/ 1794691 w 7467600"/>
              <a:gd name="connsiteY416" fmla="*/ 6843239 h 6858000"/>
              <a:gd name="connsiteX417" fmla="*/ 1794914 w 7467600"/>
              <a:gd name="connsiteY417" fmla="*/ 6858000 h 6858000"/>
              <a:gd name="connsiteX418" fmla="*/ 1746128 w 7467600"/>
              <a:gd name="connsiteY418" fmla="*/ 6858000 h 6858000"/>
              <a:gd name="connsiteX419" fmla="*/ 1753934 w 7467600"/>
              <a:gd name="connsiteY419" fmla="*/ 6724796 h 6858000"/>
              <a:gd name="connsiteX420" fmla="*/ 1792053 w 7467600"/>
              <a:gd name="connsiteY420" fmla="*/ 6572396 h 6858000"/>
              <a:gd name="connsiteX421" fmla="*/ 1862248 w 7467600"/>
              <a:gd name="connsiteY421" fmla="*/ 6266397 h 6858000"/>
              <a:gd name="connsiteX422" fmla="*/ 1862250 w 7467600"/>
              <a:gd name="connsiteY422" fmla="*/ 6033531 h 6858000"/>
              <a:gd name="connsiteX423" fmla="*/ 1211999 w 7467600"/>
              <a:gd name="connsiteY423" fmla="*/ 6683610 h 6858000"/>
              <a:gd name="connsiteX424" fmla="*/ 1213266 w 7467600"/>
              <a:gd name="connsiteY424" fmla="*/ 6691947 h 6858000"/>
              <a:gd name="connsiteX425" fmla="*/ 1203370 w 7467600"/>
              <a:gd name="connsiteY425" fmla="*/ 6850676 h 6858000"/>
              <a:gd name="connsiteX426" fmla="*/ 1203671 w 7467600"/>
              <a:gd name="connsiteY426" fmla="*/ 6858000 h 6858000"/>
              <a:gd name="connsiteX427" fmla="*/ 1143180 w 7467600"/>
              <a:gd name="connsiteY427" fmla="*/ 6858000 h 6858000"/>
              <a:gd name="connsiteX428" fmla="*/ 1142176 w 7467600"/>
              <a:gd name="connsiteY428" fmla="*/ 6766045 h 6858000"/>
              <a:gd name="connsiteX429" fmla="*/ 1067484 w 7467600"/>
              <a:gd name="connsiteY429" fmla="*/ 6858000 h 6858000"/>
              <a:gd name="connsiteX430" fmla="*/ 953928 w 7467600"/>
              <a:gd name="connsiteY430" fmla="*/ 6858000 h 6858000"/>
              <a:gd name="connsiteX431" fmla="*/ 959715 w 7467600"/>
              <a:gd name="connsiteY431" fmla="*/ 6850185 h 6858000"/>
              <a:gd name="connsiteX432" fmla="*/ 1483788 w 7467600"/>
              <a:gd name="connsiteY432" fmla="*/ 6259174 h 6858000"/>
              <a:gd name="connsiteX433" fmla="*/ 1100671 w 7467600"/>
              <a:gd name="connsiteY433" fmla="*/ 6252137 h 6858000"/>
              <a:gd name="connsiteX434" fmla="*/ 1090144 w 7467600"/>
              <a:gd name="connsiteY434" fmla="*/ 6256748 h 6858000"/>
              <a:gd name="connsiteX435" fmla="*/ 1095872 w 7467600"/>
              <a:gd name="connsiteY435" fmla="*/ 6271892 h 6858000"/>
              <a:gd name="connsiteX436" fmla="*/ 262785 w 7467600"/>
              <a:gd name="connsiteY436" fmla="*/ 6845450 h 6858000"/>
              <a:gd name="connsiteX437" fmla="*/ 209968 w 7467600"/>
              <a:gd name="connsiteY437" fmla="*/ 6770713 h 6858000"/>
              <a:gd name="connsiteX438" fmla="*/ 873460 w 7467600"/>
              <a:gd name="connsiteY438" fmla="*/ 6253768 h 6858000"/>
              <a:gd name="connsiteX439" fmla="*/ 192686 w 7467600"/>
              <a:gd name="connsiteY439" fmla="*/ 5849257 h 6858000"/>
              <a:gd name="connsiteX440" fmla="*/ 4696 w 7467600"/>
              <a:gd name="connsiteY440" fmla="*/ 5697668 h 6858000"/>
              <a:gd name="connsiteX441" fmla="*/ 0 w 7467600"/>
              <a:gd name="connsiteY441" fmla="*/ 5689984 h 6858000"/>
              <a:gd name="connsiteX442" fmla="*/ 0 w 7467600"/>
              <a:gd name="connsiteY442" fmla="*/ 5513472 h 6858000"/>
              <a:gd name="connsiteX443" fmla="*/ 174101 w 7467600"/>
              <a:gd name="connsiteY443" fmla="*/ 5620277 h 6858000"/>
              <a:gd name="connsiteX444" fmla="*/ 891800 w 7467600"/>
              <a:gd name="connsiteY444" fmla="*/ 6036935 h 6858000"/>
              <a:gd name="connsiteX445" fmla="*/ 1072219 w 7467600"/>
              <a:gd name="connsiteY445" fmla="*/ 6169443 h 6858000"/>
              <a:gd name="connsiteX446" fmla="*/ 1074117 w 7467600"/>
              <a:gd name="connsiteY446" fmla="*/ 6170301 h 6858000"/>
              <a:gd name="connsiteX447" fmla="*/ 1083114 w 7467600"/>
              <a:gd name="connsiteY447" fmla="*/ 6174131 h 6858000"/>
              <a:gd name="connsiteX448" fmla="*/ 1543010 w 7467600"/>
              <a:gd name="connsiteY448" fmla="*/ 6191140 h 6858000"/>
              <a:gd name="connsiteX449" fmla="*/ 1551080 w 7467600"/>
              <a:gd name="connsiteY449" fmla="*/ 6195006 h 6858000"/>
              <a:gd name="connsiteX450" fmla="*/ 2345443 w 7467600"/>
              <a:gd name="connsiteY450" fmla="*/ 5549882 h 6858000"/>
              <a:gd name="connsiteX451" fmla="*/ 1721499 w 7467600"/>
              <a:gd name="connsiteY451" fmla="*/ 5599969 h 6858000"/>
              <a:gd name="connsiteX452" fmla="*/ 767716 w 7467600"/>
              <a:gd name="connsiteY452" fmla="*/ 5472768 h 6858000"/>
              <a:gd name="connsiteX453" fmla="*/ 722147 w 7467600"/>
              <a:gd name="connsiteY453" fmla="*/ 5393091 h 6858000"/>
              <a:gd name="connsiteX454" fmla="*/ 1485552 w 7467600"/>
              <a:gd name="connsiteY454" fmla="*/ 5313202 h 6858000"/>
              <a:gd name="connsiteX455" fmla="*/ 2143004 w 7467600"/>
              <a:gd name="connsiteY455" fmla="*/ 5402420 h 6858000"/>
              <a:gd name="connsiteX456" fmla="*/ 1933391 w 7467600"/>
              <a:gd name="connsiteY456" fmla="*/ 5156971 h 6858000"/>
              <a:gd name="connsiteX457" fmla="*/ 1827118 w 7467600"/>
              <a:gd name="connsiteY457" fmla="*/ 4968410 h 6858000"/>
              <a:gd name="connsiteX458" fmla="*/ 1837349 w 7467600"/>
              <a:gd name="connsiteY458" fmla="*/ 4956357 h 6858000"/>
              <a:gd name="connsiteX459" fmla="*/ 2162835 w 7467600"/>
              <a:gd name="connsiteY459" fmla="*/ 5187853 h 6858000"/>
              <a:gd name="connsiteX460" fmla="*/ 2257167 w 7467600"/>
              <a:gd name="connsiteY460" fmla="*/ 5462123 h 6858000"/>
              <a:gd name="connsiteX461" fmla="*/ 2261598 w 7467600"/>
              <a:gd name="connsiteY461" fmla="*/ 5467998 h 6858000"/>
              <a:gd name="connsiteX462" fmla="*/ 2437177 w 7467600"/>
              <a:gd name="connsiteY462" fmla="*/ 5479608 h 6858000"/>
              <a:gd name="connsiteX463" fmla="*/ 2445247 w 7467600"/>
              <a:gd name="connsiteY463" fmla="*/ 5483476 h 6858000"/>
              <a:gd name="connsiteX464" fmla="*/ 2743626 w 7467600"/>
              <a:gd name="connsiteY464" fmla="*/ 5304819 h 6858000"/>
              <a:gd name="connsiteX465" fmla="*/ 3048102 w 7467600"/>
              <a:gd name="connsiteY465" fmla="*/ 5150595 h 6858000"/>
              <a:gd name="connsiteX466" fmla="*/ 1799414 w 7467600"/>
              <a:gd name="connsiteY466" fmla="*/ 4694732 h 6858000"/>
              <a:gd name="connsiteX467" fmla="*/ 1771735 w 7467600"/>
              <a:gd name="connsiteY467" fmla="*/ 4619929 h 6858000"/>
              <a:gd name="connsiteX468" fmla="*/ 3104273 w 7467600"/>
              <a:gd name="connsiteY468" fmla="*/ 5076159 h 6858000"/>
              <a:gd name="connsiteX469" fmla="*/ 3113245 w 7467600"/>
              <a:gd name="connsiteY469" fmla="*/ 5090705 h 6858000"/>
              <a:gd name="connsiteX470" fmla="*/ 3126294 w 7467600"/>
              <a:gd name="connsiteY470" fmla="*/ 5114400 h 6858000"/>
              <a:gd name="connsiteX471" fmla="*/ 3937433 w 7467600"/>
              <a:gd name="connsiteY471" fmla="*/ 4830473 h 6858000"/>
              <a:gd name="connsiteX472" fmla="*/ 3590475 w 7467600"/>
              <a:gd name="connsiteY472" fmla="*/ 4597974 h 6858000"/>
              <a:gd name="connsiteX473" fmla="*/ 3100264 w 7467600"/>
              <a:gd name="connsiteY473" fmla="*/ 4579845 h 6858000"/>
              <a:gd name="connsiteX474" fmla="*/ 2183576 w 7467600"/>
              <a:gd name="connsiteY474" fmla="*/ 4227150 h 6858000"/>
              <a:gd name="connsiteX475" fmla="*/ 2151029 w 7467600"/>
              <a:gd name="connsiteY475" fmla="*/ 4146947 h 6858000"/>
              <a:gd name="connsiteX476" fmla="*/ 3563434 w 7467600"/>
              <a:gd name="connsiteY476" fmla="*/ 4469115 h 6858000"/>
              <a:gd name="connsiteX477" fmla="*/ 3177952 w 7467600"/>
              <a:gd name="connsiteY477" fmla="*/ 3657386 h 6858000"/>
              <a:gd name="connsiteX478" fmla="*/ 3189263 w 7467600"/>
              <a:gd name="connsiteY478" fmla="*/ 3625726 h 6858000"/>
              <a:gd name="connsiteX479" fmla="*/ 3560912 w 7467600"/>
              <a:gd name="connsiteY479" fmla="*/ 4079863 h 6858000"/>
              <a:gd name="connsiteX480" fmla="*/ 3626636 w 7467600"/>
              <a:gd name="connsiteY480" fmla="*/ 4512230 h 6858000"/>
              <a:gd name="connsiteX481" fmla="*/ 3653088 w 7467600"/>
              <a:gd name="connsiteY481" fmla="*/ 4521417 h 6858000"/>
              <a:gd name="connsiteX482" fmla="*/ 3988128 w 7467600"/>
              <a:gd name="connsiteY482" fmla="*/ 4817267 h 6858000"/>
              <a:gd name="connsiteX483" fmla="*/ 4830582 w 7467600"/>
              <a:gd name="connsiteY483" fmla="*/ 4676000 h 6858000"/>
              <a:gd name="connsiteX484" fmla="*/ 4830100 w 7467600"/>
              <a:gd name="connsiteY484" fmla="*/ 4675554 h 6858000"/>
              <a:gd name="connsiteX485" fmla="*/ 4036318 w 7467600"/>
              <a:gd name="connsiteY485" fmla="*/ 4147013 h 6858000"/>
              <a:gd name="connsiteX486" fmla="*/ 3432098 w 7467600"/>
              <a:gd name="connsiteY486" fmla="*/ 3537312 h 6858000"/>
              <a:gd name="connsiteX487" fmla="*/ 3446761 w 7467600"/>
              <a:gd name="connsiteY487" fmla="*/ 3461278 h 6858000"/>
              <a:gd name="connsiteX488" fmla="*/ 4419733 w 7467600"/>
              <a:gd name="connsiteY488" fmla="*/ 3963555 h 6858000"/>
              <a:gd name="connsiteX489" fmla="*/ 4781371 w 7467600"/>
              <a:gd name="connsiteY489" fmla="*/ 4458604 h 6858000"/>
              <a:gd name="connsiteX490" fmla="*/ 4780440 w 7467600"/>
              <a:gd name="connsiteY490" fmla="*/ 4470290 h 6858000"/>
              <a:gd name="connsiteX491" fmla="*/ 4898954 w 7467600"/>
              <a:gd name="connsiteY491" fmla="*/ 4662092 h 6858000"/>
              <a:gd name="connsiteX492" fmla="*/ 4900699 w 7467600"/>
              <a:gd name="connsiteY492" fmla="*/ 4670867 h 6858000"/>
              <a:gd name="connsiteX493" fmla="*/ 5714511 w 7467600"/>
              <a:gd name="connsiteY493" fmla="*/ 4663483 h 6858000"/>
              <a:gd name="connsiteX494" fmla="*/ 5464793 w 7467600"/>
              <a:gd name="connsiteY494" fmla="*/ 4393556 h 6858000"/>
              <a:gd name="connsiteX495" fmla="*/ 5461897 w 7467600"/>
              <a:gd name="connsiteY495" fmla="*/ 4390879 h 6858000"/>
              <a:gd name="connsiteX496" fmla="*/ 4294126 w 7467600"/>
              <a:gd name="connsiteY496" fmla="*/ 3303048 h 6858000"/>
              <a:gd name="connsiteX497" fmla="*/ 4305321 w 7467600"/>
              <a:gd name="connsiteY497" fmla="*/ 3256953 h 6858000"/>
              <a:gd name="connsiteX498" fmla="*/ 4949299 w 7467600"/>
              <a:gd name="connsiteY498" fmla="*/ 3766336 h 6858000"/>
              <a:gd name="connsiteX499" fmla="*/ 5291452 w 7467600"/>
              <a:gd name="connsiteY499" fmla="*/ 4076801 h 6858000"/>
              <a:gd name="connsiteX500" fmla="*/ 5434998 w 7467600"/>
              <a:gd name="connsiteY500" fmla="*/ 4254100 h 6858000"/>
              <a:gd name="connsiteX501" fmla="*/ 5351015 w 7467600"/>
              <a:gd name="connsiteY501" fmla="*/ 3760989 h 6858000"/>
              <a:gd name="connsiteX502" fmla="*/ 5413780 w 7467600"/>
              <a:gd name="connsiteY502" fmla="*/ 2966265 h 6858000"/>
              <a:gd name="connsiteX503" fmla="*/ 5425627 w 7467600"/>
              <a:gd name="connsiteY503" fmla="*/ 2954192 h 6858000"/>
              <a:gd name="connsiteX504" fmla="*/ 6604735 w 7467600"/>
              <a:gd name="connsiteY504" fmla="*/ 2041381 h 6858000"/>
              <a:gd name="connsiteX505" fmla="*/ 7204487 w 7467600"/>
              <a:gd name="connsiteY505" fmla="*/ 2742112 h 6858000"/>
              <a:gd name="connsiteX506" fmla="*/ 7131592 w 7467600"/>
              <a:gd name="connsiteY506" fmla="*/ 2672096 h 6858000"/>
              <a:gd name="connsiteX507" fmla="*/ 6996344 w 7467600"/>
              <a:gd name="connsiteY507" fmla="*/ 2518310 h 6858000"/>
              <a:gd name="connsiteX508" fmla="*/ 6735495 w 7467600"/>
              <a:gd name="connsiteY508" fmla="*/ 2196890 h 6858000"/>
              <a:gd name="connsiteX509" fmla="*/ 6721901 w 7467600"/>
              <a:gd name="connsiteY509" fmla="*/ 2179274 h 6858000"/>
              <a:gd name="connsiteX510" fmla="*/ 6604735 w 7467600"/>
              <a:gd name="connsiteY510" fmla="*/ 2041381 h 6858000"/>
              <a:gd name="connsiteX511" fmla="*/ 6591670 w 7467600"/>
              <a:gd name="connsiteY511" fmla="*/ 1988277 h 6858000"/>
              <a:gd name="connsiteX512" fmla="*/ 6747349 w 7467600"/>
              <a:gd name="connsiteY512" fmla="*/ 2160069 h 6858000"/>
              <a:gd name="connsiteX513" fmla="*/ 6760943 w 7467600"/>
              <a:gd name="connsiteY513" fmla="*/ 2177686 h 6858000"/>
              <a:gd name="connsiteX514" fmla="*/ 7021065 w 7467600"/>
              <a:gd name="connsiteY514" fmla="*/ 2498102 h 6858000"/>
              <a:gd name="connsiteX515" fmla="*/ 7155223 w 7467600"/>
              <a:gd name="connsiteY515" fmla="*/ 2650386 h 6858000"/>
              <a:gd name="connsiteX516" fmla="*/ 7203167 w 7467600"/>
              <a:gd name="connsiteY516" fmla="*/ 2697288 h 6858000"/>
              <a:gd name="connsiteX517" fmla="*/ 6937703 w 7467600"/>
              <a:gd name="connsiteY517" fmla="*/ 2321981 h 6858000"/>
              <a:gd name="connsiteX518" fmla="*/ 6591670 w 7467600"/>
              <a:gd name="connsiteY518" fmla="*/ 1988277 h 6858000"/>
              <a:gd name="connsiteX519" fmla="*/ 5798671 w 7467600"/>
              <a:gd name="connsiteY519" fmla="*/ 1981601 h 6858000"/>
              <a:gd name="connsiteX520" fmla="*/ 5754709 w 7467600"/>
              <a:gd name="connsiteY520" fmla="*/ 2071454 h 6858000"/>
              <a:gd name="connsiteX521" fmla="*/ 5763044 w 7467600"/>
              <a:gd name="connsiteY521" fmla="*/ 2842206 h 6858000"/>
              <a:gd name="connsiteX522" fmla="*/ 5764974 w 7467600"/>
              <a:gd name="connsiteY522" fmla="*/ 2799609 h 6858000"/>
              <a:gd name="connsiteX523" fmla="*/ 5767665 w 7467600"/>
              <a:gd name="connsiteY523" fmla="*/ 2666409 h 6858000"/>
              <a:gd name="connsiteX524" fmla="*/ 5763055 w 7467600"/>
              <a:gd name="connsiteY524" fmla="*/ 2579705 h 6858000"/>
              <a:gd name="connsiteX525" fmla="*/ 5758079 w 7467600"/>
              <a:gd name="connsiteY525" fmla="*/ 2492508 h 6858000"/>
              <a:gd name="connsiteX526" fmla="*/ 5779325 w 7467600"/>
              <a:gd name="connsiteY526" fmla="*/ 2197069 h 6858000"/>
              <a:gd name="connsiteX527" fmla="*/ 5798671 w 7467600"/>
              <a:gd name="connsiteY527" fmla="*/ 1981601 h 6858000"/>
              <a:gd name="connsiteX528" fmla="*/ 5829202 w 7467600"/>
              <a:gd name="connsiteY528" fmla="*/ 1971679 h 6858000"/>
              <a:gd name="connsiteX529" fmla="*/ 5809558 w 7467600"/>
              <a:gd name="connsiteY529" fmla="*/ 2198043 h 6858000"/>
              <a:gd name="connsiteX530" fmla="*/ 5788653 w 7467600"/>
              <a:gd name="connsiteY530" fmla="*/ 2489430 h 6858000"/>
              <a:gd name="connsiteX531" fmla="*/ 5793439 w 7467600"/>
              <a:gd name="connsiteY531" fmla="*/ 2575235 h 6858000"/>
              <a:gd name="connsiteX532" fmla="*/ 5796837 w 7467600"/>
              <a:gd name="connsiteY532" fmla="*/ 2637633 h 6858000"/>
              <a:gd name="connsiteX533" fmla="*/ 5818614 w 7467600"/>
              <a:gd name="connsiteY533" fmla="*/ 2473055 h 6858000"/>
              <a:gd name="connsiteX534" fmla="*/ 5829202 w 7467600"/>
              <a:gd name="connsiteY534" fmla="*/ 1971679 h 6858000"/>
              <a:gd name="connsiteX535" fmla="*/ 5911389 w 7467600"/>
              <a:gd name="connsiteY535" fmla="*/ 1898371 h 6858000"/>
              <a:gd name="connsiteX536" fmla="*/ 6237627 w 7467600"/>
              <a:gd name="connsiteY536" fmla="*/ 2231921 h 6858000"/>
              <a:gd name="connsiteX537" fmla="*/ 5911389 w 7467600"/>
              <a:gd name="connsiteY537" fmla="*/ 1898371 h 6858000"/>
              <a:gd name="connsiteX538" fmla="*/ 6944437 w 7467600"/>
              <a:gd name="connsiteY538" fmla="*/ 1575402 h 6858000"/>
              <a:gd name="connsiteX539" fmla="*/ 6304730 w 7467600"/>
              <a:gd name="connsiteY539" fmla="*/ 1766654 h 6858000"/>
              <a:gd name="connsiteX540" fmla="*/ 6944437 w 7467600"/>
              <a:gd name="connsiteY540" fmla="*/ 1575402 h 6858000"/>
              <a:gd name="connsiteX541" fmla="*/ 7019523 w 7467600"/>
              <a:gd name="connsiteY541" fmla="*/ 1519450 h 6858000"/>
              <a:gd name="connsiteX542" fmla="*/ 6298091 w 7467600"/>
              <a:gd name="connsiteY542" fmla="*/ 1737122 h 6858000"/>
              <a:gd name="connsiteX543" fmla="*/ 7019523 w 7467600"/>
              <a:gd name="connsiteY543" fmla="*/ 1519450 h 6858000"/>
              <a:gd name="connsiteX544" fmla="*/ 2399523 w 7467600"/>
              <a:gd name="connsiteY544" fmla="*/ 1428234 h 6858000"/>
              <a:gd name="connsiteX545" fmla="*/ 2224982 w 7467600"/>
              <a:gd name="connsiteY545" fmla="*/ 1826201 h 6858000"/>
              <a:gd name="connsiteX546" fmla="*/ 2096099 w 7467600"/>
              <a:gd name="connsiteY546" fmla="*/ 2345900 h 6858000"/>
              <a:gd name="connsiteX547" fmla="*/ 2283317 w 7467600"/>
              <a:gd name="connsiteY547" fmla="*/ 1796925 h 6858000"/>
              <a:gd name="connsiteX548" fmla="*/ 2399523 w 7467600"/>
              <a:gd name="connsiteY548" fmla="*/ 1428234 h 6858000"/>
              <a:gd name="connsiteX549" fmla="*/ 2448558 w 7467600"/>
              <a:gd name="connsiteY549" fmla="*/ 1373435 h 6858000"/>
              <a:gd name="connsiteX550" fmla="*/ 2312521 w 7467600"/>
              <a:gd name="connsiteY550" fmla="*/ 1806140 h 6858000"/>
              <a:gd name="connsiteX551" fmla="*/ 2127533 w 7467600"/>
              <a:gd name="connsiteY551" fmla="*/ 2348380 h 6858000"/>
              <a:gd name="connsiteX552" fmla="*/ 2358080 w 7467600"/>
              <a:gd name="connsiteY552" fmla="*/ 1866134 h 6858000"/>
              <a:gd name="connsiteX553" fmla="*/ 2407436 w 7467600"/>
              <a:gd name="connsiteY553" fmla="*/ 1651070 h 6858000"/>
              <a:gd name="connsiteX554" fmla="*/ 2448558 w 7467600"/>
              <a:gd name="connsiteY554" fmla="*/ 1373435 h 6858000"/>
              <a:gd name="connsiteX555" fmla="*/ 278707 w 7467600"/>
              <a:gd name="connsiteY555" fmla="*/ 1352270 h 6858000"/>
              <a:gd name="connsiteX556" fmla="*/ 321570 w 7467600"/>
              <a:gd name="connsiteY556" fmla="*/ 1861610 h 6858000"/>
              <a:gd name="connsiteX557" fmla="*/ 294281 w 7467600"/>
              <a:gd name="connsiteY557" fmla="*/ 1440658 h 6858000"/>
              <a:gd name="connsiteX558" fmla="*/ 278707 w 7467600"/>
              <a:gd name="connsiteY558" fmla="*/ 1352270 h 6858000"/>
              <a:gd name="connsiteX559" fmla="*/ 1423821 w 7467600"/>
              <a:gd name="connsiteY559" fmla="*/ 1351958 h 6858000"/>
              <a:gd name="connsiteX560" fmla="*/ 1638521 w 7467600"/>
              <a:gd name="connsiteY560" fmla="*/ 1908470 h 6858000"/>
              <a:gd name="connsiteX561" fmla="*/ 1754199 w 7467600"/>
              <a:gd name="connsiteY561" fmla="*/ 2149284 h 6858000"/>
              <a:gd name="connsiteX562" fmla="*/ 1908359 w 7467600"/>
              <a:gd name="connsiteY562" fmla="*/ 2364988 h 6858000"/>
              <a:gd name="connsiteX563" fmla="*/ 1647661 w 7467600"/>
              <a:gd name="connsiteY563" fmla="*/ 1825945 h 6858000"/>
              <a:gd name="connsiteX564" fmla="*/ 1423821 w 7467600"/>
              <a:gd name="connsiteY564" fmla="*/ 1351958 h 6858000"/>
              <a:gd name="connsiteX565" fmla="*/ 1431890 w 7467600"/>
              <a:gd name="connsiteY565" fmla="*/ 1306475 h 6858000"/>
              <a:gd name="connsiteX566" fmla="*/ 1507597 w 7467600"/>
              <a:gd name="connsiteY566" fmla="*/ 1446132 h 6858000"/>
              <a:gd name="connsiteX567" fmla="*/ 1674586 w 7467600"/>
              <a:gd name="connsiteY567" fmla="*/ 1813832 h 6858000"/>
              <a:gd name="connsiteX568" fmla="*/ 1815950 w 7467600"/>
              <a:gd name="connsiteY568" fmla="*/ 2128564 h 6858000"/>
              <a:gd name="connsiteX569" fmla="*/ 1984242 w 7467600"/>
              <a:gd name="connsiteY569" fmla="*/ 2430829 h 6858000"/>
              <a:gd name="connsiteX570" fmla="*/ 2014023 w 7467600"/>
              <a:gd name="connsiteY570" fmla="*/ 2450995 h 6858000"/>
              <a:gd name="connsiteX571" fmla="*/ 1747337 w 7467600"/>
              <a:gd name="connsiteY571" fmla="*/ 1855264 h 6858000"/>
              <a:gd name="connsiteX572" fmla="*/ 1533749 w 7467600"/>
              <a:gd name="connsiteY572" fmla="*/ 1478656 h 6858000"/>
              <a:gd name="connsiteX573" fmla="*/ 1431890 w 7467600"/>
              <a:gd name="connsiteY573" fmla="*/ 1306475 h 6858000"/>
              <a:gd name="connsiteX574" fmla="*/ 5052692 w 7467600"/>
              <a:gd name="connsiteY574" fmla="*/ 1292994 h 6858000"/>
              <a:gd name="connsiteX575" fmla="*/ 5200661 w 7467600"/>
              <a:gd name="connsiteY575" fmla="*/ 1635186 h 6858000"/>
              <a:gd name="connsiteX576" fmla="*/ 5297138 w 7467600"/>
              <a:gd name="connsiteY576" fmla="*/ 1906351 h 6858000"/>
              <a:gd name="connsiteX577" fmla="*/ 5052692 w 7467600"/>
              <a:gd name="connsiteY577" fmla="*/ 1292994 h 6858000"/>
              <a:gd name="connsiteX578" fmla="*/ 5009948 w 7467600"/>
              <a:gd name="connsiteY578" fmla="*/ 1273619 h 6858000"/>
              <a:gd name="connsiteX579" fmla="*/ 5121777 w 7467600"/>
              <a:gd name="connsiteY579" fmla="*/ 1654213 h 6858000"/>
              <a:gd name="connsiteX580" fmla="*/ 5293545 w 7467600"/>
              <a:gd name="connsiteY580" fmla="*/ 2072247 h 6858000"/>
              <a:gd name="connsiteX581" fmla="*/ 5294042 w 7467600"/>
              <a:gd name="connsiteY581" fmla="*/ 2065019 h 6858000"/>
              <a:gd name="connsiteX582" fmla="*/ 5171936 w 7467600"/>
              <a:gd name="connsiteY582" fmla="*/ 1647613 h 6858000"/>
              <a:gd name="connsiteX583" fmla="*/ 5009948 w 7467600"/>
              <a:gd name="connsiteY583" fmla="*/ 1273619 h 6858000"/>
              <a:gd name="connsiteX584" fmla="*/ 655236 w 7467600"/>
              <a:gd name="connsiteY584" fmla="*/ 1268632 h 6858000"/>
              <a:gd name="connsiteX585" fmla="*/ 839521 w 7467600"/>
              <a:gd name="connsiteY585" fmla="*/ 1685315 h 6858000"/>
              <a:gd name="connsiteX586" fmla="*/ 1109416 w 7467600"/>
              <a:gd name="connsiteY586" fmla="*/ 2061663 h 6858000"/>
              <a:gd name="connsiteX587" fmla="*/ 1298300 w 7467600"/>
              <a:gd name="connsiteY587" fmla="*/ 2247742 h 6858000"/>
              <a:gd name="connsiteX588" fmla="*/ 1125871 w 7467600"/>
              <a:gd name="connsiteY588" fmla="*/ 1989513 h 6858000"/>
              <a:gd name="connsiteX589" fmla="*/ 981574 w 7467600"/>
              <a:gd name="connsiteY589" fmla="*/ 1783157 h 6858000"/>
              <a:gd name="connsiteX590" fmla="*/ 922198 w 7467600"/>
              <a:gd name="connsiteY590" fmla="*/ 1677437 h 6858000"/>
              <a:gd name="connsiteX591" fmla="*/ 869293 w 7467600"/>
              <a:gd name="connsiteY591" fmla="*/ 1583214 h 6858000"/>
              <a:gd name="connsiteX592" fmla="*/ 751431 w 7467600"/>
              <a:gd name="connsiteY592" fmla="*/ 1405731 h 6858000"/>
              <a:gd name="connsiteX593" fmla="*/ 655236 w 7467600"/>
              <a:gd name="connsiteY593" fmla="*/ 1268632 h 6858000"/>
              <a:gd name="connsiteX594" fmla="*/ 6516292 w 7467600"/>
              <a:gd name="connsiteY594" fmla="*/ 1263064 h 6858000"/>
              <a:gd name="connsiteX595" fmla="*/ 5736320 w 7467600"/>
              <a:gd name="connsiteY595" fmla="*/ 1501803 h 6858000"/>
              <a:gd name="connsiteX596" fmla="*/ 6516292 w 7467600"/>
              <a:gd name="connsiteY596" fmla="*/ 1263064 h 6858000"/>
              <a:gd name="connsiteX597" fmla="*/ 291466 w 7467600"/>
              <a:gd name="connsiteY597" fmla="*/ 1250369 h 6858000"/>
              <a:gd name="connsiteX598" fmla="*/ 323180 w 7467600"/>
              <a:gd name="connsiteY598" fmla="*/ 1435283 h 6858000"/>
              <a:gd name="connsiteX599" fmla="*/ 349381 w 7467600"/>
              <a:gd name="connsiteY599" fmla="*/ 1875041 h 6858000"/>
              <a:gd name="connsiteX600" fmla="*/ 374363 w 7467600"/>
              <a:gd name="connsiteY600" fmla="*/ 1506494 h 6858000"/>
              <a:gd name="connsiteX601" fmla="*/ 302168 w 7467600"/>
              <a:gd name="connsiteY601" fmla="*/ 1274495 h 6858000"/>
              <a:gd name="connsiteX602" fmla="*/ 291466 w 7467600"/>
              <a:gd name="connsiteY602" fmla="*/ 1250369 h 6858000"/>
              <a:gd name="connsiteX603" fmla="*/ 678222 w 7467600"/>
              <a:gd name="connsiteY603" fmla="*/ 1248670 h 6858000"/>
              <a:gd name="connsiteX604" fmla="*/ 775536 w 7467600"/>
              <a:gd name="connsiteY604" fmla="*/ 1388015 h 6858000"/>
              <a:gd name="connsiteX605" fmla="*/ 894529 w 7467600"/>
              <a:gd name="connsiteY605" fmla="*/ 1567739 h 6858000"/>
              <a:gd name="connsiteX606" fmla="*/ 948000 w 7467600"/>
              <a:gd name="connsiteY606" fmla="*/ 1663088 h 6858000"/>
              <a:gd name="connsiteX607" fmla="*/ 1006812 w 7467600"/>
              <a:gd name="connsiteY607" fmla="*/ 1767683 h 6858000"/>
              <a:gd name="connsiteX608" fmla="*/ 1149133 w 7467600"/>
              <a:gd name="connsiteY608" fmla="*/ 1971513 h 6858000"/>
              <a:gd name="connsiteX609" fmla="*/ 1333952 w 7467600"/>
              <a:gd name="connsiteY609" fmla="*/ 2251620 h 6858000"/>
              <a:gd name="connsiteX610" fmla="*/ 1337329 w 7467600"/>
              <a:gd name="connsiteY610" fmla="*/ 2258350 h 6858000"/>
              <a:gd name="connsiteX611" fmla="*/ 1014726 w 7467600"/>
              <a:gd name="connsiteY611" fmla="*/ 1615556 h 6858000"/>
              <a:gd name="connsiteX612" fmla="*/ 678222 w 7467600"/>
              <a:gd name="connsiteY612" fmla="*/ 1248670 h 6858000"/>
              <a:gd name="connsiteX613" fmla="*/ 6691602 w 7467600"/>
              <a:gd name="connsiteY613" fmla="*/ 1140573 h 6858000"/>
              <a:gd name="connsiteX614" fmla="*/ 6571100 w 7467600"/>
              <a:gd name="connsiteY614" fmla="*/ 1183662 h 6858000"/>
              <a:gd name="connsiteX615" fmla="*/ 6241687 w 7467600"/>
              <a:gd name="connsiteY615" fmla="*/ 1257600 h 6858000"/>
              <a:gd name="connsiteX616" fmla="*/ 5693009 w 7467600"/>
              <a:gd name="connsiteY616" fmla="*/ 1478256 h 6858000"/>
              <a:gd name="connsiteX617" fmla="*/ 6548420 w 7467600"/>
              <a:gd name="connsiteY617" fmla="*/ 1214599 h 6858000"/>
              <a:gd name="connsiteX618" fmla="*/ 6605473 w 7467600"/>
              <a:gd name="connsiteY618" fmla="*/ 1184686 h 6858000"/>
              <a:gd name="connsiteX619" fmla="*/ 6691602 w 7467600"/>
              <a:gd name="connsiteY619" fmla="*/ 1140573 h 6858000"/>
              <a:gd name="connsiteX620" fmla="*/ 4002475 w 7467600"/>
              <a:gd name="connsiteY620" fmla="*/ 1037802 h 6858000"/>
              <a:gd name="connsiteX621" fmla="*/ 4000324 w 7467600"/>
              <a:gd name="connsiteY621" fmla="*/ 1039362 h 6858000"/>
              <a:gd name="connsiteX622" fmla="*/ 4002862 w 7467600"/>
              <a:gd name="connsiteY622" fmla="*/ 1042866 h 6858000"/>
              <a:gd name="connsiteX623" fmla="*/ 4002475 w 7467600"/>
              <a:gd name="connsiteY623" fmla="*/ 1037802 h 6858000"/>
              <a:gd name="connsiteX624" fmla="*/ 506322 w 7467600"/>
              <a:gd name="connsiteY624" fmla="*/ 1020997 h 6858000"/>
              <a:gd name="connsiteX625" fmla="*/ 533068 w 7467600"/>
              <a:gd name="connsiteY625" fmla="*/ 1029409 h 6858000"/>
              <a:gd name="connsiteX626" fmla="*/ 1232525 w 7467600"/>
              <a:gd name="connsiteY626" fmla="*/ 1804675 h 6858000"/>
              <a:gd name="connsiteX627" fmla="*/ 1388858 w 7467600"/>
              <a:gd name="connsiteY627" fmla="*/ 2368011 h 6858000"/>
              <a:gd name="connsiteX628" fmla="*/ 1384098 w 7467600"/>
              <a:gd name="connsiteY628" fmla="*/ 2378125 h 6858000"/>
              <a:gd name="connsiteX629" fmla="*/ 1425393 w 7467600"/>
              <a:gd name="connsiteY629" fmla="*/ 2589124 h 6858000"/>
              <a:gd name="connsiteX630" fmla="*/ 1424001 w 7467600"/>
              <a:gd name="connsiteY630" fmla="*/ 2597541 h 6858000"/>
              <a:gd name="connsiteX631" fmla="*/ 2152729 w 7467600"/>
              <a:gd name="connsiteY631" fmla="*/ 2864487 h 6858000"/>
              <a:gd name="connsiteX632" fmla="*/ 2020609 w 7467600"/>
              <a:gd name="connsiteY632" fmla="*/ 2539671 h 6858000"/>
              <a:gd name="connsiteX633" fmla="*/ 2018920 w 7467600"/>
              <a:gd name="connsiteY633" fmla="*/ 2536309 h 6858000"/>
              <a:gd name="connsiteX634" fmla="*/ 1342441 w 7467600"/>
              <a:gd name="connsiteY634" fmla="*/ 1173017 h 6858000"/>
              <a:gd name="connsiteX635" fmla="*/ 1367925 w 7467600"/>
              <a:gd name="connsiteY635" fmla="*/ 1135648 h 6858000"/>
              <a:gd name="connsiteX636" fmla="*/ 1771401 w 7467600"/>
              <a:gd name="connsiteY636" fmla="*/ 1806673 h 6858000"/>
              <a:gd name="connsiteX637" fmla="*/ 1972385 w 7467600"/>
              <a:gd name="connsiteY637" fmla="*/ 2198735 h 6858000"/>
              <a:gd name="connsiteX638" fmla="*/ 2040892 w 7467600"/>
              <a:gd name="connsiteY638" fmla="*/ 2405205 h 6858000"/>
              <a:gd name="connsiteX639" fmla="*/ 2131689 w 7467600"/>
              <a:gd name="connsiteY639" fmla="*/ 1936926 h 6858000"/>
              <a:gd name="connsiteX640" fmla="*/ 2454820 w 7467600"/>
              <a:gd name="connsiteY640" fmla="*/ 1248808 h 6858000"/>
              <a:gd name="connsiteX641" fmla="*/ 2492512 w 7467600"/>
              <a:gd name="connsiteY641" fmla="*/ 1302920 h 6858000"/>
              <a:gd name="connsiteX642" fmla="*/ 2081216 w 7467600"/>
              <a:gd name="connsiteY642" fmla="*/ 2527513 h 6858000"/>
              <a:gd name="connsiteX643" fmla="*/ 2081211 w 7467600"/>
              <a:gd name="connsiteY643" fmla="*/ 2528916 h 6858000"/>
              <a:gd name="connsiteX644" fmla="*/ 2199067 w 7467600"/>
              <a:gd name="connsiteY644" fmla="*/ 2884061 h 6858000"/>
              <a:gd name="connsiteX645" fmla="*/ 3192586 w 7467600"/>
              <a:gd name="connsiteY645" fmla="*/ 3411496 h 6858000"/>
              <a:gd name="connsiteX646" fmla="*/ 3182620 w 7467600"/>
              <a:gd name="connsiteY646" fmla="*/ 3483279 h 6858000"/>
              <a:gd name="connsiteX647" fmla="*/ 2435119 w 7467600"/>
              <a:gd name="connsiteY647" fmla="*/ 3080173 h 6858000"/>
              <a:gd name="connsiteX648" fmla="*/ 2410152 w 7467600"/>
              <a:gd name="connsiteY648" fmla="*/ 3063751 h 6858000"/>
              <a:gd name="connsiteX649" fmla="*/ 2408099 w 7467600"/>
              <a:gd name="connsiteY649" fmla="*/ 3064403 h 6858000"/>
              <a:gd name="connsiteX650" fmla="*/ 2407218 w 7467600"/>
              <a:gd name="connsiteY650" fmla="*/ 3070324 h 6858000"/>
              <a:gd name="connsiteX651" fmla="*/ 2380138 w 7467600"/>
              <a:gd name="connsiteY651" fmla="*/ 3099341 h 6858000"/>
              <a:gd name="connsiteX652" fmla="*/ 1765923 w 7467600"/>
              <a:gd name="connsiteY652" fmla="*/ 3581043 h 6858000"/>
              <a:gd name="connsiteX653" fmla="*/ 1702258 w 7467600"/>
              <a:gd name="connsiteY653" fmla="*/ 3612286 h 6858000"/>
              <a:gd name="connsiteX654" fmla="*/ 1538370 w 7467600"/>
              <a:gd name="connsiteY654" fmla="*/ 3811804 h 6858000"/>
              <a:gd name="connsiteX655" fmla="*/ 542867 w 7467600"/>
              <a:gd name="connsiteY655" fmla="*/ 4944092 h 6858000"/>
              <a:gd name="connsiteX656" fmla="*/ 515800 w 7467600"/>
              <a:gd name="connsiteY656" fmla="*/ 4862180 h 6858000"/>
              <a:gd name="connsiteX657" fmla="*/ 909145 w 7467600"/>
              <a:gd name="connsiteY657" fmla="*/ 4199225 h 6858000"/>
              <a:gd name="connsiteX658" fmla="*/ 1214067 w 7467600"/>
              <a:gd name="connsiteY658" fmla="*/ 3908561 h 6858000"/>
              <a:gd name="connsiteX659" fmla="*/ 640967 w 7467600"/>
              <a:gd name="connsiteY659" fmla="*/ 4105601 h 6858000"/>
              <a:gd name="connsiteX660" fmla="*/ 112563 w 7467600"/>
              <a:gd name="connsiteY660" fmla="*/ 4396952 h 6858000"/>
              <a:gd name="connsiteX661" fmla="*/ 0 w 7467600"/>
              <a:gd name="connsiteY661" fmla="*/ 4466006 h 6858000"/>
              <a:gd name="connsiteX662" fmla="*/ 0 w 7467600"/>
              <a:gd name="connsiteY662" fmla="*/ 4233763 h 6858000"/>
              <a:gd name="connsiteX663" fmla="*/ 36881 w 7467600"/>
              <a:gd name="connsiteY663" fmla="*/ 4200118 h 6858000"/>
              <a:gd name="connsiteX664" fmla="*/ 910534 w 7467600"/>
              <a:gd name="connsiteY664" fmla="*/ 3629753 h 6858000"/>
              <a:gd name="connsiteX665" fmla="*/ 1578717 w 7467600"/>
              <a:gd name="connsiteY665" fmla="*/ 3575982 h 6858000"/>
              <a:gd name="connsiteX666" fmla="*/ 2338780 w 7467600"/>
              <a:gd name="connsiteY666" fmla="*/ 3033725 h 6858000"/>
              <a:gd name="connsiteX667" fmla="*/ 1807991 w 7467600"/>
              <a:gd name="connsiteY667" fmla="*/ 2807184 h 6858000"/>
              <a:gd name="connsiteX668" fmla="*/ 1416358 w 7467600"/>
              <a:gd name="connsiteY668" fmla="*/ 3112571 h 6858000"/>
              <a:gd name="connsiteX669" fmla="*/ 939066 w 7467600"/>
              <a:gd name="connsiteY669" fmla="*/ 3378798 h 6858000"/>
              <a:gd name="connsiteX670" fmla="*/ 115099 w 7467600"/>
              <a:gd name="connsiteY670" fmla="*/ 3607650 h 6858000"/>
              <a:gd name="connsiteX671" fmla="*/ 97284 w 7467600"/>
              <a:gd name="connsiteY671" fmla="*/ 3520393 h 6858000"/>
              <a:gd name="connsiteX672" fmla="*/ 922050 w 7467600"/>
              <a:gd name="connsiteY672" fmla="*/ 3074867 h 6858000"/>
              <a:gd name="connsiteX673" fmla="*/ 1405265 w 7467600"/>
              <a:gd name="connsiteY673" fmla="*/ 3016319 h 6858000"/>
              <a:gd name="connsiteX674" fmla="*/ 1407512 w 7467600"/>
              <a:gd name="connsiteY674" fmla="*/ 3018001 h 6858000"/>
              <a:gd name="connsiteX675" fmla="*/ 1726266 w 7467600"/>
              <a:gd name="connsiteY675" fmla="*/ 2777274 h 6858000"/>
              <a:gd name="connsiteX676" fmla="*/ 625390 w 7467600"/>
              <a:gd name="connsiteY676" fmla="*/ 2514541 h 6858000"/>
              <a:gd name="connsiteX677" fmla="*/ 619799 w 7467600"/>
              <a:gd name="connsiteY677" fmla="*/ 2527180 h 6858000"/>
              <a:gd name="connsiteX678" fmla="*/ 310030 w 7467600"/>
              <a:gd name="connsiteY678" fmla="*/ 2771818 h 6858000"/>
              <a:gd name="connsiteX679" fmla="*/ 173877 w 7467600"/>
              <a:gd name="connsiteY679" fmla="*/ 2937056 h 6858000"/>
              <a:gd name="connsiteX680" fmla="*/ 77889 w 7467600"/>
              <a:gd name="connsiteY680" fmla="*/ 3138440 h 6858000"/>
              <a:gd name="connsiteX681" fmla="*/ 0 w 7467600"/>
              <a:gd name="connsiteY681" fmla="*/ 3271395 h 6858000"/>
              <a:gd name="connsiteX682" fmla="*/ 0 w 7467600"/>
              <a:gd name="connsiteY682" fmla="*/ 3153002 h 6858000"/>
              <a:gd name="connsiteX683" fmla="*/ 2386 w 7467600"/>
              <a:gd name="connsiteY683" fmla="*/ 3149203 h 6858000"/>
              <a:gd name="connsiteX684" fmla="*/ 89753 w 7467600"/>
              <a:gd name="connsiteY684" fmla="*/ 2987702 h 6858000"/>
              <a:gd name="connsiteX685" fmla="*/ 76869 w 7467600"/>
              <a:gd name="connsiteY685" fmla="*/ 3005404 h 6858000"/>
              <a:gd name="connsiteX686" fmla="*/ 32049 w 7467600"/>
              <a:gd name="connsiteY686" fmla="*/ 3065814 h 6858000"/>
              <a:gd name="connsiteX687" fmla="*/ 0 w 7467600"/>
              <a:gd name="connsiteY687" fmla="*/ 3108744 h 6858000"/>
              <a:gd name="connsiteX688" fmla="*/ 0 w 7467600"/>
              <a:gd name="connsiteY688" fmla="*/ 3058059 h 6858000"/>
              <a:gd name="connsiteX689" fmla="*/ 7610 w 7467600"/>
              <a:gd name="connsiteY689" fmla="*/ 3047889 h 6858000"/>
              <a:gd name="connsiteX690" fmla="*/ 52419 w 7467600"/>
              <a:gd name="connsiteY690" fmla="*/ 2987479 h 6858000"/>
              <a:gd name="connsiteX691" fmla="*/ 59142 w 7467600"/>
              <a:gd name="connsiteY691" fmla="*/ 2978488 h 6858000"/>
              <a:gd name="connsiteX692" fmla="*/ 0 w 7467600"/>
              <a:gd name="connsiteY692" fmla="*/ 3015334 h 6858000"/>
              <a:gd name="connsiteX693" fmla="*/ 0 w 7467600"/>
              <a:gd name="connsiteY693" fmla="*/ 2914286 h 6858000"/>
              <a:gd name="connsiteX694" fmla="*/ 36383 w 7467600"/>
              <a:gd name="connsiteY694" fmla="*/ 2901128 h 6858000"/>
              <a:gd name="connsiteX695" fmla="*/ 156329 w 7467600"/>
              <a:gd name="connsiteY695" fmla="*/ 2840533 h 6858000"/>
              <a:gd name="connsiteX696" fmla="*/ 358355 w 7467600"/>
              <a:gd name="connsiteY696" fmla="*/ 2620471 h 6858000"/>
              <a:gd name="connsiteX697" fmla="*/ 510577 w 7467600"/>
              <a:gd name="connsiteY697" fmla="*/ 2501244 h 6858000"/>
              <a:gd name="connsiteX698" fmla="*/ 211967 w 7467600"/>
              <a:gd name="connsiteY698" fmla="*/ 2479171 h 6858000"/>
              <a:gd name="connsiteX699" fmla="*/ 0 w 7467600"/>
              <a:gd name="connsiteY699" fmla="*/ 2476398 h 6858000"/>
              <a:gd name="connsiteX700" fmla="*/ 0 w 7467600"/>
              <a:gd name="connsiteY700" fmla="*/ 2389189 h 6858000"/>
              <a:gd name="connsiteX701" fmla="*/ 103062 w 7467600"/>
              <a:gd name="connsiteY701" fmla="*/ 2389518 h 6858000"/>
              <a:gd name="connsiteX702" fmla="*/ 510734 w 7467600"/>
              <a:gd name="connsiteY702" fmla="*/ 2416201 h 6858000"/>
              <a:gd name="connsiteX703" fmla="*/ 279257 w 7467600"/>
              <a:gd name="connsiteY703" fmla="*/ 2092102 h 6858000"/>
              <a:gd name="connsiteX704" fmla="*/ 65265 w 7467600"/>
              <a:gd name="connsiteY704" fmla="*/ 2006049 h 6858000"/>
              <a:gd name="connsiteX705" fmla="*/ 0 w 7467600"/>
              <a:gd name="connsiteY705" fmla="*/ 1982532 h 6858000"/>
              <a:gd name="connsiteX706" fmla="*/ 0 w 7467600"/>
              <a:gd name="connsiteY706" fmla="*/ 1912789 h 6858000"/>
              <a:gd name="connsiteX707" fmla="*/ 97460 w 7467600"/>
              <a:gd name="connsiteY707" fmla="*/ 1953725 h 6858000"/>
              <a:gd name="connsiteX708" fmla="*/ 221272 w 7467600"/>
              <a:gd name="connsiteY708" fmla="*/ 1980766 h 6858000"/>
              <a:gd name="connsiteX709" fmla="*/ 116765 w 7467600"/>
              <a:gd name="connsiteY709" fmla="*/ 1911033 h 6858000"/>
              <a:gd name="connsiteX710" fmla="*/ 16405 w 7467600"/>
              <a:gd name="connsiteY710" fmla="*/ 1803412 h 6858000"/>
              <a:gd name="connsiteX711" fmla="*/ 0 w 7467600"/>
              <a:gd name="connsiteY711" fmla="*/ 1784777 h 6858000"/>
              <a:gd name="connsiteX712" fmla="*/ 0 w 7467600"/>
              <a:gd name="connsiteY712" fmla="*/ 1740082 h 6858000"/>
              <a:gd name="connsiteX713" fmla="*/ 39394 w 7467600"/>
              <a:gd name="connsiteY713" fmla="*/ 1784856 h 6858000"/>
              <a:gd name="connsiteX714" fmla="*/ 135813 w 7467600"/>
              <a:gd name="connsiteY714" fmla="*/ 1888838 h 6858000"/>
              <a:gd name="connsiteX715" fmla="*/ 242575 w 7467600"/>
              <a:gd name="connsiteY715" fmla="*/ 1958841 h 6858000"/>
              <a:gd name="connsiteX716" fmla="*/ 82197 w 7467600"/>
              <a:gd name="connsiteY716" fmla="*/ 1754826 h 6858000"/>
              <a:gd name="connsiteX717" fmla="*/ 0 w 7467600"/>
              <a:gd name="connsiteY717" fmla="*/ 1679650 h 6858000"/>
              <a:gd name="connsiteX718" fmla="*/ 0 w 7467600"/>
              <a:gd name="connsiteY718" fmla="*/ 1602463 h 6858000"/>
              <a:gd name="connsiteX719" fmla="*/ 84689 w 7467600"/>
              <a:gd name="connsiteY719" fmla="*/ 1677442 h 6858000"/>
              <a:gd name="connsiteX720" fmla="*/ 298437 w 7467600"/>
              <a:gd name="connsiteY720" fmla="*/ 1968019 h 6858000"/>
              <a:gd name="connsiteX721" fmla="*/ 227269 w 7467600"/>
              <a:gd name="connsiteY721" fmla="*/ 1114064 h 6858000"/>
              <a:gd name="connsiteX722" fmla="*/ 248003 w 7467600"/>
              <a:gd name="connsiteY722" fmla="*/ 1089613 h 6858000"/>
              <a:gd name="connsiteX723" fmla="*/ 427020 w 7467600"/>
              <a:gd name="connsiteY723" fmla="*/ 1619803 h 6858000"/>
              <a:gd name="connsiteX724" fmla="*/ 340345 w 7467600"/>
              <a:gd name="connsiteY724" fmla="*/ 2027739 h 6858000"/>
              <a:gd name="connsiteX725" fmla="*/ 360865 w 7467600"/>
              <a:gd name="connsiteY725" fmla="*/ 2044827 h 6858000"/>
              <a:gd name="connsiteX726" fmla="*/ 560414 w 7467600"/>
              <a:gd name="connsiteY726" fmla="*/ 2421457 h 6858000"/>
              <a:gd name="connsiteX727" fmla="*/ 1359703 w 7467600"/>
              <a:gd name="connsiteY727" fmla="*/ 2578554 h 6858000"/>
              <a:gd name="connsiteX728" fmla="*/ 1359422 w 7467600"/>
              <a:gd name="connsiteY728" fmla="*/ 2577994 h 6858000"/>
              <a:gd name="connsiteX729" fmla="*/ 828701 w 7467600"/>
              <a:gd name="connsiteY729" fmla="*/ 1839520 h 6858000"/>
              <a:gd name="connsiteX730" fmla="*/ 494427 w 7467600"/>
              <a:gd name="connsiteY730" fmla="*/ 1092333 h 6858000"/>
              <a:gd name="connsiteX731" fmla="*/ 506322 w 7467600"/>
              <a:gd name="connsiteY731" fmla="*/ 1020997 h 6858000"/>
              <a:gd name="connsiteX732" fmla="*/ 4570198 w 7467600"/>
              <a:gd name="connsiteY732" fmla="*/ 978081 h 6858000"/>
              <a:gd name="connsiteX733" fmla="*/ 4523691 w 7467600"/>
              <a:gd name="connsiteY733" fmla="*/ 1127776 h 6858000"/>
              <a:gd name="connsiteX734" fmla="*/ 4509875 w 7467600"/>
              <a:gd name="connsiteY734" fmla="*/ 1167552 h 6858000"/>
              <a:gd name="connsiteX735" fmla="*/ 4478168 w 7467600"/>
              <a:gd name="connsiteY735" fmla="*/ 1260735 h 6858000"/>
              <a:gd name="connsiteX736" fmla="*/ 4409309 w 7467600"/>
              <a:gd name="connsiteY736" fmla="*/ 1666996 h 6858000"/>
              <a:gd name="connsiteX737" fmla="*/ 4370031 w 7467600"/>
              <a:gd name="connsiteY737" fmla="*/ 1955666 h 6858000"/>
              <a:gd name="connsiteX738" fmla="*/ 4570198 w 7467600"/>
              <a:gd name="connsiteY738" fmla="*/ 978081 h 6858000"/>
              <a:gd name="connsiteX739" fmla="*/ 4557898 w 7467600"/>
              <a:gd name="connsiteY739" fmla="*/ 900011 h 6858000"/>
              <a:gd name="connsiteX740" fmla="*/ 4344840 w 7467600"/>
              <a:gd name="connsiteY740" fmla="*/ 1922038 h 6858000"/>
              <a:gd name="connsiteX741" fmla="*/ 4378710 w 7467600"/>
              <a:gd name="connsiteY741" fmla="*/ 1665516 h 6858000"/>
              <a:gd name="connsiteX742" fmla="*/ 4448798 w 7467600"/>
              <a:gd name="connsiteY742" fmla="*/ 1253024 h 6858000"/>
              <a:gd name="connsiteX743" fmla="*/ 4480315 w 7467600"/>
              <a:gd name="connsiteY743" fmla="*/ 1158454 h 6858000"/>
              <a:gd name="connsiteX744" fmla="*/ 4494133 w 7467600"/>
              <a:gd name="connsiteY744" fmla="*/ 1118676 h 6858000"/>
              <a:gd name="connsiteX745" fmla="*/ 4557898 w 7467600"/>
              <a:gd name="connsiteY745" fmla="*/ 900011 h 6858000"/>
              <a:gd name="connsiteX746" fmla="*/ 5870151 w 7467600"/>
              <a:gd name="connsiteY746" fmla="*/ 898890 h 6858000"/>
              <a:gd name="connsiteX747" fmla="*/ 5861335 w 7467600"/>
              <a:gd name="connsiteY747" fmla="*/ 899177 h 6858000"/>
              <a:gd name="connsiteX748" fmla="*/ 5843702 w 7467600"/>
              <a:gd name="connsiteY748" fmla="*/ 899748 h 6858000"/>
              <a:gd name="connsiteX749" fmla="*/ 5651107 w 7467600"/>
              <a:gd name="connsiteY749" fmla="*/ 920306 h 6858000"/>
              <a:gd name="connsiteX750" fmla="*/ 5459407 w 7467600"/>
              <a:gd name="connsiteY750" fmla="*/ 940975 h 6858000"/>
              <a:gd name="connsiteX751" fmla="*/ 5374846 w 7467600"/>
              <a:gd name="connsiteY751" fmla="*/ 941988 h 6858000"/>
              <a:gd name="connsiteX752" fmla="*/ 5256105 w 7467600"/>
              <a:gd name="connsiteY752" fmla="*/ 945632 h 6858000"/>
              <a:gd name="connsiteX753" fmla="*/ 5107071 w 7467600"/>
              <a:gd name="connsiteY753" fmla="*/ 969720 h 6858000"/>
              <a:gd name="connsiteX754" fmla="*/ 4998681 w 7467600"/>
              <a:gd name="connsiteY754" fmla="*/ 988771 h 6858000"/>
              <a:gd name="connsiteX755" fmla="*/ 5870151 w 7467600"/>
              <a:gd name="connsiteY755" fmla="*/ 898890 h 6858000"/>
              <a:gd name="connsiteX756" fmla="*/ 5504425 w 7467600"/>
              <a:gd name="connsiteY756" fmla="*/ 848067 h 6858000"/>
              <a:gd name="connsiteX757" fmla="*/ 4968849 w 7467600"/>
              <a:gd name="connsiteY757" fmla="*/ 962318 h 6858000"/>
              <a:gd name="connsiteX758" fmla="*/ 5104039 w 7467600"/>
              <a:gd name="connsiteY758" fmla="*/ 940634 h 6858000"/>
              <a:gd name="connsiteX759" fmla="*/ 5256311 w 7467600"/>
              <a:gd name="connsiteY759" fmla="*/ 916490 h 6858000"/>
              <a:gd name="connsiteX760" fmla="*/ 5377381 w 7467600"/>
              <a:gd name="connsiteY760" fmla="*/ 912671 h 6858000"/>
              <a:gd name="connsiteX761" fmla="*/ 5460148 w 7467600"/>
              <a:gd name="connsiteY761" fmla="*/ 911442 h 6858000"/>
              <a:gd name="connsiteX762" fmla="*/ 5648971 w 7467600"/>
              <a:gd name="connsiteY762" fmla="*/ 891331 h 6858000"/>
              <a:gd name="connsiteX763" fmla="*/ 5844807 w 7467600"/>
              <a:gd name="connsiteY763" fmla="*/ 870718 h 6858000"/>
              <a:gd name="connsiteX764" fmla="*/ 5862975 w 7467600"/>
              <a:gd name="connsiteY764" fmla="*/ 869756 h 6858000"/>
              <a:gd name="connsiteX765" fmla="*/ 5920887 w 7467600"/>
              <a:gd name="connsiteY765" fmla="*/ 865929 h 6858000"/>
              <a:gd name="connsiteX766" fmla="*/ 5504425 w 7467600"/>
              <a:gd name="connsiteY766" fmla="*/ 848067 h 6858000"/>
              <a:gd name="connsiteX767" fmla="*/ 3607114 w 7467600"/>
              <a:gd name="connsiteY767" fmla="*/ 467441 h 6858000"/>
              <a:gd name="connsiteX768" fmla="*/ 3296242 w 7467600"/>
              <a:gd name="connsiteY768" fmla="*/ 807991 h 6858000"/>
              <a:gd name="connsiteX769" fmla="*/ 3174674 w 7467600"/>
              <a:gd name="connsiteY769" fmla="*/ 919759 h 6858000"/>
              <a:gd name="connsiteX770" fmla="*/ 3042978 w 7467600"/>
              <a:gd name="connsiteY770" fmla="*/ 1054894 h 6858000"/>
              <a:gd name="connsiteX771" fmla="*/ 2968914 w 7467600"/>
              <a:gd name="connsiteY771" fmla="*/ 1133756 h 6858000"/>
              <a:gd name="connsiteX772" fmla="*/ 3103823 w 7467600"/>
              <a:gd name="connsiteY772" fmla="*/ 1026814 h 6858000"/>
              <a:gd name="connsiteX773" fmla="*/ 3607114 w 7467600"/>
              <a:gd name="connsiteY773" fmla="*/ 467441 h 6858000"/>
              <a:gd name="connsiteX774" fmla="*/ 3744487 w 7467600"/>
              <a:gd name="connsiteY774" fmla="*/ 383136 h 6858000"/>
              <a:gd name="connsiteX775" fmla="*/ 3970213 w 7467600"/>
              <a:gd name="connsiteY775" fmla="*/ 995559 h 6858000"/>
              <a:gd name="connsiteX776" fmla="*/ 3744487 w 7467600"/>
              <a:gd name="connsiteY776" fmla="*/ 383136 h 6858000"/>
              <a:gd name="connsiteX777" fmla="*/ 3624562 w 7467600"/>
              <a:gd name="connsiteY777" fmla="*/ 367041 h 6858000"/>
              <a:gd name="connsiteX778" fmla="*/ 3489712 w 7467600"/>
              <a:gd name="connsiteY778" fmla="*/ 485386 h 6858000"/>
              <a:gd name="connsiteX779" fmla="*/ 3182994 w 7467600"/>
              <a:gd name="connsiteY779" fmla="*/ 828265 h 6858000"/>
              <a:gd name="connsiteX780" fmla="*/ 2892114 w 7467600"/>
              <a:gd name="connsiteY780" fmla="*/ 1172635 h 6858000"/>
              <a:gd name="connsiteX781" fmla="*/ 3021459 w 7467600"/>
              <a:gd name="connsiteY781" fmla="*/ 1035385 h 6858000"/>
              <a:gd name="connsiteX782" fmla="*/ 3153873 w 7467600"/>
              <a:gd name="connsiteY782" fmla="*/ 898971 h 6858000"/>
              <a:gd name="connsiteX783" fmla="*/ 3276511 w 7467600"/>
              <a:gd name="connsiteY783" fmla="*/ 786423 h 6858000"/>
              <a:gd name="connsiteX784" fmla="*/ 3584154 w 7467600"/>
              <a:gd name="connsiteY784" fmla="*/ 448218 h 6858000"/>
              <a:gd name="connsiteX785" fmla="*/ 3624562 w 7467600"/>
              <a:gd name="connsiteY785" fmla="*/ 367041 h 6858000"/>
              <a:gd name="connsiteX786" fmla="*/ 3766672 w 7467600"/>
              <a:gd name="connsiteY786" fmla="*/ 359429 h 6858000"/>
              <a:gd name="connsiteX787" fmla="*/ 3996338 w 7467600"/>
              <a:gd name="connsiteY787" fmla="*/ 968237 h 6858000"/>
              <a:gd name="connsiteX788" fmla="*/ 3766672 w 7467600"/>
              <a:gd name="connsiteY788" fmla="*/ 359429 h 6858000"/>
              <a:gd name="connsiteX789" fmla="*/ 5805386 w 7467600"/>
              <a:gd name="connsiteY789" fmla="*/ 239240 h 6858000"/>
              <a:gd name="connsiteX790" fmla="*/ 5736947 w 7467600"/>
              <a:gd name="connsiteY790" fmla="*/ 261367 h 6858000"/>
              <a:gd name="connsiteX791" fmla="*/ 5427012 w 7467600"/>
              <a:gd name="connsiteY791" fmla="*/ 311272 h 6858000"/>
              <a:gd name="connsiteX792" fmla="*/ 5147818 w 7467600"/>
              <a:gd name="connsiteY792" fmla="*/ 322112 h 6858000"/>
              <a:gd name="connsiteX793" fmla="*/ 5060854 w 7467600"/>
              <a:gd name="connsiteY793" fmla="*/ 311882 h 6858000"/>
              <a:gd name="connsiteX794" fmla="*/ 4945989 w 7467600"/>
              <a:gd name="connsiteY794" fmla="*/ 300516 h 6858000"/>
              <a:gd name="connsiteX795" fmla="*/ 5410479 w 7467600"/>
              <a:gd name="connsiteY795" fmla="*/ 348434 h 6858000"/>
              <a:gd name="connsiteX796" fmla="*/ 5805386 w 7467600"/>
              <a:gd name="connsiteY796" fmla="*/ 239240 h 6858000"/>
              <a:gd name="connsiteX797" fmla="*/ 5905192 w 7467600"/>
              <a:gd name="connsiteY797" fmla="*/ 163079 h 6858000"/>
              <a:gd name="connsiteX798" fmla="*/ 5865655 w 7467600"/>
              <a:gd name="connsiteY798" fmla="*/ 171901 h 6858000"/>
              <a:gd name="connsiteX799" fmla="*/ 5259740 w 7467600"/>
              <a:gd name="connsiteY799" fmla="*/ 257013 h 6858000"/>
              <a:gd name="connsiteX800" fmla="*/ 5208466 w 7467600"/>
              <a:gd name="connsiteY800" fmla="*/ 257550 h 6858000"/>
              <a:gd name="connsiteX801" fmla="*/ 4980204 w 7467600"/>
              <a:gd name="connsiteY801" fmla="*/ 271903 h 6858000"/>
              <a:gd name="connsiteX802" fmla="*/ 5068068 w 7467600"/>
              <a:gd name="connsiteY802" fmla="*/ 282244 h 6858000"/>
              <a:gd name="connsiteX803" fmla="*/ 5153231 w 7467600"/>
              <a:gd name="connsiteY803" fmla="*/ 292240 h 6858000"/>
              <a:gd name="connsiteX804" fmla="*/ 5426491 w 7467600"/>
              <a:gd name="connsiteY804" fmla="*/ 281128 h 6858000"/>
              <a:gd name="connsiteX805" fmla="*/ 5731212 w 7467600"/>
              <a:gd name="connsiteY805" fmla="*/ 231951 h 6858000"/>
              <a:gd name="connsiteX806" fmla="*/ 5905192 w 7467600"/>
              <a:gd name="connsiteY806" fmla="*/ 163079 h 6858000"/>
              <a:gd name="connsiteX807" fmla="*/ 5944437 w 7467600"/>
              <a:gd name="connsiteY807" fmla="*/ 113829 h 6858000"/>
              <a:gd name="connsiteX808" fmla="*/ 5825032 w 7467600"/>
              <a:gd name="connsiteY808" fmla="*/ 146405 h 6858000"/>
              <a:gd name="connsiteX809" fmla="*/ 4955599 w 7467600"/>
              <a:gd name="connsiteY809" fmla="*/ 247008 h 6858000"/>
              <a:gd name="connsiteX810" fmla="*/ 5210104 w 7467600"/>
              <a:gd name="connsiteY810" fmla="*/ 228123 h 6858000"/>
              <a:gd name="connsiteX811" fmla="*/ 5261015 w 7467600"/>
              <a:gd name="connsiteY811" fmla="*/ 227087 h 6858000"/>
              <a:gd name="connsiteX812" fmla="*/ 5861181 w 7467600"/>
              <a:gd name="connsiteY812" fmla="*/ 143093 h 6858000"/>
              <a:gd name="connsiteX813" fmla="*/ 5961252 w 7467600"/>
              <a:gd name="connsiteY813" fmla="*/ 114820 h 6858000"/>
              <a:gd name="connsiteX814" fmla="*/ 5944437 w 7467600"/>
              <a:gd name="connsiteY814" fmla="*/ 113829 h 6858000"/>
              <a:gd name="connsiteX815" fmla="*/ 3882765 w 7467600"/>
              <a:gd name="connsiteY815" fmla="*/ 0 h 6858000"/>
              <a:gd name="connsiteX816" fmla="*/ 3995099 w 7467600"/>
              <a:gd name="connsiteY816" fmla="*/ 0 h 6858000"/>
              <a:gd name="connsiteX817" fmla="*/ 4163818 w 7467600"/>
              <a:gd name="connsiteY817" fmla="*/ 234104 h 6858000"/>
              <a:gd name="connsiteX818" fmla="*/ 4172099 w 7467600"/>
              <a:gd name="connsiteY818" fmla="*/ 234207 h 6858000"/>
              <a:gd name="connsiteX819" fmla="*/ 4784282 w 7467600"/>
              <a:gd name="connsiteY819" fmla="*/ 276561 h 6858000"/>
              <a:gd name="connsiteX820" fmla="*/ 4801687 w 7467600"/>
              <a:gd name="connsiteY820" fmla="*/ 267764 h 6858000"/>
              <a:gd name="connsiteX821" fmla="*/ 6082788 w 7467600"/>
              <a:gd name="connsiteY821" fmla="*/ 64119 h 6858000"/>
              <a:gd name="connsiteX822" fmla="*/ 6099442 w 7467600"/>
              <a:gd name="connsiteY822" fmla="*/ 82568 h 6858000"/>
              <a:gd name="connsiteX823" fmla="*/ 4804137 w 7467600"/>
              <a:gd name="connsiteY823" fmla="*/ 320931 h 6858000"/>
              <a:gd name="connsiteX824" fmla="*/ 4227047 w 7467600"/>
              <a:gd name="connsiteY824" fmla="*/ 313415 h 6858000"/>
              <a:gd name="connsiteX825" fmla="*/ 4346041 w 7467600"/>
              <a:gd name="connsiteY825" fmla="*/ 456086 h 6858000"/>
              <a:gd name="connsiteX826" fmla="*/ 4870967 w 7467600"/>
              <a:gd name="connsiteY826" fmla="*/ 963061 h 6858000"/>
              <a:gd name="connsiteX827" fmla="*/ 4889647 w 7467600"/>
              <a:gd name="connsiteY827" fmla="*/ 957147 h 6858000"/>
              <a:gd name="connsiteX828" fmla="*/ 5422504 w 7467600"/>
              <a:gd name="connsiteY828" fmla="*/ 805191 h 6858000"/>
              <a:gd name="connsiteX829" fmla="*/ 6087656 w 7467600"/>
              <a:gd name="connsiteY829" fmla="*/ 826703 h 6858000"/>
              <a:gd name="connsiteX830" fmla="*/ 6058717 w 7467600"/>
              <a:gd name="connsiteY830" fmla="*/ 865992 h 6858000"/>
              <a:gd name="connsiteX831" fmla="*/ 4974153 w 7467600"/>
              <a:gd name="connsiteY831" fmla="*/ 1045456 h 6858000"/>
              <a:gd name="connsiteX832" fmla="*/ 5627835 w 7467600"/>
              <a:gd name="connsiteY832" fmla="*/ 1472077 h 6858000"/>
              <a:gd name="connsiteX833" fmla="*/ 5629817 w 7467600"/>
              <a:gd name="connsiteY833" fmla="*/ 1471412 h 6858000"/>
              <a:gd name="connsiteX834" fmla="*/ 5634124 w 7467600"/>
              <a:gd name="connsiteY834" fmla="*/ 1470572 h 6858000"/>
              <a:gd name="connsiteX835" fmla="*/ 5755832 w 7467600"/>
              <a:gd name="connsiteY835" fmla="*/ 1383886 h 6858000"/>
              <a:gd name="connsiteX836" fmla="*/ 6014186 w 7467600"/>
              <a:gd name="connsiteY836" fmla="*/ 1279799 h 6858000"/>
              <a:gd name="connsiteX837" fmla="*/ 6901619 w 7467600"/>
              <a:gd name="connsiteY837" fmla="*/ 1047874 h 6858000"/>
              <a:gd name="connsiteX838" fmla="*/ 6931566 w 7467600"/>
              <a:gd name="connsiteY838" fmla="*/ 1062034 h 6858000"/>
              <a:gd name="connsiteX839" fmla="*/ 5790982 w 7467600"/>
              <a:gd name="connsiteY839" fmla="*/ 1561380 h 6858000"/>
              <a:gd name="connsiteX840" fmla="*/ 6188971 w 7467600"/>
              <a:gd name="connsiteY840" fmla="*/ 1755168 h 6858000"/>
              <a:gd name="connsiteX841" fmla="*/ 6202446 w 7467600"/>
              <a:gd name="connsiteY841" fmla="*/ 1752268 h 6858000"/>
              <a:gd name="connsiteX842" fmla="*/ 7179560 w 7467600"/>
              <a:gd name="connsiteY842" fmla="*/ 1467551 h 6858000"/>
              <a:gd name="connsiteX843" fmla="*/ 7158730 w 7467600"/>
              <a:gd name="connsiteY843" fmla="*/ 1507835 h 6858000"/>
              <a:gd name="connsiteX844" fmla="*/ 6326959 w 7467600"/>
              <a:gd name="connsiteY844" fmla="*/ 1817686 h 6858000"/>
              <a:gd name="connsiteX845" fmla="*/ 6537433 w 7467600"/>
              <a:gd name="connsiteY845" fmla="*/ 1907790 h 6858000"/>
              <a:gd name="connsiteX846" fmla="*/ 6550221 w 7467600"/>
              <a:gd name="connsiteY846" fmla="*/ 1910729 h 6858000"/>
              <a:gd name="connsiteX847" fmla="*/ 6964438 w 7467600"/>
              <a:gd name="connsiteY847" fmla="*/ 2209505 h 6858000"/>
              <a:gd name="connsiteX848" fmla="*/ 7367862 w 7467600"/>
              <a:gd name="connsiteY848" fmla="*/ 2806833 h 6858000"/>
              <a:gd name="connsiteX849" fmla="*/ 7364329 w 7467600"/>
              <a:gd name="connsiteY849" fmla="*/ 2826907 h 6858000"/>
              <a:gd name="connsiteX850" fmla="*/ 7290545 w 7467600"/>
              <a:gd name="connsiteY850" fmla="*/ 2850663 h 6858000"/>
              <a:gd name="connsiteX851" fmla="*/ 6472036 w 7467600"/>
              <a:gd name="connsiteY851" fmla="*/ 1959003 h 6858000"/>
              <a:gd name="connsiteX852" fmla="*/ 5792897 w 7467600"/>
              <a:gd name="connsiteY852" fmla="*/ 1647747 h 6858000"/>
              <a:gd name="connsiteX853" fmla="*/ 5842751 w 7467600"/>
              <a:gd name="connsiteY853" fmla="*/ 1816112 h 6858000"/>
              <a:gd name="connsiteX854" fmla="*/ 5847424 w 7467600"/>
              <a:gd name="connsiteY854" fmla="*/ 1815776 h 6858000"/>
              <a:gd name="connsiteX855" fmla="*/ 6399821 w 7467600"/>
              <a:gd name="connsiteY855" fmla="*/ 2344799 h 6858000"/>
              <a:gd name="connsiteX856" fmla="*/ 6323232 w 7467600"/>
              <a:gd name="connsiteY856" fmla="*/ 2389634 h 6858000"/>
              <a:gd name="connsiteX857" fmla="*/ 5942958 w 7467600"/>
              <a:gd name="connsiteY857" fmla="*/ 2077708 h 6858000"/>
              <a:gd name="connsiteX858" fmla="*/ 5921559 w 7467600"/>
              <a:gd name="connsiteY858" fmla="*/ 2378596 h 6858000"/>
              <a:gd name="connsiteX859" fmla="*/ 5817651 w 7467600"/>
              <a:gd name="connsiteY859" fmla="*/ 3023919 h 6858000"/>
              <a:gd name="connsiteX860" fmla="*/ 5729634 w 7467600"/>
              <a:gd name="connsiteY860" fmla="*/ 3051849 h 6858000"/>
              <a:gd name="connsiteX861" fmla="*/ 5611018 w 7467600"/>
              <a:gd name="connsiteY861" fmla="*/ 2316769 h 6858000"/>
              <a:gd name="connsiteX862" fmla="*/ 5687608 w 7467600"/>
              <a:gd name="connsiteY862" fmla="*/ 2039972 h 6858000"/>
              <a:gd name="connsiteX863" fmla="*/ 5657554 w 7467600"/>
              <a:gd name="connsiteY863" fmla="*/ 1576445 h 6858000"/>
              <a:gd name="connsiteX864" fmla="*/ 5150475 w 7467600"/>
              <a:gd name="connsiteY864" fmla="*/ 1274012 h 6858000"/>
              <a:gd name="connsiteX865" fmla="*/ 5349142 w 7467600"/>
              <a:gd name="connsiteY865" fmla="*/ 2204405 h 6858000"/>
              <a:gd name="connsiteX866" fmla="*/ 5262214 w 7467600"/>
              <a:gd name="connsiteY866" fmla="*/ 2233836 h 6858000"/>
              <a:gd name="connsiteX867" fmla="*/ 4981539 w 7467600"/>
              <a:gd name="connsiteY867" fmla="*/ 1542201 h 6858000"/>
              <a:gd name="connsiteX868" fmla="*/ 4958461 w 7467600"/>
              <a:gd name="connsiteY868" fmla="*/ 1136957 h 6858000"/>
              <a:gd name="connsiteX869" fmla="*/ 4655015 w 7467600"/>
              <a:gd name="connsiteY869" fmla="*/ 891426 h 6858000"/>
              <a:gd name="connsiteX870" fmla="*/ 4348002 w 7467600"/>
              <a:gd name="connsiteY870" fmla="*/ 2205895 h 6858000"/>
              <a:gd name="connsiteX871" fmla="*/ 4262250 w 7467600"/>
              <a:gd name="connsiteY871" fmla="*/ 2219972 h 6858000"/>
              <a:gd name="connsiteX872" fmla="*/ 4550611 w 7467600"/>
              <a:gd name="connsiteY872" fmla="*/ 817540 h 6858000"/>
              <a:gd name="connsiteX873" fmla="*/ 4564418 w 7467600"/>
              <a:gd name="connsiteY873" fmla="*/ 808293 h 6858000"/>
              <a:gd name="connsiteX874" fmla="*/ 4266388 w 7467600"/>
              <a:gd name="connsiteY874" fmla="*/ 500083 h 6858000"/>
              <a:gd name="connsiteX875" fmla="*/ 4032842 w 7467600"/>
              <a:gd name="connsiteY875" fmla="*/ 211809 h 6858000"/>
              <a:gd name="connsiteX876" fmla="*/ 3882765 w 7467600"/>
              <a:gd name="connsiteY876" fmla="*/ 0 h 6858000"/>
              <a:gd name="connsiteX877" fmla="*/ 3721337 w 7467600"/>
              <a:gd name="connsiteY877" fmla="*/ 0 h 6858000"/>
              <a:gd name="connsiteX878" fmla="*/ 3797544 w 7467600"/>
              <a:gd name="connsiteY878" fmla="*/ 0 h 6858000"/>
              <a:gd name="connsiteX879" fmla="*/ 3775734 w 7467600"/>
              <a:gd name="connsiteY879" fmla="*/ 95131 h 6858000"/>
              <a:gd name="connsiteX880" fmla="*/ 3724807 w 7467600"/>
              <a:gd name="connsiteY880" fmla="*/ 272257 h 6858000"/>
              <a:gd name="connsiteX881" fmla="*/ 3726844 w 7467600"/>
              <a:gd name="connsiteY881" fmla="*/ 282988 h 6858000"/>
              <a:gd name="connsiteX882" fmla="*/ 3742664 w 7467600"/>
              <a:gd name="connsiteY882" fmla="*/ 279918 h 6858000"/>
              <a:gd name="connsiteX883" fmla="*/ 4103910 w 7467600"/>
              <a:gd name="connsiteY883" fmla="*/ 1161917 h 6858000"/>
              <a:gd name="connsiteX884" fmla="*/ 4020269 w 7467600"/>
              <a:gd name="connsiteY884" fmla="*/ 1200406 h 6858000"/>
              <a:gd name="connsiteX885" fmla="*/ 3674882 w 7467600"/>
              <a:gd name="connsiteY885" fmla="*/ 488524 h 6858000"/>
              <a:gd name="connsiteX886" fmla="*/ 3132682 w 7467600"/>
              <a:gd name="connsiteY886" fmla="*/ 1072284 h 6858000"/>
              <a:gd name="connsiteX887" fmla="*/ 2716346 w 7467600"/>
              <a:gd name="connsiteY887" fmla="*/ 1276376 h 6858000"/>
              <a:gd name="connsiteX888" fmla="*/ 2716772 w 7467600"/>
              <a:gd name="connsiteY888" fmla="*/ 1255462 h 6858000"/>
              <a:gd name="connsiteX889" fmla="*/ 3471096 w 7467600"/>
              <a:gd name="connsiteY889" fmla="*/ 437072 h 6858000"/>
              <a:gd name="connsiteX890" fmla="*/ 3639057 w 7467600"/>
              <a:gd name="connsiteY890" fmla="*/ 286334 h 6858000"/>
              <a:gd name="connsiteX891" fmla="*/ 3640309 w 7467600"/>
              <a:gd name="connsiteY891" fmla="*/ 284664 h 6858000"/>
              <a:gd name="connsiteX892" fmla="*/ 3646022 w 7467600"/>
              <a:gd name="connsiteY892" fmla="*/ 276711 h 6858000"/>
              <a:gd name="connsiteX893" fmla="*/ 3707943 w 7467600"/>
              <a:gd name="connsiteY893" fmla="*/ 65958 h 6858000"/>
              <a:gd name="connsiteX894" fmla="*/ 3721337 w 7467600"/>
              <a:gd name="connsiteY894" fmla="*/ 0 h 6858000"/>
              <a:gd name="connsiteX895" fmla="*/ 2867960 w 7467600"/>
              <a:gd name="connsiteY895" fmla="*/ 0 h 6858000"/>
              <a:gd name="connsiteX896" fmla="*/ 2926351 w 7467600"/>
              <a:gd name="connsiteY896" fmla="*/ 0 h 6858000"/>
              <a:gd name="connsiteX897" fmla="*/ 2902823 w 7467600"/>
              <a:gd name="connsiteY897" fmla="*/ 262929 h 6858000"/>
              <a:gd name="connsiteX898" fmla="*/ 2940663 w 7467600"/>
              <a:gd name="connsiteY898" fmla="*/ 140884 h 6858000"/>
              <a:gd name="connsiteX899" fmla="*/ 2947039 w 7467600"/>
              <a:gd name="connsiteY899" fmla="*/ 122524 h 6858000"/>
              <a:gd name="connsiteX900" fmla="*/ 2984316 w 7467600"/>
              <a:gd name="connsiteY900" fmla="*/ 0 h 6858000"/>
              <a:gd name="connsiteX901" fmla="*/ 3016114 w 7467600"/>
              <a:gd name="connsiteY901" fmla="*/ 0 h 6858000"/>
              <a:gd name="connsiteX902" fmla="*/ 2979949 w 7467600"/>
              <a:gd name="connsiteY902" fmla="*/ 119274 h 6858000"/>
              <a:gd name="connsiteX903" fmla="*/ 3023879 w 7467600"/>
              <a:gd name="connsiteY903" fmla="*/ 0 h 6858000"/>
              <a:gd name="connsiteX904" fmla="*/ 3105400 w 7467600"/>
              <a:gd name="connsiteY904" fmla="*/ 0 h 6858000"/>
              <a:gd name="connsiteX905" fmla="*/ 3094669 w 7467600"/>
              <a:gd name="connsiteY905" fmla="*/ 30308 h 6858000"/>
              <a:gd name="connsiteX906" fmla="*/ 2901945 w 7467600"/>
              <a:gd name="connsiteY906" fmla="*/ 466538 h 6858000"/>
              <a:gd name="connsiteX907" fmla="*/ 2815209 w 7467600"/>
              <a:gd name="connsiteY907" fmla="*/ 497361 h 6858000"/>
              <a:gd name="connsiteX908" fmla="*/ 2844845 w 7467600"/>
              <a:gd name="connsiteY908" fmla="*/ 127638 h 6858000"/>
              <a:gd name="connsiteX909" fmla="*/ 2867960 w 7467600"/>
              <a:gd name="connsiteY909" fmla="*/ 0 h 6858000"/>
              <a:gd name="connsiteX910" fmla="*/ 1057230 w 7467600"/>
              <a:gd name="connsiteY910" fmla="*/ 0 h 6858000"/>
              <a:gd name="connsiteX911" fmla="*/ 1111003 w 7467600"/>
              <a:gd name="connsiteY911" fmla="*/ 0 h 6858000"/>
              <a:gd name="connsiteX912" fmla="*/ 1125553 w 7467600"/>
              <a:gd name="connsiteY912" fmla="*/ 52588 h 6858000"/>
              <a:gd name="connsiteX913" fmla="*/ 1304276 w 7467600"/>
              <a:gd name="connsiteY913" fmla="*/ 476275 h 6858000"/>
              <a:gd name="connsiteX914" fmla="*/ 1492066 w 7467600"/>
              <a:gd name="connsiteY914" fmla="*/ 886333 h 6858000"/>
              <a:gd name="connsiteX915" fmla="*/ 1423698 w 7467600"/>
              <a:gd name="connsiteY915" fmla="*/ 710817 h 6858000"/>
              <a:gd name="connsiteX916" fmla="*/ 1357609 w 7467600"/>
              <a:gd name="connsiteY916" fmla="*/ 532892 h 6858000"/>
              <a:gd name="connsiteX917" fmla="*/ 1309550 w 7467600"/>
              <a:gd name="connsiteY917" fmla="*/ 374031 h 6858000"/>
              <a:gd name="connsiteX918" fmla="*/ 1193673 w 7467600"/>
              <a:gd name="connsiteY918" fmla="*/ 49533 h 6858000"/>
              <a:gd name="connsiteX919" fmla="*/ 1164391 w 7467600"/>
              <a:gd name="connsiteY919" fmla="*/ 0 h 6858000"/>
              <a:gd name="connsiteX920" fmla="*/ 1200666 w 7467600"/>
              <a:gd name="connsiteY920" fmla="*/ 0 h 6858000"/>
              <a:gd name="connsiteX921" fmla="*/ 1223408 w 7467600"/>
              <a:gd name="connsiteY921" fmla="*/ 38996 h 6858000"/>
              <a:gd name="connsiteX922" fmla="*/ 1339635 w 7467600"/>
              <a:gd name="connsiteY922" fmla="*/ 365517 h 6858000"/>
              <a:gd name="connsiteX923" fmla="*/ 1387469 w 7467600"/>
              <a:gd name="connsiteY923" fmla="*/ 523079 h 6858000"/>
              <a:gd name="connsiteX924" fmla="*/ 1452685 w 7467600"/>
              <a:gd name="connsiteY924" fmla="*/ 699806 h 6858000"/>
              <a:gd name="connsiteX925" fmla="*/ 1492092 w 7467600"/>
              <a:gd name="connsiteY925" fmla="*/ 800424 h 6858000"/>
              <a:gd name="connsiteX926" fmla="*/ 1455302 w 7467600"/>
              <a:gd name="connsiteY926" fmla="*/ 632913 h 6858000"/>
              <a:gd name="connsiteX927" fmla="*/ 1222336 w 7467600"/>
              <a:gd name="connsiteY927" fmla="*/ 9480 h 6858000"/>
              <a:gd name="connsiteX928" fmla="*/ 1214634 w 7467600"/>
              <a:gd name="connsiteY928" fmla="*/ 0 h 6858000"/>
              <a:gd name="connsiteX929" fmla="*/ 1289827 w 7467600"/>
              <a:gd name="connsiteY929" fmla="*/ 0 h 6858000"/>
              <a:gd name="connsiteX930" fmla="*/ 1321076 w 7467600"/>
              <a:gd name="connsiteY930" fmla="*/ 59722 h 6858000"/>
              <a:gd name="connsiteX931" fmla="*/ 1512579 w 7467600"/>
              <a:gd name="connsiteY931" fmla="*/ 626441 h 6858000"/>
              <a:gd name="connsiteX932" fmla="*/ 1506076 w 7467600"/>
              <a:gd name="connsiteY932" fmla="*/ 1089289 h 6858000"/>
              <a:gd name="connsiteX933" fmla="*/ 1486346 w 7467600"/>
              <a:gd name="connsiteY933" fmla="*/ 1079919 h 6858000"/>
              <a:gd name="connsiteX934" fmla="*/ 1070511 w 7467600"/>
              <a:gd name="connsiteY934" fmla="*/ 48609 h 6858000"/>
              <a:gd name="connsiteX935" fmla="*/ 1057230 w 7467600"/>
              <a:gd name="connsiteY935" fmla="*/ 0 h 6858000"/>
              <a:gd name="connsiteX936" fmla="*/ 43151 w 7467600"/>
              <a:gd name="connsiteY936" fmla="*/ 0 h 6858000"/>
              <a:gd name="connsiteX937" fmla="*/ 95283 w 7467600"/>
              <a:gd name="connsiteY937" fmla="*/ 0 h 6858000"/>
              <a:gd name="connsiteX938" fmla="*/ 300708 w 7467600"/>
              <a:gd name="connsiteY938" fmla="*/ 154571 h 6858000"/>
              <a:gd name="connsiteX939" fmla="*/ 530414 w 7467600"/>
              <a:gd name="connsiteY939" fmla="*/ 354673 h 6858000"/>
              <a:gd name="connsiteX940" fmla="*/ 333785 w 7467600"/>
              <a:gd name="connsiteY940" fmla="*/ 161564 h 6858000"/>
              <a:gd name="connsiteX941" fmla="*/ 147005 w 7467600"/>
              <a:gd name="connsiteY941" fmla="*/ 0 h 6858000"/>
              <a:gd name="connsiteX942" fmla="*/ 272509 w 7467600"/>
              <a:gd name="connsiteY942" fmla="*/ 0 h 6858000"/>
              <a:gd name="connsiteX943" fmla="*/ 326276 w 7467600"/>
              <a:gd name="connsiteY943" fmla="*/ 45847 h 6858000"/>
              <a:gd name="connsiteX944" fmla="*/ 823759 w 7467600"/>
              <a:gd name="connsiteY944" fmla="*/ 574145 h 6858000"/>
              <a:gd name="connsiteX945" fmla="*/ 811254 w 7467600"/>
              <a:gd name="connsiteY945" fmla="*/ 665546 h 6858000"/>
              <a:gd name="connsiteX946" fmla="*/ 154042 w 7467600"/>
              <a:gd name="connsiteY946" fmla="*/ 261522 h 6858000"/>
              <a:gd name="connsiteX947" fmla="*/ 13550 w 7467600"/>
              <a:gd name="connsiteY947" fmla="*/ 158423 h 6858000"/>
              <a:gd name="connsiteX948" fmla="*/ 0 w 7467600"/>
              <a:gd name="connsiteY948" fmla="*/ 146618 h 6858000"/>
              <a:gd name="connsiteX949" fmla="*/ 0 w 7467600"/>
              <a:gd name="connsiteY949" fmla="*/ 59161 h 6858000"/>
              <a:gd name="connsiteX950" fmla="*/ 45427 w 7467600"/>
              <a:gd name="connsiteY950" fmla="*/ 101078 h 6858000"/>
              <a:gd name="connsiteX951" fmla="*/ 630103 w 7467600"/>
              <a:gd name="connsiteY951" fmla="*/ 485885 h 6858000"/>
              <a:gd name="connsiteX952" fmla="*/ 532040 w 7467600"/>
              <a:gd name="connsiteY952" fmla="*/ 399359 h 6858000"/>
              <a:gd name="connsiteX953" fmla="*/ 517618 w 7467600"/>
              <a:gd name="connsiteY953" fmla="*/ 385726 h 6858000"/>
              <a:gd name="connsiteX954" fmla="*/ 285074 w 7467600"/>
              <a:gd name="connsiteY954" fmla="*/ 182755 h 6858000"/>
              <a:gd name="connsiteX955" fmla="*/ 43151 w 7467600"/>
              <a:gd name="connsiteY95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088673 w 7467600"/>
              <a:gd name="connsiteY4" fmla="*/ 6610396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7088673 w 7467600"/>
              <a:gd name="connsiteY20" fmla="*/ 6610396 h 6858000"/>
              <a:gd name="connsiteX21" fmla="*/ 1019354 w 7467600"/>
              <a:gd name="connsiteY21" fmla="*/ 6315006 h 6858000"/>
              <a:gd name="connsiteX22" fmla="*/ 441046 w 7467600"/>
              <a:gd name="connsiteY22" fmla="*/ 6691153 h 6858000"/>
              <a:gd name="connsiteX23" fmla="*/ 1019354 w 7467600"/>
              <a:gd name="connsiteY23" fmla="*/ 6315006 h 6858000"/>
              <a:gd name="connsiteX24" fmla="*/ 991680 w 7467600"/>
              <a:gd name="connsiteY24" fmla="*/ 6298413 h 6858000"/>
              <a:gd name="connsiteX25" fmla="*/ 409060 w 7467600"/>
              <a:gd name="connsiteY25" fmla="*/ 6671470 h 6858000"/>
              <a:gd name="connsiteX26" fmla="*/ 991680 w 7467600"/>
              <a:gd name="connsiteY26" fmla="*/ 6298413 h 6858000"/>
              <a:gd name="connsiteX27" fmla="*/ 103333 w 7467600"/>
              <a:gd name="connsiteY27" fmla="*/ 5699602 h 6858000"/>
              <a:gd name="connsiteX28" fmla="*/ 233938 w 7467600"/>
              <a:gd name="connsiteY28" fmla="*/ 5809416 h 6858000"/>
              <a:gd name="connsiteX29" fmla="*/ 883580 w 7467600"/>
              <a:gd name="connsiteY29" fmla="*/ 6180710 h 6858000"/>
              <a:gd name="connsiteX30" fmla="*/ 487337 w 7467600"/>
              <a:gd name="connsiteY30" fmla="*/ 5950182 h 6858000"/>
              <a:gd name="connsiteX31" fmla="*/ 354051 w 7467600"/>
              <a:gd name="connsiteY31" fmla="*/ 5854912 h 6858000"/>
              <a:gd name="connsiteX32" fmla="*/ 195436 w 7467600"/>
              <a:gd name="connsiteY32" fmla="*/ 5755068 h 6858000"/>
              <a:gd name="connsiteX33" fmla="*/ 103333 w 7467600"/>
              <a:gd name="connsiteY33" fmla="*/ 5699602 h 6858000"/>
              <a:gd name="connsiteX34" fmla="*/ 5539432 w 7467600"/>
              <a:gd name="connsiteY34" fmla="*/ 5642928 h 6858000"/>
              <a:gd name="connsiteX35" fmla="*/ 5555462 w 7467600"/>
              <a:gd name="connsiteY35" fmla="*/ 5694454 h 6858000"/>
              <a:gd name="connsiteX36" fmla="*/ 5828270 w 7467600"/>
              <a:gd name="connsiteY36" fmla="*/ 6320663 h 6858000"/>
              <a:gd name="connsiteX37" fmla="*/ 5947416 w 7467600"/>
              <a:gd name="connsiteY37" fmla="*/ 6574846 h 6858000"/>
              <a:gd name="connsiteX38" fmla="*/ 5539432 w 7467600"/>
              <a:gd name="connsiteY38" fmla="*/ 5642928 h 6858000"/>
              <a:gd name="connsiteX39" fmla="*/ 51253 w 7467600"/>
              <a:gd name="connsiteY39" fmla="*/ 5631825 h 6858000"/>
              <a:gd name="connsiteX40" fmla="*/ 211622 w 7467600"/>
              <a:gd name="connsiteY40" fmla="*/ 5728803 h 6858000"/>
              <a:gd name="connsiteX41" fmla="*/ 371652 w 7467600"/>
              <a:gd name="connsiteY41" fmla="*/ 5829062 h 6858000"/>
              <a:gd name="connsiteX42" fmla="*/ 505903 w 7467600"/>
              <a:gd name="connsiteY42" fmla="*/ 5925221 h 6858000"/>
              <a:gd name="connsiteX43" fmla="*/ 899240 w 7467600"/>
              <a:gd name="connsiteY43" fmla="*/ 6153068 h 6858000"/>
              <a:gd name="connsiteX44" fmla="*/ 988114 w 7467600"/>
              <a:gd name="connsiteY44" fmla="*/ 6174204 h 6858000"/>
              <a:gd name="connsiteX45" fmla="*/ 845971 w 7467600"/>
              <a:gd name="connsiteY45" fmla="*/ 6067177 h 6858000"/>
              <a:gd name="connsiteX46" fmla="*/ 448057 w 7467600"/>
              <a:gd name="connsiteY46" fmla="*/ 5841376 h 6858000"/>
              <a:gd name="connsiteX47" fmla="*/ 51253 w 7467600"/>
              <a:gd name="connsiteY47" fmla="*/ 5631825 h 6858000"/>
              <a:gd name="connsiteX48" fmla="*/ 2606687 w 7467600"/>
              <a:gd name="connsiteY48" fmla="*/ 5630718 h 6858000"/>
              <a:gd name="connsiteX49" fmla="*/ 2645658 w 7467600"/>
              <a:gd name="connsiteY49" fmla="*/ 6640259 h 6858000"/>
              <a:gd name="connsiteX50" fmla="*/ 2606687 w 7467600"/>
              <a:gd name="connsiteY50" fmla="*/ 5630718 h 6858000"/>
              <a:gd name="connsiteX51" fmla="*/ 3642057 w 7467600"/>
              <a:gd name="connsiteY51" fmla="*/ 5573487 h 6858000"/>
              <a:gd name="connsiteX52" fmla="*/ 3632981 w 7467600"/>
              <a:gd name="connsiteY52" fmla="*/ 5579437 h 6858000"/>
              <a:gd name="connsiteX53" fmla="*/ 3382436 w 7467600"/>
              <a:gd name="connsiteY53" fmla="*/ 5952726 h 6858000"/>
              <a:gd name="connsiteX54" fmla="*/ 3191929 w 7467600"/>
              <a:gd name="connsiteY54" fmla="*/ 6662669 h 6858000"/>
              <a:gd name="connsiteX55" fmla="*/ 3369898 w 7467600"/>
              <a:gd name="connsiteY55" fmla="*/ 6081771 h 6858000"/>
              <a:gd name="connsiteX56" fmla="*/ 3642057 w 7467600"/>
              <a:gd name="connsiteY56" fmla="*/ 5573487 h 6858000"/>
              <a:gd name="connsiteX57" fmla="*/ 2650666 w 7467600"/>
              <a:gd name="connsiteY57" fmla="*/ 5530686 h 6858000"/>
              <a:gd name="connsiteX58" fmla="*/ 2650249 w 7467600"/>
              <a:gd name="connsiteY58" fmla="*/ 5532101 h 6858000"/>
              <a:gd name="connsiteX59" fmla="*/ 2663808 w 7467600"/>
              <a:gd name="connsiteY59" fmla="*/ 6535215 h 6858000"/>
              <a:gd name="connsiteX60" fmla="*/ 2665418 w 7467600"/>
              <a:gd name="connsiteY60" fmla="*/ 6132756 h 6858000"/>
              <a:gd name="connsiteX61" fmla="*/ 2650666 w 7467600"/>
              <a:gd name="connsiteY61" fmla="*/ 5530686 h 6858000"/>
              <a:gd name="connsiteX62" fmla="*/ 2680277 w 7467600"/>
              <a:gd name="connsiteY62" fmla="*/ 5479204 h 6858000"/>
              <a:gd name="connsiteX63" fmla="*/ 2678972 w 7467600"/>
              <a:gd name="connsiteY63" fmla="*/ 5481582 h 6858000"/>
              <a:gd name="connsiteX64" fmla="*/ 2696666 w 7467600"/>
              <a:gd name="connsiteY64" fmla="*/ 6133836 h 6858000"/>
              <a:gd name="connsiteX65" fmla="*/ 2695769 w 7467600"/>
              <a:gd name="connsiteY65" fmla="*/ 6390955 h 6858000"/>
              <a:gd name="connsiteX66" fmla="*/ 2739893 w 7467600"/>
              <a:gd name="connsiteY66" fmla="*/ 6108357 h 6858000"/>
              <a:gd name="connsiteX67" fmla="*/ 2680277 w 7467600"/>
              <a:gd name="connsiteY67" fmla="*/ 5479204 h 6858000"/>
              <a:gd name="connsiteX68" fmla="*/ 1132195 w 7467600"/>
              <a:gd name="connsiteY68" fmla="*/ 5467980 h 6858000"/>
              <a:gd name="connsiteX69" fmla="*/ 1679056 w 7467600"/>
              <a:gd name="connsiteY69" fmla="*/ 5516907 h 6858000"/>
              <a:gd name="connsiteX70" fmla="*/ 2128648 w 7467600"/>
              <a:gd name="connsiteY70" fmla="*/ 5474249 h 6858000"/>
              <a:gd name="connsiteX71" fmla="*/ 1825619 w 7467600"/>
              <a:gd name="connsiteY71" fmla="*/ 5478447 h 6858000"/>
              <a:gd name="connsiteX72" fmla="*/ 1737798 w 7467600"/>
              <a:gd name="connsiteY72" fmla="*/ 5483353 h 6858000"/>
              <a:gd name="connsiteX73" fmla="*/ 1132195 w 7467600"/>
              <a:gd name="connsiteY73" fmla="*/ 5467980 h 6858000"/>
              <a:gd name="connsiteX74" fmla="*/ 1456157 w 7467600"/>
              <a:gd name="connsiteY74" fmla="*/ 5371404 h 6858000"/>
              <a:gd name="connsiteX75" fmla="*/ 1244432 w 7467600"/>
              <a:gd name="connsiteY75" fmla="*/ 5385601 h 6858000"/>
              <a:gd name="connsiteX76" fmla="*/ 973990 w 7467600"/>
              <a:gd name="connsiteY76" fmla="*/ 5424940 h 6858000"/>
              <a:gd name="connsiteX77" fmla="*/ 1103809 w 7467600"/>
              <a:gd name="connsiteY77" fmla="*/ 5433720 h 6858000"/>
              <a:gd name="connsiteX78" fmla="*/ 1123454 w 7467600"/>
              <a:gd name="connsiteY78" fmla="*/ 5435727 h 6858000"/>
              <a:gd name="connsiteX79" fmla="*/ 1737017 w 7467600"/>
              <a:gd name="connsiteY79" fmla="*/ 5452183 h 6858000"/>
              <a:gd name="connsiteX80" fmla="*/ 1824397 w 7467600"/>
              <a:gd name="connsiteY80" fmla="*/ 5447757 h 6858000"/>
              <a:gd name="connsiteX81" fmla="*/ 2070059 w 7467600"/>
              <a:gd name="connsiteY81" fmla="*/ 5441660 h 6858000"/>
              <a:gd name="connsiteX82" fmla="*/ 1456157 w 7467600"/>
              <a:gd name="connsiteY82" fmla="*/ 5371404 h 6858000"/>
              <a:gd name="connsiteX83" fmla="*/ 4988186 w 7467600"/>
              <a:gd name="connsiteY83" fmla="*/ 5216467 h 6858000"/>
              <a:gd name="connsiteX84" fmla="*/ 4777334 w 7467600"/>
              <a:gd name="connsiteY84" fmla="*/ 5406072 h 6858000"/>
              <a:gd name="connsiteX85" fmla="*/ 4718341 w 7467600"/>
              <a:gd name="connsiteY85" fmla="*/ 5468043 h 6858000"/>
              <a:gd name="connsiteX86" fmla="*/ 4604655 w 7467600"/>
              <a:gd name="connsiteY86" fmla="*/ 5583434 h 6858000"/>
              <a:gd name="connsiteX87" fmla="*/ 4565074 w 7467600"/>
              <a:gd name="connsiteY87" fmla="*/ 5618550 h 6858000"/>
              <a:gd name="connsiteX88" fmla="*/ 4988186 w 7467600"/>
              <a:gd name="connsiteY88" fmla="*/ 5216467 h 6858000"/>
              <a:gd name="connsiteX89" fmla="*/ 4978032 w 7467600"/>
              <a:gd name="connsiteY89" fmla="*/ 5183809 h 6858000"/>
              <a:gd name="connsiteX90" fmla="*/ 4463413 w 7467600"/>
              <a:gd name="connsiteY90" fmla="*/ 5615162 h 6858000"/>
              <a:gd name="connsiteX91" fmla="*/ 4358134 w 7467600"/>
              <a:gd name="connsiteY91" fmla="*/ 5742791 h 6858000"/>
              <a:gd name="connsiteX92" fmla="*/ 4376219 w 7467600"/>
              <a:gd name="connsiteY92" fmla="*/ 5729027 h 6858000"/>
              <a:gd name="connsiteX93" fmla="*/ 4582340 w 7467600"/>
              <a:gd name="connsiteY93" fmla="*/ 5561037 h 6858000"/>
              <a:gd name="connsiteX94" fmla="*/ 4694684 w 7467600"/>
              <a:gd name="connsiteY94" fmla="*/ 5447098 h 6858000"/>
              <a:gd name="connsiteX95" fmla="*/ 4754123 w 7467600"/>
              <a:gd name="connsiteY95" fmla="*/ 5384643 h 6858000"/>
              <a:gd name="connsiteX96" fmla="*/ 4978032 w 7467600"/>
              <a:gd name="connsiteY96" fmla="*/ 5183809 h 6858000"/>
              <a:gd name="connsiteX97" fmla="*/ 1903353 w 7467600"/>
              <a:gd name="connsiteY97" fmla="*/ 5044827 h 6858000"/>
              <a:gd name="connsiteX98" fmla="*/ 1936931 w 7467600"/>
              <a:gd name="connsiteY98" fmla="*/ 5093954 h 6858000"/>
              <a:gd name="connsiteX99" fmla="*/ 2195868 w 7467600"/>
              <a:gd name="connsiteY99" fmla="*/ 5396574 h 6858000"/>
              <a:gd name="connsiteX100" fmla="*/ 2088852 w 7467600"/>
              <a:gd name="connsiteY100" fmla="*/ 5166123 h 6858000"/>
              <a:gd name="connsiteX101" fmla="*/ 1958241 w 7467600"/>
              <a:gd name="connsiteY101" fmla="*/ 5067955 h 6858000"/>
              <a:gd name="connsiteX102" fmla="*/ 1903353 w 7467600"/>
              <a:gd name="connsiteY102" fmla="*/ 5044827 h 6858000"/>
              <a:gd name="connsiteX103" fmla="*/ 1979378 w 7467600"/>
              <a:gd name="connsiteY103" fmla="*/ 4769504 h 6858000"/>
              <a:gd name="connsiteX104" fmla="*/ 2882120 w 7467600"/>
              <a:gd name="connsiteY104" fmla="*/ 5064547 h 6858000"/>
              <a:gd name="connsiteX105" fmla="*/ 2793103 w 7467600"/>
              <a:gd name="connsiteY105" fmla="*/ 5039699 h 6858000"/>
              <a:gd name="connsiteX106" fmla="*/ 2770041 w 7467600"/>
              <a:gd name="connsiteY106" fmla="*/ 5033634 h 6858000"/>
              <a:gd name="connsiteX107" fmla="*/ 1979378 w 7467600"/>
              <a:gd name="connsiteY107" fmla="*/ 4769504 h 6858000"/>
              <a:gd name="connsiteX108" fmla="*/ 1927410 w 7467600"/>
              <a:gd name="connsiteY108" fmla="*/ 4716164 h 6858000"/>
              <a:gd name="connsiteX109" fmla="*/ 1959587 w 7467600"/>
              <a:gd name="connsiteY109" fmla="*/ 4728849 h 6858000"/>
              <a:gd name="connsiteX110" fmla="*/ 2777707 w 7467600"/>
              <a:gd name="connsiteY110" fmla="*/ 5003991 h 6858000"/>
              <a:gd name="connsiteX111" fmla="*/ 2800768 w 7467600"/>
              <a:gd name="connsiteY111" fmla="*/ 5010056 h 6858000"/>
              <a:gd name="connsiteX112" fmla="*/ 2879408 w 7467600"/>
              <a:gd name="connsiteY112" fmla="*/ 5031590 h 6858000"/>
              <a:gd name="connsiteX113" fmla="*/ 2862295 w 7467600"/>
              <a:gd name="connsiteY113" fmla="*/ 5022958 h 6858000"/>
              <a:gd name="connsiteX114" fmla="*/ 2813343 w 7467600"/>
              <a:gd name="connsiteY114" fmla="*/ 4998369 h 6858000"/>
              <a:gd name="connsiteX115" fmla="*/ 2646245 w 7467600"/>
              <a:gd name="connsiteY115" fmla="*/ 4930999 h 6858000"/>
              <a:gd name="connsiteX116" fmla="*/ 1999243 w 7467600"/>
              <a:gd name="connsiteY116" fmla="*/ 4730524 h 6858000"/>
              <a:gd name="connsiteX117" fmla="*/ 1979527 w 7467600"/>
              <a:gd name="connsiteY117" fmla="*/ 4726651 h 6858000"/>
              <a:gd name="connsiteX118" fmla="*/ 1927410 w 7467600"/>
              <a:gd name="connsiteY118" fmla="*/ 4716164 h 6858000"/>
              <a:gd name="connsiteX119" fmla="*/ 1997014 w 7467600"/>
              <a:gd name="connsiteY119" fmla="*/ 4698007 h 6858000"/>
              <a:gd name="connsiteX120" fmla="*/ 2005458 w 7467600"/>
              <a:gd name="connsiteY120" fmla="*/ 4699540 h 6858000"/>
              <a:gd name="connsiteX121" fmla="*/ 2657186 w 7467600"/>
              <a:gd name="connsiteY121" fmla="*/ 4901687 h 6858000"/>
              <a:gd name="connsiteX122" fmla="*/ 2826662 w 7467600"/>
              <a:gd name="connsiteY122" fmla="*/ 4970362 h 6858000"/>
              <a:gd name="connsiteX123" fmla="*/ 2876100 w 7467600"/>
              <a:gd name="connsiteY123" fmla="*/ 4995397 h 6858000"/>
              <a:gd name="connsiteX124" fmla="*/ 3042600 w 7467600"/>
              <a:gd name="connsiteY124" fmla="*/ 5059532 h 6858000"/>
              <a:gd name="connsiteX125" fmla="*/ 1997014 w 7467600"/>
              <a:gd name="connsiteY125" fmla="*/ 4698007 h 6858000"/>
              <a:gd name="connsiteX126" fmla="*/ 2305292 w 7467600"/>
              <a:gd name="connsiteY126" fmla="*/ 4219492 h 6858000"/>
              <a:gd name="connsiteX127" fmla="*/ 3360922 w 7467600"/>
              <a:gd name="connsiteY127" fmla="*/ 4529373 h 6858000"/>
              <a:gd name="connsiteX128" fmla="*/ 3492420 w 7467600"/>
              <a:gd name="connsiteY128" fmla="*/ 4510145 h 6858000"/>
              <a:gd name="connsiteX129" fmla="*/ 3364086 w 7467600"/>
              <a:gd name="connsiteY129" fmla="*/ 4480340 h 6858000"/>
              <a:gd name="connsiteX130" fmla="*/ 3225818 w 7467600"/>
              <a:gd name="connsiteY130" fmla="*/ 4411822 h 6858000"/>
              <a:gd name="connsiteX131" fmla="*/ 3129696 w 7467600"/>
              <a:gd name="connsiteY131" fmla="*/ 4360704 h 6858000"/>
              <a:gd name="connsiteX132" fmla="*/ 2814545 w 7467600"/>
              <a:gd name="connsiteY132" fmla="*/ 4282955 h 6858000"/>
              <a:gd name="connsiteX133" fmla="*/ 2305292 w 7467600"/>
              <a:gd name="connsiteY133" fmla="*/ 4219492 h 6858000"/>
              <a:gd name="connsiteX134" fmla="*/ 2626982 w 7467600"/>
              <a:gd name="connsiteY134" fmla="*/ 4206450 h 6858000"/>
              <a:gd name="connsiteX135" fmla="*/ 2490617 w 7467600"/>
              <a:gd name="connsiteY135" fmla="*/ 4206951 h 6858000"/>
              <a:gd name="connsiteX136" fmla="*/ 2819869 w 7467600"/>
              <a:gd name="connsiteY136" fmla="*/ 4252936 h 6858000"/>
              <a:gd name="connsiteX137" fmla="*/ 3143018 w 7467600"/>
              <a:gd name="connsiteY137" fmla="*/ 4332698 h 6858000"/>
              <a:gd name="connsiteX138" fmla="*/ 3241520 w 7467600"/>
              <a:gd name="connsiteY138" fmla="*/ 4385112 h 6858000"/>
              <a:gd name="connsiteX139" fmla="*/ 3374575 w 7467600"/>
              <a:gd name="connsiteY139" fmla="*/ 4451517 h 6858000"/>
              <a:gd name="connsiteX140" fmla="*/ 3505221 w 7467600"/>
              <a:gd name="connsiteY140" fmla="*/ 4480757 h 6858000"/>
              <a:gd name="connsiteX141" fmla="*/ 2626982 w 7467600"/>
              <a:gd name="connsiteY141" fmla="*/ 4206450 h 6858000"/>
              <a:gd name="connsiteX142" fmla="*/ 1310106 w 7467600"/>
              <a:gd name="connsiteY142" fmla="*/ 3943217 h 6858000"/>
              <a:gd name="connsiteX143" fmla="*/ 854994 w 7467600"/>
              <a:gd name="connsiteY143" fmla="*/ 4399136 h 6858000"/>
              <a:gd name="connsiteX144" fmla="*/ 742462 w 7467600"/>
              <a:gd name="connsiteY144" fmla="*/ 4594648 h 6858000"/>
              <a:gd name="connsiteX145" fmla="*/ 820602 w 7467600"/>
              <a:gd name="connsiteY145" fmla="*/ 4485915 h 6858000"/>
              <a:gd name="connsiteX146" fmla="*/ 878295 w 7467600"/>
              <a:gd name="connsiteY146" fmla="*/ 4403594 h 6858000"/>
              <a:gd name="connsiteX147" fmla="*/ 1240607 w 7467600"/>
              <a:gd name="connsiteY147" fmla="*/ 4010401 h 6858000"/>
              <a:gd name="connsiteX148" fmla="*/ 1310106 w 7467600"/>
              <a:gd name="connsiteY148" fmla="*/ 3943217 h 6858000"/>
              <a:gd name="connsiteX149" fmla="*/ 1423113 w 7467600"/>
              <a:gd name="connsiteY149" fmla="*/ 3874565 h 6858000"/>
              <a:gd name="connsiteX150" fmla="*/ 1260565 w 7467600"/>
              <a:gd name="connsiteY150" fmla="*/ 4031982 h 6858000"/>
              <a:gd name="connsiteX151" fmla="*/ 901900 w 7467600"/>
              <a:gd name="connsiteY151" fmla="*/ 4421236 h 6858000"/>
              <a:gd name="connsiteX152" fmla="*/ 845044 w 7467600"/>
              <a:gd name="connsiteY152" fmla="*/ 4502436 h 6858000"/>
              <a:gd name="connsiteX153" fmla="*/ 685926 w 7467600"/>
              <a:gd name="connsiteY153" fmla="*/ 4703069 h 6858000"/>
              <a:gd name="connsiteX154" fmla="*/ 684248 w 7467600"/>
              <a:gd name="connsiteY154" fmla="*/ 4706721 h 6858000"/>
              <a:gd name="connsiteX155" fmla="*/ 1423113 w 7467600"/>
              <a:gd name="connsiteY155" fmla="*/ 3874565 h 6858000"/>
              <a:gd name="connsiteX156" fmla="*/ 3316479 w 7467600"/>
              <a:gd name="connsiteY156" fmla="*/ 3872136 h 6858000"/>
              <a:gd name="connsiteX157" fmla="*/ 3546806 w 7467600"/>
              <a:gd name="connsiteY157" fmla="*/ 4356139 h 6858000"/>
              <a:gd name="connsiteX158" fmla="*/ 3364433 w 7467600"/>
              <a:gd name="connsiteY158" fmla="*/ 3953121 h 6858000"/>
              <a:gd name="connsiteX159" fmla="*/ 3316479 w 7467600"/>
              <a:gd name="connsiteY159" fmla="*/ 3872136 h 6858000"/>
              <a:gd name="connsiteX160" fmla="*/ 3291335 w 7467600"/>
              <a:gd name="connsiteY160" fmla="*/ 3767420 h 6858000"/>
              <a:gd name="connsiteX161" fmla="*/ 3390805 w 7467600"/>
              <a:gd name="connsiteY161" fmla="*/ 3937163 h 6858000"/>
              <a:gd name="connsiteX162" fmla="*/ 3579062 w 7467600"/>
              <a:gd name="connsiteY162" fmla="*/ 4359040 h 6858000"/>
              <a:gd name="connsiteX163" fmla="*/ 3467355 w 7467600"/>
              <a:gd name="connsiteY163" fmla="*/ 3988130 h 6858000"/>
              <a:gd name="connsiteX164" fmla="*/ 3310753 w 7467600"/>
              <a:gd name="connsiteY164" fmla="*/ 3787140 h 6858000"/>
              <a:gd name="connsiteX165" fmla="*/ 3291335 w 7467600"/>
              <a:gd name="connsiteY165" fmla="*/ 3767420 h 6858000"/>
              <a:gd name="connsiteX166" fmla="*/ 1635889 w 7467600"/>
              <a:gd name="connsiteY166" fmla="*/ 3709494 h 6858000"/>
              <a:gd name="connsiteX167" fmla="*/ 1634800 w 7467600"/>
              <a:gd name="connsiteY167" fmla="*/ 3731111 h 6858000"/>
              <a:gd name="connsiteX168" fmla="*/ 1635889 w 7467600"/>
              <a:gd name="connsiteY168" fmla="*/ 3709494 h 6858000"/>
              <a:gd name="connsiteX169" fmla="*/ 1510397 w 7467600"/>
              <a:gd name="connsiteY169" fmla="*/ 3684705 h 6858000"/>
              <a:gd name="connsiteX170" fmla="*/ 1146550 w 7467600"/>
              <a:gd name="connsiteY170" fmla="*/ 3802012 h 6858000"/>
              <a:gd name="connsiteX171" fmla="*/ 698834 w 7467600"/>
              <a:gd name="connsiteY171" fmla="*/ 3952272 h 6858000"/>
              <a:gd name="connsiteX172" fmla="*/ 34256 w 7467600"/>
              <a:gd name="connsiteY172" fmla="*/ 4347603 h 6858000"/>
              <a:gd name="connsiteX173" fmla="*/ 527241 w 7467600"/>
              <a:gd name="connsiteY173" fmla="*/ 4065078 h 6858000"/>
              <a:gd name="connsiteX174" fmla="*/ 1510397 w 7467600"/>
              <a:gd name="connsiteY174" fmla="*/ 3684705 h 6858000"/>
              <a:gd name="connsiteX175" fmla="*/ 1313114 w 7467600"/>
              <a:gd name="connsiteY175" fmla="*/ 3655216 h 6858000"/>
              <a:gd name="connsiteX176" fmla="*/ 1109304 w 7467600"/>
              <a:gd name="connsiteY176" fmla="*/ 3669030 h 6858000"/>
              <a:gd name="connsiteX177" fmla="*/ 8129 w 7467600"/>
              <a:gd name="connsiteY177" fmla="*/ 4330519 h 6858000"/>
              <a:gd name="connsiteX178" fmla="*/ 687572 w 7467600"/>
              <a:gd name="connsiteY178" fmla="*/ 3925629 h 6858000"/>
              <a:gd name="connsiteX179" fmla="*/ 1138365 w 7467600"/>
              <a:gd name="connsiteY179" fmla="*/ 3774515 h 6858000"/>
              <a:gd name="connsiteX180" fmla="*/ 1505579 w 7467600"/>
              <a:gd name="connsiteY180" fmla="*/ 3655526 h 6858000"/>
              <a:gd name="connsiteX181" fmla="*/ 1313114 w 7467600"/>
              <a:gd name="connsiteY181" fmla="*/ 3655216 h 6858000"/>
              <a:gd name="connsiteX182" fmla="*/ 3655073 w 7467600"/>
              <a:gd name="connsiteY182" fmla="*/ 3650884 h 6858000"/>
              <a:gd name="connsiteX183" fmla="*/ 3989938 w 7467600"/>
              <a:gd name="connsiteY183" fmla="*/ 3991685 h 6858000"/>
              <a:gd name="connsiteX184" fmla="*/ 4393907 w 7467600"/>
              <a:gd name="connsiteY184" fmla="*/ 4261258 h 6858000"/>
              <a:gd name="connsiteX185" fmla="*/ 4648051 w 7467600"/>
              <a:gd name="connsiteY185" fmla="*/ 4374051 h 6858000"/>
              <a:gd name="connsiteX186" fmla="*/ 4383389 w 7467600"/>
              <a:gd name="connsiteY186" fmla="*/ 4184369 h 6858000"/>
              <a:gd name="connsiteX187" fmla="*/ 4165508 w 7467600"/>
              <a:gd name="connsiteY187" fmla="*/ 4035196 h 6858000"/>
              <a:gd name="connsiteX188" fmla="*/ 4068162 w 7467600"/>
              <a:gd name="connsiteY188" fmla="*/ 3953394 h 6858000"/>
              <a:gd name="connsiteX189" fmla="*/ 3981416 w 7467600"/>
              <a:gd name="connsiteY189" fmla="*/ 3880482 h 6858000"/>
              <a:gd name="connsiteX190" fmla="*/ 3800147 w 7467600"/>
              <a:gd name="connsiteY190" fmla="*/ 3749872 h 6858000"/>
              <a:gd name="connsiteX191" fmla="*/ 3655073 w 7467600"/>
              <a:gd name="connsiteY191" fmla="*/ 3650884 h 6858000"/>
              <a:gd name="connsiteX192" fmla="*/ 3670252 w 7467600"/>
              <a:gd name="connsiteY192" fmla="*/ 3622798 h 6858000"/>
              <a:gd name="connsiteX193" fmla="*/ 3817258 w 7467600"/>
              <a:gd name="connsiteY193" fmla="*/ 3723577 h 6858000"/>
              <a:gd name="connsiteX194" fmla="*/ 4000461 w 7467600"/>
              <a:gd name="connsiteY194" fmla="*/ 3855966 h 6858000"/>
              <a:gd name="connsiteX195" fmla="*/ 4088180 w 7467600"/>
              <a:gd name="connsiteY195" fmla="*/ 3929774 h 6858000"/>
              <a:gd name="connsiteX196" fmla="*/ 4184555 w 7467600"/>
              <a:gd name="connsiteY196" fmla="*/ 4010683 h 6858000"/>
              <a:gd name="connsiteX197" fmla="*/ 4399563 w 7467600"/>
              <a:gd name="connsiteY197" fmla="*/ 4158106 h 6858000"/>
              <a:gd name="connsiteX198" fmla="*/ 4684469 w 7467600"/>
              <a:gd name="connsiteY198" fmla="*/ 4364680 h 6858000"/>
              <a:gd name="connsiteX199" fmla="*/ 4690271 w 7467600"/>
              <a:gd name="connsiteY199" fmla="*/ 4370034 h 6858000"/>
              <a:gd name="connsiteX200" fmla="*/ 4136093 w 7467600"/>
              <a:gd name="connsiteY200" fmla="*/ 3858466 h 6858000"/>
              <a:gd name="connsiteX201" fmla="*/ 3670252 w 7467600"/>
              <a:gd name="connsiteY201" fmla="*/ 3622798 h 6858000"/>
              <a:gd name="connsiteX202" fmla="*/ 4440129 w 7467600"/>
              <a:gd name="connsiteY202" fmla="*/ 3448571 h 6858000"/>
              <a:gd name="connsiteX203" fmla="*/ 4856525 w 7467600"/>
              <a:gd name="connsiteY203" fmla="*/ 3915351 h 6858000"/>
              <a:gd name="connsiteX204" fmla="*/ 5059055 w 7467600"/>
              <a:gd name="connsiteY204" fmla="*/ 4108918 h 6858000"/>
              <a:gd name="connsiteX205" fmla="*/ 5290070 w 7467600"/>
              <a:gd name="connsiteY205" fmla="*/ 4263619 h 6858000"/>
              <a:gd name="connsiteX206" fmla="*/ 4834991 w 7467600"/>
              <a:gd name="connsiteY206" fmla="*/ 3830985 h 6858000"/>
              <a:gd name="connsiteX207" fmla="*/ 4440129 w 7467600"/>
              <a:gd name="connsiteY207" fmla="*/ 3448571 h 6858000"/>
              <a:gd name="connsiteX208" fmla="*/ 4441737 w 7467600"/>
              <a:gd name="connsiteY208" fmla="*/ 3399734 h 6858000"/>
              <a:gd name="connsiteX209" fmla="*/ 4431236 w 7467600"/>
              <a:gd name="connsiteY209" fmla="*/ 3400954 h 6858000"/>
              <a:gd name="connsiteX210" fmla="*/ 4557150 w 7467600"/>
              <a:gd name="connsiteY210" fmla="*/ 3510023 h 6858000"/>
              <a:gd name="connsiteX211" fmla="*/ 4856936 w 7467600"/>
              <a:gd name="connsiteY211" fmla="*/ 3809146 h 6858000"/>
              <a:gd name="connsiteX212" fmla="*/ 5111996 w 7467600"/>
              <a:gd name="connsiteY212" fmla="*/ 4065759 h 6858000"/>
              <a:gd name="connsiteX213" fmla="*/ 5388878 w 7467600"/>
              <a:gd name="connsiteY213" fmla="*/ 4300185 h 6858000"/>
              <a:gd name="connsiteX214" fmla="*/ 5425556 w 7467600"/>
              <a:gd name="connsiteY214" fmla="*/ 4308967 h 6858000"/>
              <a:gd name="connsiteX215" fmla="*/ 4943646 w 7467600"/>
              <a:gd name="connsiteY215" fmla="*/ 3822916 h 6858000"/>
              <a:gd name="connsiteX216" fmla="*/ 4594837 w 7467600"/>
              <a:gd name="connsiteY216" fmla="*/ 3532274 h 6858000"/>
              <a:gd name="connsiteX217" fmla="*/ 4441737 w 7467600"/>
              <a:gd name="connsiteY217" fmla="*/ 3399734 h 6858000"/>
              <a:gd name="connsiteX218" fmla="*/ 5425834 w 7467600"/>
              <a:gd name="connsiteY218" fmla="*/ 3162785 h 6858000"/>
              <a:gd name="connsiteX219" fmla="*/ 5401644 w 7467600"/>
              <a:gd name="connsiteY219" fmla="*/ 3617847 h 6858000"/>
              <a:gd name="connsiteX220" fmla="*/ 5467256 w 7467600"/>
              <a:gd name="connsiteY220" fmla="*/ 4175494 h 6858000"/>
              <a:gd name="connsiteX221" fmla="*/ 5448069 w 7467600"/>
              <a:gd name="connsiteY221" fmla="*/ 3567554 h 6858000"/>
              <a:gd name="connsiteX222" fmla="*/ 5425834 w 7467600"/>
              <a:gd name="connsiteY222" fmla="*/ 3162785 h 6858000"/>
              <a:gd name="connsiteX223" fmla="*/ 1318687 w 7467600"/>
              <a:gd name="connsiteY223" fmla="*/ 3113840 h 6858000"/>
              <a:gd name="connsiteX224" fmla="*/ 1066793 w 7467600"/>
              <a:gd name="connsiteY224" fmla="*/ 3212171 h 6858000"/>
              <a:gd name="connsiteX225" fmla="*/ 993319 w 7467600"/>
              <a:gd name="connsiteY225" fmla="*/ 3247648 h 6858000"/>
              <a:gd name="connsiteX226" fmla="*/ 853081 w 7467600"/>
              <a:gd name="connsiteY226" fmla="*/ 3312410 h 6858000"/>
              <a:gd name="connsiteX227" fmla="*/ 805957 w 7467600"/>
              <a:gd name="connsiteY227" fmla="*/ 3330443 h 6858000"/>
              <a:gd name="connsiteX228" fmla="*/ 1318687 w 7467600"/>
              <a:gd name="connsiteY228" fmla="*/ 3113840 h 6858000"/>
              <a:gd name="connsiteX229" fmla="*/ 5453702 w 7467600"/>
              <a:gd name="connsiteY229" fmla="*/ 3090882 h 6858000"/>
              <a:gd name="connsiteX230" fmla="*/ 5480135 w 7467600"/>
              <a:gd name="connsiteY230" fmla="*/ 3565802 h 6858000"/>
              <a:gd name="connsiteX231" fmla="*/ 5499023 w 7467600"/>
              <a:gd name="connsiteY231" fmla="*/ 4166310 h 6858000"/>
              <a:gd name="connsiteX232" fmla="*/ 5547022 w 7467600"/>
              <a:gd name="connsiteY232" fmla="*/ 3607838 h 6858000"/>
              <a:gd name="connsiteX233" fmla="*/ 5515964 w 7467600"/>
              <a:gd name="connsiteY233" fmla="*/ 3378541 h 6858000"/>
              <a:gd name="connsiteX234" fmla="*/ 5453702 w 7467600"/>
              <a:gd name="connsiteY234" fmla="*/ 3090882 h 6858000"/>
              <a:gd name="connsiteX235" fmla="*/ 1238695 w 7467600"/>
              <a:gd name="connsiteY235" fmla="*/ 3076820 h 6858000"/>
              <a:gd name="connsiteX236" fmla="*/ 716371 w 7467600"/>
              <a:gd name="connsiteY236" fmla="*/ 3293249 h 6858000"/>
              <a:gd name="connsiteX237" fmla="*/ 579522 w 7467600"/>
              <a:gd name="connsiteY237" fmla="*/ 3371759 h 6858000"/>
              <a:gd name="connsiteX238" fmla="*/ 600288 w 7467600"/>
              <a:gd name="connsiteY238" fmla="*/ 3365555 h 6858000"/>
              <a:gd name="connsiteX239" fmla="*/ 840692 w 7467600"/>
              <a:gd name="connsiteY239" fmla="*/ 3284921 h 6858000"/>
              <a:gd name="connsiteX240" fmla="*/ 979248 w 7467600"/>
              <a:gd name="connsiteY240" fmla="*/ 3221003 h 6858000"/>
              <a:gd name="connsiteX241" fmla="*/ 1053282 w 7467600"/>
              <a:gd name="connsiteY241" fmla="*/ 3185247 h 6858000"/>
              <a:gd name="connsiteX242" fmla="*/ 1320603 w 7467600"/>
              <a:gd name="connsiteY242" fmla="*/ 3081281 h 6858000"/>
              <a:gd name="connsiteX243" fmla="*/ 1238695 w 7467600"/>
              <a:gd name="connsiteY243" fmla="*/ 3076820 h 6858000"/>
              <a:gd name="connsiteX244" fmla="*/ 5425627 w 7467600"/>
              <a:gd name="connsiteY244" fmla="*/ 2954192 h 6858000"/>
              <a:gd name="connsiteX245" fmla="*/ 5470770 w 7467600"/>
              <a:gd name="connsiteY245" fmla="*/ 3005435 h 6858000"/>
              <a:gd name="connsiteX246" fmla="*/ 5519779 w 7467600"/>
              <a:gd name="connsiteY246" fmla="*/ 4359223 h 6858000"/>
              <a:gd name="connsiteX247" fmla="*/ 5520293 w 7467600"/>
              <a:gd name="connsiteY247" fmla="*/ 4360602 h 6858000"/>
              <a:gd name="connsiteX248" fmla="*/ 5767221 w 7467600"/>
              <a:gd name="connsiteY248" fmla="*/ 4665564 h 6858000"/>
              <a:gd name="connsiteX249" fmla="*/ 6937169 w 7467600"/>
              <a:gd name="connsiteY249" fmla="*/ 4815941 h 6858000"/>
              <a:gd name="connsiteX250" fmla="*/ 6953922 w 7467600"/>
              <a:gd name="connsiteY250" fmla="*/ 4890068 h 6858000"/>
              <a:gd name="connsiteX251" fmla="*/ 6071359 w 7467600"/>
              <a:gd name="connsiteY251" fmla="*/ 4770770 h 6858000"/>
              <a:gd name="connsiteX252" fmla="*/ 6038839 w 7467600"/>
              <a:gd name="connsiteY252" fmla="*/ 4764474 h 6858000"/>
              <a:gd name="connsiteX253" fmla="*/ 6038706 w 7467600"/>
              <a:gd name="connsiteY253" fmla="*/ 4763847 h 6858000"/>
              <a:gd name="connsiteX254" fmla="*/ 6037784 w 7467600"/>
              <a:gd name="connsiteY254" fmla="*/ 4764270 h 6858000"/>
              <a:gd name="connsiteX255" fmla="*/ 6038839 w 7467600"/>
              <a:gd name="connsiteY255" fmla="*/ 4764474 h 6858000"/>
              <a:gd name="connsiteX256" fmla="*/ 6040338 w 7467600"/>
              <a:gd name="connsiteY256" fmla="*/ 4771418 h 6858000"/>
              <a:gd name="connsiteX257" fmla="*/ 6024488 w 7467600"/>
              <a:gd name="connsiteY257" fmla="*/ 4809903 h 6858000"/>
              <a:gd name="connsiteX258" fmla="*/ 5599771 w 7467600"/>
              <a:gd name="connsiteY258" fmla="*/ 5509652 h 6858000"/>
              <a:gd name="connsiteX259" fmla="*/ 5548843 w 7467600"/>
              <a:gd name="connsiteY259" fmla="*/ 5563845 h 6858000"/>
              <a:gd name="connsiteX260" fmla="*/ 5940952 w 7467600"/>
              <a:gd name="connsiteY260" fmla="*/ 6250028 h 6858000"/>
              <a:gd name="connsiteX261" fmla="*/ 6043441 w 7467600"/>
              <a:gd name="connsiteY261" fmla="*/ 6665847 h 6858000"/>
              <a:gd name="connsiteX262" fmla="*/ 6093432 w 7467600"/>
              <a:gd name="connsiteY262" fmla="*/ 6858000 h 6858000"/>
              <a:gd name="connsiteX263" fmla="*/ 6034344 w 7467600"/>
              <a:gd name="connsiteY263" fmla="*/ 6858000 h 6858000"/>
              <a:gd name="connsiteX264" fmla="*/ 6026679 w 7467600"/>
              <a:gd name="connsiteY264" fmla="*/ 6836959 h 6858000"/>
              <a:gd name="connsiteX265" fmla="*/ 5800441 w 7467600"/>
              <a:gd name="connsiteY265" fmla="*/ 6335286 h 6858000"/>
              <a:gd name="connsiteX266" fmla="*/ 5526562 w 7467600"/>
              <a:gd name="connsiteY266" fmla="*/ 5705388 h 6858000"/>
              <a:gd name="connsiteX267" fmla="*/ 5519640 w 7467600"/>
              <a:gd name="connsiteY267" fmla="*/ 5683774 h 6858000"/>
              <a:gd name="connsiteX268" fmla="*/ 5844559 w 7467600"/>
              <a:gd name="connsiteY268" fmla="*/ 6553349 h 6858000"/>
              <a:gd name="connsiteX269" fmla="*/ 5975994 w 7467600"/>
              <a:gd name="connsiteY269" fmla="*/ 6858000 h 6858000"/>
              <a:gd name="connsiteX270" fmla="*/ 5898547 w 7467600"/>
              <a:gd name="connsiteY270" fmla="*/ 6858000 h 6858000"/>
              <a:gd name="connsiteX271" fmla="*/ 5682041 w 7467600"/>
              <a:gd name="connsiteY271" fmla="*/ 6355860 h 6858000"/>
              <a:gd name="connsiteX272" fmla="*/ 5461758 w 7467600"/>
              <a:gd name="connsiteY272" fmla="*/ 5820220 h 6858000"/>
              <a:gd name="connsiteX273" fmla="*/ 5237282 w 7467600"/>
              <a:gd name="connsiteY273" fmla="*/ 6579086 h 6858000"/>
              <a:gd name="connsiteX274" fmla="*/ 5115009 w 7467600"/>
              <a:gd name="connsiteY274" fmla="*/ 6858000 h 6858000"/>
              <a:gd name="connsiteX275" fmla="*/ 5028074 w 7467600"/>
              <a:gd name="connsiteY275" fmla="*/ 6858000 h 6858000"/>
              <a:gd name="connsiteX276" fmla="*/ 5079508 w 7467600"/>
              <a:gd name="connsiteY276" fmla="*/ 6749074 h 6858000"/>
              <a:gd name="connsiteX277" fmla="*/ 5371846 w 7467600"/>
              <a:gd name="connsiteY277" fmla="*/ 5924413 h 6858000"/>
              <a:gd name="connsiteX278" fmla="*/ 5270512 w 7467600"/>
              <a:gd name="connsiteY278" fmla="*/ 6138975 h 6858000"/>
              <a:gd name="connsiteX279" fmla="*/ 5062409 w 7467600"/>
              <a:gd name="connsiteY279" fmla="*/ 6653544 h 6858000"/>
              <a:gd name="connsiteX280" fmla="*/ 5036628 w 7467600"/>
              <a:gd name="connsiteY280" fmla="*/ 6754247 h 6858000"/>
              <a:gd name="connsiteX281" fmla="*/ 5009112 w 7467600"/>
              <a:gd name="connsiteY281" fmla="*/ 6858000 h 6858000"/>
              <a:gd name="connsiteX282" fmla="*/ 4976679 w 7467600"/>
              <a:gd name="connsiteY282" fmla="*/ 6858000 h 6858000"/>
              <a:gd name="connsiteX283" fmla="*/ 5006537 w 7467600"/>
              <a:gd name="connsiteY283" fmla="*/ 6747068 h 6858000"/>
              <a:gd name="connsiteX284" fmla="*/ 5032723 w 7467600"/>
              <a:gd name="connsiteY284" fmla="*/ 6644957 h 6858000"/>
              <a:gd name="connsiteX285" fmla="*/ 5242949 w 7467600"/>
              <a:gd name="connsiteY285" fmla="*/ 6125175 h 6858000"/>
              <a:gd name="connsiteX286" fmla="*/ 5286321 w 7467600"/>
              <a:gd name="connsiteY286" fmla="*/ 6033555 h 6858000"/>
              <a:gd name="connsiteX287" fmla="*/ 5008210 w 7467600"/>
              <a:gd name="connsiteY287" fmla="*/ 6649194 h 6858000"/>
              <a:gd name="connsiteX288" fmla="*/ 4986321 w 7467600"/>
              <a:gd name="connsiteY288" fmla="*/ 6765687 h 6858000"/>
              <a:gd name="connsiteX289" fmla="*/ 4973474 w 7467600"/>
              <a:gd name="connsiteY289" fmla="*/ 6858000 h 6858000"/>
              <a:gd name="connsiteX290" fmla="*/ 4907178 w 7467600"/>
              <a:gd name="connsiteY290" fmla="*/ 6858000 h 6858000"/>
              <a:gd name="connsiteX291" fmla="*/ 4910810 w 7467600"/>
              <a:gd name="connsiteY291" fmla="*/ 6829660 h 6858000"/>
              <a:gd name="connsiteX292" fmla="*/ 4987461 w 7467600"/>
              <a:gd name="connsiteY292" fmla="*/ 6432994 h 6858000"/>
              <a:gd name="connsiteX293" fmla="*/ 5179262 w 7467600"/>
              <a:gd name="connsiteY293" fmla="*/ 6035044 h 6858000"/>
              <a:gd name="connsiteX294" fmla="*/ 4689678 w 7467600"/>
              <a:gd name="connsiteY294" fmla="*/ 6440241 h 6858000"/>
              <a:gd name="connsiteX295" fmla="*/ 4477543 w 7467600"/>
              <a:gd name="connsiteY295" fmla="*/ 6674836 h 6858000"/>
              <a:gd name="connsiteX296" fmla="*/ 4329957 w 7467600"/>
              <a:gd name="connsiteY296" fmla="*/ 6858000 h 6858000"/>
              <a:gd name="connsiteX297" fmla="*/ 4218595 w 7467600"/>
              <a:gd name="connsiteY297" fmla="*/ 6858000 h 6858000"/>
              <a:gd name="connsiteX298" fmla="*/ 4368888 w 7467600"/>
              <a:gd name="connsiteY298" fmla="*/ 6668412 h 6858000"/>
              <a:gd name="connsiteX299" fmla="*/ 4563091 w 7467600"/>
              <a:gd name="connsiteY299" fmla="*/ 6442508 h 6858000"/>
              <a:gd name="connsiteX300" fmla="*/ 5387324 w 7467600"/>
              <a:gd name="connsiteY300" fmla="*/ 5705830 h 6858000"/>
              <a:gd name="connsiteX301" fmla="*/ 5073620 w 7467600"/>
              <a:gd name="connsiteY301" fmla="*/ 5955437 h 6858000"/>
              <a:gd name="connsiteX302" fmla="*/ 4689789 w 7467600"/>
              <a:gd name="connsiteY302" fmla="*/ 6268382 h 6858000"/>
              <a:gd name="connsiteX303" fmla="*/ 4418722 w 7467600"/>
              <a:gd name="connsiteY303" fmla="*/ 6570886 h 6858000"/>
              <a:gd name="connsiteX304" fmla="*/ 4214944 w 7467600"/>
              <a:gd name="connsiteY304" fmla="*/ 6858000 h 6858000"/>
              <a:gd name="connsiteX305" fmla="*/ 4177898 w 7467600"/>
              <a:gd name="connsiteY305" fmla="*/ 6858000 h 6858000"/>
              <a:gd name="connsiteX306" fmla="*/ 4391597 w 7467600"/>
              <a:gd name="connsiteY306" fmla="*/ 6556370 h 6858000"/>
              <a:gd name="connsiteX307" fmla="*/ 4668889 w 7467600"/>
              <a:gd name="connsiteY307" fmla="*/ 6246399 h 6858000"/>
              <a:gd name="connsiteX308" fmla="*/ 5055427 w 7467600"/>
              <a:gd name="connsiteY308" fmla="*/ 5931476 h 6858000"/>
              <a:gd name="connsiteX309" fmla="*/ 5371814 w 7467600"/>
              <a:gd name="connsiteY309" fmla="*/ 5678975 h 6858000"/>
              <a:gd name="connsiteX310" fmla="*/ 4987918 w 7467600"/>
              <a:gd name="connsiteY310" fmla="*/ 5838701 h 6858000"/>
              <a:gd name="connsiteX311" fmla="*/ 4317146 w 7467600"/>
              <a:gd name="connsiteY311" fmla="*/ 6587716 h 6858000"/>
              <a:gd name="connsiteX312" fmla="*/ 4171627 w 7467600"/>
              <a:gd name="connsiteY312" fmla="*/ 6858000 h 6858000"/>
              <a:gd name="connsiteX313" fmla="*/ 4081585 w 7467600"/>
              <a:gd name="connsiteY313" fmla="*/ 6858000 h 6858000"/>
              <a:gd name="connsiteX314" fmla="*/ 4238603 w 7467600"/>
              <a:gd name="connsiteY314" fmla="*/ 6559341 h 6858000"/>
              <a:gd name="connsiteX315" fmla="*/ 4778333 w 7467600"/>
              <a:gd name="connsiteY315" fmla="*/ 5873626 h 6858000"/>
              <a:gd name="connsiteX316" fmla="*/ 5414185 w 7467600"/>
              <a:gd name="connsiteY316" fmla="*/ 5573882 h 6858000"/>
              <a:gd name="connsiteX317" fmla="*/ 5959648 w 7467600"/>
              <a:gd name="connsiteY317" fmla="*/ 4760797 h 6858000"/>
              <a:gd name="connsiteX318" fmla="*/ 5355019 w 7467600"/>
              <a:gd name="connsiteY318" fmla="*/ 4734672 h 6858000"/>
              <a:gd name="connsiteX319" fmla="*/ 5083565 w 7467600"/>
              <a:gd name="connsiteY319" fmla="*/ 5179121 h 6858000"/>
              <a:gd name="connsiteX320" fmla="*/ 4713577 w 7467600"/>
              <a:gd name="connsiteY320" fmla="*/ 5616803 h 6858000"/>
              <a:gd name="connsiteX321" fmla="*/ 3989559 w 7467600"/>
              <a:gd name="connsiteY321" fmla="*/ 6145945 h 6858000"/>
              <a:gd name="connsiteX322" fmla="*/ 3939824 w 7467600"/>
              <a:gd name="connsiteY322" fmla="*/ 6066900 h 6858000"/>
              <a:gd name="connsiteX323" fmla="*/ 4584537 w 7467600"/>
              <a:gd name="connsiteY323" fmla="*/ 5324826 h 6858000"/>
              <a:gd name="connsiteX324" fmla="*/ 5037105 w 7467600"/>
              <a:gd name="connsiteY324" fmla="*/ 5088765 h 6858000"/>
              <a:gd name="connsiteX325" fmla="*/ 5039930 w 7467600"/>
              <a:gd name="connsiteY325" fmla="*/ 5089585 h 6858000"/>
              <a:gd name="connsiteX326" fmla="*/ 5263764 w 7467600"/>
              <a:gd name="connsiteY326" fmla="*/ 4735525 h 6858000"/>
              <a:gd name="connsiteX327" fmla="*/ 4086300 w 7467600"/>
              <a:gd name="connsiteY327" fmla="*/ 4884599 h 6858000"/>
              <a:gd name="connsiteX328" fmla="*/ 4085485 w 7467600"/>
              <a:gd name="connsiteY328" fmla="*/ 4899070 h 6858000"/>
              <a:gd name="connsiteX329" fmla="*/ 3871915 w 7467600"/>
              <a:gd name="connsiteY329" fmla="*/ 5253645 h 6858000"/>
              <a:gd name="connsiteX330" fmla="*/ 3799374 w 7467600"/>
              <a:gd name="connsiteY330" fmla="*/ 5466127 h 6858000"/>
              <a:gd name="connsiteX331" fmla="*/ 3498850 w 7467600"/>
              <a:gd name="connsiteY331" fmla="*/ 6661888 h 6858000"/>
              <a:gd name="connsiteX332" fmla="*/ 3399216 w 7467600"/>
              <a:gd name="connsiteY332" fmla="*/ 6858000 h 6858000"/>
              <a:gd name="connsiteX333" fmla="*/ 3303688 w 7467600"/>
              <a:gd name="connsiteY333" fmla="*/ 6858000 h 6858000"/>
              <a:gd name="connsiteX334" fmla="*/ 3391774 w 7467600"/>
              <a:gd name="connsiteY334" fmla="*/ 6697181 h 6858000"/>
              <a:gd name="connsiteX335" fmla="*/ 3735540 w 7467600"/>
              <a:gd name="connsiteY335" fmla="*/ 5546923 h 6858000"/>
              <a:gd name="connsiteX336" fmla="*/ 3729438 w 7467600"/>
              <a:gd name="connsiteY336" fmla="*/ 5569058 h 6858000"/>
              <a:gd name="connsiteX337" fmla="*/ 3707782 w 7467600"/>
              <a:gd name="connsiteY337" fmla="*/ 5644908 h 6858000"/>
              <a:gd name="connsiteX338" fmla="*/ 3583827 w 7467600"/>
              <a:gd name="connsiteY338" fmla="*/ 6039215 h 6858000"/>
              <a:gd name="connsiteX339" fmla="*/ 3547861 w 7467600"/>
              <a:gd name="connsiteY339" fmla="*/ 6129609 h 6858000"/>
              <a:gd name="connsiteX340" fmla="*/ 3490905 w 7467600"/>
              <a:gd name="connsiteY340" fmla="*/ 6277660 h 6858000"/>
              <a:gd name="connsiteX341" fmla="*/ 3455859 w 7467600"/>
              <a:gd name="connsiteY341" fmla="*/ 6391301 h 6858000"/>
              <a:gd name="connsiteX342" fmla="*/ 3429112 w 7467600"/>
              <a:gd name="connsiteY342" fmla="*/ 6479469 h 6858000"/>
              <a:gd name="connsiteX343" fmla="*/ 3304862 w 7467600"/>
              <a:gd name="connsiteY343" fmla="*/ 6796476 h 6858000"/>
              <a:gd name="connsiteX344" fmla="*/ 3276071 w 7467600"/>
              <a:gd name="connsiteY344" fmla="*/ 6858000 h 6858000"/>
              <a:gd name="connsiteX345" fmla="*/ 3240805 w 7467600"/>
              <a:gd name="connsiteY345" fmla="*/ 6858000 h 6858000"/>
              <a:gd name="connsiteX346" fmla="*/ 3275917 w 7467600"/>
              <a:gd name="connsiteY346" fmla="*/ 6783192 h 6858000"/>
              <a:gd name="connsiteX347" fmla="*/ 3399358 w 7467600"/>
              <a:gd name="connsiteY347" fmla="*/ 6469011 h 6858000"/>
              <a:gd name="connsiteX348" fmla="*/ 3425650 w 7467600"/>
              <a:gd name="connsiteY348" fmla="*/ 6381333 h 6858000"/>
              <a:gd name="connsiteX349" fmla="*/ 3460661 w 7467600"/>
              <a:gd name="connsiteY349" fmla="*/ 6266763 h 6858000"/>
              <a:gd name="connsiteX350" fmla="*/ 3518021 w 7467600"/>
              <a:gd name="connsiteY350" fmla="*/ 6117298 h 6858000"/>
              <a:gd name="connsiteX351" fmla="*/ 3554035 w 7467600"/>
              <a:gd name="connsiteY351" fmla="*/ 6027832 h 6858000"/>
              <a:gd name="connsiteX352" fmla="*/ 3677174 w 7467600"/>
              <a:gd name="connsiteY352" fmla="*/ 5636351 h 6858000"/>
              <a:gd name="connsiteX353" fmla="*/ 3698819 w 7467600"/>
              <a:gd name="connsiteY353" fmla="*/ 5560503 h 6858000"/>
              <a:gd name="connsiteX354" fmla="*/ 3702094 w 7467600"/>
              <a:gd name="connsiteY354" fmla="*/ 5549194 h 6858000"/>
              <a:gd name="connsiteX355" fmla="*/ 3398355 w 7467600"/>
              <a:gd name="connsiteY355" fmla="*/ 6094603 h 6858000"/>
              <a:gd name="connsiteX356" fmla="*/ 3193941 w 7467600"/>
              <a:gd name="connsiteY356" fmla="*/ 6798775 h 6858000"/>
              <a:gd name="connsiteX357" fmla="*/ 3184140 w 7467600"/>
              <a:gd name="connsiteY357" fmla="*/ 6858000 h 6858000"/>
              <a:gd name="connsiteX358" fmla="*/ 3099978 w 7467600"/>
              <a:gd name="connsiteY358" fmla="*/ 6858000 h 6858000"/>
              <a:gd name="connsiteX359" fmla="*/ 3101556 w 7467600"/>
              <a:gd name="connsiteY359" fmla="*/ 6843337 h 6858000"/>
              <a:gd name="connsiteX360" fmla="*/ 3370162 w 7467600"/>
              <a:gd name="connsiteY360" fmla="*/ 5785550 h 6858000"/>
              <a:gd name="connsiteX361" fmla="*/ 3746477 w 7467600"/>
              <a:gd name="connsiteY361" fmla="*/ 5377889 h 6858000"/>
              <a:gd name="connsiteX362" fmla="*/ 3863399 w 7467600"/>
              <a:gd name="connsiteY362" fmla="*/ 5087257 h 6858000"/>
              <a:gd name="connsiteX363" fmla="*/ 3968712 w 7467600"/>
              <a:gd name="connsiteY363" fmla="*/ 4913989 h 6858000"/>
              <a:gd name="connsiteX364" fmla="*/ 2792390 w 7467600"/>
              <a:gd name="connsiteY364" fmla="*/ 5382974 h 6858000"/>
              <a:gd name="connsiteX365" fmla="*/ 2714982 w 7467600"/>
              <a:gd name="connsiteY365" fmla="*/ 5427051 h 6858000"/>
              <a:gd name="connsiteX366" fmla="*/ 2813361 w 7467600"/>
              <a:gd name="connsiteY366" fmla="*/ 6023912 h 6858000"/>
              <a:gd name="connsiteX367" fmla="*/ 2688430 w 7467600"/>
              <a:gd name="connsiteY367" fmla="*/ 6801564 h 6858000"/>
              <a:gd name="connsiteX368" fmla="*/ 2629626 w 7467600"/>
              <a:gd name="connsiteY368" fmla="*/ 6763394 h 6858000"/>
              <a:gd name="connsiteX369" fmla="*/ 2565328 w 7467600"/>
              <a:gd name="connsiteY369" fmla="*/ 5516399 h 6858000"/>
              <a:gd name="connsiteX370" fmla="*/ 1922999 w 7467600"/>
              <a:gd name="connsiteY370" fmla="*/ 5980343 h 6858000"/>
              <a:gd name="connsiteX371" fmla="*/ 1950261 w 7467600"/>
              <a:gd name="connsiteY371" fmla="*/ 6405858 h 6858000"/>
              <a:gd name="connsiteX372" fmla="*/ 2365554 w 7467600"/>
              <a:gd name="connsiteY372" fmla="*/ 6759107 h 6858000"/>
              <a:gd name="connsiteX373" fmla="*/ 2424142 w 7467600"/>
              <a:gd name="connsiteY373" fmla="*/ 6858000 h 6858000"/>
              <a:gd name="connsiteX374" fmla="*/ 2395994 w 7467600"/>
              <a:gd name="connsiteY374" fmla="*/ 6858000 h 6858000"/>
              <a:gd name="connsiteX375" fmla="*/ 2392863 w 7467600"/>
              <a:gd name="connsiteY375" fmla="*/ 6852964 h 6858000"/>
              <a:gd name="connsiteX376" fmla="*/ 2017589 w 7467600"/>
              <a:gd name="connsiteY376" fmla="*/ 6493982 h 6858000"/>
              <a:gd name="connsiteX377" fmla="*/ 2147336 w 7467600"/>
              <a:gd name="connsiteY377" fmla="*/ 6594052 h 6858000"/>
              <a:gd name="connsiteX378" fmla="*/ 2207047 w 7467600"/>
              <a:gd name="connsiteY378" fmla="*/ 6654540 h 6858000"/>
              <a:gd name="connsiteX379" fmla="*/ 2299106 w 7467600"/>
              <a:gd name="connsiteY379" fmla="*/ 6778931 h 6858000"/>
              <a:gd name="connsiteX380" fmla="*/ 2314430 w 7467600"/>
              <a:gd name="connsiteY380" fmla="*/ 6801144 h 6858000"/>
              <a:gd name="connsiteX381" fmla="*/ 2352406 w 7467600"/>
              <a:gd name="connsiteY381" fmla="*/ 6858000 h 6858000"/>
              <a:gd name="connsiteX382" fmla="*/ 2314492 w 7467600"/>
              <a:gd name="connsiteY382" fmla="*/ 6858000 h 6858000"/>
              <a:gd name="connsiteX383" fmla="*/ 2288095 w 7467600"/>
              <a:gd name="connsiteY383" fmla="*/ 6818030 h 6858000"/>
              <a:gd name="connsiteX384" fmla="*/ 2272768 w 7467600"/>
              <a:gd name="connsiteY384" fmla="*/ 6795822 h 6858000"/>
              <a:gd name="connsiteX385" fmla="*/ 2182715 w 7467600"/>
              <a:gd name="connsiteY385" fmla="*/ 6675071 h 6858000"/>
              <a:gd name="connsiteX386" fmla="*/ 2032061 w 7467600"/>
              <a:gd name="connsiteY386" fmla="*/ 6541380 h 6858000"/>
              <a:gd name="connsiteX387" fmla="*/ 2257220 w 7467600"/>
              <a:gd name="connsiteY387" fmla="*/ 6826257 h 6858000"/>
              <a:gd name="connsiteX388" fmla="*/ 2281324 w 7467600"/>
              <a:gd name="connsiteY388" fmla="*/ 6858000 h 6858000"/>
              <a:gd name="connsiteX389" fmla="*/ 2242860 w 7467600"/>
              <a:gd name="connsiteY389" fmla="*/ 6858000 h 6858000"/>
              <a:gd name="connsiteX390" fmla="*/ 2232818 w 7467600"/>
              <a:gd name="connsiteY390" fmla="*/ 6844926 h 6858000"/>
              <a:gd name="connsiteX391" fmla="*/ 1990172 w 7467600"/>
              <a:gd name="connsiteY391" fmla="*/ 6542121 h 6858000"/>
              <a:gd name="connsiteX392" fmla="*/ 2124090 w 7467600"/>
              <a:gd name="connsiteY392" fmla="*/ 6761017 h 6858000"/>
              <a:gd name="connsiteX393" fmla="*/ 2200380 w 7467600"/>
              <a:gd name="connsiteY393" fmla="*/ 6858000 h 6858000"/>
              <a:gd name="connsiteX394" fmla="*/ 2147507 w 7467600"/>
              <a:gd name="connsiteY394" fmla="*/ 6858000 h 6858000"/>
              <a:gd name="connsiteX395" fmla="*/ 2070668 w 7467600"/>
              <a:gd name="connsiteY395" fmla="*/ 6761520 h 6858000"/>
              <a:gd name="connsiteX396" fmla="*/ 1975142 w 7467600"/>
              <a:gd name="connsiteY396" fmla="*/ 6585570 h 6858000"/>
              <a:gd name="connsiteX397" fmla="*/ 2050035 w 7467600"/>
              <a:gd name="connsiteY397" fmla="*/ 6813345 h 6858000"/>
              <a:gd name="connsiteX398" fmla="*/ 2063025 w 7467600"/>
              <a:gd name="connsiteY398" fmla="*/ 6858000 h 6858000"/>
              <a:gd name="connsiteX399" fmla="*/ 2021675 w 7467600"/>
              <a:gd name="connsiteY399" fmla="*/ 6858000 h 6858000"/>
              <a:gd name="connsiteX400" fmla="*/ 2019308 w 7467600"/>
              <a:gd name="connsiteY400" fmla="*/ 6847118 h 6858000"/>
              <a:gd name="connsiteX401" fmla="*/ 1938835 w 7467600"/>
              <a:gd name="connsiteY401" fmla="*/ 6551160 h 6858000"/>
              <a:gd name="connsiteX402" fmla="*/ 1953230 w 7467600"/>
              <a:gd name="connsiteY402" fmla="*/ 6759699 h 6858000"/>
              <a:gd name="connsiteX403" fmla="*/ 1956763 w 7467600"/>
              <a:gd name="connsiteY403" fmla="*/ 6778191 h 6858000"/>
              <a:gd name="connsiteX404" fmla="*/ 1967925 w 7467600"/>
              <a:gd name="connsiteY404" fmla="*/ 6858000 h 6858000"/>
              <a:gd name="connsiteX405" fmla="*/ 1936622 w 7467600"/>
              <a:gd name="connsiteY405" fmla="*/ 6858000 h 6858000"/>
              <a:gd name="connsiteX406" fmla="*/ 1926261 w 7467600"/>
              <a:gd name="connsiteY406" fmla="*/ 6784064 h 6858000"/>
              <a:gd name="connsiteX407" fmla="*/ 1922724 w 7467600"/>
              <a:gd name="connsiteY407" fmla="*/ 6765577 h 6858000"/>
              <a:gd name="connsiteX408" fmla="*/ 1904650 w 7467600"/>
              <a:gd name="connsiteY408" fmla="*/ 6639616 h 6858000"/>
              <a:gd name="connsiteX409" fmla="*/ 1885273 w 7467600"/>
              <a:gd name="connsiteY409" fmla="*/ 6858000 h 6858000"/>
              <a:gd name="connsiteX410" fmla="*/ 1854363 w 7467600"/>
              <a:gd name="connsiteY410" fmla="*/ 6858000 h 6858000"/>
              <a:gd name="connsiteX411" fmla="*/ 1880391 w 7467600"/>
              <a:gd name="connsiteY411" fmla="*/ 6603796 h 6858000"/>
              <a:gd name="connsiteX412" fmla="*/ 1818273 w 7467600"/>
              <a:gd name="connsiteY412" fmla="*/ 6715729 h 6858000"/>
              <a:gd name="connsiteX413" fmla="*/ 1794691 w 7467600"/>
              <a:gd name="connsiteY413" fmla="*/ 6843239 h 6858000"/>
              <a:gd name="connsiteX414" fmla="*/ 1794914 w 7467600"/>
              <a:gd name="connsiteY414" fmla="*/ 6858000 h 6858000"/>
              <a:gd name="connsiteX415" fmla="*/ 1746128 w 7467600"/>
              <a:gd name="connsiteY415" fmla="*/ 6858000 h 6858000"/>
              <a:gd name="connsiteX416" fmla="*/ 1753934 w 7467600"/>
              <a:gd name="connsiteY416" fmla="*/ 6724796 h 6858000"/>
              <a:gd name="connsiteX417" fmla="*/ 1792053 w 7467600"/>
              <a:gd name="connsiteY417" fmla="*/ 6572396 h 6858000"/>
              <a:gd name="connsiteX418" fmla="*/ 1862248 w 7467600"/>
              <a:gd name="connsiteY418" fmla="*/ 6266397 h 6858000"/>
              <a:gd name="connsiteX419" fmla="*/ 1862250 w 7467600"/>
              <a:gd name="connsiteY419" fmla="*/ 6033531 h 6858000"/>
              <a:gd name="connsiteX420" fmla="*/ 1211999 w 7467600"/>
              <a:gd name="connsiteY420" fmla="*/ 6683610 h 6858000"/>
              <a:gd name="connsiteX421" fmla="*/ 1213266 w 7467600"/>
              <a:gd name="connsiteY421" fmla="*/ 6691947 h 6858000"/>
              <a:gd name="connsiteX422" fmla="*/ 1203370 w 7467600"/>
              <a:gd name="connsiteY422" fmla="*/ 6850676 h 6858000"/>
              <a:gd name="connsiteX423" fmla="*/ 1203671 w 7467600"/>
              <a:gd name="connsiteY423" fmla="*/ 6858000 h 6858000"/>
              <a:gd name="connsiteX424" fmla="*/ 1143180 w 7467600"/>
              <a:gd name="connsiteY424" fmla="*/ 6858000 h 6858000"/>
              <a:gd name="connsiteX425" fmla="*/ 1142176 w 7467600"/>
              <a:gd name="connsiteY425" fmla="*/ 6766045 h 6858000"/>
              <a:gd name="connsiteX426" fmla="*/ 1067484 w 7467600"/>
              <a:gd name="connsiteY426" fmla="*/ 6858000 h 6858000"/>
              <a:gd name="connsiteX427" fmla="*/ 953928 w 7467600"/>
              <a:gd name="connsiteY427" fmla="*/ 6858000 h 6858000"/>
              <a:gd name="connsiteX428" fmla="*/ 959715 w 7467600"/>
              <a:gd name="connsiteY428" fmla="*/ 6850185 h 6858000"/>
              <a:gd name="connsiteX429" fmla="*/ 1483788 w 7467600"/>
              <a:gd name="connsiteY429" fmla="*/ 6259174 h 6858000"/>
              <a:gd name="connsiteX430" fmla="*/ 1100671 w 7467600"/>
              <a:gd name="connsiteY430" fmla="*/ 6252137 h 6858000"/>
              <a:gd name="connsiteX431" fmla="*/ 1090144 w 7467600"/>
              <a:gd name="connsiteY431" fmla="*/ 6256748 h 6858000"/>
              <a:gd name="connsiteX432" fmla="*/ 1095872 w 7467600"/>
              <a:gd name="connsiteY432" fmla="*/ 6271892 h 6858000"/>
              <a:gd name="connsiteX433" fmla="*/ 262785 w 7467600"/>
              <a:gd name="connsiteY433" fmla="*/ 6845450 h 6858000"/>
              <a:gd name="connsiteX434" fmla="*/ 209968 w 7467600"/>
              <a:gd name="connsiteY434" fmla="*/ 6770713 h 6858000"/>
              <a:gd name="connsiteX435" fmla="*/ 873460 w 7467600"/>
              <a:gd name="connsiteY435" fmla="*/ 6253768 h 6858000"/>
              <a:gd name="connsiteX436" fmla="*/ 192686 w 7467600"/>
              <a:gd name="connsiteY436" fmla="*/ 5849257 h 6858000"/>
              <a:gd name="connsiteX437" fmla="*/ 4696 w 7467600"/>
              <a:gd name="connsiteY437" fmla="*/ 5697668 h 6858000"/>
              <a:gd name="connsiteX438" fmla="*/ 0 w 7467600"/>
              <a:gd name="connsiteY438" fmla="*/ 5689984 h 6858000"/>
              <a:gd name="connsiteX439" fmla="*/ 0 w 7467600"/>
              <a:gd name="connsiteY439" fmla="*/ 5513472 h 6858000"/>
              <a:gd name="connsiteX440" fmla="*/ 174101 w 7467600"/>
              <a:gd name="connsiteY440" fmla="*/ 5620277 h 6858000"/>
              <a:gd name="connsiteX441" fmla="*/ 891800 w 7467600"/>
              <a:gd name="connsiteY441" fmla="*/ 6036935 h 6858000"/>
              <a:gd name="connsiteX442" fmla="*/ 1072219 w 7467600"/>
              <a:gd name="connsiteY442" fmla="*/ 6169443 h 6858000"/>
              <a:gd name="connsiteX443" fmla="*/ 1074117 w 7467600"/>
              <a:gd name="connsiteY443" fmla="*/ 6170301 h 6858000"/>
              <a:gd name="connsiteX444" fmla="*/ 1083114 w 7467600"/>
              <a:gd name="connsiteY444" fmla="*/ 6174131 h 6858000"/>
              <a:gd name="connsiteX445" fmla="*/ 1543010 w 7467600"/>
              <a:gd name="connsiteY445" fmla="*/ 6191140 h 6858000"/>
              <a:gd name="connsiteX446" fmla="*/ 1551080 w 7467600"/>
              <a:gd name="connsiteY446" fmla="*/ 6195006 h 6858000"/>
              <a:gd name="connsiteX447" fmla="*/ 2345443 w 7467600"/>
              <a:gd name="connsiteY447" fmla="*/ 5549882 h 6858000"/>
              <a:gd name="connsiteX448" fmla="*/ 1721499 w 7467600"/>
              <a:gd name="connsiteY448" fmla="*/ 5599969 h 6858000"/>
              <a:gd name="connsiteX449" fmla="*/ 767716 w 7467600"/>
              <a:gd name="connsiteY449" fmla="*/ 5472768 h 6858000"/>
              <a:gd name="connsiteX450" fmla="*/ 722147 w 7467600"/>
              <a:gd name="connsiteY450" fmla="*/ 5393091 h 6858000"/>
              <a:gd name="connsiteX451" fmla="*/ 1485552 w 7467600"/>
              <a:gd name="connsiteY451" fmla="*/ 5313202 h 6858000"/>
              <a:gd name="connsiteX452" fmla="*/ 2143004 w 7467600"/>
              <a:gd name="connsiteY452" fmla="*/ 5402420 h 6858000"/>
              <a:gd name="connsiteX453" fmla="*/ 1933391 w 7467600"/>
              <a:gd name="connsiteY453" fmla="*/ 5156971 h 6858000"/>
              <a:gd name="connsiteX454" fmla="*/ 1827118 w 7467600"/>
              <a:gd name="connsiteY454" fmla="*/ 4968410 h 6858000"/>
              <a:gd name="connsiteX455" fmla="*/ 1837349 w 7467600"/>
              <a:gd name="connsiteY455" fmla="*/ 4956357 h 6858000"/>
              <a:gd name="connsiteX456" fmla="*/ 2162835 w 7467600"/>
              <a:gd name="connsiteY456" fmla="*/ 5187853 h 6858000"/>
              <a:gd name="connsiteX457" fmla="*/ 2257167 w 7467600"/>
              <a:gd name="connsiteY457" fmla="*/ 5462123 h 6858000"/>
              <a:gd name="connsiteX458" fmla="*/ 2261598 w 7467600"/>
              <a:gd name="connsiteY458" fmla="*/ 5467998 h 6858000"/>
              <a:gd name="connsiteX459" fmla="*/ 2437177 w 7467600"/>
              <a:gd name="connsiteY459" fmla="*/ 5479608 h 6858000"/>
              <a:gd name="connsiteX460" fmla="*/ 2445247 w 7467600"/>
              <a:gd name="connsiteY460" fmla="*/ 5483476 h 6858000"/>
              <a:gd name="connsiteX461" fmla="*/ 2743626 w 7467600"/>
              <a:gd name="connsiteY461" fmla="*/ 5304819 h 6858000"/>
              <a:gd name="connsiteX462" fmla="*/ 3048102 w 7467600"/>
              <a:gd name="connsiteY462" fmla="*/ 5150595 h 6858000"/>
              <a:gd name="connsiteX463" fmla="*/ 1799414 w 7467600"/>
              <a:gd name="connsiteY463" fmla="*/ 4694732 h 6858000"/>
              <a:gd name="connsiteX464" fmla="*/ 1771735 w 7467600"/>
              <a:gd name="connsiteY464" fmla="*/ 4619929 h 6858000"/>
              <a:gd name="connsiteX465" fmla="*/ 3104273 w 7467600"/>
              <a:gd name="connsiteY465" fmla="*/ 5076159 h 6858000"/>
              <a:gd name="connsiteX466" fmla="*/ 3113245 w 7467600"/>
              <a:gd name="connsiteY466" fmla="*/ 5090705 h 6858000"/>
              <a:gd name="connsiteX467" fmla="*/ 3126294 w 7467600"/>
              <a:gd name="connsiteY467" fmla="*/ 5114400 h 6858000"/>
              <a:gd name="connsiteX468" fmla="*/ 3937433 w 7467600"/>
              <a:gd name="connsiteY468" fmla="*/ 4830473 h 6858000"/>
              <a:gd name="connsiteX469" fmla="*/ 3590475 w 7467600"/>
              <a:gd name="connsiteY469" fmla="*/ 4597974 h 6858000"/>
              <a:gd name="connsiteX470" fmla="*/ 3100264 w 7467600"/>
              <a:gd name="connsiteY470" fmla="*/ 4579845 h 6858000"/>
              <a:gd name="connsiteX471" fmla="*/ 2183576 w 7467600"/>
              <a:gd name="connsiteY471" fmla="*/ 4227150 h 6858000"/>
              <a:gd name="connsiteX472" fmla="*/ 2151029 w 7467600"/>
              <a:gd name="connsiteY472" fmla="*/ 4146947 h 6858000"/>
              <a:gd name="connsiteX473" fmla="*/ 3563434 w 7467600"/>
              <a:gd name="connsiteY473" fmla="*/ 4469115 h 6858000"/>
              <a:gd name="connsiteX474" fmla="*/ 3177952 w 7467600"/>
              <a:gd name="connsiteY474" fmla="*/ 3657386 h 6858000"/>
              <a:gd name="connsiteX475" fmla="*/ 3189263 w 7467600"/>
              <a:gd name="connsiteY475" fmla="*/ 3625726 h 6858000"/>
              <a:gd name="connsiteX476" fmla="*/ 3560912 w 7467600"/>
              <a:gd name="connsiteY476" fmla="*/ 4079863 h 6858000"/>
              <a:gd name="connsiteX477" fmla="*/ 3626636 w 7467600"/>
              <a:gd name="connsiteY477" fmla="*/ 4512230 h 6858000"/>
              <a:gd name="connsiteX478" fmla="*/ 3653088 w 7467600"/>
              <a:gd name="connsiteY478" fmla="*/ 4521417 h 6858000"/>
              <a:gd name="connsiteX479" fmla="*/ 3988128 w 7467600"/>
              <a:gd name="connsiteY479" fmla="*/ 4817267 h 6858000"/>
              <a:gd name="connsiteX480" fmla="*/ 4830582 w 7467600"/>
              <a:gd name="connsiteY480" fmla="*/ 4676000 h 6858000"/>
              <a:gd name="connsiteX481" fmla="*/ 4830100 w 7467600"/>
              <a:gd name="connsiteY481" fmla="*/ 4675554 h 6858000"/>
              <a:gd name="connsiteX482" fmla="*/ 4036318 w 7467600"/>
              <a:gd name="connsiteY482" fmla="*/ 4147013 h 6858000"/>
              <a:gd name="connsiteX483" fmla="*/ 3432098 w 7467600"/>
              <a:gd name="connsiteY483" fmla="*/ 3537312 h 6858000"/>
              <a:gd name="connsiteX484" fmla="*/ 3446761 w 7467600"/>
              <a:gd name="connsiteY484" fmla="*/ 3461278 h 6858000"/>
              <a:gd name="connsiteX485" fmla="*/ 4419733 w 7467600"/>
              <a:gd name="connsiteY485" fmla="*/ 3963555 h 6858000"/>
              <a:gd name="connsiteX486" fmla="*/ 4781371 w 7467600"/>
              <a:gd name="connsiteY486" fmla="*/ 4458604 h 6858000"/>
              <a:gd name="connsiteX487" fmla="*/ 4780440 w 7467600"/>
              <a:gd name="connsiteY487" fmla="*/ 4470290 h 6858000"/>
              <a:gd name="connsiteX488" fmla="*/ 4898954 w 7467600"/>
              <a:gd name="connsiteY488" fmla="*/ 4662092 h 6858000"/>
              <a:gd name="connsiteX489" fmla="*/ 4900699 w 7467600"/>
              <a:gd name="connsiteY489" fmla="*/ 4670867 h 6858000"/>
              <a:gd name="connsiteX490" fmla="*/ 5714511 w 7467600"/>
              <a:gd name="connsiteY490" fmla="*/ 4663483 h 6858000"/>
              <a:gd name="connsiteX491" fmla="*/ 5464793 w 7467600"/>
              <a:gd name="connsiteY491" fmla="*/ 4393556 h 6858000"/>
              <a:gd name="connsiteX492" fmla="*/ 5461897 w 7467600"/>
              <a:gd name="connsiteY492" fmla="*/ 4390879 h 6858000"/>
              <a:gd name="connsiteX493" fmla="*/ 4294126 w 7467600"/>
              <a:gd name="connsiteY493" fmla="*/ 3303048 h 6858000"/>
              <a:gd name="connsiteX494" fmla="*/ 4305321 w 7467600"/>
              <a:gd name="connsiteY494" fmla="*/ 3256953 h 6858000"/>
              <a:gd name="connsiteX495" fmla="*/ 4949299 w 7467600"/>
              <a:gd name="connsiteY495" fmla="*/ 3766336 h 6858000"/>
              <a:gd name="connsiteX496" fmla="*/ 5291452 w 7467600"/>
              <a:gd name="connsiteY496" fmla="*/ 4076801 h 6858000"/>
              <a:gd name="connsiteX497" fmla="*/ 5434998 w 7467600"/>
              <a:gd name="connsiteY497" fmla="*/ 4254100 h 6858000"/>
              <a:gd name="connsiteX498" fmla="*/ 5351015 w 7467600"/>
              <a:gd name="connsiteY498" fmla="*/ 3760989 h 6858000"/>
              <a:gd name="connsiteX499" fmla="*/ 5413780 w 7467600"/>
              <a:gd name="connsiteY499" fmla="*/ 2966265 h 6858000"/>
              <a:gd name="connsiteX500" fmla="*/ 5425627 w 7467600"/>
              <a:gd name="connsiteY500" fmla="*/ 2954192 h 6858000"/>
              <a:gd name="connsiteX501" fmla="*/ 6604735 w 7467600"/>
              <a:gd name="connsiteY501" fmla="*/ 2041381 h 6858000"/>
              <a:gd name="connsiteX502" fmla="*/ 7204487 w 7467600"/>
              <a:gd name="connsiteY502" fmla="*/ 2742112 h 6858000"/>
              <a:gd name="connsiteX503" fmla="*/ 7131592 w 7467600"/>
              <a:gd name="connsiteY503" fmla="*/ 2672096 h 6858000"/>
              <a:gd name="connsiteX504" fmla="*/ 6996344 w 7467600"/>
              <a:gd name="connsiteY504" fmla="*/ 2518310 h 6858000"/>
              <a:gd name="connsiteX505" fmla="*/ 6735495 w 7467600"/>
              <a:gd name="connsiteY505" fmla="*/ 2196890 h 6858000"/>
              <a:gd name="connsiteX506" fmla="*/ 6721901 w 7467600"/>
              <a:gd name="connsiteY506" fmla="*/ 2179274 h 6858000"/>
              <a:gd name="connsiteX507" fmla="*/ 6604735 w 7467600"/>
              <a:gd name="connsiteY507" fmla="*/ 2041381 h 6858000"/>
              <a:gd name="connsiteX508" fmla="*/ 6591670 w 7467600"/>
              <a:gd name="connsiteY508" fmla="*/ 1988277 h 6858000"/>
              <a:gd name="connsiteX509" fmla="*/ 6747349 w 7467600"/>
              <a:gd name="connsiteY509" fmla="*/ 2160069 h 6858000"/>
              <a:gd name="connsiteX510" fmla="*/ 6760943 w 7467600"/>
              <a:gd name="connsiteY510" fmla="*/ 2177686 h 6858000"/>
              <a:gd name="connsiteX511" fmla="*/ 7021065 w 7467600"/>
              <a:gd name="connsiteY511" fmla="*/ 2498102 h 6858000"/>
              <a:gd name="connsiteX512" fmla="*/ 7155223 w 7467600"/>
              <a:gd name="connsiteY512" fmla="*/ 2650386 h 6858000"/>
              <a:gd name="connsiteX513" fmla="*/ 7203167 w 7467600"/>
              <a:gd name="connsiteY513" fmla="*/ 2697288 h 6858000"/>
              <a:gd name="connsiteX514" fmla="*/ 6937703 w 7467600"/>
              <a:gd name="connsiteY514" fmla="*/ 2321981 h 6858000"/>
              <a:gd name="connsiteX515" fmla="*/ 6591670 w 7467600"/>
              <a:gd name="connsiteY515" fmla="*/ 1988277 h 6858000"/>
              <a:gd name="connsiteX516" fmla="*/ 5798671 w 7467600"/>
              <a:gd name="connsiteY516" fmla="*/ 1981601 h 6858000"/>
              <a:gd name="connsiteX517" fmla="*/ 5754709 w 7467600"/>
              <a:gd name="connsiteY517" fmla="*/ 2071454 h 6858000"/>
              <a:gd name="connsiteX518" fmla="*/ 5763044 w 7467600"/>
              <a:gd name="connsiteY518" fmla="*/ 2842206 h 6858000"/>
              <a:gd name="connsiteX519" fmla="*/ 5764974 w 7467600"/>
              <a:gd name="connsiteY519" fmla="*/ 2799609 h 6858000"/>
              <a:gd name="connsiteX520" fmla="*/ 5767665 w 7467600"/>
              <a:gd name="connsiteY520" fmla="*/ 2666409 h 6858000"/>
              <a:gd name="connsiteX521" fmla="*/ 5763055 w 7467600"/>
              <a:gd name="connsiteY521" fmla="*/ 2579705 h 6858000"/>
              <a:gd name="connsiteX522" fmla="*/ 5758079 w 7467600"/>
              <a:gd name="connsiteY522" fmla="*/ 2492508 h 6858000"/>
              <a:gd name="connsiteX523" fmla="*/ 5779325 w 7467600"/>
              <a:gd name="connsiteY523" fmla="*/ 2197069 h 6858000"/>
              <a:gd name="connsiteX524" fmla="*/ 5798671 w 7467600"/>
              <a:gd name="connsiteY524" fmla="*/ 1981601 h 6858000"/>
              <a:gd name="connsiteX525" fmla="*/ 5829202 w 7467600"/>
              <a:gd name="connsiteY525" fmla="*/ 1971679 h 6858000"/>
              <a:gd name="connsiteX526" fmla="*/ 5809558 w 7467600"/>
              <a:gd name="connsiteY526" fmla="*/ 2198043 h 6858000"/>
              <a:gd name="connsiteX527" fmla="*/ 5788653 w 7467600"/>
              <a:gd name="connsiteY527" fmla="*/ 2489430 h 6858000"/>
              <a:gd name="connsiteX528" fmla="*/ 5793439 w 7467600"/>
              <a:gd name="connsiteY528" fmla="*/ 2575235 h 6858000"/>
              <a:gd name="connsiteX529" fmla="*/ 5796837 w 7467600"/>
              <a:gd name="connsiteY529" fmla="*/ 2637633 h 6858000"/>
              <a:gd name="connsiteX530" fmla="*/ 5818614 w 7467600"/>
              <a:gd name="connsiteY530" fmla="*/ 2473055 h 6858000"/>
              <a:gd name="connsiteX531" fmla="*/ 5829202 w 7467600"/>
              <a:gd name="connsiteY531" fmla="*/ 1971679 h 6858000"/>
              <a:gd name="connsiteX532" fmla="*/ 5911389 w 7467600"/>
              <a:gd name="connsiteY532" fmla="*/ 1898371 h 6858000"/>
              <a:gd name="connsiteX533" fmla="*/ 6237627 w 7467600"/>
              <a:gd name="connsiteY533" fmla="*/ 2231921 h 6858000"/>
              <a:gd name="connsiteX534" fmla="*/ 5911389 w 7467600"/>
              <a:gd name="connsiteY534" fmla="*/ 1898371 h 6858000"/>
              <a:gd name="connsiteX535" fmla="*/ 6944437 w 7467600"/>
              <a:gd name="connsiteY535" fmla="*/ 1575402 h 6858000"/>
              <a:gd name="connsiteX536" fmla="*/ 6304730 w 7467600"/>
              <a:gd name="connsiteY536" fmla="*/ 1766654 h 6858000"/>
              <a:gd name="connsiteX537" fmla="*/ 6944437 w 7467600"/>
              <a:gd name="connsiteY537" fmla="*/ 1575402 h 6858000"/>
              <a:gd name="connsiteX538" fmla="*/ 7019523 w 7467600"/>
              <a:gd name="connsiteY538" fmla="*/ 1519450 h 6858000"/>
              <a:gd name="connsiteX539" fmla="*/ 6298091 w 7467600"/>
              <a:gd name="connsiteY539" fmla="*/ 1737122 h 6858000"/>
              <a:gd name="connsiteX540" fmla="*/ 7019523 w 7467600"/>
              <a:gd name="connsiteY540" fmla="*/ 1519450 h 6858000"/>
              <a:gd name="connsiteX541" fmla="*/ 2399523 w 7467600"/>
              <a:gd name="connsiteY541" fmla="*/ 1428234 h 6858000"/>
              <a:gd name="connsiteX542" fmla="*/ 2224982 w 7467600"/>
              <a:gd name="connsiteY542" fmla="*/ 1826201 h 6858000"/>
              <a:gd name="connsiteX543" fmla="*/ 2096099 w 7467600"/>
              <a:gd name="connsiteY543" fmla="*/ 2345900 h 6858000"/>
              <a:gd name="connsiteX544" fmla="*/ 2283317 w 7467600"/>
              <a:gd name="connsiteY544" fmla="*/ 1796925 h 6858000"/>
              <a:gd name="connsiteX545" fmla="*/ 2399523 w 7467600"/>
              <a:gd name="connsiteY545" fmla="*/ 1428234 h 6858000"/>
              <a:gd name="connsiteX546" fmla="*/ 2448558 w 7467600"/>
              <a:gd name="connsiteY546" fmla="*/ 1373435 h 6858000"/>
              <a:gd name="connsiteX547" fmla="*/ 2312521 w 7467600"/>
              <a:gd name="connsiteY547" fmla="*/ 1806140 h 6858000"/>
              <a:gd name="connsiteX548" fmla="*/ 2127533 w 7467600"/>
              <a:gd name="connsiteY548" fmla="*/ 2348380 h 6858000"/>
              <a:gd name="connsiteX549" fmla="*/ 2358080 w 7467600"/>
              <a:gd name="connsiteY549" fmla="*/ 1866134 h 6858000"/>
              <a:gd name="connsiteX550" fmla="*/ 2407436 w 7467600"/>
              <a:gd name="connsiteY550" fmla="*/ 1651070 h 6858000"/>
              <a:gd name="connsiteX551" fmla="*/ 2448558 w 7467600"/>
              <a:gd name="connsiteY551" fmla="*/ 1373435 h 6858000"/>
              <a:gd name="connsiteX552" fmla="*/ 278707 w 7467600"/>
              <a:gd name="connsiteY552" fmla="*/ 1352270 h 6858000"/>
              <a:gd name="connsiteX553" fmla="*/ 321570 w 7467600"/>
              <a:gd name="connsiteY553" fmla="*/ 1861610 h 6858000"/>
              <a:gd name="connsiteX554" fmla="*/ 294281 w 7467600"/>
              <a:gd name="connsiteY554" fmla="*/ 1440658 h 6858000"/>
              <a:gd name="connsiteX555" fmla="*/ 278707 w 7467600"/>
              <a:gd name="connsiteY555" fmla="*/ 1352270 h 6858000"/>
              <a:gd name="connsiteX556" fmla="*/ 1423821 w 7467600"/>
              <a:gd name="connsiteY556" fmla="*/ 1351958 h 6858000"/>
              <a:gd name="connsiteX557" fmla="*/ 1638521 w 7467600"/>
              <a:gd name="connsiteY557" fmla="*/ 1908470 h 6858000"/>
              <a:gd name="connsiteX558" fmla="*/ 1754199 w 7467600"/>
              <a:gd name="connsiteY558" fmla="*/ 2149284 h 6858000"/>
              <a:gd name="connsiteX559" fmla="*/ 1908359 w 7467600"/>
              <a:gd name="connsiteY559" fmla="*/ 2364988 h 6858000"/>
              <a:gd name="connsiteX560" fmla="*/ 1647661 w 7467600"/>
              <a:gd name="connsiteY560" fmla="*/ 1825945 h 6858000"/>
              <a:gd name="connsiteX561" fmla="*/ 1423821 w 7467600"/>
              <a:gd name="connsiteY561" fmla="*/ 1351958 h 6858000"/>
              <a:gd name="connsiteX562" fmla="*/ 1431890 w 7467600"/>
              <a:gd name="connsiteY562" fmla="*/ 1306475 h 6858000"/>
              <a:gd name="connsiteX563" fmla="*/ 1507597 w 7467600"/>
              <a:gd name="connsiteY563" fmla="*/ 1446132 h 6858000"/>
              <a:gd name="connsiteX564" fmla="*/ 1674586 w 7467600"/>
              <a:gd name="connsiteY564" fmla="*/ 1813832 h 6858000"/>
              <a:gd name="connsiteX565" fmla="*/ 1815950 w 7467600"/>
              <a:gd name="connsiteY565" fmla="*/ 2128564 h 6858000"/>
              <a:gd name="connsiteX566" fmla="*/ 1984242 w 7467600"/>
              <a:gd name="connsiteY566" fmla="*/ 2430829 h 6858000"/>
              <a:gd name="connsiteX567" fmla="*/ 2014023 w 7467600"/>
              <a:gd name="connsiteY567" fmla="*/ 2450995 h 6858000"/>
              <a:gd name="connsiteX568" fmla="*/ 1747337 w 7467600"/>
              <a:gd name="connsiteY568" fmla="*/ 1855264 h 6858000"/>
              <a:gd name="connsiteX569" fmla="*/ 1533749 w 7467600"/>
              <a:gd name="connsiteY569" fmla="*/ 1478656 h 6858000"/>
              <a:gd name="connsiteX570" fmla="*/ 1431890 w 7467600"/>
              <a:gd name="connsiteY570" fmla="*/ 1306475 h 6858000"/>
              <a:gd name="connsiteX571" fmla="*/ 5052692 w 7467600"/>
              <a:gd name="connsiteY571" fmla="*/ 1292994 h 6858000"/>
              <a:gd name="connsiteX572" fmla="*/ 5200661 w 7467600"/>
              <a:gd name="connsiteY572" fmla="*/ 1635186 h 6858000"/>
              <a:gd name="connsiteX573" fmla="*/ 5297138 w 7467600"/>
              <a:gd name="connsiteY573" fmla="*/ 1906351 h 6858000"/>
              <a:gd name="connsiteX574" fmla="*/ 5052692 w 7467600"/>
              <a:gd name="connsiteY574" fmla="*/ 1292994 h 6858000"/>
              <a:gd name="connsiteX575" fmla="*/ 5009948 w 7467600"/>
              <a:gd name="connsiteY575" fmla="*/ 1273619 h 6858000"/>
              <a:gd name="connsiteX576" fmla="*/ 5121777 w 7467600"/>
              <a:gd name="connsiteY576" fmla="*/ 1654213 h 6858000"/>
              <a:gd name="connsiteX577" fmla="*/ 5293545 w 7467600"/>
              <a:gd name="connsiteY577" fmla="*/ 2072247 h 6858000"/>
              <a:gd name="connsiteX578" fmla="*/ 5294042 w 7467600"/>
              <a:gd name="connsiteY578" fmla="*/ 2065019 h 6858000"/>
              <a:gd name="connsiteX579" fmla="*/ 5171936 w 7467600"/>
              <a:gd name="connsiteY579" fmla="*/ 1647613 h 6858000"/>
              <a:gd name="connsiteX580" fmla="*/ 5009948 w 7467600"/>
              <a:gd name="connsiteY580" fmla="*/ 1273619 h 6858000"/>
              <a:gd name="connsiteX581" fmla="*/ 655236 w 7467600"/>
              <a:gd name="connsiteY581" fmla="*/ 1268632 h 6858000"/>
              <a:gd name="connsiteX582" fmla="*/ 839521 w 7467600"/>
              <a:gd name="connsiteY582" fmla="*/ 1685315 h 6858000"/>
              <a:gd name="connsiteX583" fmla="*/ 1109416 w 7467600"/>
              <a:gd name="connsiteY583" fmla="*/ 2061663 h 6858000"/>
              <a:gd name="connsiteX584" fmla="*/ 1298300 w 7467600"/>
              <a:gd name="connsiteY584" fmla="*/ 2247742 h 6858000"/>
              <a:gd name="connsiteX585" fmla="*/ 1125871 w 7467600"/>
              <a:gd name="connsiteY585" fmla="*/ 1989513 h 6858000"/>
              <a:gd name="connsiteX586" fmla="*/ 981574 w 7467600"/>
              <a:gd name="connsiteY586" fmla="*/ 1783157 h 6858000"/>
              <a:gd name="connsiteX587" fmla="*/ 922198 w 7467600"/>
              <a:gd name="connsiteY587" fmla="*/ 1677437 h 6858000"/>
              <a:gd name="connsiteX588" fmla="*/ 869293 w 7467600"/>
              <a:gd name="connsiteY588" fmla="*/ 1583214 h 6858000"/>
              <a:gd name="connsiteX589" fmla="*/ 751431 w 7467600"/>
              <a:gd name="connsiteY589" fmla="*/ 1405731 h 6858000"/>
              <a:gd name="connsiteX590" fmla="*/ 655236 w 7467600"/>
              <a:gd name="connsiteY590" fmla="*/ 1268632 h 6858000"/>
              <a:gd name="connsiteX591" fmla="*/ 6516292 w 7467600"/>
              <a:gd name="connsiteY591" fmla="*/ 1263064 h 6858000"/>
              <a:gd name="connsiteX592" fmla="*/ 5736320 w 7467600"/>
              <a:gd name="connsiteY592" fmla="*/ 1501803 h 6858000"/>
              <a:gd name="connsiteX593" fmla="*/ 6516292 w 7467600"/>
              <a:gd name="connsiteY593" fmla="*/ 1263064 h 6858000"/>
              <a:gd name="connsiteX594" fmla="*/ 291466 w 7467600"/>
              <a:gd name="connsiteY594" fmla="*/ 1250369 h 6858000"/>
              <a:gd name="connsiteX595" fmla="*/ 323180 w 7467600"/>
              <a:gd name="connsiteY595" fmla="*/ 1435283 h 6858000"/>
              <a:gd name="connsiteX596" fmla="*/ 349381 w 7467600"/>
              <a:gd name="connsiteY596" fmla="*/ 1875041 h 6858000"/>
              <a:gd name="connsiteX597" fmla="*/ 374363 w 7467600"/>
              <a:gd name="connsiteY597" fmla="*/ 1506494 h 6858000"/>
              <a:gd name="connsiteX598" fmla="*/ 302168 w 7467600"/>
              <a:gd name="connsiteY598" fmla="*/ 1274495 h 6858000"/>
              <a:gd name="connsiteX599" fmla="*/ 291466 w 7467600"/>
              <a:gd name="connsiteY599" fmla="*/ 1250369 h 6858000"/>
              <a:gd name="connsiteX600" fmla="*/ 678222 w 7467600"/>
              <a:gd name="connsiteY600" fmla="*/ 1248670 h 6858000"/>
              <a:gd name="connsiteX601" fmla="*/ 775536 w 7467600"/>
              <a:gd name="connsiteY601" fmla="*/ 1388015 h 6858000"/>
              <a:gd name="connsiteX602" fmla="*/ 894529 w 7467600"/>
              <a:gd name="connsiteY602" fmla="*/ 1567739 h 6858000"/>
              <a:gd name="connsiteX603" fmla="*/ 948000 w 7467600"/>
              <a:gd name="connsiteY603" fmla="*/ 1663088 h 6858000"/>
              <a:gd name="connsiteX604" fmla="*/ 1006812 w 7467600"/>
              <a:gd name="connsiteY604" fmla="*/ 1767683 h 6858000"/>
              <a:gd name="connsiteX605" fmla="*/ 1149133 w 7467600"/>
              <a:gd name="connsiteY605" fmla="*/ 1971513 h 6858000"/>
              <a:gd name="connsiteX606" fmla="*/ 1333952 w 7467600"/>
              <a:gd name="connsiteY606" fmla="*/ 2251620 h 6858000"/>
              <a:gd name="connsiteX607" fmla="*/ 1337329 w 7467600"/>
              <a:gd name="connsiteY607" fmla="*/ 2258350 h 6858000"/>
              <a:gd name="connsiteX608" fmla="*/ 1014726 w 7467600"/>
              <a:gd name="connsiteY608" fmla="*/ 1615556 h 6858000"/>
              <a:gd name="connsiteX609" fmla="*/ 678222 w 7467600"/>
              <a:gd name="connsiteY609" fmla="*/ 1248670 h 6858000"/>
              <a:gd name="connsiteX610" fmla="*/ 6691602 w 7467600"/>
              <a:gd name="connsiteY610" fmla="*/ 1140573 h 6858000"/>
              <a:gd name="connsiteX611" fmla="*/ 6571100 w 7467600"/>
              <a:gd name="connsiteY611" fmla="*/ 1183662 h 6858000"/>
              <a:gd name="connsiteX612" fmla="*/ 6241687 w 7467600"/>
              <a:gd name="connsiteY612" fmla="*/ 1257600 h 6858000"/>
              <a:gd name="connsiteX613" fmla="*/ 5693009 w 7467600"/>
              <a:gd name="connsiteY613" fmla="*/ 1478256 h 6858000"/>
              <a:gd name="connsiteX614" fmla="*/ 6548420 w 7467600"/>
              <a:gd name="connsiteY614" fmla="*/ 1214599 h 6858000"/>
              <a:gd name="connsiteX615" fmla="*/ 6605473 w 7467600"/>
              <a:gd name="connsiteY615" fmla="*/ 1184686 h 6858000"/>
              <a:gd name="connsiteX616" fmla="*/ 6691602 w 7467600"/>
              <a:gd name="connsiteY616" fmla="*/ 1140573 h 6858000"/>
              <a:gd name="connsiteX617" fmla="*/ 4002475 w 7467600"/>
              <a:gd name="connsiteY617" fmla="*/ 1037802 h 6858000"/>
              <a:gd name="connsiteX618" fmla="*/ 4000324 w 7467600"/>
              <a:gd name="connsiteY618" fmla="*/ 1039362 h 6858000"/>
              <a:gd name="connsiteX619" fmla="*/ 4002862 w 7467600"/>
              <a:gd name="connsiteY619" fmla="*/ 1042866 h 6858000"/>
              <a:gd name="connsiteX620" fmla="*/ 4002475 w 7467600"/>
              <a:gd name="connsiteY620" fmla="*/ 1037802 h 6858000"/>
              <a:gd name="connsiteX621" fmla="*/ 506322 w 7467600"/>
              <a:gd name="connsiteY621" fmla="*/ 1020997 h 6858000"/>
              <a:gd name="connsiteX622" fmla="*/ 533068 w 7467600"/>
              <a:gd name="connsiteY622" fmla="*/ 1029409 h 6858000"/>
              <a:gd name="connsiteX623" fmla="*/ 1232525 w 7467600"/>
              <a:gd name="connsiteY623" fmla="*/ 1804675 h 6858000"/>
              <a:gd name="connsiteX624" fmla="*/ 1388858 w 7467600"/>
              <a:gd name="connsiteY624" fmla="*/ 2368011 h 6858000"/>
              <a:gd name="connsiteX625" fmla="*/ 1384098 w 7467600"/>
              <a:gd name="connsiteY625" fmla="*/ 2378125 h 6858000"/>
              <a:gd name="connsiteX626" fmla="*/ 1425393 w 7467600"/>
              <a:gd name="connsiteY626" fmla="*/ 2589124 h 6858000"/>
              <a:gd name="connsiteX627" fmla="*/ 1424001 w 7467600"/>
              <a:gd name="connsiteY627" fmla="*/ 2597541 h 6858000"/>
              <a:gd name="connsiteX628" fmla="*/ 2152729 w 7467600"/>
              <a:gd name="connsiteY628" fmla="*/ 2864487 h 6858000"/>
              <a:gd name="connsiteX629" fmla="*/ 2020609 w 7467600"/>
              <a:gd name="connsiteY629" fmla="*/ 2539671 h 6858000"/>
              <a:gd name="connsiteX630" fmla="*/ 2018920 w 7467600"/>
              <a:gd name="connsiteY630" fmla="*/ 2536309 h 6858000"/>
              <a:gd name="connsiteX631" fmla="*/ 1342441 w 7467600"/>
              <a:gd name="connsiteY631" fmla="*/ 1173017 h 6858000"/>
              <a:gd name="connsiteX632" fmla="*/ 1367925 w 7467600"/>
              <a:gd name="connsiteY632" fmla="*/ 1135648 h 6858000"/>
              <a:gd name="connsiteX633" fmla="*/ 1771401 w 7467600"/>
              <a:gd name="connsiteY633" fmla="*/ 1806673 h 6858000"/>
              <a:gd name="connsiteX634" fmla="*/ 1972385 w 7467600"/>
              <a:gd name="connsiteY634" fmla="*/ 2198735 h 6858000"/>
              <a:gd name="connsiteX635" fmla="*/ 2040892 w 7467600"/>
              <a:gd name="connsiteY635" fmla="*/ 2405205 h 6858000"/>
              <a:gd name="connsiteX636" fmla="*/ 2131689 w 7467600"/>
              <a:gd name="connsiteY636" fmla="*/ 1936926 h 6858000"/>
              <a:gd name="connsiteX637" fmla="*/ 2454820 w 7467600"/>
              <a:gd name="connsiteY637" fmla="*/ 1248808 h 6858000"/>
              <a:gd name="connsiteX638" fmla="*/ 2492512 w 7467600"/>
              <a:gd name="connsiteY638" fmla="*/ 1302920 h 6858000"/>
              <a:gd name="connsiteX639" fmla="*/ 2081216 w 7467600"/>
              <a:gd name="connsiteY639" fmla="*/ 2527513 h 6858000"/>
              <a:gd name="connsiteX640" fmla="*/ 2081211 w 7467600"/>
              <a:gd name="connsiteY640" fmla="*/ 2528916 h 6858000"/>
              <a:gd name="connsiteX641" fmla="*/ 2199067 w 7467600"/>
              <a:gd name="connsiteY641" fmla="*/ 2884061 h 6858000"/>
              <a:gd name="connsiteX642" fmla="*/ 3192586 w 7467600"/>
              <a:gd name="connsiteY642" fmla="*/ 3411496 h 6858000"/>
              <a:gd name="connsiteX643" fmla="*/ 3182620 w 7467600"/>
              <a:gd name="connsiteY643" fmla="*/ 3483279 h 6858000"/>
              <a:gd name="connsiteX644" fmla="*/ 2435119 w 7467600"/>
              <a:gd name="connsiteY644" fmla="*/ 3080173 h 6858000"/>
              <a:gd name="connsiteX645" fmla="*/ 2410152 w 7467600"/>
              <a:gd name="connsiteY645" fmla="*/ 3063751 h 6858000"/>
              <a:gd name="connsiteX646" fmla="*/ 2408099 w 7467600"/>
              <a:gd name="connsiteY646" fmla="*/ 3064403 h 6858000"/>
              <a:gd name="connsiteX647" fmla="*/ 2407218 w 7467600"/>
              <a:gd name="connsiteY647" fmla="*/ 3070324 h 6858000"/>
              <a:gd name="connsiteX648" fmla="*/ 2380138 w 7467600"/>
              <a:gd name="connsiteY648" fmla="*/ 3099341 h 6858000"/>
              <a:gd name="connsiteX649" fmla="*/ 1765923 w 7467600"/>
              <a:gd name="connsiteY649" fmla="*/ 3581043 h 6858000"/>
              <a:gd name="connsiteX650" fmla="*/ 1702258 w 7467600"/>
              <a:gd name="connsiteY650" fmla="*/ 3612286 h 6858000"/>
              <a:gd name="connsiteX651" fmla="*/ 1538370 w 7467600"/>
              <a:gd name="connsiteY651" fmla="*/ 3811804 h 6858000"/>
              <a:gd name="connsiteX652" fmla="*/ 542867 w 7467600"/>
              <a:gd name="connsiteY652" fmla="*/ 4944092 h 6858000"/>
              <a:gd name="connsiteX653" fmla="*/ 515800 w 7467600"/>
              <a:gd name="connsiteY653" fmla="*/ 4862180 h 6858000"/>
              <a:gd name="connsiteX654" fmla="*/ 909145 w 7467600"/>
              <a:gd name="connsiteY654" fmla="*/ 4199225 h 6858000"/>
              <a:gd name="connsiteX655" fmla="*/ 1214067 w 7467600"/>
              <a:gd name="connsiteY655" fmla="*/ 3908561 h 6858000"/>
              <a:gd name="connsiteX656" fmla="*/ 640967 w 7467600"/>
              <a:gd name="connsiteY656" fmla="*/ 4105601 h 6858000"/>
              <a:gd name="connsiteX657" fmla="*/ 112563 w 7467600"/>
              <a:gd name="connsiteY657" fmla="*/ 4396952 h 6858000"/>
              <a:gd name="connsiteX658" fmla="*/ 0 w 7467600"/>
              <a:gd name="connsiteY658" fmla="*/ 4466006 h 6858000"/>
              <a:gd name="connsiteX659" fmla="*/ 0 w 7467600"/>
              <a:gd name="connsiteY659" fmla="*/ 4233763 h 6858000"/>
              <a:gd name="connsiteX660" fmla="*/ 36881 w 7467600"/>
              <a:gd name="connsiteY660" fmla="*/ 4200118 h 6858000"/>
              <a:gd name="connsiteX661" fmla="*/ 910534 w 7467600"/>
              <a:gd name="connsiteY661" fmla="*/ 3629753 h 6858000"/>
              <a:gd name="connsiteX662" fmla="*/ 1578717 w 7467600"/>
              <a:gd name="connsiteY662" fmla="*/ 3575982 h 6858000"/>
              <a:gd name="connsiteX663" fmla="*/ 2338780 w 7467600"/>
              <a:gd name="connsiteY663" fmla="*/ 3033725 h 6858000"/>
              <a:gd name="connsiteX664" fmla="*/ 1807991 w 7467600"/>
              <a:gd name="connsiteY664" fmla="*/ 2807184 h 6858000"/>
              <a:gd name="connsiteX665" fmla="*/ 1416358 w 7467600"/>
              <a:gd name="connsiteY665" fmla="*/ 3112571 h 6858000"/>
              <a:gd name="connsiteX666" fmla="*/ 939066 w 7467600"/>
              <a:gd name="connsiteY666" fmla="*/ 3378798 h 6858000"/>
              <a:gd name="connsiteX667" fmla="*/ 115099 w 7467600"/>
              <a:gd name="connsiteY667" fmla="*/ 3607650 h 6858000"/>
              <a:gd name="connsiteX668" fmla="*/ 97284 w 7467600"/>
              <a:gd name="connsiteY668" fmla="*/ 3520393 h 6858000"/>
              <a:gd name="connsiteX669" fmla="*/ 922050 w 7467600"/>
              <a:gd name="connsiteY669" fmla="*/ 3074867 h 6858000"/>
              <a:gd name="connsiteX670" fmla="*/ 1405265 w 7467600"/>
              <a:gd name="connsiteY670" fmla="*/ 3016319 h 6858000"/>
              <a:gd name="connsiteX671" fmla="*/ 1407512 w 7467600"/>
              <a:gd name="connsiteY671" fmla="*/ 3018001 h 6858000"/>
              <a:gd name="connsiteX672" fmla="*/ 1726266 w 7467600"/>
              <a:gd name="connsiteY672" fmla="*/ 2777274 h 6858000"/>
              <a:gd name="connsiteX673" fmla="*/ 625390 w 7467600"/>
              <a:gd name="connsiteY673" fmla="*/ 2514541 h 6858000"/>
              <a:gd name="connsiteX674" fmla="*/ 619799 w 7467600"/>
              <a:gd name="connsiteY674" fmla="*/ 2527180 h 6858000"/>
              <a:gd name="connsiteX675" fmla="*/ 310030 w 7467600"/>
              <a:gd name="connsiteY675" fmla="*/ 2771818 h 6858000"/>
              <a:gd name="connsiteX676" fmla="*/ 173877 w 7467600"/>
              <a:gd name="connsiteY676" fmla="*/ 2937056 h 6858000"/>
              <a:gd name="connsiteX677" fmla="*/ 77889 w 7467600"/>
              <a:gd name="connsiteY677" fmla="*/ 3138440 h 6858000"/>
              <a:gd name="connsiteX678" fmla="*/ 0 w 7467600"/>
              <a:gd name="connsiteY678" fmla="*/ 3271395 h 6858000"/>
              <a:gd name="connsiteX679" fmla="*/ 0 w 7467600"/>
              <a:gd name="connsiteY679" fmla="*/ 3153002 h 6858000"/>
              <a:gd name="connsiteX680" fmla="*/ 2386 w 7467600"/>
              <a:gd name="connsiteY680" fmla="*/ 3149203 h 6858000"/>
              <a:gd name="connsiteX681" fmla="*/ 89753 w 7467600"/>
              <a:gd name="connsiteY681" fmla="*/ 2987702 h 6858000"/>
              <a:gd name="connsiteX682" fmla="*/ 76869 w 7467600"/>
              <a:gd name="connsiteY682" fmla="*/ 3005404 h 6858000"/>
              <a:gd name="connsiteX683" fmla="*/ 32049 w 7467600"/>
              <a:gd name="connsiteY683" fmla="*/ 3065814 h 6858000"/>
              <a:gd name="connsiteX684" fmla="*/ 0 w 7467600"/>
              <a:gd name="connsiteY684" fmla="*/ 3108744 h 6858000"/>
              <a:gd name="connsiteX685" fmla="*/ 0 w 7467600"/>
              <a:gd name="connsiteY685" fmla="*/ 3058059 h 6858000"/>
              <a:gd name="connsiteX686" fmla="*/ 7610 w 7467600"/>
              <a:gd name="connsiteY686" fmla="*/ 3047889 h 6858000"/>
              <a:gd name="connsiteX687" fmla="*/ 52419 w 7467600"/>
              <a:gd name="connsiteY687" fmla="*/ 2987479 h 6858000"/>
              <a:gd name="connsiteX688" fmla="*/ 59142 w 7467600"/>
              <a:gd name="connsiteY688" fmla="*/ 2978488 h 6858000"/>
              <a:gd name="connsiteX689" fmla="*/ 0 w 7467600"/>
              <a:gd name="connsiteY689" fmla="*/ 3015334 h 6858000"/>
              <a:gd name="connsiteX690" fmla="*/ 0 w 7467600"/>
              <a:gd name="connsiteY690" fmla="*/ 2914286 h 6858000"/>
              <a:gd name="connsiteX691" fmla="*/ 36383 w 7467600"/>
              <a:gd name="connsiteY691" fmla="*/ 2901128 h 6858000"/>
              <a:gd name="connsiteX692" fmla="*/ 156329 w 7467600"/>
              <a:gd name="connsiteY692" fmla="*/ 2840533 h 6858000"/>
              <a:gd name="connsiteX693" fmla="*/ 358355 w 7467600"/>
              <a:gd name="connsiteY693" fmla="*/ 2620471 h 6858000"/>
              <a:gd name="connsiteX694" fmla="*/ 510577 w 7467600"/>
              <a:gd name="connsiteY694" fmla="*/ 2501244 h 6858000"/>
              <a:gd name="connsiteX695" fmla="*/ 211967 w 7467600"/>
              <a:gd name="connsiteY695" fmla="*/ 2479171 h 6858000"/>
              <a:gd name="connsiteX696" fmla="*/ 0 w 7467600"/>
              <a:gd name="connsiteY696" fmla="*/ 2476398 h 6858000"/>
              <a:gd name="connsiteX697" fmla="*/ 0 w 7467600"/>
              <a:gd name="connsiteY697" fmla="*/ 2389189 h 6858000"/>
              <a:gd name="connsiteX698" fmla="*/ 103062 w 7467600"/>
              <a:gd name="connsiteY698" fmla="*/ 2389518 h 6858000"/>
              <a:gd name="connsiteX699" fmla="*/ 510734 w 7467600"/>
              <a:gd name="connsiteY699" fmla="*/ 2416201 h 6858000"/>
              <a:gd name="connsiteX700" fmla="*/ 279257 w 7467600"/>
              <a:gd name="connsiteY700" fmla="*/ 2092102 h 6858000"/>
              <a:gd name="connsiteX701" fmla="*/ 65265 w 7467600"/>
              <a:gd name="connsiteY701" fmla="*/ 2006049 h 6858000"/>
              <a:gd name="connsiteX702" fmla="*/ 0 w 7467600"/>
              <a:gd name="connsiteY702" fmla="*/ 1982532 h 6858000"/>
              <a:gd name="connsiteX703" fmla="*/ 0 w 7467600"/>
              <a:gd name="connsiteY703" fmla="*/ 1912789 h 6858000"/>
              <a:gd name="connsiteX704" fmla="*/ 97460 w 7467600"/>
              <a:gd name="connsiteY704" fmla="*/ 1953725 h 6858000"/>
              <a:gd name="connsiteX705" fmla="*/ 221272 w 7467600"/>
              <a:gd name="connsiteY705" fmla="*/ 1980766 h 6858000"/>
              <a:gd name="connsiteX706" fmla="*/ 116765 w 7467600"/>
              <a:gd name="connsiteY706" fmla="*/ 1911033 h 6858000"/>
              <a:gd name="connsiteX707" fmla="*/ 16405 w 7467600"/>
              <a:gd name="connsiteY707" fmla="*/ 1803412 h 6858000"/>
              <a:gd name="connsiteX708" fmla="*/ 0 w 7467600"/>
              <a:gd name="connsiteY708" fmla="*/ 1784777 h 6858000"/>
              <a:gd name="connsiteX709" fmla="*/ 0 w 7467600"/>
              <a:gd name="connsiteY709" fmla="*/ 1740082 h 6858000"/>
              <a:gd name="connsiteX710" fmla="*/ 39394 w 7467600"/>
              <a:gd name="connsiteY710" fmla="*/ 1784856 h 6858000"/>
              <a:gd name="connsiteX711" fmla="*/ 135813 w 7467600"/>
              <a:gd name="connsiteY711" fmla="*/ 1888838 h 6858000"/>
              <a:gd name="connsiteX712" fmla="*/ 242575 w 7467600"/>
              <a:gd name="connsiteY712" fmla="*/ 1958841 h 6858000"/>
              <a:gd name="connsiteX713" fmla="*/ 82197 w 7467600"/>
              <a:gd name="connsiteY713" fmla="*/ 1754826 h 6858000"/>
              <a:gd name="connsiteX714" fmla="*/ 0 w 7467600"/>
              <a:gd name="connsiteY714" fmla="*/ 1679650 h 6858000"/>
              <a:gd name="connsiteX715" fmla="*/ 0 w 7467600"/>
              <a:gd name="connsiteY715" fmla="*/ 1602463 h 6858000"/>
              <a:gd name="connsiteX716" fmla="*/ 84689 w 7467600"/>
              <a:gd name="connsiteY716" fmla="*/ 1677442 h 6858000"/>
              <a:gd name="connsiteX717" fmla="*/ 298437 w 7467600"/>
              <a:gd name="connsiteY717" fmla="*/ 1968019 h 6858000"/>
              <a:gd name="connsiteX718" fmla="*/ 227269 w 7467600"/>
              <a:gd name="connsiteY718" fmla="*/ 1114064 h 6858000"/>
              <a:gd name="connsiteX719" fmla="*/ 248003 w 7467600"/>
              <a:gd name="connsiteY719" fmla="*/ 1089613 h 6858000"/>
              <a:gd name="connsiteX720" fmla="*/ 427020 w 7467600"/>
              <a:gd name="connsiteY720" fmla="*/ 1619803 h 6858000"/>
              <a:gd name="connsiteX721" fmla="*/ 340345 w 7467600"/>
              <a:gd name="connsiteY721" fmla="*/ 2027739 h 6858000"/>
              <a:gd name="connsiteX722" fmla="*/ 360865 w 7467600"/>
              <a:gd name="connsiteY722" fmla="*/ 2044827 h 6858000"/>
              <a:gd name="connsiteX723" fmla="*/ 560414 w 7467600"/>
              <a:gd name="connsiteY723" fmla="*/ 2421457 h 6858000"/>
              <a:gd name="connsiteX724" fmla="*/ 1359703 w 7467600"/>
              <a:gd name="connsiteY724" fmla="*/ 2578554 h 6858000"/>
              <a:gd name="connsiteX725" fmla="*/ 1359422 w 7467600"/>
              <a:gd name="connsiteY725" fmla="*/ 2577994 h 6858000"/>
              <a:gd name="connsiteX726" fmla="*/ 828701 w 7467600"/>
              <a:gd name="connsiteY726" fmla="*/ 1839520 h 6858000"/>
              <a:gd name="connsiteX727" fmla="*/ 494427 w 7467600"/>
              <a:gd name="connsiteY727" fmla="*/ 1092333 h 6858000"/>
              <a:gd name="connsiteX728" fmla="*/ 506322 w 7467600"/>
              <a:gd name="connsiteY728" fmla="*/ 1020997 h 6858000"/>
              <a:gd name="connsiteX729" fmla="*/ 4570198 w 7467600"/>
              <a:gd name="connsiteY729" fmla="*/ 978081 h 6858000"/>
              <a:gd name="connsiteX730" fmla="*/ 4523691 w 7467600"/>
              <a:gd name="connsiteY730" fmla="*/ 1127776 h 6858000"/>
              <a:gd name="connsiteX731" fmla="*/ 4509875 w 7467600"/>
              <a:gd name="connsiteY731" fmla="*/ 1167552 h 6858000"/>
              <a:gd name="connsiteX732" fmla="*/ 4478168 w 7467600"/>
              <a:gd name="connsiteY732" fmla="*/ 1260735 h 6858000"/>
              <a:gd name="connsiteX733" fmla="*/ 4409309 w 7467600"/>
              <a:gd name="connsiteY733" fmla="*/ 1666996 h 6858000"/>
              <a:gd name="connsiteX734" fmla="*/ 4370031 w 7467600"/>
              <a:gd name="connsiteY734" fmla="*/ 1955666 h 6858000"/>
              <a:gd name="connsiteX735" fmla="*/ 4570198 w 7467600"/>
              <a:gd name="connsiteY735" fmla="*/ 978081 h 6858000"/>
              <a:gd name="connsiteX736" fmla="*/ 4557898 w 7467600"/>
              <a:gd name="connsiteY736" fmla="*/ 900011 h 6858000"/>
              <a:gd name="connsiteX737" fmla="*/ 4344840 w 7467600"/>
              <a:gd name="connsiteY737" fmla="*/ 1922038 h 6858000"/>
              <a:gd name="connsiteX738" fmla="*/ 4378710 w 7467600"/>
              <a:gd name="connsiteY738" fmla="*/ 1665516 h 6858000"/>
              <a:gd name="connsiteX739" fmla="*/ 4448798 w 7467600"/>
              <a:gd name="connsiteY739" fmla="*/ 1253024 h 6858000"/>
              <a:gd name="connsiteX740" fmla="*/ 4480315 w 7467600"/>
              <a:gd name="connsiteY740" fmla="*/ 1158454 h 6858000"/>
              <a:gd name="connsiteX741" fmla="*/ 4494133 w 7467600"/>
              <a:gd name="connsiteY741" fmla="*/ 1118676 h 6858000"/>
              <a:gd name="connsiteX742" fmla="*/ 4557898 w 7467600"/>
              <a:gd name="connsiteY742" fmla="*/ 900011 h 6858000"/>
              <a:gd name="connsiteX743" fmla="*/ 5870151 w 7467600"/>
              <a:gd name="connsiteY743" fmla="*/ 898890 h 6858000"/>
              <a:gd name="connsiteX744" fmla="*/ 5861335 w 7467600"/>
              <a:gd name="connsiteY744" fmla="*/ 899177 h 6858000"/>
              <a:gd name="connsiteX745" fmla="*/ 5843702 w 7467600"/>
              <a:gd name="connsiteY745" fmla="*/ 899748 h 6858000"/>
              <a:gd name="connsiteX746" fmla="*/ 5651107 w 7467600"/>
              <a:gd name="connsiteY746" fmla="*/ 920306 h 6858000"/>
              <a:gd name="connsiteX747" fmla="*/ 5459407 w 7467600"/>
              <a:gd name="connsiteY747" fmla="*/ 940975 h 6858000"/>
              <a:gd name="connsiteX748" fmla="*/ 5374846 w 7467600"/>
              <a:gd name="connsiteY748" fmla="*/ 941988 h 6858000"/>
              <a:gd name="connsiteX749" fmla="*/ 5256105 w 7467600"/>
              <a:gd name="connsiteY749" fmla="*/ 945632 h 6858000"/>
              <a:gd name="connsiteX750" fmla="*/ 5107071 w 7467600"/>
              <a:gd name="connsiteY750" fmla="*/ 969720 h 6858000"/>
              <a:gd name="connsiteX751" fmla="*/ 4998681 w 7467600"/>
              <a:gd name="connsiteY751" fmla="*/ 988771 h 6858000"/>
              <a:gd name="connsiteX752" fmla="*/ 5870151 w 7467600"/>
              <a:gd name="connsiteY752" fmla="*/ 898890 h 6858000"/>
              <a:gd name="connsiteX753" fmla="*/ 5504425 w 7467600"/>
              <a:gd name="connsiteY753" fmla="*/ 848067 h 6858000"/>
              <a:gd name="connsiteX754" fmla="*/ 4968849 w 7467600"/>
              <a:gd name="connsiteY754" fmla="*/ 962318 h 6858000"/>
              <a:gd name="connsiteX755" fmla="*/ 5104039 w 7467600"/>
              <a:gd name="connsiteY755" fmla="*/ 940634 h 6858000"/>
              <a:gd name="connsiteX756" fmla="*/ 5256311 w 7467600"/>
              <a:gd name="connsiteY756" fmla="*/ 916490 h 6858000"/>
              <a:gd name="connsiteX757" fmla="*/ 5377381 w 7467600"/>
              <a:gd name="connsiteY757" fmla="*/ 912671 h 6858000"/>
              <a:gd name="connsiteX758" fmla="*/ 5460148 w 7467600"/>
              <a:gd name="connsiteY758" fmla="*/ 911442 h 6858000"/>
              <a:gd name="connsiteX759" fmla="*/ 5648971 w 7467600"/>
              <a:gd name="connsiteY759" fmla="*/ 891331 h 6858000"/>
              <a:gd name="connsiteX760" fmla="*/ 5844807 w 7467600"/>
              <a:gd name="connsiteY760" fmla="*/ 870718 h 6858000"/>
              <a:gd name="connsiteX761" fmla="*/ 5862975 w 7467600"/>
              <a:gd name="connsiteY761" fmla="*/ 869756 h 6858000"/>
              <a:gd name="connsiteX762" fmla="*/ 5920887 w 7467600"/>
              <a:gd name="connsiteY762" fmla="*/ 865929 h 6858000"/>
              <a:gd name="connsiteX763" fmla="*/ 5504425 w 7467600"/>
              <a:gd name="connsiteY763" fmla="*/ 848067 h 6858000"/>
              <a:gd name="connsiteX764" fmla="*/ 3607114 w 7467600"/>
              <a:gd name="connsiteY764" fmla="*/ 467441 h 6858000"/>
              <a:gd name="connsiteX765" fmla="*/ 3296242 w 7467600"/>
              <a:gd name="connsiteY765" fmla="*/ 807991 h 6858000"/>
              <a:gd name="connsiteX766" fmla="*/ 3174674 w 7467600"/>
              <a:gd name="connsiteY766" fmla="*/ 919759 h 6858000"/>
              <a:gd name="connsiteX767" fmla="*/ 3042978 w 7467600"/>
              <a:gd name="connsiteY767" fmla="*/ 1054894 h 6858000"/>
              <a:gd name="connsiteX768" fmla="*/ 2968914 w 7467600"/>
              <a:gd name="connsiteY768" fmla="*/ 1133756 h 6858000"/>
              <a:gd name="connsiteX769" fmla="*/ 3103823 w 7467600"/>
              <a:gd name="connsiteY769" fmla="*/ 1026814 h 6858000"/>
              <a:gd name="connsiteX770" fmla="*/ 3607114 w 7467600"/>
              <a:gd name="connsiteY770" fmla="*/ 467441 h 6858000"/>
              <a:gd name="connsiteX771" fmla="*/ 3744487 w 7467600"/>
              <a:gd name="connsiteY771" fmla="*/ 383136 h 6858000"/>
              <a:gd name="connsiteX772" fmla="*/ 3970213 w 7467600"/>
              <a:gd name="connsiteY772" fmla="*/ 995559 h 6858000"/>
              <a:gd name="connsiteX773" fmla="*/ 3744487 w 7467600"/>
              <a:gd name="connsiteY773" fmla="*/ 383136 h 6858000"/>
              <a:gd name="connsiteX774" fmla="*/ 3624562 w 7467600"/>
              <a:gd name="connsiteY774" fmla="*/ 367041 h 6858000"/>
              <a:gd name="connsiteX775" fmla="*/ 3489712 w 7467600"/>
              <a:gd name="connsiteY775" fmla="*/ 485386 h 6858000"/>
              <a:gd name="connsiteX776" fmla="*/ 3182994 w 7467600"/>
              <a:gd name="connsiteY776" fmla="*/ 828265 h 6858000"/>
              <a:gd name="connsiteX777" fmla="*/ 2892114 w 7467600"/>
              <a:gd name="connsiteY777" fmla="*/ 1172635 h 6858000"/>
              <a:gd name="connsiteX778" fmla="*/ 3021459 w 7467600"/>
              <a:gd name="connsiteY778" fmla="*/ 1035385 h 6858000"/>
              <a:gd name="connsiteX779" fmla="*/ 3153873 w 7467600"/>
              <a:gd name="connsiteY779" fmla="*/ 898971 h 6858000"/>
              <a:gd name="connsiteX780" fmla="*/ 3276511 w 7467600"/>
              <a:gd name="connsiteY780" fmla="*/ 786423 h 6858000"/>
              <a:gd name="connsiteX781" fmla="*/ 3584154 w 7467600"/>
              <a:gd name="connsiteY781" fmla="*/ 448218 h 6858000"/>
              <a:gd name="connsiteX782" fmla="*/ 3624562 w 7467600"/>
              <a:gd name="connsiteY782" fmla="*/ 367041 h 6858000"/>
              <a:gd name="connsiteX783" fmla="*/ 3766672 w 7467600"/>
              <a:gd name="connsiteY783" fmla="*/ 359429 h 6858000"/>
              <a:gd name="connsiteX784" fmla="*/ 3996338 w 7467600"/>
              <a:gd name="connsiteY784" fmla="*/ 968237 h 6858000"/>
              <a:gd name="connsiteX785" fmla="*/ 3766672 w 7467600"/>
              <a:gd name="connsiteY785" fmla="*/ 359429 h 6858000"/>
              <a:gd name="connsiteX786" fmla="*/ 5805386 w 7467600"/>
              <a:gd name="connsiteY786" fmla="*/ 239240 h 6858000"/>
              <a:gd name="connsiteX787" fmla="*/ 5736947 w 7467600"/>
              <a:gd name="connsiteY787" fmla="*/ 261367 h 6858000"/>
              <a:gd name="connsiteX788" fmla="*/ 5427012 w 7467600"/>
              <a:gd name="connsiteY788" fmla="*/ 311272 h 6858000"/>
              <a:gd name="connsiteX789" fmla="*/ 5147818 w 7467600"/>
              <a:gd name="connsiteY789" fmla="*/ 322112 h 6858000"/>
              <a:gd name="connsiteX790" fmla="*/ 5060854 w 7467600"/>
              <a:gd name="connsiteY790" fmla="*/ 311882 h 6858000"/>
              <a:gd name="connsiteX791" fmla="*/ 4945989 w 7467600"/>
              <a:gd name="connsiteY791" fmla="*/ 300516 h 6858000"/>
              <a:gd name="connsiteX792" fmla="*/ 5410479 w 7467600"/>
              <a:gd name="connsiteY792" fmla="*/ 348434 h 6858000"/>
              <a:gd name="connsiteX793" fmla="*/ 5805386 w 7467600"/>
              <a:gd name="connsiteY793" fmla="*/ 239240 h 6858000"/>
              <a:gd name="connsiteX794" fmla="*/ 5905192 w 7467600"/>
              <a:gd name="connsiteY794" fmla="*/ 163079 h 6858000"/>
              <a:gd name="connsiteX795" fmla="*/ 5865655 w 7467600"/>
              <a:gd name="connsiteY795" fmla="*/ 171901 h 6858000"/>
              <a:gd name="connsiteX796" fmla="*/ 5259740 w 7467600"/>
              <a:gd name="connsiteY796" fmla="*/ 257013 h 6858000"/>
              <a:gd name="connsiteX797" fmla="*/ 5208466 w 7467600"/>
              <a:gd name="connsiteY797" fmla="*/ 257550 h 6858000"/>
              <a:gd name="connsiteX798" fmla="*/ 4980204 w 7467600"/>
              <a:gd name="connsiteY798" fmla="*/ 271903 h 6858000"/>
              <a:gd name="connsiteX799" fmla="*/ 5068068 w 7467600"/>
              <a:gd name="connsiteY799" fmla="*/ 282244 h 6858000"/>
              <a:gd name="connsiteX800" fmla="*/ 5153231 w 7467600"/>
              <a:gd name="connsiteY800" fmla="*/ 292240 h 6858000"/>
              <a:gd name="connsiteX801" fmla="*/ 5426491 w 7467600"/>
              <a:gd name="connsiteY801" fmla="*/ 281128 h 6858000"/>
              <a:gd name="connsiteX802" fmla="*/ 5731212 w 7467600"/>
              <a:gd name="connsiteY802" fmla="*/ 231951 h 6858000"/>
              <a:gd name="connsiteX803" fmla="*/ 5905192 w 7467600"/>
              <a:gd name="connsiteY803" fmla="*/ 163079 h 6858000"/>
              <a:gd name="connsiteX804" fmla="*/ 5944437 w 7467600"/>
              <a:gd name="connsiteY804" fmla="*/ 113829 h 6858000"/>
              <a:gd name="connsiteX805" fmla="*/ 5825032 w 7467600"/>
              <a:gd name="connsiteY805" fmla="*/ 146405 h 6858000"/>
              <a:gd name="connsiteX806" fmla="*/ 4955599 w 7467600"/>
              <a:gd name="connsiteY806" fmla="*/ 247008 h 6858000"/>
              <a:gd name="connsiteX807" fmla="*/ 5210104 w 7467600"/>
              <a:gd name="connsiteY807" fmla="*/ 228123 h 6858000"/>
              <a:gd name="connsiteX808" fmla="*/ 5261015 w 7467600"/>
              <a:gd name="connsiteY808" fmla="*/ 227087 h 6858000"/>
              <a:gd name="connsiteX809" fmla="*/ 5861181 w 7467600"/>
              <a:gd name="connsiteY809" fmla="*/ 143093 h 6858000"/>
              <a:gd name="connsiteX810" fmla="*/ 5961252 w 7467600"/>
              <a:gd name="connsiteY810" fmla="*/ 114820 h 6858000"/>
              <a:gd name="connsiteX811" fmla="*/ 5944437 w 7467600"/>
              <a:gd name="connsiteY811" fmla="*/ 113829 h 6858000"/>
              <a:gd name="connsiteX812" fmla="*/ 3882765 w 7467600"/>
              <a:gd name="connsiteY812" fmla="*/ 0 h 6858000"/>
              <a:gd name="connsiteX813" fmla="*/ 3995099 w 7467600"/>
              <a:gd name="connsiteY813" fmla="*/ 0 h 6858000"/>
              <a:gd name="connsiteX814" fmla="*/ 4163818 w 7467600"/>
              <a:gd name="connsiteY814" fmla="*/ 234104 h 6858000"/>
              <a:gd name="connsiteX815" fmla="*/ 4172099 w 7467600"/>
              <a:gd name="connsiteY815" fmla="*/ 234207 h 6858000"/>
              <a:gd name="connsiteX816" fmla="*/ 4784282 w 7467600"/>
              <a:gd name="connsiteY816" fmla="*/ 276561 h 6858000"/>
              <a:gd name="connsiteX817" fmla="*/ 4801687 w 7467600"/>
              <a:gd name="connsiteY817" fmla="*/ 267764 h 6858000"/>
              <a:gd name="connsiteX818" fmla="*/ 6082788 w 7467600"/>
              <a:gd name="connsiteY818" fmla="*/ 64119 h 6858000"/>
              <a:gd name="connsiteX819" fmla="*/ 6099442 w 7467600"/>
              <a:gd name="connsiteY819" fmla="*/ 82568 h 6858000"/>
              <a:gd name="connsiteX820" fmla="*/ 4804137 w 7467600"/>
              <a:gd name="connsiteY820" fmla="*/ 320931 h 6858000"/>
              <a:gd name="connsiteX821" fmla="*/ 4227047 w 7467600"/>
              <a:gd name="connsiteY821" fmla="*/ 313415 h 6858000"/>
              <a:gd name="connsiteX822" fmla="*/ 4346041 w 7467600"/>
              <a:gd name="connsiteY822" fmla="*/ 456086 h 6858000"/>
              <a:gd name="connsiteX823" fmla="*/ 4870967 w 7467600"/>
              <a:gd name="connsiteY823" fmla="*/ 963061 h 6858000"/>
              <a:gd name="connsiteX824" fmla="*/ 4889647 w 7467600"/>
              <a:gd name="connsiteY824" fmla="*/ 957147 h 6858000"/>
              <a:gd name="connsiteX825" fmla="*/ 5422504 w 7467600"/>
              <a:gd name="connsiteY825" fmla="*/ 805191 h 6858000"/>
              <a:gd name="connsiteX826" fmla="*/ 6087656 w 7467600"/>
              <a:gd name="connsiteY826" fmla="*/ 826703 h 6858000"/>
              <a:gd name="connsiteX827" fmla="*/ 6058717 w 7467600"/>
              <a:gd name="connsiteY827" fmla="*/ 865992 h 6858000"/>
              <a:gd name="connsiteX828" fmla="*/ 4974153 w 7467600"/>
              <a:gd name="connsiteY828" fmla="*/ 1045456 h 6858000"/>
              <a:gd name="connsiteX829" fmla="*/ 5627835 w 7467600"/>
              <a:gd name="connsiteY829" fmla="*/ 1472077 h 6858000"/>
              <a:gd name="connsiteX830" fmla="*/ 5629817 w 7467600"/>
              <a:gd name="connsiteY830" fmla="*/ 1471412 h 6858000"/>
              <a:gd name="connsiteX831" fmla="*/ 5634124 w 7467600"/>
              <a:gd name="connsiteY831" fmla="*/ 1470572 h 6858000"/>
              <a:gd name="connsiteX832" fmla="*/ 5755832 w 7467600"/>
              <a:gd name="connsiteY832" fmla="*/ 1383886 h 6858000"/>
              <a:gd name="connsiteX833" fmla="*/ 6014186 w 7467600"/>
              <a:gd name="connsiteY833" fmla="*/ 1279799 h 6858000"/>
              <a:gd name="connsiteX834" fmla="*/ 6901619 w 7467600"/>
              <a:gd name="connsiteY834" fmla="*/ 1047874 h 6858000"/>
              <a:gd name="connsiteX835" fmla="*/ 6931566 w 7467600"/>
              <a:gd name="connsiteY835" fmla="*/ 1062034 h 6858000"/>
              <a:gd name="connsiteX836" fmla="*/ 5790982 w 7467600"/>
              <a:gd name="connsiteY836" fmla="*/ 1561380 h 6858000"/>
              <a:gd name="connsiteX837" fmla="*/ 6188971 w 7467600"/>
              <a:gd name="connsiteY837" fmla="*/ 1755168 h 6858000"/>
              <a:gd name="connsiteX838" fmla="*/ 6202446 w 7467600"/>
              <a:gd name="connsiteY838" fmla="*/ 1752268 h 6858000"/>
              <a:gd name="connsiteX839" fmla="*/ 7179560 w 7467600"/>
              <a:gd name="connsiteY839" fmla="*/ 1467551 h 6858000"/>
              <a:gd name="connsiteX840" fmla="*/ 7158730 w 7467600"/>
              <a:gd name="connsiteY840" fmla="*/ 1507835 h 6858000"/>
              <a:gd name="connsiteX841" fmla="*/ 6326959 w 7467600"/>
              <a:gd name="connsiteY841" fmla="*/ 1817686 h 6858000"/>
              <a:gd name="connsiteX842" fmla="*/ 6537433 w 7467600"/>
              <a:gd name="connsiteY842" fmla="*/ 1907790 h 6858000"/>
              <a:gd name="connsiteX843" fmla="*/ 6550221 w 7467600"/>
              <a:gd name="connsiteY843" fmla="*/ 1910729 h 6858000"/>
              <a:gd name="connsiteX844" fmla="*/ 6964438 w 7467600"/>
              <a:gd name="connsiteY844" fmla="*/ 2209505 h 6858000"/>
              <a:gd name="connsiteX845" fmla="*/ 7367862 w 7467600"/>
              <a:gd name="connsiteY845" fmla="*/ 2806833 h 6858000"/>
              <a:gd name="connsiteX846" fmla="*/ 7364329 w 7467600"/>
              <a:gd name="connsiteY846" fmla="*/ 2826907 h 6858000"/>
              <a:gd name="connsiteX847" fmla="*/ 7290545 w 7467600"/>
              <a:gd name="connsiteY847" fmla="*/ 2850663 h 6858000"/>
              <a:gd name="connsiteX848" fmla="*/ 6472036 w 7467600"/>
              <a:gd name="connsiteY848" fmla="*/ 1959003 h 6858000"/>
              <a:gd name="connsiteX849" fmla="*/ 5792897 w 7467600"/>
              <a:gd name="connsiteY849" fmla="*/ 1647747 h 6858000"/>
              <a:gd name="connsiteX850" fmla="*/ 5842751 w 7467600"/>
              <a:gd name="connsiteY850" fmla="*/ 1816112 h 6858000"/>
              <a:gd name="connsiteX851" fmla="*/ 5847424 w 7467600"/>
              <a:gd name="connsiteY851" fmla="*/ 1815776 h 6858000"/>
              <a:gd name="connsiteX852" fmla="*/ 6399821 w 7467600"/>
              <a:gd name="connsiteY852" fmla="*/ 2344799 h 6858000"/>
              <a:gd name="connsiteX853" fmla="*/ 6323232 w 7467600"/>
              <a:gd name="connsiteY853" fmla="*/ 2389634 h 6858000"/>
              <a:gd name="connsiteX854" fmla="*/ 5942958 w 7467600"/>
              <a:gd name="connsiteY854" fmla="*/ 2077708 h 6858000"/>
              <a:gd name="connsiteX855" fmla="*/ 5921559 w 7467600"/>
              <a:gd name="connsiteY855" fmla="*/ 2378596 h 6858000"/>
              <a:gd name="connsiteX856" fmla="*/ 5817651 w 7467600"/>
              <a:gd name="connsiteY856" fmla="*/ 3023919 h 6858000"/>
              <a:gd name="connsiteX857" fmla="*/ 5729634 w 7467600"/>
              <a:gd name="connsiteY857" fmla="*/ 3051849 h 6858000"/>
              <a:gd name="connsiteX858" fmla="*/ 5611018 w 7467600"/>
              <a:gd name="connsiteY858" fmla="*/ 2316769 h 6858000"/>
              <a:gd name="connsiteX859" fmla="*/ 5687608 w 7467600"/>
              <a:gd name="connsiteY859" fmla="*/ 2039972 h 6858000"/>
              <a:gd name="connsiteX860" fmla="*/ 5657554 w 7467600"/>
              <a:gd name="connsiteY860" fmla="*/ 1576445 h 6858000"/>
              <a:gd name="connsiteX861" fmla="*/ 5150475 w 7467600"/>
              <a:gd name="connsiteY861" fmla="*/ 1274012 h 6858000"/>
              <a:gd name="connsiteX862" fmla="*/ 5349142 w 7467600"/>
              <a:gd name="connsiteY862" fmla="*/ 2204405 h 6858000"/>
              <a:gd name="connsiteX863" fmla="*/ 5262214 w 7467600"/>
              <a:gd name="connsiteY863" fmla="*/ 2233836 h 6858000"/>
              <a:gd name="connsiteX864" fmla="*/ 4981539 w 7467600"/>
              <a:gd name="connsiteY864" fmla="*/ 1542201 h 6858000"/>
              <a:gd name="connsiteX865" fmla="*/ 4958461 w 7467600"/>
              <a:gd name="connsiteY865" fmla="*/ 1136957 h 6858000"/>
              <a:gd name="connsiteX866" fmla="*/ 4655015 w 7467600"/>
              <a:gd name="connsiteY866" fmla="*/ 891426 h 6858000"/>
              <a:gd name="connsiteX867" fmla="*/ 4348002 w 7467600"/>
              <a:gd name="connsiteY867" fmla="*/ 2205895 h 6858000"/>
              <a:gd name="connsiteX868" fmla="*/ 4262250 w 7467600"/>
              <a:gd name="connsiteY868" fmla="*/ 2219972 h 6858000"/>
              <a:gd name="connsiteX869" fmla="*/ 4550611 w 7467600"/>
              <a:gd name="connsiteY869" fmla="*/ 817540 h 6858000"/>
              <a:gd name="connsiteX870" fmla="*/ 4564418 w 7467600"/>
              <a:gd name="connsiteY870" fmla="*/ 808293 h 6858000"/>
              <a:gd name="connsiteX871" fmla="*/ 4266388 w 7467600"/>
              <a:gd name="connsiteY871" fmla="*/ 500083 h 6858000"/>
              <a:gd name="connsiteX872" fmla="*/ 4032842 w 7467600"/>
              <a:gd name="connsiteY872" fmla="*/ 211809 h 6858000"/>
              <a:gd name="connsiteX873" fmla="*/ 3882765 w 7467600"/>
              <a:gd name="connsiteY873" fmla="*/ 0 h 6858000"/>
              <a:gd name="connsiteX874" fmla="*/ 3721337 w 7467600"/>
              <a:gd name="connsiteY874" fmla="*/ 0 h 6858000"/>
              <a:gd name="connsiteX875" fmla="*/ 3797544 w 7467600"/>
              <a:gd name="connsiteY875" fmla="*/ 0 h 6858000"/>
              <a:gd name="connsiteX876" fmla="*/ 3775734 w 7467600"/>
              <a:gd name="connsiteY876" fmla="*/ 95131 h 6858000"/>
              <a:gd name="connsiteX877" fmla="*/ 3724807 w 7467600"/>
              <a:gd name="connsiteY877" fmla="*/ 272257 h 6858000"/>
              <a:gd name="connsiteX878" fmla="*/ 3726844 w 7467600"/>
              <a:gd name="connsiteY878" fmla="*/ 282988 h 6858000"/>
              <a:gd name="connsiteX879" fmla="*/ 3742664 w 7467600"/>
              <a:gd name="connsiteY879" fmla="*/ 279918 h 6858000"/>
              <a:gd name="connsiteX880" fmla="*/ 4103910 w 7467600"/>
              <a:gd name="connsiteY880" fmla="*/ 1161917 h 6858000"/>
              <a:gd name="connsiteX881" fmla="*/ 4020269 w 7467600"/>
              <a:gd name="connsiteY881" fmla="*/ 1200406 h 6858000"/>
              <a:gd name="connsiteX882" fmla="*/ 3674882 w 7467600"/>
              <a:gd name="connsiteY882" fmla="*/ 488524 h 6858000"/>
              <a:gd name="connsiteX883" fmla="*/ 3132682 w 7467600"/>
              <a:gd name="connsiteY883" fmla="*/ 1072284 h 6858000"/>
              <a:gd name="connsiteX884" fmla="*/ 2716346 w 7467600"/>
              <a:gd name="connsiteY884" fmla="*/ 1276376 h 6858000"/>
              <a:gd name="connsiteX885" fmla="*/ 2716772 w 7467600"/>
              <a:gd name="connsiteY885" fmla="*/ 1255462 h 6858000"/>
              <a:gd name="connsiteX886" fmla="*/ 3471096 w 7467600"/>
              <a:gd name="connsiteY886" fmla="*/ 437072 h 6858000"/>
              <a:gd name="connsiteX887" fmla="*/ 3639057 w 7467600"/>
              <a:gd name="connsiteY887" fmla="*/ 286334 h 6858000"/>
              <a:gd name="connsiteX888" fmla="*/ 3640309 w 7467600"/>
              <a:gd name="connsiteY888" fmla="*/ 284664 h 6858000"/>
              <a:gd name="connsiteX889" fmla="*/ 3646022 w 7467600"/>
              <a:gd name="connsiteY889" fmla="*/ 276711 h 6858000"/>
              <a:gd name="connsiteX890" fmla="*/ 3707943 w 7467600"/>
              <a:gd name="connsiteY890" fmla="*/ 65958 h 6858000"/>
              <a:gd name="connsiteX891" fmla="*/ 3721337 w 7467600"/>
              <a:gd name="connsiteY891" fmla="*/ 0 h 6858000"/>
              <a:gd name="connsiteX892" fmla="*/ 2867960 w 7467600"/>
              <a:gd name="connsiteY892" fmla="*/ 0 h 6858000"/>
              <a:gd name="connsiteX893" fmla="*/ 2926351 w 7467600"/>
              <a:gd name="connsiteY893" fmla="*/ 0 h 6858000"/>
              <a:gd name="connsiteX894" fmla="*/ 2902823 w 7467600"/>
              <a:gd name="connsiteY894" fmla="*/ 262929 h 6858000"/>
              <a:gd name="connsiteX895" fmla="*/ 2940663 w 7467600"/>
              <a:gd name="connsiteY895" fmla="*/ 140884 h 6858000"/>
              <a:gd name="connsiteX896" fmla="*/ 2947039 w 7467600"/>
              <a:gd name="connsiteY896" fmla="*/ 122524 h 6858000"/>
              <a:gd name="connsiteX897" fmla="*/ 2984316 w 7467600"/>
              <a:gd name="connsiteY897" fmla="*/ 0 h 6858000"/>
              <a:gd name="connsiteX898" fmla="*/ 3016114 w 7467600"/>
              <a:gd name="connsiteY898" fmla="*/ 0 h 6858000"/>
              <a:gd name="connsiteX899" fmla="*/ 2979949 w 7467600"/>
              <a:gd name="connsiteY899" fmla="*/ 119274 h 6858000"/>
              <a:gd name="connsiteX900" fmla="*/ 3023879 w 7467600"/>
              <a:gd name="connsiteY900" fmla="*/ 0 h 6858000"/>
              <a:gd name="connsiteX901" fmla="*/ 3105400 w 7467600"/>
              <a:gd name="connsiteY901" fmla="*/ 0 h 6858000"/>
              <a:gd name="connsiteX902" fmla="*/ 3094669 w 7467600"/>
              <a:gd name="connsiteY902" fmla="*/ 30308 h 6858000"/>
              <a:gd name="connsiteX903" fmla="*/ 2901945 w 7467600"/>
              <a:gd name="connsiteY903" fmla="*/ 466538 h 6858000"/>
              <a:gd name="connsiteX904" fmla="*/ 2815209 w 7467600"/>
              <a:gd name="connsiteY904" fmla="*/ 497361 h 6858000"/>
              <a:gd name="connsiteX905" fmla="*/ 2844845 w 7467600"/>
              <a:gd name="connsiteY905" fmla="*/ 127638 h 6858000"/>
              <a:gd name="connsiteX906" fmla="*/ 2867960 w 7467600"/>
              <a:gd name="connsiteY906" fmla="*/ 0 h 6858000"/>
              <a:gd name="connsiteX907" fmla="*/ 1057230 w 7467600"/>
              <a:gd name="connsiteY907" fmla="*/ 0 h 6858000"/>
              <a:gd name="connsiteX908" fmla="*/ 1111003 w 7467600"/>
              <a:gd name="connsiteY908" fmla="*/ 0 h 6858000"/>
              <a:gd name="connsiteX909" fmla="*/ 1125553 w 7467600"/>
              <a:gd name="connsiteY909" fmla="*/ 52588 h 6858000"/>
              <a:gd name="connsiteX910" fmla="*/ 1304276 w 7467600"/>
              <a:gd name="connsiteY910" fmla="*/ 476275 h 6858000"/>
              <a:gd name="connsiteX911" fmla="*/ 1492066 w 7467600"/>
              <a:gd name="connsiteY911" fmla="*/ 886333 h 6858000"/>
              <a:gd name="connsiteX912" fmla="*/ 1423698 w 7467600"/>
              <a:gd name="connsiteY912" fmla="*/ 710817 h 6858000"/>
              <a:gd name="connsiteX913" fmla="*/ 1357609 w 7467600"/>
              <a:gd name="connsiteY913" fmla="*/ 532892 h 6858000"/>
              <a:gd name="connsiteX914" fmla="*/ 1309550 w 7467600"/>
              <a:gd name="connsiteY914" fmla="*/ 374031 h 6858000"/>
              <a:gd name="connsiteX915" fmla="*/ 1193673 w 7467600"/>
              <a:gd name="connsiteY915" fmla="*/ 49533 h 6858000"/>
              <a:gd name="connsiteX916" fmla="*/ 1164391 w 7467600"/>
              <a:gd name="connsiteY916" fmla="*/ 0 h 6858000"/>
              <a:gd name="connsiteX917" fmla="*/ 1200666 w 7467600"/>
              <a:gd name="connsiteY917" fmla="*/ 0 h 6858000"/>
              <a:gd name="connsiteX918" fmla="*/ 1223408 w 7467600"/>
              <a:gd name="connsiteY918" fmla="*/ 38996 h 6858000"/>
              <a:gd name="connsiteX919" fmla="*/ 1339635 w 7467600"/>
              <a:gd name="connsiteY919" fmla="*/ 365517 h 6858000"/>
              <a:gd name="connsiteX920" fmla="*/ 1387469 w 7467600"/>
              <a:gd name="connsiteY920" fmla="*/ 523079 h 6858000"/>
              <a:gd name="connsiteX921" fmla="*/ 1452685 w 7467600"/>
              <a:gd name="connsiteY921" fmla="*/ 699806 h 6858000"/>
              <a:gd name="connsiteX922" fmla="*/ 1492092 w 7467600"/>
              <a:gd name="connsiteY922" fmla="*/ 800424 h 6858000"/>
              <a:gd name="connsiteX923" fmla="*/ 1455302 w 7467600"/>
              <a:gd name="connsiteY923" fmla="*/ 632913 h 6858000"/>
              <a:gd name="connsiteX924" fmla="*/ 1222336 w 7467600"/>
              <a:gd name="connsiteY924" fmla="*/ 9480 h 6858000"/>
              <a:gd name="connsiteX925" fmla="*/ 1214634 w 7467600"/>
              <a:gd name="connsiteY925" fmla="*/ 0 h 6858000"/>
              <a:gd name="connsiteX926" fmla="*/ 1289827 w 7467600"/>
              <a:gd name="connsiteY926" fmla="*/ 0 h 6858000"/>
              <a:gd name="connsiteX927" fmla="*/ 1321076 w 7467600"/>
              <a:gd name="connsiteY927" fmla="*/ 59722 h 6858000"/>
              <a:gd name="connsiteX928" fmla="*/ 1512579 w 7467600"/>
              <a:gd name="connsiteY928" fmla="*/ 626441 h 6858000"/>
              <a:gd name="connsiteX929" fmla="*/ 1506076 w 7467600"/>
              <a:gd name="connsiteY929" fmla="*/ 1089289 h 6858000"/>
              <a:gd name="connsiteX930" fmla="*/ 1486346 w 7467600"/>
              <a:gd name="connsiteY930" fmla="*/ 1079919 h 6858000"/>
              <a:gd name="connsiteX931" fmla="*/ 1070511 w 7467600"/>
              <a:gd name="connsiteY931" fmla="*/ 48609 h 6858000"/>
              <a:gd name="connsiteX932" fmla="*/ 1057230 w 7467600"/>
              <a:gd name="connsiteY932" fmla="*/ 0 h 6858000"/>
              <a:gd name="connsiteX933" fmla="*/ 43151 w 7467600"/>
              <a:gd name="connsiteY933" fmla="*/ 0 h 6858000"/>
              <a:gd name="connsiteX934" fmla="*/ 95283 w 7467600"/>
              <a:gd name="connsiteY934" fmla="*/ 0 h 6858000"/>
              <a:gd name="connsiteX935" fmla="*/ 300708 w 7467600"/>
              <a:gd name="connsiteY935" fmla="*/ 154571 h 6858000"/>
              <a:gd name="connsiteX936" fmla="*/ 530414 w 7467600"/>
              <a:gd name="connsiteY936" fmla="*/ 354673 h 6858000"/>
              <a:gd name="connsiteX937" fmla="*/ 333785 w 7467600"/>
              <a:gd name="connsiteY937" fmla="*/ 161564 h 6858000"/>
              <a:gd name="connsiteX938" fmla="*/ 147005 w 7467600"/>
              <a:gd name="connsiteY938" fmla="*/ 0 h 6858000"/>
              <a:gd name="connsiteX939" fmla="*/ 272509 w 7467600"/>
              <a:gd name="connsiteY939" fmla="*/ 0 h 6858000"/>
              <a:gd name="connsiteX940" fmla="*/ 326276 w 7467600"/>
              <a:gd name="connsiteY940" fmla="*/ 45847 h 6858000"/>
              <a:gd name="connsiteX941" fmla="*/ 823759 w 7467600"/>
              <a:gd name="connsiteY941" fmla="*/ 574145 h 6858000"/>
              <a:gd name="connsiteX942" fmla="*/ 811254 w 7467600"/>
              <a:gd name="connsiteY942" fmla="*/ 665546 h 6858000"/>
              <a:gd name="connsiteX943" fmla="*/ 154042 w 7467600"/>
              <a:gd name="connsiteY943" fmla="*/ 261522 h 6858000"/>
              <a:gd name="connsiteX944" fmla="*/ 13550 w 7467600"/>
              <a:gd name="connsiteY944" fmla="*/ 158423 h 6858000"/>
              <a:gd name="connsiteX945" fmla="*/ 0 w 7467600"/>
              <a:gd name="connsiteY945" fmla="*/ 146618 h 6858000"/>
              <a:gd name="connsiteX946" fmla="*/ 0 w 7467600"/>
              <a:gd name="connsiteY946" fmla="*/ 59161 h 6858000"/>
              <a:gd name="connsiteX947" fmla="*/ 45427 w 7467600"/>
              <a:gd name="connsiteY947" fmla="*/ 101078 h 6858000"/>
              <a:gd name="connsiteX948" fmla="*/ 630103 w 7467600"/>
              <a:gd name="connsiteY948" fmla="*/ 485885 h 6858000"/>
              <a:gd name="connsiteX949" fmla="*/ 532040 w 7467600"/>
              <a:gd name="connsiteY949" fmla="*/ 399359 h 6858000"/>
              <a:gd name="connsiteX950" fmla="*/ 517618 w 7467600"/>
              <a:gd name="connsiteY950" fmla="*/ 385726 h 6858000"/>
              <a:gd name="connsiteX951" fmla="*/ 285074 w 7467600"/>
              <a:gd name="connsiteY951" fmla="*/ 182755 h 6858000"/>
              <a:gd name="connsiteX952" fmla="*/ 43151 w 7467600"/>
              <a:gd name="connsiteY95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392158 w 7467600"/>
              <a:gd name="connsiteY16" fmla="*/ 6771365 h 6858000"/>
              <a:gd name="connsiteX17" fmla="*/ 7467600 w 7467600"/>
              <a:gd name="connsiteY17" fmla="*/ 6805948 h 6858000"/>
              <a:gd name="connsiteX18" fmla="*/ 7467600 w 7467600"/>
              <a:gd name="connsiteY18" fmla="*/ 6831490 h 6858000"/>
              <a:gd name="connsiteX19" fmla="*/ 7410696 w 7467600"/>
              <a:gd name="connsiteY19" fmla="*/ 6803861 h 6858000"/>
              <a:gd name="connsiteX20" fmla="*/ 1019354 w 7467600"/>
              <a:gd name="connsiteY20" fmla="*/ 6315006 h 6858000"/>
              <a:gd name="connsiteX21" fmla="*/ 441046 w 7467600"/>
              <a:gd name="connsiteY21" fmla="*/ 6691153 h 6858000"/>
              <a:gd name="connsiteX22" fmla="*/ 1019354 w 7467600"/>
              <a:gd name="connsiteY22" fmla="*/ 6315006 h 6858000"/>
              <a:gd name="connsiteX23" fmla="*/ 991680 w 7467600"/>
              <a:gd name="connsiteY23" fmla="*/ 6298413 h 6858000"/>
              <a:gd name="connsiteX24" fmla="*/ 409060 w 7467600"/>
              <a:gd name="connsiteY24" fmla="*/ 6671470 h 6858000"/>
              <a:gd name="connsiteX25" fmla="*/ 991680 w 7467600"/>
              <a:gd name="connsiteY25" fmla="*/ 6298413 h 6858000"/>
              <a:gd name="connsiteX26" fmla="*/ 103333 w 7467600"/>
              <a:gd name="connsiteY26" fmla="*/ 5699602 h 6858000"/>
              <a:gd name="connsiteX27" fmla="*/ 233938 w 7467600"/>
              <a:gd name="connsiteY27" fmla="*/ 5809416 h 6858000"/>
              <a:gd name="connsiteX28" fmla="*/ 883580 w 7467600"/>
              <a:gd name="connsiteY28" fmla="*/ 6180710 h 6858000"/>
              <a:gd name="connsiteX29" fmla="*/ 487337 w 7467600"/>
              <a:gd name="connsiteY29" fmla="*/ 5950182 h 6858000"/>
              <a:gd name="connsiteX30" fmla="*/ 354051 w 7467600"/>
              <a:gd name="connsiteY30" fmla="*/ 5854912 h 6858000"/>
              <a:gd name="connsiteX31" fmla="*/ 195436 w 7467600"/>
              <a:gd name="connsiteY31" fmla="*/ 5755068 h 6858000"/>
              <a:gd name="connsiteX32" fmla="*/ 103333 w 7467600"/>
              <a:gd name="connsiteY32" fmla="*/ 5699602 h 6858000"/>
              <a:gd name="connsiteX33" fmla="*/ 5539432 w 7467600"/>
              <a:gd name="connsiteY33" fmla="*/ 5642928 h 6858000"/>
              <a:gd name="connsiteX34" fmla="*/ 5555462 w 7467600"/>
              <a:gd name="connsiteY34" fmla="*/ 5694454 h 6858000"/>
              <a:gd name="connsiteX35" fmla="*/ 5828270 w 7467600"/>
              <a:gd name="connsiteY35" fmla="*/ 6320663 h 6858000"/>
              <a:gd name="connsiteX36" fmla="*/ 5947416 w 7467600"/>
              <a:gd name="connsiteY36" fmla="*/ 6574846 h 6858000"/>
              <a:gd name="connsiteX37" fmla="*/ 5539432 w 7467600"/>
              <a:gd name="connsiteY37" fmla="*/ 5642928 h 6858000"/>
              <a:gd name="connsiteX38" fmla="*/ 51253 w 7467600"/>
              <a:gd name="connsiteY38" fmla="*/ 5631825 h 6858000"/>
              <a:gd name="connsiteX39" fmla="*/ 211622 w 7467600"/>
              <a:gd name="connsiteY39" fmla="*/ 5728803 h 6858000"/>
              <a:gd name="connsiteX40" fmla="*/ 371652 w 7467600"/>
              <a:gd name="connsiteY40" fmla="*/ 5829062 h 6858000"/>
              <a:gd name="connsiteX41" fmla="*/ 505903 w 7467600"/>
              <a:gd name="connsiteY41" fmla="*/ 5925221 h 6858000"/>
              <a:gd name="connsiteX42" fmla="*/ 899240 w 7467600"/>
              <a:gd name="connsiteY42" fmla="*/ 6153068 h 6858000"/>
              <a:gd name="connsiteX43" fmla="*/ 988114 w 7467600"/>
              <a:gd name="connsiteY43" fmla="*/ 6174204 h 6858000"/>
              <a:gd name="connsiteX44" fmla="*/ 845971 w 7467600"/>
              <a:gd name="connsiteY44" fmla="*/ 6067177 h 6858000"/>
              <a:gd name="connsiteX45" fmla="*/ 448057 w 7467600"/>
              <a:gd name="connsiteY45" fmla="*/ 5841376 h 6858000"/>
              <a:gd name="connsiteX46" fmla="*/ 51253 w 7467600"/>
              <a:gd name="connsiteY46" fmla="*/ 5631825 h 6858000"/>
              <a:gd name="connsiteX47" fmla="*/ 2606687 w 7467600"/>
              <a:gd name="connsiteY47" fmla="*/ 5630718 h 6858000"/>
              <a:gd name="connsiteX48" fmla="*/ 2645658 w 7467600"/>
              <a:gd name="connsiteY48" fmla="*/ 6640259 h 6858000"/>
              <a:gd name="connsiteX49" fmla="*/ 2606687 w 7467600"/>
              <a:gd name="connsiteY49" fmla="*/ 5630718 h 6858000"/>
              <a:gd name="connsiteX50" fmla="*/ 3642057 w 7467600"/>
              <a:gd name="connsiteY50" fmla="*/ 5573487 h 6858000"/>
              <a:gd name="connsiteX51" fmla="*/ 3632981 w 7467600"/>
              <a:gd name="connsiteY51" fmla="*/ 5579437 h 6858000"/>
              <a:gd name="connsiteX52" fmla="*/ 3382436 w 7467600"/>
              <a:gd name="connsiteY52" fmla="*/ 5952726 h 6858000"/>
              <a:gd name="connsiteX53" fmla="*/ 3191929 w 7467600"/>
              <a:gd name="connsiteY53" fmla="*/ 6662669 h 6858000"/>
              <a:gd name="connsiteX54" fmla="*/ 3369898 w 7467600"/>
              <a:gd name="connsiteY54" fmla="*/ 6081771 h 6858000"/>
              <a:gd name="connsiteX55" fmla="*/ 3642057 w 7467600"/>
              <a:gd name="connsiteY55" fmla="*/ 5573487 h 6858000"/>
              <a:gd name="connsiteX56" fmla="*/ 2650666 w 7467600"/>
              <a:gd name="connsiteY56" fmla="*/ 5530686 h 6858000"/>
              <a:gd name="connsiteX57" fmla="*/ 2650249 w 7467600"/>
              <a:gd name="connsiteY57" fmla="*/ 5532101 h 6858000"/>
              <a:gd name="connsiteX58" fmla="*/ 2663808 w 7467600"/>
              <a:gd name="connsiteY58" fmla="*/ 6535215 h 6858000"/>
              <a:gd name="connsiteX59" fmla="*/ 2665418 w 7467600"/>
              <a:gd name="connsiteY59" fmla="*/ 6132756 h 6858000"/>
              <a:gd name="connsiteX60" fmla="*/ 2650666 w 7467600"/>
              <a:gd name="connsiteY60" fmla="*/ 5530686 h 6858000"/>
              <a:gd name="connsiteX61" fmla="*/ 2680277 w 7467600"/>
              <a:gd name="connsiteY61" fmla="*/ 5479204 h 6858000"/>
              <a:gd name="connsiteX62" fmla="*/ 2678972 w 7467600"/>
              <a:gd name="connsiteY62" fmla="*/ 5481582 h 6858000"/>
              <a:gd name="connsiteX63" fmla="*/ 2696666 w 7467600"/>
              <a:gd name="connsiteY63" fmla="*/ 6133836 h 6858000"/>
              <a:gd name="connsiteX64" fmla="*/ 2695769 w 7467600"/>
              <a:gd name="connsiteY64" fmla="*/ 6390955 h 6858000"/>
              <a:gd name="connsiteX65" fmla="*/ 2739893 w 7467600"/>
              <a:gd name="connsiteY65" fmla="*/ 6108357 h 6858000"/>
              <a:gd name="connsiteX66" fmla="*/ 2680277 w 7467600"/>
              <a:gd name="connsiteY66" fmla="*/ 5479204 h 6858000"/>
              <a:gd name="connsiteX67" fmla="*/ 1132195 w 7467600"/>
              <a:gd name="connsiteY67" fmla="*/ 5467980 h 6858000"/>
              <a:gd name="connsiteX68" fmla="*/ 1679056 w 7467600"/>
              <a:gd name="connsiteY68" fmla="*/ 5516907 h 6858000"/>
              <a:gd name="connsiteX69" fmla="*/ 2128648 w 7467600"/>
              <a:gd name="connsiteY69" fmla="*/ 5474249 h 6858000"/>
              <a:gd name="connsiteX70" fmla="*/ 1825619 w 7467600"/>
              <a:gd name="connsiteY70" fmla="*/ 5478447 h 6858000"/>
              <a:gd name="connsiteX71" fmla="*/ 1737798 w 7467600"/>
              <a:gd name="connsiteY71" fmla="*/ 5483353 h 6858000"/>
              <a:gd name="connsiteX72" fmla="*/ 1132195 w 7467600"/>
              <a:gd name="connsiteY72" fmla="*/ 5467980 h 6858000"/>
              <a:gd name="connsiteX73" fmla="*/ 1456157 w 7467600"/>
              <a:gd name="connsiteY73" fmla="*/ 5371404 h 6858000"/>
              <a:gd name="connsiteX74" fmla="*/ 1244432 w 7467600"/>
              <a:gd name="connsiteY74" fmla="*/ 5385601 h 6858000"/>
              <a:gd name="connsiteX75" fmla="*/ 973990 w 7467600"/>
              <a:gd name="connsiteY75" fmla="*/ 5424940 h 6858000"/>
              <a:gd name="connsiteX76" fmla="*/ 1103809 w 7467600"/>
              <a:gd name="connsiteY76" fmla="*/ 5433720 h 6858000"/>
              <a:gd name="connsiteX77" fmla="*/ 1123454 w 7467600"/>
              <a:gd name="connsiteY77" fmla="*/ 5435727 h 6858000"/>
              <a:gd name="connsiteX78" fmla="*/ 1737017 w 7467600"/>
              <a:gd name="connsiteY78" fmla="*/ 5452183 h 6858000"/>
              <a:gd name="connsiteX79" fmla="*/ 1824397 w 7467600"/>
              <a:gd name="connsiteY79" fmla="*/ 5447757 h 6858000"/>
              <a:gd name="connsiteX80" fmla="*/ 2070059 w 7467600"/>
              <a:gd name="connsiteY80" fmla="*/ 5441660 h 6858000"/>
              <a:gd name="connsiteX81" fmla="*/ 1456157 w 7467600"/>
              <a:gd name="connsiteY81" fmla="*/ 5371404 h 6858000"/>
              <a:gd name="connsiteX82" fmla="*/ 4988186 w 7467600"/>
              <a:gd name="connsiteY82" fmla="*/ 5216467 h 6858000"/>
              <a:gd name="connsiteX83" fmla="*/ 4777334 w 7467600"/>
              <a:gd name="connsiteY83" fmla="*/ 5406072 h 6858000"/>
              <a:gd name="connsiteX84" fmla="*/ 4718341 w 7467600"/>
              <a:gd name="connsiteY84" fmla="*/ 5468043 h 6858000"/>
              <a:gd name="connsiteX85" fmla="*/ 4604655 w 7467600"/>
              <a:gd name="connsiteY85" fmla="*/ 5583434 h 6858000"/>
              <a:gd name="connsiteX86" fmla="*/ 4565074 w 7467600"/>
              <a:gd name="connsiteY86" fmla="*/ 5618550 h 6858000"/>
              <a:gd name="connsiteX87" fmla="*/ 4988186 w 7467600"/>
              <a:gd name="connsiteY87" fmla="*/ 5216467 h 6858000"/>
              <a:gd name="connsiteX88" fmla="*/ 4978032 w 7467600"/>
              <a:gd name="connsiteY88" fmla="*/ 5183809 h 6858000"/>
              <a:gd name="connsiteX89" fmla="*/ 4463413 w 7467600"/>
              <a:gd name="connsiteY89" fmla="*/ 5615162 h 6858000"/>
              <a:gd name="connsiteX90" fmla="*/ 4358134 w 7467600"/>
              <a:gd name="connsiteY90" fmla="*/ 5742791 h 6858000"/>
              <a:gd name="connsiteX91" fmla="*/ 4376219 w 7467600"/>
              <a:gd name="connsiteY91" fmla="*/ 5729027 h 6858000"/>
              <a:gd name="connsiteX92" fmla="*/ 4582340 w 7467600"/>
              <a:gd name="connsiteY92" fmla="*/ 5561037 h 6858000"/>
              <a:gd name="connsiteX93" fmla="*/ 4694684 w 7467600"/>
              <a:gd name="connsiteY93" fmla="*/ 5447098 h 6858000"/>
              <a:gd name="connsiteX94" fmla="*/ 4754123 w 7467600"/>
              <a:gd name="connsiteY94" fmla="*/ 5384643 h 6858000"/>
              <a:gd name="connsiteX95" fmla="*/ 4978032 w 7467600"/>
              <a:gd name="connsiteY95" fmla="*/ 5183809 h 6858000"/>
              <a:gd name="connsiteX96" fmla="*/ 1903353 w 7467600"/>
              <a:gd name="connsiteY96" fmla="*/ 5044827 h 6858000"/>
              <a:gd name="connsiteX97" fmla="*/ 1936931 w 7467600"/>
              <a:gd name="connsiteY97" fmla="*/ 5093954 h 6858000"/>
              <a:gd name="connsiteX98" fmla="*/ 2195868 w 7467600"/>
              <a:gd name="connsiteY98" fmla="*/ 5396574 h 6858000"/>
              <a:gd name="connsiteX99" fmla="*/ 2088852 w 7467600"/>
              <a:gd name="connsiteY99" fmla="*/ 5166123 h 6858000"/>
              <a:gd name="connsiteX100" fmla="*/ 1958241 w 7467600"/>
              <a:gd name="connsiteY100" fmla="*/ 5067955 h 6858000"/>
              <a:gd name="connsiteX101" fmla="*/ 1903353 w 7467600"/>
              <a:gd name="connsiteY101" fmla="*/ 5044827 h 6858000"/>
              <a:gd name="connsiteX102" fmla="*/ 1979378 w 7467600"/>
              <a:gd name="connsiteY102" fmla="*/ 4769504 h 6858000"/>
              <a:gd name="connsiteX103" fmla="*/ 2882120 w 7467600"/>
              <a:gd name="connsiteY103" fmla="*/ 5064547 h 6858000"/>
              <a:gd name="connsiteX104" fmla="*/ 2793103 w 7467600"/>
              <a:gd name="connsiteY104" fmla="*/ 5039699 h 6858000"/>
              <a:gd name="connsiteX105" fmla="*/ 2770041 w 7467600"/>
              <a:gd name="connsiteY105" fmla="*/ 5033634 h 6858000"/>
              <a:gd name="connsiteX106" fmla="*/ 1979378 w 7467600"/>
              <a:gd name="connsiteY106" fmla="*/ 4769504 h 6858000"/>
              <a:gd name="connsiteX107" fmla="*/ 1927410 w 7467600"/>
              <a:gd name="connsiteY107" fmla="*/ 4716164 h 6858000"/>
              <a:gd name="connsiteX108" fmla="*/ 1959587 w 7467600"/>
              <a:gd name="connsiteY108" fmla="*/ 4728849 h 6858000"/>
              <a:gd name="connsiteX109" fmla="*/ 2777707 w 7467600"/>
              <a:gd name="connsiteY109" fmla="*/ 5003991 h 6858000"/>
              <a:gd name="connsiteX110" fmla="*/ 2800768 w 7467600"/>
              <a:gd name="connsiteY110" fmla="*/ 5010056 h 6858000"/>
              <a:gd name="connsiteX111" fmla="*/ 2879408 w 7467600"/>
              <a:gd name="connsiteY111" fmla="*/ 5031590 h 6858000"/>
              <a:gd name="connsiteX112" fmla="*/ 2862295 w 7467600"/>
              <a:gd name="connsiteY112" fmla="*/ 5022958 h 6858000"/>
              <a:gd name="connsiteX113" fmla="*/ 2813343 w 7467600"/>
              <a:gd name="connsiteY113" fmla="*/ 4998369 h 6858000"/>
              <a:gd name="connsiteX114" fmla="*/ 2646245 w 7467600"/>
              <a:gd name="connsiteY114" fmla="*/ 4930999 h 6858000"/>
              <a:gd name="connsiteX115" fmla="*/ 1999243 w 7467600"/>
              <a:gd name="connsiteY115" fmla="*/ 4730524 h 6858000"/>
              <a:gd name="connsiteX116" fmla="*/ 1979527 w 7467600"/>
              <a:gd name="connsiteY116" fmla="*/ 4726651 h 6858000"/>
              <a:gd name="connsiteX117" fmla="*/ 1927410 w 7467600"/>
              <a:gd name="connsiteY117" fmla="*/ 4716164 h 6858000"/>
              <a:gd name="connsiteX118" fmla="*/ 1997014 w 7467600"/>
              <a:gd name="connsiteY118" fmla="*/ 4698007 h 6858000"/>
              <a:gd name="connsiteX119" fmla="*/ 2005458 w 7467600"/>
              <a:gd name="connsiteY119" fmla="*/ 4699540 h 6858000"/>
              <a:gd name="connsiteX120" fmla="*/ 2657186 w 7467600"/>
              <a:gd name="connsiteY120" fmla="*/ 4901687 h 6858000"/>
              <a:gd name="connsiteX121" fmla="*/ 2826662 w 7467600"/>
              <a:gd name="connsiteY121" fmla="*/ 4970362 h 6858000"/>
              <a:gd name="connsiteX122" fmla="*/ 2876100 w 7467600"/>
              <a:gd name="connsiteY122" fmla="*/ 4995397 h 6858000"/>
              <a:gd name="connsiteX123" fmla="*/ 3042600 w 7467600"/>
              <a:gd name="connsiteY123" fmla="*/ 5059532 h 6858000"/>
              <a:gd name="connsiteX124" fmla="*/ 1997014 w 7467600"/>
              <a:gd name="connsiteY124" fmla="*/ 4698007 h 6858000"/>
              <a:gd name="connsiteX125" fmla="*/ 2305292 w 7467600"/>
              <a:gd name="connsiteY125" fmla="*/ 4219492 h 6858000"/>
              <a:gd name="connsiteX126" fmla="*/ 3360922 w 7467600"/>
              <a:gd name="connsiteY126" fmla="*/ 4529373 h 6858000"/>
              <a:gd name="connsiteX127" fmla="*/ 3492420 w 7467600"/>
              <a:gd name="connsiteY127" fmla="*/ 4510145 h 6858000"/>
              <a:gd name="connsiteX128" fmla="*/ 3364086 w 7467600"/>
              <a:gd name="connsiteY128" fmla="*/ 4480340 h 6858000"/>
              <a:gd name="connsiteX129" fmla="*/ 3225818 w 7467600"/>
              <a:gd name="connsiteY129" fmla="*/ 4411822 h 6858000"/>
              <a:gd name="connsiteX130" fmla="*/ 3129696 w 7467600"/>
              <a:gd name="connsiteY130" fmla="*/ 4360704 h 6858000"/>
              <a:gd name="connsiteX131" fmla="*/ 2814545 w 7467600"/>
              <a:gd name="connsiteY131" fmla="*/ 4282955 h 6858000"/>
              <a:gd name="connsiteX132" fmla="*/ 2305292 w 7467600"/>
              <a:gd name="connsiteY132" fmla="*/ 4219492 h 6858000"/>
              <a:gd name="connsiteX133" fmla="*/ 2626982 w 7467600"/>
              <a:gd name="connsiteY133" fmla="*/ 4206450 h 6858000"/>
              <a:gd name="connsiteX134" fmla="*/ 2490617 w 7467600"/>
              <a:gd name="connsiteY134" fmla="*/ 4206951 h 6858000"/>
              <a:gd name="connsiteX135" fmla="*/ 2819869 w 7467600"/>
              <a:gd name="connsiteY135" fmla="*/ 4252936 h 6858000"/>
              <a:gd name="connsiteX136" fmla="*/ 3143018 w 7467600"/>
              <a:gd name="connsiteY136" fmla="*/ 4332698 h 6858000"/>
              <a:gd name="connsiteX137" fmla="*/ 3241520 w 7467600"/>
              <a:gd name="connsiteY137" fmla="*/ 4385112 h 6858000"/>
              <a:gd name="connsiteX138" fmla="*/ 3374575 w 7467600"/>
              <a:gd name="connsiteY138" fmla="*/ 4451517 h 6858000"/>
              <a:gd name="connsiteX139" fmla="*/ 3505221 w 7467600"/>
              <a:gd name="connsiteY139" fmla="*/ 4480757 h 6858000"/>
              <a:gd name="connsiteX140" fmla="*/ 2626982 w 7467600"/>
              <a:gd name="connsiteY140" fmla="*/ 4206450 h 6858000"/>
              <a:gd name="connsiteX141" fmla="*/ 1310106 w 7467600"/>
              <a:gd name="connsiteY141" fmla="*/ 3943217 h 6858000"/>
              <a:gd name="connsiteX142" fmla="*/ 854994 w 7467600"/>
              <a:gd name="connsiteY142" fmla="*/ 4399136 h 6858000"/>
              <a:gd name="connsiteX143" fmla="*/ 742462 w 7467600"/>
              <a:gd name="connsiteY143" fmla="*/ 4594648 h 6858000"/>
              <a:gd name="connsiteX144" fmla="*/ 820602 w 7467600"/>
              <a:gd name="connsiteY144" fmla="*/ 4485915 h 6858000"/>
              <a:gd name="connsiteX145" fmla="*/ 878295 w 7467600"/>
              <a:gd name="connsiteY145" fmla="*/ 4403594 h 6858000"/>
              <a:gd name="connsiteX146" fmla="*/ 1240607 w 7467600"/>
              <a:gd name="connsiteY146" fmla="*/ 4010401 h 6858000"/>
              <a:gd name="connsiteX147" fmla="*/ 1310106 w 7467600"/>
              <a:gd name="connsiteY147" fmla="*/ 3943217 h 6858000"/>
              <a:gd name="connsiteX148" fmla="*/ 1423113 w 7467600"/>
              <a:gd name="connsiteY148" fmla="*/ 3874565 h 6858000"/>
              <a:gd name="connsiteX149" fmla="*/ 1260565 w 7467600"/>
              <a:gd name="connsiteY149" fmla="*/ 4031982 h 6858000"/>
              <a:gd name="connsiteX150" fmla="*/ 901900 w 7467600"/>
              <a:gd name="connsiteY150" fmla="*/ 4421236 h 6858000"/>
              <a:gd name="connsiteX151" fmla="*/ 845044 w 7467600"/>
              <a:gd name="connsiteY151" fmla="*/ 4502436 h 6858000"/>
              <a:gd name="connsiteX152" fmla="*/ 685926 w 7467600"/>
              <a:gd name="connsiteY152" fmla="*/ 4703069 h 6858000"/>
              <a:gd name="connsiteX153" fmla="*/ 684248 w 7467600"/>
              <a:gd name="connsiteY153" fmla="*/ 4706721 h 6858000"/>
              <a:gd name="connsiteX154" fmla="*/ 1423113 w 7467600"/>
              <a:gd name="connsiteY154" fmla="*/ 3874565 h 6858000"/>
              <a:gd name="connsiteX155" fmla="*/ 3316479 w 7467600"/>
              <a:gd name="connsiteY155" fmla="*/ 3872136 h 6858000"/>
              <a:gd name="connsiteX156" fmla="*/ 3546806 w 7467600"/>
              <a:gd name="connsiteY156" fmla="*/ 4356139 h 6858000"/>
              <a:gd name="connsiteX157" fmla="*/ 3364433 w 7467600"/>
              <a:gd name="connsiteY157" fmla="*/ 3953121 h 6858000"/>
              <a:gd name="connsiteX158" fmla="*/ 3316479 w 7467600"/>
              <a:gd name="connsiteY158" fmla="*/ 3872136 h 6858000"/>
              <a:gd name="connsiteX159" fmla="*/ 3291335 w 7467600"/>
              <a:gd name="connsiteY159" fmla="*/ 3767420 h 6858000"/>
              <a:gd name="connsiteX160" fmla="*/ 3390805 w 7467600"/>
              <a:gd name="connsiteY160" fmla="*/ 3937163 h 6858000"/>
              <a:gd name="connsiteX161" fmla="*/ 3579062 w 7467600"/>
              <a:gd name="connsiteY161" fmla="*/ 4359040 h 6858000"/>
              <a:gd name="connsiteX162" fmla="*/ 3467355 w 7467600"/>
              <a:gd name="connsiteY162" fmla="*/ 3988130 h 6858000"/>
              <a:gd name="connsiteX163" fmla="*/ 3310753 w 7467600"/>
              <a:gd name="connsiteY163" fmla="*/ 3787140 h 6858000"/>
              <a:gd name="connsiteX164" fmla="*/ 3291335 w 7467600"/>
              <a:gd name="connsiteY164" fmla="*/ 3767420 h 6858000"/>
              <a:gd name="connsiteX165" fmla="*/ 1635889 w 7467600"/>
              <a:gd name="connsiteY165" fmla="*/ 3709494 h 6858000"/>
              <a:gd name="connsiteX166" fmla="*/ 1634800 w 7467600"/>
              <a:gd name="connsiteY166" fmla="*/ 3731111 h 6858000"/>
              <a:gd name="connsiteX167" fmla="*/ 1635889 w 7467600"/>
              <a:gd name="connsiteY167" fmla="*/ 3709494 h 6858000"/>
              <a:gd name="connsiteX168" fmla="*/ 1510397 w 7467600"/>
              <a:gd name="connsiteY168" fmla="*/ 3684705 h 6858000"/>
              <a:gd name="connsiteX169" fmla="*/ 1146550 w 7467600"/>
              <a:gd name="connsiteY169" fmla="*/ 3802012 h 6858000"/>
              <a:gd name="connsiteX170" fmla="*/ 698834 w 7467600"/>
              <a:gd name="connsiteY170" fmla="*/ 3952272 h 6858000"/>
              <a:gd name="connsiteX171" fmla="*/ 34256 w 7467600"/>
              <a:gd name="connsiteY171" fmla="*/ 4347603 h 6858000"/>
              <a:gd name="connsiteX172" fmla="*/ 527241 w 7467600"/>
              <a:gd name="connsiteY172" fmla="*/ 4065078 h 6858000"/>
              <a:gd name="connsiteX173" fmla="*/ 1510397 w 7467600"/>
              <a:gd name="connsiteY173" fmla="*/ 3684705 h 6858000"/>
              <a:gd name="connsiteX174" fmla="*/ 1313114 w 7467600"/>
              <a:gd name="connsiteY174" fmla="*/ 3655216 h 6858000"/>
              <a:gd name="connsiteX175" fmla="*/ 1109304 w 7467600"/>
              <a:gd name="connsiteY175" fmla="*/ 3669030 h 6858000"/>
              <a:gd name="connsiteX176" fmla="*/ 8129 w 7467600"/>
              <a:gd name="connsiteY176" fmla="*/ 4330519 h 6858000"/>
              <a:gd name="connsiteX177" fmla="*/ 687572 w 7467600"/>
              <a:gd name="connsiteY177" fmla="*/ 3925629 h 6858000"/>
              <a:gd name="connsiteX178" fmla="*/ 1138365 w 7467600"/>
              <a:gd name="connsiteY178" fmla="*/ 3774515 h 6858000"/>
              <a:gd name="connsiteX179" fmla="*/ 1505579 w 7467600"/>
              <a:gd name="connsiteY179" fmla="*/ 3655526 h 6858000"/>
              <a:gd name="connsiteX180" fmla="*/ 1313114 w 7467600"/>
              <a:gd name="connsiteY180" fmla="*/ 3655216 h 6858000"/>
              <a:gd name="connsiteX181" fmla="*/ 3655073 w 7467600"/>
              <a:gd name="connsiteY181" fmla="*/ 3650884 h 6858000"/>
              <a:gd name="connsiteX182" fmla="*/ 3989938 w 7467600"/>
              <a:gd name="connsiteY182" fmla="*/ 3991685 h 6858000"/>
              <a:gd name="connsiteX183" fmla="*/ 4393907 w 7467600"/>
              <a:gd name="connsiteY183" fmla="*/ 4261258 h 6858000"/>
              <a:gd name="connsiteX184" fmla="*/ 4648051 w 7467600"/>
              <a:gd name="connsiteY184" fmla="*/ 4374051 h 6858000"/>
              <a:gd name="connsiteX185" fmla="*/ 4383389 w 7467600"/>
              <a:gd name="connsiteY185" fmla="*/ 4184369 h 6858000"/>
              <a:gd name="connsiteX186" fmla="*/ 4165508 w 7467600"/>
              <a:gd name="connsiteY186" fmla="*/ 4035196 h 6858000"/>
              <a:gd name="connsiteX187" fmla="*/ 4068162 w 7467600"/>
              <a:gd name="connsiteY187" fmla="*/ 3953394 h 6858000"/>
              <a:gd name="connsiteX188" fmla="*/ 3981416 w 7467600"/>
              <a:gd name="connsiteY188" fmla="*/ 3880482 h 6858000"/>
              <a:gd name="connsiteX189" fmla="*/ 3800147 w 7467600"/>
              <a:gd name="connsiteY189" fmla="*/ 3749872 h 6858000"/>
              <a:gd name="connsiteX190" fmla="*/ 3655073 w 7467600"/>
              <a:gd name="connsiteY190" fmla="*/ 3650884 h 6858000"/>
              <a:gd name="connsiteX191" fmla="*/ 3670252 w 7467600"/>
              <a:gd name="connsiteY191" fmla="*/ 3622798 h 6858000"/>
              <a:gd name="connsiteX192" fmla="*/ 3817258 w 7467600"/>
              <a:gd name="connsiteY192" fmla="*/ 3723577 h 6858000"/>
              <a:gd name="connsiteX193" fmla="*/ 4000461 w 7467600"/>
              <a:gd name="connsiteY193" fmla="*/ 3855966 h 6858000"/>
              <a:gd name="connsiteX194" fmla="*/ 4088180 w 7467600"/>
              <a:gd name="connsiteY194" fmla="*/ 3929774 h 6858000"/>
              <a:gd name="connsiteX195" fmla="*/ 4184555 w 7467600"/>
              <a:gd name="connsiteY195" fmla="*/ 4010683 h 6858000"/>
              <a:gd name="connsiteX196" fmla="*/ 4399563 w 7467600"/>
              <a:gd name="connsiteY196" fmla="*/ 4158106 h 6858000"/>
              <a:gd name="connsiteX197" fmla="*/ 4684469 w 7467600"/>
              <a:gd name="connsiteY197" fmla="*/ 4364680 h 6858000"/>
              <a:gd name="connsiteX198" fmla="*/ 4690271 w 7467600"/>
              <a:gd name="connsiteY198" fmla="*/ 4370034 h 6858000"/>
              <a:gd name="connsiteX199" fmla="*/ 4136093 w 7467600"/>
              <a:gd name="connsiteY199" fmla="*/ 3858466 h 6858000"/>
              <a:gd name="connsiteX200" fmla="*/ 3670252 w 7467600"/>
              <a:gd name="connsiteY200" fmla="*/ 3622798 h 6858000"/>
              <a:gd name="connsiteX201" fmla="*/ 4440129 w 7467600"/>
              <a:gd name="connsiteY201" fmla="*/ 3448571 h 6858000"/>
              <a:gd name="connsiteX202" fmla="*/ 4856525 w 7467600"/>
              <a:gd name="connsiteY202" fmla="*/ 3915351 h 6858000"/>
              <a:gd name="connsiteX203" fmla="*/ 5059055 w 7467600"/>
              <a:gd name="connsiteY203" fmla="*/ 4108918 h 6858000"/>
              <a:gd name="connsiteX204" fmla="*/ 5290070 w 7467600"/>
              <a:gd name="connsiteY204" fmla="*/ 4263619 h 6858000"/>
              <a:gd name="connsiteX205" fmla="*/ 4834991 w 7467600"/>
              <a:gd name="connsiteY205" fmla="*/ 3830985 h 6858000"/>
              <a:gd name="connsiteX206" fmla="*/ 4440129 w 7467600"/>
              <a:gd name="connsiteY206" fmla="*/ 3448571 h 6858000"/>
              <a:gd name="connsiteX207" fmla="*/ 4441737 w 7467600"/>
              <a:gd name="connsiteY207" fmla="*/ 3399734 h 6858000"/>
              <a:gd name="connsiteX208" fmla="*/ 4431236 w 7467600"/>
              <a:gd name="connsiteY208" fmla="*/ 3400954 h 6858000"/>
              <a:gd name="connsiteX209" fmla="*/ 4557150 w 7467600"/>
              <a:gd name="connsiteY209" fmla="*/ 3510023 h 6858000"/>
              <a:gd name="connsiteX210" fmla="*/ 4856936 w 7467600"/>
              <a:gd name="connsiteY210" fmla="*/ 3809146 h 6858000"/>
              <a:gd name="connsiteX211" fmla="*/ 5111996 w 7467600"/>
              <a:gd name="connsiteY211" fmla="*/ 4065759 h 6858000"/>
              <a:gd name="connsiteX212" fmla="*/ 5388878 w 7467600"/>
              <a:gd name="connsiteY212" fmla="*/ 4300185 h 6858000"/>
              <a:gd name="connsiteX213" fmla="*/ 5425556 w 7467600"/>
              <a:gd name="connsiteY213" fmla="*/ 4308967 h 6858000"/>
              <a:gd name="connsiteX214" fmla="*/ 4943646 w 7467600"/>
              <a:gd name="connsiteY214" fmla="*/ 3822916 h 6858000"/>
              <a:gd name="connsiteX215" fmla="*/ 4594837 w 7467600"/>
              <a:gd name="connsiteY215" fmla="*/ 3532274 h 6858000"/>
              <a:gd name="connsiteX216" fmla="*/ 4441737 w 7467600"/>
              <a:gd name="connsiteY216" fmla="*/ 3399734 h 6858000"/>
              <a:gd name="connsiteX217" fmla="*/ 5425834 w 7467600"/>
              <a:gd name="connsiteY217" fmla="*/ 3162785 h 6858000"/>
              <a:gd name="connsiteX218" fmla="*/ 5401644 w 7467600"/>
              <a:gd name="connsiteY218" fmla="*/ 3617847 h 6858000"/>
              <a:gd name="connsiteX219" fmla="*/ 5467256 w 7467600"/>
              <a:gd name="connsiteY219" fmla="*/ 4175494 h 6858000"/>
              <a:gd name="connsiteX220" fmla="*/ 5448069 w 7467600"/>
              <a:gd name="connsiteY220" fmla="*/ 3567554 h 6858000"/>
              <a:gd name="connsiteX221" fmla="*/ 5425834 w 7467600"/>
              <a:gd name="connsiteY221" fmla="*/ 3162785 h 6858000"/>
              <a:gd name="connsiteX222" fmla="*/ 1318687 w 7467600"/>
              <a:gd name="connsiteY222" fmla="*/ 3113840 h 6858000"/>
              <a:gd name="connsiteX223" fmla="*/ 1066793 w 7467600"/>
              <a:gd name="connsiteY223" fmla="*/ 3212171 h 6858000"/>
              <a:gd name="connsiteX224" fmla="*/ 993319 w 7467600"/>
              <a:gd name="connsiteY224" fmla="*/ 3247648 h 6858000"/>
              <a:gd name="connsiteX225" fmla="*/ 853081 w 7467600"/>
              <a:gd name="connsiteY225" fmla="*/ 3312410 h 6858000"/>
              <a:gd name="connsiteX226" fmla="*/ 805957 w 7467600"/>
              <a:gd name="connsiteY226" fmla="*/ 3330443 h 6858000"/>
              <a:gd name="connsiteX227" fmla="*/ 1318687 w 7467600"/>
              <a:gd name="connsiteY227" fmla="*/ 3113840 h 6858000"/>
              <a:gd name="connsiteX228" fmla="*/ 5453702 w 7467600"/>
              <a:gd name="connsiteY228" fmla="*/ 3090882 h 6858000"/>
              <a:gd name="connsiteX229" fmla="*/ 5480135 w 7467600"/>
              <a:gd name="connsiteY229" fmla="*/ 3565802 h 6858000"/>
              <a:gd name="connsiteX230" fmla="*/ 5499023 w 7467600"/>
              <a:gd name="connsiteY230" fmla="*/ 4166310 h 6858000"/>
              <a:gd name="connsiteX231" fmla="*/ 5547022 w 7467600"/>
              <a:gd name="connsiteY231" fmla="*/ 3607838 h 6858000"/>
              <a:gd name="connsiteX232" fmla="*/ 5515964 w 7467600"/>
              <a:gd name="connsiteY232" fmla="*/ 3378541 h 6858000"/>
              <a:gd name="connsiteX233" fmla="*/ 5453702 w 7467600"/>
              <a:gd name="connsiteY233" fmla="*/ 3090882 h 6858000"/>
              <a:gd name="connsiteX234" fmla="*/ 1238695 w 7467600"/>
              <a:gd name="connsiteY234" fmla="*/ 3076820 h 6858000"/>
              <a:gd name="connsiteX235" fmla="*/ 716371 w 7467600"/>
              <a:gd name="connsiteY235" fmla="*/ 3293249 h 6858000"/>
              <a:gd name="connsiteX236" fmla="*/ 579522 w 7467600"/>
              <a:gd name="connsiteY236" fmla="*/ 3371759 h 6858000"/>
              <a:gd name="connsiteX237" fmla="*/ 600288 w 7467600"/>
              <a:gd name="connsiteY237" fmla="*/ 3365555 h 6858000"/>
              <a:gd name="connsiteX238" fmla="*/ 840692 w 7467600"/>
              <a:gd name="connsiteY238" fmla="*/ 3284921 h 6858000"/>
              <a:gd name="connsiteX239" fmla="*/ 979248 w 7467600"/>
              <a:gd name="connsiteY239" fmla="*/ 3221003 h 6858000"/>
              <a:gd name="connsiteX240" fmla="*/ 1053282 w 7467600"/>
              <a:gd name="connsiteY240" fmla="*/ 3185247 h 6858000"/>
              <a:gd name="connsiteX241" fmla="*/ 1320603 w 7467600"/>
              <a:gd name="connsiteY241" fmla="*/ 3081281 h 6858000"/>
              <a:gd name="connsiteX242" fmla="*/ 1238695 w 7467600"/>
              <a:gd name="connsiteY242" fmla="*/ 3076820 h 6858000"/>
              <a:gd name="connsiteX243" fmla="*/ 5425627 w 7467600"/>
              <a:gd name="connsiteY243" fmla="*/ 2954192 h 6858000"/>
              <a:gd name="connsiteX244" fmla="*/ 5470770 w 7467600"/>
              <a:gd name="connsiteY244" fmla="*/ 3005435 h 6858000"/>
              <a:gd name="connsiteX245" fmla="*/ 5519779 w 7467600"/>
              <a:gd name="connsiteY245" fmla="*/ 4359223 h 6858000"/>
              <a:gd name="connsiteX246" fmla="*/ 5520293 w 7467600"/>
              <a:gd name="connsiteY246" fmla="*/ 4360602 h 6858000"/>
              <a:gd name="connsiteX247" fmla="*/ 5767221 w 7467600"/>
              <a:gd name="connsiteY247" fmla="*/ 4665564 h 6858000"/>
              <a:gd name="connsiteX248" fmla="*/ 6937169 w 7467600"/>
              <a:gd name="connsiteY248" fmla="*/ 4815941 h 6858000"/>
              <a:gd name="connsiteX249" fmla="*/ 6953922 w 7467600"/>
              <a:gd name="connsiteY249" fmla="*/ 4890068 h 6858000"/>
              <a:gd name="connsiteX250" fmla="*/ 6071359 w 7467600"/>
              <a:gd name="connsiteY250" fmla="*/ 4770770 h 6858000"/>
              <a:gd name="connsiteX251" fmla="*/ 6038839 w 7467600"/>
              <a:gd name="connsiteY251" fmla="*/ 4764474 h 6858000"/>
              <a:gd name="connsiteX252" fmla="*/ 6038706 w 7467600"/>
              <a:gd name="connsiteY252" fmla="*/ 4763847 h 6858000"/>
              <a:gd name="connsiteX253" fmla="*/ 6037784 w 7467600"/>
              <a:gd name="connsiteY253" fmla="*/ 4764270 h 6858000"/>
              <a:gd name="connsiteX254" fmla="*/ 6038839 w 7467600"/>
              <a:gd name="connsiteY254" fmla="*/ 4764474 h 6858000"/>
              <a:gd name="connsiteX255" fmla="*/ 6040338 w 7467600"/>
              <a:gd name="connsiteY255" fmla="*/ 4771418 h 6858000"/>
              <a:gd name="connsiteX256" fmla="*/ 6024488 w 7467600"/>
              <a:gd name="connsiteY256" fmla="*/ 4809903 h 6858000"/>
              <a:gd name="connsiteX257" fmla="*/ 5599771 w 7467600"/>
              <a:gd name="connsiteY257" fmla="*/ 5509652 h 6858000"/>
              <a:gd name="connsiteX258" fmla="*/ 5548843 w 7467600"/>
              <a:gd name="connsiteY258" fmla="*/ 5563845 h 6858000"/>
              <a:gd name="connsiteX259" fmla="*/ 5940952 w 7467600"/>
              <a:gd name="connsiteY259" fmla="*/ 6250028 h 6858000"/>
              <a:gd name="connsiteX260" fmla="*/ 6043441 w 7467600"/>
              <a:gd name="connsiteY260" fmla="*/ 6665847 h 6858000"/>
              <a:gd name="connsiteX261" fmla="*/ 6093432 w 7467600"/>
              <a:gd name="connsiteY261" fmla="*/ 6858000 h 6858000"/>
              <a:gd name="connsiteX262" fmla="*/ 6034344 w 7467600"/>
              <a:gd name="connsiteY262" fmla="*/ 6858000 h 6858000"/>
              <a:gd name="connsiteX263" fmla="*/ 6026679 w 7467600"/>
              <a:gd name="connsiteY263" fmla="*/ 6836959 h 6858000"/>
              <a:gd name="connsiteX264" fmla="*/ 5800441 w 7467600"/>
              <a:gd name="connsiteY264" fmla="*/ 6335286 h 6858000"/>
              <a:gd name="connsiteX265" fmla="*/ 5526562 w 7467600"/>
              <a:gd name="connsiteY265" fmla="*/ 5705388 h 6858000"/>
              <a:gd name="connsiteX266" fmla="*/ 5519640 w 7467600"/>
              <a:gd name="connsiteY266" fmla="*/ 5683774 h 6858000"/>
              <a:gd name="connsiteX267" fmla="*/ 5844559 w 7467600"/>
              <a:gd name="connsiteY267" fmla="*/ 6553349 h 6858000"/>
              <a:gd name="connsiteX268" fmla="*/ 5975994 w 7467600"/>
              <a:gd name="connsiteY268" fmla="*/ 6858000 h 6858000"/>
              <a:gd name="connsiteX269" fmla="*/ 5898547 w 7467600"/>
              <a:gd name="connsiteY269" fmla="*/ 6858000 h 6858000"/>
              <a:gd name="connsiteX270" fmla="*/ 5682041 w 7467600"/>
              <a:gd name="connsiteY270" fmla="*/ 6355860 h 6858000"/>
              <a:gd name="connsiteX271" fmla="*/ 5461758 w 7467600"/>
              <a:gd name="connsiteY271" fmla="*/ 5820220 h 6858000"/>
              <a:gd name="connsiteX272" fmla="*/ 5237282 w 7467600"/>
              <a:gd name="connsiteY272" fmla="*/ 6579086 h 6858000"/>
              <a:gd name="connsiteX273" fmla="*/ 5115009 w 7467600"/>
              <a:gd name="connsiteY273" fmla="*/ 6858000 h 6858000"/>
              <a:gd name="connsiteX274" fmla="*/ 5028074 w 7467600"/>
              <a:gd name="connsiteY274" fmla="*/ 6858000 h 6858000"/>
              <a:gd name="connsiteX275" fmla="*/ 5079508 w 7467600"/>
              <a:gd name="connsiteY275" fmla="*/ 6749074 h 6858000"/>
              <a:gd name="connsiteX276" fmla="*/ 5371846 w 7467600"/>
              <a:gd name="connsiteY276" fmla="*/ 5924413 h 6858000"/>
              <a:gd name="connsiteX277" fmla="*/ 5270512 w 7467600"/>
              <a:gd name="connsiteY277" fmla="*/ 6138975 h 6858000"/>
              <a:gd name="connsiteX278" fmla="*/ 5062409 w 7467600"/>
              <a:gd name="connsiteY278" fmla="*/ 6653544 h 6858000"/>
              <a:gd name="connsiteX279" fmla="*/ 5036628 w 7467600"/>
              <a:gd name="connsiteY279" fmla="*/ 6754247 h 6858000"/>
              <a:gd name="connsiteX280" fmla="*/ 5009112 w 7467600"/>
              <a:gd name="connsiteY280" fmla="*/ 6858000 h 6858000"/>
              <a:gd name="connsiteX281" fmla="*/ 4976679 w 7467600"/>
              <a:gd name="connsiteY281" fmla="*/ 6858000 h 6858000"/>
              <a:gd name="connsiteX282" fmla="*/ 5006537 w 7467600"/>
              <a:gd name="connsiteY282" fmla="*/ 6747068 h 6858000"/>
              <a:gd name="connsiteX283" fmla="*/ 5032723 w 7467600"/>
              <a:gd name="connsiteY283" fmla="*/ 6644957 h 6858000"/>
              <a:gd name="connsiteX284" fmla="*/ 5242949 w 7467600"/>
              <a:gd name="connsiteY284" fmla="*/ 6125175 h 6858000"/>
              <a:gd name="connsiteX285" fmla="*/ 5286321 w 7467600"/>
              <a:gd name="connsiteY285" fmla="*/ 6033555 h 6858000"/>
              <a:gd name="connsiteX286" fmla="*/ 5008210 w 7467600"/>
              <a:gd name="connsiteY286" fmla="*/ 6649194 h 6858000"/>
              <a:gd name="connsiteX287" fmla="*/ 4986321 w 7467600"/>
              <a:gd name="connsiteY287" fmla="*/ 6765687 h 6858000"/>
              <a:gd name="connsiteX288" fmla="*/ 4973474 w 7467600"/>
              <a:gd name="connsiteY288" fmla="*/ 6858000 h 6858000"/>
              <a:gd name="connsiteX289" fmla="*/ 4907178 w 7467600"/>
              <a:gd name="connsiteY289" fmla="*/ 6858000 h 6858000"/>
              <a:gd name="connsiteX290" fmla="*/ 4910810 w 7467600"/>
              <a:gd name="connsiteY290" fmla="*/ 6829660 h 6858000"/>
              <a:gd name="connsiteX291" fmla="*/ 4987461 w 7467600"/>
              <a:gd name="connsiteY291" fmla="*/ 6432994 h 6858000"/>
              <a:gd name="connsiteX292" fmla="*/ 5179262 w 7467600"/>
              <a:gd name="connsiteY292" fmla="*/ 6035044 h 6858000"/>
              <a:gd name="connsiteX293" fmla="*/ 4689678 w 7467600"/>
              <a:gd name="connsiteY293" fmla="*/ 6440241 h 6858000"/>
              <a:gd name="connsiteX294" fmla="*/ 4477543 w 7467600"/>
              <a:gd name="connsiteY294" fmla="*/ 6674836 h 6858000"/>
              <a:gd name="connsiteX295" fmla="*/ 4329957 w 7467600"/>
              <a:gd name="connsiteY295" fmla="*/ 6858000 h 6858000"/>
              <a:gd name="connsiteX296" fmla="*/ 4218595 w 7467600"/>
              <a:gd name="connsiteY296" fmla="*/ 6858000 h 6858000"/>
              <a:gd name="connsiteX297" fmla="*/ 4368888 w 7467600"/>
              <a:gd name="connsiteY297" fmla="*/ 6668412 h 6858000"/>
              <a:gd name="connsiteX298" fmla="*/ 4563091 w 7467600"/>
              <a:gd name="connsiteY298" fmla="*/ 6442508 h 6858000"/>
              <a:gd name="connsiteX299" fmla="*/ 5387324 w 7467600"/>
              <a:gd name="connsiteY299" fmla="*/ 5705830 h 6858000"/>
              <a:gd name="connsiteX300" fmla="*/ 5073620 w 7467600"/>
              <a:gd name="connsiteY300" fmla="*/ 5955437 h 6858000"/>
              <a:gd name="connsiteX301" fmla="*/ 4689789 w 7467600"/>
              <a:gd name="connsiteY301" fmla="*/ 6268382 h 6858000"/>
              <a:gd name="connsiteX302" fmla="*/ 4418722 w 7467600"/>
              <a:gd name="connsiteY302" fmla="*/ 6570886 h 6858000"/>
              <a:gd name="connsiteX303" fmla="*/ 4214944 w 7467600"/>
              <a:gd name="connsiteY303" fmla="*/ 6858000 h 6858000"/>
              <a:gd name="connsiteX304" fmla="*/ 4177898 w 7467600"/>
              <a:gd name="connsiteY304" fmla="*/ 6858000 h 6858000"/>
              <a:gd name="connsiteX305" fmla="*/ 4391597 w 7467600"/>
              <a:gd name="connsiteY305" fmla="*/ 6556370 h 6858000"/>
              <a:gd name="connsiteX306" fmla="*/ 4668889 w 7467600"/>
              <a:gd name="connsiteY306" fmla="*/ 6246399 h 6858000"/>
              <a:gd name="connsiteX307" fmla="*/ 5055427 w 7467600"/>
              <a:gd name="connsiteY307" fmla="*/ 5931476 h 6858000"/>
              <a:gd name="connsiteX308" fmla="*/ 5371814 w 7467600"/>
              <a:gd name="connsiteY308" fmla="*/ 5678975 h 6858000"/>
              <a:gd name="connsiteX309" fmla="*/ 4987918 w 7467600"/>
              <a:gd name="connsiteY309" fmla="*/ 5838701 h 6858000"/>
              <a:gd name="connsiteX310" fmla="*/ 4317146 w 7467600"/>
              <a:gd name="connsiteY310" fmla="*/ 6587716 h 6858000"/>
              <a:gd name="connsiteX311" fmla="*/ 4171627 w 7467600"/>
              <a:gd name="connsiteY311" fmla="*/ 6858000 h 6858000"/>
              <a:gd name="connsiteX312" fmla="*/ 4081585 w 7467600"/>
              <a:gd name="connsiteY312" fmla="*/ 6858000 h 6858000"/>
              <a:gd name="connsiteX313" fmla="*/ 4238603 w 7467600"/>
              <a:gd name="connsiteY313" fmla="*/ 6559341 h 6858000"/>
              <a:gd name="connsiteX314" fmla="*/ 4778333 w 7467600"/>
              <a:gd name="connsiteY314" fmla="*/ 5873626 h 6858000"/>
              <a:gd name="connsiteX315" fmla="*/ 5414185 w 7467600"/>
              <a:gd name="connsiteY315" fmla="*/ 5573882 h 6858000"/>
              <a:gd name="connsiteX316" fmla="*/ 5959648 w 7467600"/>
              <a:gd name="connsiteY316" fmla="*/ 4760797 h 6858000"/>
              <a:gd name="connsiteX317" fmla="*/ 5355019 w 7467600"/>
              <a:gd name="connsiteY317" fmla="*/ 4734672 h 6858000"/>
              <a:gd name="connsiteX318" fmla="*/ 5083565 w 7467600"/>
              <a:gd name="connsiteY318" fmla="*/ 5179121 h 6858000"/>
              <a:gd name="connsiteX319" fmla="*/ 4713577 w 7467600"/>
              <a:gd name="connsiteY319" fmla="*/ 5616803 h 6858000"/>
              <a:gd name="connsiteX320" fmla="*/ 3989559 w 7467600"/>
              <a:gd name="connsiteY320" fmla="*/ 6145945 h 6858000"/>
              <a:gd name="connsiteX321" fmla="*/ 3939824 w 7467600"/>
              <a:gd name="connsiteY321" fmla="*/ 6066900 h 6858000"/>
              <a:gd name="connsiteX322" fmla="*/ 4584537 w 7467600"/>
              <a:gd name="connsiteY322" fmla="*/ 5324826 h 6858000"/>
              <a:gd name="connsiteX323" fmla="*/ 5037105 w 7467600"/>
              <a:gd name="connsiteY323" fmla="*/ 5088765 h 6858000"/>
              <a:gd name="connsiteX324" fmla="*/ 5039930 w 7467600"/>
              <a:gd name="connsiteY324" fmla="*/ 5089585 h 6858000"/>
              <a:gd name="connsiteX325" fmla="*/ 5263764 w 7467600"/>
              <a:gd name="connsiteY325" fmla="*/ 4735525 h 6858000"/>
              <a:gd name="connsiteX326" fmla="*/ 4086300 w 7467600"/>
              <a:gd name="connsiteY326" fmla="*/ 4884599 h 6858000"/>
              <a:gd name="connsiteX327" fmla="*/ 4085485 w 7467600"/>
              <a:gd name="connsiteY327" fmla="*/ 4899070 h 6858000"/>
              <a:gd name="connsiteX328" fmla="*/ 3871915 w 7467600"/>
              <a:gd name="connsiteY328" fmla="*/ 5253645 h 6858000"/>
              <a:gd name="connsiteX329" fmla="*/ 3799374 w 7467600"/>
              <a:gd name="connsiteY329" fmla="*/ 5466127 h 6858000"/>
              <a:gd name="connsiteX330" fmla="*/ 3498850 w 7467600"/>
              <a:gd name="connsiteY330" fmla="*/ 6661888 h 6858000"/>
              <a:gd name="connsiteX331" fmla="*/ 3399216 w 7467600"/>
              <a:gd name="connsiteY331" fmla="*/ 6858000 h 6858000"/>
              <a:gd name="connsiteX332" fmla="*/ 3303688 w 7467600"/>
              <a:gd name="connsiteY332" fmla="*/ 6858000 h 6858000"/>
              <a:gd name="connsiteX333" fmla="*/ 3391774 w 7467600"/>
              <a:gd name="connsiteY333" fmla="*/ 6697181 h 6858000"/>
              <a:gd name="connsiteX334" fmla="*/ 3735540 w 7467600"/>
              <a:gd name="connsiteY334" fmla="*/ 5546923 h 6858000"/>
              <a:gd name="connsiteX335" fmla="*/ 3729438 w 7467600"/>
              <a:gd name="connsiteY335" fmla="*/ 5569058 h 6858000"/>
              <a:gd name="connsiteX336" fmla="*/ 3707782 w 7467600"/>
              <a:gd name="connsiteY336" fmla="*/ 5644908 h 6858000"/>
              <a:gd name="connsiteX337" fmla="*/ 3583827 w 7467600"/>
              <a:gd name="connsiteY337" fmla="*/ 6039215 h 6858000"/>
              <a:gd name="connsiteX338" fmla="*/ 3547861 w 7467600"/>
              <a:gd name="connsiteY338" fmla="*/ 6129609 h 6858000"/>
              <a:gd name="connsiteX339" fmla="*/ 3490905 w 7467600"/>
              <a:gd name="connsiteY339" fmla="*/ 6277660 h 6858000"/>
              <a:gd name="connsiteX340" fmla="*/ 3455859 w 7467600"/>
              <a:gd name="connsiteY340" fmla="*/ 6391301 h 6858000"/>
              <a:gd name="connsiteX341" fmla="*/ 3429112 w 7467600"/>
              <a:gd name="connsiteY341" fmla="*/ 6479469 h 6858000"/>
              <a:gd name="connsiteX342" fmla="*/ 3304862 w 7467600"/>
              <a:gd name="connsiteY342" fmla="*/ 6796476 h 6858000"/>
              <a:gd name="connsiteX343" fmla="*/ 3276071 w 7467600"/>
              <a:gd name="connsiteY343" fmla="*/ 6858000 h 6858000"/>
              <a:gd name="connsiteX344" fmla="*/ 3240805 w 7467600"/>
              <a:gd name="connsiteY344" fmla="*/ 6858000 h 6858000"/>
              <a:gd name="connsiteX345" fmla="*/ 3275917 w 7467600"/>
              <a:gd name="connsiteY345" fmla="*/ 6783192 h 6858000"/>
              <a:gd name="connsiteX346" fmla="*/ 3399358 w 7467600"/>
              <a:gd name="connsiteY346" fmla="*/ 6469011 h 6858000"/>
              <a:gd name="connsiteX347" fmla="*/ 3425650 w 7467600"/>
              <a:gd name="connsiteY347" fmla="*/ 6381333 h 6858000"/>
              <a:gd name="connsiteX348" fmla="*/ 3460661 w 7467600"/>
              <a:gd name="connsiteY348" fmla="*/ 6266763 h 6858000"/>
              <a:gd name="connsiteX349" fmla="*/ 3518021 w 7467600"/>
              <a:gd name="connsiteY349" fmla="*/ 6117298 h 6858000"/>
              <a:gd name="connsiteX350" fmla="*/ 3554035 w 7467600"/>
              <a:gd name="connsiteY350" fmla="*/ 6027832 h 6858000"/>
              <a:gd name="connsiteX351" fmla="*/ 3677174 w 7467600"/>
              <a:gd name="connsiteY351" fmla="*/ 5636351 h 6858000"/>
              <a:gd name="connsiteX352" fmla="*/ 3698819 w 7467600"/>
              <a:gd name="connsiteY352" fmla="*/ 5560503 h 6858000"/>
              <a:gd name="connsiteX353" fmla="*/ 3702094 w 7467600"/>
              <a:gd name="connsiteY353" fmla="*/ 5549194 h 6858000"/>
              <a:gd name="connsiteX354" fmla="*/ 3398355 w 7467600"/>
              <a:gd name="connsiteY354" fmla="*/ 6094603 h 6858000"/>
              <a:gd name="connsiteX355" fmla="*/ 3193941 w 7467600"/>
              <a:gd name="connsiteY355" fmla="*/ 6798775 h 6858000"/>
              <a:gd name="connsiteX356" fmla="*/ 3184140 w 7467600"/>
              <a:gd name="connsiteY356" fmla="*/ 6858000 h 6858000"/>
              <a:gd name="connsiteX357" fmla="*/ 3099978 w 7467600"/>
              <a:gd name="connsiteY357" fmla="*/ 6858000 h 6858000"/>
              <a:gd name="connsiteX358" fmla="*/ 3101556 w 7467600"/>
              <a:gd name="connsiteY358" fmla="*/ 6843337 h 6858000"/>
              <a:gd name="connsiteX359" fmla="*/ 3370162 w 7467600"/>
              <a:gd name="connsiteY359" fmla="*/ 5785550 h 6858000"/>
              <a:gd name="connsiteX360" fmla="*/ 3746477 w 7467600"/>
              <a:gd name="connsiteY360" fmla="*/ 5377889 h 6858000"/>
              <a:gd name="connsiteX361" fmla="*/ 3863399 w 7467600"/>
              <a:gd name="connsiteY361" fmla="*/ 5087257 h 6858000"/>
              <a:gd name="connsiteX362" fmla="*/ 3968712 w 7467600"/>
              <a:gd name="connsiteY362" fmla="*/ 4913989 h 6858000"/>
              <a:gd name="connsiteX363" fmla="*/ 2792390 w 7467600"/>
              <a:gd name="connsiteY363" fmla="*/ 5382974 h 6858000"/>
              <a:gd name="connsiteX364" fmla="*/ 2714982 w 7467600"/>
              <a:gd name="connsiteY364" fmla="*/ 5427051 h 6858000"/>
              <a:gd name="connsiteX365" fmla="*/ 2813361 w 7467600"/>
              <a:gd name="connsiteY365" fmla="*/ 6023912 h 6858000"/>
              <a:gd name="connsiteX366" fmla="*/ 2688430 w 7467600"/>
              <a:gd name="connsiteY366" fmla="*/ 6801564 h 6858000"/>
              <a:gd name="connsiteX367" fmla="*/ 2629626 w 7467600"/>
              <a:gd name="connsiteY367" fmla="*/ 6763394 h 6858000"/>
              <a:gd name="connsiteX368" fmla="*/ 2565328 w 7467600"/>
              <a:gd name="connsiteY368" fmla="*/ 5516399 h 6858000"/>
              <a:gd name="connsiteX369" fmla="*/ 1922999 w 7467600"/>
              <a:gd name="connsiteY369" fmla="*/ 5980343 h 6858000"/>
              <a:gd name="connsiteX370" fmla="*/ 1950261 w 7467600"/>
              <a:gd name="connsiteY370" fmla="*/ 6405858 h 6858000"/>
              <a:gd name="connsiteX371" fmla="*/ 2365554 w 7467600"/>
              <a:gd name="connsiteY371" fmla="*/ 6759107 h 6858000"/>
              <a:gd name="connsiteX372" fmla="*/ 2424142 w 7467600"/>
              <a:gd name="connsiteY372" fmla="*/ 6858000 h 6858000"/>
              <a:gd name="connsiteX373" fmla="*/ 2395994 w 7467600"/>
              <a:gd name="connsiteY373" fmla="*/ 6858000 h 6858000"/>
              <a:gd name="connsiteX374" fmla="*/ 2392863 w 7467600"/>
              <a:gd name="connsiteY374" fmla="*/ 6852964 h 6858000"/>
              <a:gd name="connsiteX375" fmla="*/ 2017589 w 7467600"/>
              <a:gd name="connsiteY375" fmla="*/ 6493982 h 6858000"/>
              <a:gd name="connsiteX376" fmla="*/ 2147336 w 7467600"/>
              <a:gd name="connsiteY376" fmla="*/ 6594052 h 6858000"/>
              <a:gd name="connsiteX377" fmla="*/ 2207047 w 7467600"/>
              <a:gd name="connsiteY377" fmla="*/ 6654540 h 6858000"/>
              <a:gd name="connsiteX378" fmla="*/ 2299106 w 7467600"/>
              <a:gd name="connsiteY378" fmla="*/ 6778931 h 6858000"/>
              <a:gd name="connsiteX379" fmla="*/ 2314430 w 7467600"/>
              <a:gd name="connsiteY379" fmla="*/ 6801144 h 6858000"/>
              <a:gd name="connsiteX380" fmla="*/ 2352406 w 7467600"/>
              <a:gd name="connsiteY380" fmla="*/ 6858000 h 6858000"/>
              <a:gd name="connsiteX381" fmla="*/ 2314492 w 7467600"/>
              <a:gd name="connsiteY381" fmla="*/ 6858000 h 6858000"/>
              <a:gd name="connsiteX382" fmla="*/ 2288095 w 7467600"/>
              <a:gd name="connsiteY382" fmla="*/ 6818030 h 6858000"/>
              <a:gd name="connsiteX383" fmla="*/ 2272768 w 7467600"/>
              <a:gd name="connsiteY383" fmla="*/ 6795822 h 6858000"/>
              <a:gd name="connsiteX384" fmla="*/ 2182715 w 7467600"/>
              <a:gd name="connsiteY384" fmla="*/ 6675071 h 6858000"/>
              <a:gd name="connsiteX385" fmla="*/ 2032061 w 7467600"/>
              <a:gd name="connsiteY385" fmla="*/ 6541380 h 6858000"/>
              <a:gd name="connsiteX386" fmla="*/ 2257220 w 7467600"/>
              <a:gd name="connsiteY386" fmla="*/ 6826257 h 6858000"/>
              <a:gd name="connsiteX387" fmla="*/ 2281324 w 7467600"/>
              <a:gd name="connsiteY387" fmla="*/ 6858000 h 6858000"/>
              <a:gd name="connsiteX388" fmla="*/ 2242860 w 7467600"/>
              <a:gd name="connsiteY388" fmla="*/ 6858000 h 6858000"/>
              <a:gd name="connsiteX389" fmla="*/ 2232818 w 7467600"/>
              <a:gd name="connsiteY389" fmla="*/ 6844926 h 6858000"/>
              <a:gd name="connsiteX390" fmla="*/ 1990172 w 7467600"/>
              <a:gd name="connsiteY390" fmla="*/ 6542121 h 6858000"/>
              <a:gd name="connsiteX391" fmla="*/ 2124090 w 7467600"/>
              <a:gd name="connsiteY391" fmla="*/ 6761017 h 6858000"/>
              <a:gd name="connsiteX392" fmla="*/ 2200380 w 7467600"/>
              <a:gd name="connsiteY392" fmla="*/ 6858000 h 6858000"/>
              <a:gd name="connsiteX393" fmla="*/ 2147507 w 7467600"/>
              <a:gd name="connsiteY393" fmla="*/ 6858000 h 6858000"/>
              <a:gd name="connsiteX394" fmla="*/ 2070668 w 7467600"/>
              <a:gd name="connsiteY394" fmla="*/ 6761520 h 6858000"/>
              <a:gd name="connsiteX395" fmla="*/ 1975142 w 7467600"/>
              <a:gd name="connsiteY395" fmla="*/ 6585570 h 6858000"/>
              <a:gd name="connsiteX396" fmla="*/ 2050035 w 7467600"/>
              <a:gd name="connsiteY396" fmla="*/ 6813345 h 6858000"/>
              <a:gd name="connsiteX397" fmla="*/ 2063025 w 7467600"/>
              <a:gd name="connsiteY397" fmla="*/ 6858000 h 6858000"/>
              <a:gd name="connsiteX398" fmla="*/ 2021675 w 7467600"/>
              <a:gd name="connsiteY398" fmla="*/ 6858000 h 6858000"/>
              <a:gd name="connsiteX399" fmla="*/ 2019308 w 7467600"/>
              <a:gd name="connsiteY399" fmla="*/ 6847118 h 6858000"/>
              <a:gd name="connsiteX400" fmla="*/ 1938835 w 7467600"/>
              <a:gd name="connsiteY400" fmla="*/ 6551160 h 6858000"/>
              <a:gd name="connsiteX401" fmla="*/ 1953230 w 7467600"/>
              <a:gd name="connsiteY401" fmla="*/ 6759699 h 6858000"/>
              <a:gd name="connsiteX402" fmla="*/ 1956763 w 7467600"/>
              <a:gd name="connsiteY402" fmla="*/ 6778191 h 6858000"/>
              <a:gd name="connsiteX403" fmla="*/ 1967925 w 7467600"/>
              <a:gd name="connsiteY403" fmla="*/ 6858000 h 6858000"/>
              <a:gd name="connsiteX404" fmla="*/ 1936622 w 7467600"/>
              <a:gd name="connsiteY404" fmla="*/ 6858000 h 6858000"/>
              <a:gd name="connsiteX405" fmla="*/ 1926261 w 7467600"/>
              <a:gd name="connsiteY405" fmla="*/ 6784064 h 6858000"/>
              <a:gd name="connsiteX406" fmla="*/ 1922724 w 7467600"/>
              <a:gd name="connsiteY406" fmla="*/ 6765577 h 6858000"/>
              <a:gd name="connsiteX407" fmla="*/ 1904650 w 7467600"/>
              <a:gd name="connsiteY407" fmla="*/ 6639616 h 6858000"/>
              <a:gd name="connsiteX408" fmla="*/ 1885273 w 7467600"/>
              <a:gd name="connsiteY408" fmla="*/ 6858000 h 6858000"/>
              <a:gd name="connsiteX409" fmla="*/ 1854363 w 7467600"/>
              <a:gd name="connsiteY409" fmla="*/ 6858000 h 6858000"/>
              <a:gd name="connsiteX410" fmla="*/ 1880391 w 7467600"/>
              <a:gd name="connsiteY410" fmla="*/ 6603796 h 6858000"/>
              <a:gd name="connsiteX411" fmla="*/ 1818273 w 7467600"/>
              <a:gd name="connsiteY411" fmla="*/ 6715729 h 6858000"/>
              <a:gd name="connsiteX412" fmla="*/ 1794691 w 7467600"/>
              <a:gd name="connsiteY412" fmla="*/ 6843239 h 6858000"/>
              <a:gd name="connsiteX413" fmla="*/ 1794914 w 7467600"/>
              <a:gd name="connsiteY413" fmla="*/ 6858000 h 6858000"/>
              <a:gd name="connsiteX414" fmla="*/ 1746128 w 7467600"/>
              <a:gd name="connsiteY414" fmla="*/ 6858000 h 6858000"/>
              <a:gd name="connsiteX415" fmla="*/ 1753934 w 7467600"/>
              <a:gd name="connsiteY415" fmla="*/ 6724796 h 6858000"/>
              <a:gd name="connsiteX416" fmla="*/ 1792053 w 7467600"/>
              <a:gd name="connsiteY416" fmla="*/ 6572396 h 6858000"/>
              <a:gd name="connsiteX417" fmla="*/ 1862248 w 7467600"/>
              <a:gd name="connsiteY417" fmla="*/ 6266397 h 6858000"/>
              <a:gd name="connsiteX418" fmla="*/ 1862250 w 7467600"/>
              <a:gd name="connsiteY418" fmla="*/ 6033531 h 6858000"/>
              <a:gd name="connsiteX419" fmla="*/ 1211999 w 7467600"/>
              <a:gd name="connsiteY419" fmla="*/ 6683610 h 6858000"/>
              <a:gd name="connsiteX420" fmla="*/ 1213266 w 7467600"/>
              <a:gd name="connsiteY420" fmla="*/ 6691947 h 6858000"/>
              <a:gd name="connsiteX421" fmla="*/ 1203370 w 7467600"/>
              <a:gd name="connsiteY421" fmla="*/ 6850676 h 6858000"/>
              <a:gd name="connsiteX422" fmla="*/ 1203671 w 7467600"/>
              <a:gd name="connsiteY422" fmla="*/ 6858000 h 6858000"/>
              <a:gd name="connsiteX423" fmla="*/ 1143180 w 7467600"/>
              <a:gd name="connsiteY423" fmla="*/ 6858000 h 6858000"/>
              <a:gd name="connsiteX424" fmla="*/ 1142176 w 7467600"/>
              <a:gd name="connsiteY424" fmla="*/ 6766045 h 6858000"/>
              <a:gd name="connsiteX425" fmla="*/ 1067484 w 7467600"/>
              <a:gd name="connsiteY425" fmla="*/ 6858000 h 6858000"/>
              <a:gd name="connsiteX426" fmla="*/ 953928 w 7467600"/>
              <a:gd name="connsiteY426" fmla="*/ 6858000 h 6858000"/>
              <a:gd name="connsiteX427" fmla="*/ 959715 w 7467600"/>
              <a:gd name="connsiteY427" fmla="*/ 6850185 h 6858000"/>
              <a:gd name="connsiteX428" fmla="*/ 1483788 w 7467600"/>
              <a:gd name="connsiteY428" fmla="*/ 6259174 h 6858000"/>
              <a:gd name="connsiteX429" fmla="*/ 1100671 w 7467600"/>
              <a:gd name="connsiteY429" fmla="*/ 6252137 h 6858000"/>
              <a:gd name="connsiteX430" fmla="*/ 1090144 w 7467600"/>
              <a:gd name="connsiteY430" fmla="*/ 6256748 h 6858000"/>
              <a:gd name="connsiteX431" fmla="*/ 1095872 w 7467600"/>
              <a:gd name="connsiteY431" fmla="*/ 6271892 h 6858000"/>
              <a:gd name="connsiteX432" fmla="*/ 262785 w 7467600"/>
              <a:gd name="connsiteY432" fmla="*/ 6845450 h 6858000"/>
              <a:gd name="connsiteX433" fmla="*/ 209968 w 7467600"/>
              <a:gd name="connsiteY433" fmla="*/ 6770713 h 6858000"/>
              <a:gd name="connsiteX434" fmla="*/ 873460 w 7467600"/>
              <a:gd name="connsiteY434" fmla="*/ 6253768 h 6858000"/>
              <a:gd name="connsiteX435" fmla="*/ 192686 w 7467600"/>
              <a:gd name="connsiteY435" fmla="*/ 5849257 h 6858000"/>
              <a:gd name="connsiteX436" fmla="*/ 4696 w 7467600"/>
              <a:gd name="connsiteY436" fmla="*/ 5697668 h 6858000"/>
              <a:gd name="connsiteX437" fmla="*/ 0 w 7467600"/>
              <a:gd name="connsiteY437" fmla="*/ 5689984 h 6858000"/>
              <a:gd name="connsiteX438" fmla="*/ 0 w 7467600"/>
              <a:gd name="connsiteY438" fmla="*/ 5513472 h 6858000"/>
              <a:gd name="connsiteX439" fmla="*/ 174101 w 7467600"/>
              <a:gd name="connsiteY439" fmla="*/ 5620277 h 6858000"/>
              <a:gd name="connsiteX440" fmla="*/ 891800 w 7467600"/>
              <a:gd name="connsiteY440" fmla="*/ 6036935 h 6858000"/>
              <a:gd name="connsiteX441" fmla="*/ 1072219 w 7467600"/>
              <a:gd name="connsiteY441" fmla="*/ 6169443 h 6858000"/>
              <a:gd name="connsiteX442" fmla="*/ 1074117 w 7467600"/>
              <a:gd name="connsiteY442" fmla="*/ 6170301 h 6858000"/>
              <a:gd name="connsiteX443" fmla="*/ 1083114 w 7467600"/>
              <a:gd name="connsiteY443" fmla="*/ 6174131 h 6858000"/>
              <a:gd name="connsiteX444" fmla="*/ 1543010 w 7467600"/>
              <a:gd name="connsiteY444" fmla="*/ 6191140 h 6858000"/>
              <a:gd name="connsiteX445" fmla="*/ 1551080 w 7467600"/>
              <a:gd name="connsiteY445" fmla="*/ 6195006 h 6858000"/>
              <a:gd name="connsiteX446" fmla="*/ 2345443 w 7467600"/>
              <a:gd name="connsiteY446" fmla="*/ 5549882 h 6858000"/>
              <a:gd name="connsiteX447" fmla="*/ 1721499 w 7467600"/>
              <a:gd name="connsiteY447" fmla="*/ 5599969 h 6858000"/>
              <a:gd name="connsiteX448" fmla="*/ 767716 w 7467600"/>
              <a:gd name="connsiteY448" fmla="*/ 5472768 h 6858000"/>
              <a:gd name="connsiteX449" fmla="*/ 722147 w 7467600"/>
              <a:gd name="connsiteY449" fmla="*/ 5393091 h 6858000"/>
              <a:gd name="connsiteX450" fmla="*/ 1485552 w 7467600"/>
              <a:gd name="connsiteY450" fmla="*/ 5313202 h 6858000"/>
              <a:gd name="connsiteX451" fmla="*/ 2143004 w 7467600"/>
              <a:gd name="connsiteY451" fmla="*/ 5402420 h 6858000"/>
              <a:gd name="connsiteX452" fmla="*/ 1933391 w 7467600"/>
              <a:gd name="connsiteY452" fmla="*/ 5156971 h 6858000"/>
              <a:gd name="connsiteX453" fmla="*/ 1827118 w 7467600"/>
              <a:gd name="connsiteY453" fmla="*/ 4968410 h 6858000"/>
              <a:gd name="connsiteX454" fmla="*/ 1837349 w 7467600"/>
              <a:gd name="connsiteY454" fmla="*/ 4956357 h 6858000"/>
              <a:gd name="connsiteX455" fmla="*/ 2162835 w 7467600"/>
              <a:gd name="connsiteY455" fmla="*/ 5187853 h 6858000"/>
              <a:gd name="connsiteX456" fmla="*/ 2257167 w 7467600"/>
              <a:gd name="connsiteY456" fmla="*/ 5462123 h 6858000"/>
              <a:gd name="connsiteX457" fmla="*/ 2261598 w 7467600"/>
              <a:gd name="connsiteY457" fmla="*/ 5467998 h 6858000"/>
              <a:gd name="connsiteX458" fmla="*/ 2437177 w 7467600"/>
              <a:gd name="connsiteY458" fmla="*/ 5479608 h 6858000"/>
              <a:gd name="connsiteX459" fmla="*/ 2445247 w 7467600"/>
              <a:gd name="connsiteY459" fmla="*/ 5483476 h 6858000"/>
              <a:gd name="connsiteX460" fmla="*/ 2743626 w 7467600"/>
              <a:gd name="connsiteY460" fmla="*/ 5304819 h 6858000"/>
              <a:gd name="connsiteX461" fmla="*/ 3048102 w 7467600"/>
              <a:gd name="connsiteY461" fmla="*/ 5150595 h 6858000"/>
              <a:gd name="connsiteX462" fmla="*/ 1799414 w 7467600"/>
              <a:gd name="connsiteY462" fmla="*/ 4694732 h 6858000"/>
              <a:gd name="connsiteX463" fmla="*/ 1771735 w 7467600"/>
              <a:gd name="connsiteY463" fmla="*/ 4619929 h 6858000"/>
              <a:gd name="connsiteX464" fmla="*/ 3104273 w 7467600"/>
              <a:gd name="connsiteY464" fmla="*/ 5076159 h 6858000"/>
              <a:gd name="connsiteX465" fmla="*/ 3113245 w 7467600"/>
              <a:gd name="connsiteY465" fmla="*/ 5090705 h 6858000"/>
              <a:gd name="connsiteX466" fmla="*/ 3126294 w 7467600"/>
              <a:gd name="connsiteY466" fmla="*/ 5114400 h 6858000"/>
              <a:gd name="connsiteX467" fmla="*/ 3937433 w 7467600"/>
              <a:gd name="connsiteY467" fmla="*/ 4830473 h 6858000"/>
              <a:gd name="connsiteX468" fmla="*/ 3590475 w 7467600"/>
              <a:gd name="connsiteY468" fmla="*/ 4597974 h 6858000"/>
              <a:gd name="connsiteX469" fmla="*/ 3100264 w 7467600"/>
              <a:gd name="connsiteY469" fmla="*/ 4579845 h 6858000"/>
              <a:gd name="connsiteX470" fmla="*/ 2183576 w 7467600"/>
              <a:gd name="connsiteY470" fmla="*/ 4227150 h 6858000"/>
              <a:gd name="connsiteX471" fmla="*/ 2151029 w 7467600"/>
              <a:gd name="connsiteY471" fmla="*/ 4146947 h 6858000"/>
              <a:gd name="connsiteX472" fmla="*/ 3563434 w 7467600"/>
              <a:gd name="connsiteY472" fmla="*/ 4469115 h 6858000"/>
              <a:gd name="connsiteX473" fmla="*/ 3177952 w 7467600"/>
              <a:gd name="connsiteY473" fmla="*/ 3657386 h 6858000"/>
              <a:gd name="connsiteX474" fmla="*/ 3189263 w 7467600"/>
              <a:gd name="connsiteY474" fmla="*/ 3625726 h 6858000"/>
              <a:gd name="connsiteX475" fmla="*/ 3560912 w 7467600"/>
              <a:gd name="connsiteY475" fmla="*/ 4079863 h 6858000"/>
              <a:gd name="connsiteX476" fmla="*/ 3626636 w 7467600"/>
              <a:gd name="connsiteY476" fmla="*/ 4512230 h 6858000"/>
              <a:gd name="connsiteX477" fmla="*/ 3653088 w 7467600"/>
              <a:gd name="connsiteY477" fmla="*/ 4521417 h 6858000"/>
              <a:gd name="connsiteX478" fmla="*/ 3988128 w 7467600"/>
              <a:gd name="connsiteY478" fmla="*/ 4817267 h 6858000"/>
              <a:gd name="connsiteX479" fmla="*/ 4830582 w 7467600"/>
              <a:gd name="connsiteY479" fmla="*/ 4676000 h 6858000"/>
              <a:gd name="connsiteX480" fmla="*/ 4830100 w 7467600"/>
              <a:gd name="connsiteY480" fmla="*/ 4675554 h 6858000"/>
              <a:gd name="connsiteX481" fmla="*/ 4036318 w 7467600"/>
              <a:gd name="connsiteY481" fmla="*/ 4147013 h 6858000"/>
              <a:gd name="connsiteX482" fmla="*/ 3432098 w 7467600"/>
              <a:gd name="connsiteY482" fmla="*/ 3537312 h 6858000"/>
              <a:gd name="connsiteX483" fmla="*/ 3446761 w 7467600"/>
              <a:gd name="connsiteY483" fmla="*/ 3461278 h 6858000"/>
              <a:gd name="connsiteX484" fmla="*/ 4419733 w 7467600"/>
              <a:gd name="connsiteY484" fmla="*/ 3963555 h 6858000"/>
              <a:gd name="connsiteX485" fmla="*/ 4781371 w 7467600"/>
              <a:gd name="connsiteY485" fmla="*/ 4458604 h 6858000"/>
              <a:gd name="connsiteX486" fmla="*/ 4780440 w 7467600"/>
              <a:gd name="connsiteY486" fmla="*/ 4470290 h 6858000"/>
              <a:gd name="connsiteX487" fmla="*/ 4898954 w 7467600"/>
              <a:gd name="connsiteY487" fmla="*/ 4662092 h 6858000"/>
              <a:gd name="connsiteX488" fmla="*/ 4900699 w 7467600"/>
              <a:gd name="connsiteY488" fmla="*/ 4670867 h 6858000"/>
              <a:gd name="connsiteX489" fmla="*/ 5714511 w 7467600"/>
              <a:gd name="connsiteY489" fmla="*/ 4663483 h 6858000"/>
              <a:gd name="connsiteX490" fmla="*/ 5464793 w 7467600"/>
              <a:gd name="connsiteY490" fmla="*/ 4393556 h 6858000"/>
              <a:gd name="connsiteX491" fmla="*/ 5461897 w 7467600"/>
              <a:gd name="connsiteY491" fmla="*/ 4390879 h 6858000"/>
              <a:gd name="connsiteX492" fmla="*/ 4294126 w 7467600"/>
              <a:gd name="connsiteY492" fmla="*/ 3303048 h 6858000"/>
              <a:gd name="connsiteX493" fmla="*/ 4305321 w 7467600"/>
              <a:gd name="connsiteY493" fmla="*/ 3256953 h 6858000"/>
              <a:gd name="connsiteX494" fmla="*/ 4949299 w 7467600"/>
              <a:gd name="connsiteY494" fmla="*/ 3766336 h 6858000"/>
              <a:gd name="connsiteX495" fmla="*/ 5291452 w 7467600"/>
              <a:gd name="connsiteY495" fmla="*/ 4076801 h 6858000"/>
              <a:gd name="connsiteX496" fmla="*/ 5434998 w 7467600"/>
              <a:gd name="connsiteY496" fmla="*/ 4254100 h 6858000"/>
              <a:gd name="connsiteX497" fmla="*/ 5351015 w 7467600"/>
              <a:gd name="connsiteY497" fmla="*/ 3760989 h 6858000"/>
              <a:gd name="connsiteX498" fmla="*/ 5413780 w 7467600"/>
              <a:gd name="connsiteY498" fmla="*/ 2966265 h 6858000"/>
              <a:gd name="connsiteX499" fmla="*/ 5425627 w 7467600"/>
              <a:gd name="connsiteY499" fmla="*/ 2954192 h 6858000"/>
              <a:gd name="connsiteX500" fmla="*/ 6604735 w 7467600"/>
              <a:gd name="connsiteY500" fmla="*/ 2041381 h 6858000"/>
              <a:gd name="connsiteX501" fmla="*/ 7204487 w 7467600"/>
              <a:gd name="connsiteY501" fmla="*/ 2742112 h 6858000"/>
              <a:gd name="connsiteX502" fmla="*/ 7131592 w 7467600"/>
              <a:gd name="connsiteY502" fmla="*/ 2672096 h 6858000"/>
              <a:gd name="connsiteX503" fmla="*/ 6996344 w 7467600"/>
              <a:gd name="connsiteY503" fmla="*/ 2518310 h 6858000"/>
              <a:gd name="connsiteX504" fmla="*/ 6735495 w 7467600"/>
              <a:gd name="connsiteY504" fmla="*/ 2196890 h 6858000"/>
              <a:gd name="connsiteX505" fmla="*/ 6721901 w 7467600"/>
              <a:gd name="connsiteY505" fmla="*/ 2179274 h 6858000"/>
              <a:gd name="connsiteX506" fmla="*/ 6604735 w 7467600"/>
              <a:gd name="connsiteY506" fmla="*/ 2041381 h 6858000"/>
              <a:gd name="connsiteX507" fmla="*/ 6591670 w 7467600"/>
              <a:gd name="connsiteY507" fmla="*/ 1988277 h 6858000"/>
              <a:gd name="connsiteX508" fmla="*/ 6747349 w 7467600"/>
              <a:gd name="connsiteY508" fmla="*/ 2160069 h 6858000"/>
              <a:gd name="connsiteX509" fmla="*/ 6760943 w 7467600"/>
              <a:gd name="connsiteY509" fmla="*/ 2177686 h 6858000"/>
              <a:gd name="connsiteX510" fmla="*/ 7021065 w 7467600"/>
              <a:gd name="connsiteY510" fmla="*/ 2498102 h 6858000"/>
              <a:gd name="connsiteX511" fmla="*/ 7155223 w 7467600"/>
              <a:gd name="connsiteY511" fmla="*/ 2650386 h 6858000"/>
              <a:gd name="connsiteX512" fmla="*/ 7203167 w 7467600"/>
              <a:gd name="connsiteY512" fmla="*/ 2697288 h 6858000"/>
              <a:gd name="connsiteX513" fmla="*/ 6937703 w 7467600"/>
              <a:gd name="connsiteY513" fmla="*/ 2321981 h 6858000"/>
              <a:gd name="connsiteX514" fmla="*/ 6591670 w 7467600"/>
              <a:gd name="connsiteY514" fmla="*/ 1988277 h 6858000"/>
              <a:gd name="connsiteX515" fmla="*/ 5798671 w 7467600"/>
              <a:gd name="connsiteY515" fmla="*/ 1981601 h 6858000"/>
              <a:gd name="connsiteX516" fmla="*/ 5754709 w 7467600"/>
              <a:gd name="connsiteY516" fmla="*/ 2071454 h 6858000"/>
              <a:gd name="connsiteX517" fmla="*/ 5763044 w 7467600"/>
              <a:gd name="connsiteY517" fmla="*/ 2842206 h 6858000"/>
              <a:gd name="connsiteX518" fmla="*/ 5764974 w 7467600"/>
              <a:gd name="connsiteY518" fmla="*/ 2799609 h 6858000"/>
              <a:gd name="connsiteX519" fmla="*/ 5767665 w 7467600"/>
              <a:gd name="connsiteY519" fmla="*/ 2666409 h 6858000"/>
              <a:gd name="connsiteX520" fmla="*/ 5763055 w 7467600"/>
              <a:gd name="connsiteY520" fmla="*/ 2579705 h 6858000"/>
              <a:gd name="connsiteX521" fmla="*/ 5758079 w 7467600"/>
              <a:gd name="connsiteY521" fmla="*/ 2492508 h 6858000"/>
              <a:gd name="connsiteX522" fmla="*/ 5779325 w 7467600"/>
              <a:gd name="connsiteY522" fmla="*/ 2197069 h 6858000"/>
              <a:gd name="connsiteX523" fmla="*/ 5798671 w 7467600"/>
              <a:gd name="connsiteY523" fmla="*/ 1981601 h 6858000"/>
              <a:gd name="connsiteX524" fmla="*/ 5829202 w 7467600"/>
              <a:gd name="connsiteY524" fmla="*/ 1971679 h 6858000"/>
              <a:gd name="connsiteX525" fmla="*/ 5809558 w 7467600"/>
              <a:gd name="connsiteY525" fmla="*/ 2198043 h 6858000"/>
              <a:gd name="connsiteX526" fmla="*/ 5788653 w 7467600"/>
              <a:gd name="connsiteY526" fmla="*/ 2489430 h 6858000"/>
              <a:gd name="connsiteX527" fmla="*/ 5793439 w 7467600"/>
              <a:gd name="connsiteY527" fmla="*/ 2575235 h 6858000"/>
              <a:gd name="connsiteX528" fmla="*/ 5796837 w 7467600"/>
              <a:gd name="connsiteY528" fmla="*/ 2637633 h 6858000"/>
              <a:gd name="connsiteX529" fmla="*/ 5818614 w 7467600"/>
              <a:gd name="connsiteY529" fmla="*/ 2473055 h 6858000"/>
              <a:gd name="connsiteX530" fmla="*/ 5829202 w 7467600"/>
              <a:gd name="connsiteY530" fmla="*/ 1971679 h 6858000"/>
              <a:gd name="connsiteX531" fmla="*/ 5911389 w 7467600"/>
              <a:gd name="connsiteY531" fmla="*/ 1898371 h 6858000"/>
              <a:gd name="connsiteX532" fmla="*/ 6237627 w 7467600"/>
              <a:gd name="connsiteY532" fmla="*/ 2231921 h 6858000"/>
              <a:gd name="connsiteX533" fmla="*/ 5911389 w 7467600"/>
              <a:gd name="connsiteY533" fmla="*/ 1898371 h 6858000"/>
              <a:gd name="connsiteX534" fmla="*/ 6944437 w 7467600"/>
              <a:gd name="connsiteY534" fmla="*/ 1575402 h 6858000"/>
              <a:gd name="connsiteX535" fmla="*/ 6304730 w 7467600"/>
              <a:gd name="connsiteY535" fmla="*/ 1766654 h 6858000"/>
              <a:gd name="connsiteX536" fmla="*/ 6944437 w 7467600"/>
              <a:gd name="connsiteY536" fmla="*/ 1575402 h 6858000"/>
              <a:gd name="connsiteX537" fmla="*/ 7019523 w 7467600"/>
              <a:gd name="connsiteY537" fmla="*/ 1519450 h 6858000"/>
              <a:gd name="connsiteX538" fmla="*/ 6298091 w 7467600"/>
              <a:gd name="connsiteY538" fmla="*/ 1737122 h 6858000"/>
              <a:gd name="connsiteX539" fmla="*/ 7019523 w 7467600"/>
              <a:gd name="connsiteY539" fmla="*/ 1519450 h 6858000"/>
              <a:gd name="connsiteX540" fmla="*/ 2399523 w 7467600"/>
              <a:gd name="connsiteY540" fmla="*/ 1428234 h 6858000"/>
              <a:gd name="connsiteX541" fmla="*/ 2224982 w 7467600"/>
              <a:gd name="connsiteY541" fmla="*/ 1826201 h 6858000"/>
              <a:gd name="connsiteX542" fmla="*/ 2096099 w 7467600"/>
              <a:gd name="connsiteY542" fmla="*/ 2345900 h 6858000"/>
              <a:gd name="connsiteX543" fmla="*/ 2283317 w 7467600"/>
              <a:gd name="connsiteY543" fmla="*/ 1796925 h 6858000"/>
              <a:gd name="connsiteX544" fmla="*/ 2399523 w 7467600"/>
              <a:gd name="connsiteY544" fmla="*/ 1428234 h 6858000"/>
              <a:gd name="connsiteX545" fmla="*/ 2448558 w 7467600"/>
              <a:gd name="connsiteY545" fmla="*/ 1373435 h 6858000"/>
              <a:gd name="connsiteX546" fmla="*/ 2312521 w 7467600"/>
              <a:gd name="connsiteY546" fmla="*/ 1806140 h 6858000"/>
              <a:gd name="connsiteX547" fmla="*/ 2127533 w 7467600"/>
              <a:gd name="connsiteY547" fmla="*/ 2348380 h 6858000"/>
              <a:gd name="connsiteX548" fmla="*/ 2358080 w 7467600"/>
              <a:gd name="connsiteY548" fmla="*/ 1866134 h 6858000"/>
              <a:gd name="connsiteX549" fmla="*/ 2407436 w 7467600"/>
              <a:gd name="connsiteY549" fmla="*/ 1651070 h 6858000"/>
              <a:gd name="connsiteX550" fmla="*/ 2448558 w 7467600"/>
              <a:gd name="connsiteY550" fmla="*/ 1373435 h 6858000"/>
              <a:gd name="connsiteX551" fmla="*/ 278707 w 7467600"/>
              <a:gd name="connsiteY551" fmla="*/ 1352270 h 6858000"/>
              <a:gd name="connsiteX552" fmla="*/ 321570 w 7467600"/>
              <a:gd name="connsiteY552" fmla="*/ 1861610 h 6858000"/>
              <a:gd name="connsiteX553" fmla="*/ 294281 w 7467600"/>
              <a:gd name="connsiteY553" fmla="*/ 1440658 h 6858000"/>
              <a:gd name="connsiteX554" fmla="*/ 278707 w 7467600"/>
              <a:gd name="connsiteY554" fmla="*/ 1352270 h 6858000"/>
              <a:gd name="connsiteX555" fmla="*/ 1423821 w 7467600"/>
              <a:gd name="connsiteY555" fmla="*/ 1351958 h 6858000"/>
              <a:gd name="connsiteX556" fmla="*/ 1638521 w 7467600"/>
              <a:gd name="connsiteY556" fmla="*/ 1908470 h 6858000"/>
              <a:gd name="connsiteX557" fmla="*/ 1754199 w 7467600"/>
              <a:gd name="connsiteY557" fmla="*/ 2149284 h 6858000"/>
              <a:gd name="connsiteX558" fmla="*/ 1908359 w 7467600"/>
              <a:gd name="connsiteY558" fmla="*/ 2364988 h 6858000"/>
              <a:gd name="connsiteX559" fmla="*/ 1647661 w 7467600"/>
              <a:gd name="connsiteY559" fmla="*/ 1825945 h 6858000"/>
              <a:gd name="connsiteX560" fmla="*/ 1423821 w 7467600"/>
              <a:gd name="connsiteY560" fmla="*/ 1351958 h 6858000"/>
              <a:gd name="connsiteX561" fmla="*/ 1431890 w 7467600"/>
              <a:gd name="connsiteY561" fmla="*/ 1306475 h 6858000"/>
              <a:gd name="connsiteX562" fmla="*/ 1507597 w 7467600"/>
              <a:gd name="connsiteY562" fmla="*/ 1446132 h 6858000"/>
              <a:gd name="connsiteX563" fmla="*/ 1674586 w 7467600"/>
              <a:gd name="connsiteY563" fmla="*/ 1813832 h 6858000"/>
              <a:gd name="connsiteX564" fmla="*/ 1815950 w 7467600"/>
              <a:gd name="connsiteY564" fmla="*/ 2128564 h 6858000"/>
              <a:gd name="connsiteX565" fmla="*/ 1984242 w 7467600"/>
              <a:gd name="connsiteY565" fmla="*/ 2430829 h 6858000"/>
              <a:gd name="connsiteX566" fmla="*/ 2014023 w 7467600"/>
              <a:gd name="connsiteY566" fmla="*/ 2450995 h 6858000"/>
              <a:gd name="connsiteX567" fmla="*/ 1747337 w 7467600"/>
              <a:gd name="connsiteY567" fmla="*/ 1855264 h 6858000"/>
              <a:gd name="connsiteX568" fmla="*/ 1533749 w 7467600"/>
              <a:gd name="connsiteY568" fmla="*/ 1478656 h 6858000"/>
              <a:gd name="connsiteX569" fmla="*/ 1431890 w 7467600"/>
              <a:gd name="connsiteY569" fmla="*/ 1306475 h 6858000"/>
              <a:gd name="connsiteX570" fmla="*/ 5052692 w 7467600"/>
              <a:gd name="connsiteY570" fmla="*/ 1292994 h 6858000"/>
              <a:gd name="connsiteX571" fmla="*/ 5200661 w 7467600"/>
              <a:gd name="connsiteY571" fmla="*/ 1635186 h 6858000"/>
              <a:gd name="connsiteX572" fmla="*/ 5297138 w 7467600"/>
              <a:gd name="connsiteY572" fmla="*/ 1906351 h 6858000"/>
              <a:gd name="connsiteX573" fmla="*/ 5052692 w 7467600"/>
              <a:gd name="connsiteY573" fmla="*/ 1292994 h 6858000"/>
              <a:gd name="connsiteX574" fmla="*/ 5009948 w 7467600"/>
              <a:gd name="connsiteY574" fmla="*/ 1273619 h 6858000"/>
              <a:gd name="connsiteX575" fmla="*/ 5121777 w 7467600"/>
              <a:gd name="connsiteY575" fmla="*/ 1654213 h 6858000"/>
              <a:gd name="connsiteX576" fmla="*/ 5293545 w 7467600"/>
              <a:gd name="connsiteY576" fmla="*/ 2072247 h 6858000"/>
              <a:gd name="connsiteX577" fmla="*/ 5294042 w 7467600"/>
              <a:gd name="connsiteY577" fmla="*/ 2065019 h 6858000"/>
              <a:gd name="connsiteX578" fmla="*/ 5171936 w 7467600"/>
              <a:gd name="connsiteY578" fmla="*/ 1647613 h 6858000"/>
              <a:gd name="connsiteX579" fmla="*/ 5009948 w 7467600"/>
              <a:gd name="connsiteY579" fmla="*/ 1273619 h 6858000"/>
              <a:gd name="connsiteX580" fmla="*/ 655236 w 7467600"/>
              <a:gd name="connsiteY580" fmla="*/ 1268632 h 6858000"/>
              <a:gd name="connsiteX581" fmla="*/ 839521 w 7467600"/>
              <a:gd name="connsiteY581" fmla="*/ 1685315 h 6858000"/>
              <a:gd name="connsiteX582" fmla="*/ 1109416 w 7467600"/>
              <a:gd name="connsiteY582" fmla="*/ 2061663 h 6858000"/>
              <a:gd name="connsiteX583" fmla="*/ 1298300 w 7467600"/>
              <a:gd name="connsiteY583" fmla="*/ 2247742 h 6858000"/>
              <a:gd name="connsiteX584" fmla="*/ 1125871 w 7467600"/>
              <a:gd name="connsiteY584" fmla="*/ 1989513 h 6858000"/>
              <a:gd name="connsiteX585" fmla="*/ 981574 w 7467600"/>
              <a:gd name="connsiteY585" fmla="*/ 1783157 h 6858000"/>
              <a:gd name="connsiteX586" fmla="*/ 922198 w 7467600"/>
              <a:gd name="connsiteY586" fmla="*/ 1677437 h 6858000"/>
              <a:gd name="connsiteX587" fmla="*/ 869293 w 7467600"/>
              <a:gd name="connsiteY587" fmla="*/ 1583214 h 6858000"/>
              <a:gd name="connsiteX588" fmla="*/ 751431 w 7467600"/>
              <a:gd name="connsiteY588" fmla="*/ 1405731 h 6858000"/>
              <a:gd name="connsiteX589" fmla="*/ 655236 w 7467600"/>
              <a:gd name="connsiteY589" fmla="*/ 1268632 h 6858000"/>
              <a:gd name="connsiteX590" fmla="*/ 6516292 w 7467600"/>
              <a:gd name="connsiteY590" fmla="*/ 1263064 h 6858000"/>
              <a:gd name="connsiteX591" fmla="*/ 5736320 w 7467600"/>
              <a:gd name="connsiteY591" fmla="*/ 1501803 h 6858000"/>
              <a:gd name="connsiteX592" fmla="*/ 6516292 w 7467600"/>
              <a:gd name="connsiteY592" fmla="*/ 1263064 h 6858000"/>
              <a:gd name="connsiteX593" fmla="*/ 291466 w 7467600"/>
              <a:gd name="connsiteY593" fmla="*/ 1250369 h 6858000"/>
              <a:gd name="connsiteX594" fmla="*/ 323180 w 7467600"/>
              <a:gd name="connsiteY594" fmla="*/ 1435283 h 6858000"/>
              <a:gd name="connsiteX595" fmla="*/ 349381 w 7467600"/>
              <a:gd name="connsiteY595" fmla="*/ 1875041 h 6858000"/>
              <a:gd name="connsiteX596" fmla="*/ 374363 w 7467600"/>
              <a:gd name="connsiteY596" fmla="*/ 1506494 h 6858000"/>
              <a:gd name="connsiteX597" fmla="*/ 302168 w 7467600"/>
              <a:gd name="connsiteY597" fmla="*/ 1274495 h 6858000"/>
              <a:gd name="connsiteX598" fmla="*/ 291466 w 7467600"/>
              <a:gd name="connsiteY598" fmla="*/ 1250369 h 6858000"/>
              <a:gd name="connsiteX599" fmla="*/ 678222 w 7467600"/>
              <a:gd name="connsiteY599" fmla="*/ 1248670 h 6858000"/>
              <a:gd name="connsiteX600" fmla="*/ 775536 w 7467600"/>
              <a:gd name="connsiteY600" fmla="*/ 1388015 h 6858000"/>
              <a:gd name="connsiteX601" fmla="*/ 894529 w 7467600"/>
              <a:gd name="connsiteY601" fmla="*/ 1567739 h 6858000"/>
              <a:gd name="connsiteX602" fmla="*/ 948000 w 7467600"/>
              <a:gd name="connsiteY602" fmla="*/ 1663088 h 6858000"/>
              <a:gd name="connsiteX603" fmla="*/ 1006812 w 7467600"/>
              <a:gd name="connsiteY603" fmla="*/ 1767683 h 6858000"/>
              <a:gd name="connsiteX604" fmla="*/ 1149133 w 7467600"/>
              <a:gd name="connsiteY604" fmla="*/ 1971513 h 6858000"/>
              <a:gd name="connsiteX605" fmla="*/ 1333952 w 7467600"/>
              <a:gd name="connsiteY605" fmla="*/ 2251620 h 6858000"/>
              <a:gd name="connsiteX606" fmla="*/ 1337329 w 7467600"/>
              <a:gd name="connsiteY606" fmla="*/ 2258350 h 6858000"/>
              <a:gd name="connsiteX607" fmla="*/ 1014726 w 7467600"/>
              <a:gd name="connsiteY607" fmla="*/ 1615556 h 6858000"/>
              <a:gd name="connsiteX608" fmla="*/ 678222 w 7467600"/>
              <a:gd name="connsiteY608" fmla="*/ 1248670 h 6858000"/>
              <a:gd name="connsiteX609" fmla="*/ 6691602 w 7467600"/>
              <a:gd name="connsiteY609" fmla="*/ 1140573 h 6858000"/>
              <a:gd name="connsiteX610" fmla="*/ 6571100 w 7467600"/>
              <a:gd name="connsiteY610" fmla="*/ 1183662 h 6858000"/>
              <a:gd name="connsiteX611" fmla="*/ 6241687 w 7467600"/>
              <a:gd name="connsiteY611" fmla="*/ 1257600 h 6858000"/>
              <a:gd name="connsiteX612" fmla="*/ 5693009 w 7467600"/>
              <a:gd name="connsiteY612" fmla="*/ 1478256 h 6858000"/>
              <a:gd name="connsiteX613" fmla="*/ 6548420 w 7467600"/>
              <a:gd name="connsiteY613" fmla="*/ 1214599 h 6858000"/>
              <a:gd name="connsiteX614" fmla="*/ 6605473 w 7467600"/>
              <a:gd name="connsiteY614" fmla="*/ 1184686 h 6858000"/>
              <a:gd name="connsiteX615" fmla="*/ 6691602 w 7467600"/>
              <a:gd name="connsiteY615" fmla="*/ 1140573 h 6858000"/>
              <a:gd name="connsiteX616" fmla="*/ 4002475 w 7467600"/>
              <a:gd name="connsiteY616" fmla="*/ 1037802 h 6858000"/>
              <a:gd name="connsiteX617" fmla="*/ 4000324 w 7467600"/>
              <a:gd name="connsiteY617" fmla="*/ 1039362 h 6858000"/>
              <a:gd name="connsiteX618" fmla="*/ 4002862 w 7467600"/>
              <a:gd name="connsiteY618" fmla="*/ 1042866 h 6858000"/>
              <a:gd name="connsiteX619" fmla="*/ 4002475 w 7467600"/>
              <a:gd name="connsiteY619" fmla="*/ 1037802 h 6858000"/>
              <a:gd name="connsiteX620" fmla="*/ 506322 w 7467600"/>
              <a:gd name="connsiteY620" fmla="*/ 1020997 h 6858000"/>
              <a:gd name="connsiteX621" fmla="*/ 533068 w 7467600"/>
              <a:gd name="connsiteY621" fmla="*/ 1029409 h 6858000"/>
              <a:gd name="connsiteX622" fmla="*/ 1232525 w 7467600"/>
              <a:gd name="connsiteY622" fmla="*/ 1804675 h 6858000"/>
              <a:gd name="connsiteX623" fmla="*/ 1388858 w 7467600"/>
              <a:gd name="connsiteY623" fmla="*/ 2368011 h 6858000"/>
              <a:gd name="connsiteX624" fmla="*/ 1384098 w 7467600"/>
              <a:gd name="connsiteY624" fmla="*/ 2378125 h 6858000"/>
              <a:gd name="connsiteX625" fmla="*/ 1425393 w 7467600"/>
              <a:gd name="connsiteY625" fmla="*/ 2589124 h 6858000"/>
              <a:gd name="connsiteX626" fmla="*/ 1424001 w 7467600"/>
              <a:gd name="connsiteY626" fmla="*/ 2597541 h 6858000"/>
              <a:gd name="connsiteX627" fmla="*/ 2152729 w 7467600"/>
              <a:gd name="connsiteY627" fmla="*/ 2864487 h 6858000"/>
              <a:gd name="connsiteX628" fmla="*/ 2020609 w 7467600"/>
              <a:gd name="connsiteY628" fmla="*/ 2539671 h 6858000"/>
              <a:gd name="connsiteX629" fmla="*/ 2018920 w 7467600"/>
              <a:gd name="connsiteY629" fmla="*/ 2536309 h 6858000"/>
              <a:gd name="connsiteX630" fmla="*/ 1342441 w 7467600"/>
              <a:gd name="connsiteY630" fmla="*/ 1173017 h 6858000"/>
              <a:gd name="connsiteX631" fmla="*/ 1367925 w 7467600"/>
              <a:gd name="connsiteY631" fmla="*/ 1135648 h 6858000"/>
              <a:gd name="connsiteX632" fmla="*/ 1771401 w 7467600"/>
              <a:gd name="connsiteY632" fmla="*/ 1806673 h 6858000"/>
              <a:gd name="connsiteX633" fmla="*/ 1972385 w 7467600"/>
              <a:gd name="connsiteY633" fmla="*/ 2198735 h 6858000"/>
              <a:gd name="connsiteX634" fmla="*/ 2040892 w 7467600"/>
              <a:gd name="connsiteY634" fmla="*/ 2405205 h 6858000"/>
              <a:gd name="connsiteX635" fmla="*/ 2131689 w 7467600"/>
              <a:gd name="connsiteY635" fmla="*/ 1936926 h 6858000"/>
              <a:gd name="connsiteX636" fmla="*/ 2454820 w 7467600"/>
              <a:gd name="connsiteY636" fmla="*/ 1248808 h 6858000"/>
              <a:gd name="connsiteX637" fmla="*/ 2492512 w 7467600"/>
              <a:gd name="connsiteY637" fmla="*/ 1302920 h 6858000"/>
              <a:gd name="connsiteX638" fmla="*/ 2081216 w 7467600"/>
              <a:gd name="connsiteY638" fmla="*/ 2527513 h 6858000"/>
              <a:gd name="connsiteX639" fmla="*/ 2081211 w 7467600"/>
              <a:gd name="connsiteY639" fmla="*/ 2528916 h 6858000"/>
              <a:gd name="connsiteX640" fmla="*/ 2199067 w 7467600"/>
              <a:gd name="connsiteY640" fmla="*/ 2884061 h 6858000"/>
              <a:gd name="connsiteX641" fmla="*/ 3192586 w 7467600"/>
              <a:gd name="connsiteY641" fmla="*/ 3411496 h 6858000"/>
              <a:gd name="connsiteX642" fmla="*/ 3182620 w 7467600"/>
              <a:gd name="connsiteY642" fmla="*/ 3483279 h 6858000"/>
              <a:gd name="connsiteX643" fmla="*/ 2435119 w 7467600"/>
              <a:gd name="connsiteY643" fmla="*/ 3080173 h 6858000"/>
              <a:gd name="connsiteX644" fmla="*/ 2410152 w 7467600"/>
              <a:gd name="connsiteY644" fmla="*/ 3063751 h 6858000"/>
              <a:gd name="connsiteX645" fmla="*/ 2408099 w 7467600"/>
              <a:gd name="connsiteY645" fmla="*/ 3064403 h 6858000"/>
              <a:gd name="connsiteX646" fmla="*/ 2407218 w 7467600"/>
              <a:gd name="connsiteY646" fmla="*/ 3070324 h 6858000"/>
              <a:gd name="connsiteX647" fmla="*/ 2380138 w 7467600"/>
              <a:gd name="connsiteY647" fmla="*/ 3099341 h 6858000"/>
              <a:gd name="connsiteX648" fmla="*/ 1765923 w 7467600"/>
              <a:gd name="connsiteY648" fmla="*/ 3581043 h 6858000"/>
              <a:gd name="connsiteX649" fmla="*/ 1702258 w 7467600"/>
              <a:gd name="connsiteY649" fmla="*/ 3612286 h 6858000"/>
              <a:gd name="connsiteX650" fmla="*/ 1538370 w 7467600"/>
              <a:gd name="connsiteY650" fmla="*/ 3811804 h 6858000"/>
              <a:gd name="connsiteX651" fmla="*/ 542867 w 7467600"/>
              <a:gd name="connsiteY651" fmla="*/ 4944092 h 6858000"/>
              <a:gd name="connsiteX652" fmla="*/ 515800 w 7467600"/>
              <a:gd name="connsiteY652" fmla="*/ 4862180 h 6858000"/>
              <a:gd name="connsiteX653" fmla="*/ 909145 w 7467600"/>
              <a:gd name="connsiteY653" fmla="*/ 4199225 h 6858000"/>
              <a:gd name="connsiteX654" fmla="*/ 1214067 w 7467600"/>
              <a:gd name="connsiteY654" fmla="*/ 3908561 h 6858000"/>
              <a:gd name="connsiteX655" fmla="*/ 640967 w 7467600"/>
              <a:gd name="connsiteY655" fmla="*/ 4105601 h 6858000"/>
              <a:gd name="connsiteX656" fmla="*/ 112563 w 7467600"/>
              <a:gd name="connsiteY656" fmla="*/ 4396952 h 6858000"/>
              <a:gd name="connsiteX657" fmla="*/ 0 w 7467600"/>
              <a:gd name="connsiteY657" fmla="*/ 4466006 h 6858000"/>
              <a:gd name="connsiteX658" fmla="*/ 0 w 7467600"/>
              <a:gd name="connsiteY658" fmla="*/ 4233763 h 6858000"/>
              <a:gd name="connsiteX659" fmla="*/ 36881 w 7467600"/>
              <a:gd name="connsiteY659" fmla="*/ 4200118 h 6858000"/>
              <a:gd name="connsiteX660" fmla="*/ 910534 w 7467600"/>
              <a:gd name="connsiteY660" fmla="*/ 3629753 h 6858000"/>
              <a:gd name="connsiteX661" fmla="*/ 1578717 w 7467600"/>
              <a:gd name="connsiteY661" fmla="*/ 3575982 h 6858000"/>
              <a:gd name="connsiteX662" fmla="*/ 2338780 w 7467600"/>
              <a:gd name="connsiteY662" fmla="*/ 3033725 h 6858000"/>
              <a:gd name="connsiteX663" fmla="*/ 1807991 w 7467600"/>
              <a:gd name="connsiteY663" fmla="*/ 2807184 h 6858000"/>
              <a:gd name="connsiteX664" fmla="*/ 1416358 w 7467600"/>
              <a:gd name="connsiteY664" fmla="*/ 3112571 h 6858000"/>
              <a:gd name="connsiteX665" fmla="*/ 939066 w 7467600"/>
              <a:gd name="connsiteY665" fmla="*/ 3378798 h 6858000"/>
              <a:gd name="connsiteX666" fmla="*/ 115099 w 7467600"/>
              <a:gd name="connsiteY666" fmla="*/ 3607650 h 6858000"/>
              <a:gd name="connsiteX667" fmla="*/ 97284 w 7467600"/>
              <a:gd name="connsiteY667" fmla="*/ 3520393 h 6858000"/>
              <a:gd name="connsiteX668" fmla="*/ 922050 w 7467600"/>
              <a:gd name="connsiteY668" fmla="*/ 3074867 h 6858000"/>
              <a:gd name="connsiteX669" fmla="*/ 1405265 w 7467600"/>
              <a:gd name="connsiteY669" fmla="*/ 3016319 h 6858000"/>
              <a:gd name="connsiteX670" fmla="*/ 1407512 w 7467600"/>
              <a:gd name="connsiteY670" fmla="*/ 3018001 h 6858000"/>
              <a:gd name="connsiteX671" fmla="*/ 1726266 w 7467600"/>
              <a:gd name="connsiteY671" fmla="*/ 2777274 h 6858000"/>
              <a:gd name="connsiteX672" fmla="*/ 625390 w 7467600"/>
              <a:gd name="connsiteY672" fmla="*/ 2514541 h 6858000"/>
              <a:gd name="connsiteX673" fmla="*/ 619799 w 7467600"/>
              <a:gd name="connsiteY673" fmla="*/ 2527180 h 6858000"/>
              <a:gd name="connsiteX674" fmla="*/ 310030 w 7467600"/>
              <a:gd name="connsiteY674" fmla="*/ 2771818 h 6858000"/>
              <a:gd name="connsiteX675" fmla="*/ 173877 w 7467600"/>
              <a:gd name="connsiteY675" fmla="*/ 2937056 h 6858000"/>
              <a:gd name="connsiteX676" fmla="*/ 77889 w 7467600"/>
              <a:gd name="connsiteY676" fmla="*/ 3138440 h 6858000"/>
              <a:gd name="connsiteX677" fmla="*/ 0 w 7467600"/>
              <a:gd name="connsiteY677" fmla="*/ 3271395 h 6858000"/>
              <a:gd name="connsiteX678" fmla="*/ 0 w 7467600"/>
              <a:gd name="connsiteY678" fmla="*/ 3153002 h 6858000"/>
              <a:gd name="connsiteX679" fmla="*/ 2386 w 7467600"/>
              <a:gd name="connsiteY679" fmla="*/ 3149203 h 6858000"/>
              <a:gd name="connsiteX680" fmla="*/ 89753 w 7467600"/>
              <a:gd name="connsiteY680" fmla="*/ 2987702 h 6858000"/>
              <a:gd name="connsiteX681" fmla="*/ 76869 w 7467600"/>
              <a:gd name="connsiteY681" fmla="*/ 3005404 h 6858000"/>
              <a:gd name="connsiteX682" fmla="*/ 32049 w 7467600"/>
              <a:gd name="connsiteY682" fmla="*/ 3065814 h 6858000"/>
              <a:gd name="connsiteX683" fmla="*/ 0 w 7467600"/>
              <a:gd name="connsiteY683" fmla="*/ 3108744 h 6858000"/>
              <a:gd name="connsiteX684" fmla="*/ 0 w 7467600"/>
              <a:gd name="connsiteY684" fmla="*/ 3058059 h 6858000"/>
              <a:gd name="connsiteX685" fmla="*/ 7610 w 7467600"/>
              <a:gd name="connsiteY685" fmla="*/ 3047889 h 6858000"/>
              <a:gd name="connsiteX686" fmla="*/ 52419 w 7467600"/>
              <a:gd name="connsiteY686" fmla="*/ 2987479 h 6858000"/>
              <a:gd name="connsiteX687" fmla="*/ 59142 w 7467600"/>
              <a:gd name="connsiteY687" fmla="*/ 2978488 h 6858000"/>
              <a:gd name="connsiteX688" fmla="*/ 0 w 7467600"/>
              <a:gd name="connsiteY688" fmla="*/ 3015334 h 6858000"/>
              <a:gd name="connsiteX689" fmla="*/ 0 w 7467600"/>
              <a:gd name="connsiteY689" fmla="*/ 2914286 h 6858000"/>
              <a:gd name="connsiteX690" fmla="*/ 36383 w 7467600"/>
              <a:gd name="connsiteY690" fmla="*/ 2901128 h 6858000"/>
              <a:gd name="connsiteX691" fmla="*/ 156329 w 7467600"/>
              <a:gd name="connsiteY691" fmla="*/ 2840533 h 6858000"/>
              <a:gd name="connsiteX692" fmla="*/ 358355 w 7467600"/>
              <a:gd name="connsiteY692" fmla="*/ 2620471 h 6858000"/>
              <a:gd name="connsiteX693" fmla="*/ 510577 w 7467600"/>
              <a:gd name="connsiteY693" fmla="*/ 2501244 h 6858000"/>
              <a:gd name="connsiteX694" fmla="*/ 211967 w 7467600"/>
              <a:gd name="connsiteY694" fmla="*/ 2479171 h 6858000"/>
              <a:gd name="connsiteX695" fmla="*/ 0 w 7467600"/>
              <a:gd name="connsiteY695" fmla="*/ 2476398 h 6858000"/>
              <a:gd name="connsiteX696" fmla="*/ 0 w 7467600"/>
              <a:gd name="connsiteY696" fmla="*/ 2389189 h 6858000"/>
              <a:gd name="connsiteX697" fmla="*/ 103062 w 7467600"/>
              <a:gd name="connsiteY697" fmla="*/ 2389518 h 6858000"/>
              <a:gd name="connsiteX698" fmla="*/ 510734 w 7467600"/>
              <a:gd name="connsiteY698" fmla="*/ 2416201 h 6858000"/>
              <a:gd name="connsiteX699" fmla="*/ 279257 w 7467600"/>
              <a:gd name="connsiteY699" fmla="*/ 2092102 h 6858000"/>
              <a:gd name="connsiteX700" fmla="*/ 65265 w 7467600"/>
              <a:gd name="connsiteY700" fmla="*/ 2006049 h 6858000"/>
              <a:gd name="connsiteX701" fmla="*/ 0 w 7467600"/>
              <a:gd name="connsiteY701" fmla="*/ 1982532 h 6858000"/>
              <a:gd name="connsiteX702" fmla="*/ 0 w 7467600"/>
              <a:gd name="connsiteY702" fmla="*/ 1912789 h 6858000"/>
              <a:gd name="connsiteX703" fmla="*/ 97460 w 7467600"/>
              <a:gd name="connsiteY703" fmla="*/ 1953725 h 6858000"/>
              <a:gd name="connsiteX704" fmla="*/ 221272 w 7467600"/>
              <a:gd name="connsiteY704" fmla="*/ 1980766 h 6858000"/>
              <a:gd name="connsiteX705" fmla="*/ 116765 w 7467600"/>
              <a:gd name="connsiteY705" fmla="*/ 1911033 h 6858000"/>
              <a:gd name="connsiteX706" fmla="*/ 16405 w 7467600"/>
              <a:gd name="connsiteY706" fmla="*/ 1803412 h 6858000"/>
              <a:gd name="connsiteX707" fmla="*/ 0 w 7467600"/>
              <a:gd name="connsiteY707" fmla="*/ 1784777 h 6858000"/>
              <a:gd name="connsiteX708" fmla="*/ 0 w 7467600"/>
              <a:gd name="connsiteY708" fmla="*/ 1740082 h 6858000"/>
              <a:gd name="connsiteX709" fmla="*/ 39394 w 7467600"/>
              <a:gd name="connsiteY709" fmla="*/ 1784856 h 6858000"/>
              <a:gd name="connsiteX710" fmla="*/ 135813 w 7467600"/>
              <a:gd name="connsiteY710" fmla="*/ 1888838 h 6858000"/>
              <a:gd name="connsiteX711" fmla="*/ 242575 w 7467600"/>
              <a:gd name="connsiteY711" fmla="*/ 1958841 h 6858000"/>
              <a:gd name="connsiteX712" fmla="*/ 82197 w 7467600"/>
              <a:gd name="connsiteY712" fmla="*/ 1754826 h 6858000"/>
              <a:gd name="connsiteX713" fmla="*/ 0 w 7467600"/>
              <a:gd name="connsiteY713" fmla="*/ 1679650 h 6858000"/>
              <a:gd name="connsiteX714" fmla="*/ 0 w 7467600"/>
              <a:gd name="connsiteY714" fmla="*/ 1602463 h 6858000"/>
              <a:gd name="connsiteX715" fmla="*/ 84689 w 7467600"/>
              <a:gd name="connsiteY715" fmla="*/ 1677442 h 6858000"/>
              <a:gd name="connsiteX716" fmla="*/ 298437 w 7467600"/>
              <a:gd name="connsiteY716" fmla="*/ 1968019 h 6858000"/>
              <a:gd name="connsiteX717" fmla="*/ 227269 w 7467600"/>
              <a:gd name="connsiteY717" fmla="*/ 1114064 h 6858000"/>
              <a:gd name="connsiteX718" fmla="*/ 248003 w 7467600"/>
              <a:gd name="connsiteY718" fmla="*/ 1089613 h 6858000"/>
              <a:gd name="connsiteX719" fmla="*/ 427020 w 7467600"/>
              <a:gd name="connsiteY719" fmla="*/ 1619803 h 6858000"/>
              <a:gd name="connsiteX720" fmla="*/ 340345 w 7467600"/>
              <a:gd name="connsiteY720" fmla="*/ 2027739 h 6858000"/>
              <a:gd name="connsiteX721" fmla="*/ 360865 w 7467600"/>
              <a:gd name="connsiteY721" fmla="*/ 2044827 h 6858000"/>
              <a:gd name="connsiteX722" fmla="*/ 560414 w 7467600"/>
              <a:gd name="connsiteY722" fmla="*/ 2421457 h 6858000"/>
              <a:gd name="connsiteX723" fmla="*/ 1359703 w 7467600"/>
              <a:gd name="connsiteY723" fmla="*/ 2578554 h 6858000"/>
              <a:gd name="connsiteX724" fmla="*/ 1359422 w 7467600"/>
              <a:gd name="connsiteY724" fmla="*/ 2577994 h 6858000"/>
              <a:gd name="connsiteX725" fmla="*/ 828701 w 7467600"/>
              <a:gd name="connsiteY725" fmla="*/ 1839520 h 6858000"/>
              <a:gd name="connsiteX726" fmla="*/ 494427 w 7467600"/>
              <a:gd name="connsiteY726" fmla="*/ 1092333 h 6858000"/>
              <a:gd name="connsiteX727" fmla="*/ 506322 w 7467600"/>
              <a:gd name="connsiteY727" fmla="*/ 1020997 h 6858000"/>
              <a:gd name="connsiteX728" fmla="*/ 4570198 w 7467600"/>
              <a:gd name="connsiteY728" fmla="*/ 978081 h 6858000"/>
              <a:gd name="connsiteX729" fmla="*/ 4523691 w 7467600"/>
              <a:gd name="connsiteY729" fmla="*/ 1127776 h 6858000"/>
              <a:gd name="connsiteX730" fmla="*/ 4509875 w 7467600"/>
              <a:gd name="connsiteY730" fmla="*/ 1167552 h 6858000"/>
              <a:gd name="connsiteX731" fmla="*/ 4478168 w 7467600"/>
              <a:gd name="connsiteY731" fmla="*/ 1260735 h 6858000"/>
              <a:gd name="connsiteX732" fmla="*/ 4409309 w 7467600"/>
              <a:gd name="connsiteY732" fmla="*/ 1666996 h 6858000"/>
              <a:gd name="connsiteX733" fmla="*/ 4370031 w 7467600"/>
              <a:gd name="connsiteY733" fmla="*/ 1955666 h 6858000"/>
              <a:gd name="connsiteX734" fmla="*/ 4570198 w 7467600"/>
              <a:gd name="connsiteY734" fmla="*/ 978081 h 6858000"/>
              <a:gd name="connsiteX735" fmla="*/ 4557898 w 7467600"/>
              <a:gd name="connsiteY735" fmla="*/ 900011 h 6858000"/>
              <a:gd name="connsiteX736" fmla="*/ 4344840 w 7467600"/>
              <a:gd name="connsiteY736" fmla="*/ 1922038 h 6858000"/>
              <a:gd name="connsiteX737" fmla="*/ 4378710 w 7467600"/>
              <a:gd name="connsiteY737" fmla="*/ 1665516 h 6858000"/>
              <a:gd name="connsiteX738" fmla="*/ 4448798 w 7467600"/>
              <a:gd name="connsiteY738" fmla="*/ 1253024 h 6858000"/>
              <a:gd name="connsiteX739" fmla="*/ 4480315 w 7467600"/>
              <a:gd name="connsiteY739" fmla="*/ 1158454 h 6858000"/>
              <a:gd name="connsiteX740" fmla="*/ 4494133 w 7467600"/>
              <a:gd name="connsiteY740" fmla="*/ 1118676 h 6858000"/>
              <a:gd name="connsiteX741" fmla="*/ 4557898 w 7467600"/>
              <a:gd name="connsiteY741" fmla="*/ 900011 h 6858000"/>
              <a:gd name="connsiteX742" fmla="*/ 5870151 w 7467600"/>
              <a:gd name="connsiteY742" fmla="*/ 898890 h 6858000"/>
              <a:gd name="connsiteX743" fmla="*/ 5861335 w 7467600"/>
              <a:gd name="connsiteY743" fmla="*/ 899177 h 6858000"/>
              <a:gd name="connsiteX744" fmla="*/ 5843702 w 7467600"/>
              <a:gd name="connsiteY744" fmla="*/ 899748 h 6858000"/>
              <a:gd name="connsiteX745" fmla="*/ 5651107 w 7467600"/>
              <a:gd name="connsiteY745" fmla="*/ 920306 h 6858000"/>
              <a:gd name="connsiteX746" fmla="*/ 5459407 w 7467600"/>
              <a:gd name="connsiteY746" fmla="*/ 940975 h 6858000"/>
              <a:gd name="connsiteX747" fmla="*/ 5374846 w 7467600"/>
              <a:gd name="connsiteY747" fmla="*/ 941988 h 6858000"/>
              <a:gd name="connsiteX748" fmla="*/ 5256105 w 7467600"/>
              <a:gd name="connsiteY748" fmla="*/ 945632 h 6858000"/>
              <a:gd name="connsiteX749" fmla="*/ 5107071 w 7467600"/>
              <a:gd name="connsiteY749" fmla="*/ 969720 h 6858000"/>
              <a:gd name="connsiteX750" fmla="*/ 4998681 w 7467600"/>
              <a:gd name="connsiteY750" fmla="*/ 988771 h 6858000"/>
              <a:gd name="connsiteX751" fmla="*/ 5870151 w 7467600"/>
              <a:gd name="connsiteY751" fmla="*/ 898890 h 6858000"/>
              <a:gd name="connsiteX752" fmla="*/ 5504425 w 7467600"/>
              <a:gd name="connsiteY752" fmla="*/ 848067 h 6858000"/>
              <a:gd name="connsiteX753" fmla="*/ 4968849 w 7467600"/>
              <a:gd name="connsiteY753" fmla="*/ 962318 h 6858000"/>
              <a:gd name="connsiteX754" fmla="*/ 5104039 w 7467600"/>
              <a:gd name="connsiteY754" fmla="*/ 940634 h 6858000"/>
              <a:gd name="connsiteX755" fmla="*/ 5256311 w 7467600"/>
              <a:gd name="connsiteY755" fmla="*/ 916490 h 6858000"/>
              <a:gd name="connsiteX756" fmla="*/ 5377381 w 7467600"/>
              <a:gd name="connsiteY756" fmla="*/ 912671 h 6858000"/>
              <a:gd name="connsiteX757" fmla="*/ 5460148 w 7467600"/>
              <a:gd name="connsiteY757" fmla="*/ 911442 h 6858000"/>
              <a:gd name="connsiteX758" fmla="*/ 5648971 w 7467600"/>
              <a:gd name="connsiteY758" fmla="*/ 891331 h 6858000"/>
              <a:gd name="connsiteX759" fmla="*/ 5844807 w 7467600"/>
              <a:gd name="connsiteY759" fmla="*/ 870718 h 6858000"/>
              <a:gd name="connsiteX760" fmla="*/ 5862975 w 7467600"/>
              <a:gd name="connsiteY760" fmla="*/ 869756 h 6858000"/>
              <a:gd name="connsiteX761" fmla="*/ 5920887 w 7467600"/>
              <a:gd name="connsiteY761" fmla="*/ 865929 h 6858000"/>
              <a:gd name="connsiteX762" fmla="*/ 5504425 w 7467600"/>
              <a:gd name="connsiteY762" fmla="*/ 848067 h 6858000"/>
              <a:gd name="connsiteX763" fmla="*/ 3607114 w 7467600"/>
              <a:gd name="connsiteY763" fmla="*/ 467441 h 6858000"/>
              <a:gd name="connsiteX764" fmla="*/ 3296242 w 7467600"/>
              <a:gd name="connsiteY764" fmla="*/ 807991 h 6858000"/>
              <a:gd name="connsiteX765" fmla="*/ 3174674 w 7467600"/>
              <a:gd name="connsiteY765" fmla="*/ 919759 h 6858000"/>
              <a:gd name="connsiteX766" fmla="*/ 3042978 w 7467600"/>
              <a:gd name="connsiteY766" fmla="*/ 1054894 h 6858000"/>
              <a:gd name="connsiteX767" fmla="*/ 2968914 w 7467600"/>
              <a:gd name="connsiteY767" fmla="*/ 1133756 h 6858000"/>
              <a:gd name="connsiteX768" fmla="*/ 3103823 w 7467600"/>
              <a:gd name="connsiteY768" fmla="*/ 1026814 h 6858000"/>
              <a:gd name="connsiteX769" fmla="*/ 3607114 w 7467600"/>
              <a:gd name="connsiteY769" fmla="*/ 467441 h 6858000"/>
              <a:gd name="connsiteX770" fmla="*/ 3744487 w 7467600"/>
              <a:gd name="connsiteY770" fmla="*/ 383136 h 6858000"/>
              <a:gd name="connsiteX771" fmla="*/ 3970213 w 7467600"/>
              <a:gd name="connsiteY771" fmla="*/ 995559 h 6858000"/>
              <a:gd name="connsiteX772" fmla="*/ 3744487 w 7467600"/>
              <a:gd name="connsiteY772" fmla="*/ 383136 h 6858000"/>
              <a:gd name="connsiteX773" fmla="*/ 3624562 w 7467600"/>
              <a:gd name="connsiteY773" fmla="*/ 367041 h 6858000"/>
              <a:gd name="connsiteX774" fmla="*/ 3489712 w 7467600"/>
              <a:gd name="connsiteY774" fmla="*/ 485386 h 6858000"/>
              <a:gd name="connsiteX775" fmla="*/ 3182994 w 7467600"/>
              <a:gd name="connsiteY775" fmla="*/ 828265 h 6858000"/>
              <a:gd name="connsiteX776" fmla="*/ 2892114 w 7467600"/>
              <a:gd name="connsiteY776" fmla="*/ 1172635 h 6858000"/>
              <a:gd name="connsiteX777" fmla="*/ 3021459 w 7467600"/>
              <a:gd name="connsiteY777" fmla="*/ 1035385 h 6858000"/>
              <a:gd name="connsiteX778" fmla="*/ 3153873 w 7467600"/>
              <a:gd name="connsiteY778" fmla="*/ 898971 h 6858000"/>
              <a:gd name="connsiteX779" fmla="*/ 3276511 w 7467600"/>
              <a:gd name="connsiteY779" fmla="*/ 786423 h 6858000"/>
              <a:gd name="connsiteX780" fmla="*/ 3584154 w 7467600"/>
              <a:gd name="connsiteY780" fmla="*/ 448218 h 6858000"/>
              <a:gd name="connsiteX781" fmla="*/ 3624562 w 7467600"/>
              <a:gd name="connsiteY781" fmla="*/ 367041 h 6858000"/>
              <a:gd name="connsiteX782" fmla="*/ 3766672 w 7467600"/>
              <a:gd name="connsiteY782" fmla="*/ 359429 h 6858000"/>
              <a:gd name="connsiteX783" fmla="*/ 3996338 w 7467600"/>
              <a:gd name="connsiteY783" fmla="*/ 968237 h 6858000"/>
              <a:gd name="connsiteX784" fmla="*/ 3766672 w 7467600"/>
              <a:gd name="connsiteY784" fmla="*/ 359429 h 6858000"/>
              <a:gd name="connsiteX785" fmla="*/ 5805386 w 7467600"/>
              <a:gd name="connsiteY785" fmla="*/ 239240 h 6858000"/>
              <a:gd name="connsiteX786" fmla="*/ 5736947 w 7467600"/>
              <a:gd name="connsiteY786" fmla="*/ 261367 h 6858000"/>
              <a:gd name="connsiteX787" fmla="*/ 5427012 w 7467600"/>
              <a:gd name="connsiteY787" fmla="*/ 311272 h 6858000"/>
              <a:gd name="connsiteX788" fmla="*/ 5147818 w 7467600"/>
              <a:gd name="connsiteY788" fmla="*/ 322112 h 6858000"/>
              <a:gd name="connsiteX789" fmla="*/ 5060854 w 7467600"/>
              <a:gd name="connsiteY789" fmla="*/ 311882 h 6858000"/>
              <a:gd name="connsiteX790" fmla="*/ 4945989 w 7467600"/>
              <a:gd name="connsiteY790" fmla="*/ 300516 h 6858000"/>
              <a:gd name="connsiteX791" fmla="*/ 5410479 w 7467600"/>
              <a:gd name="connsiteY791" fmla="*/ 348434 h 6858000"/>
              <a:gd name="connsiteX792" fmla="*/ 5805386 w 7467600"/>
              <a:gd name="connsiteY792" fmla="*/ 239240 h 6858000"/>
              <a:gd name="connsiteX793" fmla="*/ 5905192 w 7467600"/>
              <a:gd name="connsiteY793" fmla="*/ 163079 h 6858000"/>
              <a:gd name="connsiteX794" fmla="*/ 5865655 w 7467600"/>
              <a:gd name="connsiteY794" fmla="*/ 171901 h 6858000"/>
              <a:gd name="connsiteX795" fmla="*/ 5259740 w 7467600"/>
              <a:gd name="connsiteY795" fmla="*/ 257013 h 6858000"/>
              <a:gd name="connsiteX796" fmla="*/ 5208466 w 7467600"/>
              <a:gd name="connsiteY796" fmla="*/ 257550 h 6858000"/>
              <a:gd name="connsiteX797" fmla="*/ 4980204 w 7467600"/>
              <a:gd name="connsiteY797" fmla="*/ 271903 h 6858000"/>
              <a:gd name="connsiteX798" fmla="*/ 5068068 w 7467600"/>
              <a:gd name="connsiteY798" fmla="*/ 282244 h 6858000"/>
              <a:gd name="connsiteX799" fmla="*/ 5153231 w 7467600"/>
              <a:gd name="connsiteY799" fmla="*/ 292240 h 6858000"/>
              <a:gd name="connsiteX800" fmla="*/ 5426491 w 7467600"/>
              <a:gd name="connsiteY800" fmla="*/ 281128 h 6858000"/>
              <a:gd name="connsiteX801" fmla="*/ 5731212 w 7467600"/>
              <a:gd name="connsiteY801" fmla="*/ 231951 h 6858000"/>
              <a:gd name="connsiteX802" fmla="*/ 5905192 w 7467600"/>
              <a:gd name="connsiteY802" fmla="*/ 163079 h 6858000"/>
              <a:gd name="connsiteX803" fmla="*/ 5944437 w 7467600"/>
              <a:gd name="connsiteY803" fmla="*/ 113829 h 6858000"/>
              <a:gd name="connsiteX804" fmla="*/ 5825032 w 7467600"/>
              <a:gd name="connsiteY804" fmla="*/ 146405 h 6858000"/>
              <a:gd name="connsiteX805" fmla="*/ 4955599 w 7467600"/>
              <a:gd name="connsiteY805" fmla="*/ 247008 h 6858000"/>
              <a:gd name="connsiteX806" fmla="*/ 5210104 w 7467600"/>
              <a:gd name="connsiteY806" fmla="*/ 228123 h 6858000"/>
              <a:gd name="connsiteX807" fmla="*/ 5261015 w 7467600"/>
              <a:gd name="connsiteY807" fmla="*/ 227087 h 6858000"/>
              <a:gd name="connsiteX808" fmla="*/ 5861181 w 7467600"/>
              <a:gd name="connsiteY808" fmla="*/ 143093 h 6858000"/>
              <a:gd name="connsiteX809" fmla="*/ 5961252 w 7467600"/>
              <a:gd name="connsiteY809" fmla="*/ 114820 h 6858000"/>
              <a:gd name="connsiteX810" fmla="*/ 5944437 w 7467600"/>
              <a:gd name="connsiteY810" fmla="*/ 113829 h 6858000"/>
              <a:gd name="connsiteX811" fmla="*/ 3882765 w 7467600"/>
              <a:gd name="connsiteY811" fmla="*/ 0 h 6858000"/>
              <a:gd name="connsiteX812" fmla="*/ 3995099 w 7467600"/>
              <a:gd name="connsiteY812" fmla="*/ 0 h 6858000"/>
              <a:gd name="connsiteX813" fmla="*/ 4163818 w 7467600"/>
              <a:gd name="connsiteY813" fmla="*/ 234104 h 6858000"/>
              <a:gd name="connsiteX814" fmla="*/ 4172099 w 7467600"/>
              <a:gd name="connsiteY814" fmla="*/ 234207 h 6858000"/>
              <a:gd name="connsiteX815" fmla="*/ 4784282 w 7467600"/>
              <a:gd name="connsiteY815" fmla="*/ 276561 h 6858000"/>
              <a:gd name="connsiteX816" fmla="*/ 4801687 w 7467600"/>
              <a:gd name="connsiteY816" fmla="*/ 267764 h 6858000"/>
              <a:gd name="connsiteX817" fmla="*/ 6082788 w 7467600"/>
              <a:gd name="connsiteY817" fmla="*/ 64119 h 6858000"/>
              <a:gd name="connsiteX818" fmla="*/ 6099442 w 7467600"/>
              <a:gd name="connsiteY818" fmla="*/ 82568 h 6858000"/>
              <a:gd name="connsiteX819" fmla="*/ 4804137 w 7467600"/>
              <a:gd name="connsiteY819" fmla="*/ 320931 h 6858000"/>
              <a:gd name="connsiteX820" fmla="*/ 4227047 w 7467600"/>
              <a:gd name="connsiteY820" fmla="*/ 313415 h 6858000"/>
              <a:gd name="connsiteX821" fmla="*/ 4346041 w 7467600"/>
              <a:gd name="connsiteY821" fmla="*/ 456086 h 6858000"/>
              <a:gd name="connsiteX822" fmla="*/ 4870967 w 7467600"/>
              <a:gd name="connsiteY822" fmla="*/ 963061 h 6858000"/>
              <a:gd name="connsiteX823" fmla="*/ 4889647 w 7467600"/>
              <a:gd name="connsiteY823" fmla="*/ 957147 h 6858000"/>
              <a:gd name="connsiteX824" fmla="*/ 5422504 w 7467600"/>
              <a:gd name="connsiteY824" fmla="*/ 805191 h 6858000"/>
              <a:gd name="connsiteX825" fmla="*/ 6087656 w 7467600"/>
              <a:gd name="connsiteY825" fmla="*/ 826703 h 6858000"/>
              <a:gd name="connsiteX826" fmla="*/ 6058717 w 7467600"/>
              <a:gd name="connsiteY826" fmla="*/ 865992 h 6858000"/>
              <a:gd name="connsiteX827" fmla="*/ 4974153 w 7467600"/>
              <a:gd name="connsiteY827" fmla="*/ 1045456 h 6858000"/>
              <a:gd name="connsiteX828" fmla="*/ 5627835 w 7467600"/>
              <a:gd name="connsiteY828" fmla="*/ 1472077 h 6858000"/>
              <a:gd name="connsiteX829" fmla="*/ 5629817 w 7467600"/>
              <a:gd name="connsiteY829" fmla="*/ 1471412 h 6858000"/>
              <a:gd name="connsiteX830" fmla="*/ 5634124 w 7467600"/>
              <a:gd name="connsiteY830" fmla="*/ 1470572 h 6858000"/>
              <a:gd name="connsiteX831" fmla="*/ 5755832 w 7467600"/>
              <a:gd name="connsiteY831" fmla="*/ 1383886 h 6858000"/>
              <a:gd name="connsiteX832" fmla="*/ 6014186 w 7467600"/>
              <a:gd name="connsiteY832" fmla="*/ 1279799 h 6858000"/>
              <a:gd name="connsiteX833" fmla="*/ 6901619 w 7467600"/>
              <a:gd name="connsiteY833" fmla="*/ 1047874 h 6858000"/>
              <a:gd name="connsiteX834" fmla="*/ 6931566 w 7467600"/>
              <a:gd name="connsiteY834" fmla="*/ 1062034 h 6858000"/>
              <a:gd name="connsiteX835" fmla="*/ 5790982 w 7467600"/>
              <a:gd name="connsiteY835" fmla="*/ 1561380 h 6858000"/>
              <a:gd name="connsiteX836" fmla="*/ 6188971 w 7467600"/>
              <a:gd name="connsiteY836" fmla="*/ 1755168 h 6858000"/>
              <a:gd name="connsiteX837" fmla="*/ 6202446 w 7467600"/>
              <a:gd name="connsiteY837" fmla="*/ 1752268 h 6858000"/>
              <a:gd name="connsiteX838" fmla="*/ 7179560 w 7467600"/>
              <a:gd name="connsiteY838" fmla="*/ 1467551 h 6858000"/>
              <a:gd name="connsiteX839" fmla="*/ 7158730 w 7467600"/>
              <a:gd name="connsiteY839" fmla="*/ 1507835 h 6858000"/>
              <a:gd name="connsiteX840" fmla="*/ 6326959 w 7467600"/>
              <a:gd name="connsiteY840" fmla="*/ 1817686 h 6858000"/>
              <a:gd name="connsiteX841" fmla="*/ 6537433 w 7467600"/>
              <a:gd name="connsiteY841" fmla="*/ 1907790 h 6858000"/>
              <a:gd name="connsiteX842" fmla="*/ 6550221 w 7467600"/>
              <a:gd name="connsiteY842" fmla="*/ 1910729 h 6858000"/>
              <a:gd name="connsiteX843" fmla="*/ 6964438 w 7467600"/>
              <a:gd name="connsiteY843" fmla="*/ 2209505 h 6858000"/>
              <a:gd name="connsiteX844" fmla="*/ 7367862 w 7467600"/>
              <a:gd name="connsiteY844" fmla="*/ 2806833 h 6858000"/>
              <a:gd name="connsiteX845" fmla="*/ 7364329 w 7467600"/>
              <a:gd name="connsiteY845" fmla="*/ 2826907 h 6858000"/>
              <a:gd name="connsiteX846" fmla="*/ 7290545 w 7467600"/>
              <a:gd name="connsiteY846" fmla="*/ 2850663 h 6858000"/>
              <a:gd name="connsiteX847" fmla="*/ 6472036 w 7467600"/>
              <a:gd name="connsiteY847" fmla="*/ 1959003 h 6858000"/>
              <a:gd name="connsiteX848" fmla="*/ 5792897 w 7467600"/>
              <a:gd name="connsiteY848" fmla="*/ 1647747 h 6858000"/>
              <a:gd name="connsiteX849" fmla="*/ 5842751 w 7467600"/>
              <a:gd name="connsiteY849" fmla="*/ 1816112 h 6858000"/>
              <a:gd name="connsiteX850" fmla="*/ 5847424 w 7467600"/>
              <a:gd name="connsiteY850" fmla="*/ 1815776 h 6858000"/>
              <a:gd name="connsiteX851" fmla="*/ 6399821 w 7467600"/>
              <a:gd name="connsiteY851" fmla="*/ 2344799 h 6858000"/>
              <a:gd name="connsiteX852" fmla="*/ 6323232 w 7467600"/>
              <a:gd name="connsiteY852" fmla="*/ 2389634 h 6858000"/>
              <a:gd name="connsiteX853" fmla="*/ 5942958 w 7467600"/>
              <a:gd name="connsiteY853" fmla="*/ 2077708 h 6858000"/>
              <a:gd name="connsiteX854" fmla="*/ 5921559 w 7467600"/>
              <a:gd name="connsiteY854" fmla="*/ 2378596 h 6858000"/>
              <a:gd name="connsiteX855" fmla="*/ 5817651 w 7467600"/>
              <a:gd name="connsiteY855" fmla="*/ 3023919 h 6858000"/>
              <a:gd name="connsiteX856" fmla="*/ 5729634 w 7467600"/>
              <a:gd name="connsiteY856" fmla="*/ 3051849 h 6858000"/>
              <a:gd name="connsiteX857" fmla="*/ 5611018 w 7467600"/>
              <a:gd name="connsiteY857" fmla="*/ 2316769 h 6858000"/>
              <a:gd name="connsiteX858" fmla="*/ 5687608 w 7467600"/>
              <a:gd name="connsiteY858" fmla="*/ 2039972 h 6858000"/>
              <a:gd name="connsiteX859" fmla="*/ 5657554 w 7467600"/>
              <a:gd name="connsiteY859" fmla="*/ 1576445 h 6858000"/>
              <a:gd name="connsiteX860" fmla="*/ 5150475 w 7467600"/>
              <a:gd name="connsiteY860" fmla="*/ 1274012 h 6858000"/>
              <a:gd name="connsiteX861" fmla="*/ 5349142 w 7467600"/>
              <a:gd name="connsiteY861" fmla="*/ 2204405 h 6858000"/>
              <a:gd name="connsiteX862" fmla="*/ 5262214 w 7467600"/>
              <a:gd name="connsiteY862" fmla="*/ 2233836 h 6858000"/>
              <a:gd name="connsiteX863" fmla="*/ 4981539 w 7467600"/>
              <a:gd name="connsiteY863" fmla="*/ 1542201 h 6858000"/>
              <a:gd name="connsiteX864" fmla="*/ 4958461 w 7467600"/>
              <a:gd name="connsiteY864" fmla="*/ 1136957 h 6858000"/>
              <a:gd name="connsiteX865" fmla="*/ 4655015 w 7467600"/>
              <a:gd name="connsiteY865" fmla="*/ 891426 h 6858000"/>
              <a:gd name="connsiteX866" fmla="*/ 4348002 w 7467600"/>
              <a:gd name="connsiteY866" fmla="*/ 2205895 h 6858000"/>
              <a:gd name="connsiteX867" fmla="*/ 4262250 w 7467600"/>
              <a:gd name="connsiteY867" fmla="*/ 2219972 h 6858000"/>
              <a:gd name="connsiteX868" fmla="*/ 4550611 w 7467600"/>
              <a:gd name="connsiteY868" fmla="*/ 817540 h 6858000"/>
              <a:gd name="connsiteX869" fmla="*/ 4564418 w 7467600"/>
              <a:gd name="connsiteY869" fmla="*/ 808293 h 6858000"/>
              <a:gd name="connsiteX870" fmla="*/ 4266388 w 7467600"/>
              <a:gd name="connsiteY870" fmla="*/ 500083 h 6858000"/>
              <a:gd name="connsiteX871" fmla="*/ 4032842 w 7467600"/>
              <a:gd name="connsiteY871" fmla="*/ 211809 h 6858000"/>
              <a:gd name="connsiteX872" fmla="*/ 3882765 w 7467600"/>
              <a:gd name="connsiteY872" fmla="*/ 0 h 6858000"/>
              <a:gd name="connsiteX873" fmla="*/ 3721337 w 7467600"/>
              <a:gd name="connsiteY873" fmla="*/ 0 h 6858000"/>
              <a:gd name="connsiteX874" fmla="*/ 3797544 w 7467600"/>
              <a:gd name="connsiteY874" fmla="*/ 0 h 6858000"/>
              <a:gd name="connsiteX875" fmla="*/ 3775734 w 7467600"/>
              <a:gd name="connsiteY875" fmla="*/ 95131 h 6858000"/>
              <a:gd name="connsiteX876" fmla="*/ 3724807 w 7467600"/>
              <a:gd name="connsiteY876" fmla="*/ 272257 h 6858000"/>
              <a:gd name="connsiteX877" fmla="*/ 3726844 w 7467600"/>
              <a:gd name="connsiteY877" fmla="*/ 282988 h 6858000"/>
              <a:gd name="connsiteX878" fmla="*/ 3742664 w 7467600"/>
              <a:gd name="connsiteY878" fmla="*/ 279918 h 6858000"/>
              <a:gd name="connsiteX879" fmla="*/ 4103910 w 7467600"/>
              <a:gd name="connsiteY879" fmla="*/ 1161917 h 6858000"/>
              <a:gd name="connsiteX880" fmla="*/ 4020269 w 7467600"/>
              <a:gd name="connsiteY880" fmla="*/ 1200406 h 6858000"/>
              <a:gd name="connsiteX881" fmla="*/ 3674882 w 7467600"/>
              <a:gd name="connsiteY881" fmla="*/ 488524 h 6858000"/>
              <a:gd name="connsiteX882" fmla="*/ 3132682 w 7467600"/>
              <a:gd name="connsiteY882" fmla="*/ 1072284 h 6858000"/>
              <a:gd name="connsiteX883" fmla="*/ 2716346 w 7467600"/>
              <a:gd name="connsiteY883" fmla="*/ 1276376 h 6858000"/>
              <a:gd name="connsiteX884" fmla="*/ 2716772 w 7467600"/>
              <a:gd name="connsiteY884" fmla="*/ 1255462 h 6858000"/>
              <a:gd name="connsiteX885" fmla="*/ 3471096 w 7467600"/>
              <a:gd name="connsiteY885" fmla="*/ 437072 h 6858000"/>
              <a:gd name="connsiteX886" fmla="*/ 3639057 w 7467600"/>
              <a:gd name="connsiteY886" fmla="*/ 286334 h 6858000"/>
              <a:gd name="connsiteX887" fmla="*/ 3640309 w 7467600"/>
              <a:gd name="connsiteY887" fmla="*/ 284664 h 6858000"/>
              <a:gd name="connsiteX888" fmla="*/ 3646022 w 7467600"/>
              <a:gd name="connsiteY888" fmla="*/ 276711 h 6858000"/>
              <a:gd name="connsiteX889" fmla="*/ 3707943 w 7467600"/>
              <a:gd name="connsiteY889" fmla="*/ 65958 h 6858000"/>
              <a:gd name="connsiteX890" fmla="*/ 3721337 w 7467600"/>
              <a:gd name="connsiteY890" fmla="*/ 0 h 6858000"/>
              <a:gd name="connsiteX891" fmla="*/ 2867960 w 7467600"/>
              <a:gd name="connsiteY891" fmla="*/ 0 h 6858000"/>
              <a:gd name="connsiteX892" fmla="*/ 2926351 w 7467600"/>
              <a:gd name="connsiteY892" fmla="*/ 0 h 6858000"/>
              <a:gd name="connsiteX893" fmla="*/ 2902823 w 7467600"/>
              <a:gd name="connsiteY893" fmla="*/ 262929 h 6858000"/>
              <a:gd name="connsiteX894" fmla="*/ 2940663 w 7467600"/>
              <a:gd name="connsiteY894" fmla="*/ 140884 h 6858000"/>
              <a:gd name="connsiteX895" fmla="*/ 2947039 w 7467600"/>
              <a:gd name="connsiteY895" fmla="*/ 122524 h 6858000"/>
              <a:gd name="connsiteX896" fmla="*/ 2984316 w 7467600"/>
              <a:gd name="connsiteY896" fmla="*/ 0 h 6858000"/>
              <a:gd name="connsiteX897" fmla="*/ 3016114 w 7467600"/>
              <a:gd name="connsiteY897" fmla="*/ 0 h 6858000"/>
              <a:gd name="connsiteX898" fmla="*/ 2979949 w 7467600"/>
              <a:gd name="connsiteY898" fmla="*/ 119274 h 6858000"/>
              <a:gd name="connsiteX899" fmla="*/ 3023879 w 7467600"/>
              <a:gd name="connsiteY899" fmla="*/ 0 h 6858000"/>
              <a:gd name="connsiteX900" fmla="*/ 3105400 w 7467600"/>
              <a:gd name="connsiteY900" fmla="*/ 0 h 6858000"/>
              <a:gd name="connsiteX901" fmla="*/ 3094669 w 7467600"/>
              <a:gd name="connsiteY901" fmla="*/ 30308 h 6858000"/>
              <a:gd name="connsiteX902" fmla="*/ 2901945 w 7467600"/>
              <a:gd name="connsiteY902" fmla="*/ 466538 h 6858000"/>
              <a:gd name="connsiteX903" fmla="*/ 2815209 w 7467600"/>
              <a:gd name="connsiteY903" fmla="*/ 497361 h 6858000"/>
              <a:gd name="connsiteX904" fmla="*/ 2844845 w 7467600"/>
              <a:gd name="connsiteY904" fmla="*/ 127638 h 6858000"/>
              <a:gd name="connsiteX905" fmla="*/ 2867960 w 7467600"/>
              <a:gd name="connsiteY905" fmla="*/ 0 h 6858000"/>
              <a:gd name="connsiteX906" fmla="*/ 1057230 w 7467600"/>
              <a:gd name="connsiteY906" fmla="*/ 0 h 6858000"/>
              <a:gd name="connsiteX907" fmla="*/ 1111003 w 7467600"/>
              <a:gd name="connsiteY907" fmla="*/ 0 h 6858000"/>
              <a:gd name="connsiteX908" fmla="*/ 1125553 w 7467600"/>
              <a:gd name="connsiteY908" fmla="*/ 52588 h 6858000"/>
              <a:gd name="connsiteX909" fmla="*/ 1304276 w 7467600"/>
              <a:gd name="connsiteY909" fmla="*/ 476275 h 6858000"/>
              <a:gd name="connsiteX910" fmla="*/ 1492066 w 7467600"/>
              <a:gd name="connsiteY910" fmla="*/ 886333 h 6858000"/>
              <a:gd name="connsiteX911" fmla="*/ 1423698 w 7467600"/>
              <a:gd name="connsiteY911" fmla="*/ 710817 h 6858000"/>
              <a:gd name="connsiteX912" fmla="*/ 1357609 w 7467600"/>
              <a:gd name="connsiteY912" fmla="*/ 532892 h 6858000"/>
              <a:gd name="connsiteX913" fmla="*/ 1309550 w 7467600"/>
              <a:gd name="connsiteY913" fmla="*/ 374031 h 6858000"/>
              <a:gd name="connsiteX914" fmla="*/ 1193673 w 7467600"/>
              <a:gd name="connsiteY914" fmla="*/ 49533 h 6858000"/>
              <a:gd name="connsiteX915" fmla="*/ 1164391 w 7467600"/>
              <a:gd name="connsiteY915" fmla="*/ 0 h 6858000"/>
              <a:gd name="connsiteX916" fmla="*/ 1200666 w 7467600"/>
              <a:gd name="connsiteY916" fmla="*/ 0 h 6858000"/>
              <a:gd name="connsiteX917" fmla="*/ 1223408 w 7467600"/>
              <a:gd name="connsiteY917" fmla="*/ 38996 h 6858000"/>
              <a:gd name="connsiteX918" fmla="*/ 1339635 w 7467600"/>
              <a:gd name="connsiteY918" fmla="*/ 365517 h 6858000"/>
              <a:gd name="connsiteX919" fmla="*/ 1387469 w 7467600"/>
              <a:gd name="connsiteY919" fmla="*/ 523079 h 6858000"/>
              <a:gd name="connsiteX920" fmla="*/ 1452685 w 7467600"/>
              <a:gd name="connsiteY920" fmla="*/ 699806 h 6858000"/>
              <a:gd name="connsiteX921" fmla="*/ 1492092 w 7467600"/>
              <a:gd name="connsiteY921" fmla="*/ 800424 h 6858000"/>
              <a:gd name="connsiteX922" fmla="*/ 1455302 w 7467600"/>
              <a:gd name="connsiteY922" fmla="*/ 632913 h 6858000"/>
              <a:gd name="connsiteX923" fmla="*/ 1222336 w 7467600"/>
              <a:gd name="connsiteY923" fmla="*/ 9480 h 6858000"/>
              <a:gd name="connsiteX924" fmla="*/ 1214634 w 7467600"/>
              <a:gd name="connsiteY924" fmla="*/ 0 h 6858000"/>
              <a:gd name="connsiteX925" fmla="*/ 1289827 w 7467600"/>
              <a:gd name="connsiteY925" fmla="*/ 0 h 6858000"/>
              <a:gd name="connsiteX926" fmla="*/ 1321076 w 7467600"/>
              <a:gd name="connsiteY926" fmla="*/ 59722 h 6858000"/>
              <a:gd name="connsiteX927" fmla="*/ 1512579 w 7467600"/>
              <a:gd name="connsiteY927" fmla="*/ 626441 h 6858000"/>
              <a:gd name="connsiteX928" fmla="*/ 1506076 w 7467600"/>
              <a:gd name="connsiteY928" fmla="*/ 1089289 h 6858000"/>
              <a:gd name="connsiteX929" fmla="*/ 1486346 w 7467600"/>
              <a:gd name="connsiteY929" fmla="*/ 1079919 h 6858000"/>
              <a:gd name="connsiteX930" fmla="*/ 1070511 w 7467600"/>
              <a:gd name="connsiteY930" fmla="*/ 48609 h 6858000"/>
              <a:gd name="connsiteX931" fmla="*/ 1057230 w 7467600"/>
              <a:gd name="connsiteY931" fmla="*/ 0 h 6858000"/>
              <a:gd name="connsiteX932" fmla="*/ 43151 w 7467600"/>
              <a:gd name="connsiteY932" fmla="*/ 0 h 6858000"/>
              <a:gd name="connsiteX933" fmla="*/ 95283 w 7467600"/>
              <a:gd name="connsiteY933" fmla="*/ 0 h 6858000"/>
              <a:gd name="connsiteX934" fmla="*/ 300708 w 7467600"/>
              <a:gd name="connsiteY934" fmla="*/ 154571 h 6858000"/>
              <a:gd name="connsiteX935" fmla="*/ 530414 w 7467600"/>
              <a:gd name="connsiteY935" fmla="*/ 354673 h 6858000"/>
              <a:gd name="connsiteX936" fmla="*/ 333785 w 7467600"/>
              <a:gd name="connsiteY936" fmla="*/ 161564 h 6858000"/>
              <a:gd name="connsiteX937" fmla="*/ 147005 w 7467600"/>
              <a:gd name="connsiteY937" fmla="*/ 0 h 6858000"/>
              <a:gd name="connsiteX938" fmla="*/ 272509 w 7467600"/>
              <a:gd name="connsiteY938" fmla="*/ 0 h 6858000"/>
              <a:gd name="connsiteX939" fmla="*/ 326276 w 7467600"/>
              <a:gd name="connsiteY939" fmla="*/ 45847 h 6858000"/>
              <a:gd name="connsiteX940" fmla="*/ 823759 w 7467600"/>
              <a:gd name="connsiteY940" fmla="*/ 574145 h 6858000"/>
              <a:gd name="connsiteX941" fmla="*/ 811254 w 7467600"/>
              <a:gd name="connsiteY941" fmla="*/ 665546 h 6858000"/>
              <a:gd name="connsiteX942" fmla="*/ 154042 w 7467600"/>
              <a:gd name="connsiteY942" fmla="*/ 261522 h 6858000"/>
              <a:gd name="connsiteX943" fmla="*/ 13550 w 7467600"/>
              <a:gd name="connsiteY943" fmla="*/ 158423 h 6858000"/>
              <a:gd name="connsiteX944" fmla="*/ 0 w 7467600"/>
              <a:gd name="connsiteY944" fmla="*/ 146618 h 6858000"/>
              <a:gd name="connsiteX945" fmla="*/ 0 w 7467600"/>
              <a:gd name="connsiteY945" fmla="*/ 59161 h 6858000"/>
              <a:gd name="connsiteX946" fmla="*/ 45427 w 7467600"/>
              <a:gd name="connsiteY946" fmla="*/ 101078 h 6858000"/>
              <a:gd name="connsiteX947" fmla="*/ 630103 w 7467600"/>
              <a:gd name="connsiteY947" fmla="*/ 485885 h 6858000"/>
              <a:gd name="connsiteX948" fmla="*/ 532040 w 7467600"/>
              <a:gd name="connsiteY948" fmla="*/ 399359 h 6858000"/>
              <a:gd name="connsiteX949" fmla="*/ 517618 w 7467600"/>
              <a:gd name="connsiteY949" fmla="*/ 385726 h 6858000"/>
              <a:gd name="connsiteX950" fmla="*/ 285074 w 7467600"/>
              <a:gd name="connsiteY950" fmla="*/ 182755 h 6858000"/>
              <a:gd name="connsiteX951" fmla="*/ 43151 w 7467600"/>
              <a:gd name="connsiteY95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10696 w 7467600"/>
              <a:gd name="connsiteY4" fmla="*/ 6803861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7410696 w 7467600"/>
              <a:gd name="connsiteY18" fmla="*/ 6803861 h 6858000"/>
              <a:gd name="connsiteX19" fmla="*/ 1019354 w 7467600"/>
              <a:gd name="connsiteY19" fmla="*/ 6315006 h 6858000"/>
              <a:gd name="connsiteX20" fmla="*/ 441046 w 7467600"/>
              <a:gd name="connsiteY20" fmla="*/ 6691153 h 6858000"/>
              <a:gd name="connsiteX21" fmla="*/ 1019354 w 7467600"/>
              <a:gd name="connsiteY21" fmla="*/ 6315006 h 6858000"/>
              <a:gd name="connsiteX22" fmla="*/ 991680 w 7467600"/>
              <a:gd name="connsiteY22" fmla="*/ 6298413 h 6858000"/>
              <a:gd name="connsiteX23" fmla="*/ 409060 w 7467600"/>
              <a:gd name="connsiteY23" fmla="*/ 6671470 h 6858000"/>
              <a:gd name="connsiteX24" fmla="*/ 991680 w 7467600"/>
              <a:gd name="connsiteY24" fmla="*/ 6298413 h 6858000"/>
              <a:gd name="connsiteX25" fmla="*/ 103333 w 7467600"/>
              <a:gd name="connsiteY25" fmla="*/ 5699602 h 6858000"/>
              <a:gd name="connsiteX26" fmla="*/ 233938 w 7467600"/>
              <a:gd name="connsiteY26" fmla="*/ 5809416 h 6858000"/>
              <a:gd name="connsiteX27" fmla="*/ 883580 w 7467600"/>
              <a:gd name="connsiteY27" fmla="*/ 6180710 h 6858000"/>
              <a:gd name="connsiteX28" fmla="*/ 487337 w 7467600"/>
              <a:gd name="connsiteY28" fmla="*/ 5950182 h 6858000"/>
              <a:gd name="connsiteX29" fmla="*/ 354051 w 7467600"/>
              <a:gd name="connsiteY29" fmla="*/ 5854912 h 6858000"/>
              <a:gd name="connsiteX30" fmla="*/ 195436 w 7467600"/>
              <a:gd name="connsiteY30" fmla="*/ 5755068 h 6858000"/>
              <a:gd name="connsiteX31" fmla="*/ 103333 w 7467600"/>
              <a:gd name="connsiteY31" fmla="*/ 5699602 h 6858000"/>
              <a:gd name="connsiteX32" fmla="*/ 5539432 w 7467600"/>
              <a:gd name="connsiteY32" fmla="*/ 5642928 h 6858000"/>
              <a:gd name="connsiteX33" fmla="*/ 5555462 w 7467600"/>
              <a:gd name="connsiteY33" fmla="*/ 5694454 h 6858000"/>
              <a:gd name="connsiteX34" fmla="*/ 5828270 w 7467600"/>
              <a:gd name="connsiteY34" fmla="*/ 6320663 h 6858000"/>
              <a:gd name="connsiteX35" fmla="*/ 5947416 w 7467600"/>
              <a:gd name="connsiteY35" fmla="*/ 6574846 h 6858000"/>
              <a:gd name="connsiteX36" fmla="*/ 5539432 w 7467600"/>
              <a:gd name="connsiteY36" fmla="*/ 5642928 h 6858000"/>
              <a:gd name="connsiteX37" fmla="*/ 51253 w 7467600"/>
              <a:gd name="connsiteY37" fmla="*/ 5631825 h 6858000"/>
              <a:gd name="connsiteX38" fmla="*/ 211622 w 7467600"/>
              <a:gd name="connsiteY38" fmla="*/ 5728803 h 6858000"/>
              <a:gd name="connsiteX39" fmla="*/ 371652 w 7467600"/>
              <a:gd name="connsiteY39" fmla="*/ 5829062 h 6858000"/>
              <a:gd name="connsiteX40" fmla="*/ 505903 w 7467600"/>
              <a:gd name="connsiteY40" fmla="*/ 5925221 h 6858000"/>
              <a:gd name="connsiteX41" fmla="*/ 899240 w 7467600"/>
              <a:gd name="connsiteY41" fmla="*/ 6153068 h 6858000"/>
              <a:gd name="connsiteX42" fmla="*/ 988114 w 7467600"/>
              <a:gd name="connsiteY42" fmla="*/ 6174204 h 6858000"/>
              <a:gd name="connsiteX43" fmla="*/ 845971 w 7467600"/>
              <a:gd name="connsiteY43" fmla="*/ 6067177 h 6858000"/>
              <a:gd name="connsiteX44" fmla="*/ 448057 w 7467600"/>
              <a:gd name="connsiteY44" fmla="*/ 5841376 h 6858000"/>
              <a:gd name="connsiteX45" fmla="*/ 51253 w 7467600"/>
              <a:gd name="connsiteY45" fmla="*/ 5631825 h 6858000"/>
              <a:gd name="connsiteX46" fmla="*/ 2606687 w 7467600"/>
              <a:gd name="connsiteY46" fmla="*/ 5630718 h 6858000"/>
              <a:gd name="connsiteX47" fmla="*/ 2645658 w 7467600"/>
              <a:gd name="connsiteY47" fmla="*/ 6640259 h 6858000"/>
              <a:gd name="connsiteX48" fmla="*/ 2606687 w 7467600"/>
              <a:gd name="connsiteY48" fmla="*/ 5630718 h 6858000"/>
              <a:gd name="connsiteX49" fmla="*/ 3642057 w 7467600"/>
              <a:gd name="connsiteY49" fmla="*/ 5573487 h 6858000"/>
              <a:gd name="connsiteX50" fmla="*/ 3632981 w 7467600"/>
              <a:gd name="connsiteY50" fmla="*/ 5579437 h 6858000"/>
              <a:gd name="connsiteX51" fmla="*/ 3382436 w 7467600"/>
              <a:gd name="connsiteY51" fmla="*/ 5952726 h 6858000"/>
              <a:gd name="connsiteX52" fmla="*/ 3191929 w 7467600"/>
              <a:gd name="connsiteY52" fmla="*/ 6662669 h 6858000"/>
              <a:gd name="connsiteX53" fmla="*/ 3369898 w 7467600"/>
              <a:gd name="connsiteY53" fmla="*/ 6081771 h 6858000"/>
              <a:gd name="connsiteX54" fmla="*/ 3642057 w 7467600"/>
              <a:gd name="connsiteY54" fmla="*/ 5573487 h 6858000"/>
              <a:gd name="connsiteX55" fmla="*/ 2650666 w 7467600"/>
              <a:gd name="connsiteY55" fmla="*/ 5530686 h 6858000"/>
              <a:gd name="connsiteX56" fmla="*/ 2650249 w 7467600"/>
              <a:gd name="connsiteY56" fmla="*/ 5532101 h 6858000"/>
              <a:gd name="connsiteX57" fmla="*/ 2663808 w 7467600"/>
              <a:gd name="connsiteY57" fmla="*/ 6535215 h 6858000"/>
              <a:gd name="connsiteX58" fmla="*/ 2665418 w 7467600"/>
              <a:gd name="connsiteY58" fmla="*/ 6132756 h 6858000"/>
              <a:gd name="connsiteX59" fmla="*/ 2650666 w 7467600"/>
              <a:gd name="connsiteY59" fmla="*/ 5530686 h 6858000"/>
              <a:gd name="connsiteX60" fmla="*/ 2680277 w 7467600"/>
              <a:gd name="connsiteY60" fmla="*/ 5479204 h 6858000"/>
              <a:gd name="connsiteX61" fmla="*/ 2678972 w 7467600"/>
              <a:gd name="connsiteY61" fmla="*/ 5481582 h 6858000"/>
              <a:gd name="connsiteX62" fmla="*/ 2696666 w 7467600"/>
              <a:gd name="connsiteY62" fmla="*/ 6133836 h 6858000"/>
              <a:gd name="connsiteX63" fmla="*/ 2695769 w 7467600"/>
              <a:gd name="connsiteY63" fmla="*/ 6390955 h 6858000"/>
              <a:gd name="connsiteX64" fmla="*/ 2739893 w 7467600"/>
              <a:gd name="connsiteY64" fmla="*/ 6108357 h 6858000"/>
              <a:gd name="connsiteX65" fmla="*/ 2680277 w 7467600"/>
              <a:gd name="connsiteY65" fmla="*/ 5479204 h 6858000"/>
              <a:gd name="connsiteX66" fmla="*/ 1132195 w 7467600"/>
              <a:gd name="connsiteY66" fmla="*/ 5467980 h 6858000"/>
              <a:gd name="connsiteX67" fmla="*/ 1679056 w 7467600"/>
              <a:gd name="connsiteY67" fmla="*/ 5516907 h 6858000"/>
              <a:gd name="connsiteX68" fmla="*/ 2128648 w 7467600"/>
              <a:gd name="connsiteY68" fmla="*/ 5474249 h 6858000"/>
              <a:gd name="connsiteX69" fmla="*/ 1825619 w 7467600"/>
              <a:gd name="connsiteY69" fmla="*/ 5478447 h 6858000"/>
              <a:gd name="connsiteX70" fmla="*/ 1737798 w 7467600"/>
              <a:gd name="connsiteY70" fmla="*/ 5483353 h 6858000"/>
              <a:gd name="connsiteX71" fmla="*/ 1132195 w 7467600"/>
              <a:gd name="connsiteY71" fmla="*/ 5467980 h 6858000"/>
              <a:gd name="connsiteX72" fmla="*/ 1456157 w 7467600"/>
              <a:gd name="connsiteY72" fmla="*/ 5371404 h 6858000"/>
              <a:gd name="connsiteX73" fmla="*/ 1244432 w 7467600"/>
              <a:gd name="connsiteY73" fmla="*/ 5385601 h 6858000"/>
              <a:gd name="connsiteX74" fmla="*/ 973990 w 7467600"/>
              <a:gd name="connsiteY74" fmla="*/ 5424940 h 6858000"/>
              <a:gd name="connsiteX75" fmla="*/ 1103809 w 7467600"/>
              <a:gd name="connsiteY75" fmla="*/ 5433720 h 6858000"/>
              <a:gd name="connsiteX76" fmla="*/ 1123454 w 7467600"/>
              <a:gd name="connsiteY76" fmla="*/ 5435727 h 6858000"/>
              <a:gd name="connsiteX77" fmla="*/ 1737017 w 7467600"/>
              <a:gd name="connsiteY77" fmla="*/ 5452183 h 6858000"/>
              <a:gd name="connsiteX78" fmla="*/ 1824397 w 7467600"/>
              <a:gd name="connsiteY78" fmla="*/ 5447757 h 6858000"/>
              <a:gd name="connsiteX79" fmla="*/ 2070059 w 7467600"/>
              <a:gd name="connsiteY79" fmla="*/ 5441660 h 6858000"/>
              <a:gd name="connsiteX80" fmla="*/ 1456157 w 7467600"/>
              <a:gd name="connsiteY80" fmla="*/ 5371404 h 6858000"/>
              <a:gd name="connsiteX81" fmla="*/ 4988186 w 7467600"/>
              <a:gd name="connsiteY81" fmla="*/ 5216467 h 6858000"/>
              <a:gd name="connsiteX82" fmla="*/ 4777334 w 7467600"/>
              <a:gd name="connsiteY82" fmla="*/ 5406072 h 6858000"/>
              <a:gd name="connsiteX83" fmla="*/ 4718341 w 7467600"/>
              <a:gd name="connsiteY83" fmla="*/ 5468043 h 6858000"/>
              <a:gd name="connsiteX84" fmla="*/ 4604655 w 7467600"/>
              <a:gd name="connsiteY84" fmla="*/ 5583434 h 6858000"/>
              <a:gd name="connsiteX85" fmla="*/ 4565074 w 7467600"/>
              <a:gd name="connsiteY85" fmla="*/ 5618550 h 6858000"/>
              <a:gd name="connsiteX86" fmla="*/ 4988186 w 7467600"/>
              <a:gd name="connsiteY86" fmla="*/ 5216467 h 6858000"/>
              <a:gd name="connsiteX87" fmla="*/ 4978032 w 7467600"/>
              <a:gd name="connsiteY87" fmla="*/ 5183809 h 6858000"/>
              <a:gd name="connsiteX88" fmla="*/ 4463413 w 7467600"/>
              <a:gd name="connsiteY88" fmla="*/ 5615162 h 6858000"/>
              <a:gd name="connsiteX89" fmla="*/ 4358134 w 7467600"/>
              <a:gd name="connsiteY89" fmla="*/ 5742791 h 6858000"/>
              <a:gd name="connsiteX90" fmla="*/ 4376219 w 7467600"/>
              <a:gd name="connsiteY90" fmla="*/ 5729027 h 6858000"/>
              <a:gd name="connsiteX91" fmla="*/ 4582340 w 7467600"/>
              <a:gd name="connsiteY91" fmla="*/ 5561037 h 6858000"/>
              <a:gd name="connsiteX92" fmla="*/ 4694684 w 7467600"/>
              <a:gd name="connsiteY92" fmla="*/ 5447098 h 6858000"/>
              <a:gd name="connsiteX93" fmla="*/ 4754123 w 7467600"/>
              <a:gd name="connsiteY93" fmla="*/ 5384643 h 6858000"/>
              <a:gd name="connsiteX94" fmla="*/ 4978032 w 7467600"/>
              <a:gd name="connsiteY94" fmla="*/ 5183809 h 6858000"/>
              <a:gd name="connsiteX95" fmla="*/ 1903353 w 7467600"/>
              <a:gd name="connsiteY95" fmla="*/ 5044827 h 6858000"/>
              <a:gd name="connsiteX96" fmla="*/ 1936931 w 7467600"/>
              <a:gd name="connsiteY96" fmla="*/ 5093954 h 6858000"/>
              <a:gd name="connsiteX97" fmla="*/ 2195868 w 7467600"/>
              <a:gd name="connsiteY97" fmla="*/ 5396574 h 6858000"/>
              <a:gd name="connsiteX98" fmla="*/ 2088852 w 7467600"/>
              <a:gd name="connsiteY98" fmla="*/ 5166123 h 6858000"/>
              <a:gd name="connsiteX99" fmla="*/ 1958241 w 7467600"/>
              <a:gd name="connsiteY99" fmla="*/ 5067955 h 6858000"/>
              <a:gd name="connsiteX100" fmla="*/ 1903353 w 7467600"/>
              <a:gd name="connsiteY100" fmla="*/ 5044827 h 6858000"/>
              <a:gd name="connsiteX101" fmla="*/ 1979378 w 7467600"/>
              <a:gd name="connsiteY101" fmla="*/ 4769504 h 6858000"/>
              <a:gd name="connsiteX102" fmla="*/ 2882120 w 7467600"/>
              <a:gd name="connsiteY102" fmla="*/ 5064547 h 6858000"/>
              <a:gd name="connsiteX103" fmla="*/ 2793103 w 7467600"/>
              <a:gd name="connsiteY103" fmla="*/ 5039699 h 6858000"/>
              <a:gd name="connsiteX104" fmla="*/ 2770041 w 7467600"/>
              <a:gd name="connsiteY104" fmla="*/ 5033634 h 6858000"/>
              <a:gd name="connsiteX105" fmla="*/ 1979378 w 7467600"/>
              <a:gd name="connsiteY105" fmla="*/ 4769504 h 6858000"/>
              <a:gd name="connsiteX106" fmla="*/ 1927410 w 7467600"/>
              <a:gd name="connsiteY106" fmla="*/ 4716164 h 6858000"/>
              <a:gd name="connsiteX107" fmla="*/ 1959587 w 7467600"/>
              <a:gd name="connsiteY107" fmla="*/ 4728849 h 6858000"/>
              <a:gd name="connsiteX108" fmla="*/ 2777707 w 7467600"/>
              <a:gd name="connsiteY108" fmla="*/ 5003991 h 6858000"/>
              <a:gd name="connsiteX109" fmla="*/ 2800768 w 7467600"/>
              <a:gd name="connsiteY109" fmla="*/ 5010056 h 6858000"/>
              <a:gd name="connsiteX110" fmla="*/ 2879408 w 7467600"/>
              <a:gd name="connsiteY110" fmla="*/ 5031590 h 6858000"/>
              <a:gd name="connsiteX111" fmla="*/ 2862295 w 7467600"/>
              <a:gd name="connsiteY111" fmla="*/ 5022958 h 6858000"/>
              <a:gd name="connsiteX112" fmla="*/ 2813343 w 7467600"/>
              <a:gd name="connsiteY112" fmla="*/ 4998369 h 6858000"/>
              <a:gd name="connsiteX113" fmla="*/ 2646245 w 7467600"/>
              <a:gd name="connsiteY113" fmla="*/ 4930999 h 6858000"/>
              <a:gd name="connsiteX114" fmla="*/ 1999243 w 7467600"/>
              <a:gd name="connsiteY114" fmla="*/ 4730524 h 6858000"/>
              <a:gd name="connsiteX115" fmla="*/ 1979527 w 7467600"/>
              <a:gd name="connsiteY115" fmla="*/ 4726651 h 6858000"/>
              <a:gd name="connsiteX116" fmla="*/ 1927410 w 7467600"/>
              <a:gd name="connsiteY116" fmla="*/ 4716164 h 6858000"/>
              <a:gd name="connsiteX117" fmla="*/ 1997014 w 7467600"/>
              <a:gd name="connsiteY117" fmla="*/ 4698007 h 6858000"/>
              <a:gd name="connsiteX118" fmla="*/ 2005458 w 7467600"/>
              <a:gd name="connsiteY118" fmla="*/ 4699540 h 6858000"/>
              <a:gd name="connsiteX119" fmla="*/ 2657186 w 7467600"/>
              <a:gd name="connsiteY119" fmla="*/ 4901687 h 6858000"/>
              <a:gd name="connsiteX120" fmla="*/ 2826662 w 7467600"/>
              <a:gd name="connsiteY120" fmla="*/ 4970362 h 6858000"/>
              <a:gd name="connsiteX121" fmla="*/ 2876100 w 7467600"/>
              <a:gd name="connsiteY121" fmla="*/ 4995397 h 6858000"/>
              <a:gd name="connsiteX122" fmla="*/ 3042600 w 7467600"/>
              <a:gd name="connsiteY122" fmla="*/ 5059532 h 6858000"/>
              <a:gd name="connsiteX123" fmla="*/ 1997014 w 7467600"/>
              <a:gd name="connsiteY123" fmla="*/ 4698007 h 6858000"/>
              <a:gd name="connsiteX124" fmla="*/ 2305292 w 7467600"/>
              <a:gd name="connsiteY124" fmla="*/ 4219492 h 6858000"/>
              <a:gd name="connsiteX125" fmla="*/ 3360922 w 7467600"/>
              <a:gd name="connsiteY125" fmla="*/ 4529373 h 6858000"/>
              <a:gd name="connsiteX126" fmla="*/ 3492420 w 7467600"/>
              <a:gd name="connsiteY126" fmla="*/ 4510145 h 6858000"/>
              <a:gd name="connsiteX127" fmla="*/ 3364086 w 7467600"/>
              <a:gd name="connsiteY127" fmla="*/ 4480340 h 6858000"/>
              <a:gd name="connsiteX128" fmla="*/ 3225818 w 7467600"/>
              <a:gd name="connsiteY128" fmla="*/ 4411822 h 6858000"/>
              <a:gd name="connsiteX129" fmla="*/ 3129696 w 7467600"/>
              <a:gd name="connsiteY129" fmla="*/ 4360704 h 6858000"/>
              <a:gd name="connsiteX130" fmla="*/ 2814545 w 7467600"/>
              <a:gd name="connsiteY130" fmla="*/ 4282955 h 6858000"/>
              <a:gd name="connsiteX131" fmla="*/ 2305292 w 7467600"/>
              <a:gd name="connsiteY131" fmla="*/ 4219492 h 6858000"/>
              <a:gd name="connsiteX132" fmla="*/ 2626982 w 7467600"/>
              <a:gd name="connsiteY132" fmla="*/ 4206450 h 6858000"/>
              <a:gd name="connsiteX133" fmla="*/ 2490617 w 7467600"/>
              <a:gd name="connsiteY133" fmla="*/ 4206951 h 6858000"/>
              <a:gd name="connsiteX134" fmla="*/ 2819869 w 7467600"/>
              <a:gd name="connsiteY134" fmla="*/ 4252936 h 6858000"/>
              <a:gd name="connsiteX135" fmla="*/ 3143018 w 7467600"/>
              <a:gd name="connsiteY135" fmla="*/ 4332698 h 6858000"/>
              <a:gd name="connsiteX136" fmla="*/ 3241520 w 7467600"/>
              <a:gd name="connsiteY136" fmla="*/ 4385112 h 6858000"/>
              <a:gd name="connsiteX137" fmla="*/ 3374575 w 7467600"/>
              <a:gd name="connsiteY137" fmla="*/ 4451517 h 6858000"/>
              <a:gd name="connsiteX138" fmla="*/ 3505221 w 7467600"/>
              <a:gd name="connsiteY138" fmla="*/ 4480757 h 6858000"/>
              <a:gd name="connsiteX139" fmla="*/ 2626982 w 7467600"/>
              <a:gd name="connsiteY139" fmla="*/ 4206450 h 6858000"/>
              <a:gd name="connsiteX140" fmla="*/ 1310106 w 7467600"/>
              <a:gd name="connsiteY140" fmla="*/ 3943217 h 6858000"/>
              <a:gd name="connsiteX141" fmla="*/ 854994 w 7467600"/>
              <a:gd name="connsiteY141" fmla="*/ 4399136 h 6858000"/>
              <a:gd name="connsiteX142" fmla="*/ 742462 w 7467600"/>
              <a:gd name="connsiteY142" fmla="*/ 4594648 h 6858000"/>
              <a:gd name="connsiteX143" fmla="*/ 820602 w 7467600"/>
              <a:gd name="connsiteY143" fmla="*/ 4485915 h 6858000"/>
              <a:gd name="connsiteX144" fmla="*/ 878295 w 7467600"/>
              <a:gd name="connsiteY144" fmla="*/ 4403594 h 6858000"/>
              <a:gd name="connsiteX145" fmla="*/ 1240607 w 7467600"/>
              <a:gd name="connsiteY145" fmla="*/ 4010401 h 6858000"/>
              <a:gd name="connsiteX146" fmla="*/ 1310106 w 7467600"/>
              <a:gd name="connsiteY146" fmla="*/ 3943217 h 6858000"/>
              <a:gd name="connsiteX147" fmla="*/ 1423113 w 7467600"/>
              <a:gd name="connsiteY147" fmla="*/ 3874565 h 6858000"/>
              <a:gd name="connsiteX148" fmla="*/ 1260565 w 7467600"/>
              <a:gd name="connsiteY148" fmla="*/ 4031982 h 6858000"/>
              <a:gd name="connsiteX149" fmla="*/ 901900 w 7467600"/>
              <a:gd name="connsiteY149" fmla="*/ 4421236 h 6858000"/>
              <a:gd name="connsiteX150" fmla="*/ 845044 w 7467600"/>
              <a:gd name="connsiteY150" fmla="*/ 4502436 h 6858000"/>
              <a:gd name="connsiteX151" fmla="*/ 685926 w 7467600"/>
              <a:gd name="connsiteY151" fmla="*/ 4703069 h 6858000"/>
              <a:gd name="connsiteX152" fmla="*/ 684248 w 7467600"/>
              <a:gd name="connsiteY152" fmla="*/ 4706721 h 6858000"/>
              <a:gd name="connsiteX153" fmla="*/ 1423113 w 7467600"/>
              <a:gd name="connsiteY153" fmla="*/ 3874565 h 6858000"/>
              <a:gd name="connsiteX154" fmla="*/ 3316479 w 7467600"/>
              <a:gd name="connsiteY154" fmla="*/ 3872136 h 6858000"/>
              <a:gd name="connsiteX155" fmla="*/ 3546806 w 7467600"/>
              <a:gd name="connsiteY155" fmla="*/ 4356139 h 6858000"/>
              <a:gd name="connsiteX156" fmla="*/ 3364433 w 7467600"/>
              <a:gd name="connsiteY156" fmla="*/ 3953121 h 6858000"/>
              <a:gd name="connsiteX157" fmla="*/ 3316479 w 7467600"/>
              <a:gd name="connsiteY157" fmla="*/ 3872136 h 6858000"/>
              <a:gd name="connsiteX158" fmla="*/ 3291335 w 7467600"/>
              <a:gd name="connsiteY158" fmla="*/ 3767420 h 6858000"/>
              <a:gd name="connsiteX159" fmla="*/ 3390805 w 7467600"/>
              <a:gd name="connsiteY159" fmla="*/ 3937163 h 6858000"/>
              <a:gd name="connsiteX160" fmla="*/ 3579062 w 7467600"/>
              <a:gd name="connsiteY160" fmla="*/ 4359040 h 6858000"/>
              <a:gd name="connsiteX161" fmla="*/ 3467355 w 7467600"/>
              <a:gd name="connsiteY161" fmla="*/ 3988130 h 6858000"/>
              <a:gd name="connsiteX162" fmla="*/ 3310753 w 7467600"/>
              <a:gd name="connsiteY162" fmla="*/ 3787140 h 6858000"/>
              <a:gd name="connsiteX163" fmla="*/ 3291335 w 7467600"/>
              <a:gd name="connsiteY163" fmla="*/ 3767420 h 6858000"/>
              <a:gd name="connsiteX164" fmla="*/ 1635889 w 7467600"/>
              <a:gd name="connsiteY164" fmla="*/ 3709494 h 6858000"/>
              <a:gd name="connsiteX165" fmla="*/ 1634800 w 7467600"/>
              <a:gd name="connsiteY165" fmla="*/ 3731111 h 6858000"/>
              <a:gd name="connsiteX166" fmla="*/ 1635889 w 7467600"/>
              <a:gd name="connsiteY166" fmla="*/ 3709494 h 6858000"/>
              <a:gd name="connsiteX167" fmla="*/ 1510397 w 7467600"/>
              <a:gd name="connsiteY167" fmla="*/ 3684705 h 6858000"/>
              <a:gd name="connsiteX168" fmla="*/ 1146550 w 7467600"/>
              <a:gd name="connsiteY168" fmla="*/ 3802012 h 6858000"/>
              <a:gd name="connsiteX169" fmla="*/ 698834 w 7467600"/>
              <a:gd name="connsiteY169" fmla="*/ 3952272 h 6858000"/>
              <a:gd name="connsiteX170" fmla="*/ 34256 w 7467600"/>
              <a:gd name="connsiteY170" fmla="*/ 4347603 h 6858000"/>
              <a:gd name="connsiteX171" fmla="*/ 527241 w 7467600"/>
              <a:gd name="connsiteY171" fmla="*/ 4065078 h 6858000"/>
              <a:gd name="connsiteX172" fmla="*/ 1510397 w 7467600"/>
              <a:gd name="connsiteY172" fmla="*/ 3684705 h 6858000"/>
              <a:gd name="connsiteX173" fmla="*/ 1313114 w 7467600"/>
              <a:gd name="connsiteY173" fmla="*/ 3655216 h 6858000"/>
              <a:gd name="connsiteX174" fmla="*/ 1109304 w 7467600"/>
              <a:gd name="connsiteY174" fmla="*/ 3669030 h 6858000"/>
              <a:gd name="connsiteX175" fmla="*/ 8129 w 7467600"/>
              <a:gd name="connsiteY175" fmla="*/ 4330519 h 6858000"/>
              <a:gd name="connsiteX176" fmla="*/ 687572 w 7467600"/>
              <a:gd name="connsiteY176" fmla="*/ 3925629 h 6858000"/>
              <a:gd name="connsiteX177" fmla="*/ 1138365 w 7467600"/>
              <a:gd name="connsiteY177" fmla="*/ 3774515 h 6858000"/>
              <a:gd name="connsiteX178" fmla="*/ 1505579 w 7467600"/>
              <a:gd name="connsiteY178" fmla="*/ 3655526 h 6858000"/>
              <a:gd name="connsiteX179" fmla="*/ 1313114 w 7467600"/>
              <a:gd name="connsiteY179" fmla="*/ 3655216 h 6858000"/>
              <a:gd name="connsiteX180" fmla="*/ 3655073 w 7467600"/>
              <a:gd name="connsiteY180" fmla="*/ 3650884 h 6858000"/>
              <a:gd name="connsiteX181" fmla="*/ 3989938 w 7467600"/>
              <a:gd name="connsiteY181" fmla="*/ 3991685 h 6858000"/>
              <a:gd name="connsiteX182" fmla="*/ 4393907 w 7467600"/>
              <a:gd name="connsiteY182" fmla="*/ 4261258 h 6858000"/>
              <a:gd name="connsiteX183" fmla="*/ 4648051 w 7467600"/>
              <a:gd name="connsiteY183" fmla="*/ 4374051 h 6858000"/>
              <a:gd name="connsiteX184" fmla="*/ 4383389 w 7467600"/>
              <a:gd name="connsiteY184" fmla="*/ 4184369 h 6858000"/>
              <a:gd name="connsiteX185" fmla="*/ 4165508 w 7467600"/>
              <a:gd name="connsiteY185" fmla="*/ 4035196 h 6858000"/>
              <a:gd name="connsiteX186" fmla="*/ 4068162 w 7467600"/>
              <a:gd name="connsiteY186" fmla="*/ 3953394 h 6858000"/>
              <a:gd name="connsiteX187" fmla="*/ 3981416 w 7467600"/>
              <a:gd name="connsiteY187" fmla="*/ 3880482 h 6858000"/>
              <a:gd name="connsiteX188" fmla="*/ 3800147 w 7467600"/>
              <a:gd name="connsiteY188" fmla="*/ 3749872 h 6858000"/>
              <a:gd name="connsiteX189" fmla="*/ 3655073 w 7467600"/>
              <a:gd name="connsiteY189" fmla="*/ 3650884 h 6858000"/>
              <a:gd name="connsiteX190" fmla="*/ 3670252 w 7467600"/>
              <a:gd name="connsiteY190" fmla="*/ 3622798 h 6858000"/>
              <a:gd name="connsiteX191" fmla="*/ 3817258 w 7467600"/>
              <a:gd name="connsiteY191" fmla="*/ 3723577 h 6858000"/>
              <a:gd name="connsiteX192" fmla="*/ 4000461 w 7467600"/>
              <a:gd name="connsiteY192" fmla="*/ 3855966 h 6858000"/>
              <a:gd name="connsiteX193" fmla="*/ 4088180 w 7467600"/>
              <a:gd name="connsiteY193" fmla="*/ 3929774 h 6858000"/>
              <a:gd name="connsiteX194" fmla="*/ 4184555 w 7467600"/>
              <a:gd name="connsiteY194" fmla="*/ 4010683 h 6858000"/>
              <a:gd name="connsiteX195" fmla="*/ 4399563 w 7467600"/>
              <a:gd name="connsiteY195" fmla="*/ 4158106 h 6858000"/>
              <a:gd name="connsiteX196" fmla="*/ 4684469 w 7467600"/>
              <a:gd name="connsiteY196" fmla="*/ 4364680 h 6858000"/>
              <a:gd name="connsiteX197" fmla="*/ 4690271 w 7467600"/>
              <a:gd name="connsiteY197" fmla="*/ 4370034 h 6858000"/>
              <a:gd name="connsiteX198" fmla="*/ 4136093 w 7467600"/>
              <a:gd name="connsiteY198" fmla="*/ 3858466 h 6858000"/>
              <a:gd name="connsiteX199" fmla="*/ 3670252 w 7467600"/>
              <a:gd name="connsiteY199" fmla="*/ 3622798 h 6858000"/>
              <a:gd name="connsiteX200" fmla="*/ 4440129 w 7467600"/>
              <a:gd name="connsiteY200" fmla="*/ 3448571 h 6858000"/>
              <a:gd name="connsiteX201" fmla="*/ 4856525 w 7467600"/>
              <a:gd name="connsiteY201" fmla="*/ 3915351 h 6858000"/>
              <a:gd name="connsiteX202" fmla="*/ 5059055 w 7467600"/>
              <a:gd name="connsiteY202" fmla="*/ 4108918 h 6858000"/>
              <a:gd name="connsiteX203" fmla="*/ 5290070 w 7467600"/>
              <a:gd name="connsiteY203" fmla="*/ 4263619 h 6858000"/>
              <a:gd name="connsiteX204" fmla="*/ 4834991 w 7467600"/>
              <a:gd name="connsiteY204" fmla="*/ 3830985 h 6858000"/>
              <a:gd name="connsiteX205" fmla="*/ 4440129 w 7467600"/>
              <a:gd name="connsiteY205" fmla="*/ 3448571 h 6858000"/>
              <a:gd name="connsiteX206" fmla="*/ 4441737 w 7467600"/>
              <a:gd name="connsiteY206" fmla="*/ 3399734 h 6858000"/>
              <a:gd name="connsiteX207" fmla="*/ 4431236 w 7467600"/>
              <a:gd name="connsiteY207" fmla="*/ 3400954 h 6858000"/>
              <a:gd name="connsiteX208" fmla="*/ 4557150 w 7467600"/>
              <a:gd name="connsiteY208" fmla="*/ 3510023 h 6858000"/>
              <a:gd name="connsiteX209" fmla="*/ 4856936 w 7467600"/>
              <a:gd name="connsiteY209" fmla="*/ 3809146 h 6858000"/>
              <a:gd name="connsiteX210" fmla="*/ 5111996 w 7467600"/>
              <a:gd name="connsiteY210" fmla="*/ 4065759 h 6858000"/>
              <a:gd name="connsiteX211" fmla="*/ 5388878 w 7467600"/>
              <a:gd name="connsiteY211" fmla="*/ 4300185 h 6858000"/>
              <a:gd name="connsiteX212" fmla="*/ 5425556 w 7467600"/>
              <a:gd name="connsiteY212" fmla="*/ 4308967 h 6858000"/>
              <a:gd name="connsiteX213" fmla="*/ 4943646 w 7467600"/>
              <a:gd name="connsiteY213" fmla="*/ 3822916 h 6858000"/>
              <a:gd name="connsiteX214" fmla="*/ 4594837 w 7467600"/>
              <a:gd name="connsiteY214" fmla="*/ 3532274 h 6858000"/>
              <a:gd name="connsiteX215" fmla="*/ 4441737 w 7467600"/>
              <a:gd name="connsiteY215" fmla="*/ 3399734 h 6858000"/>
              <a:gd name="connsiteX216" fmla="*/ 5425834 w 7467600"/>
              <a:gd name="connsiteY216" fmla="*/ 3162785 h 6858000"/>
              <a:gd name="connsiteX217" fmla="*/ 5401644 w 7467600"/>
              <a:gd name="connsiteY217" fmla="*/ 3617847 h 6858000"/>
              <a:gd name="connsiteX218" fmla="*/ 5467256 w 7467600"/>
              <a:gd name="connsiteY218" fmla="*/ 4175494 h 6858000"/>
              <a:gd name="connsiteX219" fmla="*/ 5448069 w 7467600"/>
              <a:gd name="connsiteY219" fmla="*/ 3567554 h 6858000"/>
              <a:gd name="connsiteX220" fmla="*/ 5425834 w 7467600"/>
              <a:gd name="connsiteY220" fmla="*/ 3162785 h 6858000"/>
              <a:gd name="connsiteX221" fmla="*/ 1318687 w 7467600"/>
              <a:gd name="connsiteY221" fmla="*/ 3113840 h 6858000"/>
              <a:gd name="connsiteX222" fmla="*/ 1066793 w 7467600"/>
              <a:gd name="connsiteY222" fmla="*/ 3212171 h 6858000"/>
              <a:gd name="connsiteX223" fmla="*/ 993319 w 7467600"/>
              <a:gd name="connsiteY223" fmla="*/ 3247648 h 6858000"/>
              <a:gd name="connsiteX224" fmla="*/ 853081 w 7467600"/>
              <a:gd name="connsiteY224" fmla="*/ 3312410 h 6858000"/>
              <a:gd name="connsiteX225" fmla="*/ 805957 w 7467600"/>
              <a:gd name="connsiteY225" fmla="*/ 3330443 h 6858000"/>
              <a:gd name="connsiteX226" fmla="*/ 1318687 w 7467600"/>
              <a:gd name="connsiteY226" fmla="*/ 3113840 h 6858000"/>
              <a:gd name="connsiteX227" fmla="*/ 5453702 w 7467600"/>
              <a:gd name="connsiteY227" fmla="*/ 3090882 h 6858000"/>
              <a:gd name="connsiteX228" fmla="*/ 5480135 w 7467600"/>
              <a:gd name="connsiteY228" fmla="*/ 3565802 h 6858000"/>
              <a:gd name="connsiteX229" fmla="*/ 5499023 w 7467600"/>
              <a:gd name="connsiteY229" fmla="*/ 4166310 h 6858000"/>
              <a:gd name="connsiteX230" fmla="*/ 5547022 w 7467600"/>
              <a:gd name="connsiteY230" fmla="*/ 3607838 h 6858000"/>
              <a:gd name="connsiteX231" fmla="*/ 5515964 w 7467600"/>
              <a:gd name="connsiteY231" fmla="*/ 3378541 h 6858000"/>
              <a:gd name="connsiteX232" fmla="*/ 5453702 w 7467600"/>
              <a:gd name="connsiteY232" fmla="*/ 3090882 h 6858000"/>
              <a:gd name="connsiteX233" fmla="*/ 1238695 w 7467600"/>
              <a:gd name="connsiteY233" fmla="*/ 3076820 h 6858000"/>
              <a:gd name="connsiteX234" fmla="*/ 716371 w 7467600"/>
              <a:gd name="connsiteY234" fmla="*/ 3293249 h 6858000"/>
              <a:gd name="connsiteX235" fmla="*/ 579522 w 7467600"/>
              <a:gd name="connsiteY235" fmla="*/ 3371759 h 6858000"/>
              <a:gd name="connsiteX236" fmla="*/ 600288 w 7467600"/>
              <a:gd name="connsiteY236" fmla="*/ 3365555 h 6858000"/>
              <a:gd name="connsiteX237" fmla="*/ 840692 w 7467600"/>
              <a:gd name="connsiteY237" fmla="*/ 3284921 h 6858000"/>
              <a:gd name="connsiteX238" fmla="*/ 979248 w 7467600"/>
              <a:gd name="connsiteY238" fmla="*/ 3221003 h 6858000"/>
              <a:gd name="connsiteX239" fmla="*/ 1053282 w 7467600"/>
              <a:gd name="connsiteY239" fmla="*/ 3185247 h 6858000"/>
              <a:gd name="connsiteX240" fmla="*/ 1320603 w 7467600"/>
              <a:gd name="connsiteY240" fmla="*/ 3081281 h 6858000"/>
              <a:gd name="connsiteX241" fmla="*/ 1238695 w 7467600"/>
              <a:gd name="connsiteY241" fmla="*/ 3076820 h 6858000"/>
              <a:gd name="connsiteX242" fmla="*/ 5425627 w 7467600"/>
              <a:gd name="connsiteY242" fmla="*/ 2954192 h 6858000"/>
              <a:gd name="connsiteX243" fmla="*/ 5470770 w 7467600"/>
              <a:gd name="connsiteY243" fmla="*/ 3005435 h 6858000"/>
              <a:gd name="connsiteX244" fmla="*/ 5519779 w 7467600"/>
              <a:gd name="connsiteY244" fmla="*/ 4359223 h 6858000"/>
              <a:gd name="connsiteX245" fmla="*/ 5520293 w 7467600"/>
              <a:gd name="connsiteY245" fmla="*/ 4360602 h 6858000"/>
              <a:gd name="connsiteX246" fmla="*/ 5767221 w 7467600"/>
              <a:gd name="connsiteY246" fmla="*/ 4665564 h 6858000"/>
              <a:gd name="connsiteX247" fmla="*/ 6937169 w 7467600"/>
              <a:gd name="connsiteY247" fmla="*/ 4815941 h 6858000"/>
              <a:gd name="connsiteX248" fmla="*/ 6953922 w 7467600"/>
              <a:gd name="connsiteY248" fmla="*/ 4890068 h 6858000"/>
              <a:gd name="connsiteX249" fmla="*/ 6071359 w 7467600"/>
              <a:gd name="connsiteY249" fmla="*/ 4770770 h 6858000"/>
              <a:gd name="connsiteX250" fmla="*/ 6038839 w 7467600"/>
              <a:gd name="connsiteY250" fmla="*/ 4764474 h 6858000"/>
              <a:gd name="connsiteX251" fmla="*/ 6038706 w 7467600"/>
              <a:gd name="connsiteY251" fmla="*/ 4763847 h 6858000"/>
              <a:gd name="connsiteX252" fmla="*/ 6037784 w 7467600"/>
              <a:gd name="connsiteY252" fmla="*/ 4764270 h 6858000"/>
              <a:gd name="connsiteX253" fmla="*/ 6038839 w 7467600"/>
              <a:gd name="connsiteY253" fmla="*/ 4764474 h 6858000"/>
              <a:gd name="connsiteX254" fmla="*/ 6040338 w 7467600"/>
              <a:gd name="connsiteY254" fmla="*/ 4771418 h 6858000"/>
              <a:gd name="connsiteX255" fmla="*/ 6024488 w 7467600"/>
              <a:gd name="connsiteY255" fmla="*/ 4809903 h 6858000"/>
              <a:gd name="connsiteX256" fmla="*/ 5599771 w 7467600"/>
              <a:gd name="connsiteY256" fmla="*/ 5509652 h 6858000"/>
              <a:gd name="connsiteX257" fmla="*/ 5548843 w 7467600"/>
              <a:gd name="connsiteY257" fmla="*/ 5563845 h 6858000"/>
              <a:gd name="connsiteX258" fmla="*/ 5940952 w 7467600"/>
              <a:gd name="connsiteY258" fmla="*/ 6250028 h 6858000"/>
              <a:gd name="connsiteX259" fmla="*/ 6043441 w 7467600"/>
              <a:gd name="connsiteY259" fmla="*/ 6665847 h 6858000"/>
              <a:gd name="connsiteX260" fmla="*/ 6093432 w 7467600"/>
              <a:gd name="connsiteY260" fmla="*/ 6858000 h 6858000"/>
              <a:gd name="connsiteX261" fmla="*/ 6034344 w 7467600"/>
              <a:gd name="connsiteY261" fmla="*/ 6858000 h 6858000"/>
              <a:gd name="connsiteX262" fmla="*/ 6026679 w 7467600"/>
              <a:gd name="connsiteY262" fmla="*/ 6836959 h 6858000"/>
              <a:gd name="connsiteX263" fmla="*/ 5800441 w 7467600"/>
              <a:gd name="connsiteY263" fmla="*/ 6335286 h 6858000"/>
              <a:gd name="connsiteX264" fmla="*/ 5526562 w 7467600"/>
              <a:gd name="connsiteY264" fmla="*/ 5705388 h 6858000"/>
              <a:gd name="connsiteX265" fmla="*/ 5519640 w 7467600"/>
              <a:gd name="connsiteY265" fmla="*/ 5683774 h 6858000"/>
              <a:gd name="connsiteX266" fmla="*/ 5844559 w 7467600"/>
              <a:gd name="connsiteY266" fmla="*/ 6553349 h 6858000"/>
              <a:gd name="connsiteX267" fmla="*/ 5975994 w 7467600"/>
              <a:gd name="connsiteY267" fmla="*/ 6858000 h 6858000"/>
              <a:gd name="connsiteX268" fmla="*/ 5898547 w 7467600"/>
              <a:gd name="connsiteY268" fmla="*/ 6858000 h 6858000"/>
              <a:gd name="connsiteX269" fmla="*/ 5682041 w 7467600"/>
              <a:gd name="connsiteY269" fmla="*/ 6355860 h 6858000"/>
              <a:gd name="connsiteX270" fmla="*/ 5461758 w 7467600"/>
              <a:gd name="connsiteY270" fmla="*/ 5820220 h 6858000"/>
              <a:gd name="connsiteX271" fmla="*/ 5237282 w 7467600"/>
              <a:gd name="connsiteY271" fmla="*/ 6579086 h 6858000"/>
              <a:gd name="connsiteX272" fmla="*/ 5115009 w 7467600"/>
              <a:gd name="connsiteY272" fmla="*/ 6858000 h 6858000"/>
              <a:gd name="connsiteX273" fmla="*/ 5028074 w 7467600"/>
              <a:gd name="connsiteY273" fmla="*/ 6858000 h 6858000"/>
              <a:gd name="connsiteX274" fmla="*/ 5079508 w 7467600"/>
              <a:gd name="connsiteY274" fmla="*/ 6749074 h 6858000"/>
              <a:gd name="connsiteX275" fmla="*/ 5371846 w 7467600"/>
              <a:gd name="connsiteY275" fmla="*/ 5924413 h 6858000"/>
              <a:gd name="connsiteX276" fmla="*/ 5270512 w 7467600"/>
              <a:gd name="connsiteY276" fmla="*/ 6138975 h 6858000"/>
              <a:gd name="connsiteX277" fmla="*/ 5062409 w 7467600"/>
              <a:gd name="connsiteY277" fmla="*/ 6653544 h 6858000"/>
              <a:gd name="connsiteX278" fmla="*/ 5036628 w 7467600"/>
              <a:gd name="connsiteY278" fmla="*/ 6754247 h 6858000"/>
              <a:gd name="connsiteX279" fmla="*/ 5009112 w 7467600"/>
              <a:gd name="connsiteY279" fmla="*/ 6858000 h 6858000"/>
              <a:gd name="connsiteX280" fmla="*/ 4976679 w 7467600"/>
              <a:gd name="connsiteY280" fmla="*/ 6858000 h 6858000"/>
              <a:gd name="connsiteX281" fmla="*/ 5006537 w 7467600"/>
              <a:gd name="connsiteY281" fmla="*/ 6747068 h 6858000"/>
              <a:gd name="connsiteX282" fmla="*/ 5032723 w 7467600"/>
              <a:gd name="connsiteY282" fmla="*/ 6644957 h 6858000"/>
              <a:gd name="connsiteX283" fmla="*/ 5242949 w 7467600"/>
              <a:gd name="connsiteY283" fmla="*/ 6125175 h 6858000"/>
              <a:gd name="connsiteX284" fmla="*/ 5286321 w 7467600"/>
              <a:gd name="connsiteY284" fmla="*/ 6033555 h 6858000"/>
              <a:gd name="connsiteX285" fmla="*/ 5008210 w 7467600"/>
              <a:gd name="connsiteY285" fmla="*/ 6649194 h 6858000"/>
              <a:gd name="connsiteX286" fmla="*/ 4986321 w 7467600"/>
              <a:gd name="connsiteY286" fmla="*/ 6765687 h 6858000"/>
              <a:gd name="connsiteX287" fmla="*/ 4973474 w 7467600"/>
              <a:gd name="connsiteY287" fmla="*/ 6858000 h 6858000"/>
              <a:gd name="connsiteX288" fmla="*/ 4907178 w 7467600"/>
              <a:gd name="connsiteY288" fmla="*/ 6858000 h 6858000"/>
              <a:gd name="connsiteX289" fmla="*/ 4910810 w 7467600"/>
              <a:gd name="connsiteY289" fmla="*/ 6829660 h 6858000"/>
              <a:gd name="connsiteX290" fmla="*/ 4987461 w 7467600"/>
              <a:gd name="connsiteY290" fmla="*/ 6432994 h 6858000"/>
              <a:gd name="connsiteX291" fmla="*/ 5179262 w 7467600"/>
              <a:gd name="connsiteY291" fmla="*/ 6035044 h 6858000"/>
              <a:gd name="connsiteX292" fmla="*/ 4689678 w 7467600"/>
              <a:gd name="connsiteY292" fmla="*/ 6440241 h 6858000"/>
              <a:gd name="connsiteX293" fmla="*/ 4477543 w 7467600"/>
              <a:gd name="connsiteY293" fmla="*/ 6674836 h 6858000"/>
              <a:gd name="connsiteX294" fmla="*/ 4329957 w 7467600"/>
              <a:gd name="connsiteY294" fmla="*/ 6858000 h 6858000"/>
              <a:gd name="connsiteX295" fmla="*/ 4218595 w 7467600"/>
              <a:gd name="connsiteY295" fmla="*/ 6858000 h 6858000"/>
              <a:gd name="connsiteX296" fmla="*/ 4368888 w 7467600"/>
              <a:gd name="connsiteY296" fmla="*/ 6668412 h 6858000"/>
              <a:gd name="connsiteX297" fmla="*/ 4563091 w 7467600"/>
              <a:gd name="connsiteY297" fmla="*/ 6442508 h 6858000"/>
              <a:gd name="connsiteX298" fmla="*/ 5387324 w 7467600"/>
              <a:gd name="connsiteY298" fmla="*/ 5705830 h 6858000"/>
              <a:gd name="connsiteX299" fmla="*/ 5073620 w 7467600"/>
              <a:gd name="connsiteY299" fmla="*/ 5955437 h 6858000"/>
              <a:gd name="connsiteX300" fmla="*/ 4689789 w 7467600"/>
              <a:gd name="connsiteY300" fmla="*/ 6268382 h 6858000"/>
              <a:gd name="connsiteX301" fmla="*/ 4418722 w 7467600"/>
              <a:gd name="connsiteY301" fmla="*/ 6570886 h 6858000"/>
              <a:gd name="connsiteX302" fmla="*/ 4214944 w 7467600"/>
              <a:gd name="connsiteY302" fmla="*/ 6858000 h 6858000"/>
              <a:gd name="connsiteX303" fmla="*/ 4177898 w 7467600"/>
              <a:gd name="connsiteY303" fmla="*/ 6858000 h 6858000"/>
              <a:gd name="connsiteX304" fmla="*/ 4391597 w 7467600"/>
              <a:gd name="connsiteY304" fmla="*/ 6556370 h 6858000"/>
              <a:gd name="connsiteX305" fmla="*/ 4668889 w 7467600"/>
              <a:gd name="connsiteY305" fmla="*/ 6246399 h 6858000"/>
              <a:gd name="connsiteX306" fmla="*/ 5055427 w 7467600"/>
              <a:gd name="connsiteY306" fmla="*/ 5931476 h 6858000"/>
              <a:gd name="connsiteX307" fmla="*/ 5371814 w 7467600"/>
              <a:gd name="connsiteY307" fmla="*/ 5678975 h 6858000"/>
              <a:gd name="connsiteX308" fmla="*/ 4987918 w 7467600"/>
              <a:gd name="connsiteY308" fmla="*/ 5838701 h 6858000"/>
              <a:gd name="connsiteX309" fmla="*/ 4317146 w 7467600"/>
              <a:gd name="connsiteY309" fmla="*/ 6587716 h 6858000"/>
              <a:gd name="connsiteX310" fmla="*/ 4171627 w 7467600"/>
              <a:gd name="connsiteY310" fmla="*/ 6858000 h 6858000"/>
              <a:gd name="connsiteX311" fmla="*/ 4081585 w 7467600"/>
              <a:gd name="connsiteY311" fmla="*/ 6858000 h 6858000"/>
              <a:gd name="connsiteX312" fmla="*/ 4238603 w 7467600"/>
              <a:gd name="connsiteY312" fmla="*/ 6559341 h 6858000"/>
              <a:gd name="connsiteX313" fmla="*/ 4778333 w 7467600"/>
              <a:gd name="connsiteY313" fmla="*/ 5873626 h 6858000"/>
              <a:gd name="connsiteX314" fmla="*/ 5414185 w 7467600"/>
              <a:gd name="connsiteY314" fmla="*/ 5573882 h 6858000"/>
              <a:gd name="connsiteX315" fmla="*/ 5959648 w 7467600"/>
              <a:gd name="connsiteY315" fmla="*/ 4760797 h 6858000"/>
              <a:gd name="connsiteX316" fmla="*/ 5355019 w 7467600"/>
              <a:gd name="connsiteY316" fmla="*/ 4734672 h 6858000"/>
              <a:gd name="connsiteX317" fmla="*/ 5083565 w 7467600"/>
              <a:gd name="connsiteY317" fmla="*/ 5179121 h 6858000"/>
              <a:gd name="connsiteX318" fmla="*/ 4713577 w 7467600"/>
              <a:gd name="connsiteY318" fmla="*/ 5616803 h 6858000"/>
              <a:gd name="connsiteX319" fmla="*/ 3989559 w 7467600"/>
              <a:gd name="connsiteY319" fmla="*/ 6145945 h 6858000"/>
              <a:gd name="connsiteX320" fmla="*/ 3939824 w 7467600"/>
              <a:gd name="connsiteY320" fmla="*/ 6066900 h 6858000"/>
              <a:gd name="connsiteX321" fmla="*/ 4584537 w 7467600"/>
              <a:gd name="connsiteY321" fmla="*/ 5324826 h 6858000"/>
              <a:gd name="connsiteX322" fmla="*/ 5037105 w 7467600"/>
              <a:gd name="connsiteY322" fmla="*/ 5088765 h 6858000"/>
              <a:gd name="connsiteX323" fmla="*/ 5039930 w 7467600"/>
              <a:gd name="connsiteY323" fmla="*/ 5089585 h 6858000"/>
              <a:gd name="connsiteX324" fmla="*/ 5263764 w 7467600"/>
              <a:gd name="connsiteY324" fmla="*/ 4735525 h 6858000"/>
              <a:gd name="connsiteX325" fmla="*/ 4086300 w 7467600"/>
              <a:gd name="connsiteY325" fmla="*/ 4884599 h 6858000"/>
              <a:gd name="connsiteX326" fmla="*/ 4085485 w 7467600"/>
              <a:gd name="connsiteY326" fmla="*/ 4899070 h 6858000"/>
              <a:gd name="connsiteX327" fmla="*/ 3871915 w 7467600"/>
              <a:gd name="connsiteY327" fmla="*/ 5253645 h 6858000"/>
              <a:gd name="connsiteX328" fmla="*/ 3799374 w 7467600"/>
              <a:gd name="connsiteY328" fmla="*/ 5466127 h 6858000"/>
              <a:gd name="connsiteX329" fmla="*/ 3498850 w 7467600"/>
              <a:gd name="connsiteY329" fmla="*/ 6661888 h 6858000"/>
              <a:gd name="connsiteX330" fmla="*/ 3399216 w 7467600"/>
              <a:gd name="connsiteY330" fmla="*/ 6858000 h 6858000"/>
              <a:gd name="connsiteX331" fmla="*/ 3303688 w 7467600"/>
              <a:gd name="connsiteY331" fmla="*/ 6858000 h 6858000"/>
              <a:gd name="connsiteX332" fmla="*/ 3391774 w 7467600"/>
              <a:gd name="connsiteY332" fmla="*/ 6697181 h 6858000"/>
              <a:gd name="connsiteX333" fmla="*/ 3735540 w 7467600"/>
              <a:gd name="connsiteY333" fmla="*/ 5546923 h 6858000"/>
              <a:gd name="connsiteX334" fmla="*/ 3729438 w 7467600"/>
              <a:gd name="connsiteY334" fmla="*/ 5569058 h 6858000"/>
              <a:gd name="connsiteX335" fmla="*/ 3707782 w 7467600"/>
              <a:gd name="connsiteY335" fmla="*/ 5644908 h 6858000"/>
              <a:gd name="connsiteX336" fmla="*/ 3583827 w 7467600"/>
              <a:gd name="connsiteY336" fmla="*/ 6039215 h 6858000"/>
              <a:gd name="connsiteX337" fmla="*/ 3547861 w 7467600"/>
              <a:gd name="connsiteY337" fmla="*/ 6129609 h 6858000"/>
              <a:gd name="connsiteX338" fmla="*/ 3490905 w 7467600"/>
              <a:gd name="connsiteY338" fmla="*/ 6277660 h 6858000"/>
              <a:gd name="connsiteX339" fmla="*/ 3455859 w 7467600"/>
              <a:gd name="connsiteY339" fmla="*/ 6391301 h 6858000"/>
              <a:gd name="connsiteX340" fmla="*/ 3429112 w 7467600"/>
              <a:gd name="connsiteY340" fmla="*/ 6479469 h 6858000"/>
              <a:gd name="connsiteX341" fmla="*/ 3304862 w 7467600"/>
              <a:gd name="connsiteY341" fmla="*/ 6796476 h 6858000"/>
              <a:gd name="connsiteX342" fmla="*/ 3276071 w 7467600"/>
              <a:gd name="connsiteY342" fmla="*/ 6858000 h 6858000"/>
              <a:gd name="connsiteX343" fmla="*/ 3240805 w 7467600"/>
              <a:gd name="connsiteY343" fmla="*/ 6858000 h 6858000"/>
              <a:gd name="connsiteX344" fmla="*/ 3275917 w 7467600"/>
              <a:gd name="connsiteY344" fmla="*/ 6783192 h 6858000"/>
              <a:gd name="connsiteX345" fmla="*/ 3399358 w 7467600"/>
              <a:gd name="connsiteY345" fmla="*/ 6469011 h 6858000"/>
              <a:gd name="connsiteX346" fmla="*/ 3425650 w 7467600"/>
              <a:gd name="connsiteY346" fmla="*/ 6381333 h 6858000"/>
              <a:gd name="connsiteX347" fmla="*/ 3460661 w 7467600"/>
              <a:gd name="connsiteY347" fmla="*/ 6266763 h 6858000"/>
              <a:gd name="connsiteX348" fmla="*/ 3518021 w 7467600"/>
              <a:gd name="connsiteY348" fmla="*/ 6117298 h 6858000"/>
              <a:gd name="connsiteX349" fmla="*/ 3554035 w 7467600"/>
              <a:gd name="connsiteY349" fmla="*/ 6027832 h 6858000"/>
              <a:gd name="connsiteX350" fmla="*/ 3677174 w 7467600"/>
              <a:gd name="connsiteY350" fmla="*/ 5636351 h 6858000"/>
              <a:gd name="connsiteX351" fmla="*/ 3698819 w 7467600"/>
              <a:gd name="connsiteY351" fmla="*/ 5560503 h 6858000"/>
              <a:gd name="connsiteX352" fmla="*/ 3702094 w 7467600"/>
              <a:gd name="connsiteY352" fmla="*/ 5549194 h 6858000"/>
              <a:gd name="connsiteX353" fmla="*/ 3398355 w 7467600"/>
              <a:gd name="connsiteY353" fmla="*/ 6094603 h 6858000"/>
              <a:gd name="connsiteX354" fmla="*/ 3193941 w 7467600"/>
              <a:gd name="connsiteY354" fmla="*/ 6798775 h 6858000"/>
              <a:gd name="connsiteX355" fmla="*/ 3184140 w 7467600"/>
              <a:gd name="connsiteY355" fmla="*/ 6858000 h 6858000"/>
              <a:gd name="connsiteX356" fmla="*/ 3099978 w 7467600"/>
              <a:gd name="connsiteY356" fmla="*/ 6858000 h 6858000"/>
              <a:gd name="connsiteX357" fmla="*/ 3101556 w 7467600"/>
              <a:gd name="connsiteY357" fmla="*/ 6843337 h 6858000"/>
              <a:gd name="connsiteX358" fmla="*/ 3370162 w 7467600"/>
              <a:gd name="connsiteY358" fmla="*/ 5785550 h 6858000"/>
              <a:gd name="connsiteX359" fmla="*/ 3746477 w 7467600"/>
              <a:gd name="connsiteY359" fmla="*/ 5377889 h 6858000"/>
              <a:gd name="connsiteX360" fmla="*/ 3863399 w 7467600"/>
              <a:gd name="connsiteY360" fmla="*/ 5087257 h 6858000"/>
              <a:gd name="connsiteX361" fmla="*/ 3968712 w 7467600"/>
              <a:gd name="connsiteY361" fmla="*/ 4913989 h 6858000"/>
              <a:gd name="connsiteX362" fmla="*/ 2792390 w 7467600"/>
              <a:gd name="connsiteY362" fmla="*/ 5382974 h 6858000"/>
              <a:gd name="connsiteX363" fmla="*/ 2714982 w 7467600"/>
              <a:gd name="connsiteY363" fmla="*/ 5427051 h 6858000"/>
              <a:gd name="connsiteX364" fmla="*/ 2813361 w 7467600"/>
              <a:gd name="connsiteY364" fmla="*/ 6023912 h 6858000"/>
              <a:gd name="connsiteX365" fmla="*/ 2688430 w 7467600"/>
              <a:gd name="connsiteY365" fmla="*/ 6801564 h 6858000"/>
              <a:gd name="connsiteX366" fmla="*/ 2629626 w 7467600"/>
              <a:gd name="connsiteY366" fmla="*/ 6763394 h 6858000"/>
              <a:gd name="connsiteX367" fmla="*/ 2565328 w 7467600"/>
              <a:gd name="connsiteY367" fmla="*/ 5516399 h 6858000"/>
              <a:gd name="connsiteX368" fmla="*/ 1922999 w 7467600"/>
              <a:gd name="connsiteY368" fmla="*/ 5980343 h 6858000"/>
              <a:gd name="connsiteX369" fmla="*/ 1950261 w 7467600"/>
              <a:gd name="connsiteY369" fmla="*/ 6405858 h 6858000"/>
              <a:gd name="connsiteX370" fmla="*/ 2365554 w 7467600"/>
              <a:gd name="connsiteY370" fmla="*/ 6759107 h 6858000"/>
              <a:gd name="connsiteX371" fmla="*/ 2424142 w 7467600"/>
              <a:gd name="connsiteY371" fmla="*/ 6858000 h 6858000"/>
              <a:gd name="connsiteX372" fmla="*/ 2395994 w 7467600"/>
              <a:gd name="connsiteY372" fmla="*/ 6858000 h 6858000"/>
              <a:gd name="connsiteX373" fmla="*/ 2392863 w 7467600"/>
              <a:gd name="connsiteY373" fmla="*/ 6852964 h 6858000"/>
              <a:gd name="connsiteX374" fmla="*/ 2017589 w 7467600"/>
              <a:gd name="connsiteY374" fmla="*/ 6493982 h 6858000"/>
              <a:gd name="connsiteX375" fmla="*/ 2147336 w 7467600"/>
              <a:gd name="connsiteY375" fmla="*/ 6594052 h 6858000"/>
              <a:gd name="connsiteX376" fmla="*/ 2207047 w 7467600"/>
              <a:gd name="connsiteY376" fmla="*/ 6654540 h 6858000"/>
              <a:gd name="connsiteX377" fmla="*/ 2299106 w 7467600"/>
              <a:gd name="connsiteY377" fmla="*/ 6778931 h 6858000"/>
              <a:gd name="connsiteX378" fmla="*/ 2314430 w 7467600"/>
              <a:gd name="connsiteY378" fmla="*/ 6801144 h 6858000"/>
              <a:gd name="connsiteX379" fmla="*/ 2352406 w 7467600"/>
              <a:gd name="connsiteY379" fmla="*/ 6858000 h 6858000"/>
              <a:gd name="connsiteX380" fmla="*/ 2314492 w 7467600"/>
              <a:gd name="connsiteY380" fmla="*/ 6858000 h 6858000"/>
              <a:gd name="connsiteX381" fmla="*/ 2288095 w 7467600"/>
              <a:gd name="connsiteY381" fmla="*/ 6818030 h 6858000"/>
              <a:gd name="connsiteX382" fmla="*/ 2272768 w 7467600"/>
              <a:gd name="connsiteY382" fmla="*/ 6795822 h 6858000"/>
              <a:gd name="connsiteX383" fmla="*/ 2182715 w 7467600"/>
              <a:gd name="connsiteY383" fmla="*/ 6675071 h 6858000"/>
              <a:gd name="connsiteX384" fmla="*/ 2032061 w 7467600"/>
              <a:gd name="connsiteY384" fmla="*/ 6541380 h 6858000"/>
              <a:gd name="connsiteX385" fmla="*/ 2257220 w 7467600"/>
              <a:gd name="connsiteY385" fmla="*/ 6826257 h 6858000"/>
              <a:gd name="connsiteX386" fmla="*/ 2281324 w 7467600"/>
              <a:gd name="connsiteY386" fmla="*/ 6858000 h 6858000"/>
              <a:gd name="connsiteX387" fmla="*/ 2242860 w 7467600"/>
              <a:gd name="connsiteY387" fmla="*/ 6858000 h 6858000"/>
              <a:gd name="connsiteX388" fmla="*/ 2232818 w 7467600"/>
              <a:gd name="connsiteY388" fmla="*/ 6844926 h 6858000"/>
              <a:gd name="connsiteX389" fmla="*/ 1990172 w 7467600"/>
              <a:gd name="connsiteY389" fmla="*/ 6542121 h 6858000"/>
              <a:gd name="connsiteX390" fmla="*/ 2124090 w 7467600"/>
              <a:gd name="connsiteY390" fmla="*/ 6761017 h 6858000"/>
              <a:gd name="connsiteX391" fmla="*/ 2200380 w 7467600"/>
              <a:gd name="connsiteY391" fmla="*/ 6858000 h 6858000"/>
              <a:gd name="connsiteX392" fmla="*/ 2147507 w 7467600"/>
              <a:gd name="connsiteY392" fmla="*/ 6858000 h 6858000"/>
              <a:gd name="connsiteX393" fmla="*/ 2070668 w 7467600"/>
              <a:gd name="connsiteY393" fmla="*/ 6761520 h 6858000"/>
              <a:gd name="connsiteX394" fmla="*/ 1975142 w 7467600"/>
              <a:gd name="connsiteY394" fmla="*/ 6585570 h 6858000"/>
              <a:gd name="connsiteX395" fmla="*/ 2050035 w 7467600"/>
              <a:gd name="connsiteY395" fmla="*/ 6813345 h 6858000"/>
              <a:gd name="connsiteX396" fmla="*/ 2063025 w 7467600"/>
              <a:gd name="connsiteY396" fmla="*/ 6858000 h 6858000"/>
              <a:gd name="connsiteX397" fmla="*/ 2021675 w 7467600"/>
              <a:gd name="connsiteY397" fmla="*/ 6858000 h 6858000"/>
              <a:gd name="connsiteX398" fmla="*/ 2019308 w 7467600"/>
              <a:gd name="connsiteY398" fmla="*/ 6847118 h 6858000"/>
              <a:gd name="connsiteX399" fmla="*/ 1938835 w 7467600"/>
              <a:gd name="connsiteY399" fmla="*/ 6551160 h 6858000"/>
              <a:gd name="connsiteX400" fmla="*/ 1953230 w 7467600"/>
              <a:gd name="connsiteY400" fmla="*/ 6759699 h 6858000"/>
              <a:gd name="connsiteX401" fmla="*/ 1956763 w 7467600"/>
              <a:gd name="connsiteY401" fmla="*/ 6778191 h 6858000"/>
              <a:gd name="connsiteX402" fmla="*/ 1967925 w 7467600"/>
              <a:gd name="connsiteY402" fmla="*/ 6858000 h 6858000"/>
              <a:gd name="connsiteX403" fmla="*/ 1936622 w 7467600"/>
              <a:gd name="connsiteY403" fmla="*/ 6858000 h 6858000"/>
              <a:gd name="connsiteX404" fmla="*/ 1926261 w 7467600"/>
              <a:gd name="connsiteY404" fmla="*/ 6784064 h 6858000"/>
              <a:gd name="connsiteX405" fmla="*/ 1922724 w 7467600"/>
              <a:gd name="connsiteY405" fmla="*/ 6765577 h 6858000"/>
              <a:gd name="connsiteX406" fmla="*/ 1904650 w 7467600"/>
              <a:gd name="connsiteY406" fmla="*/ 6639616 h 6858000"/>
              <a:gd name="connsiteX407" fmla="*/ 1885273 w 7467600"/>
              <a:gd name="connsiteY407" fmla="*/ 6858000 h 6858000"/>
              <a:gd name="connsiteX408" fmla="*/ 1854363 w 7467600"/>
              <a:gd name="connsiteY408" fmla="*/ 6858000 h 6858000"/>
              <a:gd name="connsiteX409" fmla="*/ 1880391 w 7467600"/>
              <a:gd name="connsiteY409" fmla="*/ 6603796 h 6858000"/>
              <a:gd name="connsiteX410" fmla="*/ 1818273 w 7467600"/>
              <a:gd name="connsiteY410" fmla="*/ 6715729 h 6858000"/>
              <a:gd name="connsiteX411" fmla="*/ 1794691 w 7467600"/>
              <a:gd name="connsiteY411" fmla="*/ 6843239 h 6858000"/>
              <a:gd name="connsiteX412" fmla="*/ 1794914 w 7467600"/>
              <a:gd name="connsiteY412" fmla="*/ 6858000 h 6858000"/>
              <a:gd name="connsiteX413" fmla="*/ 1746128 w 7467600"/>
              <a:gd name="connsiteY413" fmla="*/ 6858000 h 6858000"/>
              <a:gd name="connsiteX414" fmla="*/ 1753934 w 7467600"/>
              <a:gd name="connsiteY414" fmla="*/ 6724796 h 6858000"/>
              <a:gd name="connsiteX415" fmla="*/ 1792053 w 7467600"/>
              <a:gd name="connsiteY415" fmla="*/ 6572396 h 6858000"/>
              <a:gd name="connsiteX416" fmla="*/ 1862248 w 7467600"/>
              <a:gd name="connsiteY416" fmla="*/ 6266397 h 6858000"/>
              <a:gd name="connsiteX417" fmla="*/ 1862250 w 7467600"/>
              <a:gd name="connsiteY417" fmla="*/ 6033531 h 6858000"/>
              <a:gd name="connsiteX418" fmla="*/ 1211999 w 7467600"/>
              <a:gd name="connsiteY418" fmla="*/ 6683610 h 6858000"/>
              <a:gd name="connsiteX419" fmla="*/ 1213266 w 7467600"/>
              <a:gd name="connsiteY419" fmla="*/ 6691947 h 6858000"/>
              <a:gd name="connsiteX420" fmla="*/ 1203370 w 7467600"/>
              <a:gd name="connsiteY420" fmla="*/ 6850676 h 6858000"/>
              <a:gd name="connsiteX421" fmla="*/ 1203671 w 7467600"/>
              <a:gd name="connsiteY421" fmla="*/ 6858000 h 6858000"/>
              <a:gd name="connsiteX422" fmla="*/ 1143180 w 7467600"/>
              <a:gd name="connsiteY422" fmla="*/ 6858000 h 6858000"/>
              <a:gd name="connsiteX423" fmla="*/ 1142176 w 7467600"/>
              <a:gd name="connsiteY423" fmla="*/ 6766045 h 6858000"/>
              <a:gd name="connsiteX424" fmla="*/ 1067484 w 7467600"/>
              <a:gd name="connsiteY424" fmla="*/ 6858000 h 6858000"/>
              <a:gd name="connsiteX425" fmla="*/ 953928 w 7467600"/>
              <a:gd name="connsiteY425" fmla="*/ 6858000 h 6858000"/>
              <a:gd name="connsiteX426" fmla="*/ 959715 w 7467600"/>
              <a:gd name="connsiteY426" fmla="*/ 6850185 h 6858000"/>
              <a:gd name="connsiteX427" fmla="*/ 1483788 w 7467600"/>
              <a:gd name="connsiteY427" fmla="*/ 6259174 h 6858000"/>
              <a:gd name="connsiteX428" fmla="*/ 1100671 w 7467600"/>
              <a:gd name="connsiteY428" fmla="*/ 6252137 h 6858000"/>
              <a:gd name="connsiteX429" fmla="*/ 1090144 w 7467600"/>
              <a:gd name="connsiteY429" fmla="*/ 6256748 h 6858000"/>
              <a:gd name="connsiteX430" fmla="*/ 1095872 w 7467600"/>
              <a:gd name="connsiteY430" fmla="*/ 6271892 h 6858000"/>
              <a:gd name="connsiteX431" fmla="*/ 262785 w 7467600"/>
              <a:gd name="connsiteY431" fmla="*/ 6845450 h 6858000"/>
              <a:gd name="connsiteX432" fmla="*/ 209968 w 7467600"/>
              <a:gd name="connsiteY432" fmla="*/ 6770713 h 6858000"/>
              <a:gd name="connsiteX433" fmla="*/ 873460 w 7467600"/>
              <a:gd name="connsiteY433" fmla="*/ 6253768 h 6858000"/>
              <a:gd name="connsiteX434" fmla="*/ 192686 w 7467600"/>
              <a:gd name="connsiteY434" fmla="*/ 5849257 h 6858000"/>
              <a:gd name="connsiteX435" fmla="*/ 4696 w 7467600"/>
              <a:gd name="connsiteY435" fmla="*/ 5697668 h 6858000"/>
              <a:gd name="connsiteX436" fmla="*/ 0 w 7467600"/>
              <a:gd name="connsiteY436" fmla="*/ 5689984 h 6858000"/>
              <a:gd name="connsiteX437" fmla="*/ 0 w 7467600"/>
              <a:gd name="connsiteY437" fmla="*/ 5513472 h 6858000"/>
              <a:gd name="connsiteX438" fmla="*/ 174101 w 7467600"/>
              <a:gd name="connsiteY438" fmla="*/ 5620277 h 6858000"/>
              <a:gd name="connsiteX439" fmla="*/ 891800 w 7467600"/>
              <a:gd name="connsiteY439" fmla="*/ 6036935 h 6858000"/>
              <a:gd name="connsiteX440" fmla="*/ 1072219 w 7467600"/>
              <a:gd name="connsiteY440" fmla="*/ 6169443 h 6858000"/>
              <a:gd name="connsiteX441" fmla="*/ 1074117 w 7467600"/>
              <a:gd name="connsiteY441" fmla="*/ 6170301 h 6858000"/>
              <a:gd name="connsiteX442" fmla="*/ 1083114 w 7467600"/>
              <a:gd name="connsiteY442" fmla="*/ 6174131 h 6858000"/>
              <a:gd name="connsiteX443" fmla="*/ 1543010 w 7467600"/>
              <a:gd name="connsiteY443" fmla="*/ 6191140 h 6858000"/>
              <a:gd name="connsiteX444" fmla="*/ 1551080 w 7467600"/>
              <a:gd name="connsiteY444" fmla="*/ 6195006 h 6858000"/>
              <a:gd name="connsiteX445" fmla="*/ 2345443 w 7467600"/>
              <a:gd name="connsiteY445" fmla="*/ 5549882 h 6858000"/>
              <a:gd name="connsiteX446" fmla="*/ 1721499 w 7467600"/>
              <a:gd name="connsiteY446" fmla="*/ 5599969 h 6858000"/>
              <a:gd name="connsiteX447" fmla="*/ 767716 w 7467600"/>
              <a:gd name="connsiteY447" fmla="*/ 5472768 h 6858000"/>
              <a:gd name="connsiteX448" fmla="*/ 722147 w 7467600"/>
              <a:gd name="connsiteY448" fmla="*/ 5393091 h 6858000"/>
              <a:gd name="connsiteX449" fmla="*/ 1485552 w 7467600"/>
              <a:gd name="connsiteY449" fmla="*/ 5313202 h 6858000"/>
              <a:gd name="connsiteX450" fmla="*/ 2143004 w 7467600"/>
              <a:gd name="connsiteY450" fmla="*/ 5402420 h 6858000"/>
              <a:gd name="connsiteX451" fmla="*/ 1933391 w 7467600"/>
              <a:gd name="connsiteY451" fmla="*/ 5156971 h 6858000"/>
              <a:gd name="connsiteX452" fmla="*/ 1827118 w 7467600"/>
              <a:gd name="connsiteY452" fmla="*/ 4968410 h 6858000"/>
              <a:gd name="connsiteX453" fmla="*/ 1837349 w 7467600"/>
              <a:gd name="connsiteY453" fmla="*/ 4956357 h 6858000"/>
              <a:gd name="connsiteX454" fmla="*/ 2162835 w 7467600"/>
              <a:gd name="connsiteY454" fmla="*/ 5187853 h 6858000"/>
              <a:gd name="connsiteX455" fmla="*/ 2257167 w 7467600"/>
              <a:gd name="connsiteY455" fmla="*/ 5462123 h 6858000"/>
              <a:gd name="connsiteX456" fmla="*/ 2261598 w 7467600"/>
              <a:gd name="connsiteY456" fmla="*/ 5467998 h 6858000"/>
              <a:gd name="connsiteX457" fmla="*/ 2437177 w 7467600"/>
              <a:gd name="connsiteY457" fmla="*/ 5479608 h 6858000"/>
              <a:gd name="connsiteX458" fmla="*/ 2445247 w 7467600"/>
              <a:gd name="connsiteY458" fmla="*/ 5483476 h 6858000"/>
              <a:gd name="connsiteX459" fmla="*/ 2743626 w 7467600"/>
              <a:gd name="connsiteY459" fmla="*/ 5304819 h 6858000"/>
              <a:gd name="connsiteX460" fmla="*/ 3048102 w 7467600"/>
              <a:gd name="connsiteY460" fmla="*/ 5150595 h 6858000"/>
              <a:gd name="connsiteX461" fmla="*/ 1799414 w 7467600"/>
              <a:gd name="connsiteY461" fmla="*/ 4694732 h 6858000"/>
              <a:gd name="connsiteX462" fmla="*/ 1771735 w 7467600"/>
              <a:gd name="connsiteY462" fmla="*/ 4619929 h 6858000"/>
              <a:gd name="connsiteX463" fmla="*/ 3104273 w 7467600"/>
              <a:gd name="connsiteY463" fmla="*/ 5076159 h 6858000"/>
              <a:gd name="connsiteX464" fmla="*/ 3113245 w 7467600"/>
              <a:gd name="connsiteY464" fmla="*/ 5090705 h 6858000"/>
              <a:gd name="connsiteX465" fmla="*/ 3126294 w 7467600"/>
              <a:gd name="connsiteY465" fmla="*/ 5114400 h 6858000"/>
              <a:gd name="connsiteX466" fmla="*/ 3937433 w 7467600"/>
              <a:gd name="connsiteY466" fmla="*/ 4830473 h 6858000"/>
              <a:gd name="connsiteX467" fmla="*/ 3590475 w 7467600"/>
              <a:gd name="connsiteY467" fmla="*/ 4597974 h 6858000"/>
              <a:gd name="connsiteX468" fmla="*/ 3100264 w 7467600"/>
              <a:gd name="connsiteY468" fmla="*/ 4579845 h 6858000"/>
              <a:gd name="connsiteX469" fmla="*/ 2183576 w 7467600"/>
              <a:gd name="connsiteY469" fmla="*/ 4227150 h 6858000"/>
              <a:gd name="connsiteX470" fmla="*/ 2151029 w 7467600"/>
              <a:gd name="connsiteY470" fmla="*/ 4146947 h 6858000"/>
              <a:gd name="connsiteX471" fmla="*/ 3563434 w 7467600"/>
              <a:gd name="connsiteY471" fmla="*/ 4469115 h 6858000"/>
              <a:gd name="connsiteX472" fmla="*/ 3177952 w 7467600"/>
              <a:gd name="connsiteY472" fmla="*/ 3657386 h 6858000"/>
              <a:gd name="connsiteX473" fmla="*/ 3189263 w 7467600"/>
              <a:gd name="connsiteY473" fmla="*/ 3625726 h 6858000"/>
              <a:gd name="connsiteX474" fmla="*/ 3560912 w 7467600"/>
              <a:gd name="connsiteY474" fmla="*/ 4079863 h 6858000"/>
              <a:gd name="connsiteX475" fmla="*/ 3626636 w 7467600"/>
              <a:gd name="connsiteY475" fmla="*/ 4512230 h 6858000"/>
              <a:gd name="connsiteX476" fmla="*/ 3653088 w 7467600"/>
              <a:gd name="connsiteY476" fmla="*/ 4521417 h 6858000"/>
              <a:gd name="connsiteX477" fmla="*/ 3988128 w 7467600"/>
              <a:gd name="connsiteY477" fmla="*/ 4817267 h 6858000"/>
              <a:gd name="connsiteX478" fmla="*/ 4830582 w 7467600"/>
              <a:gd name="connsiteY478" fmla="*/ 4676000 h 6858000"/>
              <a:gd name="connsiteX479" fmla="*/ 4830100 w 7467600"/>
              <a:gd name="connsiteY479" fmla="*/ 4675554 h 6858000"/>
              <a:gd name="connsiteX480" fmla="*/ 4036318 w 7467600"/>
              <a:gd name="connsiteY480" fmla="*/ 4147013 h 6858000"/>
              <a:gd name="connsiteX481" fmla="*/ 3432098 w 7467600"/>
              <a:gd name="connsiteY481" fmla="*/ 3537312 h 6858000"/>
              <a:gd name="connsiteX482" fmla="*/ 3446761 w 7467600"/>
              <a:gd name="connsiteY482" fmla="*/ 3461278 h 6858000"/>
              <a:gd name="connsiteX483" fmla="*/ 4419733 w 7467600"/>
              <a:gd name="connsiteY483" fmla="*/ 3963555 h 6858000"/>
              <a:gd name="connsiteX484" fmla="*/ 4781371 w 7467600"/>
              <a:gd name="connsiteY484" fmla="*/ 4458604 h 6858000"/>
              <a:gd name="connsiteX485" fmla="*/ 4780440 w 7467600"/>
              <a:gd name="connsiteY485" fmla="*/ 4470290 h 6858000"/>
              <a:gd name="connsiteX486" fmla="*/ 4898954 w 7467600"/>
              <a:gd name="connsiteY486" fmla="*/ 4662092 h 6858000"/>
              <a:gd name="connsiteX487" fmla="*/ 4900699 w 7467600"/>
              <a:gd name="connsiteY487" fmla="*/ 4670867 h 6858000"/>
              <a:gd name="connsiteX488" fmla="*/ 5714511 w 7467600"/>
              <a:gd name="connsiteY488" fmla="*/ 4663483 h 6858000"/>
              <a:gd name="connsiteX489" fmla="*/ 5464793 w 7467600"/>
              <a:gd name="connsiteY489" fmla="*/ 4393556 h 6858000"/>
              <a:gd name="connsiteX490" fmla="*/ 5461897 w 7467600"/>
              <a:gd name="connsiteY490" fmla="*/ 4390879 h 6858000"/>
              <a:gd name="connsiteX491" fmla="*/ 4294126 w 7467600"/>
              <a:gd name="connsiteY491" fmla="*/ 3303048 h 6858000"/>
              <a:gd name="connsiteX492" fmla="*/ 4305321 w 7467600"/>
              <a:gd name="connsiteY492" fmla="*/ 3256953 h 6858000"/>
              <a:gd name="connsiteX493" fmla="*/ 4949299 w 7467600"/>
              <a:gd name="connsiteY493" fmla="*/ 3766336 h 6858000"/>
              <a:gd name="connsiteX494" fmla="*/ 5291452 w 7467600"/>
              <a:gd name="connsiteY494" fmla="*/ 4076801 h 6858000"/>
              <a:gd name="connsiteX495" fmla="*/ 5434998 w 7467600"/>
              <a:gd name="connsiteY495" fmla="*/ 4254100 h 6858000"/>
              <a:gd name="connsiteX496" fmla="*/ 5351015 w 7467600"/>
              <a:gd name="connsiteY496" fmla="*/ 3760989 h 6858000"/>
              <a:gd name="connsiteX497" fmla="*/ 5413780 w 7467600"/>
              <a:gd name="connsiteY497" fmla="*/ 2966265 h 6858000"/>
              <a:gd name="connsiteX498" fmla="*/ 5425627 w 7467600"/>
              <a:gd name="connsiteY498" fmla="*/ 2954192 h 6858000"/>
              <a:gd name="connsiteX499" fmla="*/ 6604735 w 7467600"/>
              <a:gd name="connsiteY499" fmla="*/ 2041381 h 6858000"/>
              <a:gd name="connsiteX500" fmla="*/ 7204487 w 7467600"/>
              <a:gd name="connsiteY500" fmla="*/ 2742112 h 6858000"/>
              <a:gd name="connsiteX501" fmla="*/ 7131592 w 7467600"/>
              <a:gd name="connsiteY501" fmla="*/ 2672096 h 6858000"/>
              <a:gd name="connsiteX502" fmla="*/ 6996344 w 7467600"/>
              <a:gd name="connsiteY502" fmla="*/ 2518310 h 6858000"/>
              <a:gd name="connsiteX503" fmla="*/ 6735495 w 7467600"/>
              <a:gd name="connsiteY503" fmla="*/ 2196890 h 6858000"/>
              <a:gd name="connsiteX504" fmla="*/ 6721901 w 7467600"/>
              <a:gd name="connsiteY504" fmla="*/ 2179274 h 6858000"/>
              <a:gd name="connsiteX505" fmla="*/ 6604735 w 7467600"/>
              <a:gd name="connsiteY505" fmla="*/ 2041381 h 6858000"/>
              <a:gd name="connsiteX506" fmla="*/ 6591670 w 7467600"/>
              <a:gd name="connsiteY506" fmla="*/ 1988277 h 6858000"/>
              <a:gd name="connsiteX507" fmla="*/ 6747349 w 7467600"/>
              <a:gd name="connsiteY507" fmla="*/ 2160069 h 6858000"/>
              <a:gd name="connsiteX508" fmla="*/ 6760943 w 7467600"/>
              <a:gd name="connsiteY508" fmla="*/ 2177686 h 6858000"/>
              <a:gd name="connsiteX509" fmla="*/ 7021065 w 7467600"/>
              <a:gd name="connsiteY509" fmla="*/ 2498102 h 6858000"/>
              <a:gd name="connsiteX510" fmla="*/ 7155223 w 7467600"/>
              <a:gd name="connsiteY510" fmla="*/ 2650386 h 6858000"/>
              <a:gd name="connsiteX511" fmla="*/ 7203167 w 7467600"/>
              <a:gd name="connsiteY511" fmla="*/ 2697288 h 6858000"/>
              <a:gd name="connsiteX512" fmla="*/ 6937703 w 7467600"/>
              <a:gd name="connsiteY512" fmla="*/ 2321981 h 6858000"/>
              <a:gd name="connsiteX513" fmla="*/ 6591670 w 7467600"/>
              <a:gd name="connsiteY513" fmla="*/ 1988277 h 6858000"/>
              <a:gd name="connsiteX514" fmla="*/ 5798671 w 7467600"/>
              <a:gd name="connsiteY514" fmla="*/ 1981601 h 6858000"/>
              <a:gd name="connsiteX515" fmla="*/ 5754709 w 7467600"/>
              <a:gd name="connsiteY515" fmla="*/ 2071454 h 6858000"/>
              <a:gd name="connsiteX516" fmla="*/ 5763044 w 7467600"/>
              <a:gd name="connsiteY516" fmla="*/ 2842206 h 6858000"/>
              <a:gd name="connsiteX517" fmla="*/ 5764974 w 7467600"/>
              <a:gd name="connsiteY517" fmla="*/ 2799609 h 6858000"/>
              <a:gd name="connsiteX518" fmla="*/ 5767665 w 7467600"/>
              <a:gd name="connsiteY518" fmla="*/ 2666409 h 6858000"/>
              <a:gd name="connsiteX519" fmla="*/ 5763055 w 7467600"/>
              <a:gd name="connsiteY519" fmla="*/ 2579705 h 6858000"/>
              <a:gd name="connsiteX520" fmla="*/ 5758079 w 7467600"/>
              <a:gd name="connsiteY520" fmla="*/ 2492508 h 6858000"/>
              <a:gd name="connsiteX521" fmla="*/ 5779325 w 7467600"/>
              <a:gd name="connsiteY521" fmla="*/ 2197069 h 6858000"/>
              <a:gd name="connsiteX522" fmla="*/ 5798671 w 7467600"/>
              <a:gd name="connsiteY522" fmla="*/ 1981601 h 6858000"/>
              <a:gd name="connsiteX523" fmla="*/ 5829202 w 7467600"/>
              <a:gd name="connsiteY523" fmla="*/ 1971679 h 6858000"/>
              <a:gd name="connsiteX524" fmla="*/ 5809558 w 7467600"/>
              <a:gd name="connsiteY524" fmla="*/ 2198043 h 6858000"/>
              <a:gd name="connsiteX525" fmla="*/ 5788653 w 7467600"/>
              <a:gd name="connsiteY525" fmla="*/ 2489430 h 6858000"/>
              <a:gd name="connsiteX526" fmla="*/ 5793439 w 7467600"/>
              <a:gd name="connsiteY526" fmla="*/ 2575235 h 6858000"/>
              <a:gd name="connsiteX527" fmla="*/ 5796837 w 7467600"/>
              <a:gd name="connsiteY527" fmla="*/ 2637633 h 6858000"/>
              <a:gd name="connsiteX528" fmla="*/ 5818614 w 7467600"/>
              <a:gd name="connsiteY528" fmla="*/ 2473055 h 6858000"/>
              <a:gd name="connsiteX529" fmla="*/ 5829202 w 7467600"/>
              <a:gd name="connsiteY529" fmla="*/ 1971679 h 6858000"/>
              <a:gd name="connsiteX530" fmla="*/ 5911389 w 7467600"/>
              <a:gd name="connsiteY530" fmla="*/ 1898371 h 6858000"/>
              <a:gd name="connsiteX531" fmla="*/ 6237627 w 7467600"/>
              <a:gd name="connsiteY531" fmla="*/ 2231921 h 6858000"/>
              <a:gd name="connsiteX532" fmla="*/ 5911389 w 7467600"/>
              <a:gd name="connsiteY532" fmla="*/ 1898371 h 6858000"/>
              <a:gd name="connsiteX533" fmla="*/ 6944437 w 7467600"/>
              <a:gd name="connsiteY533" fmla="*/ 1575402 h 6858000"/>
              <a:gd name="connsiteX534" fmla="*/ 6304730 w 7467600"/>
              <a:gd name="connsiteY534" fmla="*/ 1766654 h 6858000"/>
              <a:gd name="connsiteX535" fmla="*/ 6944437 w 7467600"/>
              <a:gd name="connsiteY535" fmla="*/ 1575402 h 6858000"/>
              <a:gd name="connsiteX536" fmla="*/ 7019523 w 7467600"/>
              <a:gd name="connsiteY536" fmla="*/ 1519450 h 6858000"/>
              <a:gd name="connsiteX537" fmla="*/ 6298091 w 7467600"/>
              <a:gd name="connsiteY537" fmla="*/ 1737122 h 6858000"/>
              <a:gd name="connsiteX538" fmla="*/ 7019523 w 7467600"/>
              <a:gd name="connsiteY538" fmla="*/ 1519450 h 6858000"/>
              <a:gd name="connsiteX539" fmla="*/ 2399523 w 7467600"/>
              <a:gd name="connsiteY539" fmla="*/ 1428234 h 6858000"/>
              <a:gd name="connsiteX540" fmla="*/ 2224982 w 7467600"/>
              <a:gd name="connsiteY540" fmla="*/ 1826201 h 6858000"/>
              <a:gd name="connsiteX541" fmla="*/ 2096099 w 7467600"/>
              <a:gd name="connsiteY541" fmla="*/ 2345900 h 6858000"/>
              <a:gd name="connsiteX542" fmla="*/ 2283317 w 7467600"/>
              <a:gd name="connsiteY542" fmla="*/ 1796925 h 6858000"/>
              <a:gd name="connsiteX543" fmla="*/ 2399523 w 7467600"/>
              <a:gd name="connsiteY543" fmla="*/ 1428234 h 6858000"/>
              <a:gd name="connsiteX544" fmla="*/ 2448558 w 7467600"/>
              <a:gd name="connsiteY544" fmla="*/ 1373435 h 6858000"/>
              <a:gd name="connsiteX545" fmla="*/ 2312521 w 7467600"/>
              <a:gd name="connsiteY545" fmla="*/ 1806140 h 6858000"/>
              <a:gd name="connsiteX546" fmla="*/ 2127533 w 7467600"/>
              <a:gd name="connsiteY546" fmla="*/ 2348380 h 6858000"/>
              <a:gd name="connsiteX547" fmla="*/ 2358080 w 7467600"/>
              <a:gd name="connsiteY547" fmla="*/ 1866134 h 6858000"/>
              <a:gd name="connsiteX548" fmla="*/ 2407436 w 7467600"/>
              <a:gd name="connsiteY548" fmla="*/ 1651070 h 6858000"/>
              <a:gd name="connsiteX549" fmla="*/ 2448558 w 7467600"/>
              <a:gd name="connsiteY549" fmla="*/ 1373435 h 6858000"/>
              <a:gd name="connsiteX550" fmla="*/ 278707 w 7467600"/>
              <a:gd name="connsiteY550" fmla="*/ 1352270 h 6858000"/>
              <a:gd name="connsiteX551" fmla="*/ 321570 w 7467600"/>
              <a:gd name="connsiteY551" fmla="*/ 1861610 h 6858000"/>
              <a:gd name="connsiteX552" fmla="*/ 294281 w 7467600"/>
              <a:gd name="connsiteY552" fmla="*/ 1440658 h 6858000"/>
              <a:gd name="connsiteX553" fmla="*/ 278707 w 7467600"/>
              <a:gd name="connsiteY553" fmla="*/ 1352270 h 6858000"/>
              <a:gd name="connsiteX554" fmla="*/ 1423821 w 7467600"/>
              <a:gd name="connsiteY554" fmla="*/ 1351958 h 6858000"/>
              <a:gd name="connsiteX555" fmla="*/ 1638521 w 7467600"/>
              <a:gd name="connsiteY555" fmla="*/ 1908470 h 6858000"/>
              <a:gd name="connsiteX556" fmla="*/ 1754199 w 7467600"/>
              <a:gd name="connsiteY556" fmla="*/ 2149284 h 6858000"/>
              <a:gd name="connsiteX557" fmla="*/ 1908359 w 7467600"/>
              <a:gd name="connsiteY557" fmla="*/ 2364988 h 6858000"/>
              <a:gd name="connsiteX558" fmla="*/ 1647661 w 7467600"/>
              <a:gd name="connsiteY558" fmla="*/ 1825945 h 6858000"/>
              <a:gd name="connsiteX559" fmla="*/ 1423821 w 7467600"/>
              <a:gd name="connsiteY559" fmla="*/ 1351958 h 6858000"/>
              <a:gd name="connsiteX560" fmla="*/ 1431890 w 7467600"/>
              <a:gd name="connsiteY560" fmla="*/ 1306475 h 6858000"/>
              <a:gd name="connsiteX561" fmla="*/ 1507597 w 7467600"/>
              <a:gd name="connsiteY561" fmla="*/ 1446132 h 6858000"/>
              <a:gd name="connsiteX562" fmla="*/ 1674586 w 7467600"/>
              <a:gd name="connsiteY562" fmla="*/ 1813832 h 6858000"/>
              <a:gd name="connsiteX563" fmla="*/ 1815950 w 7467600"/>
              <a:gd name="connsiteY563" fmla="*/ 2128564 h 6858000"/>
              <a:gd name="connsiteX564" fmla="*/ 1984242 w 7467600"/>
              <a:gd name="connsiteY564" fmla="*/ 2430829 h 6858000"/>
              <a:gd name="connsiteX565" fmla="*/ 2014023 w 7467600"/>
              <a:gd name="connsiteY565" fmla="*/ 2450995 h 6858000"/>
              <a:gd name="connsiteX566" fmla="*/ 1747337 w 7467600"/>
              <a:gd name="connsiteY566" fmla="*/ 1855264 h 6858000"/>
              <a:gd name="connsiteX567" fmla="*/ 1533749 w 7467600"/>
              <a:gd name="connsiteY567" fmla="*/ 1478656 h 6858000"/>
              <a:gd name="connsiteX568" fmla="*/ 1431890 w 7467600"/>
              <a:gd name="connsiteY568" fmla="*/ 1306475 h 6858000"/>
              <a:gd name="connsiteX569" fmla="*/ 5052692 w 7467600"/>
              <a:gd name="connsiteY569" fmla="*/ 1292994 h 6858000"/>
              <a:gd name="connsiteX570" fmla="*/ 5200661 w 7467600"/>
              <a:gd name="connsiteY570" fmla="*/ 1635186 h 6858000"/>
              <a:gd name="connsiteX571" fmla="*/ 5297138 w 7467600"/>
              <a:gd name="connsiteY571" fmla="*/ 1906351 h 6858000"/>
              <a:gd name="connsiteX572" fmla="*/ 5052692 w 7467600"/>
              <a:gd name="connsiteY572" fmla="*/ 1292994 h 6858000"/>
              <a:gd name="connsiteX573" fmla="*/ 5009948 w 7467600"/>
              <a:gd name="connsiteY573" fmla="*/ 1273619 h 6858000"/>
              <a:gd name="connsiteX574" fmla="*/ 5121777 w 7467600"/>
              <a:gd name="connsiteY574" fmla="*/ 1654213 h 6858000"/>
              <a:gd name="connsiteX575" fmla="*/ 5293545 w 7467600"/>
              <a:gd name="connsiteY575" fmla="*/ 2072247 h 6858000"/>
              <a:gd name="connsiteX576" fmla="*/ 5294042 w 7467600"/>
              <a:gd name="connsiteY576" fmla="*/ 2065019 h 6858000"/>
              <a:gd name="connsiteX577" fmla="*/ 5171936 w 7467600"/>
              <a:gd name="connsiteY577" fmla="*/ 1647613 h 6858000"/>
              <a:gd name="connsiteX578" fmla="*/ 5009948 w 7467600"/>
              <a:gd name="connsiteY578" fmla="*/ 1273619 h 6858000"/>
              <a:gd name="connsiteX579" fmla="*/ 655236 w 7467600"/>
              <a:gd name="connsiteY579" fmla="*/ 1268632 h 6858000"/>
              <a:gd name="connsiteX580" fmla="*/ 839521 w 7467600"/>
              <a:gd name="connsiteY580" fmla="*/ 1685315 h 6858000"/>
              <a:gd name="connsiteX581" fmla="*/ 1109416 w 7467600"/>
              <a:gd name="connsiteY581" fmla="*/ 2061663 h 6858000"/>
              <a:gd name="connsiteX582" fmla="*/ 1298300 w 7467600"/>
              <a:gd name="connsiteY582" fmla="*/ 2247742 h 6858000"/>
              <a:gd name="connsiteX583" fmla="*/ 1125871 w 7467600"/>
              <a:gd name="connsiteY583" fmla="*/ 1989513 h 6858000"/>
              <a:gd name="connsiteX584" fmla="*/ 981574 w 7467600"/>
              <a:gd name="connsiteY584" fmla="*/ 1783157 h 6858000"/>
              <a:gd name="connsiteX585" fmla="*/ 922198 w 7467600"/>
              <a:gd name="connsiteY585" fmla="*/ 1677437 h 6858000"/>
              <a:gd name="connsiteX586" fmla="*/ 869293 w 7467600"/>
              <a:gd name="connsiteY586" fmla="*/ 1583214 h 6858000"/>
              <a:gd name="connsiteX587" fmla="*/ 751431 w 7467600"/>
              <a:gd name="connsiteY587" fmla="*/ 1405731 h 6858000"/>
              <a:gd name="connsiteX588" fmla="*/ 655236 w 7467600"/>
              <a:gd name="connsiteY588" fmla="*/ 1268632 h 6858000"/>
              <a:gd name="connsiteX589" fmla="*/ 6516292 w 7467600"/>
              <a:gd name="connsiteY589" fmla="*/ 1263064 h 6858000"/>
              <a:gd name="connsiteX590" fmla="*/ 5736320 w 7467600"/>
              <a:gd name="connsiteY590" fmla="*/ 1501803 h 6858000"/>
              <a:gd name="connsiteX591" fmla="*/ 6516292 w 7467600"/>
              <a:gd name="connsiteY591" fmla="*/ 1263064 h 6858000"/>
              <a:gd name="connsiteX592" fmla="*/ 291466 w 7467600"/>
              <a:gd name="connsiteY592" fmla="*/ 1250369 h 6858000"/>
              <a:gd name="connsiteX593" fmla="*/ 323180 w 7467600"/>
              <a:gd name="connsiteY593" fmla="*/ 1435283 h 6858000"/>
              <a:gd name="connsiteX594" fmla="*/ 349381 w 7467600"/>
              <a:gd name="connsiteY594" fmla="*/ 1875041 h 6858000"/>
              <a:gd name="connsiteX595" fmla="*/ 374363 w 7467600"/>
              <a:gd name="connsiteY595" fmla="*/ 1506494 h 6858000"/>
              <a:gd name="connsiteX596" fmla="*/ 302168 w 7467600"/>
              <a:gd name="connsiteY596" fmla="*/ 1274495 h 6858000"/>
              <a:gd name="connsiteX597" fmla="*/ 291466 w 7467600"/>
              <a:gd name="connsiteY597" fmla="*/ 1250369 h 6858000"/>
              <a:gd name="connsiteX598" fmla="*/ 678222 w 7467600"/>
              <a:gd name="connsiteY598" fmla="*/ 1248670 h 6858000"/>
              <a:gd name="connsiteX599" fmla="*/ 775536 w 7467600"/>
              <a:gd name="connsiteY599" fmla="*/ 1388015 h 6858000"/>
              <a:gd name="connsiteX600" fmla="*/ 894529 w 7467600"/>
              <a:gd name="connsiteY600" fmla="*/ 1567739 h 6858000"/>
              <a:gd name="connsiteX601" fmla="*/ 948000 w 7467600"/>
              <a:gd name="connsiteY601" fmla="*/ 1663088 h 6858000"/>
              <a:gd name="connsiteX602" fmla="*/ 1006812 w 7467600"/>
              <a:gd name="connsiteY602" fmla="*/ 1767683 h 6858000"/>
              <a:gd name="connsiteX603" fmla="*/ 1149133 w 7467600"/>
              <a:gd name="connsiteY603" fmla="*/ 1971513 h 6858000"/>
              <a:gd name="connsiteX604" fmla="*/ 1333952 w 7467600"/>
              <a:gd name="connsiteY604" fmla="*/ 2251620 h 6858000"/>
              <a:gd name="connsiteX605" fmla="*/ 1337329 w 7467600"/>
              <a:gd name="connsiteY605" fmla="*/ 2258350 h 6858000"/>
              <a:gd name="connsiteX606" fmla="*/ 1014726 w 7467600"/>
              <a:gd name="connsiteY606" fmla="*/ 1615556 h 6858000"/>
              <a:gd name="connsiteX607" fmla="*/ 678222 w 7467600"/>
              <a:gd name="connsiteY607" fmla="*/ 1248670 h 6858000"/>
              <a:gd name="connsiteX608" fmla="*/ 6691602 w 7467600"/>
              <a:gd name="connsiteY608" fmla="*/ 1140573 h 6858000"/>
              <a:gd name="connsiteX609" fmla="*/ 6571100 w 7467600"/>
              <a:gd name="connsiteY609" fmla="*/ 1183662 h 6858000"/>
              <a:gd name="connsiteX610" fmla="*/ 6241687 w 7467600"/>
              <a:gd name="connsiteY610" fmla="*/ 1257600 h 6858000"/>
              <a:gd name="connsiteX611" fmla="*/ 5693009 w 7467600"/>
              <a:gd name="connsiteY611" fmla="*/ 1478256 h 6858000"/>
              <a:gd name="connsiteX612" fmla="*/ 6548420 w 7467600"/>
              <a:gd name="connsiteY612" fmla="*/ 1214599 h 6858000"/>
              <a:gd name="connsiteX613" fmla="*/ 6605473 w 7467600"/>
              <a:gd name="connsiteY613" fmla="*/ 1184686 h 6858000"/>
              <a:gd name="connsiteX614" fmla="*/ 6691602 w 7467600"/>
              <a:gd name="connsiteY614" fmla="*/ 1140573 h 6858000"/>
              <a:gd name="connsiteX615" fmla="*/ 4002475 w 7467600"/>
              <a:gd name="connsiteY615" fmla="*/ 1037802 h 6858000"/>
              <a:gd name="connsiteX616" fmla="*/ 4000324 w 7467600"/>
              <a:gd name="connsiteY616" fmla="*/ 1039362 h 6858000"/>
              <a:gd name="connsiteX617" fmla="*/ 4002862 w 7467600"/>
              <a:gd name="connsiteY617" fmla="*/ 1042866 h 6858000"/>
              <a:gd name="connsiteX618" fmla="*/ 4002475 w 7467600"/>
              <a:gd name="connsiteY618" fmla="*/ 1037802 h 6858000"/>
              <a:gd name="connsiteX619" fmla="*/ 506322 w 7467600"/>
              <a:gd name="connsiteY619" fmla="*/ 1020997 h 6858000"/>
              <a:gd name="connsiteX620" fmla="*/ 533068 w 7467600"/>
              <a:gd name="connsiteY620" fmla="*/ 1029409 h 6858000"/>
              <a:gd name="connsiteX621" fmla="*/ 1232525 w 7467600"/>
              <a:gd name="connsiteY621" fmla="*/ 1804675 h 6858000"/>
              <a:gd name="connsiteX622" fmla="*/ 1388858 w 7467600"/>
              <a:gd name="connsiteY622" fmla="*/ 2368011 h 6858000"/>
              <a:gd name="connsiteX623" fmla="*/ 1384098 w 7467600"/>
              <a:gd name="connsiteY623" fmla="*/ 2378125 h 6858000"/>
              <a:gd name="connsiteX624" fmla="*/ 1425393 w 7467600"/>
              <a:gd name="connsiteY624" fmla="*/ 2589124 h 6858000"/>
              <a:gd name="connsiteX625" fmla="*/ 1424001 w 7467600"/>
              <a:gd name="connsiteY625" fmla="*/ 2597541 h 6858000"/>
              <a:gd name="connsiteX626" fmla="*/ 2152729 w 7467600"/>
              <a:gd name="connsiteY626" fmla="*/ 2864487 h 6858000"/>
              <a:gd name="connsiteX627" fmla="*/ 2020609 w 7467600"/>
              <a:gd name="connsiteY627" fmla="*/ 2539671 h 6858000"/>
              <a:gd name="connsiteX628" fmla="*/ 2018920 w 7467600"/>
              <a:gd name="connsiteY628" fmla="*/ 2536309 h 6858000"/>
              <a:gd name="connsiteX629" fmla="*/ 1342441 w 7467600"/>
              <a:gd name="connsiteY629" fmla="*/ 1173017 h 6858000"/>
              <a:gd name="connsiteX630" fmla="*/ 1367925 w 7467600"/>
              <a:gd name="connsiteY630" fmla="*/ 1135648 h 6858000"/>
              <a:gd name="connsiteX631" fmla="*/ 1771401 w 7467600"/>
              <a:gd name="connsiteY631" fmla="*/ 1806673 h 6858000"/>
              <a:gd name="connsiteX632" fmla="*/ 1972385 w 7467600"/>
              <a:gd name="connsiteY632" fmla="*/ 2198735 h 6858000"/>
              <a:gd name="connsiteX633" fmla="*/ 2040892 w 7467600"/>
              <a:gd name="connsiteY633" fmla="*/ 2405205 h 6858000"/>
              <a:gd name="connsiteX634" fmla="*/ 2131689 w 7467600"/>
              <a:gd name="connsiteY634" fmla="*/ 1936926 h 6858000"/>
              <a:gd name="connsiteX635" fmla="*/ 2454820 w 7467600"/>
              <a:gd name="connsiteY635" fmla="*/ 1248808 h 6858000"/>
              <a:gd name="connsiteX636" fmla="*/ 2492512 w 7467600"/>
              <a:gd name="connsiteY636" fmla="*/ 1302920 h 6858000"/>
              <a:gd name="connsiteX637" fmla="*/ 2081216 w 7467600"/>
              <a:gd name="connsiteY637" fmla="*/ 2527513 h 6858000"/>
              <a:gd name="connsiteX638" fmla="*/ 2081211 w 7467600"/>
              <a:gd name="connsiteY638" fmla="*/ 2528916 h 6858000"/>
              <a:gd name="connsiteX639" fmla="*/ 2199067 w 7467600"/>
              <a:gd name="connsiteY639" fmla="*/ 2884061 h 6858000"/>
              <a:gd name="connsiteX640" fmla="*/ 3192586 w 7467600"/>
              <a:gd name="connsiteY640" fmla="*/ 3411496 h 6858000"/>
              <a:gd name="connsiteX641" fmla="*/ 3182620 w 7467600"/>
              <a:gd name="connsiteY641" fmla="*/ 3483279 h 6858000"/>
              <a:gd name="connsiteX642" fmla="*/ 2435119 w 7467600"/>
              <a:gd name="connsiteY642" fmla="*/ 3080173 h 6858000"/>
              <a:gd name="connsiteX643" fmla="*/ 2410152 w 7467600"/>
              <a:gd name="connsiteY643" fmla="*/ 3063751 h 6858000"/>
              <a:gd name="connsiteX644" fmla="*/ 2408099 w 7467600"/>
              <a:gd name="connsiteY644" fmla="*/ 3064403 h 6858000"/>
              <a:gd name="connsiteX645" fmla="*/ 2407218 w 7467600"/>
              <a:gd name="connsiteY645" fmla="*/ 3070324 h 6858000"/>
              <a:gd name="connsiteX646" fmla="*/ 2380138 w 7467600"/>
              <a:gd name="connsiteY646" fmla="*/ 3099341 h 6858000"/>
              <a:gd name="connsiteX647" fmla="*/ 1765923 w 7467600"/>
              <a:gd name="connsiteY647" fmla="*/ 3581043 h 6858000"/>
              <a:gd name="connsiteX648" fmla="*/ 1702258 w 7467600"/>
              <a:gd name="connsiteY648" fmla="*/ 3612286 h 6858000"/>
              <a:gd name="connsiteX649" fmla="*/ 1538370 w 7467600"/>
              <a:gd name="connsiteY649" fmla="*/ 3811804 h 6858000"/>
              <a:gd name="connsiteX650" fmla="*/ 542867 w 7467600"/>
              <a:gd name="connsiteY650" fmla="*/ 4944092 h 6858000"/>
              <a:gd name="connsiteX651" fmla="*/ 515800 w 7467600"/>
              <a:gd name="connsiteY651" fmla="*/ 4862180 h 6858000"/>
              <a:gd name="connsiteX652" fmla="*/ 909145 w 7467600"/>
              <a:gd name="connsiteY652" fmla="*/ 4199225 h 6858000"/>
              <a:gd name="connsiteX653" fmla="*/ 1214067 w 7467600"/>
              <a:gd name="connsiteY653" fmla="*/ 3908561 h 6858000"/>
              <a:gd name="connsiteX654" fmla="*/ 640967 w 7467600"/>
              <a:gd name="connsiteY654" fmla="*/ 4105601 h 6858000"/>
              <a:gd name="connsiteX655" fmla="*/ 112563 w 7467600"/>
              <a:gd name="connsiteY655" fmla="*/ 4396952 h 6858000"/>
              <a:gd name="connsiteX656" fmla="*/ 0 w 7467600"/>
              <a:gd name="connsiteY656" fmla="*/ 4466006 h 6858000"/>
              <a:gd name="connsiteX657" fmla="*/ 0 w 7467600"/>
              <a:gd name="connsiteY657" fmla="*/ 4233763 h 6858000"/>
              <a:gd name="connsiteX658" fmla="*/ 36881 w 7467600"/>
              <a:gd name="connsiteY658" fmla="*/ 4200118 h 6858000"/>
              <a:gd name="connsiteX659" fmla="*/ 910534 w 7467600"/>
              <a:gd name="connsiteY659" fmla="*/ 3629753 h 6858000"/>
              <a:gd name="connsiteX660" fmla="*/ 1578717 w 7467600"/>
              <a:gd name="connsiteY660" fmla="*/ 3575982 h 6858000"/>
              <a:gd name="connsiteX661" fmla="*/ 2338780 w 7467600"/>
              <a:gd name="connsiteY661" fmla="*/ 3033725 h 6858000"/>
              <a:gd name="connsiteX662" fmla="*/ 1807991 w 7467600"/>
              <a:gd name="connsiteY662" fmla="*/ 2807184 h 6858000"/>
              <a:gd name="connsiteX663" fmla="*/ 1416358 w 7467600"/>
              <a:gd name="connsiteY663" fmla="*/ 3112571 h 6858000"/>
              <a:gd name="connsiteX664" fmla="*/ 939066 w 7467600"/>
              <a:gd name="connsiteY664" fmla="*/ 3378798 h 6858000"/>
              <a:gd name="connsiteX665" fmla="*/ 115099 w 7467600"/>
              <a:gd name="connsiteY665" fmla="*/ 3607650 h 6858000"/>
              <a:gd name="connsiteX666" fmla="*/ 97284 w 7467600"/>
              <a:gd name="connsiteY666" fmla="*/ 3520393 h 6858000"/>
              <a:gd name="connsiteX667" fmla="*/ 922050 w 7467600"/>
              <a:gd name="connsiteY667" fmla="*/ 3074867 h 6858000"/>
              <a:gd name="connsiteX668" fmla="*/ 1405265 w 7467600"/>
              <a:gd name="connsiteY668" fmla="*/ 3016319 h 6858000"/>
              <a:gd name="connsiteX669" fmla="*/ 1407512 w 7467600"/>
              <a:gd name="connsiteY669" fmla="*/ 3018001 h 6858000"/>
              <a:gd name="connsiteX670" fmla="*/ 1726266 w 7467600"/>
              <a:gd name="connsiteY670" fmla="*/ 2777274 h 6858000"/>
              <a:gd name="connsiteX671" fmla="*/ 625390 w 7467600"/>
              <a:gd name="connsiteY671" fmla="*/ 2514541 h 6858000"/>
              <a:gd name="connsiteX672" fmla="*/ 619799 w 7467600"/>
              <a:gd name="connsiteY672" fmla="*/ 2527180 h 6858000"/>
              <a:gd name="connsiteX673" fmla="*/ 310030 w 7467600"/>
              <a:gd name="connsiteY673" fmla="*/ 2771818 h 6858000"/>
              <a:gd name="connsiteX674" fmla="*/ 173877 w 7467600"/>
              <a:gd name="connsiteY674" fmla="*/ 2937056 h 6858000"/>
              <a:gd name="connsiteX675" fmla="*/ 77889 w 7467600"/>
              <a:gd name="connsiteY675" fmla="*/ 3138440 h 6858000"/>
              <a:gd name="connsiteX676" fmla="*/ 0 w 7467600"/>
              <a:gd name="connsiteY676" fmla="*/ 3271395 h 6858000"/>
              <a:gd name="connsiteX677" fmla="*/ 0 w 7467600"/>
              <a:gd name="connsiteY677" fmla="*/ 3153002 h 6858000"/>
              <a:gd name="connsiteX678" fmla="*/ 2386 w 7467600"/>
              <a:gd name="connsiteY678" fmla="*/ 3149203 h 6858000"/>
              <a:gd name="connsiteX679" fmla="*/ 89753 w 7467600"/>
              <a:gd name="connsiteY679" fmla="*/ 2987702 h 6858000"/>
              <a:gd name="connsiteX680" fmla="*/ 76869 w 7467600"/>
              <a:gd name="connsiteY680" fmla="*/ 3005404 h 6858000"/>
              <a:gd name="connsiteX681" fmla="*/ 32049 w 7467600"/>
              <a:gd name="connsiteY681" fmla="*/ 3065814 h 6858000"/>
              <a:gd name="connsiteX682" fmla="*/ 0 w 7467600"/>
              <a:gd name="connsiteY682" fmla="*/ 3108744 h 6858000"/>
              <a:gd name="connsiteX683" fmla="*/ 0 w 7467600"/>
              <a:gd name="connsiteY683" fmla="*/ 3058059 h 6858000"/>
              <a:gd name="connsiteX684" fmla="*/ 7610 w 7467600"/>
              <a:gd name="connsiteY684" fmla="*/ 3047889 h 6858000"/>
              <a:gd name="connsiteX685" fmla="*/ 52419 w 7467600"/>
              <a:gd name="connsiteY685" fmla="*/ 2987479 h 6858000"/>
              <a:gd name="connsiteX686" fmla="*/ 59142 w 7467600"/>
              <a:gd name="connsiteY686" fmla="*/ 2978488 h 6858000"/>
              <a:gd name="connsiteX687" fmla="*/ 0 w 7467600"/>
              <a:gd name="connsiteY687" fmla="*/ 3015334 h 6858000"/>
              <a:gd name="connsiteX688" fmla="*/ 0 w 7467600"/>
              <a:gd name="connsiteY688" fmla="*/ 2914286 h 6858000"/>
              <a:gd name="connsiteX689" fmla="*/ 36383 w 7467600"/>
              <a:gd name="connsiteY689" fmla="*/ 2901128 h 6858000"/>
              <a:gd name="connsiteX690" fmla="*/ 156329 w 7467600"/>
              <a:gd name="connsiteY690" fmla="*/ 2840533 h 6858000"/>
              <a:gd name="connsiteX691" fmla="*/ 358355 w 7467600"/>
              <a:gd name="connsiteY691" fmla="*/ 2620471 h 6858000"/>
              <a:gd name="connsiteX692" fmla="*/ 510577 w 7467600"/>
              <a:gd name="connsiteY692" fmla="*/ 2501244 h 6858000"/>
              <a:gd name="connsiteX693" fmla="*/ 211967 w 7467600"/>
              <a:gd name="connsiteY693" fmla="*/ 2479171 h 6858000"/>
              <a:gd name="connsiteX694" fmla="*/ 0 w 7467600"/>
              <a:gd name="connsiteY694" fmla="*/ 2476398 h 6858000"/>
              <a:gd name="connsiteX695" fmla="*/ 0 w 7467600"/>
              <a:gd name="connsiteY695" fmla="*/ 2389189 h 6858000"/>
              <a:gd name="connsiteX696" fmla="*/ 103062 w 7467600"/>
              <a:gd name="connsiteY696" fmla="*/ 2389518 h 6858000"/>
              <a:gd name="connsiteX697" fmla="*/ 510734 w 7467600"/>
              <a:gd name="connsiteY697" fmla="*/ 2416201 h 6858000"/>
              <a:gd name="connsiteX698" fmla="*/ 279257 w 7467600"/>
              <a:gd name="connsiteY698" fmla="*/ 2092102 h 6858000"/>
              <a:gd name="connsiteX699" fmla="*/ 65265 w 7467600"/>
              <a:gd name="connsiteY699" fmla="*/ 2006049 h 6858000"/>
              <a:gd name="connsiteX700" fmla="*/ 0 w 7467600"/>
              <a:gd name="connsiteY700" fmla="*/ 1982532 h 6858000"/>
              <a:gd name="connsiteX701" fmla="*/ 0 w 7467600"/>
              <a:gd name="connsiteY701" fmla="*/ 1912789 h 6858000"/>
              <a:gd name="connsiteX702" fmla="*/ 97460 w 7467600"/>
              <a:gd name="connsiteY702" fmla="*/ 1953725 h 6858000"/>
              <a:gd name="connsiteX703" fmla="*/ 221272 w 7467600"/>
              <a:gd name="connsiteY703" fmla="*/ 1980766 h 6858000"/>
              <a:gd name="connsiteX704" fmla="*/ 116765 w 7467600"/>
              <a:gd name="connsiteY704" fmla="*/ 1911033 h 6858000"/>
              <a:gd name="connsiteX705" fmla="*/ 16405 w 7467600"/>
              <a:gd name="connsiteY705" fmla="*/ 1803412 h 6858000"/>
              <a:gd name="connsiteX706" fmla="*/ 0 w 7467600"/>
              <a:gd name="connsiteY706" fmla="*/ 1784777 h 6858000"/>
              <a:gd name="connsiteX707" fmla="*/ 0 w 7467600"/>
              <a:gd name="connsiteY707" fmla="*/ 1740082 h 6858000"/>
              <a:gd name="connsiteX708" fmla="*/ 39394 w 7467600"/>
              <a:gd name="connsiteY708" fmla="*/ 1784856 h 6858000"/>
              <a:gd name="connsiteX709" fmla="*/ 135813 w 7467600"/>
              <a:gd name="connsiteY709" fmla="*/ 1888838 h 6858000"/>
              <a:gd name="connsiteX710" fmla="*/ 242575 w 7467600"/>
              <a:gd name="connsiteY710" fmla="*/ 1958841 h 6858000"/>
              <a:gd name="connsiteX711" fmla="*/ 82197 w 7467600"/>
              <a:gd name="connsiteY711" fmla="*/ 1754826 h 6858000"/>
              <a:gd name="connsiteX712" fmla="*/ 0 w 7467600"/>
              <a:gd name="connsiteY712" fmla="*/ 1679650 h 6858000"/>
              <a:gd name="connsiteX713" fmla="*/ 0 w 7467600"/>
              <a:gd name="connsiteY713" fmla="*/ 1602463 h 6858000"/>
              <a:gd name="connsiteX714" fmla="*/ 84689 w 7467600"/>
              <a:gd name="connsiteY714" fmla="*/ 1677442 h 6858000"/>
              <a:gd name="connsiteX715" fmla="*/ 298437 w 7467600"/>
              <a:gd name="connsiteY715" fmla="*/ 1968019 h 6858000"/>
              <a:gd name="connsiteX716" fmla="*/ 227269 w 7467600"/>
              <a:gd name="connsiteY716" fmla="*/ 1114064 h 6858000"/>
              <a:gd name="connsiteX717" fmla="*/ 248003 w 7467600"/>
              <a:gd name="connsiteY717" fmla="*/ 1089613 h 6858000"/>
              <a:gd name="connsiteX718" fmla="*/ 427020 w 7467600"/>
              <a:gd name="connsiteY718" fmla="*/ 1619803 h 6858000"/>
              <a:gd name="connsiteX719" fmla="*/ 340345 w 7467600"/>
              <a:gd name="connsiteY719" fmla="*/ 2027739 h 6858000"/>
              <a:gd name="connsiteX720" fmla="*/ 360865 w 7467600"/>
              <a:gd name="connsiteY720" fmla="*/ 2044827 h 6858000"/>
              <a:gd name="connsiteX721" fmla="*/ 560414 w 7467600"/>
              <a:gd name="connsiteY721" fmla="*/ 2421457 h 6858000"/>
              <a:gd name="connsiteX722" fmla="*/ 1359703 w 7467600"/>
              <a:gd name="connsiteY722" fmla="*/ 2578554 h 6858000"/>
              <a:gd name="connsiteX723" fmla="*/ 1359422 w 7467600"/>
              <a:gd name="connsiteY723" fmla="*/ 2577994 h 6858000"/>
              <a:gd name="connsiteX724" fmla="*/ 828701 w 7467600"/>
              <a:gd name="connsiteY724" fmla="*/ 1839520 h 6858000"/>
              <a:gd name="connsiteX725" fmla="*/ 494427 w 7467600"/>
              <a:gd name="connsiteY725" fmla="*/ 1092333 h 6858000"/>
              <a:gd name="connsiteX726" fmla="*/ 506322 w 7467600"/>
              <a:gd name="connsiteY726" fmla="*/ 1020997 h 6858000"/>
              <a:gd name="connsiteX727" fmla="*/ 4570198 w 7467600"/>
              <a:gd name="connsiteY727" fmla="*/ 978081 h 6858000"/>
              <a:gd name="connsiteX728" fmla="*/ 4523691 w 7467600"/>
              <a:gd name="connsiteY728" fmla="*/ 1127776 h 6858000"/>
              <a:gd name="connsiteX729" fmla="*/ 4509875 w 7467600"/>
              <a:gd name="connsiteY729" fmla="*/ 1167552 h 6858000"/>
              <a:gd name="connsiteX730" fmla="*/ 4478168 w 7467600"/>
              <a:gd name="connsiteY730" fmla="*/ 1260735 h 6858000"/>
              <a:gd name="connsiteX731" fmla="*/ 4409309 w 7467600"/>
              <a:gd name="connsiteY731" fmla="*/ 1666996 h 6858000"/>
              <a:gd name="connsiteX732" fmla="*/ 4370031 w 7467600"/>
              <a:gd name="connsiteY732" fmla="*/ 1955666 h 6858000"/>
              <a:gd name="connsiteX733" fmla="*/ 4570198 w 7467600"/>
              <a:gd name="connsiteY733" fmla="*/ 978081 h 6858000"/>
              <a:gd name="connsiteX734" fmla="*/ 4557898 w 7467600"/>
              <a:gd name="connsiteY734" fmla="*/ 900011 h 6858000"/>
              <a:gd name="connsiteX735" fmla="*/ 4344840 w 7467600"/>
              <a:gd name="connsiteY735" fmla="*/ 1922038 h 6858000"/>
              <a:gd name="connsiteX736" fmla="*/ 4378710 w 7467600"/>
              <a:gd name="connsiteY736" fmla="*/ 1665516 h 6858000"/>
              <a:gd name="connsiteX737" fmla="*/ 4448798 w 7467600"/>
              <a:gd name="connsiteY737" fmla="*/ 1253024 h 6858000"/>
              <a:gd name="connsiteX738" fmla="*/ 4480315 w 7467600"/>
              <a:gd name="connsiteY738" fmla="*/ 1158454 h 6858000"/>
              <a:gd name="connsiteX739" fmla="*/ 4494133 w 7467600"/>
              <a:gd name="connsiteY739" fmla="*/ 1118676 h 6858000"/>
              <a:gd name="connsiteX740" fmla="*/ 4557898 w 7467600"/>
              <a:gd name="connsiteY740" fmla="*/ 900011 h 6858000"/>
              <a:gd name="connsiteX741" fmla="*/ 5870151 w 7467600"/>
              <a:gd name="connsiteY741" fmla="*/ 898890 h 6858000"/>
              <a:gd name="connsiteX742" fmla="*/ 5861335 w 7467600"/>
              <a:gd name="connsiteY742" fmla="*/ 899177 h 6858000"/>
              <a:gd name="connsiteX743" fmla="*/ 5843702 w 7467600"/>
              <a:gd name="connsiteY743" fmla="*/ 899748 h 6858000"/>
              <a:gd name="connsiteX744" fmla="*/ 5651107 w 7467600"/>
              <a:gd name="connsiteY744" fmla="*/ 920306 h 6858000"/>
              <a:gd name="connsiteX745" fmla="*/ 5459407 w 7467600"/>
              <a:gd name="connsiteY745" fmla="*/ 940975 h 6858000"/>
              <a:gd name="connsiteX746" fmla="*/ 5374846 w 7467600"/>
              <a:gd name="connsiteY746" fmla="*/ 941988 h 6858000"/>
              <a:gd name="connsiteX747" fmla="*/ 5256105 w 7467600"/>
              <a:gd name="connsiteY747" fmla="*/ 945632 h 6858000"/>
              <a:gd name="connsiteX748" fmla="*/ 5107071 w 7467600"/>
              <a:gd name="connsiteY748" fmla="*/ 969720 h 6858000"/>
              <a:gd name="connsiteX749" fmla="*/ 4998681 w 7467600"/>
              <a:gd name="connsiteY749" fmla="*/ 988771 h 6858000"/>
              <a:gd name="connsiteX750" fmla="*/ 5870151 w 7467600"/>
              <a:gd name="connsiteY750" fmla="*/ 898890 h 6858000"/>
              <a:gd name="connsiteX751" fmla="*/ 5504425 w 7467600"/>
              <a:gd name="connsiteY751" fmla="*/ 848067 h 6858000"/>
              <a:gd name="connsiteX752" fmla="*/ 4968849 w 7467600"/>
              <a:gd name="connsiteY752" fmla="*/ 962318 h 6858000"/>
              <a:gd name="connsiteX753" fmla="*/ 5104039 w 7467600"/>
              <a:gd name="connsiteY753" fmla="*/ 940634 h 6858000"/>
              <a:gd name="connsiteX754" fmla="*/ 5256311 w 7467600"/>
              <a:gd name="connsiteY754" fmla="*/ 916490 h 6858000"/>
              <a:gd name="connsiteX755" fmla="*/ 5377381 w 7467600"/>
              <a:gd name="connsiteY755" fmla="*/ 912671 h 6858000"/>
              <a:gd name="connsiteX756" fmla="*/ 5460148 w 7467600"/>
              <a:gd name="connsiteY756" fmla="*/ 911442 h 6858000"/>
              <a:gd name="connsiteX757" fmla="*/ 5648971 w 7467600"/>
              <a:gd name="connsiteY757" fmla="*/ 891331 h 6858000"/>
              <a:gd name="connsiteX758" fmla="*/ 5844807 w 7467600"/>
              <a:gd name="connsiteY758" fmla="*/ 870718 h 6858000"/>
              <a:gd name="connsiteX759" fmla="*/ 5862975 w 7467600"/>
              <a:gd name="connsiteY759" fmla="*/ 869756 h 6858000"/>
              <a:gd name="connsiteX760" fmla="*/ 5920887 w 7467600"/>
              <a:gd name="connsiteY760" fmla="*/ 865929 h 6858000"/>
              <a:gd name="connsiteX761" fmla="*/ 5504425 w 7467600"/>
              <a:gd name="connsiteY761" fmla="*/ 848067 h 6858000"/>
              <a:gd name="connsiteX762" fmla="*/ 3607114 w 7467600"/>
              <a:gd name="connsiteY762" fmla="*/ 467441 h 6858000"/>
              <a:gd name="connsiteX763" fmla="*/ 3296242 w 7467600"/>
              <a:gd name="connsiteY763" fmla="*/ 807991 h 6858000"/>
              <a:gd name="connsiteX764" fmla="*/ 3174674 w 7467600"/>
              <a:gd name="connsiteY764" fmla="*/ 919759 h 6858000"/>
              <a:gd name="connsiteX765" fmla="*/ 3042978 w 7467600"/>
              <a:gd name="connsiteY765" fmla="*/ 1054894 h 6858000"/>
              <a:gd name="connsiteX766" fmla="*/ 2968914 w 7467600"/>
              <a:gd name="connsiteY766" fmla="*/ 1133756 h 6858000"/>
              <a:gd name="connsiteX767" fmla="*/ 3103823 w 7467600"/>
              <a:gd name="connsiteY767" fmla="*/ 1026814 h 6858000"/>
              <a:gd name="connsiteX768" fmla="*/ 3607114 w 7467600"/>
              <a:gd name="connsiteY768" fmla="*/ 467441 h 6858000"/>
              <a:gd name="connsiteX769" fmla="*/ 3744487 w 7467600"/>
              <a:gd name="connsiteY769" fmla="*/ 383136 h 6858000"/>
              <a:gd name="connsiteX770" fmla="*/ 3970213 w 7467600"/>
              <a:gd name="connsiteY770" fmla="*/ 995559 h 6858000"/>
              <a:gd name="connsiteX771" fmla="*/ 3744487 w 7467600"/>
              <a:gd name="connsiteY771" fmla="*/ 383136 h 6858000"/>
              <a:gd name="connsiteX772" fmla="*/ 3624562 w 7467600"/>
              <a:gd name="connsiteY772" fmla="*/ 367041 h 6858000"/>
              <a:gd name="connsiteX773" fmla="*/ 3489712 w 7467600"/>
              <a:gd name="connsiteY773" fmla="*/ 485386 h 6858000"/>
              <a:gd name="connsiteX774" fmla="*/ 3182994 w 7467600"/>
              <a:gd name="connsiteY774" fmla="*/ 828265 h 6858000"/>
              <a:gd name="connsiteX775" fmla="*/ 2892114 w 7467600"/>
              <a:gd name="connsiteY775" fmla="*/ 1172635 h 6858000"/>
              <a:gd name="connsiteX776" fmla="*/ 3021459 w 7467600"/>
              <a:gd name="connsiteY776" fmla="*/ 1035385 h 6858000"/>
              <a:gd name="connsiteX777" fmla="*/ 3153873 w 7467600"/>
              <a:gd name="connsiteY777" fmla="*/ 898971 h 6858000"/>
              <a:gd name="connsiteX778" fmla="*/ 3276511 w 7467600"/>
              <a:gd name="connsiteY778" fmla="*/ 786423 h 6858000"/>
              <a:gd name="connsiteX779" fmla="*/ 3584154 w 7467600"/>
              <a:gd name="connsiteY779" fmla="*/ 448218 h 6858000"/>
              <a:gd name="connsiteX780" fmla="*/ 3624562 w 7467600"/>
              <a:gd name="connsiteY780" fmla="*/ 367041 h 6858000"/>
              <a:gd name="connsiteX781" fmla="*/ 3766672 w 7467600"/>
              <a:gd name="connsiteY781" fmla="*/ 359429 h 6858000"/>
              <a:gd name="connsiteX782" fmla="*/ 3996338 w 7467600"/>
              <a:gd name="connsiteY782" fmla="*/ 968237 h 6858000"/>
              <a:gd name="connsiteX783" fmla="*/ 3766672 w 7467600"/>
              <a:gd name="connsiteY783" fmla="*/ 359429 h 6858000"/>
              <a:gd name="connsiteX784" fmla="*/ 5805386 w 7467600"/>
              <a:gd name="connsiteY784" fmla="*/ 239240 h 6858000"/>
              <a:gd name="connsiteX785" fmla="*/ 5736947 w 7467600"/>
              <a:gd name="connsiteY785" fmla="*/ 261367 h 6858000"/>
              <a:gd name="connsiteX786" fmla="*/ 5427012 w 7467600"/>
              <a:gd name="connsiteY786" fmla="*/ 311272 h 6858000"/>
              <a:gd name="connsiteX787" fmla="*/ 5147818 w 7467600"/>
              <a:gd name="connsiteY787" fmla="*/ 322112 h 6858000"/>
              <a:gd name="connsiteX788" fmla="*/ 5060854 w 7467600"/>
              <a:gd name="connsiteY788" fmla="*/ 311882 h 6858000"/>
              <a:gd name="connsiteX789" fmla="*/ 4945989 w 7467600"/>
              <a:gd name="connsiteY789" fmla="*/ 300516 h 6858000"/>
              <a:gd name="connsiteX790" fmla="*/ 5410479 w 7467600"/>
              <a:gd name="connsiteY790" fmla="*/ 348434 h 6858000"/>
              <a:gd name="connsiteX791" fmla="*/ 5805386 w 7467600"/>
              <a:gd name="connsiteY791" fmla="*/ 239240 h 6858000"/>
              <a:gd name="connsiteX792" fmla="*/ 5905192 w 7467600"/>
              <a:gd name="connsiteY792" fmla="*/ 163079 h 6858000"/>
              <a:gd name="connsiteX793" fmla="*/ 5865655 w 7467600"/>
              <a:gd name="connsiteY793" fmla="*/ 171901 h 6858000"/>
              <a:gd name="connsiteX794" fmla="*/ 5259740 w 7467600"/>
              <a:gd name="connsiteY794" fmla="*/ 257013 h 6858000"/>
              <a:gd name="connsiteX795" fmla="*/ 5208466 w 7467600"/>
              <a:gd name="connsiteY795" fmla="*/ 257550 h 6858000"/>
              <a:gd name="connsiteX796" fmla="*/ 4980204 w 7467600"/>
              <a:gd name="connsiteY796" fmla="*/ 271903 h 6858000"/>
              <a:gd name="connsiteX797" fmla="*/ 5068068 w 7467600"/>
              <a:gd name="connsiteY797" fmla="*/ 282244 h 6858000"/>
              <a:gd name="connsiteX798" fmla="*/ 5153231 w 7467600"/>
              <a:gd name="connsiteY798" fmla="*/ 292240 h 6858000"/>
              <a:gd name="connsiteX799" fmla="*/ 5426491 w 7467600"/>
              <a:gd name="connsiteY799" fmla="*/ 281128 h 6858000"/>
              <a:gd name="connsiteX800" fmla="*/ 5731212 w 7467600"/>
              <a:gd name="connsiteY800" fmla="*/ 231951 h 6858000"/>
              <a:gd name="connsiteX801" fmla="*/ 5905192 w 7467600"/>
              <a:gd name="connsiteY801" fmla="*/ 163079 h 6858000"/>
              <a:gd name="connsiteX802" fmla="*/ 5944437 w 7467600"/>
              <a:gd name="connsiteY802" fmla="*/ 113829 h 6858000"/>
              <a:gd name="connsiteX803" fmla="*/ 5825032 w 7467600"/>
              <a:gd name="connsiteY803" fmla="*/ 146405 h 6858000"/>
              <a:gd name="connsiteX804" fmla="*/ 4955599 w 7467600"/>
              <a:gd name="connsiteY804" fmla="*/ 247008 h 6858000"/>
              <a:gd name="connsiteX805" fmla="*/ 5210104 w 7467600"/>
              <a:gd name="connsiteY805" fmla="*/ 228123 h 6858000"/>
              <a:gd name="connsiteX806" fmla="*/ 5261015 w 7467600"/>
              <a:gd name="connsiteY806" fmla="*/ 227087 h 6858000"/>
              <a:gd name="connsiteX807" fmla="*/ 5861181 w 7467600"/>
              <a:gd name="connsiteY807" fmla="*/ 143093 h 6858000"/>
              <a:gd name="connsiteX808" fmla="*/ 5961252 w 7467600"/>
              <a:gd name="connsiteY808" fmla="*/ 114820 h 6858000"/>
              <a:gd name="connsiteX809" fmla="*/ 5944437 w 7467600"/>
              <a:gd name="connsiteY809" fmla="*/ 113829 h 6858000"/>
              <a:gd name="connsiteX810" fmla="*/ 3882765 w 7467600"/>
              <a:gd name="connsiteY810" fmla="*/ 0 h 6858000"/>
              <a:gd name="connsiteX811" fmla="*/ 3995099 w 7467600"/>
              <a:gd name="connsiteY811" fmla="*/ 0 h 6858000"/>
              <a:gd name="connsiteX812" fmla="*/ 4163818 w 7467600"/>
              <a:gd name="connsiteY812" fmla="*/ 234104 h 6858000"/>
              <a:gd name="connsiteX813" fmla="*/ 4172099 w 7467600"/>
              <a:gd name="connsiteY813" fmla="*/ 234207 h 6858000"/>
              <a:gd name="connsiteX814" fmla="*/ 4784282 w 7467600"/>
              <a:gd name="connsiteY814" fmla="*/ 276561 h 6858000"/>
              <a:gd name="connsiteX815" fmla="*/ 4801687 w 7467600"/>
              <a:gd name="connsiteY815" fmla="*/ 267764 h 6858000"/>
              <a:gd name="connsiteX816" fmla="*/ 6082788 w 7467600"/>
              <a:gd name="connsiteY816" fmla="*/ 64119 h 6858000"/>
              <a:gd name="connsiteX817" fmla="*/ 6099442 w 7467600"/>
              <a:gd name="connsiteY817" fmla="*/ 82568 h 6858000"/>
              <a:gd name="connsiteX818" fmla="*/ 4804137 w 7467600"/>
              <a:gd name="connsiteY818" fmla="*/ 320931 h 6858000"/>
              <a:gd name="connsiteX819" fmla="*/ 4227047 w 7467600"/>
              <a:gd name="connsiteY819" fmla="*/ 313415 h 6858000"/>
              <a:gd name="connsiteX820" fmla="*/ 4346041 w 7467600"/>
              <a:gd name="connsiteY820" fmla="*/ 456086 h 6858000"/>
              <a:gd name="connsiteX821" fmla="*/ 4870967 w 7467600"/>
              <a:gd name="connsiteY821" fmla="*/ 963061 h 6858000"/>
              <a:gd name="connsiteX822" fmla="*/ 4889647 w 7467600"/>
              <a:gd name="connsiteY822" fmla="*/ 957147 h 6858000"/>
              <a:gd name="connsiteX823" fmla="*/ 5422504 w 7467600"/>
              <a:gd name="connsiteY823" fmla="*/ 805191 h 6858000"/>
              <a:gd name="connsiteX824" fmla="*/ 6087656 w 7467600"/>
              <a:gd name="connsiteY824" fmla="*/ 826703 h 6858000"/>
              <a:gd name="connsiteX825" fmla="*/ 6058717 w 7467600"/>
              <a:gd name="connsiteY825" fmla="*/ 865992 h 6858000"/>
              <a:gd name="connsiteX826" fmla="*/ 4974153 w 7467600"/>
              <a:gd name="connsiteY826" fmla="*/ 1045456 h 6858000"/>
              <a:gd name="connsiteX827" fmla="*/ 5627835 w 7467600"/>
              <a:gd name="connsiteY827" fmla="*/ 1472077 h 6858000"/>
              <a:gd name="connsiteX828" fmla="*/ 5629817 w 7467600"/>
              <a:gd name="connsiteY828" fmla="*/ 1471412 h 6858000"/>
              <a:gd name="connsiteX829" fmla="*/ 5634124 w 7467600"/>
              <a:gd name="connsiteY829" fmla="*/ 1470572 h 6858000"/>
              <a:gd name="connsiteX830" fmla="*/ 5755832 w 7467600"/>
              <a:gd name="connsiteY830" fmla="*/ 1383886 h 6858000"/>
              <a:gd name="connsiteX831" fmla="*/ 6014186 w 7467600"/>
              <a:gd name="connsiteY831" fmla="*/ 1279799 h 6858000"/>
              <a:gd name="connsiteX832" fmla="*/ 6901619 w 7467600"/>
              <a:gd name="connsiteY832" fmla="*/ 1047874 h 6858000"/>
              <a:gd name="connsiteX833" fmla="*/ 6931566 w 7467600"/>
              <a:gd name="connsiteY833" fmla="*/ 1062034 h 6858000"/>
              <a:gd name="connsiteX834" fmla="*/ 5790982 w 7467600"/>
              <a:gd name="connsiteY834" fmla="*/ 1561380 h 6858000"/>
              <a:gd name="connsiteX835" fmla="*/ 6188971 w 7467600"/>
              <a:gd name="connsiteY835" fmla="*/ 1755168 h 6858000"/>
              <a:gd name="connsiteX836" fmla="*/ 6202446 w 7467600"/>
              <a:gd name="connsiteY836" fmla="*/ 1752268 h 6858000"/>
              <a:gd name="connsiteX837" fmla="*/ 7179560 w 7467600"/>
              <a:gd name="connsiteY837" fmla="*/ 1467551 h 6858000"/>
              <a:gd name="connsiteX838" fmla="*/ 7158730 w 7467600"/>
              <a:gd name="connsiteY838" fmla="*/ 1507835 h 6858000"/>
              <a:gd name="connsiteX839" fmla="*/ 6326959 w 7467600"/>
              <a:gd name="connsiteY839" fmla="*/ 1817686 h 6858000"/>
              <a:gd name="connsiteX840" fmla="*/ 6537433 w 7467600"/>
              <a:gd name="connsiteY840" fmla="*/ 1907790 h 6858000"/>
              <a:gd name="connsiteX841" fmla="*/ 6550221 w 7467600"/>
              <a:gd name="connsiteY841" fmla="*/ 1910729 h 6858000"/>
              <a:gd name="connsiteX842" fmla="*/ 6964438 w 7467600"/>
              <a:gd name="connsiteY842" fmla="*/ 2209505 h 6858000"/>
              <a:gd name="connsiteX843" fmla="*/ 7367862 w 7467600"/>
              <a:gd name="connsiteY843" fmla="*/ 2806833 h 6858000"/>
              <a:gd name="connsiteX844" fmla="*/ 7364329 w 7467600"/>
              <a:gd name="connsiteY844" fmla="*/ 2826907 h 6858000"/>
              <a:gd name="connsiteX845" fmla="*/ 7290545 w 7467600"/>
              <a:gd name="connsiteY845" fmla="*/ 2850663 h 6858000"/>
              <a:gd name="connsiteX846" fmla="*/ 6472036 w 7467600"/>
              <a:gd name="connsiteY846" fmla="*/ 1959003 h 6858000"/>
              <a:gd name="connsiteX847" fmla="*/ 5792897 w 7467600"/>
              <a:gd name="connsiteY847" fmla="*/ 1647747 h 6858000"/>
              <a:gd name="connsiteX848" fmla="*/ 5842751 w 7467600"/>
              <a:gd name="connsiteY848" fmla="*/ 1816112 h 6858000"/>
              <a:gd name="connsiteX849" fmla="*/ 5847424 w 7467600"/>
              <a:gd name="connsiteY849" fmla="*/ 1815776 h 6858000"/>
              <a:gd name="connsiteX850" fmla="*/ 6399821 w 7467600"/>
              <a:gd name="connsiteY850" fmla="*/ 2344799 h 6858000"/>
              <a:gd name="connsiteX851" fmla="*/ 6323232 w 7467600"/>
              <a:gd name="connsiteY851" fmla="*/ 2389634 h 6858000"/>
              <a:gd name="connsiteX852" fmla="*/ 5942958 w 7467600"/>
              <a:gd name="connsiteY852" fmla="*/ 2077708 h 6858000"/>
              <a:gd name="connsiteX853" fmla="*/ 5921559 w 7467600"/>
              <a:gd name="connsiteY853" fmla="*/ 2378596 h 6858000"/>
              <a:gd name="connsiteX854" fmla="*/ 5817651 w 7467600"/>
              <a:gd name="connsiteY854" fmla="*/ 3023919 h 6858000"/>
              <a:gd name="connsiteX855" fmla="*/ 5729634 w 7467600"/>
              <a:gd name="connsiteY855" fmla="*/ 3051849 h 6858000"/>
              <a:gd name="connsiteX856" fmla="*/ 5611018 w 7467600"/>
              <a:gd name="connsiteY856" fmla="*/ 2316769 h 6858000"/>
              <a:gd name="connsiteX857" fmla="*/ 5687608 w 7467600"/>
              <a:gd name="connsiteY857" fmla="*/ 2039972 h 6858000"/>
              <a:gd name="connsiteX858" fmla="*/ 5657554 w 7467600"/>
              <a:gd name="connsiteY858" fmla="*/ 1576445 h 6858000"/>
              <a:gd name="connsiteX859" fmla="*/ 5150475 w 7467600"/>
              <a:gd name="connsiteY859" fmla="*/ 1274012 h 6858000"/>
              <a:gd name="connsiteX860" fmla="*/ 5349142 w 7467600"/>
              <a:gd name="connsiteY860" fmla="*/ 2204405 h 6858000"/>
              <a:gd name="connsiteX861" fmla="*/ 5262214 w 7467600"/>
              <a:gd name="connsiteY861" fmla="*/ 2233836 h 6858000"/>
              <a:gd name="connsiteX862" fmla="*/ 4981539 w 7467600"/>
              <a:gd name="connsiteY862" fmla="*/ 1542201 h 6858000"/>
              <a:gd name="connsiteX863" fmla="*/ 4958461 w 7467600"/>
              <a:gd name="connsiteY863" fmla="*/ 1136957 h 6858000"/>
              <a:gd name="connsiteX864" fmla="*/ 4655015 w 7467600"/>
              <a:gd name="connsiteY864" fmla="*/ 891426 h 6858000"/>
              <a:gd name="connsiteX865" fmla="*/ 4348002 w 7467600"/>
              <a:gd name="connsiteY865" fmla="*/ 2205895 h 6858000"/>
              <a:gd name="connsiteX866" fmla="*/ 4262250 w 7467600"/>
              <a:gd name="connsiteY866" fmla="*/ 2219972 h 6858000"/>
              <a:gd name="connsiteX867" fmla="*/ 4550611 w 7467600"/>
              <a:gd name="connsiteY867" fmla="*/ 817540 h 6858000"/>
              <a:gd name="connsiteX868" fmla="*/ 4564418 w 7467600"/>
              <a:gd name="connsiteY868" fmla="*/ 808293 h 6858000"/>
              <a:gd name="connsiteX869" fmla="*/ 4266388 w 7467600"/>
              <a:gd name="connsiteY869" fmla="*/ 500083 h 6858000"/>
              <a:gd name="connsiteX870" fmla="*/ 4032842 w 7467600"/>
              <a:gd name="connsiteY870" fmla="*/ 211809 h 6858000"/>
              <a:gd name="connsiteX871" fmla="*/ 3882765 w 7467600"/>
              <a:gd name="connsiteY871" fmla="*/ 0 h 6858000"/>
              <a:gd name="connsiteX872" fmla="*/ 3721337 w 7467600"/>
              <a:gd name="connsiteY872" fmla="*/ 0 h 6858000"/>
              <a:gd name="connsiteX873" fmla="*/ 3797544 w 7467600"/>
              <a:gd name="connsiteY873" fmla="*/ 0 h 6858000"/>
              <a:gd name="connsiteX874" fmla="*/ 3775734 w 7467600"/>
              <a:gd name="connsiteY874" fmla="*/ 95131 h 6858000"/>
              <a:gd name="connsiteX875" fmla="*/ 3724807 w 7467600"/>
              <a:gd name="connsiteY875" fmla="*/ 272257 h 6858000"/>
              <a:gd name="connsiteX876" fmla="*/ 3726844 w 7467600"/>
              <a:gd name="connsiteY876" fmla="*/ 282988 h 6858000"/>
              <a:gd name="connsiteX877" fmla="*/ 3742664 w 7467600"/>
              <a:gd name="connsiteY877" fmla="*/ 279918 h 6858000"/>
              <a:gd name="connsiteX878" fmla="*/ 4103910 w 7467600"/>
              <a:gd name="connsiteY878" fmla="*/ 1161917 h 6858000"/>
              <a:gd name="connsiteX879" fmla="*/ 4020269 w 7467600"/>
              <a:gd name="connsiteY879" fmla="*/ 1200406 h 6858000"/>
              <a:gd name="connsiteX880" fmla="*/ 3674882 w 7467600"/>
              <a:gd name="connsiteY880" fmla="*/ 488524 h 6858000"/>
              <a:gd name="connsiteX881" fmla="*/ 3132682 w 7467600"/>
              <a:gd name="connsiteY881" fmla="*/ 1072284 h 6858000"/>
              <a:gd name="connsiteX882" fmla="*/ 2716346 w 7467600"/>
              <a:gd name="connsiteY882" fmla="*/ 1276376 h 6858000"/>
              <a:gd name="connsiteX883" fmla="*/ 2716772 w 7467600"/>
              <a:gd name="connsiteY883" fmla="*/ 1255462 h 6858000"/>
              <a:gd name="connsiteX884" fmla="*/ 3471096 w 7467600"/>
              <a:gd name="connsiteY884" fmla="*/ 437072 h 6858000"/>
              <a:gd name="connsiteX885" fmla="*/ 3639057 w 7467600"/>
              <a:gd name="connsiteY885" fmla="*/ 286334 h 6858000"/>
              <a:gd name="connsiteX886" fmla="*/ 3640309 w 7467600"/>
              <a:gd name="connsiteY886" fmla="*/ 284664 h 6858000"/>
              <a:gd name="connsiteX887" fmla="*/ 3646022 w 7467600"/>
              <a:gd name="connsiteY887" fmla="*/ 276711 h 6858000"/>
              <a:gd name="connsiteX888" fmla="*/ 3707943 w 7467600"/>
              <a:gd name="connsiteY888" fmla="*/ 65958 h 6858000"/>
              <a:gd name="connsiteX889" fmla="*/ 3721337 w 7467600"/>
              <a:gd name="connsiteY889" fmla="*/ 0 h 6858000"/>
              <a:gd name="connsiteX890" fmla="*/ 2867960 w 7467600"/>
              <a:gd name="connsiteY890" fmla="*/ 0 h 6858000"/>
              <a:gd name="connsiteX891" fmla="*/ 2926351 w 7467600"/>
              <a:gd name="connsiteY891" fmla="*/ 0 h 6858000"/>
              <a:gd name="connsiteX892" fmla="*/ 2902823 w 7467600"/>
              <a:gd name="connsiteY892" fmla="*/ 262929 h 6858000"/>
              <a:gd name="connsiteX893" fmla="*/ 2940663 w 7467600"/>
              <a:gd name="connsiteY893" fmla="*/ 140884 h 6858000"/>
              <a:gd name="connsiteX894" fmla="*/ 2947039 w 7467600"/>
              <a:gd name="connsiteY894" fmla="*/ 122524 h 6858000"/>
              <a:gd name="connsiteX895" fmla="*/ 2984316 w 7467600"/>
              <a:gd name="connsiteY895" fmla="*/ 0 h 6858000"/>
              <a:gd name="connsiteX896" fmla="*/ 3016114 w 7467600"/>
              <a:gd name="connsiteY896" fmla="*/ 0 h 6858000"/>
              <a:gd name="connsiteX897" fmla="*/ 2979949 w 7467600"/>
              <a:gd name="connsiteY897" fmla="*/ 119274 h 6858000"/>
              <a:gd name="connsiteX898" fmla="*/ 3023879 w 7467600"/>
              <a:gd name="connsiteY898" fmla="*/ 0 h 6858000"/>
              <a:gd name="connsiteX899" fmla="*/ 3105400 w 7467600"/>
              <a:gd name="connsiteY899" fmla="*/ 0 h 6858000"/>
              <a:gd name="connsiteX900" fmla="*/ 3094669 w 7467600"/>
              <a:gd name="connsiteY900" fmla="*/ 30308 h 6858000"/>
              <a:gd name="connsiteX901" fmla="*/ 2901945 w 7467600"/>
              <a:gd name="connsiteY901" fmla="*/ 466538 h 6858000"/>
              <a:gd name="connsiteX902" fmla="*/ 2815209 w 7467600"/>
              <a:gd name="connsiteY902" fmla="*/ 497361 h 6858000"/>
              <a:gd name="connsiteX903" fmla="*/ 2844845 w 7467600"/>
              <a:gd name="connsiteY903" fmla="*/ 127638 h 6858000"/>
              <a:gd name="connsiteX904" fmla="*/ 2867960 w 7467600"/>
              <a:gd name="connsiteY904" fmla="*/ 0 h 6858000"/>
              <a:gd name="connsiteX905" fmla="*/ 1057230 w 7467600"/>
              <a:gd name="connsiteY905" fmla="*/ 0 h 6858000"/>
              <a:gd name="connsiteX906" fmla="*/ 1111003 w 7467600"/>
              <a:gd name="connsiteY906" fmla="*/ 0 h 6858000"/>
              <a:gd name="connsiteX907" fmla="*/ 1125553 w 7467600"/>
              <a:gd name="connsiteY907" fmla="*/ 52588 h 6858000"/>
              <a:gd name="connsiteX908" fmla="*/ 1304276 w 7467600"/>
              <a:gd name="connsiteY908" fmla="*/ 476275 h 6858000"/>
              <a:gd name="connsiteX909" fmla="*/ 1492066 w 7467600"/>
              <a:gd name="connsiteY909" fmla="*/ 886333 h 6858000"/>
              <a:gd name="connsiteX910" fmla="*/ 1423698 w 7467600"/>
              <a:gd name="connsiteY910" fmla="*/ 710817 h 6858000"/>
              <a:gd name="connsiteX911" fmla="*/ 1357609 w 7467600"/>
              <a:gd name="connsiteY911" fmla="*/ 532892 h 6858000"/>
              <a:gd name="connsiteX912" fmla="*/ 1309550 w 7467600"/>
              <a:gd name="connsiteY912" fmla="*/ 374031 h 6858000"/>
              <a:gd name="connsiteX913" fmla="*/ 1193673 w 7467600"/>
              <a:gd name="connsiteY913" fmla="*/ 49533 h 6858000"/>
              <a:gd name="connsiteX914" fmla="*/ 1164391 w 7467600"/>
              <a:gd name="connsiteY914" fmla="*/ 0 h 6858000"/>
              <a:gd name="connsiteX915" fmla="*/ 1200666 w 7467600"/>
              <a:gd name="connsiteY915" fmla="*/ 0 h 6858000"/>
              <a:gd name="connsiteX916" fmla="*/ 1223408 w 7467600"/>
              <a:gd name="connsiteY916" fmla="*/ 38996 h 6858000"/>
              <a:gd name="connsiteX917" fmla="*/ 1339635 w 7467600"/>
              <a:gd name="connsiteY917" fmla="*/ 365517 h 6858000"/>
              <a:gd name="connsiteX918" fmla="*/ 1387469 w 7467600"/>
              <a:gd name="connsiteY918" fmla="*/ 523079 h 6858000"/>
              <a:gd name="connsiteX919" fmla="*/ 1452685 w 7467600"/>
              <a:gd name="connsiteY919" fmla="*/ 699806 h 6858000"/>
              <a:gd name="connsiteX920" fmla="*/ 1492092 w 7467600"/>
              <a:gd name="connsiteY920" fmla="*/ 800424 h 6858000"/>
              <a:gd name="connsiteX921" fmla="*/ 1455302 w 7467600"/>
              <a:gd name="connsiteY921" fmla="*/ 632913 h 6858000"/>
              <a:gd name="connsiteX922" fmla="*/ 1222336 w 7467600"/>
              <a:gd name="connsiteY922" fmla="*/ 9480 h 6858000"/>
              <a:gd name="connsiteX923" fmla="*/ 1214634 w 7467600"/>
              <a:gd name="connsiteY923" fmla="*/ 0 h 6858000"/>
              <a:gd name="connsiteX924" fmla="*/ 1289827 w 7467600"/>
              <a:gd name="connsiteY924" fmla="*/ 0 h 6858000"/>
              <a:gd name="connsiteX925" fmla="*/ 1321076 w 7467600"/>
              <a:gd name="connsiteY925" fmla="*/ 59722 h 6858000"/>
              <a:gd name="connsiteX926" fmla="*/ 1512579 w 7467600"/>
              <a:gd name="connsiteY926" fmla="*/ 626441 h 6858000"/>
              <a:gd name="connsiteX927" fmla="*/ 1506076 w 7467600"/>
              <a:gd name="connsiteY927" fmla="*/ 1089289 h 6858000"/>
              <a:gd name="connsiteX928" fmla="*/ 1486346 w 7467600"/>
              <a:gd name="connsiteY928" fmla="*/ 1079919 h 6858000"/>
              <a:gd name="connsiteX929" fmla="*/ 1070511 w 7467600"/>
              <a:gd name="connsiteY929" fmla="*/ 48609 h 6858000"/>
              <a:gd name="connsiteX930" fmla="*/ 1057230 w 7467600"/>
              <a:gd name="connsiteY930" fmla="*/ 0 h 6858000"/>
              <a:gd name="connsiteX931" fmla="*/ 43151 w 7467600"/>
              <a:gd name="connsiteY931" fmla="*/ 0 h 6858000"/>
              <a:gd name="connsiteX932" fmla="*/ 95283 w 7467600"/>
              <a:gd name="connsiteY932" fmla="*/ 0 h 6858000"/>
              <a:gd name="connsiteX933" fmla="*/ 300708 w 7467600"/>
              <a:gd name="connsiteY933" fmla="*/ 154571 h 6858000"/>
              <a:gd name="connsiteX934" fmla="*/ 530414 w 7467600"/>
              <a:gd name="connsiteY934" fmla="*/ 354673 h 6858000"/>
              <a:gd name="connsiteX935" fmla="*/ 333785 w 7467600"/>
              <a:gd name="connsiteY935" fmla="*/ 161564 h 6858000"/>
              <a:gd name="connsiteX936" fmla="*/ 147005 w 7467600"/>
              <a:gd name="connsiteY936" fmla="*/ 0 h 6858000"/>
              <a:gd name="connsiteX937" fmla="*/ 272509 w 7467600"/>
              <a:gd name="connsiteY937" fmla="*/ 0 h 6858000"/>
              <a:gd name="connsiteX938" fmla="*/ 326276 w 7467600"/>
              <a:gd name="connsiteY938" fmla="*/ 45847 h 6858000"/>
              <a:gd name="connsiteX939" fmla="*/ 823759 w 7467600"/>
              <a:gd name="connsiteY939" fmla="*/ 574145 h 6858000"/>
              <a:gd name="connsiteX940" fmla="*/ 811254 w 7467600"/>
              <a:gd name="connsiteY940" fmla="*/ 665546 h 6858000"/>
              <a:gd name="connsiteX941" fmla="*/ 154042 w 7467600"/>
              <a:gd name="connsiteY941" fmla="*/ 261522 h 6858000"/>
              <a:gd name="connsiteX942" fmla="*/ 13550 w 7467600"/>
              <a:gd name="connsiteY942" fmla="*/ 158423 h 6858000"/>
              <a:gd name="connsiteX943" fmla="*/ 0 w 7467600"/>
              <a:gd name="connsiteY943" fmla="*/ 146618 h 6858000"/>
              <a:gd name="connsiteX944" fmla="*/ 0 w 7467600"/>
              <a:gd name="connsiteY944" fmla="*/ 59161 h 6858000"/>
              <a:gd name="connsiteX945" fmla="*/ 45427 w 7467600"/>
              <a:gd name="connsiteY945" fmla="*/ 101078 h 6858000"/>
              <a:gd name="connsiteX946" fmla="*/ 630103 w 7467600"/>
              <a:gd name="connsiteY946" fmla="*/ 485885 h 6858000"/>
              <a:gd name="connsiteX947" fmla="*/ 532040 w 7467600"/>
              <a:gd name="connsiteY947" fmla="*/ 399359 h 6858000"/>
              <a:gd name="connsiteX948" fmla="*/ 517618 w 7467600"/>
              <a:gd name="connsiteY948" fmla="*/ 385726 h 6858000"/>
              <a:gd name="connsiteX949" fmla="*/ 285074 w 7467600"/>
              <a:gd name="connsiteY949" fmla="*/ 182755 h 6858000"/>
              <a:gd name="connsiteX950" fmla="*/ 43151 w 7467600"/>
              <a:gd name="connsiteY95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3149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7467600 w 7467600"/>
              <a:gd name="connsiteY17" fmla="*/ 6831490 h 6858000"/>
              <a:gd name="connsiteX18" fmla="*/ 1019354 w 7467600"/>
              <a:gd name="connsiteY18" fmla="*/ 6315006 h 6858000"/>
              <a:gd name="connsiteX19" fmla="*/ 441046 w 7467600"/>
              <a:gd name="connsiteY19" fmla="*/ 6691153 h 6858000"/>
              <a:gd name="connsiteX20" fmla="*/ 1019354 w 7467600"/>
              <a:gd name="connsiteY20" fmla="*/ 6315006 h 6858000"/>
              <a:gd name="connsiteX21" fmla="*/ 991680 w 7467600"/>
              <a:gd name="connsiteY21" fmla="*/ 6298413 h 6858000"/>
              <a:gd name="connsiteX22" fmla="*/ 409060 w 7467600"/>
              <a:gd name="connsiteY22" fmla="*/ 6671470 h 6858000"/>
              <a:gd name="connsiteX23" fmla="*/ 991680 w 7467600"/>
              <a:gd name="connsiteY23" fmla="*/ 6298413 h 6858000"/>
              <a:gd name="connsiteX24" fmla="*/ 103333 w 7467600"/>
              <a:gd name="connsiteY24" fmla="*/ 5699602 h 6858000"/>
              <a:gd name="connsiteX25" fmla="*/ 233938 w 7467600"/>
              <a:gd name="connsiteY25" fmla="*/ 5809416 h 6858000"/>
              <a:gd name="connsiteX26" fmla="*/ 883580 w 7467600"/>
              <a:gd name="connsiteY26" fmla="*/ 6180710 h 6858000"/>
              <a:gd name="connsiteX27" fmla="*/ 487337 w 7467600"/>
              <a:gd name="connsiteY27" fmla="*/ 5950182 h 6858000"/>
              <a:gd name="connsiteX28" fmla="*/ 354051 w 7467600"/>
              <a:gd name="connsiteY28" fmla="*/ 5854912 h 6858000"/>
              <a:gd name="connsiteX29" fmla="*/ 195436 w 7467600"/>
              <a:gd name="connsiteY29" fmla="*/ 5755068 h 6858000"/>
              <a:gd name="connsiteX30" fmla="*/ 103333 w 7467600"/>
              <a:gd name="connsiteY30" fmla="*/ 5699602 h 6858000"/>
              <a:gd name="connsiteX31" fmla="*/ 5539432 w 7467600"/>
              <a:gd name="connsiteY31" fmla="*/ 5642928 h 6858000"/>
              <a:gd name="connsiteX32" fmla="*/ 5555462 w 7467600"/>
              <a:gd name="connsiteY32" fmla="*/ 5694454 h 6858000"/>
              <a:gd name="connsiteX33" fmla="*/ 5828270 w 7467600"/>
              <a:gd name="connsiteY33" fmla="*/ 6320663 h 6858000"/>
              <a:gd name="connsiteX34" fmla="*/ 5947416 w 7467600"/>
              <a:gd name="connsiteY34" fmla="*/ 6574846 h 6858000"/>
              <a:gd name="connsiteX35" fmla="*/ 5539432 w 7467600"/>
              <a:gd name="connsiteY35" fmla="*/ 5642928 h 6858000"/>
              <a:gd name="connsiteX36" fmla="*/ 51253 w 7467600"/>
              <a:gd name="connsiteY36" fmla="*/ 5631825 h 6858000"/>
              <a:gd name="connsiteX37" fmla="*/ 211622 w 7467600"/>
              <a:gd name="connsiteY37" fmla="*/ 5728803 h 6858000"/>
              <a:gd name="connsiteX38" fmla="*/ 371652 w 7467600"/>
              <a:gd name="connsiteY38" fmla="*/ 5829062 h 6858000"/>
              <a:gd name="connsiteX39" fmla="*/ 505903 w 7467600"/>
              <a:gd name="connsiteY39" fmla="*/ 5925221 h 6858000"/>
              <a:gd name="connsiteX40" fmla="*/ 899240 w 7467600"/>
              <a:gd name="connsiteY40" fmla="*/ 6153068 h 6858000"/>
              <a:gd name="connsiteX41" fmla="*/ 988114 w 7467600"/>
              <a:gd name="connsiteY41" fmla="*/ 6174204 h 6858000"/>
              <a:gd name="connsiteX42" fmla="*/ 845971 w 7467600"/>
              <a:gd name="connsiteY42" fmla="*/ 6067177 h 6858000"/>
              <a:gd name="connsiteX43" fmla="*/ 448057 w 7467600"/>
              <a:gd name="connsiteY43" fmla="*/ 5841376 h 6858000"/>
              <a:gd name="connsiteX44" fmla="*/ 51253 w 7467600"/>
              <a:gd name="connsiteY44" fmla="*/ 5631825 h 6858000"/>
              <a:gd name="connsiteX45" fmla="*/ 2606687 w 7467600"/>
              <a:gd name="connsiteY45" fmla="*/ 5630718 h 6858000"/>
              <a:gd name="connsiteX46" fmla="*/ 2645658 w 7467600"/>
              <a:gd name="connsiteY46" fmla="*/ 6640259 h 6858000"/>
              <a:gd name="connsiteX47" fmla="*/ 2606687 w 7467600"/>
              <a:gd name="connsiteY47" fmla="*/ 5630718 h 6858000"/>
              <a:gd name="connsiteX48" fmla="*/ 3642057 w 7467600"/>
              <a:gd name="connsiteY48" fmla="*/ 5573487 h 6858000"/>
              <a:gd name="connsiteX49" fmla="*/ 3632981 w 7467600"/>
              <a:gd name="connsiteY49" fmla="*/ 5579437 h 6858000"/>
              <a:gd name="connsiteX50" fmla="*/ 3382436 w 7467600"/>
              <a:gd name="connsiteY50" fmla="*/ 5952726 h 6858000"/>
              <a:gd name="connsiteX51" fmla="*/ 3191929 w 7467600"/>
              <a:gd name="connsiteY51" fmla="*/ 6662669 h 6858000"/>
              <a:gd name="connsiteX52" fmla="*/ 3369898 w 7467600"/>
              <a:gd name="connsiteY52" fmla="*/ 6081771 h 6858000"/>
              <a:gd name="connsiteX53" fmla="*/ 3642057 w 7467600"/>
              <a:gd name="connsiteY53" fmla="*/ 5573487 h 6858000"/>
              <a:gd name="connsiteX54" fmla="*/ 2650666 w 7467600"/>
              <a:gd name="connsiteY54" fmla="*/ 5530686 h 6858000"/>
              <a:gd name="connsiteX55" fmla="*/ 2650249 w 7467600"/>
              <a:gd name="connsiteY55" fmla="*/ 5532101 h 6858000"/>
              <a:gd name="connsiteX56" fmla="*/ 2663808 w 7467600"/>
              <a:gd name="connsiteY56" fmla="*/ 6535215 h 6858000"/>
              <a:gd name="connsiteX57" fmla="*/ 2665418 w 7467600"/>
              <a:gd name="connsiteY57" fmla="*/ 6132756 h 6858000"/>
              <a:gd name="connsiteX58" fmla="*/ 2650666 w 7467600"/>
              <a:gd name="connsiteY58" fmla="*/ 5530686 h 6858000"/>
              <a:gd name="connsiteX59" fmla="*/ 2680277 w 7467600"/>
              <a:gd name="connsiteY59" fmla="*/ 5479204 h 6858000"/>
              <a:gd name="connsiteX60" fmla="*/ 2678972 w 7467600"/>
              <a:gd name="connsiteY60" fmla="*/ 5481582 h 6858000"/>
              <a:gd name="connsiteX61" fmla="*/ 2696666 w 7467600"/>
              <a:gd name="connsiteY61" fmla="*/ 6133836 h 6858000"/>
              <a:gd name="connsiteX62" fmla="*/ 2695769 w 7467600"/>
              <a:gd name="connsiteY62" fmla="*/ 6390955 h 6858000"/>
              <a:gd name="connsiteX63" fmla="*/ 2739893 w 7467600"/>
              <a:gd name="connsiteY63" fmla="*/ 6108357 h 6858000"/>
              <a:gd name="connsiteX64" fmla="*/ 2680277 w 7467600"/>
              <a:gd name="connsiteY64" fmla="*/ 5479204 h 6858000"/>
              <a:gd name="connsiteX65" fmla="*/ 1132195 w 7467600"/>
              <a:gd name="connsiteY65" fmla="*/ 5467980 h 6858000"/>
              <a:gd name="connsiteX66" fmla="*/ 1679056 w 7467600"/>
              <a:gd name="connsiteY66" fmla="*/ 5516907 h 6858000"/>
              <a:gd name="connsiteX67" fmla="*/ 2128648 w 7467600"/>
              <a:gd name="connsiteY67" fmla="*/ 5474249 h 6858000"/>
              <a:gd name="connsiteX68" fmla="*/ 1825619 w 7467600"/>
              <a:gd name="connsiteY68" fmla="*/ 5478447 h 6858000"/>
              <a:gd name="connsiteX69" fmla="*/ 1737798 w 7467600"/>
              <a:gd name="connsiteY69" fmla="*/ 5483353 h 6858000"/>
              <a:gd name="connsiteX70" fmla="*/ 1132195 w 7467600"/>
              <a:gd name="connsiteY70" fmla="*/ 5467980 h 6858000"/>
              <a:gd name="connsiteX71" fmla="*/ 1456157 w 7467600"/>
              <a:gd name="connsiteY71" fmla="*/ 5371404 h 6858000"/>
              <a:gd name="connsiteX72" fmla="*/ 1244432 w 7467600"/>
              <a:gd name="connsiteY72" fmla="*/ 5385601 h 6858000"/>
              <a:gd name="connsiteX73" fmla="*/ 973990 w 7467600"/>
              <a:gd name="connsiteY73" fmla="*/ 5424940 h 6858000"/>
              <a:gd name="connsiteX74" fmla="*/ 1103809 w 7467600"/>
              <a:gd name="connsiteY74" fmla="*/ 5433720 h 6858000"/>
              <a:gd name="connsiteX75" fmla="*/ 1123454 w 7467600"/>
              <a:gd name="connsiteY75" fmla="*/ 5435727 h 6858000"/>
              <a:gd name="connsiteX76" fmla="*/ 1737017 w 7467600"/>
              <a:gd name="connsiteY76" fmla="*/ 5452183 h 6858000"/>
              <a:gd name="connsiteX77" fmla="*/ 1824397 w 7467600"/>
              <a:gd name="connsiteY77" fmla="*/ 5447757 h 6858000"/>
              <a:gd name="connsiteX78" fmla="*/ 2070059 w 7467600"/>
              <a:gd name="connsiteY78" fmla="*/ 5441660 h 6858000"/>
              <a:gd name="connsiteX79" fmla="*/ 1456157 w 7467600"/>
              <a:gd name="connsiteY79" fmla="*/ 5371404 h 6858000"/>
              <a:gd name="connsiteX80" fmla="*/ 4988186 w 7467600"/>
              <a:gd name="connsiteY80" fmla="*/ 5216467 h 6858000"/>
              <a:gd name="connsiteX81" fmla="*/ 4777334 w 7467600"/>
              <a:gd name="connsiteY81" fmla="*/ 5406072 h 6858000"/>
              <a:gd name="connsiteX82" fmla="*/ 4718341 w 7467600"/>
              <a:gd name="connsiteY82" fmla="*/ 5468043 h 6858000"/>
              <a:gd name="connsiteX83" fmla="*/ 4604655 w 7467600"/>
              <a:gd name="connsiteY83" fmla="*/ 5583434 h 6858000"/>
              <a:gd name="connsiteX84" fmla="*/ 4565074 w 7467600"/>
              <a:gd name="connsiteY84" fmla="*/ 5618550 h 6858000"/>
              <a:gd name="connsiteX85" fmla="*/ 4988186 w 7467600"/>
              <a:gd name="connsiteY85" fmla="*/ 5216467 h 6858000"/>
              <a:gd name="connsiteX86" fmla="*/ 4978032 w 7467600"/>
              <a:gd name="connsiteY86" fmla="*/ 5183809 h 6858000"/>
              <a:gd name="connsiteX87" fmla="*/ 4463413 w 7467600"/>
              <a:gd name="connsiteY87" fmla="*/ 5615162 h 6858000"/>
              <a:gd name="connsiteX88" fmla="*/ 4358134 w 7467600"/>
              <a:gd name="connsiteY88" fmla="*/ 5742791 h 6858000"/>
              <a:gd name="connsiteX89" fmla="*/ 4376219 w 7467600"/>
              <a:gd name="connsiteY89" fmla="*/ 5729027 h 6858000"/>
              <a:gd name="connsiteX90" fmla="*/ 4582340 w 7467600"/>
              <a:gd name="connsiteY90" fmla="*/ 5561037 h 6858000"/>
              <a:gd name="connsiteX91" fmla="*/ 4694684 w 7467600"/>
              <a:gd name="connsiteY91" fmla="*/ 5447098 h 6858000"/>
              <a:gd name="connsiteX92" fmla="*/ 4754123 w 7467600"/>
              <a:gd name="connsiteY92" fmla="*/ 5384643 h 6858000"/>
              <a:gd name="connsiteX93" fmla="*/ 4978032 w 7467600"/>
              <a:gd name="connsiteY93" fmla="*/ 5183809 h 6858000"/>
              <a:gd name="connsiteX94" fmla="*/ 1903353 w 7467600"/>
              <a:gd name="connsiteY94" fmla="*/ 5044827 h 6858000"/>
              <a:gd name="connsiteX95" fmla="*/ 1936931 w 7467600"/>
              <a:gd name="connsiteY95" fmla="*/ 5093954 h 6858000"/>
              <a:gd name="connsiteX96" fmla="*/ 2195868 w 7467600"/>
              <a:gd name="connsiteY96" fmla="*/ 5396574 h 6858000"/>
              <a:gd name="connsiteX97" fmla="*/ 2088852 w 7467600"/>
              <a:gd name="connsiteY97" fmla="*/ 5166123 h 6858000"/>
              <a:gd name="connsiteX98" fmla="*/ 1958241 w 7467600"/>
              <a:gd name="connsiteY98" fmla="*/ 5067955 h 6858000"/>
              <a:gd name="connsiteX99" fmla="*/ 1903353 w 7467600"/>
              <a:gd name="connsiteY99" fmla="*/ 5044827 h 6858000"/>
              <a:gd name="connsiteX100" fmla="*/ 1979378 w 7467600"/>
              <a:gd name="connsiteY100" fmla="*/ 4769504 h 6858000"/>
              <a:gd name="connsiteX101" fmla="*/ 2882120 w 7467600"/>
              <a:gd name="connsiteY101" fmla="*/ 5064547 h 6858000"/>
              <a:gd name="connsiteX102" fmla="*/ 2793103 w 7467600"/>
              <a:gd name="connsiteY102" fmla="*/ 5039699 h 6858000"/>
              <a:gd name="connsiteX103" fmla="*/ 2770041 w 7467600"/>
              <a:gd name="connsiteY103" fmla="*/ 5033634 h 6858000"/>
              <a:gd name="connsiteX104" fmla="*/ 1979378 w 7467600"/>
              <a:gd name="connsiteY104" fmla="*/ 4769504 h 6858000"/>
              <a:gd name="connsiteX105" fmla="*/ 1927410 w 7467600"/>
              <a:gd name="connsiteY105" fmla="*/ 4716164 h 6858000"/>
              <a:gd name="connsiteX106" fmla="*/ 1959587 w 7467600"/>
              <a:gd name="connsiteY106" fmla="*/ 4728849 h 6858000"/>
              <a:gd name="connsiteX107" fmla="*/ 2777707 w 7467600"/>
              <a:gd name="connsiteY107" fmla="*/ 5003991 h 6858000"/>
              <a:gd name="connsiteX108" fmla="*/ 2800768 w 7467600"/>
              <a:gd name="connsiteY108" fmla="*/ 5010056 h 6858000"/>
              <a:gd name="connsiteX109" fmla="*/ 2879408 w 7467600"/>
              <a:gd name="connsiteY109" fmla="*/ 5031590 h 6858000"/>
              <a:gd name="connsiteX110" fmla="*/ 2862295 w 7467600"/>
              <a:gd name="connsiteY110" fmla="*/ 5022958 h 6858000"/>
              <a:gd name="connsiteX111" fmla="*/ 2813343 w 7467600"/>
              <a:gd name="connsiteY111" fmla="*/ 4998369 h 6858000"/>
              <a:gd name="connsiteX112" fmla="*/ 2646245 w 7467600"/>
              <a:gd name="connsiteY112" fmla="*/ 4930999 h 6858000"/>
              <a:gd name="connsiteX113" fmla="*/ 1999243 w 7467600"/>
              <a:gd name="connsiteY113" fmla="*/ 4730524 h 6858000"/>
              <a:gd name="connsiteX114" fmla="*/ 1979527 w 7467600"/>
              <a:gd name="connsiteY114" fmla="*/ 4726651 h 6858000"/>
              <a:gd name="connsiteX115" fmla="*/ 1927410 w 7467600"/>
              <a:gd name="connsiteY115" fmla="*/ 4716164 h 6858000"/>
              <a:gd name="connsiteX116" fmla="*/ 1997014 w 7467600"/>
              <a:gd name="connsiteY116" fmla="*/ 4698007 h 6858000"/>
              <a:gd name="connsiteX117" fmla="*/ 2005458 w 7467600"/>
              <a:gd name="connsiteY117" fmla="*/ 4699540 h 6858000"/>
              <a:gd name="connsiteX118" fmla="*/ 2657186 w 7467600"/>
              <a:gd name="connsiteY118" fmla="*/ 4901687 h 6858000"/>
              <a:gd name="connsiteX119" fmla="*/ 2826662 w 7467600"/>
              <a:gd name="connsiteY119" fmla="*/ 4970362 h 6858000"/>
              <a:gd name="connsiteX120" fmla="*/ 2876100 w 7467600"/>
              <a:gd name="connsiteY120" fmla="*/ 4995397 h 6858000"/>
              <a:gd name="connsiteX121" fmla="*/ 3042600 w 7467600"/>
              <a:gd name="connsiteY121" fmla="*/ 5059532 h 6858000"/>
              <a:gd name="connsiteX122" fmla="*/ 1997014 w 7467600"/>
              <a:gd name="connsiteY122" fmla="*/ 4698007 h 6858000"/>
              <a:gd name="connsiteX123" fmla="*/ 2305292 w 7467600"/>
              <a:gd name="connsiteY123" fmla="*/ 4219492 h 6858000"/>
              <a:gd name="connsiteX124" fmla="*/ 3360922 w 7467600"/>
              <a:gd name="connsiteY124" fmla="*/ 4529373 h 6858000"/>
              <a:gd name="connsiteX125" fmla="*/ 3492420 w 7467600"/>
              <a:gd name="connsiteY125" fmla="*/ 4510145 h 6858000"/>
              <a:gd name="connsiteX126" fmla="*/ 3364086 w 7467600"/>
              <a:gd name="connsiteY126" fmla="*/ 4480340 h 6858000"/>
              <a:gd name="connsiteX127" fmla="*/ 3225818 w 7467600"/>
              <a:gd name="connsiteY127" fmla="*/ 4411822 h 6858000"/>
              <a:gd name="connsiteX128" fmla="*/ 3129696 w 7467600"/>
              <a:gd name="connsiteY128" fmla="*/ 4360704 h 6858000"/>
              <a:gd name="connsiteX129" fmla="*/ 2814545 w 7467600"/>
              <a:gd name="connsiteY129" fmla="*/ 4282955 h 6858000"/>
              <a:gd name="connsiteX130" fmla="*/ 2305292 w 7467600"/>
              <a:gd name="connsiteY130" fmla="*/ 4219492 h 6858000"/>
              <a:gd name="connsiteX131" fmla="*/ 2626982 w 7467600"/>
              <a:gd name="connsiteY131" fmla="*/ 4206450 h 6858000"/>
              <a:gd name="connsiteX132" fmla="*/ 2490617 w 7467600"/>
              <a:gd name="connsiteY132" fmla="*/ 4206951 h 6858000"/>
              <a:gd name="connsiteX133" fmla="*/ 2819869 w 7467600"/>
              <a:gd name="connsiteY133" fmla="*/ 4252936 h 6858000"/>
              <a:gd name="connsiteX134" fmla="*/ 3143018 w 7467600"/>
              <a:gd name="connsiteY134" fmla="*/ 4332698 h 6858000"/>
              <a:gd name="connsiteX135" fmla="*/ 3241520 w 7467600"/>
              <a:gd name="connsiteY135" fmla="*/ 4385112 h 6858000"/>
              <a:gd name="connsiteX136" fmla="*/ 3374575 w 7467600"/>
              <a:gd name="connsiteY136" fmla="*/ 4451517 h 6858000"/>
              <a:gd name="connsiteX137" fmla="*/ 3505221 w 7467600"/>
              <a:gd name="connsiteY137" fmla="*/ 4480757 h 6858000"/>
              <a:gd name="connsiteX138" fmla="*/ 2626982 w 7467600"/>
              <a:gd name="connsiteY138" fmla="*/ 4206450 h 6858000"/>
              <a:gd name="connsiteX139" fmla="*/ 1310106 w 7467600"/>
              <a:gd name="connsiteY139" fmla="*/ 3943217 h 6858000"/>
              <a:gd name="connsiteX140" fmla="*/ 854994 w 7467600"/>
              <a:gd name="connsiteY140" fmla="*/ 4399136 h 6858000"/>
              <a:gd name="connsiteX141" fmla="*/ 742462 w 7467600"/>
              <a:gd name="connsiteY141" fmla="*/ 4594648 h 6858000"/>
              <a:gd name="connsiteX142" fmla="*/ 820602 w 7467600"/>
              <a:gd name="connsiteY142" fmla="*/ 4485915 h 6858000"/>
              <a:gd name="connsiteX143" fmla="*/ 878295 w 7467600"/>
              <a:gd name="connsiteY143" fmla="*/ 4403594 h 6858000"/>
              <a:gd name="connsiteX144" fmla="*/ 1240607 w 7467600"/>
              <a:gd name="connsiteY144" fmla="*/ 4010401 h 6858000"/>
              <a:gd name="connsiteX145" fmla="*/ 1310106 w 7467600"/>
              <a:gd name="connsiteY145" fmla="*/ 3943217 h 6858000"/>
              <a:gd name="connsiteX146" fmla="*/ 1423113 w 7467600"/>
              <a:gd name="connsiteY146" fmla="*/ 3874565 h 6858000"/>
              <a:gd name="connsiteX147" fmla="*/ 1260565 w 7467600"/>
              <a:gd name="connsiteY147" fmla="*/ 4031982 h 6858000"/>
              <a:gd name="connsiteX148" fmla="*/ 901900 w 7467600"/>
              <a:gd name="connsiteY148" fmla="*/ 4421236 h 6858000"/>
              <a:gd name="connsiteX149" fmla="*/ 845044 w 7467600"/>
              <a:gd name="connsiteY149" fmla="*/ 4502436 h 6858000"/>
              <a:gd name="connsiteX150" fmla="*/ 685926 w 7467600"/>
              <a:gd name="connsiteY150" fmla="*/ 4703069 h 6858000"/>
              <a:gd name="connsiteX151" fmla="*/ 684248 w 7467600"/>
              <a:gd name="connsiteY151" fmla="*/ 4706721 h 6858000"/>
              <a:gd name="connsiteX152" fmla="*/ 1423113 w 7467600"/>
              <a:gd name="connsiteY152" fmla="*/ 3874565 h 6858000"/>
              <a:gd name="connsiteX153" fmla="*/ 3316479 w 7467600"/>
              <a:gd name="connsiteY153" fmla="*/ 3872136 h 6858000"/>
              <a:gd name="connsiteX154" fmla="*/ 3546806 w 7467600"/>
              <a:gd name="connsiteY154" fmla="*/ 4356139 h 6858000"/>
              <a:gd name="connsiteX155" fmla="*/ 3364433 w 7467600"/>
              <a:gd name="connsiteY155" fmla="*/ 3953121 h 6858000"/>
              <a:gd name="connsiteX156" fmla="*/ 3316479 w 7467600"/>
              <a:gd name="connsiteY156" fmla="*/ 3872136 h 6858000"/>
              <a:gd name="connsiteX157" fmla="*/ 3291335 w 7467600"/>
              <a:gd name="connsiteY157" fmla="*/ 3767420 h 6858000"/>
              <a:gd name="connsiteX158" fmla="*/ 3390805 w 7467600"/>
              <a:gd name="connsiteY158" fmla="*/ 3937163 h 6858000"/>
              <a:gd name="connsiteX159" fmla="*/ 3579062 w 7467600"/>
              <a:gd name="connsiteY159" fmla="*/ 4359040 h 6858000"/>
              <a:gd name="connsiteX160" fmla="*/ 3467355 w 7467600"/>
              <a:gd name="connsiteY160" fmla="*/ 3988130 h 6858000"/>
              <a:gd name="connsiteX161" fmla="*/ 3310753 w 7467600"/>
              <a:gd name="connsiteY161" fmla="*/ 3787140 h 6858000"/>
              <a:gd name="connsiteX162" fmla="*/ 3291335 w 7467600"/>
              <a:gd name="connsiteY162" fmla="*/ 3767420 h 6858000"/>
              <a:gd name="connsiteX163" fmla="*/ 1635889 w 7467600"/>
              <a:gd name="connsiteY163" fmla="*/ 3709494 h 6858000"/>
              <a:gd name="connsiteX164" fmla="*/ 1634800 w 7467600"/>
              <a:gd name="connsiteY164" fmla="*/ 3731111 h 6858000"/>
              <a:gd name="connsiteX165" fmla="*/ 1635889 w 7467600"/>
              <a:gd name="connsiteY165" fmla="*/ 3709494 h 6858000"/>
              <a:gd name="connsiteX166" fmla="*/ 1510397 w 7467600"/>
              <a:gd name="connsiteY166" fmla="*/ 3684705 h 6858000"/>
              <a:gd name="connsiteX167" fmla="*/ 1146550 w 7467600"/>
              <a:gd name="connsiteY167" fmla="*/ 3802012 h 6858000"/>
              <a:gd name="connsiteX168" fmla="*/ 698834 w 7467600"/>
              <a:gd name="connsiteY168" fmla="*/ 3952272 h 6858000"/>
              <a:gd name="connsiteX169" fmla="*/ 34256 w 7467600"/>
              <a:gd name="connsiteY169" fmla="*/ 4347603 h 6858000"/>
              <a:gd name="connsiteX170" fmla="*/ 527241 w 7467600"/>
              <a:gd name="connsiteY170" fmla="*/ 4065078 h 6858000"/>
              <a:gd name="connsiteX171" fmla="*/ 1510397 w 7467600"/>
              <a:gd name="connsiteY171" fmla="*/ 3684705 h 6858000"/>
              <a:gd name="connsiteX172" fmla="*/ 1313114 w 7467600"/>
              <a:gd name="connsiteY172" fmla="*/ 3655216 h 6858000"/>
              <a:gd name="connsiteX173" fmla="*/ 1109304 w 7467600"/>
              <a:gd name="connsiteY173" fmla="*/ 3669030 h 6858000"/>
              <a:gd name="connsiteX174" fmla="*/ 8129 w 7467600"/>
              <a:gd name="connsiteY174" fmla="*/ 4330519 h 6858000"/>
              <a:gd name="connsiteX175" fmla="*/ 687572 w 7467600"/>
              <a:gd name="connsiteY175" fmla="*/ 3925629 h 6858000"/>
              <a:gd name="connsiteX176" fmla="*/ 1138365 w 7467600"/>
              <a:gd name="connsiteY176" fmla="*/ 3774515 h 6858000"/>
              <a:gd name="connsiteX177" fmla="*/ 1505579 w 7467600"/>
              <a:gd name="connsiteY177" fmla="*/ 3655526 h 6858000"/>
              <a:gd name="connsiteX178" fmla="*/ 1313114 w 7467600"/>
              <a:gd name="connsiteY178" fmla="*/ 3655216 h 6858000"/>
              <a:gd name="connsiteX179" fmla="*/ 3655073 w 7467600"/>
              <a:gd name="connsiteY179" fmla="*/ 3650884 h 6858000"/>
              <a:gd name="connsiteX180" fmla="*/ 3989938 w 7467600"/>
              <a:gd name="connsiteY180" fmla="*/ 3991685 h 6858000"/>
              <a:gd name="connsiteX181" fmla="*/ 4393907 w 7467600"/>
              <a:gd name="connsiteY181" fmla="*/ 4261258 h 6858000"/>
              <a:gd name="connsiteX182" fmla="*/ 4648051 w 7467600"/>
              <a:gd name="connsiteY182" fmla="*/ 4374051 h 6858000"/>
              <a:gd name="connsiteX183" fmla="*/ 4383389 w 7467600"/>
              <a:gd name="connsiteY183" fmla="*/ 4184369 h 6858000"/>
              <a:gd name="connsiteX184" fmla="*/ 4165508 w 7467600"/>
              <a:gd name="connsiteY184" fmla="*/ 4035196 h 6858000"/>
              <a:gd name="connsiteX185" fmla="*/ 4068162 w 7467600"/>
              <a:gd name="connsiteY185" fmla="*/ 3953394 h 6858000"/>
              <a:gd name="connsiteX186" fmla="*/ 3981416 w 7467600"/>
              <a:gd name="connsiteY186" fmla="*/ 3880482 h 6858000"/>
              <a:gd name="connsiteX187" fmla="*/ 3800147 w 7467600"/>
              <a:gd name="connsiteY187" fmla="*/ 3749872 h 6858000"/>
              <a:gd name="connsiteX188" fmla="*/ 3655073 w 7467600"/>
              <a:gd name="connsiteY188" fmla="*/ 3650884 h 6858000"/>
              <a:gd name="connsiteX189" fmla="*/ 3670252 w 7467600"/>
              <a:gd name="connsiteY189" fmla="*/ 3622798 h 6858000"/>
              <a:gd name="connsiteX190" fmla="*/ 3817258 w 7467600"/>
              <a:gd name="connsiteY190" fmla="*/ 3723577 h 6858000"/>
              <a:gd name="connsiteX191" fmla="*/ 4000461 w 7467600"/>
              <a:gd name="connsiteY191" fmla="*/ 3855966 h 6858000"/>
              <a:gd name="connsiteX192" fmla="*/ 4088180 w 7467600"/>
              <a:gd name="connsiteY192" fmla="*/ 3929774 h 6858000"/>
              <a:gd name="connsiteX193" fmla="*/ 4184555 w 7467600"/>
              <a:gd name="connsiteY193" fmla="*/ 4010683 h 6858000"/>
              <a:gd name="connsiteX194" fmla="*/ 4399563 w 7467600"/>
              <a:gd name="connsiteY194" fmla="*/ 4158106 h 6858000"/>
              <a:gd name="connsiteX195" fmla="*/ 4684469 w 7467600"/>
              <a:gd name="connsiteY195" fmla="*/ 4364680 h 6858000"/>
              <a:gd name="connsiteX196" fmla="*/ 4690271 w 7467600"/>
              <a:gd name="connsiteY196" fmla="*/ 4370034 h 6858000"/>
              <a:gd name="connsiteX197" fmla="*/ 4136093 w 7467600"/>
              <a:gd name="connsiteY197" fmla="*/ 3858466 h 6858000"/>
              <a:gd name="connsiteX198" fmla="*/ 3670252 w 7467600"/>
              <a:gd name="connsiteY198" fmla="*/ 3622798 h 6858000"/>
              <a:gd name="connsiteX199" fmla="*/ 4440129 w 7467600"/>
              <a:gd name="connsiteY199" fmla="*/ 3448571 h 6858000"/>
              <a:gd name="connsiteX200" fmla="*/ 4856525 w 7467600"/>
              <a:gd name="connsiteY200" fmla="*/ 3915351 h 6858000"/>
              <a:gd name="connsiteX201" fmla="*/ 5059055 w 7467600"/>
              <a:gd name="connsiteY201" fmla="*/ 4108918 h 6858000"/>
              <a:gd name="connsiteX202" fmla="*/ 5290070 w 7467600"/>
              <a:gd name="connsiteY202" fmla="*/ 4263619 h 6858000"/>
              <a:gd name="connsiteX203" fmla="*/ 4834991 w 7467600"/>
              <a:gd name="connsiteY203" fmla="*/ 3830985 h 6858000"/>
              <a:gd name="connsiteX204" fmla="*/ 4440129 w 7467600"/>
              <a:gd name="connsiteY204" fmla="*/ 3448571 h 6858000"/>
              <a:gd name="connsiteX205" fmla="*/ 4441737 w 7467600"/>
              <a:gd name="connsiteY205" fmla="*/ 3399734 h 6858000"/>
              <a:gd name="connsiteX206" fmla="*/ 4431236 w 7467600"/>
              <a:gd name="connsiteY206" fmla="*/ 3400954 h 6858000"/>
              <a:gd name="connsiteX207" fmla="*/ 4557150 w 7467600"/>
              <a:gd name="connsiteY207" fmla="*/ 3510023 h 6858000"/>
              <a:gd name="connsiteX208" fmla="*/ 4856936 w 7467600"/>
              <a:gd name="connsiteY208" fmla="*/ 3809146 h 6858000"/>
              <a:gd name="connsiteX209" fmla="*/ 5111996 w 7467600"/>
              <a:gd name="connsiteY209" fmla="*/ 4065759 h 6858000"/>
              <a:gd name="connsiteX210" fmla="*/ 5388878 w 7467600"/>
              <a:gd name="connsiteY210" fmla="*/ 4300185 h 6858000"/>
              <a:gd name="connsiteX211" fmla="*/ 5425556 w 7467600"/>
              <a:gd name="connsiteY211" fmla="*/ 4308967 h 6858000"/>
              <a:gd name="connsiteX212" fmla="*/ 4943646 w 7467600"/>
              <a:gd name="connsiteY212" fmla="*/ 3822916 h 6858000"/>
              <a:gd name="connsiteX213" fmla="*/ 4594837 w 7467600"/>
              <a:gd name="connsiteY213" fmla="*/ 3532274 h 6858000"/>
              <a:gd name="connsiteX214" fmla="*/ 4441737 w 7467600"/>
              <a:gd name="connsiteY214" fmla="*/ 3399734 h 6858000"/>
              <a:gd name="connsiteX215" fmla="*/ 5425834 w 7467600"/>
              <a:gd name="connsiteY215" fmla="*/ 3162785 h 6858000"/>
              <a:gd name="connsiteX216" fmla="*/ 5401644 w 7467600"/>
              <a:gd name="connsiteY216" fmla="*/ 3617847 h 6858000"/>
              <a:gd name="connsiteX217" fmla="*/ 5467256 w 7467600"/>
              <a:gd name="connsiteY217" fmla="*/ 4175494 h 6858000"/>
              <a:gd name="connsiteX218" fmla="*/ 5448069 w 7467600"/>
              <a:gd name="connsiteY218" fmla="*/ 3567554 h 6858000"/>
              <a:gd name="connsiteX219" fmla="*/ 5425834 w 7467600"/>
              <a:gd name="connsiteY219" fmla="*/ 3162785 h 6858000"/>
              <a:gd name="connsiteX220" fmla="*/ 1318687 w 7467600"/>
              <a:gd name="connsiteY220" fmla="*/ 3113840 h 6858000"/>
              <a:gd name="connsiteX221" fmla="*/ 1066793 w 7467600"/>
              <a:gd name="connsiteY221" fmla="*/ 3212171 h 6858000"/>
              <a:gd name="connsiteX222" fmla="*/ 993319 w 7467600"/>
              <a:gd name="connsiteY222" fmla="*/ 3247648 h 6858000"/>
              <a:gd name="connsiteX223" fmla="*/ 853081 w 7467600"/>
              <a:gd name="connsiteY223" fmla="*/ 3312410 h 6858000"/>
              <a:gd name="connsiteX224" fmla="*/ 805957 w 7467600"/>
              <a:gd name="connsiteY224" fmla="*/ 3330443 h 6858000"/>
              <a:gd name="connsiteX225" fmla="*/ 1318687 w 7467600"/>
              <a:gd name="connsiteY225" fmla="*/ 3113840 h 6858000"/>
              <a:gd name="connsiteX226" fmla="*/ 5453702 w 7467600"/>
              <a:gd name="connsiteY226" fmla="*/ 3090882 h 6858000"/>
              <a:gd name="connsiteX227" fmla="*/ 5480135 w 7467600"/>
              <a:gd name="connsiteY227" fmla="*/ 3565802 h 6858000"/>
              <a:gd name="connsiteX228" fmla="*/ 5499023 w 7467600"/>
              <a:gd name="connsiteY228" fmla="*/ 4166310 h 6858000"/>
              <a:gd name="connsiteX229" fmla="*/ 5547022 w 7467600"/>
              <a:gd name="connsiteY229" fmla="*/ 3607838 h 6858000"/>
              <a:gd name="connsiteX230" fmla="*/ 5515964 w 7467600"/>
              <a:gd name="connsiteY230" fmla="*/ 3378541 h 6858000"/>
              <a:gd name="connsiteX231" fmla="*/ 5453702 w 7467600"/>
              <a:gd name="connsiteY231" fmla="*/ 3090882 h 6858000"/>
              <a:gd name="connsiteX232" fmla="*/ 1238695 w 7467600"/>
              <a:gd name="connsiteY232" fmla="*/ 3076820 h 6858000"/>
              <a:gd name="connsiteX233" fmla="*/ 716371 w 7467600"/>
              <a:gd name="connsiteY233" fmla="*/ 3293249 h 6858000"/>
              <a:gd name="connsiteX234" fmla="*/ 579522 w 7467600"/>
              <a:gd name="connsiteY234" fmla="*/ 3371759 h 6858000"/>
              <a:gd name="connsiteX235" fmla="*/ 600288 w 7467600"/>
              <a:gd name="connsiteY235" fmla="*/ 3365555 h 6858000"/>
              <a:gd name="connsiteX236" fmla="*/ 840692 w 7467600"/>
              <a:gd name="connsiteY236" fmla="*/ 3284921 h 6858000"/>
              <a:gd name="connsiteX237" fmla="*/ 979248 w 7467600"/>
              <a:gd name="connsiteY237" fmla="*/ 3221003 h 6858000"/>
              <a:gd name="connsiteX238" fmla="*/ 1053282 w 7467600"/>
              <a:gd name="connsiteY238" fmla="*/ 3185247 h 6858000"/>
              <a:gd name="connsiteX239" fmla="*/ 1320603 w 7467600"/>
              <a:gd name="connsiteY239" fmla="*/ 3081281 h 6858000"/>
              <a:gd name="connsiteX240" fmla="*/ 1238695 w 7467600"/>
              <a:gd name="connsiteY240" fmla="*/ 3076820 h 6858000"/>
              <a:gd name="connsiteX241" fmla="*/ 5425627 w 7467600"/>
              <a:gd name="connsiteY241" fmla="*/ 2954192 h 6858000"/>
              <a:gd name="connsiteX242" fmla="*/ 5470770 w 7467600"/>
              <a:gd name="connsiteY242" fmla="*/ 3005435 h 6858000"/>
              <a:gd name="connsiteX243" fmla="*/ 5519779 w 7467600"/>
              <a:gd name="connsiteY243" fmla="*/ 4359223 h 6858000"/>
              <a:gd name="connsiteX244" fmla="*/ 5520293 w 7467600"/>
              <a:gd name="connsiteY244" fmla="*/ 4360602 h 6858000"/>
              <a:gd name="connsiteX245" fmla="*/ 5767221 w 7467600"/>
              <a:gd name="connsiteY245" fmla="*/ 4665564 h 6858000"/>
              <a:gd name="connsiteX246" fmla="*/ 6937169 w 7467600"/>
              <a:gd name="connsiteY246" fmla="*/ 4815941 h 6858000"/>
              <a:gd name="connsiteX247" fmla="*/ 6953922 w 7467600"/>
              <a:gd name="connsiteY247" fmla="*/ 4890068 h 6858000"/>
              <a:gd name="connsiteX248" fmla="*/ 6071359 w 7467600"/>
              <a:gd name="connsiteY248" fmla="*/ 4770770 h 6858000"/>
              <a:gd name="connsiteX249" fmla="*/ 6038839 w 7467600"/>
              <a:gd name="connsiteY249" fmla="*/ 4764474 h 6858000"/>
              <a:gd name="connsiteX250" fmla="*/ 6038706 w 7467600"/>
              <a:gd name="connsiteY250" fmla="*/ 4763847 h 6858000"/>
              <a:gd name="connsiteX251" fmla="*/ 6037784 w 7467600"/>
              <a:gd name="connsiteY251" fmla="*/ 4764270 h 6858000"/>
              <a:gd name="connsiteX252" fmla="*/ 6038839 w 7467600"/>
              <a:gd name="connsiteY252" fmla="*/ 4764474 h 6858000"/>
              <a:gd name="connsiteX253" fmla="*/ 6040338 w 7467600"/>
              <a:gd name="connsiteY253" fmla="*/ 4771418 h 6858000"/>
              <a:gd name="connsiteX254" fmla="*/ 6024488 w 7467600"/>
              <a:gd name="connsiteY254" fmla="*/ 4809903 h 6858000"/>
              <a:gd name="connsiteX255" fmla="*/ 5599771 w 7467600"/>
              <a:gd name="connsiteY255" fmla="*/ 5509652 h 6858000"/>
              <a:gd name="connsiteX256" fmla="*/ 5548843 w 7467600"/>
              <a:gd name="connsiteY256" fmla="*/ 5563845 h 6858000"/>
              <a:gd name="connsiteX257" fmla="*/ 5940952 w 7467600"/>
              <a:gd name="connsiteY257" fmla="*/ 6250028 h 6858000"/>
              <a:gd name="connsiteX258" fmla="*/ 6043441 w 7467600"/>
              <a:gd name="connsiteY258" fmla="*/ 6665847 h 6858000"/>
              <a:gd name="connsiteX259" fmla="*/ 6093432 w 7467600"/>
              <a:gd name="connsiteY259" fmla="*/ 6858000 h 6858000"/>
              <a:gd name="connsiteX260" fmla="*/ 6034344 w 7467600"/>
              <a:gd name="connsiteY260" fmla="*/ 6858000 h 6858000"/>
              <a:gd name="connsiteX261" fmla="*/ 6026679 w 7467600"/>
              <a:gd name="connsiteY261" fmla="*/ 6836959 h 6858000"/>
              <a:gd name="connsiteX262" fmla="*/ 5800441 w 7467600"/>
              <a:gd name="connsiteY262" fmla="*/ 6335286 h 6858000"/>
              <a:gd name="connsiteX263" fmla="*/ 5526562 w 7467600"/>
              <a:gd name="connsiteY263" fmla="*/ 5705388 h 6858000"/>
              <a:gd name="connsiteX264" fmla="*/ 5519640 w 7467600"/>
              <a:gd name="connsiteY264" fmla="*/ 5683774 h 6858000"/>
              <a:gd name="connsiteX265" fmla="*/ 5844559 w 7467600"/>
              <a:gd name="connsiteY265" fmla="*/ 6553349 h 6858000"/>
              <a:gd name="connsiteX266" fmla="*/ 5975994 w 7467600"/>
              <a:gd name="connsiteY266" fmla="*/ 6858000 h 6858000"/>
              <a:gd name="connsiteX267" fmla="*/ 5898547 w 7467600"/>
              <a:gd name="connsiteY267" fmla="*/ 6858000 h 6858000"/>
              <a:gd name="connsiteX268" fmla="*/ 5682041 w 7467600"/>
              <a:gd name="connsiteY268" fmla="*/ 6355860 h 6858000"/>
              <a:gd name="connsiteX269" fmla="*/ 5461758 w 7467600"/>
              <a:gd name="connsiteY269" fmla="*/ 5820220 h 6858000"/>
              <a:gd name="connsiteX270" fmla="*/ 5237282 w 7467600"/>
              <a:gd name="connsiteY270" fmla="*/ 6579086 h 6858000"/>
              <a:gd name="connsiteX271" fmla="*/ 5115009 w 7467600"/>
              <a:gd name="connsiteY271" fmla="*/ 6858000 h 6858000"/>
              <a:gd name="connsiteX272" fmla="*/ 5028074 w 7467600"/>
              <a:gd name="connsiteY272" fmla="*/ 6858000 h 6858000"/>
              <a:gd name="connsiteX273" fmla="*/ 5079508 w 7467600"/>
              <a:gd name="connsiteY273" fmla="*/ 6749074 h 6858000"/>
              <a:gd name="connsiteX274" fmla="*/ 5371846 w 7467600"/>
              <a:gd name="connsiteY274" fmla="*/ 5924413 h 6858000"/>
              <a:gd name="connsiteX275" fmla="*/ 5270512 w 7467600"/>
              <a:gd name="connsiteY275" fmla="*/ 6138975 h 6858000"/>
              <a:gd name="connsiteX276" fmla="*/ 5062409 w 7467600"/>
              <a:gd name="connsiteY276" fmla="*/ 6653544 h 6858000"/>
              <a:gd name="connsiteX277" fmla="*/ 5036628 w 7467600"/>
              <a:gd name="connsiteY277" fmla="*/ 6754247 h 6858000"/>
              <a:gd name="connsiteX278" fmla="*/ 5009112 w 7467600"/>
              <a:gd name="connsiteY278" fmla="*/ 6858000 h 6858000"/>
              <a:gd name="connsiteX279" fmla="*/ 4976679 w 7467600"/>
              <a:gd name="connsiteY279" fmla="*/ 6858000 h 6858000"/>
              <a:gd name="connsiteX280" fmla="*/ 5006537 w 7467600"/>
              <a:gd name="connsiteY280" fmla="*/ 6747068 h 6858000"/>
              <a:gd name="connsiteX281" fmla="*/ 5032723 w 7467600"/>
              <a:gd name="connsiteY281" fmla="*/ 6644957 h 6858000"/>
              <a:gd name="connsiteX282" fmla="*/ 5242949 w 7467600"/>
              <a:gd name="connsiteY282" fmla="*/ 6125175 h 6858000"/>
              <a:gd name="connsiteX283" fmla="*/ 5286321 w 7467600"/>
              <a:gd name="connsiteY283" fmla="*/ 6033555 h 6858000"/>
              <a:gd name="connsiteX284" fmla="*/ 5008210 w 7467600"/>
              <a:gd name="connsiteY284" fmla="*/ 6649194 h 6858000"/>
              <a:gd name="connsiteX285" fmla="*/ 4986321 w 7467600"/>
              <a:gd name="connsiteY285" fmla="*/ 6765687 h 6858000"/>
              <a:gd name="connsiteX286" fmla="*/ 4973474 w 7467600"/>
              <a:gd name="connsiteY286" fmla="*/ 6858000 h 6858000"/>
              <a:gd name="connsiteX287" fmla="*/ 4907178 w 7467600"/>
              <a:gd name="connsiteY287" fmla="*/ 6858000 h 6858000"/>
              <a:gd name="connsiteX288" fmla="*/ 4910810 w 7467600"/>
              <a:gd name="connsiteY288" fmla="*/ 6829660 h 6858000"/>
              <a:gd name="connsiteX289" fmla="*/ 4987461 w 7467600"/>
              <a:gd name="connsiteY289" fmla="*/ 6432994 h 6858000"/>
              <a:gd name="connsiteX290" fmla="*/ 5179262 w 7467600"/>
              <a:gd name="connsiteY290" fmla="*/ 6035044 h 6858000"/>
              <a:gd name="connsiteX291" fmla="*/ 4689678 w 7467600"/>
              <a:gd name="connsiteY291" fmla="*/ 6440241 h 6858000"/>
              <a:gd name="connsiteX292" fmla="*/ 4477543 w 7467600"/>
              <a:gd name="connsiteY292" fmla="*/ 6674836 h 6858000"/>
              <a:gd name="connsiteX293" fmla="*/ 4329957 w 7467600"/>
              <a:gd name="connsiteY293" fmla="*/ 6858000 h 6858000"/>
              <a:gd name="connsiteX294" fmla="*/ 4218595 w 7467600"/>
              <a:gd name="connsiteY294" fmla="*/ 6858000 h 6858000"/>
              <a:gd name="connsiteX295" fmla="*/ 4368888 w 7467600"/>
              <a:gd name="connsiteY295" fmla="*/ 6668412 h 6858000"/>
              <a:gd name="connsiteX296" fmla="*/ 4563091 w 7467600"/>
              <a:gd name="connsiteY296" fmla="*/ 6442508 h 6858000"/>
              <a:gd name="connsiteX297" fmla="*/ 5387324 w 7467600"/>
              <a:gd name="connsiteY297" fmla="*/ 5705830 h 6858000"/>
              <a:gd name="connsiteX298" fmla="*/ 5073620 w 7467600"/>
              <a:gd name="connsiteY298" fmla="*/ 5955437 h 6858000"/>
              <a:gd name="connsiteX299" fmla="*/ 4689789 w 7467600"/>
              <a:gd name="connsiteY299" fmla="*/ 6268382 h 6858000"/>
              <a:gd name="connsiteX300" fmla="*/ 4418722 w 7467600"/>
              <a:gd name="connsiteY300" fmla="*/ 6570886 h 6858000"/>
              <a:gd name="connsiteX301" fmla="*/ 4214944 w 7467600"/>
              <a:gd name="connsiteY301" fmla="*/ 6858000 h 6858000"/>
              <a:gd name="connsiteX302" fmla="*/ 4177898 w 7467600"/>
              <a:gd name="connsiteY302" fmla="*/ 6858000 h 6858000"/>
              <a:gd name="connsiteX303" fmla="*/ 4391597 w 7467600"/>
              <a:gd name="connsiteY303" fmla="*/ 6556370 h 6858000"/>
              <a:gd name="connsiteX304" fmla="*/ 4668889 w 7467600"/>
              <a:gd name="connsiteY304" fmla="*/ 6246399 h 6858000"/>
              <a:gd name="connsiteX305" fmla="*/ 5055427 w 7467600"/>
              <a:gd name="connsiteY305" fmla="*/ 5931476 h 6858000"/>
              <a:gd name="connsiteX306" fmla="*/ 5371814 w 7467600"/>
              <a:gd name="connsiteY306" fmla="*/ 5678975 h 6858000"/>
              <a:gd name="connsiteX307" fmla="*/ 4987918 w 7467600"/>
              <a:gd name="connsiteY307" fmla="*/ 5838701 h 6858000"/>
              <a:gd name="connsiteX308" fmla="*/ 4317146 w 7467600"/>
              <a:gd name="connsiteY308" fmla="*/ 6587716 h 6858000"/>
              <a:gd name="connsiteX309" fmla="*/ 4171627 w 7467600"/>
              <a:gd name="connsiteY309" fmla="*/ 6858000 h 6858000"/>
              <a:gd name="connsiteX310" fmla="*/ 4081585 w 7467600"/>
              <a:gd name="connsiteY310" fmla="*/ 6858000 h 6858000"/>
              <a:gd name="connsiteX311" fmla="*/ 4238603 w 7467600"/>
              <a:gd name="connsiteY311" fmla="*/ 6559341 h 6858000"/>
              <a:gd name="connsiteX312" fmla="*/ 4778333 w 7467600"/>
              <a:gd name="connsiteY312" fmla="*/ 5873626 h 6858000"/>
              <a:gd name="connsiteX313" fmla="*/ 5414185 w 7467600"/>
              <a:gd name="connsiteY313" fmla="*/ 5573882 h 6858000"/>
              <a:gd name="connsiteX314" fmla="*/ 5959648 w 7467600"/>
              <a:gd name="connsiteY314" fmla="*/ 4760797 h 6858000"/>
              <a:gd name="connsiteX315" fmla="*/ 5355019 w 7467600"/>
              <a:gd name="connsiteY315" fmla="*/ 4734672 h 6858000"/>
              <a:gd name="connsiteX316" fmla="*/ 5083565 w 7467600"/>
              <a:gd name="connsiteY316" fmla="*/ 5179121 h 6858000"/>
              <a:gd name="connsiteX317" fmla="*/ 4713577 w 7467600"/>
              <a:gd name="connsiteY317" fmla="*/ 5616803 h 6858000"/>
              <a:gd name="connsiteX318" fmla="*/ 3989559 w 7467600"/>
              <a:gd name="connsiteY318" fmla="*/ 6145945 h 6858000"/>
              <a:gd name="connsiteX319" fmla="*/ 3939824 w 7467600"/>
              <a:gd name="connsiteY319" fmla="*/ 6066900 h 6858000"/>
              <a:gd name="connsiteX320" fmla="*/ 4584537 w 7467600"/>
              <a:gd name="connsiteY320" fmla="*/ 5324826 h 6858000"/>
              <a:gd name="connsiteX321" fmla="*/ 5037105 w 7467600"/>
              <a:gd name="connsiteY321" fmla="*/ 5088765 h 6858000"/>
              <a:gd name="connsiteX322" fmla="*/ 5039930 w 7467600"/>
              <a:gd name="connsiteY322" fmla="*/ 5089585 h 6858000"/>
              <a:gd name="connsiteX323" fmla="*/ 5263764 w 7467600"/>
              <a:gd name="connsiteY323" fmla="*/ 4735525 h 6858000"/>
              <a:gd name="connsiteX324" fmla="*/ 4086300 w 7467600"/>
              <a:gd name="connsiteY324" fmla="*/ 4884599 h 6858000"/>
              <a:gd name="connsiteX325" fmla="*/ 4085485 w 7467600"/>
              <a:gd name="connsiteY325" fmla="*/ 4899070 h 6858000"/>
              <a:gd name="connsiteX326" fmla="*/ 3871915 w 7467600"/>
              <a:gd name="connsiteY326" fmla="*/ 5253645 h 6858000"/>
              <a:gd name="connsiteX327" fmla="*/ 3799374 w 7467600"/>
              <a:gd name="connsiteY327" fmla="*/ 5466127 h 6858000"/>
              <a:gd name="connsiteX328" fmla="*/ 3498850 w 7467600"/>
              <a:gd name="connsiteY328" fmla="*/ 6661888 h 6858000"/>
              <a:gd name="connsiteX329" fmla="*/ 3399216 w 7467600"/>
              <a:gd name="connsiteY329" fmla="*/ 6858000 h 6858000"/>
              <a:gd name="connsiteX330" fmla="*/ 3303688 w 7467600"/>
              <a:gd name="connsiteY330" fmla="*/ 6858000 h 6858000"/>
              <a:gd name="connsiteX331" fmla="*/ 3391774 w 7467600"/>
              <a:gd name="connsiteY331" fmla="*/ 6697181 h 6858000"/>
              <a:gd name="connsiteX332" fmla="*/ 3735540 w 7467600"/>
              <a:gd name="connsiteY332" fmla="*/ 5546923 h 6858000"/>
              <a:gd name="connsiteX333" fmla="*/ 3729438 w 7467600"/>
              <a:gd name="connsiteY333" fmla="*/ 5569058 h 6858000"/>
              <a:gd name="connsiteX334" fmla="*/ 3707782 w 7467600"/>
              <a:gd name="connsiteY334" fmla="*/ 5644908 h 6858000"/>
              <a:gd name="connsiteX335" fmla="*/ 3583827 w 7467600"/>
              <a:gd name="connsiteY335" fmla="*/ 6039215 h 6858000"/>
              <a:gd name="connsiteX336" fmla="*/ 3547861 w 7467600"/>
              <a:gd name="connsiteY336" fmla="*/ 6129609 h 6858000"/>
              <a:gd name="connsiteX337" fmla="*/ 3490905 w 7467600"/>
              <a:gd name="connsiteY337" fmla="*/ 6277660 h 6858000"/>
              <a:gd name="connsiteX338" fmla="*/ 3455859 w 7467600"/>
              <a:gd name="connsiteY338" fmla="*/ 6391301 h 6858000"/>
              <a:gd name="connsiteX339" fmla="*/ 3429112 w 7467600"/>
              <a:gd name="connsiteY339" fmla="*/ 6479469 h 6858000"/>
              <a:gd name="connsiteX340" fmla="*/ 3304862 w 7467600"/>
              <a:gd name="connsiteY340" fmla="*/ 6796476 h 6858000"/>
              <a:gd name="connsiteX341" fmla="*/ 3276071 w 7467600"/>
              <a:gd name="connsiteY341" fmla="*/ 6858000 h 6858000"/>
              <a:gd name="connsiteX342" fmla="*/ 3240805 w 7467600"/>
              <a:gd name="connsiteY342" fmla="*/ 6858000 h 6858000"/>
              <a:gd name="connsiteX343" fmla="*/ 3275917 w 7467600"/>
              <a:gd name="connsiteY343" fmla="*/ 6783192 h 6858000"/>
              <a:gd name="connsiteX344" fmla="*/ 3399358 w 7467600"/>
              <a:gd name="connsiteY344" fmla="*/ 6469011 h 6858000"/>
              <a:gd name="connsiteX345" fmla="*/ 3425650 w 7467600"/>
              <a:gd name="connsiteY345" fmla="*/ 6381333 h 6858000"/>
              <a:gd name="connsiteX346" fmla="*/ 3460661 w 7467600"/>
              <a:gd name="connsiteY346" fmla="*/ 6266763 h 6858000"/>
              <a:gd name="connsiteX347" fmla="*/ 3518021 w 7467600"/>
              <a:gd name="connsiteY347" fmla="*/ 6117298 h 6858000"/>
              <a:gd name="connsiteX348" fmla="*/ 3554035 w 7467600"/>
              <a:gd name="connsiteY348" fmla="*/ 6027832 h 6858000"/>
              <a:gd name="connsiteX349" fmla="*/ 3677174 w 7467600"/>
              <a:gd name="connsiteY349" fmla="*/ 5636351 h 6858000"/>
              <a:gd name="connsiteX350" fmla="*/ 3698819 w 7467600"/>
              <a:gd name="connsiteY350" fmla="*/ 5560503 h 6858000"/>
              <a:gd name="connsiteX351" fmla="*/ 3702094 w 7467600"/>
              <a:gd name="connsiteY351" fmla="*/ 5549194 h 6858000"/>
              <a:gd name="connsiteX352" fmla="*/ 3398355 w 7467600"/>
              <a:gd name="connsiteY352" fmla="*/ 6094603 h 6858000"/>
              <a:gd name="connsiteX353" fmla="*/ 3193941 w 7467600"/>
              <a:gd name="connsiteY353" fmla="*/ 6798775 h 6858000"/>
              <a:gd name="connsiteX354" fmla="*/ 3184140 w 7467600"/>
              <a:gd name="connsiteY354" fmla="*/ 6858000 h 6858000"/>
              <a:gd name="connsiteX355" fmla="*/ 3099978 w 7467600"/>
              <a:gd name="connsiteY355" fmla="*/ 6858000 h 6858000"/>
              <a:gd name="connsiteX356" fmla="*/ 3101556 w 7467600"/>
              <a:gd name="connsiteY356" fmla="*/ 6843337 h 6858000"/>
              <a:gd name="connsiteX357" fmla="*/ 3370162 w 7467600"/>
              <a:gd name="connsiteY357" fmla="*/ 5785550 h 6858000"/>
              <a:gd name="connsiteX358" fmla="*/ 3746477 w 7467600"/>
              <a:gd name="connsiteY358" fmla="*/ 5377889 h 6858000"/>
              <a:gd name="connsiteX359" fmla="*/ 3863399 w 7467600"/>
              <a:gd name="connsiteY359" fmla="*/ 5087257 h 6858000"/>
              <a:gd name="connsiteX360" fmla="*/ 3968712 w 7467600"/>
              <a:gd name="connsiteY360" fmla="*/ 4913989 h 6858000"/>
              <a:gd name="connsiteX361" fmla="*/ 2792390 w 7467600"/>
              <a:gd name="connsiteY361" fmla="*/ 5382974 h 6858000"/>
              <a:gd name="connsiteX362" fmla="*/ 2714982 w 7467600"/>
              <a:gd name="connsiteY362" fmla="*/ 5427051 h 6858000"/>
              <a:gd name="connsiteX363" fmla="*/ 2813361 w 7467600"/>
              <a:gd name="connsiteY363" fmla="*/ 6023912 h 6858000"/>
              <a:gd name="connsiteX364" fmla="*/ 2688430 w 7467600"/>
              <a:gd name="connsiteY364" fmla="*/ 6801564 h 6858000"/>
              <a:gd name="connsiteX365" fmla="*/ 2629626 w 7467600"/>
              <a:gd name="connsiteY365" fmla="*/ 6763394 h 6858000"/>
              <a:gd name="connsiteX366" fmla="*/ 2565328 w 7467600"/>
              <a:gd name="connsiteY366" fmla="*/ 5516399 h 6858000"/>
              <a:gd name="connsiteX367" fmla="*/ 1922999 w 7467600"/>
              <a:gd name="connsiteY367" fmla="*/ 5980343 h 6858000"/>
              <a:gd name="connsiteX368" fmla="*/ 1950261 w 7467600"/>
              <a:gd name="connsiteY368" fmla="*/ 6405858 h 6858000"/>
              <a:gd name="connsiteX369" fmla="*/ 2365554 w 7467600"/>
              <a:gd name="connsiteY369" fmla="*/ 6759107 h 6858000"/>
              <a:gd name="connsiteX370" fmla="*/ 2424142 w 7467600"/>
              <a:gd name="connsiteY370" fmla="*/ 6858000 h 6858000"/>
              <a:gd name="connsiteX371" fmla="*/ 2395994 w 7467600"/>
              <a:gd name="connsiteY371" fmla="*/ 6858000 h 6858000"/>
              <a:gd name="connsiteX372" fmla="*/ 2392863 w 7467600"/>
              <a:gd name="connsiteY372" fmla="*/ 6852964 h 6858000"/>
              <a:gd name="connsiteX373" fmla="*/ 2017589 w 7467600"/>
              <a:gd name="connsiteY373" fmla="*/ 6493982 h 6858000"/>
              <a:gd name="connsiteX374" fmla="*/ 2147336 w 7467600"/>
              <a:gd name="connsiteY374" fmla="*/ 6594052 h 6858000"/>
              <a:gd name="connsiteX375" fmla="*/ 2207047 w 7467600"/>
              <a:gd name="connsiteY375" fmla="*/ 6654540 h 6858000"/>
              <a:gd name="connsiteX376" fmla="*/ 2299106 w 7467600"/>
              <a:gd name="connsiteY376" fmla="*/ 6778931 h 6858000"/>
              <a:gd name="connsiteX377" fmla="*/ 2314430 w 7467600"/>
              <a:gd name="connsiteY377" fmla="*/ 6801144 h 6858000"/>
              <a:gd name="connsiteX378" fmla="*/ 2352406 w 7467600"/>
              <a:gd name="connsiteY378" fmla="*/ 6858000 h 6858000"/>
              <a:gd name="connsiteX379" fmla="*/ 2314492 w 7467600"/>
              <a:gd name="connsiteY379" fmla="*/ 6858000 h 6858000"/>
              <a:gd name="connsiteX380" fmla="*/ 2288095 w 7467600"/>
              <a:gd name="connsiteY380" fmla="*/ 6818030 h 6858000"/>
              <a:gd name="connsiteX381" fmla="*/ 2272768 w 7467600"/>
              <a:gd name="connsiteY381" fmla="*/ 6795822 h 6858000"/>
              <a:gd name="connsiteX382" fmla="*/ 2182715 w 7467600"/>
              <a:gd name="connsiteY382" fmla="*/ 6675071 h 6858000"/>
              <a:gd name="connsiteX383" fmla="*/ 2032061 w 7467600"/>
              <a:gd name="connsiteY383" fmla="*/ 6541380 h 6858000"/>
              <a:gd name="connsiteX384" fmla="*/ 2257220 w 7467600"/>
              <a:gd name="connsiteY384" fmla="*/ 6826257 h 6858000"/>
              <a:gd name="connsiteX385" fmla="*/ 2281324 w 7467600"/>
              <a:gd name="connsiteY385" fmla="*/ 6858000 h 6858000"/>
              <a:gd name="connsiteX386" fmla="*/ 2242860 w 7467600"/>
              <a:gd name="connsiteY386" fmla="*/ 6858000 h 6858000"/>
              <a:gd name="connsiteX387" fmla="*/ 2232818 w 7467600"/>
              <a:gd name="connsiteY387" fmla="*/ 6844926 h 6858000"/>
              <a:gd name="connsiteX388" fmla="*/ 1990172 w 7467600"/>
              <a:gd name="connsiteY388" fmla="*/ 6542121 h 6858000"/>
              <a:gd name="connsiteX389" fmla="*/ 2124090 w 7467600"/>
              <a:gd name="connsiteY389" fmla="*/ 6761017 h 6858000"/>
              <a:gd name="connsiteX390" fmla="*/ 2200380 w 7467600"/>
              <a:gd name="connsiteY390" fmla="*/ 6858000 h 6858000"/>
              <a:gd name="connsiteX391" fmla="*/ 2147507 w 7467600"/>
              <a:gd name="connsiteY391" fmla="*/ 6858000 h 6858000"/>
              <a:gd name="connsiteX392" fmla="*/ 2070668 w 7467600"/>
              <a:gd name="connsiteY392" fmla="*/ 6761520 h 6858000"/>
              <a:gd name="connsiteX393" fmla="*/ 1975142 w 7467600"/>
              <a:gd name="connsiteY393" fmla="*/ 6585570 h 6858000"/>
              <a:gd name="connsiteX394" fmla="*/ 2050035 w 7467600"/>
              <a:gd name="connsiteY394" fmla="*/ 6813345 h 6858000"/>
              <a:gd name="connsiteX395" fmla="*/ 2063025 w 7467600"/>
              <a:gd name="connsiteY395" fmla="*/ 6858000 h 6858000"/>
              <a:gd name="connsiteX396" fmla="*/ 2021675 w 7467600"/>
              <a:gd name="connsiteY396" fmla="*/ 6858000 h 6858000"/>
              <a:gd name="connsiteX397" fmla="*/ 2019308 w 7467600"/>
              <a:gd name="connsiteY397" fmla="*/ 6847118 h 6858000"/>
              <a:gd name="connsiteX398" fmla="*/ 1938835 w 7467600"/>
              <a:gd name="connsiteY398" fmla="*/ 6551160 h 6858000"/>
              <a:gd name="connsiteX399" fmla="*/ 1953230 w 7467600"/>
              <a:gd name="connsiteY399" fmla="*/ 6759699 h 6858000"/>
              <a:gd name="connsiteX400" fmla="*/ 1956763 w 7467600"/>
              <a:gd name="connsiteY400" fmla="*/ 6778191 h 6858000"/>
              <a:gd name="connsiteX401" fmla="*/ 1967925 w 7467600"/>
              <a:gd name="connsiteY401" fmla="*/ 6858000 h 6858000"/>
              <a:gd name="connsiteX402" fmla="*/ 1936622 w 7467600"/>
              <a:gd name="connsiteY402" fmla="*/ 6858000 h 6858000"/>
              <a:gd name="connsiteX403" fmla="*/ 1926261 w 7467600"/>
              <a:gd name="connsiteY403" fmla="*/ 6784064 h 6858000"/>
              <a:gd name="connsiteX404" fmla="*/ 1922724 w 7467600"/>
              <a:gd name="connsiteY404" fmla="*/ 6765577 h 6858000"/>
              <a:gd name="connsiteX405" fmla="*/ 1904650 w 7467600"/>
              <a:gd name="connsiteY405" fmla="*/ 6639616 h 6858000"/>
              <a:gd name="connsiteX406" fmla="*/ 1885273 w 7467600"/>
              <a:gd name="connsiteY406" fmla="*/ 6858000 h 6858000"/>
              <a:gd name="connsiteX407" fmla="*/ 1854363 w 7467600"/>
              <a:gd name="connsiteY407" fmla="*/ 6858000 h 6858000"/>
              <a:gd name="connsiteX408" fmla="*/ 1880391 w 7467600"/>
              <a:gd name="connsiteY408" fmla="*/ 6603796 h 6858000"/>
              <a:gd name="connsiteX409" fmla="*/ 1818273 w 7467600"/>
              <a:gd name="connsiteY409" fmla="*/ 6715729 h 6858000"/>
              <a:gd name="connsiteX410" fmla="*/ 1794691 w 7467600"/>
              <a:gd name="connsiteY410" fmla="*/ 6843239 h 6858000"/>
              <a:gd name="connsiteX411" fmla="*/ 1794914 w 7467600"/>
              <a:gd name="connsiteY411" fmla="*/ 6858000 h 6858000"/>
              <a:gd name="connsiteX412" fmla="*/ 1746128 w 7467600"/>
              <a:gd name="connsiteY412" fmla="*/ 6858000 h 6858000"/>
              <a:gd name="connsiteX413" fmla="*/ 1753934 w 7467600"/>
              <a:gd name="connsiteY413" fmla="*/ 6724796 h 6858000"/>
              <a:gd name="connsiteX414" fmla="*/ 1792053 w 7467600"/>
              <a:gd name="connsiteY414" fmla="*/ 6572396 h 6858000"/>
              <a:gd name="connsiteX415" fmla="*/ 1862248 w 7467600"/>
              <a:gd name="connsiteY415" fmla="*/ 6266397 h 6858000"/>
              <a:gd name="connsiteX416" fmla="*/ 1862250 w 7467600"/>
              <a:gd name="connsiteY416" fmla="*/ 6033531 h 6858000"/>
              <a:gd name="connsiteX417" fmla="*/ 1211999 w 7467600"/>
              <a:gd name="connsiteY417" fmla="*/ 6683610 h 6858000"/>
              <a:gd name="connsiteX418" fmla="*/ 1213266 w 7467600"/>
              <a:gd name="connsiteY418" fmla="*/ 6691947 h 6858000"/>
              <a:gd name="connsiteX419" fmla="*/ 1203370 w 7467600"/>
              <a:gd name="connsiteY419" fmla="*/ 6850676 h 6858000"/>
              <a:gd name="connsiteX420" fmla="*/ 1203671 w 7467600"/>
              <a:gd name="connsiteY420" fmla="*/ 6858000 h 6858000"/>
              <a:gd name="connsiteX421" fmla="*/ 1143180 w 7467600"/>
              <a:gd name="connsiteY421" fmla="*/ 6858000 h 6858000"/>
              <a:gd name="connsiteX422" fmla="*/ 1142176 w 7467600"/>
              <a:gd name="connsiteY422" fmla="*/ 6766045 h 6858000"/>
              <a:gd name="connsiteX423" fmla="*/ 1067484 w 7467600"/>
              <a:gd name="connsiteY423" fmla="*/ 6858000 h 6858000"/>
              <a:gd name="connsiteX424" fmla="*/ 953928 w 7467600"/>
              <a:gd name="connsiteY424" fmla="*/ 6858000 h 6858000"/>
              <a:gd name="connsiteX425" fmla="*/ 959715 w 7467600"/>
              <a:gd name="connsiteY425" fmla="*/ 6850185 h 6858000"/>
              <a:gd name="connsiteX426" fmla="*/ 1483788 w 7467600"/>
              <a:gd name="connsiteY426" fmla="*/ 6259174 h 6858000"/>
              <a:gd name="connsiteX427" fmla="*/ 1100671 w 7467600"/>
              <a:gd name="connsiteY427" fmla="*/ 6252137 h 6858000"/>
              <a:gd name="connsiteX428" fmla="*/ 1090144 w 7467600"/>
              <a:gd name="connsiteY428" fmla="*/ 6256748 h 6858000"/>
              <a:gd name="connsiteX429" fmla="*/ 1095872 w 7467600"/>
              <a:gd name="connsiteY429" fmla="*/ 6271892 h 6858000"/>
              <a:gd name="connsiteX430" fmla="*/ 262785 w 7467600"/>
              <a:gd name="connsiteY430" fmla="*/ 6845450 h 6858000"/>
              <a:gd name="connsiteX431" fmla="*/ 209968 w 7467600"/>
              <a:gd name="connsiteY431" fmla="*/ 6770713 h 6858000"/>
              <a:gd name="connsiteX432" fmla="*/ 873460 w 7467600"/>
              <a:gd name="connsiteY432" fmla="*/ 6253768 h 6858000"/>
              <a:gd name="connsiteX433" fmla="*/ 192686 w 7467600"/>
              <a:gd name="connsiteY433" fmla="*/ 5849257 h 6858000"/>
              <a:gd name="connsiteX434" fmla="*/ 4696 w 7467600"/>
              <a:gd name="connsiteY434" fmla="*/ 5697668 h 6858000"/>
              <a:gd name="connsiteX435" fmla="*/ 0 w 7467600"/>
              <a:gd name="connsiteY435" fmla="*/ 5689984 h 6858000"/>
              <a:gd name="connsiteX436" fmla="*/ 0 w 7467600"/>
              <a:gd name="connsiteY436" fmla="*/ 5513472 h 6858000"/>
              <a:gd name="connsiteX437" fmla="*/ 174101 w 7467600"/>
              <a:gd name="connsiteY437" fmla="*/ 5620277 h 6858000"/>
              <a:gd name="connsiteX438" fmla="*/ 891800 w 7467600"/>
              <a:gd name="connsiteY438" fmla="*/ 6036935 h 6858000"/>
              <a:gd name="connsiteX439" fmla="*/ 1072219 w 7467600"/>
              <a:gd name="connsiteY439" fmla="*/ 6169443 h 6858000"/>
              <a:gd name="connsiteX440" fmla="*/ 1074117 w 7467600"/>
              <a:gd name="connsiteY440" fmla="*/ 6170301 h 6858000"/>
              <a:gd name="connsiteX441" fmla="*/ 1083114 w 7467600"/>
              <a:gd name="connsiteY441" fmla="*/ 6174131 h 6858000"/>
              <a:gd name="connsiteX442" fmla="*/ 1543010 w 7467600"/>
              <a:gd name="connsiteY442" fmla="*/ 6191140 h 6858000"/>
              <a:gd name="connsiteX443" fmla="*/ 1551080 w 7467600"/>
              <a:gd name="connsiteY443" fmla="*/ 6195006 h 6858000"/>
              <a:gd name="connsiteX444" fmla="*/ 2345443 w 7467600"/>
              <a:gd name="connsiteY444" fmla="*/ 5549882 h 6858000"/>
              <a:gd name="connsiteX445" fmla="*/ 1721499 w 7467600"/>
              <a:gd name="connsiteY445" fmla="*/ 5599969 h 6858000"/>
              <a:gd name="connsiteX446" fmla="*/ 767716 w 7467600"/>
              <a:gd name="connsiteY446" fmla="*/ 5472768 h 6858000"/>
              <a:gd name="connsiteX447" fmla="*/ 722147 w 7467600"/>
              <a:gd name="connsiteY447" fmla="*/ 5393091 h 6858000"/>
              <a:gd name="connsiteX448" fmla="*/ 1485552 w 7467600"/>
              <a:gd name="connsiteY448" fmla="*/ 5313202 h 6858000"/>
              <a:gd name="connsiteX449" fmla="*/ 2143004 w 7467600"/>
              <a:gd name="connsiteY449" fmla="*/ 5402420 h 6858000"/>
              <a:gd name="connsiteX450" fmla="*/ 1933391 w 7467600"/>
              <a:gd name="connsiteY450" fmla="*/ 5156971 h 6858000"/>
              <a:gd name="connsiteX451" fmla="*/ 1827118 w 7467600"/>
              <a:gd name="connsiteY451" fmla="*/ 4968410 h 6858000"/>
              <a:gd name="connsiteX452" fmla="*/ 1837349 w 7467600"/>
              <a:gd name="connsiteY452" fmla="*/ 4956357 h 6858000"/>
              <a:gd name="connsiteX453" fmla="*/ 2162835 w 7467600"/>
              <a:gd name="connsiteY453" fmla="*/ 5187853 h 6858000"/>
              <a:gd name="connsiteX454" fmla="*/ 2257167 w 7467600"/>
              <a:gd name="connsiteY454" fmla="*/ 5462123 h 6858000"/>
              <a:gd name="connsiteX455" fmla="*/ 2261598 w 7467600"/>
              <a:gd name="connsiteY455" fmla="*/ 5467998 h 6858000"/>
              <a:gd name="connsiteX456" fmla="*/ 2437177 w 7467600"/>
              <a:gd name="connsiteY456" fmla="*/ 5479608 h 6858000"/>
              <a:gd name="connsiteX457" fmla="*/ 2445247 w 7467600"/>
              <a:gd name="connsiteY457" fmla="*/ 5483476 h 6858000"/>
              <a:gd name="connsiteX458" fmla="*/ 2743626 w 7467600"/>
              <a:gd name="connsiteY458" fmla="*/ 5304819 h 6858000"/>
              <a:gd name="connsiteX459" fmla="*/ 3048102 w 7467600"/>
              <a:gd name="connsiteY459" fmla="*/ 5150595 h 6858000"/>
              <a:gd name="connsiteX460" fmla="*/ 1799414 w 7467600"/>
              <a:gd name="connsiteY460" fmla="*/ 4694732 h 6858000"/>
              <a:gd name="connsiteX461" fmla="*/ 1771735 w 7467600"/>
              <a:gd name="connsiteY461" fmla="*/ 4619929 h 6858000"/>
              <a:gd name="connsiteX462" fmla="*/ 3104273 w 7467600"/>
              <a:gd name="connsiteY462" fmla="*/ 5076159 h 6858000"/>
              <a:gd name="connsiteX463" fmla="*/ 3113245 w 7467600"/>
              <a:gd name="connsiteY463" fmla="*/ 5090705 h 6858000"/>
              <a:gd name="connsiteX464" fmla="*/ 3126294 w 7467600"/>
              <a:gd name="connsiteY464" fmla="*/ 5114400 h 6858000"/>
              <a:gd name="connsiteX465" fmla="*/ 3937433 w 7467600"/>
              <a:gd name="connsiteY465" fmla="*/ 4830473 h 6858000"/>
              <a:gd name="connsiteX466" fmla="*/ 3590475 w 7467600"/>
              <a:gd name="connsiteY466" fmla="*/ 4597974 h 6858000"/>
              <a:gd name="connsiteX467" fmla="*/ 3100264 w 7467600"/>
              <a:gd name="connsiteY467" fmla="*/ 4579845 h 6858000"/>
              <a:gd name="connsiteX468" fmla="*/ 2183576 w 7467600"/>
              <a:gd name="connsiteY468" fmla="*/ 4227150 h 6858000"/>
              <a:gd name="connsiteX469" fmla="*/ 2151029 w 7467600"/>
              <a:gd name="connsiteY469" fmla="*/ 4146947 h 6858000"/>
              <a:gd name="connsiteX470" fmla="*/ 3563434 w 7467600"/>
              <a:gd name="connsiteY470" fmla="*/ 4469115 h 6858000"/>
              <a:gd name="connsiteX471" fmla="*/ 3177952 w 7467600"/>
              <a:gd name="connsiteY471" fmla="*/ 3657386 h 6858000"/>
              <a:gd name="connsiteX472" fmla="*/ 3189263 w 7467600"/>
              <a:gd name="connsiteY472" fmla="*/ 3625726 h 6858000"/>
              <a:gd name="connsiteX473" fmla="*/ 3560912 w 7467600"/>
              <a:gd name="connsiteY473" fmla="*/ 4079863 h 6858000"/>
              <a:gd name="connsiteX474" fmla="*/ 3626636 w 7467600"/>
              <a:gd name="connsiteY474" fmla="*/ 4512230 h 6858000"/>
              <a:gd name="connsiteX475" fmla="*/ 3653088 w 7467600"/>
              <a:gd name="connsiteY475" fmla="*/ 4521417 h 6858000"/>
              <a:gd name="connsiteX476" fmla="*/ 3988128 w 7467600"/>
              <a:gd name="connsiteY476" fmla="*/ 4817267 h 6858000"/>
              <a:gd name="connsiteX477" fmla="*/ 4830582 w 7467600"/>
              <a:gd name="connsiteY477" fmla="*/ 4676000 h 6858000"/>
              <a:gd name="connsiteX478" fmla="*/ 4830100 w 7467600"/>
              <a:gd name="connsiteY478" fmla="*/ 4675554 h 6858000"/>
              <a:gd name="connsiteX479" fmla="*/ 4036318 w 7467600"/>
              <a:gd name="connsiteY479" fmla="*/ 4147013 h 6858000"/>
              <a:gd name="connsiteX480" fmla="*/ 3432098 w 7467600"/>
              <a:gd name="connsiteY480" fmla="*/ 3537312 h 6858000"/>
              <a:gd name="connsiteX481" fmla="*/ 3446761 w 7467600"/>
              <a:gd name="connsiteY481" fmla="*/ 3461278 h 6858000"/>
              <a:gd name="connsiteX482" fmla="*/ 4419733 w 7467600"/>
              <a:gd name="connsiteY482" fmla="*/ 3963555 h 6858000"/>
              <a:gd name="connsiteX483" fmla="*/ 4781371 w 7467600"/>
              <a:gd name="connsiteY483" fmla="*/ 4458604 h 6858000"/>
              <a:gd name="connsiteX484" fmla="*/ 4780440 w 7467600"/>
              <a:gd name="connsiteY484" fmla="*/ 4470290 h 6858000"/>
              <a:gd name="connsiteX485" fmla="*/ 4898954 w 7467600"/>
              <a:gd name="connsiteY485" fmla="*/ 4662092 h 6858000"/>
              <a:gd name="connsiteX486" fmla="*/ 4900699 w 7467600"/>
              <a:gd name="connsiteY486" fmla="*/ 4670867 h 6858000"/>
              <a:gd name="connsiteX487" fmla="*/ 5714511 w 7467600"/>
              <a:gd name="connsiteY487" fmla="*/ 4663483 h 6858000"/>
              <a:gd name="connsiteX488" fmla="*/ 5464793 w 7467600"/>
              <a:gd name="connsiteY488" fmla="*/ 4393556 h 6858000"/>
              <a:gd name="connsiteX489" fmla="*/ 5461897 w 7467600"/>
              <a:gd name="connsiteY489" fmla="*/ 4390879 h 6858000"/>
              <a:gd name="connsiteX490" fmla="*/ 4294126 w 7467600"/>
              <a:gd name="connsiteY490" fmla="*/ 3303048 h 6858000"/>
              <a:gd name="connsiteX491" fmla="*/ 4305321 w 7467600"/>
              <a:gd name="connsiteY491" fmla="*/ 3256953 h 6858000"/>
              <a:gd name="connsiteX492" fmla="*/ 4949299 w 7467600"/>
              <a:gd name="connsiteY492" fmla="*/ 3766336 h 6858000"/>
              <a:gd name="connsiteX493" fmla="*/ 5291452 w 7467600"/>
              <a:gd name="connsiteY493" fmla="*/ 4076801 h 6858000"/>
              <a:gd name="connsiteX494" fmla="*/ 5434998 w 7467600"/>
              <a:gd name="connsiteY494" fmla="*/ 4254100 h 6858000"/>
              <a:gd name="connsiteX495" fmla="*/ 5351015 w 7467600"/>
              <a:gd name="connsiteY495" fmla="*/ 3760989 h 6858000"/>
              <a:gd name="connsiteX496" fmla="*/ 5413780 w 7467600"/>
              <a:gd name="connsiteY496" fmla="*/ 2966265 h 6858000"/>
              <a:gd name="connsiteX497" fmla="*/ 5425627 w 7467600"/>
              <a:gd name="connsiteY497" fmla="*/ 2954192 h 6858000"/>
              <a:gd name="connsiteX498" fmla="*/ 6604735 w 7467600"/>
              <a:gd name="connsiteY498" fmla="*/ 2041381 h 6858000"/>
              <a:gd name="connsiteX499" fmla="*/ 7204487 w 7467600"/>
              <a:gd name="connsiteY499" fmla="*/ 2742112 h 6858000"/>
              <a:gd name="connsiteX500" fmla="*/ 7131592 w 7467600"/>
              <a:gd name="connsiteY500" fmla="*/ 2672096 h 6858000"/>
              <a:gd name="connsiteX501" fmla="*/ 6996344 w 7467600"/>
              <a:gd name="connsiteY501" fmla="*/ 2518310 h 6858000"/>
              <a:gd name="connsiteX502" fmla="*/ 6735495 w 7467600"/>
              <a:gd name="connsiteY502" fmla="*/ 2196890 h 6858000"/>
              <a:gd name="connsiteX503" fmla="*/ 6721901 w 7467600"/>
              <a:gd name="connsiteY503" fmla="*/ 2179274 h 6858000"/>
              <a:gd name="connsiteX504" fmla="*/ 6604735 w 7467600"/>
              <a:gd name="connsiteY504" fmla="*/ 2041381 h 6858000"/>
              <a:gd name="connsiteX505" fmla="*/ 6591670 w 7467600"/>
              <a:gd name="connsiteY505" fmla="*/ 1988277 h 6858000"/>
              <a:gd name="connsiteX506" fmla="*/ 6747349 w 7467600"/>
              <a:gd name="connsiteY506" fmla="*/ 2160069 h 6858000"/>
              <a:gd name="connsiteX507" fmla="*/ 6760943 w 7467600"/>
              <a:gd name="connsiteY507" fmla="*/ 2177686 h 6858000"/>
              <a:gd name="connsiteX508" fmla="*/ 7021065 w 7467600"/>
              <a:gd name="connsiteY508" fmla="*/ 2498102 h 6858000"/>
              <a:gd name="connsiteX509" fmla="*/ 7155223 w 7467600"/>
              <a:gd name="connsiteY509" fmla="*/ 2650386 h 6858000"/>
              <a:gd name="connsiteX510" fmla="*/ 7203167 w 7467600"/>
              <a:gd name="connsiteY510" fmla="*/ 2697288 h 6858000"/>
              <a:gd name="connsiteX511" fmla="*/ 6937703 w 7467600"/>
              <a:gd name="connsiteY511" fmla="*/ 2321981 h 6858000"/>
              <a:gd name="connsiteX512" fmla="*/ 6591670 w 7467600"/>
              <a:gd name="connsiteY512" fmla="*/ 1988277 h 6858000"/>
              <a:gd name="connsiteX513" fmla="*/ 5798671 w 7467600"/>
              <a:gd name="connsiteY513" fmla="*/ 1981601 h 6858000"/>
              <a:gd name="connsiteX514" fmla="*/ 5754709 w 7467600"/>
              <a:gd name="connsiteY514" fmla="*/ 2071454 h 6858000"/>
              <a:gd name="connsiteX515" fmla="*/ 5763044 w 7467600"/>
              <a:gd name="connsiteY515" fmla="*/ 2842206 h 6858000"/>
              <a:gd name="connsiteX516" fmla="*/ 5764974 w 7467600"/>
              <a:gd name="connsiteY516" fmla="*/ 2799609 h 6858000"/>
              <a:gd name="connsiteX517" fmla="*/ 5767665 w 7467600"/>
              <a:gd name="connsiteY517" fmla="*/ 2666409 h 6858000"/>
              <a:gd name="connsiteX518" fmla="*/ 5763055 w 7467600"/>
              <a:gd name="connsiteY518" fmla="*/ 2579705 h 6858000"/>
              <a:gd name="connsiteX519" fmla="*/ 5758079 w 7467600"/>
              <a:gd name="connsiteY519" fmla="*/ 2492508 h 6858000"/>
              <a:gd name="connsiteX520" fmla="*/ 5779325 w 7467600"/>
              <a:gd name="connsiteY520" fmla="*/ 2197069 h 6858000"/>
              <a:gd name="connsiteX521" fmla="*/ 5798671 w 7467600"/>
              <a:gd name="connsiteY521" fmla="*/ 1981601 h 6858000"/>
              <a:gd name="connsiteX522" fmla="*/ 5829202 w 7467600"/>
              <a:gd name="connsiteY522" fmla="*/ 1971679 h 6858000"/>
              <a:gd name="connsiteX523" fmla="*/ 5809558 w 7467600"/>
              <a:gd name="connsiteY523" fmla="*/ 2198043 h 6858000"/>
              <a:gd name="connsiteX524" fmla="*/ 5788653 w 7467600"/>
              <a:gd name="connsiteY524" fmla="*/ 2489430 h 6858000"/>
              <a:gd name="connsiteX525" fmla="*/ 5793439 w 7467600"/>
              <a:gd name="connsiteY525" fmla="*/ 2575235 h 6858000"/>
              <a:gd name="connsiteX526" fmla="*/ 5796837 w 7467600"/>
              <a:gd name="connsiteY526" fmla="*/ 2637633 h 6858000"/>
              <a:gd name="connsiteX527" fmla="*/ 5818614 w 7467600"/>
              <a:gd name="connsiteY527" fmla="*/ 2473055 h 6858000"/>
              <a:gd name="connsiteX528" fmla="*/ 5829202 w 7467600"/>
              <a:gd name="connsiteY528" fmla="*/ 1971679 h 6858000"/>
              <a:gd name="connsiteX529" fmla="*/ 5911389 w 7467600"/>
              <a:gd name="connsiteY529" fmla="*/ 1898371 h 6858000"/>
              <a:gd name="connsiteX530" fmla="*/ 6237627 w 7467600"/>
              <a:gd name="connsiteY530" fmla="*/ 2231921 h 6858000"/>
              <a:gd name="connsiteX531" fmla="*/ 5911389 w 7467600"/>
              <a:gd name="connsiteY531" fmla="*/ 1898371 h 6858000"/>
              <a:gd name="connsiteX532" fmla="*/ 6944437 w 7467600"/>
              <a:gd name="connsiteY532" fmla="*/ 1575402 h 6858000"/>
              <a:gd name="connsiteX533" fmla="*/ 6304730 w 7467600"/>
              <a:gd name="connsiteY533" fmla="*/ 1766654 h 6858000"/>
              <a:gd name="connsiteX534" fmla="*/ 6944437 w 7467600"/>
              <a:gd name="connsiteY534" fmla="*/ 1575402 h 6858000"/>
              <a:gd name="connsiteX535" fmla="*/ 7019523 w 7467600"/>
              <a:gd name="connsiteY535" fmla="*/ 1519450 h 6858000"/>
              <a:gd name="connsiteX536" fmla="*/ 6298091 w 7467600"/>
              <a:gd name="connsiteY536" fmla="*/ 1737122 h 6858000"/>
              <a:gd name="connsiteX537" fmla="*/ 7019523 w 7467600"/>
              <a:gd name="connsiteY537" fmla="*/ 1519450 h 6858000"/>
              <a:gd name="connsiteX538" fmla="*/ 2399523 w 7467600"/>
              <a:gd name="connsiteY538" fmla="*/ 1428234 h 6858000"/>
              <a:gd name="connsiteX539" fmla="*/ 2224982 w 7467600"/>
              <a:gd name="connsiteY539" fmla="*/ 1826201 h 6858000"/>
              <a:gd name="connsiteX540" fmla="*/ 2096099 w 7467600"/>
              <a:gd name="connsiteY540" fmla="*/ 2345900 h 6858000"/>
              <a:gd name="connsiteX541" fmla="*/ 2283317 w 7467600"/>
              <a:gd name="connsiteY541" fmla="*/ 1796925 h 6858000"/>
              <a:gd name="connsiteX542" fmla="*/ 2399523 w 7467600"/>
              <a:gd name="connsiteY542" fmla="*/ 1428234 h 6858000"/>
              <a:gd name="connsiteX543" fmla="*/ 2448558 w 7467600"/>
              <a:gd name="connsiteY543" fmla="*/ 1373435 h 6858000"/>
              <a:gd name="connsiteX544" fmla="*/ 2312521 w 7467600"/>
              <a:gd name="connsiteY544" fmla="*/ 1806140 h 6858000"/>
              <a:gd name="connsiteX545" fmla="*/ 2127533 w 7467600"/>
              <a:gd name="connsiteY545" fmla="*/ 2348380 h 6858000"/>
              <a:gd name="connsiteX546" fmla="*/ 2358080 w 7467600"/>
              <a:gd name="connsiteY546" fmla="*/ 1866134 h 6858000"/>
              <a:gd name="connsiteX547" fmla="*/ 2407436 w 7467600"/>
              <a:gd name="connsiteY547" fmla="*/ 1651070 h 6858000"/>
              <a:gd name="connsiteX548" fmla="*/ 2448558 w 7467600"/>
              <a:gd name="connsiteY548" fmla="*/ 1373435 h 6858000"/>
              <a:gd name="connsiteX549" fmla="*/ 278707 w 7467600"/>
              <a:gd name="connsiteY549" fmla="*/ 1352270 h 6858000"/>
              <a:gd name="connsiteX550" fmla="*/ 321570 w 7467600"/>
              <a:gd name="connsiteY550" fmla="*/ 1861610 h 6858000"/>
              <a:gd name="connsiteX551" fmla="*/ 294281 w 7467600"/>
              <a:gd name="connsiteY551" fmla="*/ 1440658 h 6858000"/>
              <a:gd name="connsiteX552" fmla="*/ 278707 w 7467600"/>
              <a:gd name="connsiteY552" fmla="*/ 1352270 h 6858000"/>
              <a:gd name="connsiteX553" fmla="*/ 1423821 w 7467600"/>
              <a:gd name="connsiteY553" fmla="*/ 1351958 h 6858000"/>
              <a:gd name="connsiteX554" fmla="*/ 1638521 w 7467600"/>
              <a:gd name="connsiteY554" fmla="*/ 1908470 h 6858000"/>
              <a:gd name="connsiteX555" fmla="*/ 1754199 w 7467600"/>
              <a:gd name="connsiteY555" fmla="*/ 2149284 h 6858000"/>
              <a:gd name="connsiteX556" fmla="*/ 1908359 w 7467600"/>
              <a:gd name="connsiteY556" fmla="*/ 2364988 h 6858000"/>
              <a:gd name="connsiteX557" fmla="*/ 1647661 w 7467600"/>
              <a:gd name="connsiteY557" fmla="*/ 1825945 h 6858000"/>
              <a:gd name="connsiteX558" fmla="*/ 1423821 w 7467600"/>
              <a:gd name="connsiteY558" fmla="*/ 1351958 h 6858000"/>
              <a:gd name="connsiteX559" fmla="*/ 1431890 w 7467600"/>
              <a:gd name="connsiteY559" fmla="*/ 1306475 h 6858000"/>
              <a:gd name="connsiteX560" fmla="*/ 1507597 w 7467600"/>
              <a:gd name="connsiteY560" fmla="*/ 1446132 h 6858000"/>
              <a:gd name="connsiteX561" fmla="*/ 1674586 w 7467600"/>
              <a:gd name="connsiteY561" fmla="*/ 1813832 h 6858000"/>
              <a:gd name="connsiteX562" fmla="*/ 1815950 w 7467600"/>
              <a:gd name="connsiteY562" fmla="*/ 2128564 h 6858000"/>
              <a:gd name="connsiteX563" fmla="*/ 1984242 w 7467600"/>
              <a:gd name="connsiteY563" fmla="*/ 2430829 h 6858000"/>
              <a:gd name="connsiteX564" fmla="*/ 2014023 w 7467600"/>
              <a:gd name="connsiteY564" fmla="*/ 2450995 h 6858000"/>
              <a:gd name="connsiteX565" fmla="*/ 1747337 w 7467600"/>
              <a:gd name="connsiteY565" fmla="*/ 1855264 h 6858000"/>
              <a:gd name="connsiteX566" fmla="*/ 1533749 w 7467600"/>
              <a:gd name="connsiteY566" fmla="*/ 1478656 h 6858000"/>
              <a:gd name="connsiteX567" fmla="*/ 1431890 w 7467600"/>
              <a:gd name="connsiteY567" fmla="*/ 1306475 h 6858000"/>
              <a:gd name="connsiteX568" fmla="*/ 5052692 w 7467600"/>
              <a:gd name="connsiteY568" fmla="*/ 1292994 h 6858000"/>
              <a:gd name="connsiteX569" fmla="*/ 5200661 w 7467600"/>
              <a:gd name="connsiteY569" fmla="*/ 1635186 h 6858000"/>
              <a:gd name="connsiteX570" fmla="*/ 5297138 w 7467600"/>
              <a:gd name="connsiteY570" fmla="*/ 1906351 h 6858000"/>
              <a:gd name="connsiteX571" fmla="*/ 5052692 w 7467600"/>
              <a:gd name="connsiteY571" fmla="*/ 1292994 h 6858000"/>
              <a:gd name="connsiteX572" fmla="*/ 5009948 w 7467600"/>
              <a:gd name="connsiteY572" fmla="*/ 1273619 h 6858000"/>
              <a:gd name="connsiteX573" fmla="*/ 5121777 w 7467600"/>
              <a:gd name="connsiteY573" fmla="*/ 1654213 h 6858000"/>
              <a:gd name="connsiteX574" fmla="*/ 5293545 w 7467600"/>
              <a:gd name="connsiteY574" fmla="*/ 2072247 h 6858000"/>
              <a:gd name="connsiteX575" fmla="*/ 5294042 w 7467600"/>
              <a:gd name="connsiteY575" fmla="*/ 2065019 h 6858000"/>
              <a:gd name="connsiteX576" fmla="*/ 5171936 w 7467600"/>
              <a:gd name="connsiteY576" fmla="*/ 1647613 h 6858000"/>
              <a:gd name="connsiteX577" fmla="*/ 5009948 w 7467600"/>
              <a:gd name="connsiteY577" fmla="*/ 1273619 h 6858000"/>
              <a:gd name="connsiteX578" fmla="*/ 655236 w 7467600"/>
              <a:gd name="connsiteY578" fmla="*/ 1268632 h 6858000"/>
              <a:gd name="connsiteX579" fmla="*/ 839521 w 7467600"/>
              <a:gd name="connsiteY579" fmla="*/ 1685315 h 6858000"/>
              <a:gd name="connsiteX580" fmla="*/ 1109416 w 7467600"/>
              <a:gd name="connsiteY580" fmla="*/ 2061663 h 6858000"/>
              <a:gd name="connsiteX581" fmla="*/ 1298300 w 7467600"/>
              <a:gd name="connsiteY581" fmla="*/ 2247742 h 6858000"/>
              <a:gd name="connsiteX582" fmla="*/ 1125871 w 7467600"/>
              <a:gd name="connsiteY582" fmla="*/ 1989513 h 6858000"/>
              <a:gd name="connsiteX583" fmla="*/ 981574 w 7467600"/>
              <a:gd name="connsiteY583" fmla="*/ 1783157 h 6858000"/>
              <a:gd name="connsiteX584" fmla="*/ 922198 w 7467600"/>
              <a:gd name="connsiteY584" fmla="*/ 1677437 h 6858000"/>
              <a:gd name="connsiteX585" fmla="*/ 869293 w 7467600"/>
              <a:gd name="connsiteY585" fmla="*/ 1583214 h 6858000"/>
              <a:gd name="connsiteX586" fmla="*/ 751431 w 7467600"/>
              <a:gd name="connsiteY586" fmla="*/ 1405731 h 6858000"/>
              <a:gd name="connsiteX587" fmla="*/ 655236 w 7467600"/>
              <a:gd name="connsiteY587" fmla="*/ 1268632 h 6858000"/>
              <a:gd name="connsiteX588" fmla="*/ 6516292 w 7467600"/>
              <a:gd name="connsiteY588" fmla="*/ 1263064 h 6858000"/>
              <a:gd name="connsiteX589" fmla="*/ 5736320 w 7467600"/>
              <a:gd name="connsiteY589" fmla="*/ 1501803 h 6858000"/>
              <a:gd name="connsiteX590" fmla="*/ 6516292 w 7467600"/>
              <a:gd name="connsiteY590" fmla="*/ 1263064 h 6858000"/>
              <a:gd name="connsiteX591" fmla="*/ 291466 w 7467600"/>
              <a:gd name="connsiteY591" fmla="*/ 1250369 h 6858000"/>
              <a:gd name="connsiteX592" fmla="*/ 323180 w 7467600"/>
              <a:gd name="connsiteY592" fmla="*/ 1435283 h 6858000"/>
              <a:gd name="connsiteX593" fmla="*/ 349381 w 7467600"/>
              <a:gd name="connsiteY593" fmla="*/ 1875041 h 6858000"/>
              <a:gd name="connsiteX594" fmla="*/ 374363 w 7467600"/>
              <a:gd name="connsiteY594" fmla="*/ 1506494 h 6858000"/>
              <a:gd name="connsiteX595" fmla="*/ 302168 w 7467600"/>
              <a:gd name="connsiteY595" fmla="*/ 1274495 h 6858000"/>
              <a:gd name="connsiteX596" fmla="*/ 291466 w 7467600"/>
              <a:gd name="connsiteY596" fmla="*/ 1250369 h 6858000"/>
              <a:gd name="connsiteX597" fmla="*/ 678222 w 7467600"/>
              <a:gd name="connsiteY597" fmla="*/ 1248670 h 6858000"/>
              <a:gd name="connsiteX598" fmla="*/ 775536 w 7467600"/>
              <a:gd name="connsiteY598" fmla="*/ 1388015 h 6858000"/>
              <a:gd name="connsiteX599" fmla="*/ 894529 w 7467600"/>
              <a:gd name="connsiteY599" fmla="*/ 1567739 h 6858000"/>
              <a:gd name="connsiteX600" fmla="*/ 948000 w 7467600"/>
              <a:gd name="connsiteY600" fmla="*/ 1663088 h 6858000"/>
              <a:gd name="connsiteX601" fmla="*/ 1006812 w 7467600"/>
              <a:gd name="connsiteY601" fmla="*/ 1767683 h 6858000"/>
              <a:gd name="connsiteX602" fmla="*/ 1149133 w 7467600"/>
              <a:gd name="connsiteY602" fmla="*/ 1971513 h 6858000"/>
              <a:gd name="connsiteX603" fmla="*/ 1333952 w 7467600"/>
              <a:gd name="connsiteY603" fmla="*/ 2251620 h 6858000"/>
              <a:gd name="connsiteX604" fmla="*/ 1337329 w 7467600"/>
              <a:gd name="connsiteY604" fmla="*/ 2258350 h 6858000"/>
              <a:gd name="connsiteX605" fmla="*/ 1014726 w 7467600"/>
              <a:gd name="connsiteY605" fmla="*/ 1615556 h 6858000"/>
              <a:gd name="connsiteX606" fmla="*/ 678222 w 7467600"/>
              <a:gd name="connsiteY606" fmla="*/ 1248670 h 6858000"/>
              <a:gd name="connsiteX607" fmla="*/ 6691602 w 7467600"/>
              <a:gd name="connsiteY607" fmla="*/ 1140573 h 6858000"/>
              <a:gd name="connsiteX608" fmla="*/ 6571100 w 7467600"/>
              <a:gd name="connsiteY608" fmla="*/ 1183662 h 6858000"/>
              <a:gd name="connsiteX609" fmla="*/ 6241687 w 7467600"/>
              <a:gd name="connsiteY609" fmla="*/ 1257600 h 6858000"/>
              <a:gd name="connsiteX610" fmla="*/ 5693009 w 7467600"/>
              <a:gd name="connsiteY610" fmla="*/ 1478256 h 6858000"/>
              <a:gd name="connsiteX611" fmla="*/ 6548420 w 7467600"/>
              <a:gd name="connsiteY611" fmla="*/ 1214599 h 6858000"/>
              <a:gd name="connsiteX612" fmla="*/ 6605473 w 7467600"/>
              <a:gd name="connsiteY612" fmla="*/ 1184686 h 6858000"/>
              <a:gd name="connsiteX613" fmla="*/ 6691602 w 7467600"/>
              <a:gd name="connsiteY613" fmla="*/ 1140573 h 6858000"/>
              <a:gd name="connsiteX614" fmla="*/ 4002475 w 7467600"/>
              <a:gd name="connsiteY614" fmla="*/ 1037802 h 6858000"/>
              <a:gd name="connsiteX615" fmla="*/ 4000324 w 7467600"/>
              <a:gd name="connsiteY615" fmla="*/ 1039362 h 6858000"/>
              <a:gd name="connsiteX616" fmla="*/ 4002862 w 7467600"/>
              <a:gd name="connsiteY616" fmla="*/ 1042866 h 6858000"/>
              <a:gd name="connsiteX617" fmla="*/ 4002475 w 7467600"/>
              <a:gd name="connsiteY617" fmla="*/ 1037802 h 6858000"/>
              <a:gd name="connsiteX618" fmla="*/ 506322 w 7467600"/>
              <a:gd name="connsiteY618" fmla="*/ 1020997 h 6858000"/>
              <a:gd name="connsiteX619" fmla="*/ 533068 w 7467600"/>
              <a:gd name="connsiteY619" fmla="*/ 1029409 h 6858000"/>
              <a:gd name="connsiteX620" fmla="*/ 1232525 w 7467600"/>
              <a:gd name="connsiteY620" fmla="*/ 1804675 h 6858000"/>
              <a:gd name="connsiteX621" fmla="*/ 1388858 w 7467600"/>
              <a:gd name="connsiteY621" fmla="*/ 2368011 h 6858000"/>
              <a:gd name="connsiteX622" fmla="*/ 1384098 w 7467600"/>
              <a:gd name="connsiteY622" fmla="*/ 2378125 h 6858000"/>
              <a:gd name="connsiteX623" fmla="*/ 1425393 w 7467600"/>
              <a:gd name="connsiteY623" fmla="*/ 2589124 h 6858000"/>
              <a:gd name="connsiteX624" fmla="*/ 1424001 w 7467600"/>
              <a:gd name="connsiteY624" fmla="*/ 2597541 h 6858000"/>
              <a:gd name="connsiteX625" fmla="*/ 2152729 w 7467600"/>
              <a:gd name="connsiteY625" fmla="*/ 2864487 h 6858000"/>
              <a:gd name="connsiteX626" fmla="*/ 2020609 w 7467600"/>
              <a:gd name="connsiteY626" fmla="*/ 2539671 h 6858000"/>
              <a:gd name="connsiteX627" fmla="*/ 2018920 w 7467600"/>
              <a:gd name="connsiteY627" fmla="*/ 2536309 h 6858000"/>
              <a:gd name="connsiteX628" fmla="*/ 1342441 w 7467600"/>
              <a:gd name="connsiteY628" fmla="*/ 1173017 h 6858000"/>
              <a:gd name="connsiteX629" fmla="*/ 1367925 w 7467600"/>
              <a:gd name="connsiteY629" fmla="*/ 1135648 h 6858000"/>
              <a:gd name="connsiteX630" fmla="*/ 1771401 w 7467600"/>
              <a:gd name="connsiteY630" fmla="*/ 1806673 h 6858000"/>
              <a:gd name="connsiteX631" fmla="*/ 1972385 w 7467600"/>
              <a:gd name="connsiteY631" fmla="*/ 2198735 h 6858000"/>
              <a:gd name="connsiteX632" fmla="*/ 2040892 w 7467600"/>
              <a:gd name="connsiteY632" fmla="*/ 2405205 h 6858000"/>
              <a:gd name="connsiteX633" fmla="*/ 2131689 w 7467600"/>
              <a:gd name="connsiteY633" fmla="*/ 1936926 h 6858000"/>
              <a:gd name="connsiteX634" fmla="*/ 2454820 w 7467600"/>
              <a:gd name="connsiteY634" fmla="*/ 1248808 h 6858000"/>
              <a:gd name="connsiteX635" fmla="*/ 2492512 w 7467600"/>
              <a:gd name="connsiteY635" fmla="*/ 1302920 h 6858000"/>
              <a:gd name="connsiteX636" fmla="*/ 2081216 w 7467600"/>
              <a:gd name="connsiteY636" fmla="*/ 2527513 h 6858000"/>
              <a:gd name="connsiteX637" fmla="*/ 2081211 w 7467600"/>
              <a:gd name="connsiteY637" fmla="*/ 2528916 h 6858000"/>
              <a:gd name="connsiteX638" fmla="*/ 2199067 w 7467600"/>
              <a:gd name="connsiteY638" fmla="*/ 2884061 h 6858000"/>
              <a:gd name="connsiteX639" fmla="*/ 3192586 w 7467600"/>
              <a:gd name="connsiteY639" fmla="*/ 3411496 h 6858000"/>
              <a:gd name="connsiteX640" fmla="*/ 3182620 w 7467600"/>
              <a:gd name="connsiteY640" fmla="*/ 3483279 h 6858000"/>
              <a:gd name="connsiteX641" fmla="*/ 2435119 w 7467600"/>
              <a:gd name="connsiteY641" fmla="*/ 3080173 h 6858000"/>
              <a:gd name="connsiteX642" fmla="*/ 2410152 w 7467600"/>
              <a:gd name="connsiteY642" fmla="*/ 3063751 h 6858000"/>
              <a:gd name="connsiteX643" fmla="*/ 2408099 w 7467600"/>
              <a:gd name="connsiteY643" fmla="*/ 3064403 h 6858000"/>
              <a:gd name="connsiteX644" fmla="*/ 2407218 w 7467600"/>
              <a:gd name="connsiteY644" fmla="*/ 3070324 h 6858000"/>
              <a:gd name="connsiteX645" fmla="*/ 2380138 w 7467600"/>
              <a:gd name="connsiteY645" fmla="*/ 3099341 h 6858000"/>
              <a:gd name="connsiteX646" fmla="*/ 1765923 w 7467600"/>
              <a:gd name="connsiteY646" fmla="*/ 3581043 h 6858000"/>
              <a:gd name="connsiteX647" fmla="*/ 1702258 w 7467600"/>
              <a:gd name="connsiteY647" fmla="*/ 3612286 h 6858000"/>
              <a:gd name="connsiteX648" fmla="*/ 1538370 w 7467600"/>
              <a:gd name="connsiteY648" fmla="*/ 3811804 h 6858000"/>
              <a:gd name="connsiteX649" fmla="*/ 542867 w 7467600"/>
              <a:gd name="connsiteY649" fmla="*/ 4944092 h 6858000"/>
              <a:gd name="connsiteX650" fmla="*/ 515800 w 7467600"/>
              <a:gd name="connsiteY650" fmla="*/ 4862180 h 6858000"/>
              <a:gd name="connsiteX651" fmla="*/ 909145 w 7467600"/>
              <a:gd name="connsiteY651" fmla="*/ 4199225 h 6858000"/>
              <a:gd name="connsiteX652" fmla="*/ 1214067 w 7467600"/>
              <a:gd name="connsiteY652" fmla="*/ 3908561 h 6858000"/>
              <a:gd name="connsiteX653" fmla="*/ 640967 w 7467600"/>
              <a:gd name="connsiteY653" fmla="*/ 4105601 h 6858000"/>
              <a:gd name="connsiteX654" fmla="*/ 112563 w 7467600"/>
              <a:gd name="connsiteY654" fmla="*/ 4396952 h 6858000"/>
              <a:gd name="connsiteX655" fmla="*/ 0 w 7467600"/>
              <a:gd name="connsiteY655" fmla="*/ 4466006 h 6858000"/>
              <a:gd name="connsiteX656" fmla="*/ 0 w 7467600"/>
              <a:gd name="connsiteY656" fmla="*/ 4233763 h 6858000"/>
              <a:gd name="connsiteX657" fmla="*/ 36881 w 7467600"/>
              <a:gd name="connsiteY657" fmla="*/ 4200118 h 6858000"/>
              <a:gd name="connsiteX658" fmla="*/ 910534 w 7467600"/>
              <a:gd name="connsiteY658" fmla="*/ 3629753 h 6858000"/>
              <a:gd name="connsiteX659" fmla="*/ 1578717 w 7467600"/>
              <a:gd name="connsiteY659" fmla="*/ 3575982 h 6858000"/>
              <a:gd name="connsiteX660" fmla="*/ 2338780 w 7467600"/>
              <a:gd name="connsiteY660" fmla="*/ 3033725 h 6858000"/>
              <a:gd name="connsiteX661" fmla="*/ 1807991 w 7467600"/>
              <a:gd name="connsiteY661" fmla="*/ 2807184 h 6858000"/>
              <a:gd name="connsiteX662" fmla="*/ 1416358 w 7467600"/>
              <a:gd name="connsiteY662" fmla="*/ 3112571 h 6858000"/>
              <a:gd name="connsiteX663" fmla="*/ 939066 w 7467600"/>
              <a:gd name="connsiteY663" fmla="*/ 3378798 h 6858000"/>
              <a:gd name="connsiteX664" fmla="*/ 115099 w 7467600"/>
              <a:gd name="connsiteY664" fmla="*/ 3607650 h 6858000"/>
              <a:gd name="connsiteX665" fmla="*/ 97284 w 7467600"/>
              <a:gd name="connsiteY665" fmla="*/ 3520393 h 6858000"/>
              <a:gd name="connsiteX666" fmla="*/ 922050 w 7467600"/>
              <a:gd name="connsiteY666" fmla="*/ 3074867 h 6858000"/>
              <a:gd name="connsiteX667" fmla="*/ 1405265 w 7467600"/>
              <a:gd name="connsiteY667" fmla="*/ 3016319 h 6858000"/>
              <a:gd name="connsiteX668" fmla="*/ 1407512 w 7467600"/>
              <a:gd name="connsiteY668" fmla="*/ 3018001 h 6858000"/>
              <a:gd name="connsiteX669" fmla="*/ 1726266 w 7467600"/>
              <a:gd name="connsiteY669" fmla="*/ 2777274 h 6858000"/>
              <a:gd name="connsiteX670" fmla="*/ 625390 w 7467600"/>
              <a:gd name="connsiteY670" fmla="*/ 2514541 h 6858000"/>
              <a:gd name="connsiteX671" fmla="*/ 619799 w 7467600"/>
              <a:gd name="connsiteY671" fmla="*/ 2527180 h 6858000"/>
              <a:gd name="connsiteX672" fmla="*/ 310030 w 7467600"/>
              <a:gd name="connsiteY672" fmla="*/ 2771818 h 6858000"/>
              <a:gd name="connsiteX673" fmla="*/ 173877 w 7467600"/>
              <a:gd name="connsiteY673" fmla="*/ 2937056 h 6858000"/>
              <a:gd name="connsiteX674" fmla="*/ 77889 w 7467600"/>
              <a:gd name="connsiteY674" fmla="*/ 3138440 h 6858000"/>
              <a:gd name="connsiteX675" fmla="*/ 0 w 7467600"/>
              <a:gd name="connsiteY675" fmla="*/ 3271395 h 6858000"/>
              <a:gd name="connsiteX676" fmla="*/ 0 w 7467600"/>
              <a:gd name="connsiteY676" fmla="*/ 3153002 h 6858000"/>
              <a:gd name="connsiteX677" fmla="*/ 2386 w 7467600"/>
              <a:gd name="connsiteY677" fmla="*/ 3149203 h 6858000"/>
              <a:gd name="connsiteX678" fmla="*/ 89753 w 7467600"/>
              <a:gd name="connsiteY678" fmla="*/ 2987702 h 6858000"/>
              <a:gd name="connsiteX679" fmla="*/ 76869 w 7467600"/>
              <a:gd name="connsiteY679" fmla="*/ 3005404 h 6858000"/>
              <a:gd name="connsiteX680" fmla="*/ 32049 w 7467600"/>
              <a:gd name="connsiteY680" fmla="*/ 3065814 h 6858000"/>
              <a:gd name="connsiteX681" fmla="*/ 0 w 7467600"/>
              <a:gd name="connsiteY681" fmla="*/ 3108744 h 6858000"/>
              <a:gd name="connsiteX682" fmla="*/ 0 w 7467600"/>
              <a:gd name="connsiteY682" fmla="*/ 3058059 h 6858000"/>
              <a:gd name="connsiteX683" fmla="*/ 7610 w 7467600"/>
              <a:gd name="connsiteY683" fmla="*/ 3047889 h 6858000"/>
              <a:gd name="connsiteX684" fmla="*/ 52419 w 7467600"/>
              <a:gd name="connsiteY684" fmla="*/ 2987479 h 6858000"/>
              <a:gd name="connsiteX685" fmla="*/ 59142 w 7467600"/>
              <a:gd name="connsiteY685" fmla="*/ 2978488 h 6858000"/>
              <a:gd name="connsiteX686" fmla="*/ 0 w 7467600"/>
              <a:gd name="connsiteY686" fmla="*/ 3015334 h 6858000"/>
              <a:gd name="connsiteX687" fmla="*/ 0 w 7467600"/>
              <a:gd name="connsiteY687" fmla="*/ 2914286 h 6858000"/>
              <a:gd name="connsiteX688" fmla="*/ 36383 w 7467600"/>
              <a:gd name="connsiteY688" fmla="*/ 2901128 h 6858000"/>
              <a:gd name="connsiteX689" fmla="*/ 156329 w 7467600"/>
              <a:gd name="connsiteY689" fmla="*/ 2840533 h 6858000"/>
              <a:gd name="connsiteX690" fmla="*/ 358355 w 7467600"/>
              <a:gd name="connsiteY690" fmla="*/ 2620471 h 6858000"/>
              <a:gd name="connsiteX691" fmla="*/ 510577 w 7467600"/>
              <a:gd name="connsiteY691" fmla="*/ 2501244 h 6858000"/>
              <a:gd name="connsiteX692" fmla="*/ 211967 w 7467600"/>
              <a:gd name="connsiteY692" fmla="*/ 2479171 h 6858000"/>
              <a:gd name="connsiteX693" fmla="*/ 0 w 7467600"/>
              <a:gd name="connsiteY693" fmla="*/ 2476398 h 6858000"/>
              <a:gd name="connsiteX694" fmla="*/ 0 w 7467600"/>
              <a:gd name="connsiteY694" fmla="*/ 2389189 h 6858000"/>
              <a:gd name="connsiteX695" fmla="*/ 103062 w 7467600"/>
              <a:gd name="connsiteY695" fmla="*/ 2389518 h 6858000"/>
              <a:gd name="connsiteX696" fmla="*/ 510734 w 7467600"/>
              <a:gd name="connsiteY696" fmla="*/ 2416201 h 6858000"/>
              <a:gd name="connsiteX697" fmla="*/ 279257 w 7467600"/>
              <a:gd name="connsiteY697" fmla="*/ 2092102 h 6858000"/>
              <a:gd name="connsiteX698" fmla="*/ 65265 w 7467600"/>
              <a:gd name="connsiteY698" fmla="*/ 2006049 h 6858000"/>
              <a:gd name="connsiteX699" fmla="*/ 0 w 7467600"/>
              <a:gd name="connsiteY699" fmla="*/ 1982532 h 6858000"/>
              <a:gd name="connsiteX700" fmla="*/ 0 w 7467600"/>
              <a:gd name="connsiteY700" fmla="*/ 1912789 h 6858000"/>
              <a:gd name="connsiteX701" fmla="*/ 97460 w 7467600"/>
              <a:gd name="connsiteY701" fmla="*/ 1953725 h 6858000"/>
              <a:gd name="connsiteX702" fmla="*/ 221272 w 7467600"/>
              <a:gd name="connsiteY702" fmla="*/ 1980766 h 6858000"/>
              <a:gd name="connsiteX703" fmla="*/ 116765 w 7467600"/>
              <a:gd name="connsiteY703" fmla="*/ 1911033 h 6858000"/>
              <a:gd name="connsiteX704" fmla="*/ 16405 w 7467600"/>
              <a:gd name="connsiteY704" fmla="*/ 1803412 h 6858000"/>
              <a:gd name="connsiteX705" fmla="*/ 0 w 7467600"/>
              <a:gd name="connsiteY705" fmla="*/ 1784777 h 6858000"/>
              <a:gd name="connsiteX706" fmla="*/ 0 w 7467600"/>
              <a:gd name="connsiteY706" fmla="*/ 1740082 h 6858000"/>
              <a:gd name="connsiteX707" fmla="*/ 39394 w 7467600"/>
              <a:gd name="connsiteY707" fmla="*/ 1784856 h 6858000"/>
              <a:gd name="connsiteX708" fmla="*/ 135813 w 7467600"/>
              <a:gd name="connsiteY708" fmla="*/ 1888838 h 6858000"/>
              <a:gd name="connsiteX709" fmla="*/ 242575 w 7467600"/>
              <a:gd name="connsiteY709" fmla="*/ 1958841 h 6858000"/>
              <a:gd name="connsiteX710" fmla="*/ 82197 w 7467600"/>
              <a:gd name="connsiteY710" fmla="*/ 1754826 h 6858000"/>
              <a:gd name="connsiteX711" fmla="*/ 0 w 7467600"/>
              <a:gd name="connsiteY711" fmla="*/ 1679650 h 6858000"/>
              <a:gd name="connsiteX712" fmla="*/ 0 w 7467600"/>
              <a:gd name="connsiteY712" fmla="*/ 1602463 h 6858000"/>
              <a:gd name="connsiteX713" fmla="*/ 84689 w 7467600"/>
              <a:gd name="connsiteY713" fmla="*/ 1677442 h 6858000"/>
              <a:gd name="connsiteX714" fmla="*/ 298437 w 7467600"/>
              <a:gd name="connsiteY714" fmla="*/ 1968019 h 6858000"/>
              <a:gd name="connsiteX715" fmla="*/ 227269 w 7467600"/>
              <a:gd name="connsiteY715" fmla="*/ 1114064 h 6858000"/>
              <a:gd name="connsiteX716" fmla="*/ 248003 w 7467600"/>
              <a:gd name="connsiteY716" fmla="*/ 1089613 h 6858000"/>
              <a:gd name="connsiteX717" fmla="*/ 427020 w 7467600"/>
              <a:gd name="connsiteY717" fmla="*/ 1619803 h 6858000"/>
              <a:gd name="connsiteX718" fmla="*/ 340345 w 7467600"/>
              <a:gd name="connsiteY718" fmla="*/ 2027739 h 6858000"/>
              <a:gd name="connsiteX719" fmla="*/ 360865 w 7467600"/>
              <a:gd name="connsiteY719" fmla="*/ 2044827 h 6858000"/>
              <a:gd name="connsiteX720" fmla="*/ 560414 w 7467600"/>
              <a:gd name="connsiteY720" fmla="*/ 2421457 h 6858000"/>
              <a:gd name="connsiteX721" fmla="*/ 1359703 w 7467600"/>
              <a:gd name="connsiteY721" fmla="*/ 2578554 h 6858000"/>
              <a:gd name="connsiteX722" fmla="*/ 1359422 w 7467600"/>
              <a:gd name="connsiteY722" fmla="*/ 2577994 h 6858000"/>
              <a:gd name="connsiteX723" fmla="*/ 828701 w 7467600"/>
              <a:gd name="connsiteY723" fmla="*/ 1839520 h 6858000"/>
              <a:gd name="connsiteX724" fmla="*/ 494427 w 7467600"/>
              <a:gd name="connsiteY724" fmla="*/ 1092333 h 6858000"/>
              <a:gd name="connsiteX725" fmla="*/ 506322 w 7467600"/>
              <a:gd name="connsiteY725" fmla="*/ 1020997 h 6858000"/>
              <a:gd name="connsiteX726" fmla="*/ 4570198 w 7467600"/>
              <a:gd name="connsiteY726" fmla="*/ 978081 h 6858000"/>
              <a:gd name="connsiteX727" fmla="*/ 4523691 w 7467600"/>
              <a:gd name="connsiteY727" fmla="*/ 1127776 h 6858000"/>
              <a:gd name="connsiteX728" fmla="*/ 4509875 w 7467600"/>
              <a:gd name="connsiteY728" fmla="*/ 1167552 h 6858000"/>
              <a:gd name="connsiteX729" fmla="*/ 4478168 w 7467600"/>
              <a:gd name="connsiteY729" fmla="*/ 1260735 h 6858000"/>
              <a:gd name="connsiteX730" fmla="*/ 4409309 w 7467600"/>
              <a:gd name="connsiteY730" fmla="*/ 1666996 h 6858000"/>
              <a:gd name="connsiteX731" fmla="*/ 4370031 w 7467600"/>
              <a:gd name="connsiteY731" fmla="*/ 1955666 h 6858000"/>
              <a:gd name="connsiteX732" fmla="*/ 4570198 w 7467600"/>
              <a:gd name="connsiteY732" fmla="*/ 978081 h 6858000"/>
              <a:gd name="connsiteX733" fmla="*/ 4557898 w 7467600"/>
              <a:gd name="connsiteY733" fmla="*/ 900011 h 6858000"/>
              <a:gd name="connsiteX734" fmla="*/ 4344840 w 7467600"/>
              <a:gd name="connsiteY734" fmla="*/ 1922038 h 6858000"/>
              <a:gd name="connsiteX735" fmla="*/ 4378710 w 7467600"/>
              <a:gd name="connsiteY735" fmla="*/ 1665516 h 6858000"/>
              <a:gd name="connsiteX736" fmla="*/ 4448798 w 7467600"/>
              <a:gd name="connsiteY736" fmla="*/ 1253024 h 6858000"/>
              <a:gd name="connsiteX737" fmla="*/ 4480315 w 7467600"/>
              <a:gd name="connsiteY737" fmla="*/ 1158454 h 6858000"/>
              <a:gd name="connsiteX738" fmla="*/ 4494133 w 7467600"/>
              <a:gd name="connsiteY738" fmla="*/ 1118676 h 6858000"/>
              <a:gd name="connsiteX739" fmla="*/ 4557898 w 7467600"/>
              <a:gd name="connsiteY739" fmla="*/ 900011 h 6858000"/>
              <a:gd name="connsiteX740" fmla="*/ 5870151 w 7467600"/>
              <a:gd name="connsiteY740" fmla="*/ 898890 h 6858000"/>
              <a:gd name="connsiteX741" fmla="*/ 5861335 w 7467600"/>
              <a:gd name="connsiteY741" fmla="*/ 899177 h 6858000"/>
              <a:gd name="connsiteX742" fmla="*/ 5843702 w 7467600"/>
              <a:gd name="connsiteY742" fmla="*/ 899748 h 6858000"/>
              <a:gd name="connsiteX743" fmla="*/ 5651107 w 7467600"/>
              <a:gd name="connsiteY743" fmla="*/ 920306 h 6858000"/>
              <a:gd name="connsiteX744" fmla="*/ 5459407 w 7467600"/>
              <a:gd name="connsiteY744" fmla="*/ 940975 h 6858000"/>
              <a:gd name="connsiteX745" fmla="*/ 5374846 w 7467600"/>
              <a:gd name="connsiteY745" fmla="*/ 941988 h 6858000"/>
              <a:gd name="connsiteX746" fmla="*/ 5256105 w 7467600"/>
              <a:gd name="connsiteY746" fmla="*/ 945632 h 6858000"/>
              <a:gd name="connsiteX747" fmla="*/ 5107071 w 7467600"/>
              <a:gd name="connsiteY747" fmla="*/ 969720 h 6858000"/>
              <a:gd name="connsiteX748" fmla="*/ 4998681 w 7467600"/>
              <a:gd name="connsiteY748" fmla="*/ 988771 h 6858000"/>
              <a:gd name="connsiteX749" fmla="*/ 5870151 w 7467600"/>
              <a:gd name="connsiteY749" fmla="*/ 898890 h 6858000"/>
              <a:gd name="connsiteX750" fmla="*/ 5504425 w 7467600"/>
              <a:gd name="connsiteY750" fmla="*/ 848067 h 6858000"/>
              <a:gd name="connsiteX751" fmla="*/ 4968849 w 7467600"/>
              <a:gd name="connsiteY751" fmla="*/ 962318 h 6858000"/>
              <a:gd name="connsiteX752" fmla="*/ 5104039 w 7467600"/>
              <a:gd name="connsiteY752" fmla="*/ 940634 h 6858000"/>
              <a:gd name="connsiteX753" fmla="*/ 5256311 w 7467600"/>
              <a:gd name="connsiteY753" fmla="*/ 916490 h 6858000"/>
              <a:gd name="connsiteX754" fmla="*/ 5377381 w 7467600"/>
              <a:gd name="connsiteY754" fmla="*/ 912671 h 6858000"/>
              <a:gd name="connsiteX755" fmla="*/ 5460148 w 7467600"/>
              <a:gd name="connsiteY755" fmla="*/ 911442 h 6858000"/>
              <a:gd name="connsiteX756" fmla="*/ 5648971 w 7467600"/>
              <a:gd name="connsiteY756" fmla="*/ 891331 h 6858000"/>
              <a:gd name="connsiteX757" fmla="*/ 5844807 w 7467600"/>
              <a:gd name="connsiteY757" fmla="*/ 870718 h 6858000"/>
              <a:gd name="connsiteX758" fmla="*/ 5862975 w 7467600"/>
              <a:gd name="connsiteY758" fmla="*/ 869756 h 6858000"/>
              <a:gd name="connsiteX759" fmla="*/ 5920887 w 7467600"/>
              <a:gd name="connsiteY759" fmla="*/ 865929 h 6858000"/>
              <a:gd name="connsiteX760" fmla="*/ 5504425 w 7467600"/>
              <a:gd name="connsiteY760" fmla="*/ 848067 h 6858000"/>
              <a:gd name="connsiteX761" fmla="*/ 3607114 w 7467600"/>
              <a:gd name="connsiteY761" fmla="*/ 467441 h 6858000"/>
              <a:gd name="connsiteX762" fmla="*/ 3296242 w 7467600"/>
              <a:gd name="connsiteY762" fmla="*/ 807991 h 6858000"/>
              <a:gd name="connsiteX763" fmla="*/ 3174674 w 7467600"/>
              <a:gd name="connsiteY763" fmla="*/ 919759 h 6858000"/>
              <a:gd name="connsiteX764" fmla="*/ 3042978 w 7467600"/>
              <a:gd name="connsiteY764" fmla="*/ 1054894 h 6858000"/>
              <a:gd name="connsiteX765" fmla="*/ 2968914 w 7467600"/>
              <a:gd name="connsiteY765" fmla="*/ 1133756 h 6858000"/>
              <a:gd name="connsiteX766" fmla="*/ 3103823 w 7467600"/>
              <a:gd name="connsiteY766" fmla="*/ 1026814 h 6858000"/>
              <a:gd name="connsiteX767" fmla="*/ 3607114 w 7467600"/>
              <a:gd name="connsiteY767" fmla="*/ 467441 h 6858000"/>
              <a:gd name="connsiteX768" fmla="*/ 3744487 w 7467600"/>
              <a:gd name="connsiteY768" fmla="*/ 383136 h 6858000"/>
              <a:gd name="connsiteX769" fmla="*/ 3970213 w 7467600"/>
              <a:gd name="connsiteY769" fmla="*/ 995559 h 6858000"/>
              <a:gd name="connsiteX770" fmla="*/ 3744487 w 7467600"/>
              <a:gd name="connsiteY770" fmla="*/ 383136 h 6858000"/>
              <a:gd name="connsiteX771" fmla="*/ 3624562 w 7467600"/>
              <a:gd name="connsiteY771" fmla="*/ 367041 h 6858000"/>
              <a:gd name="connsiteX772" fmla="*/ 3489712 w 7467600"/>
              <a:gd name="connsiteY772" fmla="*/ 485386 h 6858000"/>
              <a:gd name="connsiteX773" fmla="*/ 3182994 w 7467600"/>
              <a:gd name="connsiteY773" fmla="*/ 828265 h 6858000"/>
              <a:gd name="connsiteX774" fmla="*/ 2892114 w 7467600"/>
              <a:gd name="connsiteY774" fmla="*/ 1172635 h 6858000"/>
              <a:gd name="connsiteX775" fmla="*/ 3021459 w 7467600"/>
              <a:gd name="connsiteY775" fmla="*/ 1035385 h 6858000"/>
              <a:gd name="connsiteX776" fmla="*/ 3153873 w 7467600"/>
              <a:gd name="connsiteY776" fmla="*/ 898971 h 6858000"/>
              <a:gd name="connsiteX777" fmla="*/ 3276511 w 7467600"/>
              <a:gd name="connsiteY777" fmla="*/ 786423 h 6858000"/>
              <a:gd name="connsiteX778" fmla="*/ 3584154 w 7467600"/>
              <a:gd name="connsiteY778" fmla="*/ 448218 h 6858000"/>
              <a:gd name="connsiteX779" fmla="*/ 3624562 w 7467600"/>
              <a:gd name="connsiteY779" fmla="*/ 367041 h 6858000"/>
              <a:gd name="connsiteX780" fmla="*/ 3766672 w 7467600"/>
              <a:gd name="connsiteY780" fmla="*/ 359429 h 6858000"/>
              <a:gd name="connsiteX781" fmla="*/ 3996338 w 7467600"/>
              <a:gd name="connsiteY781" fmla="*/ 968237 h 6858000"/>
              <a:gd name="connsiteX782" fmla="*/ 3766672 w 7467600"/>
              <a:gd name="connsiteY782" fmla="*/ 359429 h 6858000"/>
              <a:gd name="connsiteX783" fmla="*/ 5805386 w 7467600"/>
              <a:gd name="connsiteY783" fmla="*/ 239240 h 6858000"/>
              <a:gd name="connsiteX784" fmla="*/ 5736947 w 7467600"/>
              <a:gd name="connsiteY784" fmla="*/ 261367 h 6858000"/>
              <a:gd name="connsiteX785" fmla="*/ 5427012 w 7467600"/>
              <a:gd name="connsiteY785" fmla="*/ 311272 h 6858000"/>
              <a:gd name="connsiteX786" fmla="*/ 5147818 w 7467600"/>
              <a:gd name="connsiteY786" fmla="*/ 322112 h 6858000"/>
              <a:gd name="connsiteX787" fmla="*/ 5060854 w 7467600"/>
              <a:gd name="connsiteY787" fmla="*/ 311882 h 6858000"/>
              <a:gd name="connsiteX788" fmla="*/ 4945989 w 7467600"/>
              <a:gd name="connsiteY788" fmla="*/ 300516 h 6858000"/>
              <a:gd name="connsiteX789" fmla="*/ 5410479 w 7467600"/>
              <a:gd name="connsiteY789" fmla="*/ 348434 h 6858000"/>
              <a:gd name="connsiteX790" fmla="*/ 5805386 w 7467600"/>
              <a:gd name="connsiteY790" fmla="*/ 239240 h 6858000"/>
              <a:gd name="connsiteX791" fmla="*/ 5905192 w 7467600"/>
              <a:gd name="connsiteY791" fmla="*/ 163079 h 6858000"/>
              <a:gd name="connsiteX792" fmla="*/ 5865655 w 7467600"/>
              <a:gd name="connsiteY792" fmla="*/ 171901 h 6858000"/>
              <a:gd name="connsiteX793" fmla="*/ 5259740 w 7467600"/>
              <a:gd name="connsiteY793" fmla="*/ 257013 h 6858000"/>
              <a:gd name="connsiteX794" fmla="*/ 5208466 w 7467600"/>
              <a:gd name="connsiteY794" fmla="*/ 257550 h 6858000"/>
              <a:gd name="connsiteX795" fmla="*/ 4980204 w 7467600"/>
              <a:gd name="connsiteY795" fmla="*/ 271903 h 6858000"/>
              <a:gd name="connsiteX796" fmla="*/ 5068068 w 7467600"/>
              <a:gd name="connsiteY796" fmla="*/ 282244 h 6858000"/>
              <a:gd name="connsiteX797" fmla="*/ 5153231 w 7467600"/>
              <a:gd name="connsiteY797" fmla="*/ 292240 h 6858000"/>
              <a:gd name="connsiteX798" fmla="*/ 5426491 w 7467600"/>
              <a:gd name="connsiteY798" fmla="*/ 281128 h 6858000"/>
              <a:gd name="connsiteX799" fmla="*/ 5731212 w 7467600"/>
              <a:gd name="connsiteY799" fmla="*/ 231951 h 6858000"/>
              <a:gd name="connsiteX800" fmla="*/ 5905192 w 7467600"/>
              <a:gd name="connsiteY800" fmla="*/ 163079 h 6858000"/>
              <a:gd name="connsiteX801" fmla="*/ 5944437 w 7467600"/>
              <a:gd name="connsiteY801" fmla="*/ 113829 h 6858000"/>
              <a:gd name="connsiteX802" fmla="*/ 5825032 w 7467600"/>
              <a:gd name="connsiteY802" fmla="*/ 146405 h 6858000"/>
              <a:gd name="connsiteX803" fmla="*/ 4955599 w 7467600"/>
              <a:gd name="connsiteY803" fmla="*/ 247008 h 6858000"/>
              <a:gd name="connsiteX804" fmla="*/ 5210104 w 7467600"/>
              <a:gd name="connsiteY804" fmla="*/ 228123 h 6858000"/>
              <a:gd name="connsiteX805" fmla="*/ 5261015 w 7467600"/>
              <a:gd name="connsiteY805" fmla="*/ 227087 h 6858000"/>
              <a:gd name="connsiteX806" fmla="*/ 5861181 w 7467600"/>
              <a:gd name="connsiteY806" fmla="*/ 143093 h 6858000"/>
              <a:gd name="connsiteX807" fmla="*/ 5961252 w 7467600"/>
              <a:gd name="connsiteY807" fmla="*/ 114820 h 6858000"/>
              <a:gd name="connsiteX808" fmla="*/ 5944437 w 7467600"/>
              <a:gd name="connsiteY808" fmla="*/ 113829 h 6858000"/>
              <a:gd name="connsiteX809" fmla="*/ 3882765 w 7467600"/>
              <a:gd name="connsiteY809" fmla="*/ 0 h 6858000"/>
              <a:gd name="connsiteX810" fmla="*/ 3995099 w 7467600"/>
              <a:gd name="connsiteY810" fmla="*/ 0 h 6858000"/>
              <a:gd name="connsiteX811" fmla="*/ 4163818 w 7467600"/>
              <a:gd name="connsiteY811" fmla="*/ 234104 h 6858000"/>
              <a:gd name="connsiteX812" fmla="*/ 4172099 w 7467600"/>
              <a:gd name="connsiteY812" fmla="*/ 234207 h 6858000"/>
              <a:gd name="connsiteX813" fmla="*/ 4784282 w 7467600"/>
              <a:gd name="connsiteY813" fmla="*/ 276561 h 6858000"/>
              <a:gd name="connsiteX814" fmla="*/ 4801687 w 7467600"/>
              <a:gd name="connsiteY814" fmla="*/ 267764 h 6858000"/>
              <a:gd name="connsiteX815" fmla="*/ 6082788 w 7467600"/>
              <a:gd name="connsiteY815" fmla="*/ 64119 h 6858000"/>
              <a:gd name="connsiteX816" fmla="*/ 6099442 w 7467600"/>
              <a:gd name="connsiteY816" fmla="*/ 82568 h 6858000"/>
              <a:gd name="connsiteX817" fmla="*/ 4804137 w 7467600"/>
              <a:gd name="connsiteY817" fmla="*/ 320931 h 6858000"/>
              <a:gd name="connsiteX818" fmla="*/ 4227047 w 7467600"/>
              <a:gd name="connsiteY818" fmla="*/ 313415 h 6858000"/>
              <a:gd name="connsiteX819" fmla="*/ 4346041 w 7467600"/>
              <a:gd name="connsiteY819" fmla="*/ 456086 h 6858000"/>
              <a:gd name="connsiteX820" fmla="*/ 4870967 w 7467600"/>
              <a:gd name="connsiteY820" fmla="*/ 963061 h 6858000"/>
              <a:gd name="connsiteX821" fmla="*/ 4889647 w 7467600"/>
              <a:gd name="connsiteY821" fmla="*/ 957147 h 6858000"/>
              <a:gd name="connsiteX822" fmla="*/ 5422504 w 7467600"/>
              <a:gd name="connsiteY822" fmla="*/ 805191 h 6858000"/>
              <a:gd name="connsiteX823" fmla="*/ 6087656 w 7467600"/>
              <a:gd name="connsiteY823" fmla="*/ 826703 h 6858000"/>
              <a:gd name="connsiteX824" fmla="*/ 6058717 w 7467600"/>
              <a:gd name="connsiteY824" fmla="*/ 865992 h 6858000"/>
              <a:gd name="connsiteX825" fmla="*/ 4974153 w 7467600"/>
              <a:gd name="connsiteY825" fmla="*/ 1045456 h 6858000"/>
              <a:gd name="connsiteX826" fmla="*/ 5627835 w 7467600"/>
              <a:gd name="connsiteY826" fmla="*/ 1472077 h 6858000"/>
              <a:gd name="connsiteX827" fmla="*/ 5629817 w 7467600"/>
              <a:gd name="connsiteY827" fmla="*/ 1471412 h 6858000"/>
              <a:gd name="connsiteX828" fmla="*/ 5634124 w 7467600"/>
              <a:gd name="connsiteY828" fmla="*/ 1470572 h 6858000"/>
              <a:gd name="connsiteX829" fmla="*/ 5755832 w 7467600"/>
              <a:gd name="connsiteY829" fmla="*/ 1383886 h 6858000"/>
              <a:gd name="connsiteX830" fmla="*/ 6014186 w 7467600"/>
              <a:gd name="connsiteY830" fmla="*/ 1279799 h 6858000"/>
              <a:gd name="connsiteX831" fmla="*/ 6901619 w 7467600"/>
              <a:gd name="connsiteY831" fmla="*/ 1047874 h 6858000"/>
              <a:gd name="connsiteX832" fmla="*/ 6931566 w 7467600"/>
              <a:gd name="connsiteY832" fmla="*/ 1062034 h 6858000"/>
              <a:gd name="connsiteX833" fmla="*/ 5790982 w 7467600"/>
              <a:gd name="connsiteY833" fmla="*/ 1561380 h 6858000"/>
              <a:gd name="connsiteX834" fmla="*/ 6188971 w 7467600"/>
              <a:gd name="connsiteY834" fmla="*/ 1755168 h 6858000"/>
              <a:gd name="connsiteX835" fmla="*/ 6202446 w 7467600"/>
              <a:gd name="connsiteY835" fmla="*/ 1752268 h 6858000"/>
              <a:gd name="connsiteX836" fmla="*/ 7179560 w 7467600"/>
              <a:gd name="connsiteY836" fmla="*/ 1467551 h 6858000"/>
              <a:gd name="connsiteX837" fmla="*/ 7158730 w 7467600"/>
              <a:gd name="connsiteY837" fmla="*/ 1507835 h 6858000"/>
              <a:gd name="connsiteX838" fmla="*/ 6326959 w 7467600"/>
              <a:gd name="connsiteY838" fmla="*/ 1817686 h 6858000"/>
              <a:gd name="connsiteX839" fmla="*/ 6537433 w 7467600"/>
              <a:gd name="connsiteY839" fmla="*/ 1907790 h 6858000"/>
              <a:gd name="connsiteX840" fmla="*/ 6550221 w 7467600"/>
              <a:gd name="connsiteY840" fmla="*/ 1910729 h 6858000"/>
              <a:gd name="connsiteX841" fmla="*/ 6964438 w 7467600"/>
              <a:gd name="connsiteY841" fmla="*/ 2209505 h 6858000"/>
              <a:gd name="connsiteX842" fmla="*/ 7367862 w 7467600"/>
              <a:gd name="connsiteY842" fmla="*/ 2806833 h 6858000"/>
              <a:gd name="connsiteX843" fmla="*/ 7364329 w 7467600"/>
              <a:gd name="connsiteY843" fmla="*/ 2826907 h 6858000"/>
              <a:gd name="connsiteX844" fmla="*/ 7290545 w 7467600"/>
              <a:gd name="connsiteY844" fmla="*/ 2850663 h 6858000"/>
              <a:gd name="connsiteX845" fmla="*/ 6472036 w 7467600"/>
              <a:gd name="connsiteY845" fmla="*/ 1959003 h 6858000"/>
              <a:gd name="connsiteX846" fmla="*/ 5792897 w 7467600"/>
              <a:gd name="connsiteY846" fmla="*/ 1647747 h 6858000"/>
              <a:gd name="connsiteX847" fmla="*/ 5842751 w 7467600"/>
              <a:gd name="connsiteY847" fmla="*/ 1816112 h 6858000"/>
              <a:gd name="connsiteX848" fmla="*/ 5847424 w 7467600"/>
              <a:gd name="connsiteY848" fmla="*/ 1815776 h 6858000"/>
              <a:gd name="connsiteX849" fmla="*/ 6399821 w 7467600"/>
              <a:gd name="connsiteY849" fmla="*/ 2344799 h 6858000"/>
              <a:gd name="connsiteX850" fmla="*/ 6323232 w 7467600"/>
              <a:gd name="connsiteY850" fmla="*/ 2389634 h 6858000"/>
              <a:gd name="connsiteX851" fmla="*/ 5942958 w 7467600"/>
              <a:gd name="connsiteY851" fmla="*/ 2077708 h 6858000"/>
              <a:gd name="connsiteX852" fmla="*/ 5921559 w 7467600"/>
              <a:gd name="connsiteY852" fmla="*/ 2378596 h 6858000"/>
              <a:gd name="connsiteX853" fmla="*/ 5817651 w 7467600"/>
              <a:gd name="connsiteY853" fmla="*/ 3023919 h 6858000"/>
              <a:gd name="connsiteX854" fmla="*/ 5729634 w 7467600"/>
              <a:gd name="connsiteY854" fmla="*/ 3051849 h 6858000"/>
              <a:gd name="connsiteX855" fmla="*/ 5611018 w 7467600"/>
              <a:gd name="connsiteY855" fmla="*/ 2316769 h 6858000"/>
              <a:gd name="connsiteX856" fmla="*/ 5687608 w 7467600"/>
              <a:gd name="connsiteY856" fmla="*/ 2039972 h 6858000"/>
              <a:gd name="connsiteX857" fmla="*/ 5657554 w 7467600"/>
              <a:gd name="connsiteY857" fmla="*/ 1576445 h 6858000"/>
              <a:gd name="connsiteX858" fmla="*/ 5150475 w 7467600"/>
              <a:gd name="connsiteY858" fmla="*/ 1274012 h 6858000"/>
              <a:gd name="connsiteX859" fmla="*/ 5349142 w 7467600"/>
              <a:gd name="connsiteY859" fmla="*/ 2204405 h 6858000"/>
              <a:gd name="connsiteX860" fmla="*/ 5262214 w 7467600"/>
              <a:gd name="connsiteY860" fmla="*/ 2233836 h 6858000"/>
              <a:gd name="connsiteX861" fmla="*/ 4981539 w 7467600"/>
              <a:gd name="connsiteY861" fmla="*/ 1542201 h 6858000"/>
              <a:gd name="connsiteX862" fmla="*/ 4958461 w 7467600"/>
              <a:gd name="connsiteY862" fmla="*/ 1136957 h 6858000"/>
              <a:gd name="connsiteX863" fmla="*/ 4655015 w 7467600"/>
              <a:gd name="connsiteY863" fmla="*/ 891426 h 6858000"/>
              <a:gd name="connsiteX864" fmla="*/ 4348002 w 7467600"/>
              <a:gd name="connsiteY864" fmla="*/ 2205895 h 6858000"/>
              <a:gd name="connsiteX865" fmla="*/ 4262250 w 7467600"/>
              <a:gd name="connsiteY865" fmla="*/ 2219972 h 6858000"/>
              <a:gd name="connsiteX866" fmla="*/ 4550611 w 7467600"/>
              <a:gd name="connsiteY866" fmla="*/ 817540 h 6858000"/>
              <a:gd name="connsiteX867" fmla="*/ 4564418 w 7467600"/>
              <a:gd name="connsiteY867" fmla="*/ 808293 h 6858000"/>
              <a:gd name="connsiteX868" fmla="*/ 4266388 w 7467600"/>
              <a:gd name="connsiteY868" fmla="*/ 500083 h 6858000"/>
              <a:gd name="connsiteX869" fmla="*/ 4032842 w 7467600"/>
              <a:gd name="connsiteY869" fmla="*/ 211809 h 6858000"/>
              <a:gd name="connsiteX870" fmla="*/ 3882765 w 7467600"/>
              <a:gd name="connsiteY870" fmla="*/ 0 h 6858000"/>
              <a:gd name="connsiteX871" fmla="*/ 3721337 w 7467600"/>
              <a:gd name="connsiteY871" fmla="*/ 0 h 6858000"/>
              <a:gd name="connsiteX872" fmla="*/ 3797544 w 7467600"/>
              <a:gd name="connsiteY872" fmla="*/ 0 h 6858000"/>
              <a:gd name="connsiteX873" fmla="*/ 3775734 w 7467600"/>
              <a:gd name="connsiteY873" fmla="*/ 95131 h 6858000"/>
              <a:gd name="connsiteX874" fmla="*/ 3724807 w 7467600"/>
              <a:gd name="connsiteY874" fmla="*/ 272257 h 6858000"/>
              <a:gd name="connsiteX875" fmla="*/ 3726844 w 7467600"/>
              <a:gd name="connsiteY875" fmla="*/ 282988 h 6858000"/>
              <a:gd name="connsiteX876" fmla="*/ 3742664 w 7467600"/>
              <a:gd name="connsiteY876" fmla="*/ 279918 h 6858000"/>
              <a:gd name="connsiteX877" fmla="*/ 4103910 w 7467600"/>
              <a:gd name="connsiteY877" fmla="*/ 1161917 h 6858000"/>
              <a:gd name="connsiteX878" fmla="*/ 4020269 w 7467600"/>
              <a:gd name="connsiteY878" fmla="*/ 1200406 h 6858000"/>
              <a:gd name="connsiteX879" fmla="*/ 3674882 w 7467600"/>
              <a:gd name="connsiteY879" fmla="*/ 488524 h 6858000"/>
              <a:gd name="connsiteX880" fmla="*/ 3132682 w 7467600"/>
              <a:gd name="connsiteY880" fmla="*/ 1072284 h 6858000"/>
              <a:gd name="connsiteX881" fmla="*/ 2716346 w 7467600"/>
              <a:gd name="connsiteY881" fmla="*/ 1276376 h 6858000"/>
              <a:gd name="connsiteX882" fmla="*/ 2716772 w 7467600"/>
              <a:gd name="connsiteY882" fmla="*/ 1255462 h 6858000"/>
              <a:gd name="connsiteX883" fmla="*/ 3471096 w 7467600"/>
              <a:gd name="connsiteY883" fmla="*/ 437072 h 6858000"/>
              <a:gd name="connsiteX884" fmla="*/ 3639057 w 7467600"/>
              <a:gd name="connsiteY884" fmla="*/ 286334 h 6858000"/>
              <a:gd name="connsiteX885" fmla="*/ 3640309 w 7467600"/>
              <a:gd name="connsiteY885" fmla="*/ 284664 h 6858000"/>
              <a:gd name="connsiteX886" fmla="*/ 3646022 w 7467600"/>
              <a:gd name="connsiteY886" fmla="*/ 276711 h 6858000"/>
              <a:gd name="connsiteX887" fmla="*/ 3707943 w 7467600"/>
              <a:gd name="connsiteY887" fmla="*/ 65958 h 6858000"/>
              <a:gd name="connsiteX888" fmla="*/ 3721337 w 7467600"/>
              <a:gd name="connsiteY888" fmla="*/ 0 h 6858000"/>
              <a:gd name="connsiteX889" fmla="*/ 2867960 w 7467600"/>
              <a:gd name="connsiteY889" fmla="*/ 0 h 6858000"/>
              <a:gd name="connsiteX890" fmla="*/ 2926351 w 7467600"/>
              <a:gd name="connsiteY890" fmla="*/ 0 h 6858000"/>
              <a:gd name="connsiteX891" fmla="*/ 2902823 w 7467600"/>
              <a:gd name="connsiteY891" fmla="*/ 262929 h 6858000"/>
              <a:gd name="connsiteX892" fmla="*/ 2940663 w 7467600"/>
              <a:gd name="connsiteY892" fmla="*/ 140884 h 6858000"/>
              <a:gd name="connsiteX893" fmla="*/ 2947039 w 7467600"/>
              <a:gd name="connsiteY893" fmla="*/ 122524 h 6858000"/>
              <a:gd name="connsiteX894" fmla="*/ 2984316 w 7467600"/>
              <a:gd name="connsiteY894" fmla="*/ 0 h 6858000"/>
              <a:gd name="connsiteX895" fmla="*/ 3016114 w 7467600"/>
              <a:gd name="connsiteY895" fmla="*/ 0 h 6858000"/>
              <a:gd name="connsiteX896" fmla="*/ 2979949 w 7467600"/>
              <a:gd name="connsiteY896" fmla="*/ 119274 h 6858000"/>
              <a:gd name="connsiteX897" fmla="*/ 3023879 w 7467600"/>
              <a:gd name="connsiteY897" fmla="*/ 0 h 6858000"/>
              <a:gd name="connsiteX898" fmla="*/ 3105400 w 7467600"/>
              <a:gd name="connsiteY898" fmla="*/ 0 h 6858000"/>
              <a:gd name="connsiteX899" fmla="*/ 3094669 w 7467600"/>
              <a:gd name="connsiteY899" fmla="*/ 30308 h 6858000"/>
              <a:gd name="connsiteX900" fmla="*/ 2901945 w 7467600"/>
              <a:gd name="connsiteY900" fmla="*/ 466538 h 6858000"/>
              <a:gd name="connsiteX901" fmla="*/ 2815209 w 7467600"/>
              <a:gd name="connsiteY901" fmla="*/ 497361 h 6858000"/>
              <a:gd name="connsiteX902" fmla="*/ 2844845 w 7467600"/>
              <a:gd name="connsiteY902" fmla="*/ 127638 h 6858000"/>
              <a:gd name="connsiteX903" fmla="*/ 2867960 w 7467600"/>
              <a:gd name="connsiteY903" fmla="*/ 0 h 6858000"/>
              <a:gd name="connsiteX904" fmla="*/ 1057230 w 7467600"/>
              <a:gd name="connsiteY904" fmla="*/ 0 h 6858000"/>
              <a:gd name="connsiteX905" fmla="*/ 1111003 w 7467600"/>
              <a:gd name="connsiteY905" fmla="*/ 0 h 6858000"/>
              <a:gd name="connsiteX906" fmla="*/ 1125553 w 7467600"/>
              <a:gd name="connsiteY906" fmla="*/ 52588 h 6858000"/>
              <a:gd name="connsiteX907" fmla="*/ 1304276 w 7467600"/>
              <a:gd name="connsiteY907" fmla="*/ 476275 h 6858000"/>
              <a:gd name="connsiteX908" fmla="*/ 1492066 w 7467600"/>
              <a:gd name="connsiteY908" fmla="*/ 886333 h 6858000"/>
              <a:gd name="connsiteX909" fmla="*/ 1423698 w 7467600"/>
              <a:gd name="connsiteY909" fmla="*/ 710817 h 6858000"/>
              <a:gd name="connsiteX910" fmla="*/ 1357609 w 7467600"/>
              <a:gd name="connsiteY910" fmla="*/ 532892 h 6858000"/>
              <a:gd name="connsiteX911" fmla="*/ 1309550 w 7467600"/>
              <a:gd name="connsiteY911" fmla="*/ 374031 h 6858000"/>
              <a:gd name="connsiteX912" fmla="*/ 1193673 w 7467600"/>
              <a:gd name="connsiteY912" fmla="*/ 49533 h 6858000"/>
              <a:gd name="connsiteX913" fmla="*/ 1164391 w 7467600"/>
              <a:gd name="connsiteY913" fmla="*/ 0 h 6858000"/>
              <a:gd name="connsiteX914" fmla="*/ 1200666 w 7467600"/>
              <a:gd name="connsiteY914" fmla="*/ 0 h 6858000"/>
              <a:gd name="connsiteX915" fmla="*/ 1223408 w 7467600"/>
              <a:gd name="connsiteY915" fmla="*/ 38996 h 6858000"/>
              <a:gd name="connsiteX916" fmla="*/ 1339635 w 7467600"/>
              <a:gd name="connsiteY916" fmla="*/ 365517 h 6858000"/>
              <a:gd name="connsiteX917" fmla="*/ 1387469 w 7467600"/>
              <a:gd name="connsiteY917" fmla="*/ 523079 h 6858000"/>
              <a:gd name="connsiteX918" fmla="*/ 1452685 w 7467600"/>
              <a:gd name="connsiteY918" fmla="*/ 699806 h 6858000"/>
              <a:gd name="connsiteX919" fmla="*/ 1492092 w 7467600"/>
              <a:gd name="connsiteY919" fmla="*/ 800424 h 6858000"/>
              <a:gd name="connsiteX920" fmla="*/ 1455302 w 7467600"/>
              <a:gd name="connsiteY920" fmla="*/ 632913 h 6858000"/>
              <a:gd name="connsiteX921" fmla="*/ 1222336 w 7467600"/>
              <a:gd name="connsiteY921" fmla="*/ 9480 h 6858000"/>
              <a:gd name="connsiteX922" fmla="*/ 1214634 w 7467600"/>
              <a:gd name="connsiteY922" fmla="*/ 0 h 6858000"/>
              <a:gd name="connsiteX923" fmla="*/ 1289827 w 7467600"/>
              <a:gd name="connsiteY923" fmla="*/ 0 h 6858000"/>
              <a:gd name="connsiteX924" fmla="*/ 1321076 w 7467600"/>
              <a:gd name="connsiteY924" fmla="*/ 59722 h 6858000"/>
              <a:gd name="connsiteX925" fmla="*/ 1512579 w 7467600"/>
              <a:gd name="connsiteY925" fmla="*/ 626441 h 6858000"/>
              <a:gd name="connsiteX926" fmla="*/ 1506076 w 7467600"/>
              <a:gd name="connsiteY926" fmla="*/ 1089289 h 6858000"/>
              <a:gd name="connsiteX927" fmla="*/ 1486346 w 7467600"/>
              <a:gd name="connsiteY927" fmla="*/ 1079919 h 6858000"/>
              <a:gd name="connsiteX928" fmla="*/ 1070511 w 7467600"/>
              <a:gd name="connsiteY928" fmla="*/ 48609 h 6858000"/>
              <a:gd name="connsiteX929" fmla="*/ 1057230 w 7467600"/>
              <a:gd name="connsiteY929" fmla="*/ 0 h 6858000"/>
              <a:gd name="connsiteX930" fmla="*/ 43151 w 7467600"/>
              <a:gd name="connsiteY930" fmla="*/ 0 h 6858000"/>
              <a:gd name="connsiteX931" fmla="*/ 95283 w 7467600"/>
              <a:gd name="connsiteY931" fmla="*/ 0 h 6858000"/>
              <a:gd name="connsiteX932" fmla="*/ 300708 w 7467600"/>
              <a:gd name="connsiteY932" fmla="*/ 154571 h 6858000"/>
              <a:gd name="connsiteX933" fmla="*/ 530414 w 7467600"/>
              <a:gd name="connsiteY933" fmla="*/ 354673 h 6858000"/>
              <a:gd name="connsiteX934" fmla="*/ 333785 w 7467600"/>
              <a:gd name="connsiteY934" fmla="*/ 161564 h 6858000"/>
              <a:gd name="connsiteX935" fmla="*/ 147005 w 7467600"/>
              <a:gd name="connsiteY935" fmla="*/ 0 h 6858000"/>
              <a:gd name="connsiteX936" fmla="*/ 272509 w 7467600"/>
              <a:gd name="connsiteY936" fmla="*/ 0 h 6858000"/>
              <a:gd name="connsiteX937" fmla="*/ 326276 w 7467600"/>
              <a:gd name="connsiteY937" fmla="*/ 45847 h 6858000"/>
              <a:gd name="connsiteX938" fmla="*/ 823759 w 7467600"/>
              <a:gd name="connsiteY938" fmla="*/ 574145 h 6858000"/>
              <a:gd name="connsiteX939" fmla="*/ 811254 w 7467600"/>
              <a:gd name="connsiteY939" fmla="*/ 665546 h 6858000"/>
              <a:gd name="connsiteX940" fmla="*/ 154042 w 7467600"/>
              <a:gd name="connsiteY940" fmla="*/ 261522 h 6858000"/>
              <a:gd name="connsiteX941" fmla="*/ 13550 w 7467600"/>
              <a:gd name="connsiteY941" fmla="*/ 158423 h 6858000"/>
              <a:gd name="connsiteX942" fmla="*/ 0 w 7467600"/>
              <a:gd name="connsiteY942" fmla="*/ 146618 h 6858000"/>
              <a:gd name="connsiteX943" fmla="*/ 0 w 7467600"/>
              <a:gd name="connsiteY943" fmla="*/ 59161 h 6858000"/>
              <a:gd name="connsiteX944" fmla="*/ 45427 w 7467600"/>
              <a:gd name="connsiteY944" fmla="*/ 101078 h 6858000"/>
              <a:gd name="connsiteX945" fmla="*/ 630103 w 7467600"/>
              <a:gd name="connsiteY945" fmla="*/ 485885 h 6858000"/>
              <a:gd name="connsiteX946" fmla="*/ 532040 w 7467600"/>
              <a:gd name="connsiteY946" fmla="*/ 399359 h 6858000"/>
              <a:gd name="connsiteX947" fmla="*/ 517618 w 7467600"/>
              <a:gd name="connsiteY947" fmla="*/ 385726 h 6858000"/>
              <a:gd name="connsiteX948" fmla="*/ 285074 w 7467600"/>
              <a:gd name="connsiteY948" fmla="*/ 182755 h 6858000"/>
              <a:gd name="connsiteX949" fmla="*/ 43151 w 7467600"/>
              <a:gd name="connsiteY94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805948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7467600 w 7467600"/>
              <a:gd name="connsiteY16" fmla="*/ 6805948 h 6858000"/>
              <a:gd name="connsiteX17" fmla="*/ 1019354 w 7467600"/>
              <a:gd name="connsiteY17" fmla="*/ 6315006 h 6858000"/>
              <a:gd name="connsiteX18" fmla="*/ 441046 w 7467600"/>
              <a:gd name="connsiteY18" fmla="*/ 6691153 h 6858000"/>
              <a:gd name="connsiteX19" fmla="*/ 1019354 w 7467600"/>
              <a:gd name="connsiteY19" fmla="*/ 6315006 h 6858000"/>
              <a:gd name="connsiteX20" fmla="*/ 991680 w 7467600"/>
              <a:gd name="connsiteY20" fmla="*/ 6298413 h 6858000"/>
              <a:gd name="connsiteX21" fmla="*/ 409060 w 7467600"/>
              <a:gd name="connsiteY21" fmla="*/ 6671470 h 6858000"/>
              <a:gd name="connsiteX22" fmla="*/ 991680 w 7467600"/>
              <a:gd name="connsiteY22" fmla="*/ 6298413 h 6858000"/>
              <a:gd name="connsiteX23" fmla="*/ 103333 w 7467600"/>
              <a:gd name="connsiteY23" fmla="*/ 5699602 h 6858000"/>
              <a:gd name="connsiteX24" fmla="*/ 233938 w 7467600"/>
              <a:gd name="connsiteY24" fmla="*/ 5809416 h 6858000"/>
              <a:gd name="connsiteX25" fmla="*/ 883580 w 7467600"/>
              <a:gd name="connsiteY25" fmla="*/ 6180710 h 6858000"/>
              <a:gd name="connsiteX26" fmla="*/ 487337 w 7467600"/>
              <a:gd name="connsiteY26" fmla="*/ 5950182 h 6858000"/>
              <a:gd name="connsiteX27" fmla="*/ 354051 w 7467600"/>
              <a:gd name="connsiteY27" fmla="*/ 5854912 h 6858000"/>
              <a:gd name="connsiteX28" fmla="*/ 195436 w 7467600"/>
              <a:gd name="connsiteY28" fmla="*/ 5755068 h 6858000"/>
              <a:gd name="connsiteX29" fmla="*/ 103333 w 7467600"/>
              <a:gd name="connsiteY29" fmla="*/ 5699602 h 6858000"/>
              <a:gd name="connsiteX30" fmla="*/ 5539432 w 7467600"/>
              <a:gd name="connsiteY30" fmla="*/ 5642928 h 6858000"/>
              <a:gd name="connsiteX31" fmla="*/ 5555462 w 7467600"/>
              <a:gd name="connsiteY31" fmla="*/ 5694454 h 6858000"/>
              <a:gd name="connsiteX32" fmla="*/ 5828270 w 7467600"/>
              <a:gd name="connsiteY32" fmla="*/ 6320663 h 6858000"/>
              <a:gd name="connsiteX33" fmla="*/ 5947416 w 7467600"/>
              <a:gd name="connsiteY33" fmla="*/ 6574846 h 6858000"/>
              <a:gd name="connsiteX34" fmla="*/ 5539432 w 7467600"/>
              <a:gd name="connsiteY34" fmla="*/ 5642928 h 6858000"/>
              <a:gd name="connsiteX35" fmla="*/ 51253 w 7467600"/>
              <a:gd name="connsiteY35" fmla="*/ 5631825 h 6858000"/>
              <a:gd name="connsiteX36" fmla="*/ 211622 w 7467600"/>
              <a:gd name="connsiteY36" fmla="*/ 5728803 h 6858000"/>
              <a:gd name="connsiteX37" fmla="*/ 371652 w 7467600"/>
              <a:gd name="connsiteY37" fmla="*/ 5829062 h 6858000"/>
              <a:gd name="connsiteX38" fmla="*/ 505903 w 7467600"/>
              <a:gd name="connsiteY38" fmla="*/ 5925221 h 6858000"/>
              <a:gd name="connsiteX39" fmla="*/ 899240 w 7467600"/>
              <a:gd name="connsiteY39" fmla="*/ 6153068 h 6858000"/>
              <a:gd name="connsiteX40" fmla="*/ 988114 w 7467600"/>
              <a:gd name="connsiteY40" fmla="*/ 6174204 h 6858000"/>
              <a:gd name="connsiteX41" fmla="*/ 845971 w 7467600"/>
              <a:gd name="connsiteY41" fmla="*/ 6067177 h 6858000"/>
              <a:gd name="connsiteX42" fmla="*/ 448057 w 7467600"/>
              <a:gd name="connsiteY42" fmla="*/ 5841376 h 6858000"/>
              <a:gd name="connsiteX43" fmla="*/ 51253 w 7467600"/>
              <a:gd name="connsiteY43" fmla="*/ 5631825 h 6858000"/>
              <a:gd name="connsiteX44" fmla="*/ 2606687 w 7467600"/>
              <a:gd name="connsiteY44" fmla="*/ 5630718 h 6858000"/>
              <a:gd name="connsiteX45" fmla="*/ 2645658 w 7467600"/>
              <a:gd name="connsiteY45" fmla="*/ 6640259 h 6858000"/>
              <a:gd name="connsiteX46" fmla="*/ 2606687 w 7467600"/>
              <a:gd name="connsiteY46" fmla="*/ 5630718 h 6858000"/>
              <a:gd name="connsiteX47" fmla="*/ 3642057 w 7467600"/>
              <a:gd name="connsiteY47" fmla="*/ 5573487 h 6858000"/>
              <a:gd name="connsiteX48" fmla="*/ 3632981 w 7467600"/>
              <a:gd name="connsiteY48" fmla="*/ 5579437 h 6858000"/>
              <a:gd name="connsiteX49" fmla="*/ 3382436 w 7467600"/>
              <a:gd name="connsiteY49" fmla="*/ 5952726 h 6858000"/>
              <a:gd name="connsiteX50" fmla="*/ 3191929 w 7467600"/>
              <a:gd name="connsiteY50" fmla="*/ 6662669 h 6858000"/>
              <a:gd name="connsiteX51" fmla="*/ 3369898 w 7467600"/>
              <a:gd name="connsiteY51" fmla="*/ 6081771 h 6858000"/>
              <a:gd name="connsiteX52" fmla="*/ 3642057 w 7467600"/>
              <a:gd name="connsiteY52" fmla="*/ 5573487 h 6858000"/>
              <a:gd name="connsiteX53" fmla="*/ 2650666 w 7467600"/>
              <a:gd name="connsiteY53" fmla="*/ 5530686 h 6858000"/>
              <a:gd name="connsiteX54" fmla="*/ 2650249 w 7467600"/>
              <a:gd name="connsiteY54" fmla="*/ 5532101 h 6858000"/>
              <a:gd name="connsiteX55" fmla="*/ 2663808 w 7467600"/>
              <a:gd name="connsiteY55" fmla="*/ 6535215 h 6858000"/>
              <a:gd name="connsiteX56" fmla="*/ 2665418 w 7467600"/>
              <a:gd name="connsiteY56" fmla="*/ 6132756 h 6858000"/>
              <a:gd name="connsiteX57" fmla="*/ 2650666 w 7467600"/>
              <a:gd name="connsiteY57" fmla="*/ 5530686 h 6858000"/>
              <a:gd name="connsiteX58" fmla="*/ 2680277 w 7467600"/>
              <a:gd name="connsiteY58" fmla="*/ 5479204 h 6858000"/>
              <a:gd name="connsiteX59" fmla="*/ 2678972 w 7467600"/>
              <a:gd name="connsiteY59" fmla="*/ 5481582 h 6858000"/>
              <a:gd name="connsiteX60" fmla="*/ 2696666 w 7467600"/>
              <a:gd name="connsiteY60" fmla="*/ 6133836 h 6858000"/>
              <a:gd name="connsiteX61" fmla="*/ 2695769 w 7467600"/>
              <a:gd name="connsiteY61" fmla="*/ 6390955 h 6858000"/>
              <a:gd name="connsiteX62" fmla="*/ 2739893 w 7467600"/>
              <a:gd name="connsiteY62" fmla="*/ 6108357 h 6858000"/>
              <a:gd name="connsiteX63" fmla="*/ 2680277 w 7467600"/>
              <a:gd name="connsiteY63" fmla="*/ 5479204 h 6858000"/>
              <a:gd name="connsiteX64" fmla="*/ 1132195 w 7467600"/>
              <a:gd name="connsiteY64" fmla="*/ 5467980 h 6858000"/>
              <a:gd name="connsiteX65" fmla="*/ 1679056 w 7467600"/>
              <a:gd name="connsiteY65" fmla="*/ 5516907 h 6858000"/>
              <a:gd name="connsiteX66" fmla="*/ 2128648 w 7467600"/>
              <a:gd name="connsiteY66" fmla="*/ 5474249 h 6858000"/>
              <a:gd name="connsiteX67" fmla="*/ 1825619 w 7467600"/>
              <a:gd name="connsiteY67" fmla="*/ 5478447 h 6858000"/>
              <a:gd name="connsiteX68" fmla="*/ 1737798 w 7467600"/>
              <a:gd name="connsiteY68" fmla="*/ 5483353 h 6858000"/>
              <a:gd name="connsiteX69" fmla="*/ 1132195 w 7467600"/>
              <a:gd name="connsiteY69" fmla="*/ 5467980 h 6858000"/>
              <a:gd name="connsiteX70" fmla="*/ 1456157 w 7467600"/>
              <a:gd name="connsiteY70" fmla="*/ 5371404 h 6858000"/>
              <a:gd name="connsiteX71" fmla="*/ 1244432 w 7467600"/>
              <a:gd name="connsiteY71" fmla="*/ 5385601 h 6858000"/>
              <a:gd name="connsiteX72" fmla="*/ 973990 w 7467600"/>
              <a:gd name="connsiteY72" fmla="*/ 5424940 h 6858000"/>
              <a:gd name="connsiteX73" fmla="*/ 1103809 w 7467600"/>
              <a:gd name="connsiteY73" fmla="*/ 5433720 h 6858000"/>
              <a:gd name="connsiteX74" fmla="*/ 1123454 w 7467600"/>
              <a:gd name="connsiteY74" fmla="*/ 5435727 h 6858000"/>
              <a:gd name="connsiteX75" fmla="*/ 1737017 w 7467600"/>
              <a:gd name="connsiteY75" fmla="*/ 5452183 h 6858000"/>
              <a:gd name="connsiteX76" fmla="*/ 1824397 w 7467600"/>
              <a:gd name="connsiteY76" fmla="*/ 5447757 h 6858000"/>
              <a:gd name="connsiteX77" fmla="*/ 2070059 w 7467600"/>
              <a:gd name="connsiteY77" fmla="*/ 5441660 h 6858000"/>
              <a:gd name="connsiteX78" fmla="*/ 1456157 w 7467600"/>
              <a:gd name="connsiteY78" fmla="*/ 5371404 h 6858000"/>
              <a:gd name="connsiteX79" fmla="*/ 4988186 w 7467600"/>
              <a:gd name="connsiteY79" fmla="*/ 5216467 h 6858000"/>
              <a:gd name="connsiteX80" fmla="*/ 4777334 w 7467600"/>
              <a:gd name="connsiteY80" fmla="*/ 5406072 h 6858000"/>
              <a:gd name="connsiteX81" fmla="*/ 4718341 w 7467600"/>
              <a:gd name="connsiteY81" fmla="*/ 5468043 h 6858000"/>
              <a:gd name="connsiteX82" fmla="*/ 4604655 w 7467600"/>
              <a:gd name="connsiteY82" fmla="*/ 5583434 h 6858000"/>
              <a:gd name="connsiteX83" fmla="*/ 4565074 w 7467600"/>
              <a:gd name="connsiteY83" fmla="*/ 5618550 h 6858000"/>
              <a:gd name="connsiteX84" fmla="*/ 4988186 w 7467600"/>
              <a:gd name="connsiteY84" fmla="*/ 5216467 h 6858000"/>
              <a:gd name="connsiteX85" fmla="*/ 4978032 w 7467600"/>
              <a:gd name="connsiteY85" fmla="*/ 5183809 h 6858000"/>
              <a:gd name="connsiteX86" fmla="*/ 4463413 w 7467600"/>
              <a:gd name="connsiteY86" fmla="*/ 5615162 h 6858000"/>
              <a:gd name="connsiteX87" fmla="*/ 4358134 w 7467600"/>
              <a:gd name="connsiteY87" fmla="*/ 5742791 h 6858000"/>
              <a:gd name="connsiteX88" fmla="*/ 4376219 w 7467600"/>
              <a:gd name="connsiteY88" fmla="*/ 5729027 h 6858000"/>
              <a:gd name="connsiteX89" fmla="*/ 4582340 w 7467600"/>
              <a:gd name="connsiteY89" fmla="*/ 5561037 h 6858000"/>
              <a:gd name="connsiteX90" fmla="*/ 4694684 w 7467600"/>
              <a:gd name="connsiteY90" fmla="*/ 5447098 h 6858000"/>
              <a:gd name="connsiteX91" fmla="*/ 4754123 w 7467600"/>
              <a:gd name="connsiteY91" fmla="*/ 5384643 h 6858000"/>
              <a:gd name="connsiteX92" fmla="*/ 4978032 w 7467600"/>
              <a:gd name="connsiteY92" fmla="*/ 5183809 h 6858000"/>
              <a:gd name="connsiteX93" fmla="*/ 1903353 w 7467600"/>
              <a:gd name="connsiteY93" fmla="*/ 5044827 h 6858000"/>
              <a:gd name="connsiteX94" fmla="*/ 1936931 w 7467600"/>
              <a:gd name="connsiteY94" fmla="*/ 5093954 h 6858000"/>
              <a:gd name="connsiteX95" fmla="*/ 2195868 w 7467600"/>
              <a:gd name="connsiteY95" fmla="*/ 5396574 h 6858000"/>
              <a:gd name="connsiteX96" fmla="*/ 2088852 w 7467600"/>
              <a:gd name="connsiteY96" fmla="*/ 5166123 h 6858000"/>
              <a:gd name="connsiteX97" fmla="*/ 1958241 w 7467600"/>
              <a:gd name="connsiteY97" fmla="*/ 5067955 h 6858000"/>
              <a:gd name="connsiteX98" fmla="*/ 1903353 w 7467600"/>
              <a:gd name="connsiteY98" fmla="*/ 5044827 h 6858000"/>
              <a:gd name="connsiteX99" fmla="*/ 1979378 w 7467600"/>
              <a:gd name="connsiteY99" fmla="*/ 4769504 h 6858000"/>
              <a:gd name="connsiteX100" fmla="*/ 2882120 w 7467600"/>
              <a:gd name="connsiteY100" fmla="*/ 5064547 h 6858000"/>
              <a:gd name="connsiteX101" fmla="*/ 2793103 w 7467600"/>
              <a:gd name="connsiteY101" fmla="*/ 5039699 h 6858000"/>
              <a:gd name="connsiteX102" fmla="*/ 2770041 w 7467600"/>
              <a:gd name="connsiteY102" fmla="*/ 5033634 h 6858000"/>
              <a:gd name="connsiteX103" fmla="*/ 1979378 w 7467600"/>
              <a:gd name="connsiteY103" fmla="*/ 4769504 h 6858000"/>
              <a:gd name="connsiteX104" fmla="*/ 1927410 w 7467600"/>
              <a:gd name="connsiteY104" fmla="*/ 4716164 h 6858000"/>
              <a:gd name="connsiteX105" fmla="*/ 1959587 w 7467600"/>
              <a:gd name="connsiteY105" fmla="*/ 4728849 h 6858000"/>
              <a:gd name="connsiteX106" fmla="*/ 2777707 w 7467600"/>
              <a:gd name="connsiteY106" fmla="*/ 5003991 h 6858000"/>
              <a:gd name="connsiteX107" fmla="*/ 2800768 w 7467600"/>
              <a:gd name="connsiteY107" fmla="*/ 5010056 h 6858000"/>
              <a:gd name="connsiteX108" fmla="*/ 2879408 w 7467600"/>
              <a:gd name="connsiteY108" fmla="*/ 5031590 h 6858000"/>
              <a:gd name="connsiteX109" fmla="*/ 2862295 w 7467600"/>
              <a:gd name="connsiteY109" fmla="*/ 5022958 h 6858000"/>
              <a:gd name="connsiteX110" fmla="*/ 2813343 w 7467600"/>
              <a:gd name="connsiteY110" fmla="*/ 4998369 h 6858000"/>
              <a:gd name="connsiteX111" fmla="*/ 2646245 w 7467600"/>
              <a:gd name="connsiteY111" fmla="*/ 4930999 h 6858000"/>
              <a:gd name="connsiteX112" fmla="*/ 1999243 w 7467600"/>
              <a:gd name="connsiteY112" fmla="*/ 4730524 h 6858000"/>
              <a:gd name="connsiteX113" fmla="*/ 1979527 w 7467600"/>
              <a:gd name="connsiteY113" fmla="*/ 4726651 h 6858000"/>
              <a:gd name="connsiteX114" fmla="*/ 1927410 w 7467600"/>
              <a:gd name="connsiteY114" fmla="*/ 4716164 h 6858000"/>
              <a:gd name="connsiteX115" fmla="*/ 1997014 w 7467600"/>
              <a:gd name="connsiteY115" fmla="*/ 4698007 h 6858000"/>
              <a:gd name="connsiteX116" fmla="*/ 2005458 w 7467600"/>
              <a:gd name="connsiteY116" fmla="*/ 4699540 h 6858000"/>
              <a:gd name="connsiteX117" fmla="*/ 2657186 w 7467600"/>
              <a:gd name="connsiteY117" fmla="*/ 4901687 h 6858000"/>
              <a:gd name="connsiteX118" fmla="*/ 2826662 w 7467600"/>
              <a:gd name="connsiteY118" fmla="*/ 4970362 h 6858000"/>
              <a:gd name="connsiteX119" fmla="*/ 2876100 w 7467600"/>
              <a:gd name="connsiteY119" fmla="*/ 4995397 h 6858000"/>
              <a:gd name="connsiteX120" fmla="*/ 3042600 w 7467600"/>
              <a:gd name="connsiteY120" fmla="*/ 5059532 h 6858000"/>
              <a:gd name="connsiteX121" fmla="*/ 1997014 w 7467600"/>
              <a:gd name="connsiteY121" fmla="*/ 4698007 h 6858000"/>
              <a:gd name="connsiteX122" fmla="*/ 2305292 w 7467600"/>
              <a:gd name="connsiteY122" fmla="*/ 4219492 h 6858000"/>
              <a:gd name="connsiteX123" fmla="*/ 3360922 w 7467600"/>
              <a:gd name="connsiteY123" fmla="*/ 4529373 h 6858000"/>
              <a:gd name="connsiteX124" fmla="*/ 3492420 w 7467600"/>
              <a:gd name="connsiteY124" fmla="*/ 4510145 h 6858000"/>
              <a:gd name="connsiteX125" fmla="*/ 3364086 w 7467600"/>
              <a:gd name="connsiteY125" fmla="*/ 4480340 h 6858000"/>
              <a:gd name="connsiteX126" fmla="*/ 3225818 w 7467600"/>
              <a:gd name="connsiteY126" fmla="*/ 4411822 h 6858000"/>
              <a:gd name="connsiteX127" fmla="*/ 3129696 w 7467600"/>
              <a:gd name="connsiteY127" fmla="*/ 4360704 h 6858000"/>
              <a:gd name="connsiteX128" fmla="*/ 2814545 w 7467600"/>
              <a:gd name="connsiteY128" fmla="*/ 4282955 h 6858000"/>
              <a:gd name="connsiteX129" fmla="*/ 2305292 w 7467600"/>
              <a:gd name="connsiteY129" fmla="*/ 4219492 h 6858000"/>
              <a:gd name="connsiteX130" fmla="*/ 2626982 w 7467600"/>
              <a:gd name="connsiteY130" fmla="*/ 4206450 h 6858000"/>
              <a:gd name="connsiteX131" fmla="*/ 2490617 w 7467600"/>
              <a:gd name="connsiteY131" fmla="*/ 4206951 h 6858000"/>
              <a:gd name="connsiteX132" fmla="*/ 2819869 w 7467600"/>
              <a:gd name="connsiteY132" fmla="*/ 4252936 h 6858000"/>
              <a:gd name="connsiteX133" fmla="*/ 3143018 w 7467600"/>
              <a:gd name="connsiteY133" fmla="*/ 4332698 h 6858000"/>
              <a:gd name="connsiteX134" fmla="*/ 3241520 w 7467600"/>
              <a:gd name="connsiteY134" fmla="*/ 4385112 h 6858000"/>
              <a:gd name="connsiteX135" fmla="*/ 3374575 w 7467600"/>
              <a:gd name="connsiteY135" fmla="*/ 4451517 h 6858000"/>
              <a:gd name="connsiteX136" fmla="*/ 3505221 w 7467600"/>
              <a:gd name="connsiteY136" fmla="*/ 4480757 h 6858000"/>
              <a:gd name="connsiteX137" fmla="*/ 2626982 w 7467600"/>
              <a:gd name="connsiteY137" fmla="*/ 4206450 h 6858000"/>
              <a:gd name="connsiteX138" fmla="*/ 1310106 w 7467600"/>
              <a:gd name="connsiteY138" fmla="*/ 3943217 h 6858000"/>
              <a:gd name="connsiteX139" fmla="*/ 854994 w 7467600"/>
              <a:gd name="connsiteY139" fmla="*/ 4399136 h 6858000"/>
              <a:gd name="connsiteX140" fmla="*/ 742462 w 7467600"/>
              <a:gd name="connsiteY140" fmla="*/ 4594648 h 6858000"/>
              <a:gd name="connsiteX141" fmla="*/ 820602 w 7467600"/>
              <a:gd name="connsiteY141" fmla="*/ 4485915 h 6858000"/>
              <a:gd name="connsiteX142" fmla="*/ 878295 w 7467600"/>
              <a:gd name="connsiteY142" fmla="*/ 4403594 h 6858000"/>
              <a:gd name="connsiteX143" fmla="*/ 1240607 w 7467600"/>
              <a:gd name="connsiteY143" fmla="*/ 4010401 h 6858000"/>
              <a:gd name="connsiteX144" fmla="*/ 1310106 w 7467600"/>
              <a:gd name="connsiteY144" fmla="*/ 3943217 h 6858000"/>
              <a:gd name="connsiteX145" fmla="*/ 1423113 w 7467600"/>
              <a:gd name="connsiteY145" fmla="*/ 3874565 h 6858000"/>
              <a:gd name="connsiteX146" fmla="*/ 1260565 w 7467600"/>
              <a:gd name="connsiteY146" fmla="*/ 4031982 h 6858000"/>
              <a:gd name="connsiteX147" fmla="*/ 901900 w 7467600"/>
              <a:gd name="connsiteY147" fmla="*/ 4421236 h 6858000"/>
              <a:gd name="connsiteX148" fmla="*/ 845044 w 7467600"/>
              <a:gd name="connsiteY148" fmla="*/ 4502436 h 6858000"/>
              <a:gd name="connsiteX149" fmla="*/ 685926 w 7467600"/>
              <a:gd name="connsiteY149" fmla="*/ 4703069 h 6858000"/>
              <a:gd name="connsiteX150" fmla="*/ 684248 w 7467600"/>
              <a:gd name="connsiteY150" fmla="*/ 4706721 h 6858000"/>
              <a:gd name="connsiteX151" fmla="*/ 1423113 w 7467600"/>
              <a:gd name="connsiteY151" fmla="*/ 3874565 h 6858000"/>
              <a:gd name="connsiteX152" fmla="*/ 3316479 w 7467600"/>
              <a:gd name="connsiteY152" fmla="*/ 3872136 h 6858000"/>
              <a:gd name="connsiteX153" fmla="*/ 3546806 w 7467600"/>
              <a:gd name="connsiteY153" fmla="*/ 4356139 h 6858000"/>
              <a:gd name="connsiteX154" fmla="*/ 3364433 w 7467600"/>
              <a:gd name="connsiteY154" fmla="*/ 3953121 h 6858000"/>
              <a:gd name="connsiteX155" fmla="*/ 3316479 w 7467600"/>
              <a:gd name="connsiteY155" fmla="*/ 3872136 h 6858000"/>
              <a:gd name="connsiteX156" fmla="*/ 3291335 w 7467600"/>
              <a:gd name="connsiteY156" fmla="*/ 3767420 h 6858000"/>
              <a:gd name="connsiteX157" fmla="*/ 3390805 w 7467600"/>
              <a:gd name="connsiteY157" fmla="*/ 3937163 h 6858000"/>
              <a:gd name="connsiteX158" fmla="*/ 3579062 w 7467600"/>
              <a:gd name="connsiteY158" fmla="*/ 4359040 h 6858000"/>
              <a:gd name="connsiteX159" fmla="*/ 3467355 w 7467600"/>
              <a:gd name="connsiteY159" fmla="*/ 3988130 h 6858000"/>
              <a:gd name="connsiteX160" fmla="*/ 3310753 w 7467600"/>
              <a:gd name="connsiteY160" fmla="*/ 3787140 h 6858000"/>
              <a:gd name="connsiteX161" fmla="*/ 3291335 w 7467600"/>
              <a:gd name="connsiteY161" fmla="*/ 3767420 h 6858000"/>
              <a:gd name="connsiteX162" fmla="*/ 1635889 w 7467600"/>
              <a:gd name="connsiteY162" fmla="*/ 3709494 h 6858000"/>
              <a:gd name="connsiteX163" fmla="*/ 1634800 w 7467600"/>
              <a:gd name="connsiteY163" fmla="*/ 3731111 h 6858000"/>
              <a:gd name="connsiteX164" fmla="*/ 1635889 w 7467600"/>
              <a:gd name="connsiteY164" fmla="*/ 3709494 h 6858000"/>
              <a:gd name="connsiteX165" fmla="*/ 1510397 w 7467600"/>
              <a:gd name="connsiteY165" fmla="*/ 3684705 h 6858000"/>
              <a:gd name="connsiteX166" fmla="*/ 1146550 w 7467600"/>
              <a:gd name="connsiteY166" fmla="*/ 3802012 h 6858000"/>
              <a:gd name="connsiteX167" fmla="*/ 698834 w 7467600"/>
              <a:gd name="connsiteY167" fmla="*/ 3952272 h 6858000"/>
              <a:gd name="connsiteX168" fmla="*/ 34256 w 7467600"/>
              <a:gd name="connsiteY168" fmla="*/ 4347603 h 6858000"/>
              <a:gd name="connsiteX169" fmla="*/ 527241 w 7467600"/>
              <a:gd name="connsiteY169" fmla="*/ 4065078 h 6858000"/>
              <a:gd name="connsiteX170" fmla="*/ 1510397 w 7467600"/>
              <a:gd name="connsiteY170" fmla="*/ 3684705 h 6858000"/>
              <a:gd name="connsiteX171" fmla="*/ 1313114 w 7467600"/>
              <a:gd name="connsiteY171" fmla="*/ 3655216 h 6858000"/>
              <a:gd name="connsiteX172" fmla="*/ 1109304 w 7467600"/>
              <a:gd name="connsiteY172" fmla="*/ 3669030 h 6858000"/>
              <a:gd name="connsiteX173" fmla="*/ 8129 w 7467600"/>
              <a:gd name="connsiteY173" fmla="*/ 4330519 h 6858000"/>
              <a:gd name="connsiteX174" fmla="*/ 687572 w 7467600"/>
              <a:gd name="connsiteY174" fmla="*/ 3925629 h 6858000"/>
              <a:gd name="connsiteX175" fmla="*/ 1138365 w 7467600"/>
              <a:gd name="connsiteY175" fmla="*/ 3774515 h 6858000"/>
              <a:gd name="connsiteX176" fmla="*/ 1505579 w 7467600"/>
              <a:gd name="connsiteY176" fmla="*/ 3655526 h 6858000"/>
              <a:gd name="connsiteX177" fmla="*/ 1313114 w 7467600"/>
              <a:gd name="connsiteY177" fmla="*/ 3655216 h 6858000"/>
              <a:gd name="connsiteX178" fmla="*/ 3655073 w 7467600"/>
              <a:gd name="connsiteY178" fmla="*/ 3650884 h 6858000"/>
              <a:gd name="connsiteX179" fmla="*/ 3989938 w 7467600"/>
              <a:gd name="connsiteY179" fmla="*/ 3991685 h 6858000"/>
              <a:gd name="connsiteX180" fmla="*/ 4393907 w 7467600"/>
              <a:gd name="connsiteY180" fmla="*/ 4261258 h 6858000"/>
              <a:gd name="connsiteX181" fmla="*/ 4648051 w 7467600"/>
              <a:gd name="connsiteY181" fmla="*/ 4374051 h 6858000"/>
              <a:gd name="connsiteX182" fmla="*/ 4383389 w 7467600"/>
              <a:gd name="connsiteY182" fmla="*/ 4184369 h 6858000"/>
              <a:gd name="connsiteX183" fmla="*/ 4165508 w 7467600"/>
              <a:gd name="connsiteY183" fmla="*/ 4035196 h 6858000"/>
              <a:gd name="connsiteX184" fmla="*/ 4068162 w 7467600"/>
              <a:gd name="connsiteY184" fmla="*/ 3953394 h 6858000"/>
              <a:gd name="connsiteX185" fmla="*/ 3981416 w 7467600"/>
              <a:gd name="connsiteY185" fmla="*/ 3880482 h 6858000"/>
              <a:gd name="connsiteX186" fmla="*/ 3800147 w 7467600"/>
              <a:gd name="connsiteY186" fmla="*/ 3749872 h 6858000"/>
              <a:gd name="connsiteX187" fmla="*/ 3655073 w 7467600"/>
              <a:gd name="connsiteY187" fmla="*/ 3650884 h 6858000"/>
              <a:gd name="connsiteX188" fmla="*/ 3670252 w 7467600"/>
              <a:gd name="connsiteY188" fmla="*/ 3622798 h 6858000"/>
              <a:gd name="connsiteX189" fmla="*/ 3817258 w 7467600"/>
              <a:gd name="connsiteY189" fmla="*/ 3723577 h 6858000"/>
              <a:gd name="connsiteX190" fmla="*/ 4000461 w 7467600"/>
              <a:gd name="connsiteY190" fmla="*/ 3855966 h 6858000"/>
              <a:gd name="connsiteX191" fmla="*/ 4088180 w 7467600"/>
              <a:gd name="connsiteY191" fmla="*/ 3929774 h 6858000"/>
              <a:gd name="connsiteX192" fmla="*/ 4184555 w 7467600"/>
              <a:gd name="connsiteY192" fmla="*/ 4010683 h 6858000"/>
              <a:gd name="connsiteX193" fmla="*/ 4399563 w 7467600"/>
              <a:gd name="connsiteY193" fmla="*/ 4158106 h 6858000"/>
              <a:gd name="connsiteX194" fmla="*/ 4684469 w 7467600"/>
              <a:gd name="connsiteY194" fmla="*/ 4364680 h 6858000"/>
              <a:gd name="connsiteX195" fmla="*/ 4690271 w 7467600"/>
              <a:gd name="connsiteY195" fmla="*/ 4370034 h 6858000"/>
              <a:gd name="connsiteX196" fmla="*/ 4136093 w 7467600"/>
              <a:gd name="connsiteY196" fmla="*/ 3858466 h 6858000"/>
              <a:gd name="connsiteX197" fmla="*/ 3670252 w 7467600"/>
              <a:gd name="connsiteY197" fmla="*/ 3622798 h 6858000"/>
              <a:gd name="connsiteX198" fmla="*/ 4440129 w 7467600"/>
              <a:gd name="connsiteY198" fmla="*/ 3448571 h 6858000"/>
              <a:gd name="connsiteX199" fmla="*/ 4856525 w 7467600"/>
              <a:gd name="connsiteY199" fmla="*/ 3915351 h 6858000"/>
              <a:gd name="connsiteX200" fmla="*/ 5059055 w 7467600"/>
              <a:gd name="connsiteY200" fmla="*/ 4108918 h 6858000"/>
              <a:gd name="connsiteX201" fmla="*/ 5290070 w 7467600"/>
              <a:gd name="connsiteY201" fmla="*/ 4263619 h 6858000"/>
              <a:gd name="connsiteX202" fmla="*/ 4834991 w 7467600"/>
              <a:gd name="connsiteY202" fmla="*/ 3830985 h 6858000"/>
              <a:gd name="connsiteX203" fmla="*/ 4440129 w 7467600"/>
              <a:gd name="connsiteY203" fmla="*/ 3448571 h 6858000"/>
              <a:gd name="connsiteX204" fmla="*/ 4441737 w 7467600"/>
              <a:gd name="connsiteY204" fmla="*/ 3399734 h 6858000"/>
              <a:gd name="connsiteX205" fmla="*/ 4431236 w 7467600"/>
              <a:gd name="connsiteY205" fmla="*/ 3400954 h 6858000"/>
              <a:gd name="connsiteX206" fmla="*/ 4557150 w 7467600"/>
              <a:gd name="connsiteY206" fmla="*/ 3510023 h 6858000"/>
              <a:gd name="connsiteX207" fmla="*/ 4856936 w 7467600"/>
              <a:gd name="connsiteY207" fmla="*/ 3809146 h 6858000"/>
              <a:gd name="connsiteX208" fmla="*/ 5111996 w 7467600"/>
              <a:gd name="connsiteY208" fmla="*/ 4065759 h 6858000"/>
              <a:gd name="connsiteX209" fmla="*/ 5388878 w 7467600"/>
              <a:gd name="connsiteY209" fmla="*/ 4300185 h 6858000"/>
              <a:gd name="connsiteX210" fmla="*/ 5425556 w 7467600"/>
              <a:gd name="connsiteY210" fmla="*/ 4308967 h 6858000"/>
              <a:gd name="connsiteX211" fmla="*/ 4943646 w 7467600"/>
              <a:gd name="connsiteY211" fmla="*/ 3822916 h 6858000"/>
              <a:gd name="connsiteX212" fmla="*/ 4594837 w 7467600"/>
              <a:gd name="connsiteY212" fmla="*/ 3532274 h 6858000"/>
              <a:gd name="connsiteX213" fmla="*/ 4441737 w 7467600"/>
              <a:gd name="connsiteY213" fmla="*/ 3399734 h 6858000"/>
              <a:gd name="connsiteX214" fmla="*/ 5425834 w 7467600"/>
              <a:gd name="connsiteY214" fmla="*/ 3162785 h 6858000"/>
              <a:gd name="connsiteX215" fmla="*/ 5401644 w 7467600"/>
              <a:gd name="connsiteY215" fmla="*/ 3617847 h 6858000"/>
              <a:gd name="connsiteX216" fmla="*/ 5467256 w 7467600"/>
              <a:gd name="connsiteY216" fmla="*/ 4175494 h 6858000"/>
              <a:gd name="connsiteX217" fmla="*/ 5448069 w 7467600"/>
              <a:gd name="connsiteY217" fmla="*/ 3567554 h 6858000"/>
              <a:gd name="connsiteX218" fmla="*/ 5425834 w 7467600"/>
              <a:gd name="connsiteY218" fmla="*/ 3162785 h 6858000"/>
              <a:gd name="connsiteX219" fmla="*/ 1318687 w 7467600"/>
              <a:gd name="connsiteY219" fmla="*/ 3113840 h 6858000"/>
              <a:gd name="connsiteX220" fmla="*/ 1066793 w 7467600"/>
              <a:gd name="connsiteY220" fmla="*/ 3212171 h 6858000"/>
              <a:gd name="connsiteX221" fmla="*/ 993319 w 7467600"/>
              <a:gd name="connsiteY221" fmla="*/ 3247648 h 6858000"/>
              <a:gd name="connsiteX222" fmla="*/ 853081 w 7467600"/>
              <a:gd name="connsiteY222" fmla="*/ 3312410 h 6858000"/>
              <a:gd name="connsiteX223" fmla="*/ 805957 w 7467600"/>
              <a:gd name="connsiteY223" fmla="*/ 3330443 h 6858000"/>
              <a:gd name="connsiteX224" fmla="*/ 1318687 w 7467600"/>
              <a:gd name="connsiteY224" fmla="*/ 3113840 h 6858000"/>
              <a:gd name="connsiteX225" fmla="*/ 5453702 w 7467600"/>
              <a:gd name="connsiteY225" fmla="*/ 3090882 h 6858000"/>
              <a:gd name="connsiteX226" fmla="*/ 5480135 w 7467600"/>
              <a:gd name="connsiteY226" fmla="*/ 3565802 h 6858000"/>
              <a:gd name="connsiteX227" fmla="*/ 5499023 w 7467600"/>
              <a:gd name="connsiteY227" fmla="*/ 4166310 h 6858000"/>
              <a:gd name="connsiteX228" fmla="*/ 5547022 w 7467600"/>
              <a:gd name="connsiteY228" fmla="*/ 3607838 h 6858000"/>
              <a:gd name="connsiteX229" fmla="*/ 5515964 w 7467600"/>
              <a:gd name="connsiteY229" fmla="*/ 3378541 h 6858000"/>
              <a:gd name="connsiteX230" fmla="*/ 5453702 w 7467600"/>
              <a:gd name="connsiteY230" fmla="*/ 3090882 h 6858000"/>
              <a:gd name="connsiteX231" fmla="*/ 1238695 w 7467600"/>
              <a:gd name="connsiteY231" fmla="*/ 3076820 h 6858000"/>
              <a:gd name="connsiteX232" fmla="*/ 716371 w 7467600"/>
              <a:gd name="connsiteY232" fmla="*/ 3293249 h 6858000"/>
              <a:gd name="connsiteX233" fmla="*/ 579522 w 7467600"/>
              <a:gd name="connsiteY233" fmla="*/ 3371759 h 6858000"/>
              <a:gd name="connsiteX234" fmla="*/ 600288 w 7467600"/>
              <a:gd name="connsiteY234" fmla="*/ 3365555 h 6858000"/>
              <a:gd name="connsiteX235" fmla="*/ 840692 w 7467600"/>
              <a:gd name="connsiteY235" fmla="*/ 3284921 h 6858000"/>
              <a:gd name="connsiteX236" fmla="*/ 979248 w 7467600"/>
              <a:gd name="connsiteY236" fmla="*/ 3221003 h 6858000"/>
              <a:gd name="connsiteX237" fmla="*/ 1053282 w 7467600"/>
              <a:gd name="connsiteY237" fmla="*/ 3185247 h 6858000"/>
              <a:gd name="connsiteX238" fmla="*/ 1320603 w 7467600"/>
              <a:gd name="connsiteY238" fmla="*/ 3081281 h 6858000"/>
              <a:gd name="connsiteX239" fmla="*/ 1238695 w 7467600"/>
              <a:gd name="connsiteY239" fmla="*/ 3076820 h 6858000"/>
              <a:gd name="connsiteX240" fmla="*/ 5425627 w 7467600"/>
              <a:gd name="connsiteY240" fmla="*/ 2954192 h 6858000"/>
              <a:gd name="connsiteX241" fmla="*/ 5470770 w 7467600"/>
              <a:gd name="connsiteY241" fmla="*/ 3005435 h 6858000"/>
              <a:gd name="connsiteX242" fmla="*/ 5519779 w 7467600"/>
              <a:gd name="connsiteY242" fmla="*/ 4359223 h 6858000"/>
              <a:gd name="connsiteX243" fmla="*/ 5520293 w 7467600"/>
              <a:gd name="connsiteY243" fmla="*/ 4360602 h 6858000"/>
              <a:gd name="connsiteX244" fmla="*/ 5767221 w 7467600"/>
              <a:gd name="connsiteY244" fmla="*/ 4665564 h 6858000"/>
              <a:gd name="connsiteX245" fmla="*/ 6937169 w 7467600"/>
              <a:gd name="connsiteY245" fmla="*/ 4815941 h 6858000"/>
              <a:gd name="connsiteX246" fmla="*/ 6953922 w 7467600"/>
              <a:gd name="connsiteY246" fmla="*/ 4890068 h 6858000"/>
              <a:gd name="connsiteX247" fmla="*/ 6071359 w 7467600"/>
              <a:gd name="connsiteY247" fmla="*/ 4770770 h 6858000"/>
              <a:gd name="connsiteX248" fmla="*/ 6038839 w 7467600"/>
              <a:gd name="connsiteY248" fmla="*/ 4764474 h 6858000"/>
              <a:gd name="connsiteX249" fmla="*/ 6038706 w 7467600"/>
              <a:gd name="connsiteY249" fmla="*/ 4763847 h 6858000"/>
              <a:gd name="connsiteX250" fmla="*/ 6037784 w 7467600"/>
              <a:gd name="connsiteY250" fmla="*/ 4764270 h 6858000"/>
              <a:gd name="connsiteX251" fmla="*/ 6038839 w 7467600"/>
              <a:gd name="connsiteY251" fmla="*/ 4764474 h 6858000"/>
              <a:gd name="connsiteX252" fmla="*/ 6040338 w 7467600"/>
              <a:gd name="connsiteY252" fmla="*/ 4771418 h 6858000"/>
              <a:gd name="connsiteX253" fmla="*/ 6024488 w 7467600"/>
              <a:gd name="connsiteY253" fmla="*/ 4809903 h 6858000"/>
              <a:gd name="connsiteX254" fmla="*/ 5599771 w 7467600"/>
              <a:gd name="connsiteY254" fmla="*/ 5509652 h 6858000"/>
              <a:gd name="connsiteX255" fmla="*/ 5548843 w 7467600"/>
              <a:gd name="connsiteY255" fmla="*/ 5563845 h 6858000"/>
              <a:gd name="connsiteX256" fmla="*/ 5940952 w 7467600"/>
              <a:gd name="connsiteY256" fmla="*/ 6250028 h 6858000"/>
              <a:gd name="connsiteX257" fmla="*/ 6043441 w 7467600"/>
              <a:gd name="connsiteY257" fmla="*/ 6665847 h 6858000"/>
              <a:gd name="connsiteX258" fmla="*/ 6093432 w 7467600"/>
              <a:gd name="connsiteY258" fmla="*/ 6858000 h 6858000"/>
              <a:gd name="connsiteX259" fmla="*/ 6034344 w 7467600"/>
              <a:gd name="connsiteY259" fmla="*/ 6858000 h 6858000"/>
              <a:gd name="connsiteX260" fmla="*/ 6026679 w 7467600"/>
              <a:gd name="connsiteY260" fmla="*/ 6836959 h 6858000"/>
              <a:gd name="connsiteX261" fmla="*/ 5800441 w 7467600"/>
              <a:gd name="connsiteY261" fmla="*/ 6335286 h 6858000"/>
              <a:gd name="connsiteX262" fmla="*/ 5526562 w 7467600"/>
              <a:gd name="connsiteY262" fmla="*/ 5705388 h 6858000"/>
              <a:gd name="connsiteX263" fmla="*/ 5519640 w 7467600"/>
              <a:gd name="connsiteY263" fmla="*/ 5683774 h 6858000"/>
              <a:gd name="connsiteX264" fmla="*/ 5844559 w 7467600"/>
              <a:gd name="connsiteY264" fmla="*/ 6553349 h 6858000"/>
              <a:gd name="connsiteX265" fmla="*/ 5975994 w 7467600"/>
              <a:gd name="connsiteY265" fmla="*/ 6858000 h 6858000"/>
              <a:gd name="connsiteX266" fmla="*/ 5898547 w 7467600"/>
              <a:gd name="connsiteY266" fmla="*/ 6858000 h 6858000"/>
              <a:gd name="connsiteX267" fmla="*/ 5682041 w 7467600"/>
              <a:gd name="connsiteY267" fmla="*/ 6355860 h 6858000"/>
              <a:gd name="connsiteX268" fmla="*/ 5461758 w 7467600"/>
              <a:gd name="connsiteY268" fmla="*/ 5820220 h 6858000"/>
              <a:gd name="connsiteX269" fmla="*/ 5237282 w 7467600"/>
              <a:gd name="connsiteY269" fmla="*/ 6579086 h 6858000"/>
              <a:gd name="connsiteX270" fmla="*/ 5115009 w 7467600"/>
              <a:gd name="connsiteY270" fmla="*/ 6858000 h 6858000"/>
              <a:gd name="connsiteX271" fmla="*/ 5028074 w 7467600"/>
              <a:gd name="connsiteY271" fmla="*/ 6858000 h 6858000"/>
              <a:gd name="connsiteX272" fmla="*/ 5079508 w 7467600"/>
              <a:gd name="connsiteY272" fmla="*/ 6749074 h 6858000"/>
              <a:gd name="connsiteX273" fmla="*/ 5371846 w 7467600"/>
              <a:gd name="connsiteY273" fmla="*/ 5924413 h 6858000"/>
              <a:gd name="connsiteX274" fmla="*/ 5270512 w 7467600"/>
              <a:gd name="connsiteY274" fmla="*/ 6138975 h 6858000"/>
              <a:gd name="connsiteX275" fmla="*/ 5062409 w 7467600"/>
              <a:gd name="connsiteY275" fmla="*/ 6653544 h 6858000"/>
              <a:gd name="connsiteX276" fmla="*/ 5036628 w 7467600"/>
              <a:gd name="connsiteY276" fmla="*/ 6754247 h 6858000"/>
              <a:gd name="connsiteX277" fmla="*/ 5009112 w 7467600"/>
              <a:gd name="connsiteY277" fmla="*/ 6858000 h 6858000"/>
              <a:gd name="connsiteX278" fmla="*/ 4976679 w 7467600"/>
              <a:gd name="connsiteY278" fmla="*/ 6858000 h 6858000"/>
              <a:gd name="connsiteX279" fmla="*/ 5006537 w 7467600"/>
              <a:gd name="connsiteY279" fmla="*/ 6747068 h 6858000"/>
              <a:gd name="connsiteX280" fmla="*/ 5032723 w 7467600"/>
              <a:gd name="connsiteY280" fmla="*/ 6644957 h 6858000"/>
              <a:gd name="connsiteX281" fmla="*/ 5242949 w 7467600"/>
              <a:gd name="connsiteY281" fmla="*/ 6125175 h 6858000"/>
              <a:gd name="connsiteX282" fmla="*/ 5286321 w 7467600"/>
              <a:gd name="connsiteY282" fmla="*/ 6033555 h 6858000"/>
              <a:gd name="connsiteX283" fmla="*/ 5008210 w 7467600"/>
              <a:gd name="connsiteY283" fmla="*/ 6649194 h 6858000"/>
              <a:gd name="connsiteX284" fmla="*/ 4986321 w 7467600"/>
              <a:gd name="connsiteY284" fmla="*/ 6765687 h 6858000"/>
              <a:gd name="connsiteX285" fmla="*/ 4973474 w 7467600"/>
              <a:gd name="connsiteY285" fmla="*/ 6858000 h 6858000"/>
              <a:gd name="connsiteX286" fmla="*/ 4907178 w 7467600"/>
              <a:gd name="connsiteY286" fmla="*/ 6858000 h 6858000"/>
              <a:gd name="connsiteX287" fmla="*/ 4910810 w 7467600"/>
              <a:gd name="connsiteY287" fmla="*/ 6829660 h 6858000"/>
              <a:gd name="connsiteX288" fmla="*/ 4987461 w 7467600"/>
              <a:gd name="connsiteY288" fmla="*/ 6432994 h 6858000"/>
              <a:gd name="connsiteX289" fmla="*/ 5179262 w 7467600"/>
              <a:gd name="connsiteY289" fmla="*/ 6035044 h 6858000"/>
              <a:gd name="connsiteX290" fmla="*/ 4689678 w 7467600"/>
              <a:gd name="connsiteY290" fmla="*/ 6440241 h 6858000"/>
              <a:gd name="connsiteX291" fmla="*/ 4477543 w 7467600"/>
              <a:gd name="connsiteY291" fmla="*/ 6674836 h 6858000"/>
              <a:gd name="connsiteX292" fmla="*/ 4329957 w 7467600"/>
              <a:gd name="connsiteY292" fmla="*/ 6858000 h 6858000"/>
              <a:gd name="connsiteX293" fmla="*/ 4218595 w 7467600"/>
              <a:gd name="connsiteY293" fmla="*/ 6858000 h 6858000"/>
              <a:gd name="connsiteX294" fmla="*/ 4368888 w 7467600"/>
              <a:gd name="connsiteY294" fmla="*/ 6668412 h 6858000"/>
              <a:gd name="connsiteX295" fmla="*/ 4563091 w 7467600"/>
              <a:gd name="connsiteY295" fmla="*/ 6442508 h 6858000"/>
              <a:gd name="connsiteX296" fmla="*/ 5387324 w 7467600"/>
              <a:gd name="connsiteY296" fmla="*/ 5705830 h 6858000"/>
              <a:gd name="connsiteX297" fmla="*/ 5073620 w 7467600"/>
              <a:gd name="connsiteY297" fmla="*/ 5955437 h 6858000"/>
              <a:gd name="connsiteX298" fmla="*/ 4689789 w 7467600"/>
              <a:gd name="connsiteY298" fmla="*/ 6268382 h 6858000"/>
              <a:gd name="connsiteX299" fmla="*/ 4418722 w 7467600"/>
              <a:gd name="connsiteY299" fmla="*/ 6570886 h 6858000"/>
              <a:gd name="connsiteX300" fmla="*/ 4214944 w 7467600"/>
              <a:gd name="connsiteY300" fmla="*/ 6858000 h 6858000"/>
              <a:gd name="connsiteX301" fmla="*/ 4177898 w 7467600"/>
              <a:gd name="connsiteY301" fmla="*/ 6858000 h 6858000"/>
              <a:gd name="connsiteX302" fmla="*/ 4391597 w 7467600"/>
              <a:gd name="connsiteY302" fmla="*/ 6556370 h 6858000"/>
              <a:gd name="connsiteX303" fmla="*/ 4668889 w 7467600"/>
              <a:gd name="connsiteY303" fmla="*/ 6246399 h 6858000"/>
              <a:gd name="connsiteX304" fmla="*/ 5055427 w 7467600"/>
              <a:gd name="connsiteY304" fmla="*/ 5931476 h 6858000"/>
              <a:gd name="connsiteX305" fmla="*/ 5371814 w 7467600"/>
              <a:gd name="connsiteY305" fmla="*/ 5678975 h 6858000"/>
              <a:gd name="connsiteX306" fmla="*/ 4987918 w 7467600"/>
              <a:gd name="connsiteY306" fmla="*/ 5838701 h 6858000"/>
              <a:gd name="connsiteX307" fmla="*/ 4317146 w 7467600"/>
              <a:gd name="connsiteY307" fmla="*/ 6587716 h 6858000"/>
              <a:gd name="connsiteX308" fmla="*/ 4171627 w 7467600"/>
              <a:gd name="connsiteY308" fmla="*/ 6858000 h 6858000"/>
              <a:gd name="connsiteX309" fmla="*/ 4081585 w 7467600"/>
              <a:gd name="connsiteY309" fmla="*/ 6858000 h 6858000"/>
              <a:gd name="connsiteX310" fmla="*/ 4238603 w 7467600"/>
              <a:gd name="connsiteY310" fmla="*/ 6559341 h 6858000"/>
              <a:gd name="connsiteX311" fmla="*/ 4778333 w 7467600"/>
              <a:gd name="connsiteY311" fmla="*/ 5873626 h 6858000"/>
              <a:gd name="connsiteX312" fmla="*/ 5414185 w 7467600"/>
              <a:gd name="connsiteY312" fmla="*/ 5573882 h 6858000"/>
              <a:gd name="connsiteX313" fmla="*/ 5959648 w 7467600"/>
              <a:gd name="connsiteY313" fmla="*/ 4760797 h 6858000"/>
              <a:gd name="connsiteX314" fmla="*/ 5355019 w 7467600"/>
              <a:gd name="connsiteY314" fmla="*/ 4734672 h 6858000"/>
              <a:gd name="connsiteX315" fmla="*/ 5083565 w 7467600"/>
              <a:gd name="connsiteY315" fmla="*/ 5179121 h 6858000"/>
              <a:gd name="connsiteX316" fmla="*/ 4713577 w 7467600"/>
              <a:gd name="connsiteY316" fmla="*/ 5616803 h 6858000"/>
              <a:gd name="connsiteX317" fmla="*/ 3989559 w 7467600"/>
              <a:gd name="connsiteY317" fmla="*/ 6145945 h 6858000"/>
              <a:gd name="connsiteX318" fmla="*/ 3939824 w 7467600"/>
              <a:gd name="connsiteY318" fmla="*/ 6066900 h 6858000"/>
              <a:gd name="connsiteX319" fmla="*/ 4584537 w 7467600"/>
              <a:gd name="connsiteY319" fmla="*/ 5324826 h 6858000"/>
              <a:gd name="connsiteX320" fmla="*/ 5037105 w 7467600"/>
              <a:gd name="connsiteY320" fmla="*/ 5088765 h 6858000"/>
              <a:gd name="connsiteX321" fmla="*/ 5039930 w 7467600"/>
              <a:gd name="connsiteY321" fmla="*/ 5089585 h 6858000"/>
              <a:gd name="connsiteX322" fmla="*/ 5263764 w 7467600"/>
              <a:gd name="connsiteY322" fmla="*/ 4735525 h 6858000"/>
              <a:gd name="connsiteX323" fmla="*/ 4086300 w 7467600"/>
              <a:gd name="connsiteY323" fmla="*/ 4884599 h 6858000"/>
              <a:gd name="connsiteX324" fmla="*/ 4085485 w 7467600"/>
              <a:gd name="connsiteY324" fmla="*/ 4899070 h 6858000"/>
              <a:gd name="connsiteX325" fmla="*/ 3871915 w 7467600"/>
              <a:gd name="connsiteY325" fmla="*/ 5253645 h 6858000"/>
              <a:gd name="connsiteX326" fmla="*/ 3799374 w 7467600"/>
              <a:gd name="connsiteY326" fmla="*/ 5466127 h 6858000"/>
              <a:gd name="connsiteX327" fmla="*/ 3498850 w 7467600"/>
              <a:gd name="connsiteY327" fmla="*/ 6661888 h 6858000"/>
              <a:gd name="connsiteX328" fmla="*/ 3399216 w 7467600"/>
              <a:gd name="connsiteY328" fmla="*/ 6858000 h 6858000"/>
              <a:gd name="connsiteX329" fmla="*/ 3303688 w 7467600"/>
              <a:gd name="connsiteY329" fmla="*/ 6858000 h 6858000"/>
              <a:gd name="connsiteX330" fmla="*/ 3391774 w 7467600"/>
              <a:gd name="connsiteY330" fmla="*/ 6697181 h 6858000"/>
              <a:gd name="connsiteX331" fmla="*/ 3735540 w 7467600"/>
              <a:gd name="connsiteY331" fmla="*/ 5546923 h 6858000"/>
              <a:gd name="connsiteX332" fmla="*/ 3729438 w 7467600"/>
              <a:gd name="connsiteY332" fmla="*/ 5569058 h 6858000"/>
              <a:gd name="connsiteX333" fmla="*/ 3707782 w 7467600"/>
              <a:gd name="connsiteY333" fmla="*/ 5644908 h 6858000"/>
              <a:gd name="connsiteX334" fmla="*/ 3583827 w 7467600"/>
              <a:gd name="connsiteY334" fmla="*/ 6039215 h 6858000"/>
              <a:gd name="connsiteX335" fmla="*/ 3547861 w 7467600"/>
              <a:gd name="connsiteY335" fmla="*/ 6129609 h 6858000"/>
              <a:gd name="connsiteX336" fmla="*/ 3490905 w 7467600"/>
              <a:gd name="connsiteY336" fmla="*/ 6277660 h 6858000"/>
              <a:gd name="connsiteX337" fmla="*/ 3455859 w 7467600"/>
              <a:gd name="connsiteY337" fmla="*/ 6391301 h 6858000"/>
              <a:gd name="connsiteX338" fmla="*/ 3429112 w 7467600"/>
              <a:gd name="connsiteY338" fmla="*/ 6479469 h 6858000"/>
              <a:gd name="connsiteX339" fmla="*/ 3304862 w 7467600"/>
              <a:gd name="connsiteY339" fmla="*/ 6796476 h 6858000"/>
              <a:gd name="connsiteX340" fmla="*/ 3276071 w 7467600"/>
              <a:gd name="connsiteY340" fmla="*/ 6858000 h 6858000"/>
              <a:gd name="connsiteX341" fmla="*/ 3240805 w 7467600"/>
              <a:gd name="connsiteY341" fmla="*/ 6858000 h 6858000"/>
              <a:gd name="connsiteX342" fmla="*/ 3275917 w 7467600"/>
              <a:gd name="connsiteY342" fmla="*/ 6783192 h 6858000"/>
              <a:gd name="connsiteX343" fmla="*/ 3399358 w 7467600"/>
              <a:gd name="connsiteY343" fmla="*/ 6469011 h 6858000"/>
              <a:gd name="connsiteX344" fmla="*/ 3425650 w 7467600"/>
              <a:gd name="connsiteY344" fmla="*/ 6381333 h 6858000"/>
              <a:gd name="connsiteX345" fmla="*/ 3460661 w 7467600"/>
              <a:gd name="connsiteY345" fmla="*/ 6266763 h 6858000"/>
              <a:gd name="connsiteX346" fmla="*/ 3518021 w 7467600"/>
              <a:gd name="connsiteY346" fmla="*/ 6117298 h 6858000"/>
              <a:gd name="connsiteX347" fmla="*/ 3554035 w 7467600"/>
              <a:gd name="connsiteY347" fmla="*/ 6027832 h 6858000"/>
              <a:gd name="connsiteX348" fmla="*/ 3677174 w 7467600"/>
              <a:gd name="connsiteY348" fmla="*/ 5636351 h 6858000"/>
              <a:gd name="connsiteX349" fmla="*/ 3698819 w 7467600"/>
              <a:gd name="connsiteY349" fmla="*/ 5560503 h 6858000"/>
              <a:gd name="connsiteX350" fmla="*/ 3702094 w 7467600"/>
              <a:gd name="connsiteY350" fmla="*/ 5549194 h 6858000"/>
              <a:gd name="connsiteX351" fmla="*/ 3398355 w 7467600"/>
              <a:gd name="connsiteY351" fmla="*/ 6094603 h 6858000"/>
              <a:gd name="connsiteX352" fmla="*/ 3193941 w 7467600"/>
              <a:gd name="connsiteY352" fmla="*/ 6798775 h 6858000"/>
              <a:gd name="connsiteX353" fmla="*/ 3184140 w 7467600"/>
              <a:gd name="connsiteY353" fmla="*/ 6858000 h 6858000"/>
              <a:gd name="connsiteX354" fmla="*/ 3099978 w 7467600"/>
              <a:gd name="connsiteY354" fmla="*/ 6858000 h 6858000"/>
              <a:gd name="connsiteX355" fmla="*/ 3101556 w 7467600"/>
              <a:gd name="connsiteY355" fmla="*/ 6843337 h 6858000"/>
              <a:gd name="connsiteX356" fmla="*/ 3370162 w 7467600"/>
              <a:gd name="connsiteY356" fmla="*/ 5785550 h 6858000"/>
              <a:gd name="connsiteX357" fmla="*/ 3746477 w 7467600"/>
              <a:gd name="connsiteY357" fmla="*/ 5377889 h 6858000"/>
              <a:gd name="connsiteX358" fmla="*/ 3863399 w 7467600"/>
              <a:gd name="connsiteY358" fmla="*/ 5087257 h 6858000"/>
              <a:gd name="connsiteX359" fmla="*/ 3968712 w 7467600"/>
              <a:gd name="connsiteY359" fmla="*/ 4913989 h 6858000"/>
              <a:gd name="connsiteX360" fmla="*/ 2792390 w 7467600"/>
              <a:gd name="connsiteY360" fmla="*/ 5382974 h 6858000"/>
              <a:gd name="connsiteX361" fmla="*/ 2714982 w 7467600"/>
              <a:gd name="connsiteY361" fmla="*/ 5427051 h 6858000"/>
              <a:gd name="connsiteX362" fmla="*/ 2813361 w 7467600"/>
              <a:gd name="connsiteY362" fmla="*/ 6023912 h 6858000"/>
              <a:gd name="connsiteX363" fmla="*/ 2688430 w 7467600"/>
              <a:gd name="connsiteY363" fmla="*/ 6801564 h 6858000"/>
              <a:gd name="connsiteX364" fmla="*/ 2629626 w 7467600"/>
              <a:gd name="connsiteY364" fmla="*/ 6763394 h 6858000"/>
              <a:gd name="connsiteX365" fmla="*/ 2565328 w 7467600"/>
              <a:gd name="connsiteY365" fmla="*/ 5516399 h 6858000"/>
              <a:gd name="connsiteX366" fmla="*/ 1922999 w 7467600"/>
              <a:gd name="connsiteY366" fmla="*/ 5980343 h 6858000"/>
              <a:gd name="connsiteX367" fmla="*/ 1950261 w 7467600"/>
              <a:gd name="connsiteY367" fmla="*/ 6405858 h 6858000"/>
              <a:gd name="connsiteX368" fmla="*/ 2365554 w 7467600"/>
              <a:gd name="connsiteY368" fmla="*/ 6759107 h 6858000"/>
              <a:gd name="connsiteX369" fmla="*/ 2424142 w 7467600"/>
              <a:gd name="connsiteY369" fmla="*/ 6858000 h 6858000"/>
              <a:gd name="connsiteX370" fmla="*/ 2395994 w 7467600"/>
              <a:gd name="connsiteY370" fmla="*/ 6858000 h 6858000"/>
              <a:gd name="connsiteX371" fmla="*/ 2392863 w 7467600"/>
              <a:gd name="connsiteY371" fmla="*/ 6852964 h 6858000"/>
              <a:gd name="connsiteX372" fmla="*/ 2017589 w 7467600"/>
              <a:gd name="connsiteY372" fmla="*/ 6493982 h 6858000"/>
              <a:gd name="connsiteX373" fmla="*/ 2147336 w 7467600"/>
              <a:gd name="connsiteY373" fmla="*/ 6594052 h 6858000"/>
              <a:gd name="connsiteX374" fmla="*/ 2207047 w 7467600"/>
              <a:gd name="connsiteY374" fmla="*/ 6654540 h 6858000"/>
              <a:gd name="connsiteX375" fmla="*/ 2299106 w 7467600"/>
              <a:gd name="connsiteY375" fmla="*/ 6778931 h 6858000"/>
              <a:gd name="connsiteX376" fmla="*/ 2314430 w 7467600"/>
              <a:gd name="connsiteY376" fmla="*/ 6801144 h 6858000"/>
              <a:gd name="connsiteX377" fmla="*/ 2352406 w 7467600"/>
              <a:gd name="connsiteY377" fmla="*/ 6858000 h 6858000"/>
              <a:gd name="connsiteX378" fmla="*/ 2314492 w 7467600"/>
              <a:gd name="connsiteY378" fmla="*/ 6858000 h 6858000"/>
              <a:gd name="connsiteX379" fmla="*/ 2288095 w 7467600"/>
              <a:gd name="connsiteY379" fmla="*/ 6818030 h 6858000"/>
              <a:gd name="connsiteX380" fmla="*/ 2272768 w 7467600"/>
              <a:gd name="connsiteY380" fmla="*/ 6795822 h 6858000"/>
              <a:gd name="connsiteX381" fmla="*/ 2182715 w 7467600"/>
              <a:gd name="connsiteY381" fmla="*/ 6675071 h 6858000"/>
              <a:gd name="connsiteX382" fmla="*/ 2032061 w 7467600"/>
              <a:gd name="connsiteY382" fmla="*/ 6541380 h 6858000"/>
              <a:gd name="connsiteX383" fmla="*/ 2257220 w 7467600"/>
              <a:gd name="connsiteY383" fmla="*/ 6826257 h 6858000"/>
              <a:gd name="connsiteX384" fmla="*/ 2281324 w 7467600"/>
              <a:gd name="connsiteY384" fmla="*/ 6858000 h 6858000"/>
              <a:gd name="connsiteX385" fmla="*/ 2242860 w 7467600"/>
              <a:gd name="connsiteY385" fmla="*/ 6858000 h 6858000"/>
              <a:gd name="connsiteX386" fmla="*/ 2232818 w 7467600"/>
              <a:gd name="connsiteY386" fmla="*/ 6844926 h 6858000"/>
              <a:gd name="connsiteX387" fmla="*/ 1990172 w 7467600"/>
              <a:gd name="connsiteY387" fmla="*/ 6542121 h 6858000"/>
              <a:gd name="connsiteX388" fmla="*/ 2124090 w 7467600"/>
              <a:gd name="connsiteY388" fmla="*/ 6761017 h 6858000"/>
              <a:gd name="connsiteX389" fmla="*/ 2200380 w 7467600"/>
              <a:gd name="connsiteY389" fmla="*/ 6858000 h 6858000"/>
              <a:gd name="connsiteX390" fmla="*/ 2147507 w 7467600"/>
              <a:gd name="connsiteY390" fmla="*/ 6858000 h 6858000"/>
              <a:gd name="connsiteX391" fmla="*/ 2070668 w 7467600"/>
              <a:gd name="connsiteY391" fmla="*/ 6761520 h 6858000"/>
              <a:gd name="connsiteX392" fmla="*/ 1975142 w 7467600"/>
              <a:gd name="connsiteY392" fmla="*/ 6585570 h 6858000"/>
              <a:gd name="connsiteX393" fmla="*/ 2050035 w 7467600"/>
              <a:gd name="connsiteY393" fmla="*/ 6813345 h 6858000"/>
              <a:gd name="connsiteX394" fmla="*/ 2063025 w 7467600"/>
              <a:gd name="connsiteY394" fmla="*/ 6858000 h 6858000"/>
              <a:gd name="connsiteX395" fmla="*/ 2021675 w 7467600"/>
              <a:gd name="connsiteY395" fmla="*/ 6858000 h 6858000"/>
              <a:gd name="connsiteX396" fmla="*/ 2019308 w 7467600"/>
              <a:gd name="connsiteY396" fmla="*/ 6847118 h 6858000"/>
              <a:gd name="connsiteX397" fmla="*/ 1938835 w 7467600"/>
              <a:gd name="connsiteY397" fmla="*/ 6551160 h 6858000"/>
              <a:gd name="connsiteX398" fmla="*/ 1953230 w 7467600"/>
              <a:gd name="connsiteY398" fmla="*/ 6759699 h 6858000"/>
              <a:gd name="connsiteX399" fmla="*/ 1956763 w 7467600"/>
              <a:gd name="connsiteY399" fmla="*/ 6778191 h 6858000"/>
              <a:gd name="connsiteX400" fmla="*/ 1967925 w 7467600"/>
              <a:gd name="connsiteY400" fmla="*/ 6858000 h 6858000"/>
              <a:gd name="connsiteX401" fmla="*/ 1936622 w 7467600"/>
              <a:gd name="connsiteY401" fmla="*/ 6858000 h 6858000"/>
              <a:gd name="connsiteX402" fmla="*/ 1926261 w 7467600"/>
              <a:gd name="connsiteY402" fmla="*/ 6784064 h 6858000"/>
              <a:gd name="connsiteX403" fmla="*/ 1922724 w 7467600"/>
              <a:gd name="connsiteY403" fmla="*/ 6765577 h 6858000"/>
              <a:gd name="connsiteX404" fmla="*/ 1904650 w 7467600"/>
              <a:gd name="connsiteY404" fmla="*/ 6639616 h 6858000"/>
              <a:gd name="connsiteX405" fmla="*/ 1885273 w 7467600"/>
              <a:gd name="connsiteY405" fmla="*/ 6858000 h 6858000"/>
              <a:gd name="connsiteX406" fmla="*/ 1854363 w 7467600"/>
              <a:gd name="connsiteY406" fmla="*/ 6858000 h 6858000"/>
              <a:gd name="connsiteX407" fmla="*/ 1880391 w 7467600"/>
              <a:gd name="connsiteY407" fmla="*/ 6603796 h 6858000"/>
              <a:gd name="connsiteX408" fmla="*/ 1818273 w 7467600"/>
              <a:gd name="connsiteY408" fmla="*/ 6715729 h 6858000"/>
              <a:gd name="connsiteX409" fmla="*/ 1794691 w 7467600"/>
              <a:gd name="connsiteY409" fmla="*/ 6843239 h 6858000"/>
              <a:gd name="connsiteX410" fmla="*/ 1794914 w 7467600"/>
              <a:gd name="connsiteY410" fmla="*/ 6858000 h 6858000"/>
              <a:gd name="connsiteX411" fmla="*/ 1746128 w 7467600"/>
              <a:gd name="connsiteY411" fmla="*/ 6858000 h 6858000"/>
              <a:gd name="connsiteX412" fmla="*/ 1753934 w 7467600"/>
              <a:gd name="connsiteY412" fmla="*/ 6724796 h 6858000"/>
              <a:gd name="connsiteX413" fmla="*/ 1792053 w 7467600"/>
              <a:gd name="connsiteY413" fmla="*/ 6572396 h 6858000"/>
              <a:gd name="connsiteX414" fmla="*/ 1862248 w 7467600"/>
              <a:gd name="connsiteY414" fmla="*/ 6266397 h 6858000"/>
              <a:gd name="connsiteX415" fmla="*/ 1862250 w 7467600"/>
              <a:gd name="connsiteY415" fmla="*/ 6033531 h 6858000"/>
              <a:gd name="connsiteX416" fmla="*/ 1211999 w 7467600"/>
              <a:gd name="connsiteY416" fmla="*/ 6683610 h 6858000"/>
              <a:gd name="connsiteX417" fmla="*/ 1213266 w 7467600"/>
              <a:gd name="connsiteY417" fmla="*/ 6691947 h 6858000"/>
              <a:gd name="connsiteX418" fmla="*/ 1203370 w 7467600"/>
              <a:gd name="connsiteY418" fmla="*/ 6850676 h 6858000"/>
              <a:gd name="connsiteX419" fmla="*/ 1203671 w 7467600"/>
              <a:gd name="connsiteY419" fmla="*/ 6858000 h 6858000"/>
              <a:gd name="connsiteX420" fmla="*/ 1143180 w 7467600"/>
              <a:gd name="connsiteY420" fmla="*/ 6858000 h 6858000"/>
              <a:gd name="connsiteX421" fmla="*/ 1142176 w 7467600"/>
              <a:gd name="connsiteY421" fmla="*/ 6766045 h 6858000"/>
              <a:gd name="connsiteX422" fmla="*/ 1067484 w 7467600"/>
              <a:gd name="connsiteY422" fmla="*/ 6858000 h 6858000"/>
              <a:gd name="connsiteX423" fmla="*/ 953928 w 7467600"/>
              <a:gd name="connsiteY423" fmla="*/ 6858000 h 6858000"/>
              <a:gd name="connsiteX424" fmla="*/ 959715 w 7467600"/>
              <a:gd name="connsiteY424" fmla="*/ 6850185 h 6858000"/>
              <a:gd name="connsiteX425" fmla="*/ 1483788 w 7467600"/>
              <a:gd name="connsiteY425" fmla="*/ 6259174 h 6858000"/>
              <a:gd name="connsiteX426" fmla="*/ 1100671 w 7467600"/>
              <a:gd name="connsiteY426" fmla="*/ 6252137 h 6858000"/>
              <a:gd name="connsiteX427" fmla="*/ 1090144 w 7467600"/>
              <a:gd name="connsiteY427" fmla="*/ 6256748 h 6858000"/>
              <a:gd name="connsiteX428" fmla="*/ 1095872 w 7467600"/>
              <a:gd name="connsiteY428" fmla="*/ 6271892 h 6858000"/>
              <a:gd name="connsiteX429" fmla="*/ 262785 w 7467600"/>
              <a:gd name="connsiteY429" fmla="*/ 6845450 h 6858000"/>
              <a:gd name="connsiteX430" fmla="*/ 209968 w 7467600"/>
              <a:gd name="connsiteY430" fmla="*/ 6770713 h 6858000"/>
              <a:gd name="connsiteX431" fmla="*/ 873460 w 7467600"/>
              <a:gd name="connsiteY431" fmla="*/ 6253768 h 6858000"/>
              <a:gd name="connsiteX432" fmla="*/ 192686 w 7467600"/>
              <a:gd name="connsiteY432" fmla="*/ 5849257 h 6858000"/>
              <a:gd name="connsiteX433" fmla="*/ 4696 w 7467600"/>
              <a:gd name="connsiteY433" fmla="*/ 5697668 h 6858000"/>
              <a:gd name="connsiteX434" fmla="*/ 0 w 7467600"/>
              <a:gd name="connsiteY434" fmla="*/ 5689984 h 6858000"/>
              <a:gd name="connsiteX435" fmla="*/ 0 w 7467600"/>
              <a:gd name="connsiteY435" fmla="*/ 5513472 h 6858000"/>
              <a:gd name="connsiteX436" fmla="*/ 174101 w 7467600"/>
              <a:gd name="connsiteY436" fmla="*/ 5620277 h 6858000"/>
              <a:gd name="connsiteX437" fmla="*/ 891800 w 7467600"/>
              <a:gd name="connsiteY437" fmla="*/ 6036935 h 6858000"/>
              <a:gd name="connsiteX438" fmla="*/ 1072219 w 7467600"/>
              <a:gd name="connsiteY438" fmla="*/ 6169443 h 6858000"/>
              <a:gd name="connsiteX439" fmla="*/ 1074117 w 7467600"/>
              <a:gd name="connsiteY439" fmla="*/ 6170301 h 6858000"/>
              <a:gd name="connsiteX440" fmla="*/ 1083114 w 7467600"/>
              <a:gd name="connsiteY440" fmla="*/ 6174131 h 6858000"/>
              <a:gd name="connsiteX441" fmla="*/ 1543010 w 7467600"/>
              <a:gd name="connsiteY441" fmla="*/ 6191140 h 6858000"/>
              <a:gd name="connsiteX442" fmla="*/ 1551080 w 7467600"/>
              <a:gd name="connsiteY442" fmla="*/ 6195006 h 6858000"/>
              <a:gd name="connsiteX443" fmla="*/ 2345443 w 7467600"/>
              <a:gd name="connsiteY443" fmla="*/ 5549882 h 6858000"/>
              <a:gd name="connsiteX444" fmla="*/ 1721499 w 7467600"/>
              <a:gd name="connsiteY444" fmla="*/ 5599969 h 6858000"/>
              <a:gd name="connsiteX445" fmla="*/ 767716 w 7467600"/>
              <a:gd name="connsiteY445" fmla="*/ 5472768 h 6858000"/>
              <a:gd name="connsiteX446" fmla="*/ 722147 w 7467600"/>
              <a:gd name="connsiteY446" fmla="*/ 5393091 h 6858000"/>
              <a:gd name="connsiteX447" fmla="*/ 1485552 w 7467600"/>
              <a:gd name="connsiteY447" fmla="*/ 5313202 h 6858000"/>
              <a:gd name="connsiteX448" fmla="*/ 2143004 w 7467600"/>
              <a:gd name="connsiteY448" fmla="*/ 5402420 h 6858000"/>
              <a:gd name="connsiteX449" fmla="*/ 1933391 w 7467600"/>
              <a:gd name="connsiteY449" fmla="*/ 5156971 h 6858000"/>
              <a:gd name="connsiteX450" fmla="*/ 1827118 w 7467600"/>
              <a:gd name="connsiteY450" fmla="*/ 4968410 h 6858000"/>
              <a:gd name="connsiteX451" fmla="*/ 1837349 w 7467600"/>
              <a:gd name="connsiteY451" fmla="*/ 4956357 h 6858000"/>
              <a:gd name="connsiteX452" fmla="*/ 2162835 w 7467600"/>
              <a:gd name="connsiteY452" fmla="*/ 5187853 h 6858000"/>
              <a:gd name="connsiteX453" fmla="*/ 2257167 w 7467600"/>
              <a:gd name="connsiteY453" fmla="*/ 5462123 h 6858000"/>
              <a:gd name="connsiteX454" fmla="*/ 2261598 w 7467600"/>
              <a:gd name="connsiteY454" fmla="*/ 5467998 h 6858000"/>
              <a:gd name="connsiteX455" fmla="*/ 2437177 w 7467600"/>
              <a:gd name="connsiteY455" fmla="*/ 5479608 h 6858000"/>
              <a:gd name="connsiteX456" fmla="*/ 2445247 w 7467600"/>
              <a:gd name="connsiteY456" fmla="*/ 5483476 h 6858000"/>
              <a:gd name="connsiteX457" fmla="*/ 2743626 w 7467600"/>
              <a:gd name="connsiteY457" fmla="*/ 5304819 h 6858000"/>
              <a:gd name="connsiteX458" fmla="*/ 3048102 w 7467600"/>
              <a:gd name="connsiteY458" fmla="*/ 5150595 h 6858000"/>
              <a:gd name="connsiteX459" fmla="*/ 1799414 w 7467600"/>
              <a:gd name="connsiteY459" fmla="*/ 4694732 h 6858000"/>
              <a:gd name="connsiteX460" fmla="*/ 1771735 w 7467600"/>
              <a:gd name="connsiteY460" fmla="*/ 4619929 h 6858000"/>
              <a:gd name="connsiteX461" fmla="*/ 3104273 w 7467600"/>
              <a:gd name="connsiteY461" fmla="*/ 5076159 h 6858000"/>
              <a:gd name="connsiteX462" fmla="*/ 3113245 w 7467600"/>
              <a:gd name="connsiteY462" fmla="*/ 5090705 h 6858000"/>
              <a:gd name="connsiteX463" fmla="*/ 3126294 w 7467600"/>
              <a:gd name="connsiteY463" fmla="*/ 5114400 h 6858000"/>
              <a:gd name="connsiteX464" fmla="*/ 3937433 w 7467600"/>
              <a:gd name="connsiteY464" fmla="*/ 4830473 h 6858000"/>
              <a:gd name="connsiteX465" fmla="*/ 3590475 w 7467600"/>
              <a:gd name="connsiteY465" fmla="*/ 4597974 h 6858000"/>
              <a:gd name="connsiteX466" fmla="*/ 3100264 w 7467600"/>
              <a:gd name="connsiteY466" fmla="*/ 4579845 h 6858000"/>
              <a:gd name="connsiteX467" fmla="*/ 2183576 w 7467600"/>
              <a:gd name="connsiteY467" fmla="*/ 4227150 h 6858000"/>
              <a:gd name="connsiteX468" fmla="*/ 2151029 w 7467600"/>
              <a:gd name="connsiteY468" fmla="*/ 4146947 h 6858000"/>
              <a:gd name="connsiteX469" fmla="*/ 3563434 w 7467600"/>
              <a:gd name="connsiteY469" fmla="*/ 4469115 h 6858000"/>
              <a:gd name="connsiteX470" fmla="*/ 3177952 w 7467600"/>
              <a:gd name="connsiteY470" fmla="*/ 3657386 h 6858000"/>
              <a:gd name="connsiteX471" fmla="*/ 3189263 w 7467600"/>
              <a:gd name="connsiteY471" fmla="*/ 3625726 h 6858000"/>
              <a:gd name="connsiteX472" fmla="*/ 3560912 w 7467600"/>
              <a:gd name="connsiteY472" fmla="*/ 4079863 h 6858000"/>
              <a:gd name="connsiteX473" fmla="*/ 3626636 w 7467600"/>
              <a:gd name="connsiteY473" fmla="*/ 4512230 h 6858000"/>
              <a:gd name="connsiteX474" fmla="*/ 3653088 w 7467600"/>
              <a:gd name="connsiteY474" fmla="*/ 4521417 h 6858000"/>
              <a:gd name="connsiteX475" fmla="*/ 3988128 w 7467600"/>
              <a:gd name="connsiteY475" fmla="*/ 4817267 h 6858000"/>
              <a:gd name="connsiteX476" fmla="*/ 4830582 w 7467600"/>
              <a:gd name="connsiteY476" fmla="*/ 4676000 h 6858000"/>
              <a:gd name="connsiteX477" fmla="*/ 4830100 w 7467600"/>
              <a:gd name="connsiteY477" fmla="*/ 4675554 h 6858000"/>
              <a:gd name="connsiteX478" fmla="*/ 4036318 w 7467600"/>
              <a:gd name="connsiteY478" fmla="*/ 4147013 h 6858000"/>
              <a:gd name="connsiteX479" fmla="*/ 3432098 w 7467600"/>
              <a:gd name="connsiteY479" fmla="*/ 3537312 h 6858000"/>
              <a:gd name="connsiteX480" fmla="*/ 3446761 w 7467600"/>
              <a:gd name="connsiteY480" fmla="*/ 3461278 h 6858000"/>
              <a:gd name="connsiteX481" fmla="*/ 4419733 w 7467600"/>
              <a:gd name="connsiteY481" fmla="*/ 3963555 h 6858000"/>
              <a:gd name="connsiteX482" fmla="*/ 4781371 w 7467600"/>
              <a:gd name="connsiteY482" fmla="*/ 4458604 h 6858000"/>
              <a:gd name="connsiteX483" fmla="*/ 4780440 w 7467600"/>
              <a:gd name="connsiteY483" fmla="*/ 4470290 h 6858000"/>
              <a:gd name="connsiteX484" fmla="*/ 4898954 w 7467600"/>
              <a:gd name="connsiteY484" fmla="*/ 4662092 h 6858000"/>
              <a:gd name="connsiteX485" fmla="*/ 4900699 w 7467600"/>
              <a:gd name="connsiteY485" fmla="*/ 4670867 h 6858000"/>
              <a:gd name="connsiteX486" fmla="*/ 5714511 w 7467600"/>
              <a:gd name="connsiteY486" fmla="*/ 4663483 h 6858000"/>
              <a:gd name="connsiteX487" fmla="*/ 5464793 w 7467600"/>
              <a:gd name="connsiteY487" fmla="*/ 4393556 h 6858000"/>
              <a:gd name="connsiteX488" fmla="*/ 5461897 w 7467600"/>
              <a:gd name="connsiteY488" fmla="*/ 4390879 h 6858000"/>
              <a:gd name="connsiteX489" fmla="*/ 4294126 w 7467600"/>
              <a:gd name="connsiteY489" fmla="*/ 3303048 h 6858000"/>
              <a:gd name="connsiteX490" fmla="*/ 4305321 w 7467600"/>
              <a:gd name="connsiteY490" fmla="*/ 3256953 h 6858000"/>
              <a:gd name="connsiteX491" fmla="*/ 4949299 w 7467600"/>
              <a:gd name="connsiteY491" fmla="*/ 3766336 h 6858000"/>
              <a:gd name="connsiteX492" fmla="*/ 5291452 w 7467600"/>
              <a:gd name="connsiteY492" fmla="*/ 4076801 h 6858000"/>
              <a:gd name="connsiteX493" fmla="*/ 5434998 w 7467600"/>
              <a:gd name="connsiteY493" fmla="*/ 4254100 h 6858000"/>
              <a:gd name="connsiteX494" fmla="*/ 5351015 w 7467600"/>
              <a:gd name="connsiteY494" fmla="*/ 3760989 h 6858000"/>
              <a:gd name="connsiteX495" fmla="*/ 5413780 w 7467600"/>
              <a:gd name="connsiteY495" fmla="*/ 2966265 h 6858000"/>
              <a:gd name="connsiteX496" fmla="*/ 5425627 w 7467600"/>
              <a:gd name="connsiteY496" fmla="*/ 2954192 h 6858000"/>
              <a:gd name="connsiteX497" fmla="*/ 6604735 w 7467600"/>
              <a:gd name="connsiteY497" fmla="*/ 2041381 h 6858000"/>
              <a:gd name="connsiteX498" fmla="*/ 7204487 w 7467600"/>
              <a:gd name="connsiteY498" fmla="*/ 2742112 h 6858000"/>
              <a:gd name="connsiteX499" fmla="*/ 7131592 w 7467600"/>
              <a:gd name="connsiteY499" fmla="*/ 2672096 h 6858000"/>
              <a:gd name="connsiteX500" fmla="*/ 6996344 w 7467600"/>
              <a:gd name="connsiteY500" fmla="*/ 2518310 h 6858000"/>
              <a:gd name="connsiteX501" fmla="*/ 6735495 w 7467600"/>
              <a:gd name="connsiteY501" fmla="*/ 2196890 h 6858000"/>
              <a:gd name="connsiteX502" fmla="*/ 6721901 w 7467600"/>
              <a:gd name="connsiteY502" fmla="*/ 2179274 h 6858000"/>
              <a:gd name="connsiteX503" fmla="*/ 6604735 w 7467600"/>
              <a:gd name="connsiteY503" fmla="*/ 2041381 h 6858000"/>
              <a:gd name="connsiteX504" fmla="*/ 6591670 w 7467600"/>
              <a:gd name="connsiteY504" fmla="*/ 1988277 h 6858000"/>
              <a:gd name="connsiteX505" fmla="*/ 6747349 w 7467600"/>
              <a:gd name="connsiteY505" fmla="*/ 2160069 h 6858000"/>
              <a:gd name="connsiteX506" fmla="*/ 6760943 w 7467600"/>
              <a:gd name="connsiteY506" fmla="*/ 2177686 h 6858000"/>
              <a:gd name="connsiteX507" fmla="*/ 7021065 w 7467600"/>
              <a:gd name="connsiteY507" fmla="*/ 2498102 h 6858000"/>
              <a:gd name="connsiteX508" fmla="*/ 7155223 w 7467600"/>
              <a:gd name="connsiteY508" fmla="*/ 2650386 h 6858000"/>
              <a:gd name="connsiteX509" fmla="*/ 7203167 w 7467600"/>
              <a:gd name="connsiteY509" fmla="*/ 2697288 h 6858000"/>
              <a:gd name="connsiteX510" fmla="*/ 6937703 w 7467600"/>
              <a:gd name="connsiteY510" fmla="*/ 2321981 h 6858000"/>
              <a:gd name="connsiteX511" fmla="*/ 6591670 w 7467600"/>
              <a:gd name="connsiteY511" fmla="*/ 1988277 h 6858000"/>
              <a:gd name="connsiteX512" fmla="*/ 5798671 w 7467600"/>
              <a:gd name="connsiteY512" fmla="*/ 1981601 h 6858000"/>
              <a:gd name="connsiteX513" fmla="*/ 5754709 w 7467600"/>
              <a:gd name="connsiteY513" fmla="*/ 2071454 h 6858000"/>
              <a:gd name="connsiteX514" fmla="*/ 5763044 w 7467600"/>
              <a:gd name="connsiteY514" fmla="*/ 2842206 h 6858000"/>
              <a:gd name="connsiteX515" fmla="*/ 5764974 w 7467600"/>
              <a:gd name="connsiteY515" fmla="*/ 2799609 h 6858000"/>
              <a:gd name="connsiteX516" fmla="*/ 5767665 w 7467600"/>
              <a:gd name="connsiteY516" fmla="*/ 2666409 h 6858000"/>
              <a:gd name="connsiteX517" fmla="*/ 5763055 w 7467600"/>
              <a:gd name="connsiteY517" fmla="*/ 2579705 h 6858000"/>
              <a:gd name="connsiteX518" fmla="*/ 5758079 w 7467600"/>
              <a:gd name="connsiteY518" fmla="*/ 2492508 h 6858000"/>
              <a:gd name="connsiteX519" fmla="*/ 5779325 w 7467600"/>
              <a:gd name="connsiteY519" fmla="*/ 2197069 h 6858000"/>
              <a:gd name="connsiteX520" fmla="*/ 5798671 w 7467600"/>
              <a:gd name="connsiteY520" fmla="*/ 1981601 h 6858000"/>
              <a:gd name="connsiteX521" fmla="*/ 5829202 w 7467600"/>
              <a:gd name="connsiteY521" fmla="*/ 1971679 h 6858000"/>
              <a:gd name="connsiteX522" fmla="*/ 5809558 w 7467600"/>
              <a:gd name="connsiteY522" fmla="*/ 2198043 h 6858000"/>
              <a:gd name="connsiteX523" fmla="*/ 5788653 w 7467600"/>
              <a:gd name="connsiteY523" fmla="*/ 2489430 h 6858000"/>
              <a:gd name="connsiteX524" fmla="*/ 5793439 w 7467600"/>
              <a:gd name="connsiteY524" fmla="*/ 2575235 h 6858000"/>
              <a:gd name="connsiteX525" fmla="*/ 5796837 w 7467600"/>
              <a:gd name="connsiteY525" fmla="*/ 2637633 h 6858000"/>
              <a:gd name="connsiteX526" fmla="*/ 5818614 w 7467600"/>
              <a:gd name="connsiteY526" fmla="*/ 2473055 h 6858000"/>
              <a:gd name="connsiteX527" fmla="*/ 5829202 w 7467600"/>
              <a:gd name="connsiteY527" fmla="*/ 1971679 h 6858000"/>
              <a:gd name="connsiteX528" fmla="*/ 5911389 w 7467600"/>
              <a:gd name="connsiteY528" fmla="*/ 1898371 h 6858000"/>
              <a:gd name="connsiteX529" fmla="*/ 6237627 w 7467600"/>
              <a:gd name="connsiteY529" fmla="*/ 2231921 h 6858000"/>
              <a:gd name="connsiteX530" fmla="*/ 5911389 w 7467600"/>
              <a:gd name="connsiteY530" fmla="*/ 1898371 h 6858000"/>
              <a:gd name="connsiteX531" fmla="*/ 6944437 w 7467600"/>
              <a:gd name="connsiteY531" fmla="*/ 1575402 h 6858000"/>
              <a:gd name="connsiteX532" fmla="*/ 6304730 w 7467600"/>
              <a:gd name="connsiteY532" fmla="*/ 1766654 h 6858000"/>
              <a:gd name="connsiteX533" fmla="*/ 6944437 w 7467600"/>
              <a:gd name="connsiteY533" fmla="*/ 1575402 h 6858000"/>
              <a:gd name="connsiteX534" fmla="*/ 7019523 w 7467600"/>
              <a:gd name="connsiteY534" fmla="*/ 1519450 h 6858000"/>
              <a:gd name="connsiteX535" fmla="*/ 6298091 w 7467600"/>
              <a:gd name="connsiteY535" fmla="*/ 1737122 h 6858000"/>
              <a:gd name="connsiteX536" fmla="*/ 7019523 w 7467600"/>
              <a:gd name="connsiteY536" fmla="*/ 1519450 h 6858000"/>
              <a:gd name="connsiteX537" fmla="*/ 2399523 w 7467600"/>
              <a:gd name="connsiteY537" fmla="*/ 1428234 h 6858000"/>
              <a:gd name="connsiteX538" fmla="*/ 2224982 w 7467600"/>
              <a:gd name="connsiteY538" fmla="*/ 1826201 h 6858000"/>
              <a:gd name="connsiteX539" fmla="*/ 2096099 w 7467600"/>
              <a:gd name="connsiteY539" fmla="*/ 2345900 h 6858000"/>
              <a:gd name="connsiteX540" fmla="*/ 2283317 w 7467600"/>
              <a:gd name="connsiteY540" fmla="*/ 1796925 h 6858000"/>
              <a:gd name="connsiteX541" fmla="*/ 2399523 w 7467600"/>
              <a:gd name="connsiteY541" fmla="*/ 1428234 h 6858000"/>
              <a:gd name="connsiteX542" fmla="*/ 2448558 w 7467600"/>
              <a:gd name="connsiteY542" fmla="*/ 1373435 h 6858000"/>
              <a:gd name="connsiteX543" fmla="*/ 2312521 w 7467600"/>
              <a:gd name="connsiteY543" fmla="*/ 1806140 h 6858000"/>
              <a:gd name="connsiteX544" fmla="*/ 2127533 w 7467600"/>
              <a:gd name="connsiteY544" fmla="*/ 2348380 h 6858000"/>
              <a:gd name="connsiteX545" fmla="*/ 2358080 w 7467600"/>
              <a:gd name="connsiteY545" fmla="*/ 1866134 h 6858000"/>
              <a:gd name="connsiteX546" fmla="*/ 2407436 w 7467600"/>
              <a:gd name="connsiteY546" fmla="*/ 1651070 h 6858000"/>
              <a:gd name="connsiteX547" fmla="*/ 2448558 w 7467600"/>
              <a:gd name="connsiteY547" fmla="*/ 1373435 h 6858000"/>
              <a:gd name="connsiteX548" fmla="*/ 278707 w 7467600"/>
              <a:gd name="connsiteY548" fmla="*/ 1352270 h 6858000"/>
              <a:gd name="connsiteX549" fmla="*/ 321570 w 7467600"/>
              <a:gd name="connsiteY549" fmla="*/ 1861610 h 6858000"/>
              <a:gd name="connsiteX550" fmla="*/ 294281 w 7467600"/>
              <a:gd name="connsiteY550" fmla="*/ 1440658 h 6858000"/>
              <a:gd name="connsiteX551" fmla="*/ 278707 w 7467600"/>
              <a:gd name="connsiteY551" fmla="*/ 1352270 h 6858000"/>
              <a:gd name="connsiteX552" fmla="*/ 1423821 w 7467600"/>
              <a:gd name="connsiteY552" fmla="*/ 1351958 h 6858000"/>
              <a:gd name="connsiteX553" fmla="*/ 1638521 w 7467600"/>
              <a:gd name="connsiteY553" fmla="*/ 1908470 h 6858000"/>
              <a:gd name="connsiteX554" fmla="*/ 1754199 w 7467600"/>
              <a:gd name="connsiteY554" fmla="*/ 2149284 h 6858000"/>
              <a:gd name="connsiteX555" fmla="*/ 1908359 w 7467600"/>
              <a:gd name="connsiteY555" fmla="*/ 2364988 h 6858000"/>
              <a:gd name="connsiteX556" fmla="*/ 1647661 w 7467600"/>
              <a:gd name="connsiteY556" fmla="*/ 1825945 h 6858000"/>
              <a:gd name="connsiteX557" fmla="*/ 1423821 w 7467600"/>
              <a:gd name="connsiteY557" fmla="*/ 1351958 h 6858000"/>
              <a:gd name="connsiteX558" fmla="*/ 1431890 w 7467600"/>
              <a:gd name="connsiteY558" fmla="*/ 1306475 h 6858000"/>
              <a:gd name="connsiteX559" fmla="*/ 1507597 w 7467600"/>
              <a:gd name="connsiteY559" fmla="*/ 1446132 h 6858000"/>
              <a:gd name="connsiteX560" fmla="*/ 1674586 w 7467600"/>
              <a:gd name="connsiteY560" fmla="*/ 1813832 h 6858000"/>
              <a:gd name="connsiteX561" fmla="*/ 1815950 w 7467600"/>
              <a:gd name="connsiteY561" fmla="*/ 2128564 h 6858000"/>
              <a:gd name="connsiteX562" fmla="*/ 1984242 w 7467600"/>
              <a:gd name="connsiteY562" fmla="*/ 2430829 h 6858000"/>
              <a:gd name="connsiteX563" fmla="*/ 2014023 w 7467600"/>
              <a:gd name="connsiteY563" fmla="*/ 2450995 h 6858000"/>
              <a:gd name="connsiteX564" fmla="*/ 1747337 w 7467600"/>
              <a:gd name="connsiteY564" fmla="*/ 1855264 h 6858000"/>
              <a:gd name="connsiteX565" fmla="*/ 1533749 w 7467600"/>
              <a:gd name="connsiteY565" fmla="*/ 1478656 h 6858000"/>
              <a:gd name="connsiteX566" fmla="*/ 1431890 w 7467600"/>
              <a:gd name="connsiteY566" fmla="*/ 1306475 h 6858000"/>
              <a:gd name="connsiteX567" fmla="*/ 5052692 w 7467600"/>
              <a:gd name="connsiteY567" fmla="*/ 1292994 h 6858000"/>
              <a:gd name="connsiteX568" fmla="*/ 5200661 w 7467600"/>
              <a:gd name="connsiteY568" fmla="*/ 1635186 h 6858000"/>
              <a:gd name="connsiteX569" fmla="*/ 5297138 w 7467600"/>
              <a:gd name="connsiteY569" fmla="*/ 1906351 h 6858000"/>
              <a:gd name="connsiteX570" fmla="*/ 5052692 w 7467600"/>
              <a:gd name="connsiteY570" fmla="*/ 1292994 h 6858000"/>
              <a:gd name="connsiteX571" fmla="*/ 5009948 w 7467600"/>
              <a:gd name="connsiteY571" fmla="*/ 1273619 h 6858000"/>
              <a:gd name="connsiteX572" fmla="*/ 5121777 w 7467600"/>
              <a:gd name="connsiteY572" fmla="*/ 1654213 h 6858000"/>
              <a:gd name="connsiteX573" fmla="*/ 5293545 w 7467600"/>
              <a:gd name="connsiteY573" fmla="*/ 2072247 h 6858000"/>
              <a:gd name="connsiteX574" fmla="*/ 5294042 w 7467600"/>
              <a:gd name="connsiteY574" fmla="*/ 2065019 h 6858000"/>
              <a:gd name="connsiteX575" fmla="*/ 5171936 w 7467600"/>
              <a:gd name="connsiteY575" fmla="*/ 1647613 h 6858000"/>
              <a:gd name="connsiteX576" fmla="*/ 5009948 w 7467600"/>
              <a:gd name="connsiteY576" fmla="*/ 1273619 h 6858000"/>
              <a:gd name="connsiteX577" fmla="*/ 655236 w 7467600"/>
              <a:gd name="connsiteY577" fmla="*/ 1268632 h 6858000"/>
              <a:gd name="connsiteX578" fmla="*/ 839521 w 7467600"/>
              <a:gd name="connsiteY578" fmla="*/ 1685315 h 6858000"/>
              <a:gd name="connsiteX579" fmla="*/ 1109416 w 7467600"/>
              <a:gd name="connsiteY579" fmla="*/ 2061663 h 6858000"/>
              <a:gd name="connsiteX580" fmla="*/ 1298300 w 7467600"/>
              <a:gd name="connsiteY580" fmla="*/ 2247742 h 6858000"/>
              <a:gd name="connsiteX581" fmla="*/ 1125871 w 7467600"/>
              <a:gd name="connsiteY581" fmla="*/ 1989513 h 6858000"/>
              <a:gd name="connsiteX582" fmla="*/ 981574 w 7467600"/>
              <a:gd name="connsiteY582" fmla="*/ 1783157 h 6858000"/>
              <a:gd name="connsiteX583" fmla="*/ 922198 w 7467600"/>
              <a:gd name="connsiteY583" fmla="*/ 1677437 h 6858000"/>
              <a:gd name="connsiteX584" fmla="*/ 869293 w 7467600"/>
              <a:gd name="connsiteY584" fmla="*/ 1583214 h 6858000"/>
              <a:gd name="connsiteX585" fmla="*/ 751431 w 7467600"/>
              <a:gd name="connsiteY585" fmla="*/ 1405731 h 6858000"/>
              <a:gd name="connsiteX586" fmla="*/ 655236 w 7467600"/>
              <a:gd name="connsiteY586" fmla="*/ 1268632 h 6858000"/>
              <a:gd name="connsiteX587" fmla="*/ 6516292 w 7467600"/>
              <a:gd name="connsiteY587" fmla="*/ 1263064 h 6858000"/>
              <a:gd name="connsiteX588" fmla="*/ 5736320 w 7467600"/>
              <a:gd name="connsiteY588" fmla="*/ 1501803 h 6858000"/>
              <a:gd name="connsiteX589" fmla="*/ 6516292 w 7467600"/>
              <a:gd name="connsiteY589" fmla="*/ 1263064 h 6858000"/>
              <a:gd name="connsiteX590" fmla="*/ 291466 w 7467600"/>
              <a:gd name="connsiteY590" fmla="*/ 1250369 h 6858000"/>
              <a:gd name="connsiteX591" fmla="*/ 323180 w 7467600"/>
              <a:gd name="connsiteY591" fmla="*/ 1435283 h 6858000"/>
              <a:gd name="connsiteX592" fmla="*/ 349381 w 7467600"/>
              <a:gd name="connsiteY592" fmla="*/ 1875041 h 6858000"/>
              <a:gd name="connsiteX593" fmla="*/ 374363 w 7467600"/>
              <a:gd name="connsiteY593" fmla="*/ 1506494 h 6858000"/>
              <a:gd name="connsiteX594" fmla="*/ 302168 w 7467600"/>
              <a:gd name="connsiteY594" fmla="*/ 1274495 h 6858000"/>
              <a:gd name="connsiteX595" fmla="*/ 291466 w 7467600"/>
              <a:gd name="connsiteY595" fmla="*/ 1250369 h 6858000"/>
              <a:gd name="connsiteX596" fmla="*/ 678222 w 7467600"/>
              <a:gd name="connsiteY596" fmla="*/ 1248670 h 6858000"/>
              <a:gd name="connsiteX597" fmla="*/ 775536 w 7467600"/>
              <a:gd name="connsiteY597" fmla="*/ 1388015 h 6858000"/>
              <a:gd name="connsiteX598" fmla="*/ 894529 w 7467600"/>
              <a:gd name="connsiteY598" fmla="*/ 1567739 h 6858000"/>
              <a:gd name="connsiteX599" fmla="*/ 948000 w 7467600"/>
              <a:gd name="connsiteY599" fmla="*/ 1663088 h 6858000"/>
              <a:gd name="connsiteX600" fmla="*/ 1006812 w 7467600"/>
              <a:gd name="connsiteY600" fmla="*/ 1767683 h 6858000"/>
              <a:gd name="connsiteX601" fmla="*/ 1149133 w 7467600"/>
              <a:gd name="connsiteY601" fmla="*/ 1971513 h 6858000"/>
              <a:gd name="connsiteX602" fmla="*/ 1333952 w 7467600"/>
              <a:gd name="connsiteY602" fmla="*/ 2251620 h 6858000"/>
              <a:gd name="connsiteX603" fmla="*/ 1337329 w 7467600"/>
              <a:gd name="connsiteY603" fmla="*/ 2258350 h 6858000"/>
              <a:gd name="connsiteX604" fmla="*/ 1014726 w 7467600"/>
              <a:gd name="connsiteY604" fmla="*/ 1615556 h 6858000"/>
              <a:gd name="connsiteX605" fmla="*/ 678222 w 7467600"/>
              <a:gd name="connsiteY605" fmla="*/ 1248670 h 6858000"/>
              <a:gd name="connsiteX606" fmla="*/ 6691602 w 7467600"/>
              <a:gd name="connsiteY606" fmla="*/ 1140573 h 6858000"/>
              <a:gd name="connsiteX607" fmla="*/ 6571100 w 7467600"/>
              <a:gd name="connsiteY607" fmla="*/ 1183662 h 6858000"/>
              <a:gd name="connsiteX608" fmla="*/ 6241687 w 7467600"/>
              <a:gd name="connsiteY608" fmla="*/ 1257600 h 6858000"/>
              <a:gd name="connsiteX609" fmla="*/ 5693009 w 7467600"/>
              <a:gd name="connsiteY609" fmla="*/ 1478256 h 6858000"/>
              <a:gd name="connsiteX610" fmla="*/ 6548420 w 7467600"/>
              <a:gd name="connsiteY610" fmla="*/ 1214599 h 6858000"/>
              <a:gd name="connsiteX611" fmla="*/ 6605473 w 7467600"/>
              <a:gd name="connsiteY611" fmla="*/ 1184686 h 6858000"/>
              <a:gd name="connsiteX612" fmla="*/ 6691602 w 7467600"/>
              <a:gd name="connsiteY612" fmla="*/ 1140573 h 6858000"/>
              <a:gd name="connsiteX613" fmla="*/ 4002475 w 7467600"/>
              <a:gd name="connsiteY613" fmla="*/ 1037802 h 6858000"/>
              <a:gd name="connsiteX614" fmla="*/ 4000324 w 7467600"/>
              <a:gd name="connsiteY614" fmla="*/ 1039362 h 6858000"/>
              <a:gd name="connsiteX615" fmla="*/ 4002862 w 7467600"/>
              <a:gd name="connsiteY615" fmla="*/ 1042866 h 6858000"/>
              <a:gd name="connsiteX616" fmla="*/ 4002475 w 7467600"/>
              <a:gd name="connsiteY616" fmla="*/ 1037802 h 6858000"/>
              <a:gd name="connsiteX617" fmla="*/ 506322 w 7467600"/>
              <a:gd name="connsiteY617" fmla="*/ 1020997 h 6858000"/>
              <a:gd name="connsiteX618" fmla="*/ 533068 w 7467600"/>
              <a:gd name="connsiteY618" fmla="*/ 1029409 h 6858000"/>
              <a:gd name="connsiteX619" fmla="*/ 1232525 w 7467600"/>
              <a:gd name="connsiteY619" fmla="*/ 1804675 h 6858000"/>
              <a:gd name="connsiteX620" fmla="*/ 1388858 w 7467600"/>
              <a:gd name="connsiteY620" fmla="*/ 2368011 h 6858000"/>
              <a:gd name="connsiteX621" fmla="*/ 1384098 w 7467600"/>
              <a:gd name="connsiteY621" fmla="*/ 2378125 h 6858000"/>
              <a:gd name="connsiteX622" fmla="*/ 1425393 w 7467600"/>
              <a:gd name="connsiteY622" fmla="*/ 2589124 h 6858000"/>
              <a:gd name="connsiteX623" fmla="*/ 1424001 w 7467600"/>
              <a:gd name="connsiteY623" fmla="*/ 2597541 h 6858000"/>
              <a:gd name="connsiteX624" fmla="*/ 2152729 w 7467600"/>
              <a:gd name="connsiteY624" fmla="*/ 2864487 h 6858000"/>
              <a:gd name="connsiteX625" fmla="*/ 2020609 w 7467600"/>
              <a:gd name="connsiteY625" fmla="*/ 2539671 h 6858000"/>
              <a:gd name="connsiteX626" fmla="*/ 2018920 w 7467600"/>
              <a:gd name="connsiteY626" fmla="*/ 2536309 h 6858000"/>
              <a:gd name="connsiteX627" fmla="*/ 1342441 w 7467600"/>
              <a:gd name="connsiteY627" fmla="*/ 1173017 h 6858000"/>
              <a:gd name="connsiteX628" fmla="*/ 1367925 w 7467600"/>
              <a:gd name="connsiteY628" fmla="*/ 1135648 h 6858000"/>
              <a:gd name="connsiteX629" fmla="*/ 1771401 w 7467600"/>
              <a:gd name="connsiteY629" fmla="*/ 1806673 h 6858000"/>
              <a:gd name="connsiteX630" fmla="*/ 1972385 w 7467600"/>
              <a:gd name="connsiteY630" fmla="*/ 2198735 h 6858000"/>
              <a:gd name="connsiteX631" fmla="*/ 2040892 w 7467600"/>
              <a:gd name="connsiteY631" fmla="*/ 2405205 h 6858000"/>
              <a:gd name="connsiteX632" fmla="*/ 2131689 w 7467600"/>
              <a:gd name="connsiteY632" fmla="*/ 1936926 h 6858000"/>
              <a:gd name="connsiteX633" fmla="*/ 2454820 w 7467600"/>
              <a:gd name="connsiteY633" fmla="*/ 1248808 h 6858000"/>
              <a:gd name="connsiteX634" fmla="*/ 2492512 w 7467600"/>
              <a:gd name="connsiteY634" fmla="*/ 1302920 h 6858000"/>
              <a:gd name="connsiteX635" fmla="*/ 2081216 w 7467600"/>
              <a:gd name="connsiteY635" fmla="*/ 2527513 h 6858000"/>
              <a:gd name="connsiteX636" fmla="*/ 2081211 w 7467600"/>
              <a:gd name="connsiteY636" fmla="*/ 2528916 h 6858000"/>
              <a:gd name="connsiteX637" fmla="*/ 2199067 w 7467600"/>
              <a:gd name="connsiteY637" fmla="*/ 2884061 h 6858000"/>
              <a:gd name="connsiteX638" fmla="*/ 3192586 w 7467600"/>
              <a:gd name="connsiteY638" fmla="*/ 3411496 h 6858000"/>
              <a:gd name="connsiteX639" fmla="*/ 3182620 w 7467600"/>
              <a:gd name="connsiteY639" fmla="*/ 3483279 h 6858000"/>
              <a:gd name="connsiteX640" fmla="*/ 2435119 w 7467600"/>
              <a:gd name="connsiteY640" fmla="*/ 3080173 h 6858000"/>
              <a:gd name="connsiteX641" fmla="*/ 2410152 w 7467600"/>
              <a:gd name="connsiteY641" fmla="*/ 3063751 h 6858000"/>
              <a:gd name="connsiteX642" fmla="*/ 2408099 w 7467600"/>
              <a:gd name="connsiteY642" fmla="*/ 3064403 h 6858000"/>
              <a:gd name="connsiteX643" fmla="*/ 2407218 w 7467600"/>
              <a:gd name="connsiteY643" fmla="*/ 3070324 h 6858000"/>
              <a:gd name="connsiteX644" fmla="*/ 2380138 w 7467600"/>
              <a:gd name="connsiteY644" fmla="*/ 3099341 h 6858000"/>
              <a:gd name="connsiteX645" fmla="*/ 1765923 w 7467600"/>
              <a:gd name="connsiteY645" fmla="*/ 3581043 h 6858000"/>
              <a:gd name="connsiteX646" fmla="*/ 1702258 w 7467600"/>
              <a:gd name="connsiteY646" fmla="*/ 3612286 h 6858000"/>
              <a:gd name="connsiteX647" fmla="*/ 1538370 w 7467600"/>
              <a:gd name="connsiteY647" fmla="*/ 3811804 h 6858000"/>
              <a:gd name="connsiteX648" fmla="*/ 542867 w 7467600"/>
              <a:gd name="connsiteY648" fmla="*/ 4944092 h 6858000"/>
              <a:gd name="connsiteX649" fmla="*/ 515800 w 7467600"/>
              <a:gd name="connsiteY649" fmla="*/ 4862180 h 6858000"/>
              <a:gd name="connsiteX650" fmla="*/ 909145 w 7467600"/>
              <a:gd name="connsiteY650" fmla="*/ 4199225 h 6858000"/>
              <a:gd name="connsiteX651" fmla="*/ 1214067 w 7467600"/>
              <a:gd name="connsiteY651" fmla="*/ 3908561 h 6858000"/>
              <a:gd name="connsiteX652" fmla="*/ 640967 w 7467600"/>
              <a:gd name="connsiteY652" fmla="*/ 4105601 h 6858000"/>
              <a:gd name="connsiteX653" fmla="*/ 112563 w 7467600"/>
              <a:gd name="connsiteY653" fmla="*/ 4396952 h 6858000"/>
              <a:gd name="connsiteX654" fmla="*/ 0 w 7467600"/>
              <a:gd name="connsiteY654" fmla="*/ 4466006 h 6858000"/>
              <a:gd name="connsiteX655" fmla="*/ 0 w 7467600"/>
              <a:gd name="connsiteY655" fmla="*/ 4233763 h 6858000"/>
              <a:gd name="connsiteX656" fmla="*/ 36881 w 7467600"/>
              <a:gd name="connsiteY656" fmla="*/ 4200118 h 6858000"/>
              <a:gd name="connsiteX657" fmla="*/ 910534 w 7467600"/>
              <a:gd name="connsiteY657" fmla="*/ 3629753 h 6858000"/>
              <a:gd name="connsiteX658" fmla="*/ 1578717 w 7467600"/>
              <a:gd name="connsiteY658" fmla="*/ 3575982 h 6858000"/>
              <a:gd name="connsiteX659" fmla="*/ 2338780 w 7467600"/>
              <a:gd name="connsiteY659" fmla="*/ 3033725 h 6858000"/>
              <a:gd name="connsiteX660" fmla="*/ 1807991 w 7467600"/>
              <a:gd name="connsiteY660" fmla="*/ 2807184 h 6858000"/>
              <a:gd name="connsiteX661" fmla="*/ 1416358 w 7467600"/>
              <a:gd name="connsiteY661" fmla="*/ 3112571 h 6858000"/>
              <a:gd name="connsiteX662" fmla="*/ 939066 w 7467600"/>
              <a:gd name="connsiteY662" fmla="*/ 3378798 h 6858000"/>
              <a:gd name="connsiteX663" fmla="*/ 115099 w 7467600"/>
              <a:gd name="connsiteY663" fmla="*/ 3607650 h 6858000"/>
              <a:gd name="connsiteX664" fmla="*/ 97284 w 7467600"/>
              <a:gd name="connsiteY664" fmla="*/ 3520393 h 6858000"/>
              <a:gd name="connsiteX665" fmla="*/ 922050 w 7467600"/>
              <a:gd name="connsiteY665" fmla="*/ 3074867 h 6858000"/>
              <a:gd name="connsiteX666" fmla="*/ 1405265 w 7467600"/>
              <a:gd name="connsiteY666" fmla="*/ 3016319 h 6858000"/>
              <a:gd name="connsiteX667" fmla="*/ 1407512 w 7467600"/>
              <a:gd name="connsiteY667" fmla="*/ 3018001 h 6858000"/>
              <a:gd name="connsiteX668" fmla="*/ 1726266 w 7467600"/>
              <a:gd name="connsiteY668" fmla="*/ 2777274 h 6858000"/>
              <a:gd name="connsiteX669" fmla="*/ 625390 w 7467600"/>
              <a:gd name="connsiteY669" fmla="*/ 2514541 h 6858000"/>
              <a:gd name="connsiteX670" fmla="*/ 619799 w 7467600"/>
              <a:gd name="connsiteY670" fmla="*/ 2527180 h 6858000"/>
              <a:gd name="connsiteX671" fmla="*/ 310030 w 7467600"/>
              <a:gd name="connsiteY671" fmla="*/ 2771818 h 6858000"/>
              <a:gd name="connsiteX672" fmla="*/ 173877 w 7467600"/>
              <a:gd name="connsiteY672" fmla="*/ 2937056 h 6858000"/>
              <a:gd name="connsiteX673" fmla="*/ 77889 w 7467600"/>
              <a:gd name="connsiteY673" fmla="*/ 3138440 h 6858000"/>
              <a:gd name="connsiteX674" fmla="*/ 0 w 7467600"/>
              <a:gd name="connsiteY674" fmla="*/ 3271395 h 6858000"/>
              <a:gd name="connsiteX675" fmla="*/ 0 w 7467600"/>
              <a:gd name="connsiteY675" fmla="*/ 3153002 h 6858000"/>
              <a:gd name="connsiteX676" fmla="*/ 2386 w 7467600"/>
              <a:gd name="connsiteY676" fmla="*/ 3149203 h 6858000"/>
              <a:gd name="connsiteX677" fmla="*/ 89753 w 7467600"/>
              <a:gd name="connsiteY677" fmla="*/ 2987702 h 6858000"/>
              <a:gd name="connsiteX678" fmla="*/ 76869 w 7467600"/>
              <a:gd name="connsiteY678" fmla="*/ 3005404 h 6858000"/>
              <a:gd name="connsiteX679" fmla="*/ 32049 w 7467600"/>
              <a:gd name="connsiteY679" fmla="*/ 3065814 h 6858000"/>
              <a:gd name="connsiteX680" fmla="*/ 0 w 7467600"/>
              <a:gd name="connsiteY680" fmla="*/ 3108744 h 6858000"/>
              <a:gd name="connsiteX681" fmla="*/ 0 w 7467600"/>
              <a:gd name="connsiteY681" fmla="*/ 3058059 h 6858000"/>
              <a:gd name="connsiteX682" fmla="*/ 7610 w 7467600"/>
              <a:gd name="connsiteY682" fmla="*/ 3047889 h 6858000"/>
              <a:gd name="connsiteX683" fmla="*/ 52419 w 7467600"/>
              <a:gd name="connsiteY683" fmla="*/ 2987479 h 6858000"/>
              <a:gd name="connsiteX684" fmla="*/ 59142 w 7467600"/>
              <a:gd name="connsiteY684" fmla="*/ 2978488 h 6858000"/>
              <a:gd name="connsiteX685" fmla="*/ 0 w 7467600"/>
              <a:gd name="connsiteY685" fmla="*/ 3015334 h 6858000"/>
              <a:gd name="connsiteX686" fmla="*/ 0 w 7467600"/>
              <a:gd name="connsiteY686" fmla="*/ 2914286 h 6858000"/>
              <a:gd name="connsiteX687" fmla="*/ 36383 w 7467600"/>
              <a:gd name="connsiteY687" fmla="*/ 2901128 h 6858000"/>
              <a:gd name="connsiteX688" fmla="*/ 156329 w 7467600"/>
              <a:gd name="connsiteY688" fmla="*/ 2840533 h 6858000"/>
              <a:gd name="connsiteX689" fmla="*/ 358355 w 7467600"/>
              <a:gd name="connsiteY689" fmla="*/ 2620471 h 6858000"/>
              <a:gd name="connsiteX690" fmla="*/ 510577 w 7467600"/>
              <a:gd name="connsiteY690" fmla="*/ 2501244 h 6858000"/>
              <a:gd name="connsiteX691" fmla="*/ 211967 w 7467600"/>
              <a:gd name="connsiteY691" fmla="*/ 2479171 h 6858000"/>
              <a:gd name="connsiteX692" fmla="*/ 0 w 7467600"/>
              <a:gd name="connsiteY692" fmla="*/ 2476398 h 6858000"/>
              <a:gd name="connsiteX693" fmla="*/ 0 w 7467600"/>
              <a:gd name="connsiteY693" fmla="*/ 2389189 h 6858000"/>
              <a:gd name="connsiteX694" fmla="*/ 103062 w 7467600"/>
              <a:gd name="connsiteY694" fmla="*/ 2389518 h 6858000"/>
              <a:gd name="connsiteX695" fmla="*/ 510734 w 7467600"/>
              <a:gd name="connsiteY695" fmla="*/ 2416201 h 6858000"/>
              <a:gd name="connsiteX696" fmla="*/ 279257 w 7467600"/>
              <a:gd name="connsiteY696" fmla="*/ 2092102 h 6858000"/>
              <a:gd name="connsiteX697" fmla="*/ 65265 w 7467600"/>
              <a:gd name="connsiteY697" fmla="*/ 2006049 h 6858000"/>
              <a:gd name="connsiteX698" fmla="*/ 0 w 7467600"/>
              <a:gd name="connsiteY698" fmla="*/ 1982532 h 6858000"/>
              <a:gd name="connsiteX699" fmla="*/ 0 w 7467600"/>
              <a:gd name="connsiteY699" fmla="*/ 1912789 h 6858000"/>
              <a:gd name="connsiteX700" fmla="*/ 97460 w 7467600"/>
              <a:gd name="connsiteY700" fmla="*/ 1953725 h 6858000"/>
              <a:gd name="connsiteX701" fmla="*/ 221272 w 7467600"/>
              <a:gd name="connsiteY701" fmla="*/ 1980766 h 6858000"/>
              <a:gd name="connsiteX702" fmla="*/ 116765 w 7467600"/>
              <a:gd name="connsiteY702" fmla="*/ 1911033 h 6858000"/>
              <a:gd name="connsiteX703" fmla="*/ 16405 w 7467600"/>
              <a:gd name="connsiteY703" fmla="*/ 1803412 h 6858000"/>
              <a:gd name="connsiteX704" fmla="*/ 0 w 7467600"/>
              <a:gd name="connsiteY704" fmla="*/ 1784777 h 6858000"/>
              <a:gd name="connsiteX705" fmla="*/ 0 w 7467600"/>
              <a:gd name="connsiteY705" fmla="*/ 1740082 h 6858000"/>
              <a:gd name="connsiteX706" fmla="*/ 39394 w 7467600"/>
              <a:gd name="connsiteY706" fmla="*/ 1784856 h 6858000"/>
              <a:gd name="connsiteX707" fmla="*/ 135813 w 7467600"/>
              <a:gd name="connsiteY707" fmla="*/ 1888838 h 6858000"/>
              <a:gd name="connsiteX708" fmla="*/ 242575 w 7467600"/>
              <a:gd name="connsiteY708" fmla="*/ 1958841 h 6858000"/>
              <a:gd name="connsiteX709" fmla="*/ 82197 w 7467600"/>
              <a:gd name="connsiteY709" fmla="*/ 1754826 h 6858000"/>
              <a:gd name="connsiteX710" fmla="*/ 0 w 7467600"/>
              <a:gd name="connsiteY710" fmla="*/ 1679650 h 6858000"/>
              <a:gd name="connsiteX711" fmla="*/ 0 w 7467600"/>
              <a:gd name="connsiteY711" fmla="*/ 1602463 h 6858000"/>
              <a:gd name="connsiteX712" fmla="*/ 84689 w 7467600"/>
              <a:gd name="connsiteY712" fmla="*/ 1677442 h 6858000"/>
              <a:gd name="connsiteX713" fmla="*/ 298437 w 7467600"/>
              <a:gd name="connsiteY713" fmla="*/ 1968019 h 6858000"/>
              <a:gd name="connsiteX714" fmla="*/ 227269 w 7467600"/>
              <a:gd name="connsiteY714" fmla="*/ 1114064 h 6858000"/>
              <a:gd name="connsiteX715" fmla="*/ 248003 w 7467600"/>
              <a:gd name="connsiteY715" fmla="*/ 1089613 h 6858000"/>
              <a:gd name="connsiteX716" fmla="*/ 427020 w 7467600"/>
              <a:gd name="connsiteY716" fmla="*/ 1619803 h 6858000"/>
              <a:gd name="connsiteX717" fmla="*/ 340345 w 7467600"/>
              <a:gd name="connsiteY717" fmla="*/ 2027739 h 6858000"/>
              <a:gd name="connsiteX718" fmla="*/ 360865 w 7467600"/>
              <a:gd name="connsiteY718" fmla="*/ 2044827 h 6858000"/>
              <a:gd name="connsiteX719" fmla="*/ 560414 w 7467600"/>
              <a:gd name="connsiteY719" fmla="*/ 2421457 h 6858000"/>
              <a:gd name="connsiteX720" fmla="*/ 1359703 w 7467600"/>
              <a:gd name="connsiteY720" fmla="*/ 2578554 h 6858000"/>
              <a:gd name="connsiteX721" fmla="*/ 1359422 w 7467600"/>
              <a:gd name="connsiteY721" fmla="*/ 2577994 h 6858000"/>
              <a:gd name="connsiteX722" fmla="*/ 828701 w 7467600"/>
              <a:gd name="connsiteY722" fmla="*/ 1839520 h 6858000"/>
              <a:gd name="connsiteX723" fmla="*/ 494427 w 7467600"/>
              <a:gd name="connsiteY723" fmla="*/ 1092333 h 6858000"/>
              <a:gd name="connsiteX724" fmla="*/ 506322 w 7467600"/>
              <a:gd name="connsiteY724" fmla="*/ 1020997 h 6858000"/>
              <a:gd name="connsiteX725" fmla="*/ 4570198 w 7467600"/>
              <a:gd name="connsiteY725" fmla="*/ 978081 h 6858000"/>
              <a:gd name="connsiteX726" fmla="*/ 4523691 w 7467600"/>
              <a:gd name="connsiteY726" fmla="*/ 1127776 h 6858000"/>
              <a:gd name="connsiteX727" fmla="*/ 4509875 w 7467600"/>
              <a:gd name="connsiteY727" fmla="*/ 1167552 h 6858000"/>
              <a:gd name="connsiteX728" fmla="*/ 4478168 w 7467600"/>
              <a:gd name="connsiteY728" fmla="*/ 1260735 h 6858000"/>
              <a:gd name="connsiteX729" fmla="*/ 4409309 w 7467600"/>
              <a:gd name="connsiteY729" fmla="*/ 1666996 h 6858000"/>
              <a:gd name="connsiteX730" fmla="*/ 4370031 w 7467600"/>
              <a:gd name="connsiteY730" fmla="*/ 1955666 h 6858000"/>
              <a:gd name="connsiteX731" fmla="*/ 4570198 w 7467600"/>
              <a:gd name="connsiteY731" fmla="*/ 978081 h 6858000"/>
              <a:gd name="connsiteX732" fmla="*/ 4557898 w 7467600"/>
              <a:gd name="connsiteY732" fmla="*/ 900011 h 6858000"/>
              <a:gd name="connsiteX733" fmla="*/ 4344840 w 7467600"/>
              <a:gd name="connsiteY733" fmla="*/ 1922038 h 6858000"/>
              <a:gd name="connsiteX734" fmla="*/ 4378710 w 7467600"/>
              <a:gd name="connsiteY734" fmla="*/ 1665516 h 6858000"/>
              <a:gd name="connsiteX735" fmla="*/ 4448798 w 7467600"/>
              <a:gd name="connsiteY735" fmla="*/ 1253024 h 6858000"/>
              <a:gd name="connsiteX736" fmla="*/ 4480315 w 7467600"/>
              <a:gd name="connsiteY736" fmla="*/ 1158454 h 6858000"/>
              <a:gd name="connsiteX737" fmla="*/ 4494133 w 7467600"/>
              <a:gd name="connsiteY737" fmla="*/ 1118676 h 6858000"/>
              <a:gd name="connsiteX738" fmla="*/ 4557898 w 7467600"/>
              <a:gd name="connsiteY738" fmla="*/ 900011 h 6858000"/>
              <a:gd name="connsiteX739" fmla="*/ 5870151 w 7467600"/>
              <a:gd name="connsiteY739" fmla="*/ 898890 h 6858000"/>
              <a:gd name="connsiteX740" fmla="*/ 5861335 w 7467600"/>
              <a:gd name="connsiteY740" fmla="*/ 899177 h 6858000"/>
              <a:gd name="connsiteX741" fmla="*/ 5843702 w 7467600"/>
              <a:gd name="connsiteY741" fmla="*/ 899748 h 6858000"/>
              <a:gd name="connsiteX742" fmla="*/ 5651107 w 7467600"/>
              <a:gd name="connsiteY742" fmla="*/ 920306 h 6858000"/>
              <a:gd name="connsiteX743" fmla="*/ 5459407 w 7467600"/>
              <a:gd name="connsiteY743" fmla="*/ 940975 h 6858000"/>
              <a:gd name="connsiteX744" fmla="*/ 5374846 w 7467600"/>
              <a:gd name="connsiteY744" fmla="*/ 941988 h 6858000"/>
              <a:gd name="connsiteX745" fmla="*/ 5256105 w 7467600"/>
              <a:gd name="connsiteY745" fmla="*/ 945632 h 6858000"/>
              <a:gd name="connsiteX746" fmla="*/ 5107071 w 7467600"/>
              <a:gd name="connsiteY746" fmla="*/ 969720 h 6858000"/>
              <a:gd name="connsiteX747" fmla="*/ 4998681 w 7467600"/>
              <a:gd name="connsiteY747" fmla="*/ 988771 h 6858000"/>
              <a:gd name="connsiteX748" fmla="*/ 5870151 w 7467600"/>
              <a:gd name="connsiteY748" fmla="*/ 898890 h 6858000"/>
              <a:gd name="connsiteX749" fmla="*/ 5504425 w 7467600"/>
              <a:gd name="connsiteY749" fmla="*/ 848067 h 6858000"/>
              <a:gd name="connsiteX750" fmla="*/ 4968849 w 7467600"/>
              <a:gd name="connsiteY750" fmla="*/ 962318 h 6858000"/>
              <a:gd name="connsiteX751" fmla="*/ 5104039 w 7467600"/>
              <a:gd name="connsiteY751" fmla="*/ 940634 h 6858000"/>
              <a:gd name="connsiteX752" fmla="*/ 5256311 w 7467600"/>
              <a:gd name="connsiteY752" fmla="*/ 916490 h 6858000"/>
              <a:gd name="connsiteX753" fmla="*/ 5377381 w 7467600"/>
              <a:gd name="connsiteY753" fmla="*/ 912671 h 6858000"/>
              <a:gd name="connsiteX754" fmla="*/ 5460148 w 7467600"/>
              <a:gd name="connsiteY754" fmla="*/ 911442 h 6858000"/>
              <a:gd name="connsiteX755" fmla="*/ 5648971 w 7467600"/>
              <a:gd name="connsiteY755" fmla="*/ 891331 h 6858000"/>
              <a:gd name="connsiteX756" fmla="*/ 5844807 w 7467600"/>
              <a:gd name="connsiteY756" fmla="*/ 870718 h 6858000"/>
              <a:gd name="connsiteX757" fmla="*/ 5862975 w 7467600"/>
              <a:gd name="connsiteY757" fmla="*/ 869756 h 6858000"/>
              <a:gd name="connsiteX758" fmla="*/ 5920887 w 7467600"/>
              <a:gd name="connsiteY758" fmla="*/ 865929 h 6858000"/>
              <a:gd name="connsiteX759" fmla="*/ 5504425 w 7467600"/>
              <a:gd name="connsiteY759" fmla="*/ 848067 h 6858000"/>
              <a:gd name="connsiteX760" fmla="*/ 3607114 w 7467600"/>
              <a:gd name="connsiteY760" fmla="*/ 467441 h 6858000"/>
              <a:gd name="connsiteX761" fmla="*/ 3296242 w 7467600"/>
              <a:gd name="connsiteY761" fmla="*/ 807991 h 6858000"/>
              <a:gd name="connsiteX762" fmla="*/ 3174674 w 7467600"/>
              <a:gd name="connsiteY762" fmla="*/ 919759 h 6858000"/>
              <a:gd name="connsiteX763" fmla="*/ 3042978 w 7467600"/>
              <a:gd name="connsiteY763" fmla="*/ 1054894 h 6858000"/>
              <a:gd name="connsiteX764" fmla="*/ 2968914 w 7467600"/>
              <a:gd name="connsiteY764" fmla="*/ 1133756 h 6858000"/>
              <a:gd name="connsiteX765" fmla="*/ 3103823 w 7467600"/>
              <a:gd name="connsiteY765" fmla="*/ 1026814 h 6858000"/>
              <a:gd name="connsiteX766" fmla="*/ 3607114 w 7467600"/>
              <a:gd name="connsiteY766" fmla="*/ 467441 h 6858000"/>
              <a:gd name="connsiteX767" fmla="*/ 3744487 w 7467600"/>
              <a:gd name="connsiteY767" fmla="*/ 383136 h 6858000"/>
              <a:gd name="connsiteX768" fmla="*/ 3970213 w 7467600"/>
              <a:gd name="connsiteY768" fmla="*/ 995559 h 6858000"/>
              <a:gd name="connsiteX769" fmla="*/ 3744487 w 7467600"/>
              <a:gd name="connsiteY769" fmla="*/ 383136 h 6858000"/>
              <a:gd name="connsiteX770" fmla="*/ 3624562 w 7467600"/>
              <a:gd name="connsiteY770" fmla="*/ 367041 h 6858000"/>
              <a:gd name="connsiteX771" fmla="*/ 3489712 w 7467600"/>
              <a:gd name="connsiteY771" fmla="*/ 485386 h 6858000"/>
              <a:gd name="connsiteX772" fmla="*/ 3182994 w 7467600"/>
              <a:gd name="connsiteY772" fmla="*/ 828265 h 6858000"/>
              <a:gd name="connsiteX773" fmla="*/ 2892114 w 7467600"/>
              <a:gd name="connsiteY773" fmla="*/ 1172635 h 6858000"/>
              <a:gd name="connsiteX774" fmla="*/ 3021459 w 7467600"/>
              <a:gd name="connsiteY774" fmla="*/ 1035385 h 6858000"/>
              <a:gd name="connsiteX775" fmla="*/ 3153873 w 7467600"/>
              <a:gd name="connsiteY775" fmla="*/ 898971 h 6858000"/>
              <a:gd name="connsiteX776" fmla="*/ 3276511 w 7467600"/>
              <a:gd name="connsiteY776" fmla="*/ 786423 h 6858000"/>
              <a:gd name="connsiteX777" fmla="*/ 3584154 w 7467600"/>
              <a:gd name="connsiteY777" fmla="*/ 448218 h 6858000"/>
              <a:gd name="connsiteX778" fmla="*/ 3624562 w 7467600"/>
              <a:gd name="connsiteY778" fmla="*/ 367041 h 6858000"/>
              <a:gd name="connsiteX779" fmla="*/ 3766672 w 7467600"/>
              <a:gd name="connsiteY779" fmla="*/ 359429 h 6858000"/>
              <a:gd name="connsiteX780" fmla="*/ 3996338 w 7467600"/>
              <a:gd name="connsiteY780" fmla="*/ 968237 h 6858000"/>
              <a:gd name="connsiteX781" fmla="*/ 3766672 w 7467600"/>
              <a:gd name="connsiteY781" fmla="*/ 359429 h 6858000"/>
              <a:gd name="connsiteX782" fmla="*/ 5805386 w 7467600"/>
              <a:gd name="connsiteY782" fmla="*/ 239240 h 6858000"/>
              <a:gd name="connsiteX783" fmla="*/ 5736947 w 7467600"/>
              <a:gd name="connsiteY783" fmla="*/ 261367 h 6858000"/>
              <a:gd name="connsiteX784" fmla="*/ 5427012 w 7467600"/>
              <a:gd name="connsiteY784" fmla="*/ 311272 h 6858000"/>
              <a:gd name="connsiteX785" fmla="*/ 5147818 w 7467600"/>
              <a:gd name="connsiteY785" fmla="*/ 322112 h 6858000"/>
              <a:gd name="connsiteX786" fmla="*/ 5060854 w 7467600"/>
              <a:gd name="connsiteY786" fmla="*/ 311882 h 6858000"/>
              <a:gd name="connsiteX787" fmla="*/ 4945989 w 7467600"/>
              <a:gd name="connsiteY787" fmla="*/ 300516 h 6858000"/>
              <a:gd name="connsiteX788" fmla="*/ 5410479 w 7467600"/>
              <a:gd name="connsiteY788" fmla="*/ 348434 h 6858000"/>
              <a:gd name="connsiteX789" fmla="*/ 5805386 w 7467600"/>
              <a:gd name="connsiteY789" fmla="*/ 239240 h 6858000"/>
              <a:gd name="connsiteX790" fmla="*/ 5905192 w 7467600"/>
              <a:gd name="connsiteY790" fmla="*/ 163079 h 6858000"/>
              <a:gd name="connsiteX791" fmla="*/ 5865655 w 7467600"/>
              <a:gd name="connsiteY791" fmla="*/ 171901 h 6858000"/>
              <a:gd name="connsiteX792" fmla="*/ 5259740 w 7467600"/>
              <a:gd name="connsiteY792" fmla="*/ 257013 h 6858000"/>
              <a:gd name="connsiteX793" fmla="*/ 5208466 w 7467600"/>
              <a:gd name="connsiteY793" fmla="*/ 257550 h 6858000"/>
              <a:gd name="connsiteX794" fmla="*/ 4980204 w 7467600"/>
              <a:gd name="connsiteY794" fmla="*/ 271903 h 6858000"/>
              <a:gd name="connsiteX795" fmla="*/ 5068068 w 7467600"/>
              <a:gd name="connsiteY795" fmla="*/ 282244 h 6858000"/>
              <a:gd name="connsiteX796" fmla="*/ 5153231 w 7467600"/>
              <a:gd name="connsiteY796" fmla="*/ 292240 h 6858000"/>
              <a:gd name="connsiteX797" fmla="*/ 5426491 w 7467600"/>
              <a:gd name="connsiteY797" fmla="*/ 281128 h 6858000"/>
              <a:gd name="connsiteX798" fmla="*/ 5731212 w 7467600"/>
              <a:gd name="connsiteY798" fmla="*/ 231951 h 6858000"/>
              <a:gd name="connsiteX799" fmla="*/ 5905192 w 7467600"/>
              <a:gd name="connsiteY799" fmla="*/ 163079 h 6858000"/>
              <a:gd name="connsiteX800" fmla="*/ 5944437 w 7467600"/>
              <a:gd name="connsiteY800" fmla="*/ 113829 h 6858000"/>
              <a:gd name="connsiteX801" fmla="*/ 5825032 w 7467600"/>
              <a:gd name="connsiteY801" fmla="*/ 146405 h 6858000"/>
              <a:gd name="connsiteX802" fmla="*/ 4955599 w 7467600"/>
              <a:gd name="connsiteY802" fmla="*/ 247008 h 6858000"/>
              <a:gd name="connsiteX803" fmla="*/ 5210104 w 7467600"/>
              <a:gd name="connsiteY803" fmla="*/ 228123 h 6858000"/>
              <a:gd name="connsiteX804" fmla="*/ 5261015 w 7467600"/>
              <a:gd name="connsiteY804" fmla="*/ 227087 h 6858000"/>
              <a:gd name="connsiteX805" fmla="*/ 5861181 w 7467600"/>
              <a:gd name="connsiteY805" fmla="*/ 143093 h 6858000"/>
              <a:gd name="connsiteX806" fmla="*/ 5961252 w 7467600"/>
              <a:gd name="connsiteY806" fmla="*/ 114820 h 6858000"/>
              <a:gd name="connsiteX807" fmla="*/ 5944437 w 7467600"/>
              <a:gd name="connsiteY807" fmla="*/ 113829 h 6858000"/>
              <a:gd name="connsiteX808" fmla="*/ 3882765 w 7467600"/>
              <a:gd name="connsiteY808" fmla="*/ 0 h 6858000"/>
              <a:gd name="connsiteX809" fmla="*/ 3995099 w 7467600"/>
              <a:gd name="connsiteY809" fmla="*/ 0 h 6858000"/>
              <a:gd name="connsiteX810" fmla="*/ 4163818 w 7467600"/>
              <a:gd name="connsiteY810" fmla="*/ 234104 h 6858000"/>
              <a:gd name="connsiteX811" fmla="*/ 4172099 w 7467600"/>
              <a:gd name="connsiteY811" fmla="*/ 234207 h 6858000"/>
              <a:gd name="connsiteX812" fmla="*/ 4784282 w 7467600"/>
              <a:gd name="connsiteY812" fmla="*/ 276561 h 6858000"/>
              <a:gd name="connsiteX813" fmla="*/ 4801687 w 7467600"/>
              <a:gd name="connsiteY813" fmla="*/ 267764 h 6858000"/>
              <a:gd name="connsiteX814" fmla="*/ 6082788 w 7467600"/>
              <a:gd name="connsiteY814" fmla="*/ 64119 h 6858000"/>
              <a:gd name="connsiteX815" fmla="*/ 6099442 w 7467600"/>
              <a:gd name="connsiteY815" fmla="*/ 82568 h 6858000"/>
              <a:gd name="connsiteX816" fmla="*/ 4804137 w 7467600"/>
              <a:gd name="connsiteY816" fmla="*/ 320931 h 6858000"/>
              <a:gd name="connsiteX817" fmla="*/ 4227047 w 7467600"/>
              <a:gd name="connsiteY817" fmla="*/ 313415 h 6858000"/>
              <a:gd name="connsiteX818" fmla="*/ 4346041 w 7467600"/>
              <a:gd name="connsiteY818" fmla="*/ 456086 h 6858000"/>
              <a:gd name="connsiteX819" fmla="*/ 4870967 w 7467600"/>
              <a:gd name="connsiteY819" fmla="*/ 963061 h 6858000"/>
              <a:gd name="connsiteX820" fmla="*/ 4889647 w 7467600"/>
              <a:gd name="connsiteY820" fmla="*/ 957147 h 6858000"/>
              <a:gd name="connsiteX821" fmla="*/ 5422504 w 7467600"/>
              <a:gd name="connsiteY821" fmla="*/ 805191 h 6858000"/>
              <a:gd name="connsiteX822" fmla="*/ 6087656 w 7467600"/>
              <a:gd name="connsiteY822" fmla="*/ 826703 h 6858000"/>
              <a:gd name="connsiteX823" fmla="*/ 6058717 w 7467600"/>
              <a:gd name="connsiteY823" fmla="*/ 865992 h 6858000"/>
              <a:gd name="connsiteX824" fmla="*/ 4974153 w 7467600"/>
              <a:gd name="connsiteY824" fmla="*/ 1045456 h 6858000"/>
              <a:gd name="connsiteX825" fmla="*/ 5627835 w 7467600"/>
              <a:gd name="connsiteY825" fmla="*/ 1472077 h 6858000"/>
              <a:gd name="connsiteX826" fmla="*/ 5629817 w 7467600"/>
              <a:gd name="connsiteY826" fmla="*/ 1471412 h 6858000"/>
              <a:gd name="connsiteX827" fmla="*/ 5634124 w 7467600"/>
              <a:gd name="connsiteY827" fmla="*/ 1470572 h 6858000"/>
              <a:gd name="connsiteX828" fmla="*/ 5755832 w 7467600"/>
              <a:gd name="connsiteY828" fmla="*/ 1383886 h 6858000"/>
              <a:gd name="connsiteX829" fmla="*/ 6014186 w 7467600"/>
              <a:gd name="connsiteY829" fmla="*/ 1279799 h 6858000"/>
              <a:gd name="connsiteX830" fmla="*/ 6901619 w 7467600"/>
              <a:gd name="connsiteY830" fmla="*/ 1047874 h 6858000"/>
              <a:gd name="connsiteX831" fmla="*/ 6931566 w 7467600"/>
              <a:gd name="connsiteY831" fmla="*/ 1062034 h 6858000"/>
              <a:gd name="connsiteX832" fmla="*/ 5790982 w 7467600"/>
              <a:gd name="connsiteY832" fmla="*/ 1561380 h 6858000"/>
              <a:gd name="connsiteX833" fmla="*/ 6188971 w 7467600"/>
              <a:gd name="connsiteY833" fmla="*/ 1755168 h 6858000"/>
              <a:gd name="connsiteX834" fmla="*/ 6202446 w 7467600"/>
              <a:gd name="connsiteY834" fmla="*/ 1752268 h 6858000"/>
              <a:gd name="connsiteX835" fmla="*/ 7179560 w 7467600"/>
              <a:gd name="connsiteY835" fmla="*/ 1467551 h 6858000"/>
              <a:gd name="connsiteX836" fmla="*/ 7158730 w 7467600"/>
              <a:gd name="connsiteY836" fmla="*/ 1507835 h 6858000"/>
              <a:gd name="connsiteX837" fmla="*/ 6326959 w 7467600"/>
              <a:gd name="connsiteY837" fmla="*/ 1817686 h 6858000"/>
              <a:gd name="connsiteX838" fmla="*/ 6537433 w 7467600"/>
              <a:gd name="connsiteY838" fmla="*/ 1907790 h 6858000"/>
              <a:gd name="connsiteX839" fmla="*/ 6550221 w 7467600"/>
              <a:gd name="connsiteY839" fmla="*/ 1910729 h 6858000"/>
              <a:gd name="connsiteX840" fmla="*/ 6964438 w 7467600"/>
              <a:gd name="connsiteY840" fmla="*/ 2209505 h 6858000"/>
              <a:gd name="connsiteX841" fmla="*/ 7367862 w 7467600"/>
              <a:gd name="connsiteY841" fmla="*/ 2806833 h 6858000"/>
              <a:gd name="connsiteX842" fmla="*/ 7364329 w 7467600"/>
              <a:gd name="connsiteY842" fmla="*/ 2826907 h 6858000"/>
              <a:gd name="connsiteX843" fmla="*/ 7290545 w 7467600"/>
              <a:gd name="connsiteY843" fmla="*/ 2850663 h 6858000"/>
              <a:gd name="connsiteX844" fmla="*/ 6472036 w 7467600"/>
              <a:gd name="connsiteY844" fmla="*/ 1959003 h 6858000"/>
              <a:gd name="connsiteX845" fmla="*/ 5792897 w 7467600"/>
              <a:gd name="connsiteY845" fmla="*/ 1647747 h 6858000"/>
              <a:gd name="connsiteX846" fmla="*/ 5842751 w 7467600"/>
              <a:gd name="connsiteY846" fmla="*/ 1816112 h 6858000"/>
              <a:gd name="connsiteX847" fmla="*/ 5847424 w 7467600"/>
              <a:gd name="connsiteY847" fmla="*/ 1815776 h 6858000"/>
              <a:gd name="connsiteX848" fmla="*/ 6399821 w 7467600"/>
              <a:gd name="connsiteY848" fmla="*/ 2344799 h 6858000"/>
              <a:gd name="connsiteX849" fmla="*/ 6323232 w 7467600"/>
              <a:gd name="connsiteY849" fmla="*/ 2389634 h 6858000"/>
              <a:gd name="connsiteX850" fmla="*/ 5942958 w 7467600"/>
              <a:gd name="connsiteY850" fmla="*/ 2077708 h 6858000"/>
              <a:gd name="connsiteX851" fmla="*/ 5921559 w 7467600"/>
              <a:gd name="connsiteY851" fmla="*/ 2378596 h 6858000"/>
              <a:gd name="connsiteX852" fmla="*/ 5817651 w 7467600"/>
              <a:gd name="connsiteY852" fmla="*/ 3023919 h 6858000"/>
              <a:gd name="connsiteX853" fmla="*/ 5729634 w 7467600"/>
              <a:gd name="connsiteY853" fmla="*/ 3051849 h 6858000"/>
              <a:gd name="connsiteX854" fmla="*/ 5611018 w 7467600"/>
              <a:gd name="connsiteY854" fmla="*/ 2316769 h 6858000"/>
              <a:gd name="connsiteX855" fmla="*/ 5687608 w 7467600"/>
              <a:gd name="connsiteY855" fmla="*/ 2039972 h 6858000"/>
              <a:gd name="connsiteX856" fmla="*/ 5657554 w 7467600"/>
              <a:gd name="connsiteY856" fmla="*/ 1576445 h 6858000"/>
              <a:gd name="connsiteX857" fmla="*/ 5150475 w 7467600"/>
              <a:gd name="connsiteY857" fmla="*/ 1274012 h 6858000"/>
              <a:gd name="connsiteX858" fmla="*/ 5349142 w 7467600"/>
              <a:gd name="connsiteY858" fmla="*/ 2204405 h 6858000"/>
              <a:gd name="connsiteX859" fmla="*/ 5262214 w 7467600"/>
              <a:gd name="connsiteY859" fmla="*/ 2233836 h 6858000"/>
              <a:gd name="connsiteX860" fmla="*/ 4981539 w 7467600"/>
              <a:gd name="connsiteY860" fmla="*/ 1542201 h 6858000"/>
              <a:gd name="connsiteX861" fmla="*/ 4958461 w 7467600"/>
              <a:gd name="connsiteY861" fmla="*/ 1136957 h 6858000"/>
              <a:gd name="connsiteX862" fmla="*/ 4655015 w 7467600"/>
              <a:gd name="connsiteY862" fmla="*/ 891426 h 6858000"/>
              <a:gd name="connsiteX863" fmla="*/ 4348002 w 7467600"/>
              <a:gd name="connsiteY863" fmla="*/ 2205895 h 6858000"/>
              <a:gd name="connsiteX864" fmla="*/ 4262250 w 7467600"/>
              <a:gd name="connsiteY864" fmla="*/ 2219972 h 6858000"/>
              <a:gd name="connsiteX865" fmla="*/ 4550611 w 7467600"/>
              <a:gd name="connsiteY865" fmla="*/ 817540 h 6858000"/>
              <a:gd name="connsiteX866" fmla="*/ 4564418 w 7467600"/>
              <a:gd name="connsiteY866" fmla="*/ 808293 h 6858000"/>
              <a:gd name="connsiteX867" fmla="*/ 4266388 w 7467600"/>
              <a:gd name="connsiteY867" fmla="*/ 500083 h 6858000"/>
              <a:gd name="connsiteX868" fmla="*/ 4032842 w 7467600"/>
              <a:gd name="connsiteY868" fmla="*/ 211809 h 6858000"/>
              <a:gd name="connsiteX869" fmla="*/ 3882765 w 7467600"/>
              <a:gd name="connsiteY869" fmla="*/ 0 h 6858000"/>
              <a:gd name="connsiteX870" fmla="*/ 3721337 w 7467600"/>
              <a:gd name="connsiteY870" fmla="*/ 0 h 6858000"/>
              <a:gd name="connsiteX871" fmla="*/ 3797544 w 7467600"/>
              <a:gd name="connsiteY871" fmla="*/ 0 h 6858000"/>
              <a:gd name="connsiteX872" fmla="*/ 3775734 w 7467600"/>
              <a:gd name="connsiteY872" fmla="*/ 95131 h 6858000"/>
              <a:gd name="connsiteX873" fmla="*/ 3724807 w 7467600"/>
              <a:gd name="connsiteY873" fmla="*/ 272257 h 6858000"/>
              <a:gd name="connsiteX874" fmla="*/ 3726844 w 7467600"/>
              <a:gd name="connsiteY874" fmla="*/ 282988 h 6858000"/>
              <a:gd name="connsiteX875" fmla="*/ 3742664 w 7467600"/>
              <a:gd name="connsiteY875" fmla="*/ 279918 h 6858000"/>
              <a:gd name="connsiteX876" fmla="*/ 4103910 w 7467600"/>
              <a:gd name="connsiteY876" fmla="*/ 1161917 h 6858000"/>
              <a:gd name="connsiteX877" fmla="*/ 4020269 w 7467600"/>
              <a:gd name="connsiteY877" fmla="*/ 1200406 h 6858000"/>
              <a:gd name="connsiteX878" fmla="*/ 3674882 w 7467600"/>
              <a:gd name="connsiteY878" fmla="*/ 488524 h 6858000"/>
              <a:gd name="connsiteX879" fmla="*/ 3132682 w 7467600"/>
              <a:gd name="connsiteY879" fmla="*/ 1072284 h 6858000"/>
              <a:gd name="connsiteX880" fmla="*/ 2716346 w 7467600"/>
              <a:gd name="connsiteY880" fmla="*/ 1276376 h 6858000"/>
              <a:gd name="connsiteX881" fmla="*/ 2716772 w 7467600"/>
              <a:gd name="connsiteY881" fmla="*/ 1255462 h 6858000"/>
              <a:gd name="connsiteX882" fmla="*/ 3471096 w 7467600"/>
              <a:gd name="connsiteY882" fmla="*/ 437072 h 6858000"/>
              <a:gd name="connsiteX883" fmla="*/ 3639057 w 7467600"/>
              <a:gd name="connsiteY883" fmla="*/ 286334 h 6858000"/>
              <a:gd name="connsiteX884" fmla="*/ 3640309 w 7467600"/>
              <a:gd name="connsiteY884" fmla="*/ 284664 h 6858000"/>
              <a:gd name="connsiteX885" fmla="*/ 3646022 w 7467600"/>
              <a:gd name="connsiteY885" fmla="*/ 276711 h 6858000"/>
              <a:gd name="connsiteX886" fmla="*/ 3707943 w 7467600"/>
              <a:gd name="connsiteY886" fmla="*/ 65958 h 6858000"/>
              <a:gd name="connsiteX887" fmla="*/ 3721337 w 7467600"/>
              <a:gd name="connsiteY887" fmla="*/ 0 h 6858000"/>
              <a:gd name="connsiteX888" fmla="*/ 2867960 w 7467600"/>
              <a:gd name="connsiteY888" fmla="*/ 0 h 6858000"/>
              <a:gd name="connsiteX889" fmla="*/ 2926351 w 7467600"/>
              <a:gd name="connsiteY889" fmla="*/ 0 h 6858000"/>
              <a:gd name="connsiteX890" fmla="*/ 2902823 w 7467600"/>
              <a:gd name="connsiteY890" fmla="*/ 262929 h 6858000"/>
              <a:gd name="connsiteX891" fmla="*/ 2940663 w 7467600"/>
              <a:gd name="connsiteY891" fmla="*/ 140884 h 6858000"/>
              <a:gd name="connsiteX892" fmla="*/ 2947039 w 7467600"/>
              <a:gd name="connsiteY892" fmla="*/ 122524 h 6858000"/>
              <a:gd name="connsiteX893" fmla="*/ 2984316 w 7467600"/>
              <a:gd name="connsiteY893" fmla="*/ 0 h 6858000"/>
              <a:gd name="connsiteX894" fmla="*/ 3016114 w 7467600"/>
              <a:gd name="connsiteY894" fmla="*/ 0 h 6858000"/>
              <a:gd name="connsiteX895" fmla="*/ 2979949 w 7467600"/>
              <a:gd name="connsiteY895" fmla="*/ 119274 h 6858000"/>
              <a:gd name="connsiteX896" fmla="*/ 3023879 w 7467600"/>
              <a:gd name="connsiteY896" fmla="*/ 0 h 6858000"/>
              <a:gd name="connsiteX897" fmla="*/ 3105400 w 7467600"/>
              <a:gd name="connsiteY897" fmla="*/ 0 h 6858000"/>
              <a:gd name="connsiteX898" fmla="*/ 3094669 w 7467600"/>
              <a:gd name="connsiteY898" fmla="*/ 30308 h 6858000"/>
              <a:gd name="connsiteX899" fmla="*/ 2901945 w 7467600"/>
              <a:gd name="connsiteY899" fmla="*/ 466538 h 6858000"/>
              <a:gd name="connsiteX900" fmla="*/ 2815209 w 7467600"/>
              <a:gd name="connsiteY900" fmla="*/ 497361 h 6858000"/>
              <a:gd name="connsiteX901" fmla="*/ 2844845 w 7467600"/>
              <a:gd name="connsiteY901" fmla="*/ 127638 h 6858000"/>
              <a:gd name="connsiteX902" fmla="*/ 2867960 w 7467600"/>
              <a:gd name="connsiteY902" fmla="*/ 0 h 6858000"/>
              <a:gd name="connsiteX903" fmla="*/ 1057230 w 7467600"/>
              <a:gd name="connsiteY903" fmla="*/ 0 h 6858000"/>
              <a:gd name="connsiteX904" fmla="*/ 1111003 w 7467600"/>
              <a:gd name="connsiteY904" fmla="*/ 0 h 6858000"/>
              <a:gd name="connsiteX905" fmla="*/ 1125553 w 7467600"/>
              <a:gd name="connsiteY905" fmla="*/ 52588 h 6858000"/>
              <a:gd name="connsiteX906" fmla="*/ 1304276 w 7467600"/>
              <a:gd name="connsiteY906" fmla="*/ 476275 h 6858000"/>
              <a:gd name="connsiteX907" fmla="*/ 1492066 w 7467600"/>
              <a:gd name="connsiteY907" fmla="*/ 886333 h 6858000"/>
              <a:gd name="connsiteX908" fmla="*/ 1423698 w 7467600"/>
              <a:gd name="connsiteY908" fmla="*/ 710817 h 6858000"/>
              <a:gd name="connsiteX909" fmla="*/ 1357609 w 7467600"/>
              <a:gd name="connsiteY909" fmla="*/ 532892 h 6858000"/>
              <a:gd name="connsiteX910" fmla="*/ 1309550 w 7467600"/>
              <a:gd name="connsiteY910" fmla="*/ 374031 h 6858000"/>
              <a:gd name="connsiteX911" fmla="*/ 1193673 w 7467600"/>
              <a:gd name="connsiteY911" fmla="*/ 49533 h 6858000"/>
              <a:gd name="connsiteX912" fmla="*/ 1164391 w 7467600"/>
              <a:gd name="connsiteY912" fmla="*/ 0 h 6858000"/>
              <a:gd name="connsiteX913" fmla="*/ 1200666 w 7467600"/>
              <a:gd name="connsiteY913" fmla="*/ 0 h 6858000"/>
              <a:gd name="connsiteX914" fmla="*/ 1223408 w 7467600"/>
              <a:gd name="connsiteY914" fmla="*/ 38996 h 6858000"/>
              <a:gd name="connsiteX915" fmla="*/ 1339635 w 7467600"/>
              <a:gd name="connsiteY915" fmla="*/ 365517 h 6858000"/>
              <a:gd name="connsiteX916" fmla="*/ 1387469 w 7467600"/>
              <a:gd name="connsiteY916" fmla="*/ 523079 h 6858000"/>
              <a:gd name="connsiteX917" fmla="*/ 1452685 w 7467600"/>
              <a:gd name="connsiteY917" fmla="*/ 699806 h 6858000"/>
              <a:gd name="connsiteX918" fmla="*/ 1492092 w 7467600"/>
              <a:gd name="connsiteY918" fmla="*/ 800424 h 6858000"/>
              <a:gd name="connsiteX919" fmla="*/ 1455302 w 7467600"/>
              <a:gd name="connsiteY919" fmla="*/ 632913 h 6858000"/>
              <a:gd name="connsiteX920" fmla="*/ 1222336 w 7467600"/>
              <a:gd name="connsiteY920" fmla="*/ 9480 h 6858000"/>
              <a:gd name="connsiteX921" fmla="*/ 1214634 w 7467600"/>
              <a:gd name="connsiteY921" fmla="*/ 0 h 6858000"/>
              <a:gd name="connsiteX922" fmla="*/ 1289827 w 7467600"/>
              <a:gd name="connsiteY922" fmla="*/ 0 h 6858000"/>
              <a:gd name="connsiteX923" fmla="*/ 1321076 w 7467600"/>
              <a:gd name="connsiteY923" fmla="*/ 59722 h 6858000"/>
              <a:gd name="connsiteX924" fmla="*/ 1512579 w 7467600"/>
              <a:gd name="connsiteY924" fmla="*/ 626441 h 6858000"/>
              <a:gd name="connsiteX925" fmla="*/ 1506076 w 7467600"/>
              <a:gd name="connsiteY925" fmla="*/ 1089289 h 6858000"/>
              <a:gd name="connsiteX926" fmla="*/ 1486346 w 7467600"/>
              <a:gd name="connsiteY926" fmla="*/ 1079919 h 6858000"/>
              <a:gd name="connsiteX927" fmla="*/ 1070511 w 7467600"/>
              <a:gd name="connsiteY927" fmla="*/ 48609 h 6858000"/>
              <a:gd name="connsiteX928" fmla="*/ 1057230 w 7467600"/>
              <a:gd name="connsiteY928" fmla="*/ 0 h 6858000"/>
              <a:gd name="connsiteX929" fmla="*/ 43151 w 7467600"/>
              <a:gd name="connsiteY929" fmla="*/ 0 h 6858000"/>
              <a:gd name="connsiteX930" fmla="*/ 95283 w 7467600"/>
              <a:gd name="connsiteY930" fmla="*/ 0 h 6858000"/>
              <a:gd name="connsiteX931" fmla="*/ 300708 w 7467600"/>
              <a:gd name="connsiteY931" fmla="*/ 154571 h 6858000"/>
              <a:gd name="connsiteX932" fmla="*/ 530414 w 7467600"/>
              <a:gd name="connsiteY932" fmla="*/ 354673 h 6858000"/>
              <a:gd name="connsiteX933" fmla="*/ 333785 w 7467600"/>
              <a:gd name="connsiteY933" fmla="*/ 161564 h 6858000"/>
              <a:gd name="connsiteX934" fmla="*/ 147005 w 7467600"/>
              <a:gd name="connsiteY934" fmla="*/ 0 h 6858000"/>
              <a:gd name="connsiteX935" fmla="*/ 272509 w 7467600"/>
              <a:gd name="connsiteY935" fmla="*/ 0 h 6858000"/>
              <a:gd name="connsiteX936" fmla="*/ 326276 w 7467600"/>
              <a:gd name="connsiteY936" fmla="*/ 45847 h 6858000"/>
              <a:gd name="connsiteX937" fmla="*/ 823759 w 7467600"/>
              <a:gd name="connsiteY937" fmla="*/ 574145 h 6858000"/>
              <a:gd name="connsiteX938" fmla="*/ 811254 w 7467600"/>
              <a:gd name="connsiteY938" fmla="*/ 665546 h 6858000"/>
              <a:gd name="connsiteX939" fmla="*/ 154042 w 7467600"/>
              <a:gd name="connsiteY939" fmla="*/ 261522 h 6858000"/>
              <a:gd name="connsiteX940" fmla="*/ 13550 w 7467600"/>
              <a:gd name="connsiteY940" fmla="*/ 158423 h 6858000"/>
              <a:gd name="connsiteX941" fmla="*/ 0 w 7467600"/>
              <a:gd name="connsiteY941" fmla="*/ 146618 h 6858000"/>
              <a:gd name="connsiteX942" fmla="*/ 0 w 7467600"/>
              <a:gd name="connsiteY942" fmla="*/ 59161 h 6858000"/>
              <a:gd name="connsiteX943" fmla="*/ 45427 w 7467600"/>
              <a:gd name="connsiteY943" fmla="*/ 101078 h 6858000"/>
              <a:gd name="connsiteX944" fmla="*/ 630103 w 7467600"/>
              <a:gd name="connsiteY944" fmla="*/ 485885 h 6858000"/>
              <a:gd name="connsiteX945" fmla="*/ 532040 w 7467600"/>
              <a:gd name="connsiteY945" fmla="*/ 399359 h 6858000"/>
              <a:gd name="connsiteX946" fmla="*/ 517618 w 7467600"/>
              <a:gd name="connsiteY946" fmla="*/ 385726 h 6858000"/>
              <a:gd name="connsiteX947" fmla="*/ 285074 w 7467600"/>
              <a:gd name="connsiteY947" fmla="*/ 182755 h 6858000"/>
              <a:gd name="connsiteX948" fmla="*/ 43151 w 7467600"/>
              <a:gd name="connsiteY948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67913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7467600 w 7467600"/>
              <a:gd name="connsiteY15" fmla="*/ 6767913 h 6858000"/>
              <a:gd name="connsiteX16" fmla="*/ 1019354 w 7467600"/>
              <a:gd name="connsiteY16" fmla="*/ 6315006 h 6858000"/>
              <a:gd name="connsiteX17" fmla="*/ 441046 w 7467600"/>
              <a:gd name="connsiteY17" fmla="*/ 6691153 h 6858000"/>
              <a:gd name="connsiteX18" fmla="*/ 1019354 w 7467600"/>
              <a:gd name="connsiteY18" fmla="*/ 6315006 h 6858000"/>
              <a:gd name="connsiteX19" fmla="*/ 991680 w 7467600"/>
              <a:gd name="connsiteY19" fmla="*/ 6298413 h 6858000"/>
              <a:gd name="connsiteX20" fmla="*/ 409060 w 7467600"/>
              <a:gd name="connsiteY20" fmla="*/ 6671470 h 6858000"/>
              <a:gd name="connsiteX21" fmla="*/ 991680 w 7467600"/>
              <a:gd name="connsiteY21" fmla="*/ 6298413 h 6858000"/>
              <a:gd name="connsiteX22" fmla="*/ 103333 w 7467600"/>
              <a:gd name="connsiteY22" fmla="*/ 5699602 h 6858000"/>
              <a:gd name="connsiteX23" fmla="*/ 233938 w 7467600"/>
              <a:gd name="connsiteY23" fmla="*/ 5809416 h 6858000"/>
              <a:gd name="connsiteX24" fmla="*/ 883580 w 7467600"/>
              <a:gd name="connsiteY24" fmla="*/ 6180710 h 6858000"/>
              <a:gd name="connsiteX25" fmla="*/ 487337 w 7467600"/>
              <a:gd name="connsiteY25" fmla="*/ 5950182 h 6858000"/>
              <a:gd name="connsiteX26" fmla="*/ 354051 w 7467600"/>
              <a:gd name="connsiteY26" fmla="*/ 5854912 h 6858000"/>
              <a:gd name="connsiteX27" fmla="*/ 195436 w 7467600"/>
              <a:gd name="connsiteY27" fmla="*/ 5755068 h 6858000"/>
              <a:gd name="connsiteX28" fmla="*/ 103333 w 7467600"/>
              <a:gd name="connsiteY28" fmla="*/ 5699602 h 6858000"/>
              <a:gd name="connsiteX29" fmla="*/ 5539432 w 7467600"/>
              <a:gd name="connsiteY29" fmla="*/ 5642928 h 6858000"/>
              <a:gd name="connsiteX30" fmla="*/ 5555462 w 7467600"/>
              <a:gd name="connsiteY30" fmla="*/ 5694454 h 6858000"/>
              <a:gd name="connsiteX31" fmla="*/ 5828270 w 7467600"/>
              <a:gd name="connsiteY31" fmla="*/ 6320663 h 6858000"/>
              <a:gd name="connsiteX32" fmla="*/ 5947416 w 7467600"/>
              <a:gd name="connsiteY32" fmla="*/ 6574846 h 6858000"/>
              <a:gd name="connsiteX33" fmla="*/ 5539432 w 7467600"/>
              <a:gd name="connsiteY33" fmla="*/ 5642928 h 6858000"/>
              <a:gd name="connsiteX34" fmla="*/ 51253 w 7467600"/>
              <a:gd name="connsiteY34" fmla="*/ 5631825 h 6858000"/>
              <a:gd name="connsiteX35" fmla="*/ 211622 w 7467600"/>
              <a:gd name="connsiteY35" fmla="*/ 5728803 h 6858000"/>
              <a:gd name="connsiteX36" fmla="*/ 371652 w 7467600"/>
              <a:gd name="connsiteY36" fmla="*/ 5829062 h 6858000"/>
              <a:gd name="connsiteX37" fmla="*/ 505903 w 7467600"/>
              <a:gd name="connsiteY37" fmla="*/ 5925221 h 6858000"/>
              <a:gd name="connsiteX38" fmla="*/ 899240 w 7467600"/>
              <a:gd name="connsiteY38" fmla="*/ 6153068 h 6858000"/>
              <a:gd name="connsiteX39" fmla="*/ 988114 w 7467600"/>
              <a:gd name="connsiteY39" fmla="*/ 6174204 h 6858000"/>
              <a:gd name="connsiteX40" fmla="*/ 845971 w 7467600"/>
              <a:gd name="connsiteY40" fmla="*/ 6067177 h 6858000"/>
              <a:gd name="connsiteX41" fmla="*/ 448057 w 7467600"/>
              <a:gd name="connsiteY41" fmla="*/ 5841376 h 6858000"/>
              <a:gd name="connsiteX42" fmla="*/ 51253 w 7467600"/>
              <a:gd name="connsiteY42" fmla="*/ 5631825 h 6858000"/>
              <a:gd name="connsiteX43" fmla="*/ 2606687 w 7467600"/>
              <a:gd name="connsiteY43" fmla="*/ 5630718 h 6858000"/>
              <a:gd name="connsiteX44" fmla="*/ 2645658 w 7467600"/>
              <a:gd name="connsiteY44" fmla="*/ 6640259 h 6858000"/>
              <a:gd name="connsiteX45" fmla="*/ 2606687 w 7467600"/>
              <a:gd name="connsiteY45" fmla="*/ 5630718 h 6858000"/>
              <a:gd name="connsiteX46" fmla="*/ 3642057 w 7467600"/>
              <a:gd name="connsiteY46" fmla="*/ 5573487 h 6858000"/>
              <a:gd name="connsiteX47" fmla="*/ 3632981 w 7467600"/>
              <a:gd name="connsiteY47" fmla="*/ 5579437 h 6858000"/>
              <a:gd name="connsiteX48" fmla="*/ 3382436 w 7467600"/>
              <a:gd name="connsiteY48" fmla="*/ 5952726 h 6858000"/>
              <a:gd name="connsiteX49" fmla="*/ 3191929 w 7467600"/>
              <a:gd name="connsiteY49" fmla="*/ 6662669 h 6858000"/>
              <a:gd name="connsiteX50" fmla="*/ 3369898 w 7467600"/>
              <a:gd name="connsiteY50" fmla="*/ 6081771 h 6858000"/>
              <a:gd name="connsiteX51" fmla="*/ 3642057 w 7467600"/>
              <a:gd name="connsiteY51" fmla="*/ 5573487 h 6858000"/>
              <a:gd name="connsiteX52" fmla="*/ 2650666 w 7467600"/>
              <a:gd name="connsiteY52" fmla="*/ 5530686 h 6858000"/>
              <a:gd name="connsiteX53" fmla="*/ 2650249 w 7467600"/>
              <a:gd name="connsiteY53" fmla="*/ 5532101 h 6858000"/>
              <a:gd name="connsiteX54" fmla="*/ 2663808 w 7467600"/>
              <a:gd name="connsiteY54" fmla="*/ 6535215 h 6858000"/>
              <a:gd name="connsiteX55" fmla="*/ 2665418 w 7467600"/>
              <a:gd name="connsiteY55" fmla="*/ 6132756 h 6858000"/>
              <a:gd name="connsiteX56" fmla="*/ 2650666 w 7467600"/>
              <a:gd name="connsiteY56" fmla="*/ 5530686 h 6858000"/>
              <a:gd name="connsiteX57" fmla="*/ 2680277 w 7467600"/>
              <a:gd name="connsiteY57" fmla="*/ 5479204 h 6858000"/>
              <a:gd name="connsiteX58" fmla="*/ 2678972 w 7467600"/>
              <a:gd name="connsiteY58" fmla="*/ 5481582 h 6858000"/>
              <a:gd name="connsiteX59" fmla="*/ 2696666 w 7467600"/>
              <a:gd name="connsiteY59" fmla="*/ 6133836 h 6858000"/>
              <a:gd name="connsiteX60" fmla="*/ 2695769 w 7467600"/>
              <a:gd name="connsiteY60" fmla="*/ 6390955 h 6858000"/>
              <a:gd name="connsiteX61" fmla="*/ 2739893 w 7467600"/>
              <a:gd name="connsiteY61" fmla="*/ 6108357 h 6858000"/>
              <a:gd name="connsiteX62" fmla="*/ 2680277 w 7467600"/>
              <a:gd name="connsiteY62" fmla="*/ 5479204 h 6858000"/>
              <a:gd name="connsiteX63" fmla="*/ 1132195 w 7467600"/>
              <a:gd name="connsiteY63" fmla="*/ 5467980 h 6858000"/>
              <a:gd name="connsiteX64" fmla="*/ 1679056 w 7467600"/>
              <a:gd name="connsiteY64" fmla="*/ 5516907 h 6858000"/>
              <a:gd name="connsiteX65" fmla="*/ 2128648 w 7467600"/>
              <a:gd name="connsiteY65" fmla="*/ 5474249 h 6858000"/>
              <a:gd name="connsiteX66" fmla="*/ 1825619 w 7467600"/>
              <a:gd name="connsiteY66" fmla="*/ 5478447 h 6858000"/>
              <a:gd name="connsiteX67" fmla="*/ 1737798 w 7467600"/>
              <a:gd name="connsiteY67" fmla="*/ 5483353 h 6858000"/>
              <a:gd name="connsiteX68" fmla="*/ 1132195 w 7467600"/>
              <a:gd name="connsiteY68" fmla="*/ 5467980 h 6858000"/>
              <a:gd name="connsiteX69" fmla="*/ 1456157 w 7467600"/>
              <a:gd name="connsiteY69" fmla="*/ 5371404 h 6858000"/>
              <a:gd name="connsiteX70" fmla="*/ 1244432 w 7467600"/>
              <a:gd name="connsiteY70" fmla="*/ 5385601 h 6858000"/>
              <a:gd name="connsiteX71" fmla="*/ 973990 w 7467600"/>
              <a:gd name="connsiteY71" fmla="*/ 5424940 h 6858000"/>
              <a:gd name="connsiteX72" fmla="*/ 1103809 w 7467600"/>
              <a:gd name="connsiteY72" fmla="*/ 5433720 h 6858000"/>
              <a:gd name="connsiteX73" fmla="*/ 1123454 w 7467600"/>
              <a:gd name="connsiteY73" fmla="*/ 5435727 h 6858000"/>
              <a:gd name="connsiteX74" fmla="*/ 1737017 w 7467600"/>
              <a:gd name="connsiteY74" fmla="*/ 5452183 h 6858000"/>
              <a:gd name="connsiteX75" fmla="*/ 1824397 w 7467600"/>
              <a:gd name="connsiteY75" fmla="*/ 5447757 h 6858000"/>
              <a:gd name="connsiteX76" fmla="*/ 2070059 w 7467600"/>
              <a:gd name="connsiteY76" fmla="*/ 5441660 h 6858000"/>
              <a:gd name="connsiteX77" fmla="*/ 1456157 w 7467600"/>
              <a:gd name="connsiteY77" fmla="*/ 5371404 h 6858000"/>
              <a:gd name="connsiteX78" fmla="*/ 4988186 w 7467600"/>
              <a:gd name="connsiteY78" fmla="*/ 5216467 h 6858000"/>
              <a:gd name="connsiteX79" fmla="*/ 4777334 w 7467600"/>
              <a:gd name="connsiteY79" fmla="*/ 5406072 h 6858000"/>
              <a:gd name="connsiteX80" fmla="*/ 4718341 w 7467600"/>
              <a:gd name="connsiteY80" fmla="*/ 5468043 h 6858000"/>
              <a:gd name="connsiteX81" fmla="*/ 4604655 w 7467600"/>
              <a:gd name="connsiteY81" fmla="*/ 5583434 h 6858000"/>
              <a:gd name="connsiteX82" fmla="*/ 4565074 w 7467600"/>
              <a:gd name="connsiteY82" fmla="*/ 5618550 h 6858000"/>
              <a:gd name="connsiteX83" fmla="*/ 4988186 w 7467600"/>
              <a:gd name="connsiteY83" fmla="*/ 5216467 h 6858000"/>
              <a:gd name="connsiteX84" fmla="*/ 4978032 w 7467600"/>
              <a:gd name="connsiteY84" fmla="*/ 5183809 h 6858000"/>
              <a:gd name="connsiteX85" fmla="*/ 4463413 w 7467600"/>
              <a:gd name="connsiteY85" fmla="*/ 5615162 h 6858000"/>
              <a:gd name="connsiteX86" fmla="*/ 4358134 w 7467600"/>
              <a:gd name="connsiteY86" fmla="*/ 5742791 h 6858000"/>
              <a:gd name="connsiteX87" fmla="*/ 4376219 w 7467600"/>
              <a:gd name="connsiteY87" fmla="*/ 5729027 h 6858000"/>
              <a:gd name="connsiteX88" fmla="*/ 4582340 w 7467600"/>
              <a:gd name="connsiteY88" fmla="*/ 5561037 h 6858000"/>
              <a:gd name="connsiteX89" fmla="*/ 4694684 w 7467600"/>
              <a:gd name="connsiteY89" fmla="*/ 5447098 h 6858000"/>
              <a:gd name="connsiteX90" fmla="*/ 4754123 w 7467600"/>
              <a:gd name="connsiteY90" fmla="*/ 5384643 h 6858000"/>
              <a:gd name="connsiteX91" fmla="*/ 4978032 w 7467600"/>
              <a:gd name="connsiteY91" fmla="*/ 5183809 h 6858000"/>
              <a:gd name="connsiteX92" fmla="*/ 1903353 w 7467600"/>
              <a:gd name="connsiteY92" fmla="*/ 5044827 h 6858000"/>
              <a:gd name="connsiteX93" fmla="*/ 1936931 w 7467600"/>
              <a:gd name="connsiteY93" fmla="*/ 5093954 h 6858000"/>
              <a:gd name="connsiteX94" fmla="*/ 2195868 w 7467600"/>
              <a:gd name="connsiteY94" fmla="*/ 5396574 h 6858000"/>
              <a:gd name="connsiteX95" fmla="*/ 2088852 w 7467600"/>
              <a:gd name="connsiteY95" fmla="*/ 5166123 h 6858000"/>
              <a:gd name="connsiteX96" fmla="*/ 1958241 w 7467600"/>
              <a:gd name="connsiteY96" fmla="*/ 5067955 h 6858000"/>
              <a:gd name="connsiteX97" fmla="*/ 1903353 w 7467600"/>
              <a:gd name="connsiteY97" fmla="*/ 5044827 h 6858000"/>
              <a:gd name="connsiteX98" fmla="*/ 1979378 w 7467600"/>
              <a:gd name="connsiteY98" fmla="*/ 4769504 h 6858000"/>
              <a:gd name="connsiteX99" fmla="*/ 2882120 w 7467600"/>
              <a:gd name="connsiteY99" fmla="*/ 5064547 h 6858000"/>
              <a:gd name="connsiteX100" fmla="*/ 2793103 w 7467600"/>
              <a:gd name="connsiteY100" fmla="*/ 5039699 h 6858000"/>
              <a:gd name="connsiteX101" fmla="*/ 2770041 w 7467600"/>
              <a:gd name="connsiteY101" fmla="*/ 5033634 h 6858000"/>
              <a:gd name="connsiteX102" fmla="*/ 1979378 w 7467600"/>
              <a:gd name="connsiteY102" fmla="*/ 4769504 h 6858000"/>
              <a:gd name="connsiteX103" fmla="*/ 1927410 w 7467600"/>
              <a:gd name="connsiteY103" fmla="*/ 4716164 h 6858000"/>
              <a:gd name="connsiteX104" fmla="*/ 1959587 w 7467600"/>
              <a:gd name="connsiteY104" fmla="*/ 4728849 h 6858000"/>
              <a:gd name="connsiteX105" fmla="*/ 2777707 w 7467600"/>
              <a:gd name="connsiteY105" fmla="*/ 5003991 h 6858000"/>
              <a:gd name="connsiteX106" fmla="*/ 2800768 w 7467600"/>
              <a:gd name="connsiteY106" fmla="*/ 5010056 h 6858000"/>
              <a:gd name="connsiteX107" fmla="*/ 2879408 w 7467600"/>
              <a:gd name="connsiteY107" fmla="*/ 5031590 h 6858000"/>
              <a:gd name="connsiteX108" fmla="*/ 2862295 w 7467600"/>
              <a:gd name="connsiteY108" fmla="*/ 5022958 h 6858000"/>
              <a:gd name="connsiteX109" fmla="*/ 2813343 w 7467600"/>
              <a:gd name="connsiteY109" fmla="*/ 4998369 h 6858000"/>
              <a:gd name="connsiteX110" fmla="*/ 2646245 w 7467600"/>
              <a:gd name="connsiteY110" fmla="*/ 4930999 h 6858000"/>
              <a:gd name="connsiteX111" fmla="*/ 1999243 w 7467600"/>
              <a:gd name="connsiteY111" fmla="*/ 4730524 h 6858000"/>
              <a:gd name="connsiteX112" fmla="*/ 1979527 w 7467600"/>
              <a:gd name="connsiteY112" fmla="*/ 4726651 h 6858000"/>
              <a:gd name="connsiteX113" fmla="*/ 1927410 w 7467600"/>
              <a:gd name="connsiteY113" fmla="*/ 4716164 h 6858000"/>
              <a:gd name="connsiteX114" fmla="*/ 1997014 w 7467600"/>
              <a:gd name="connsiteY114" fmla="*/ 4698007 h 6858000"/>
              <a:gd name="connsiteX115" fmla="*/ 2005458 w 7467600"/>
              <a:gd name="connsiteY115" fmla="*/ 4699540 h 6858000"/>
              <a:gd name="connsiteX116" fmla="*/ 2657186 w 7467600"/>
              <a:gd name="connsiteY116" fmla="*/ 4901687 h 6858000"/>
              <a:gd name="connsiteX117" fmla="*/ 2826662 w 7467600"/>
              <a:gd name="connsiteY117" fmla="*/ 4970362 h 6858000"/>
              <a:gd name="connsiteX118" fmla="*/ 2876100 w 7467600"/>
              <a:gd name="connsiteY118" fmla="*/ 4995397 h 6858000"/>
              <a:gd name="connsiteX119" fmla="*/ 3042600 w 7467600"/>
              <a:gd name="connsiteY119" fmla="*/ 5059532 h 6858000"/>
              <a:gd name="connsiteX120" fmla="*/ 1997014 w 7467600"/>
              <a:gd name="connsiteY120" fmla="*/ 4698007 h 6858000"/>
              <a:gd name="connsiteX121" fmla="*/ 2305292 w 7467600"/>
              <a:gd name="connsiteY121" fmla="*/ 4219492 h 6858000"/>
              <a:gd name="connsiteX122" fmla="*/ 3360922 w 7467600"/>
              <a:gd name="connsiteY122" fmla="*/ 4529373 h 6858000"/>
              <a:gd name="connsiteX123" fmla="*/ 3492420 w 7467600"/>
              <a:gd name="connsiteY123" fmla="*/ 4510145 h 6858000"/>
              <a:gd name="connsiteX124" fmla="*/ 3364086 w 7467600"/>
              <a:gd name="connsiteY124" fmla="*/ 4480340 h 6858000"/>
              <a:gd name="connsiteX125" fmla="*/ 3225818 w 7467600"/>
              <a:gd name="connsiteY125" fmla="*/ 4411822 h 6858000"/>
              <a:gd name="connsiteX126" fmla="*/ 3129696 w 7467600"/>
              <a:gd name="connsiteY126" fmla="*/ 4360704 h 6858000"/>
              <a:gd name="connsiteX127" fmla="*/ 2814545 w 7467600"/>
              <a:gd name="connsiteY127" fmla="*/ 4282955 h 6858000"/>
              <a:gd name="connsiteX128" fmla="*/ 2305292 w 7467600"/>
              <a:gd name="connsiteY128" fmla="*/ 4219492 h 6858000"/>
              <a:gd name="connsiteX129" fmla="*/ 2626982 w 7467600"/>
              <a:gd name="connsiteY129" fmla="*/ 4206450 h 6858000"/>
              <a:gd name="connsiteX130" fmla="*/ 2490617 w 7467600"/>
              <a:gd name="connsiteY130" fmla="*/ 4206951 h 6858000"/>
              <a:gd name="connsiteX131" fmla="*/ 2819869 w 7467600"/>
              <a:gd name="connsiteY131" fmla="*/ 4252936 h 6858000"/>
              <a:gd name="connsiteX132" fmla="*/ 3143018 w 7467600"/>
              <a:gd name="connsiteY132" fmla="*/ 4332698 h 6858000"/>
              <a:gd name="connsiteX133" fmla="*/ 3241520 w 7467600"/>
              <a:gd name="connsiteY133" fmla="*/ 4385112 h 6858000"/>
              <a:gd name="connsiteX134" fmla="*/ 3374575 w 7467600"/>
              <a:gd name="connsiteY134" fmla="*/ 4451517 h 6858000"/>
              <a:gd name="connsiteX135" fmla="*/ 3505221 w 7467600"/>
              <a:gd name="connsiteY135" fmla="*/ 4480757 h 6858000"/>
              <a:gd name="connsiteX136" fmla="*/ 2626982 w 7467600"/>
              <a:gd name="connsiteY136" fmla="*/ 4206450 h 6858000"/>
              <a:gd name="connsiteX137" fmla="*/ 1310106 w 7467600"/>
              <a:gd name="connsiteY137" fmla="*/ 3943217 h 6858000"/>
              <a:gd name="connsiteX138" fmla="*/ 854994 w 7467600"/>
              <a:gd name="connsiteY138" fmla="*/ 4399136 h 6858000"/>
              <a:gd name="connsiteX139" fmla="*/ 742462 w 7467600"/>
              <a:gd name="connsiteY139" fmla="*/ 4594648 h 6858000"/>
              <a:gd name="connsiteX140" fmla="*/ 820602 w 7467600"/>
              <a:gd name="connsiteY140" fmla="*/ 4485915 h 6858000"/>
              <a:gd name="connsiteX141" fmla="*/ 878295 w 7467600"/>
              <a:gd name="connsiteY141" fmla="*/ 4403594 h 6858000"/>
              <a:gd name="connsiteX142" fmla="*/ 1240607 w 7467600"/>
              <a:gd name="connsiteY142" fmla="*/ 4010401 h 6858000"/>
              <a:gd name="connsiteX143" fmla="*/ 1310106 w 7467600"/>
              <a:gd name="connsiteY143" fmla="*/ 3943217 h 6858000"/>
              <a:gd name="connsiteX144" fmla="*/ 1423113 w 7467600"/>
              <a:gd name="connsiteY144" fmla="*/ 3874565 h 6858000"/>
              <a:gd name="connsiteX145" fmla="*/ 1260565 w 7467600"/>
              <a:gd name="connsiteY145" fmla="*/ 4031982 h 6858000"/>
              <a:gd name="connsiteX146" fmla="*/ 901900 w 7467600"/>
              <a:gd name="connsiteY146" fmla="*/ 4421236 h 6858000"/>
              <a:gd name="connsiteX147" fmla="*/ 845044 w 7467600"/>
              <a:gd name="connsiteY147" fmla="*/ 4502436 h 6858000"/>
              <a:gd name="connsiteX148" fmla="*/ 685926 w 7467600"/>
              <a:gd name="connsiteY148" fmla="*/ 4703069 h 6858000"/>
              <a:gd name="connsiteX149" fmla="*/ 684248 w 7467600"/>
              <a:gd name="connsiteY149" fmla="*/ 4706721 h 6858000"/>
              <a:gd name="connsiteX150" fmla="*/ 1423113 w 7467600"/>
              <a:gd name="connsiteY150" fmla="*/ 3874565 h 6858000"/>
              <a:gd name="connsiteX151" fmla="*/ 3316479 w 7467600"/>
              <a:gd name="connsiteY151" fmla="*/ 3872136 h 6858000"/>
              <a:gd name="connsiteX152" fmla="*/ 3546806 w 7467600"/>
              <a:gd name="connsiteY152" fmla="*/ 4356139 h 6858000"/>
              <a:gd name="connsiteX153" fmla="*/ 3364433 w 7467600"/>
              <a:gd name="connsiteY153" fmla="*/ 3953121 h 6858000"/>
              <a:gd name="connsiteX154" fmla="*/ 3316479 w 7467600"/>
              <a:gd name="connsiteY154" fmla="*/ 3872136 h 6858000"/>
              <a:gd name="connsiteX155" fmla="*/ 3291335 w 7467600"/>
              <a:gd name="connsiteY155" fmla="*/ 3767420 h 6858000"/>
              <a:gd name="connsiteX156" fmla="*/ 3390805 w 7467600"/>
              <a:gd name="connsiteY156" fmla="*/ 3937163 h 6858000"/>
              <a:gd name="connsiteX157" fmla="*/ 3579062 w 7467600"/>
              <a:gd name="connsiteY157" fmla="*/ 4359040 h 6858000"/>
              <a:gd name="connsiteX158" fmla="*/ 3467355 w 7467600"/>
              <a:gd name="connsiteY158" fmla="*/ 3988130 h 6858000"/>
              <a:gd name="connsiteX159" fmla="*/ 3310753 w 7467600"/>
              <a:gd name="connsiteY159" fmla="*/ 3787140 h 6858000"/>
              <a:gd name="connsiteX160" fmla="*/ 3291335 w 7467600"/>
              <a:gd name="connsiteY160" fmla="*/ 3767420 h 6858000"/>
              <a:gd name="connsiteX161" fmla="*/ 1635889 w 7467600"/>
              <a:gd name="connsiteY161" fmla="*/ 3709494 h 6858000"/>
              <a:gd name="connsiteX162" fmla="*/ 1634800 w 7467600"/>
              <a:gd name="connsiteY162" fmla="*/ 3731111 h 6858000"/>
              <a:gd name="connsiteX163" fmla="*/ 1635889 w 7467600"/>
              <a:gd name="connsiteY163" fmla="*/ 3709494 h 6858000"/>
              <a:gd name="connsiteX164" fmla="*/ 1510397 w 7467600"/>
              <a:gd name="connsiteY164" fmla="*/ 3684705 h 6858000"/>
              <a:gd name="connsiteX165" fmla="*/ 1146550 w 7467600"/>
              <a:gd name="connsiteY165" fmla="*/ 3802012 h 6858000"/>
              <a:gd name="connsiteX166" fmla="*/ 698834 w 7467600"/>
              <a:gd name="connsiteY166" fmla="*/ 3952272 h 6858000"/>
              <a:gd name="connsiteX167" fmla="*/ 34256 w 7467600"/>
              <a:gd name="connsiteY167" fmla="*/ 4347603 h 6858000"/>
              <a:gd name="connsiteX168" fmla="*/ 527241 w 7467600"/>
              <a:gd name="connsiteY168" fmla="*/ 4065078 h 6858000"/>
              <a:gd name="connsiteX169" fmla="*/ 1510397 w 7467600"/>
              <a:gd name="connsiteY169" fmla="*/ 3684705 h 6858000"/>
              <a:gd name="connsiteX170" fmla="*/ 1313114 w 7467600"/>
              <a:gd name="connsiteY170" fmla="*/ 3655216 h 6858000"/>
              <a:gd name="connsiteX171" fmla="*/ 1109304 w 7467600"/>
              <a:gd name="connsiteY171" fmla="*/ 3669030 h 6858000"/>
              <a:gd name="connsiteX172" fmla="*/ 8129 w 7467600"/>
              <a:gd name="connsiteY172" fmla="*/ 4330519 h 6858000"/>
              <a:gd name="connsiteX173" fmla="*/ 687572 w 7467600"/>
              <a:gd name="connsiteY173" fmla="*/ 3925629 h 6858000"/>
              <a:gd name="connsiteX174" fmla="*/ 1138365 w 7467600"/>
              <a:gd name="connsiteY174" fmla="*/ 3774515 h 6858000"/>
              <a:gd name="connsiteX175" fmla="*/ 1505579 w 7467600"/>
              <a:gd name="connsiteY175" fmla="*/ 3655526 h 6858000"/>
              <a:gd name="connsiteX176" fmla="*/ 1313114 w 7467600"/>
              <a:gd name="connsiteY176" fmla="*/ 3655216 h 6858000"/>
              <a:gd name="connsiteX177" fmla="*/ 3655073 w 7467600"/>
              <a:gd name="connsiteY177" fmla="*/ 3650884 h 6858000"/>
              <a:gd name="connsiteX178" fmla="*/ 3989938 w 7467600"/>
              <a:gd name="connsiteY178" fmla="*/ 3991685 h 6858000"/>
              <a:gd name="connsiteX179" fmla="*/ 4393907 w 7467600"/>
              <a:gd name="connsiteY179" fmla="*/ 4261258 h 6858000"/>
              <a:gd name="connsiteX180" fmla="*/ 4648051 w 7467600"/>
              <a:gd name="connsiteY180" fmla="*/ 4374051 h 6858000"/>
              <a:gd name="connsiteX181" fmla="*/ 4383389 w 7467600"/>
              <a:gd name="connsiteY181" fmla="*/ 4184369 h 6858000"/>
              <a:gd name="connsiteX182" fmla="*/ 4165508 w 7467600"/>
              <a:gd name="connsiteY182" fmla="*/ 4035196 h 6858000"/>
              <a:gd name="connsiteX183" fmla="*/ 4068162 w 7467600"/>
              <a:gd name="connsiteY183" fmla="*/ 3953394 h 6858000"/>
              <a:gd name="connsiteX184" fmla="*/ 3981416 w 7467600"/>
              <a:gd name="connsiteY184" fmla="*/ 3880482 h 6858000"/>
              <a:gd name="connsiteX185" fmla="*/ 3800147 w 7467600"/>
              <a:gd name="connsiteY185" fmla="*/ 3749872 h 6858000"/>
              <a:gd name="connsiteX186" fmla="*/ 3655073 w 7467600"/>
              <a:gd name="connsiteY186" fmla="*/ 3650884 h 6858000"/>
              <a:gd name="connsiteX187" fmla="*/ 3670252 w 7467600"/>
              <a:gd name="connsiteY187" fmla="*/ 3622798 h 6858000"/>
              <a:gd name="connsiteX188" fmla="*/ 3817258 w 7467600"/>
              <a:gd name="connsiteY188" fmla="*/ 3723577 h 6858000"/>
              <a:gd name="connsiteX189" fmla="*/ 4000461 w 7467600"/>
              <a:gd name="connsiteY189" fmla="*/ 3855966 h 6858000"/>
              <a:gd name="connsiteX190" fmla="*/ 4088180 w 7467600"/>
              <a:gd name="connsiteY190" fmla="*/ 3929774 h 6858000"/>
              <a:gd name="connsiteX191" fmla="*/ 4184555 w 7467600"/>
              <a:gd name="connsiteY191" fmla="*/ 4010683 h 6858000"/>
              <a:gd name="connsiteX192" fmla="*/ 4399563 w 7467600"/>
              <a:gd name="connsiteY192" fmla="*/ 4158106 h 6858000"/>
              <a:gd name="connsiteX193" fmla="*/ 4684469 w 7467600"/>
              <a:gd name="connsiteY193" fmla="*/ 4364680 h 6858000"/>
              <a:gd name="connsiteX194" fmla="*/ 4690271 w 7467600"/>
              <a:gd name="connsiteY194" fmla="*/ 4370034 h 6858000"/>
              <a:gd name="connsiteX195" fmla="*/ 4136093 w 7467600"/>
              <a:gd name="connsiteY195" fmla="*/ 3858466 h 6858000"/>
              <a:gd name="connsiteX196" fmla="*/ 3670252 w 7467600"/>
              <a:gd name="connsiteY196" fmla="*/ 3622798 h 6858000"/>
              <a:gd name="connsiteX197" fmla="*/ 4440129 w 7467600"/>
              <a:gd name="connsiteY197" fmla="*/ 3448571 h 6858000"/>
              <a:gd name="connsiteX198" fmla="*/ 4856525 w 7467600"/>
              <a:gd name="connsiteY198" fmla="*/ 3915351 h 6858000"/>
              <a:gd name="connsiteX199" fmla="*/ 5059055 w 7467600"/>
              <a:gd name="connsiteY199" fmla="*/ 4108918 h 6858000"/>
              <a:gd name="connsiteX200" fmla="*/ 5290070 w 7467600"/>
              <a:gd name="connsiteY200" fmla="*/ 4263619 h 6858000"/>
              <a:gd name="connsiteX201" fmla="*/ 4834991 w 7467600"/>
              <a:gd name="connsiteY201" fmla="*/ 3830985 h 6858000"/>
              <a:gd name="connsiteX202" fmla="*/ 4440129 w 7467600"/>
              <a:gd name="connsiteY202" fmla="*/ 3448571 h 6858000"/>
              <a:gd name="connsiteX203" fmla="*/ 4441737 w 7467600"/>
              <a:gd name="connsiteY203" fmla="*/ 3399734 h 6858000"/>
              <a:gd name="connsiteX204" fmla="*/ 4431236 w 7467600"/>
              <a:gd name="connsiteY204" fmla="*/ 3400954 h 6858000"/>
              <a:gd name="connsiteX205" fmla="*/ 4557150 w 7467600"/>
              <a:gd name="connsiteY205" fmla="*/ 3510023 h 6858000"/>
              <a:gd name="connsiteX206" fmla="*/ 4856936 w 7467600"/>
              <a:gd name="connsiteY206" fmla="*/ 3809146 h 6858000"/>
              <a:gd name="connsiteX207" fmla="*/ 5111996 w 7467600"/>
              <a:gd name="connsiteY207" fmla="*/ 4065759 h 6858000"/>
              <a:gd name="connsiteX208" fmla="*/ 5388878 w 7467600"/>
              <a:gd name="connsiteY208" fmla="*/ 4300185 h 6858000"/>
              <a:gd name="connsiteX209" fmla="*/ 5425556 w 7467600"/>
              <a:gd name="connsiteY209" fmla="*/ 4308967 h 6858000"/>
              <a:gd name="connsiteX210" fmla="*/ 4943646 w 7467600"/>
              <a:gd name="connsiteY210" fmla="*/ 3822916 h 6858000"/>
              <a:gd name="connsiteX211" fmla="*/ 4594837 w 7467600"/>
              <a:gd name="connsiteY211" fmla="*/ 3532274 h 6858000"/>
              <a:gd name="connsiteX212" fmla="*/ 4441737 w 7467600"/>
              <a:gd name="connsiteY212" fmla="*/ 3399734 h 6858000"/>
              <a:gd name="connsiteX213" fmla="*/ 5425834 w 7467600"/>
              <a:gd name="connsiteY213" fmla="*/ 3162785 h 6858000"/>
              <a:gd name="connsiteX214" fmla="*/ 5401644 w 7467600"/>
              <a:gd name="connsiteY214" fmla="*/ 3617847 h 6858000"/>
              <a:gd name="connsiteX215" fmla="*/ 5467256 w 7467600"/>
              <a:gd name="connsiteY215" fmla="*/ 4175494 h 6858000"/>
              <a:gd name="connsiteX216" fmla="*/ 5448069 w 7467600"/>
              <a:gd name="connsiteY216" fmla="*/ 3567554 h 6858000"/>
              <a:gd name="connsiteX217" fmla="*/ 5425834 w 7467600"/>
              <a:gd name="connsiteY217" fmla="*/ 3162785 h 6858000"/>
              <a:gd name="connsiteX218" fmla="*/ 1318687 w 7467600"/>
              <a:gd name="connsiteY218" fmla="*/ 3113840 h 6858000"/>
              <a:gd name="connsiteX219" fmla="*/ 1066793 w 7467600"/>
              <a:gd name="connsiteY219" fmla="*/ 3212171 h 6858000"/>
              <a:gd name="connsiteX220" fmla="*/ 993319 w 7467600"/>
              <a:gd name="connsiteY220" fmla="*/ 3247648 h 6858000"/>
              <a:gd name="connsiteX221" fmla="*/ 853081 w 7467600"/>
              <a:gd name="connsiteY221" fmla="*/ 3312410 h 6858000"/>
              <a:gd name="connsiteX222" fmla="*/ 805957 w 7467600"/>
              <a:gd name="connsiteY222" fmla="*/ 3330443 h 6858000"/>
              <a:gd name="connsiteX223" fmla="*/ 1318687 w 7467600"/>
              <a:gd name="connsiteY223" fmla="*/ 3113840 h 6858000"/>
              <a:gd name="connsiteX224" fmla="*/ 5453702 w 7467600"/>
              <a:gd name="connsiteY224" fmla="*/ 3090882 h 6858000"/>
              <a:gd name="connsiteX225" fmla="*/ 5480135 w 7467600"/>
              <a:gd name="connsiteY225" fmla="*/ 3565802 h 6858000"/>
              <a:gd name="connsiteX226" fmla="*/ 5499023 w 7467600"/>
              <a:gd name="connsiteY226" fmla="*/ 4166310 h 6858000"/>
              <a:gd name="connsiteX227" fmla="*/ 5547022 w 7467600"/>
              <a:gd name="connsiteY227" fmla="*/ 3607838 h 6858000"/>
              <a:gd name="connsiteX228" fmla="*/ 5515964 w 7467600"/>
              <a:gd name="connsiteY228" fmla="*/ 3378541 h 6858000"/>
              <a:gd name="connsiteX229" fmla="*/ 5453702 w 7467600"/>
              <a:gd name="connsiteY229" fmla="*/ 3090882 h 6858000"/>
              <a:gd name="connsiteX230" fmla="*/ 1238695 w 7467600"/>
              <a:gd name="connsiteY230" fmla="*/ 3076820 h 6858000"/>
              <a:gd name="connsiteX231" fmla="*/ 716371 w 7467600"/>
              <a:gd name="connsiteY231" fmla="*/ 3293249 h 6858000"/>
              <a:gd name="connsiteX232" fmla="*/ 579522 w 7467600"/>
              <a:gd name="connsiteY232" fmla="*/ 3371759 h 6858000"/>
              <a:gd name="connsiteX233" fmla="*/ 600288 w 7467600"/>
              <a:gd name="connsiteY233" fmla="*/ 3365555 h 6858000"/>
              <a:gd name="connsiteX234" fmla="*/ 840692 w 7467600"/>
              <a:gd name="connsiteY234" fmla="*/ 3284921 h 6858000"/>
              <a:gd name="connsiteX235" fmla="*/ 979248 w 7467600"/>
              <a:gd name="connsiteY235" fmla="*/ 3221003 h 6858000"/>
              <a:gd name="connsiteX236" fmla="*/ 1053282 w 7467600"/>
              <a:gd name="connsiteY236" fmla="*/ 3185247 h 6858000"/>
              <a:gd name="connsiteX237" fmla="*/ 1320603 w 7467600"/>
              <a:gd name="connsiteY237" fmla="*/ 3081281 h 6858000"/>
              <a:gd name="connsiteX238" fmla="*/ 1238695 w 7467600"/>
              <a:gd name="connsiteY238" fmla="*/ 3076820 h 6858000"/>
              <a:gd name="connsiteX239" fmla="*/ 5425627 w 7467600"/>
              <a:gd name="connsiteY239" fmla="*/ 2954192 h 6858000"/>
              <a:gd name="connsiteX240" fmla="*/ 5470770 w 7467600"/>
              <a:gd name="connsiteY240" fmla="*/ 3005435 h 6858000"/>
              <a:gd name="connsiteX241" fmla="*/ 5519779 w 7467600"/>
              <a:gd name="connsiteY241" fmla="*/ 4359223 h 6858000"/>
              <a:gd name="connsiteX242" fmla="*/ 5520293 w 7467600"/>
              <a:gd name="connsiteY242" fmla="*/ 4360602 h 6858000"/>
              <a:gd name="connsiteX243" fmla="*/ 5767221 w 7467600"/>
              <a:gd name="connsiteY243" fmla="*/ 4665564 h 6858000"/>
              <a:gd name="connsiteX244" fmla="*/ 6937169 w 7467600"/>
              <a:gd name="connsiteY244" fmla="*/ 4815941 h 6858000"/>
              <a:gd name="connsiteX245" fmla="*/ 6953922 w 7467600"/>
              <a:gd name="connsiteY245" fmla="*/ 4890068 h 6858000"/>
              <a:gd name="connsiteX246" fmla="*/ 6071359 w 7467600"/>
              <a:gd name="connsiteY246" fmla="*/ 4770770 h 6858000"/>
              <a:gd name="connsiteX247" fmla="*/ 6038839 w 7467600"/>
              <a:gd name="connsiteY247" fmla="*/ 4764474 h 6858000"/>
              <a:gd name="connsiteX248" fmla="*/ 6038706 w 7467600"/>
              <a:gd name="connsiteY248" fmla="*/ 4763847 h 6858000"/>
              <a:gd name="connsiteX249" fmla="*/ 6037784 w 7467600"/>
              <a:gd name="connsiteY249" fmla="*/ 4764270 h 6858000"/>
              <a:gd name="connsiteX250" fmla="*/ 6038839 w 7467600"/>
              <a:gd name="connsiteY250" fmla="*/ 4764474 h 6858000"/>
              <a:gd name="connsiteX251" fmla="*/ 6040338 w 7467600"/>
              <a:gd name="connsiteY251" fmla="*/ 4771418 h 6858000"/>
              <a:gd name="connsiteX252" fmla="*/ 6024488 w 7467600"/>
              <a:gd name="connsiteY252" fmla="*/ 4809903 h 6858000"/>
              <a:gd name="connsiteX253" fmla="*/ 5599771 w 7467600"/>
              <a:gd name="connsiteY253" fmla="*/ 5509652 h 6858000"/>
              <a:gd name="connsiteX254" fmla="*/ 5548843 w 7467600"/>
              <a:gd name="connsiteY254" fmla="*/ 5563845 h 6858000"/>
              <a:gd name="connsiteX255" fmla="*/ 5940952 w 7467600"/>
              <a:gd name="connsiteY255" fmla="*/ 6250028 h 6858000"/>
              <a:gd name="connsiteX256" fmla="*/ 6043441 w 7467600"/>
              <a:gd name="connsiteY256" fmla="*/ 6665847 h 6858000"/>
              <a:gd name="connsiteX257" fmla="*/ 6093432 w 7467600"/>
              <a:gd name="connsiteY257" fmla="*/ 6858000 h 6858000"/>
              <a:gd name="connsiteX258" fmla="*/ 6034344 w 7467600"/>
              <a:gd name="connsiteY258" fmla="*/ 6858000 h 6858000"/>
              <a:gd name="connsiteX259" fmla="*/ 6026679 w 7467600"/>
              <a:gd name="connsiteY259" fmla="*/ 6836959 h 6858000"/>
              <a:gd name="connsiteX260" fmla="*/ 5800441 w 7467600"/>
              <a:gd name="connsiteY260" fmla="*/ 6335286 h 6858000"/>
              <a:gd name="connsiteX261" fmla="*/ 5526562 w 7467600"/>
              <a:gd name="connsiteY261" fmla="*/ 5705388 h 6858000"/>
              <a:gd name="connsiteX262" fmla="*/ 5519640 w 7467600"/>
              <a:gd name="connsiteY262" fmla="*/ 5683774 h 6858000"/>
              <a:gd name="connsiteX263" fmla="*/ 5844559 w 7467600"/>
              <a:gd name="connsiteY263" fmla="*/ 6553349 h 6858000"/>
              <a:gd name="connsiteX264" fmla="*/ 5975994 w 7467600"/>
              <a:gd name="connsiteY264" fmla="*/ 6858000 h 6858000"/>
              <a:gd name="connsiteX265" fmla="*/ 5898547 w 7467600"/>
              <a:gd name="connsiteY265" fmla="*/ 6858000 h 6858000"/>
              <a:gd name="connsiteX266" fmla="*/ 5682041 w 7467600"/>
              <a:gd name="connsiteY266" fmla="*/ 6355860 h 6858000"/>
              <a:gd name="connsiteX267" fmla="*/ 5461758 w 7467600"/>
              <a:gd name="connsiteY267" fmla="*/ 5820220 h 6858000"/>
              <a:gd name="connsiteX268" fmla="*/ 5237282 w 7467600"/>
              <a:gd name="connsiteY268" fmla="*/ 6579086 h 6858000"/>
              <a:gd name="connsiteX269" fmla="*/ 5115009 w 7467600"/>
              <a:gd name="connsiteY269" fmla="*/ 6858000 h 6858000"/>
              <a:gd name="connsiteX270" fmla="*/ 5028074 w 7467600"/>
              <a:gd name="connsiteY270" fmla="*/ 6858000 h 6858000"/>
              <a:gd name="connsiteX271" fmla="*/ 5079508 w 7467600"/>
              <a:gd name="connsiteY271" fmla="*/ 6749074 h 6858000"/>
              <a:gd name="connsiteX272" fmla="*/ 5371846 w 7467600"/>
              <a:gd name="connsiteY272" fmla="*/ 5924413 h 6858000"/>
              <a:gd name="connsiteX273" fmla="*/ 5270512 w 7467600"/>
              <a:gd name="connsiteY273" fmla="*/ 6138975 h 6858000"/>
              <a:gd name="connsiteX274" fmla="*/ 5062409 w 7467600"/>
              <a:gd name="connsiteY274" fmla="*/ 6653544 h 6858000"/>
              <a:gd name="connsiteX275" fmla="*/ 5036628 w 7467600"/>
              <a:gd name="connsiteY275" fmla="*/ 6754247 h 6858000"/>
              <a:gd name="connsiteX276" fmla="*/ 5009112 w 7467600"/>
              <a:gd name="connsiteY276" fmla="*/ 6858000 h 6858000"/>
              <a:gd name="connsiteX277" fmla="*/ 4976679 w 7467600"/>
              <a:gd name="connsiteY277" fmla="*/ 6858000 h 6858000"/>
              <a:gd name="connsiteX278" fmla="*/ 5006537 w 7467600"/>
              <a:gd name="connsiteY278" fmla="*/ 6747068 h 6858000"/>
              <a:gd name="connsiteX279" fmla="*/ 5032723 w 7467600"/>
              <a:gd name="connsiteY279" fmla="*/ 6644957 h 6858000"/>
              <a:gd name="connsiteX280" fmla="*/ 5242949 w 7467600"/>
              <a:gd name="connsiteY280" fmla="*/ 6125175 h 6858000"/>
              <a:gd name="connsiteX281" fmla="*/ 5286321 w 7467600"/>
              <a:gd name="connsiteY281" fmla="*/ 6033555 h 6858000"/>
              <a:gd name="connsiteX282" fmla="*/ 5008210 w 7467600"/>
              <a:gd name="connsiteY282" fmla="*/ 6649194 h 6858000"/>
              <a:gd name="connsiteX283" fmla="*/ 4986321 w 7467600"/>
              <a:gd name="connsiteY283" fmla="*/ 6765687 h 6858000"/>
              <a:gd name="connsiteX284" fmla="*/ 4973474 w 7467600"/>
              <a:gd name="connsiteY284" fmla="*/ 6858000 h 6858000"/>
              <a:gd name="connsiteX285" fmla="*/ 4907178 w 7467600"/>
              <a:gd name="connsiteY285" fmla="*/ 6858000 h 6858000"/>
              <a:gd name="connsiteX286" fmla="*/ 4910810 w 7467600"/>
              <a:gd name="connsiteY286" fmla="*/ 6829660 h 6858000"/>
              <a:gd name="connsiteX287" fmla="*/ 4987461 w 7467600"/>
              <a:gd name="connsiteY287" fmla="*/ 6432994 h 6858000"/>
              <a:gd name="connsiteX288" fmla="*/ 5179262 w 7467600"/>
              <a:gd name="connsiteY288" fmla="*/ 6035044 h 6858000"/>
              <a:gd name="connsiteX289" fmla="*/ 4689678 w 7467600"/>
              <a:gd name="connsiteY289" fmla="*/ 6440241 h 6858000"/>
              <a:gd name="connsiteX290" fmla="*/ 4477543 w 7467600"/>
              <a:gd name="connsiteY290" fmla="*/ 6674836 h 6858000"/>
              <a:gd name="connsiteX291" fmla="*/ 4329957 w 7467600"/>
              <a:gd name="connsiteY291" fmla="*/ 6858000 h 6858000"/>
              <a:gd name="connsiteX292" fmla="*/ 4218595 w 7467600"/>
              <a:gd name="connsiteY292" fmla="*/ 6858000 h 6858000"/>
              <a:gd name="connsiteX293" fmla="*/ 4368888 w 7467600"/>
              <a:gd name="connsiteY293" fmla="*/ 6668412 h 6858000"/>
              <a:gd name="connsiteX294" fmla="*/ 4563091 w 7467600"/>
              <a:gd name="connsiteY294" fmla="*/ 6442508 h 6858000"/>
              <a:gd name="connsiteX295" fmla="*/ 5387324 w 7467600"/>
              <a:gd name="connsiteY295" fmla="*/ 5705830 h 6858000"/>
              <a:gd name="connsiteX296" fmla="*/ 5073620 w 7467600"/>
              <a:gd name="connsiteY296" fmla="*/ 5955437 h 6858000"/>
              <a:gd name="connsiteX297" fmla="*/ 4689789 w 7467600"/>
              <a:gd name="connsiteY297" fmla="*/ 6268382 h 6858000"/>
              <a:gd name="connsiteX298" fmla="*/ 4418722 w 7467600"/>
              <a:gd name="connsiteY298" fmla="*/ 6570886 h 6858000"/>
              <a:gd name="connsiteX299" fmla="*/ 4214944 w 7467600"/>
              <a:gd name="connsiteY299" fmla="*/ 6858000 h 6858000"/>
              <a:gd name="connsiteX300" fmla="*/ 4177898 w 7467600"/>
              <a:gd name="connsiteY300" fmla="*/ 6858000 h 6858000"/>
              <a:gd name="connsiteX301" fmla="*/ 4391597 w 7467600"/>
              <a:gd name="connsiteY301" fmla="*/ 6556370 h 6858000"/>
              <a:gd name="connsiteX302" fmla="*/ 4668889 w 7467600"/>
              <a:gd name="connsiteY302" fmla="*/ 6246399 h 6858000"/>
              <a:gd name="connsiteX303" fmla="*/ 5055427 w 7467600"/>
              <a:gd name="connsiteY303" fmla="*/ 5931476 h 6858000"/>
              <a:gd name="connsiteX304" fmla="*/ 5371814 w 7467600"/>
              <a:gd name="connsiteY304" fmla="*/ 5678975 h 6858000"/>
              <a:gd name="connsiteX305" fmla="*/ 4987918 w 7467600"/>
              <a:gd name="connsiteY305" fmla="*/ 5838701 h 6858000"/>
              <a:gd name="connsiteX306" fmla="*/ 4317146 w 7467600"/>
              <a:gd name="connsiteY306" fmla="*/ 6587716 h 6858000"/>
              <a:gd name="connsiteX307" fmla="*/ 4171627 w 7467600"/>
              <a:gd name="connsiteY307" fmla="*/ 6858000 h 6858000"/>
              <a:gd name="connsiteX308" fmla="*/ 4081585 w 7467600"/>
              <a:gd name="connsiteY308" fmla="*/ 6858000 h 6858000"/>
              <a:gd name="connsiteX309" fmla="*/ 4238603 w 7467600"/>
              <a:gd name="connsiteY309" fmla="*/ 6559341 h 6858000"/>
              <a:gd name="connsiteX310" fmla="*/ 4778333 w 7467600"/>
              <a:gd name="connsiteY310" fmla="*/ 5873626 h 6858000"/>
              <a:gd name="connsiteX311" fmla="*/ 5414185 w 7467600"/>
              <a:gd name="connsiteY311" fmla="*/ 5573882 h 6858000"/>
              <a:gd name="connsiteX312" fmla="*/ 5959648 w 7467600"/>
              <a:gd name="connsiteY312" fmla="*/ 4760797 h 6858000"/>
              <a:gd name="connsiteX313" fmla="*/ 5355019 w 7467600"/>
              <a:gd name="connsiteY313" fmla="*/ 4734672 h 6858000"/>
              <a:gd name="connsiteX314" fmla="*/ 5083565 w 7467600"/>
              <a:gd name="connsiteY314" fmla="*/ 5179121 h 6858000"/>
              <a:gd name="connsiteX315" fmla="*/ 4713577 w 7467600"/>
              <a:gd name="connsiteY315" fmla="*/ 5616803 h 6858000"/>
              <a:gd name="connsiteX316" fmla="*/ 3989559 w 7467600"/>
              <a:gd name="connsiteY316" fmla="*/ 6145945 h 6858000"/>
              <a:gd name="connsiteX317" fmla="*/ 3939824 w 7467600"/>
              <a:gd name="connsiteY317" fmla="*/ 6066900 h 6858000"/>
              <a:gd name="connsiteX318" fmla="*/ 4584537 w 7467600"/>
              <a:gd name="connsiteY318" fmla="*/ 5324826 h 6858000"/>
              <a:gd name="connsiteX319" fmla="*/ 5037105 w 7467600"/>
              <a:gd name="connsiteY319" fmla="*/ 5088765 h 6858000"/>
              <a:gd name="connsiteX320" fmla="*/ 5039930 w 7467600"/>
              <a:gd name="connsiteY320" fmla="*/ 5089585 h 6858000"/>
              <a:gd name="connsiteX321" fmla="*/ 5263764 w 7467600"/>
              <a:gd name="connsiteY321" fmla="*/ 4735525 h 6858000"/>
              <a:gd name="connsiteX322" fmla="*/ 4086300 w 7467600"/>
              <a:gd name="connsiteY322" fmla="*/ 4884599 h 6858000"/>
              <a:gd name="connsiteX323" fmla="*/ 4085485 w 7467600"/>
              <a:gd name="connsiteY323" fmla="*/ 4899070 h 6858000"/>
              <a:gd name="connsiteX324" fmla="*/ 3871915 w 7467600"/>
              <a:gd name="connsiteY324" fmla="*/ 5253645 h 6858000"/>
              <a:gd name="connsiteX325" fmla="*/ 3799374 w 7467600"/>
              <a:gd name="connsiteY325" fmla="*/ 5466127 h 6858000"/>
              <a:gd name="connsiteX326" fmla="*/ 3498850 w 7467600"/>
              <a:gd name="connsiteY326" fmla="*/ 6661888 h 6858000"/>
              <a:gd name="connsiteX327" fmla="*/ 3399216 w 7467600"/>
              <a:gd name="connsiteY327" fmla="*/ 6858000 h 6858000"/>
              <a:gd name="connsiteX328" fmla="*/ 3303688 w 7467600"/>
              <a:gd name="connsiteY328" fmla="*/ 6858000 h 6858000"/>
              <a:gd name="connsiteX329" fmla="*/ 3391774 w 7467600"/>
              <a:gd name="connsiteY329" fmla="*/ 6697181 h 6858000"/>
              <a:gd name="connsiteX330" fmla="*/ 3735540 w 7467600"/>
              <a:gd name="connsiteY330" fmla="*/ 5546923 h 6858000"/>
              <a:gd name="connsiteX331" fmla="*/ 3729438 w 7467600"/>
              <a:gd name="connsiteY331" fmla="*/ 5569058 h 6858000"/>
              <a:gd name="connsiteX332" fmla="*/ 3707782 w 7467600"/>
              <a:gd name="connsiteY332" fmla="*/ 5644908 h 6858000"/>
              <a:gd name="connsiteX333" fmla="*/ 3583827 w 7467600"/>
              <a:gd name="connsiteY333" fmla="*/ 6039215 h 6858000"/>
              <a:gd name="connsiteX334" fmla="*/ 3547861 w 7467600"/>
              <a:gd name="connsiteY334" fmla="*/ 6129609 h 6858000"/>
              <a:gd name="connsiteX335" fmla="*/ 3490905 w 7467600"/>
              <a:gd name="connsiteY335" fmla="*/ 6277660 h 6858000"/>
              <a:gd name="connsiteX336" fmla="*/ 3455859 w 7467600"/>
              <a:gd name="connsiteY336" fmla="*/ 6391301 h 6858000"/>
              <a:gd name="connsiteX337" fmla="*/ 3429112 w 7467600"/>
              <a:gd name="connsiteY337" fmla="*/ 6479469 h 6858000"/>
              <a:gd name="connsiteX338" fmla="*/ 3304862 w 7467600"/>
              <a:gd name="connsiteY338" fmla="*/ 6796476 h 6858000"/>
              <a:gd name="connsiteX339" fmla="*/ 3276071 w 7467600"/>
              <a:gd name="connsiteY339" fmla="*/ 6858000 h 6858000"/>
              <a:gd name="connsiteX340" fmla="*/ 3240805 w 7467600"/>
              <a:gd name="connsiteY340" fmla="*/ 6858000 h 6858000"/>
              <a:gd name="connsiteX341" fmla="*/ 3275917 w 7467600"/>
              <a:gd name="connsiteY341" fmla="*/ 6783192 h 6858000"/>
              <a:gd name="connsiteX342" fmla="*/ 3399358 w 7467600"/>
              <a:gd name="connsiteY342" fmla="*/ 6469011 h 6858000"/>
              <a:gd name="connsiteX343" fmla="*/ 3425650 w 7467600"/>
              <a:gd name="connsiteY343" fmla="*/ 6381333 h 6858000"/>
              <a:gd name="connsiteX344" fmla="*/ 3460661 w 7467600"/>
              <a:gd name="connsiteY344" fmla="*/ 6266763 h 6858000"/>
              <a:gd name="connsiteX345" fmla="*/ 3518021 w 7467600"/>
              <a:gd name="connsiteY345" fmla="*/ 6117298 h 6858000"/>
              <a:gd name="connsiteX346" fmla="*/ 3554035 w 7467600"/>
              <a:gd name="connsiteY346" fmla="*/ 6027832 h 6858000"/>
              <a:gd name="connsiteX347" fmla="*/ 3677174 w 7467600"/>
              <a:gd name="connsiteY347" fmla="*/ 5636351 h 6858000"/>
              <a:gd name="connsiteX348" fmla="*/ 3698819 w 7467600"/>
              <a:gd name="connsiteY348" fmla="*/ 5560503 h 6858000"/>
              <a:gd name="connsiteX349" fmla="*/ 3702094 w 7467600"/>
              <a:gd name="connsiteY349" fmla="*/ 5549194 h 6858000"/>
              <a:gd name="connsiteX350" fmla="*/ 3398355 w 7467600"/>
              <a:gd name="connsiteY350" fmla="*/ 6094603 h 6858000"/>
              <a:gd name="connsiteX351" fmla="*/ 3193941 w 7467600"/>
              <a:gd name="connsiteY351" fmla="*/ 6798775 h 6858000"/>
              <a:gd name="connsiteX352" fmla="*/ 3184140 w 7467600"/>
              <a:gd name="connsiteY352" fmla="*/ 6858000 h 6858000"/>
              <a:gd name="connsiteX353" fmla="*/ 3099978 w 7467600"/>
              <a:gd name="connsiteY353" fmla="*/ 6858000 h 6858000"/>
              <a:gd name="connsiteX354" fmla="*/ 3101556 w 7467600"/>
              <a:gd name="connsiteY354" fmla="*/ 6843337 h 6858000"/>
              <a:gd name="connsiteX355" fmla="*/ 3370162 w 7467600"/>
              <a:gd name="connsiteY355" fmla="*/ 5785550 h 6858000"/>
              <a:gd name="connsiteX356" fmla="*/ 3746477 w 7467600"/>
              <a:gd name="connsiteY356" fmla="*/ 5377889 h 6858000"/>
              <a:gd name="connsiteX357" fmla="*/ 3863399 w 7467600"/>
              <a:gd name="connsiteY357" fmla="*/ 5087257 h 6858000"/>
              <a:gd name="connsiteX358" fmla="*/ 3968712 w 7467600"/>
              <a:gd name="connsiteY358" fmla="*/ 4913989 h 6858000"/>
              <a:gd name="connsiteX359" fmla="*/ 2792390 w 7467600"/>
              <a:gd name="connsiteY359" fmla="*/ 5382974 h 6858000"/>
              <a:gd name="connsiteX360" fmla="*/ 2714982 w 7467600"/>
              <a:gd name="connsiteY360" fmla="*/ 5427051 h 6858000"/>
              <a:gd name="connsiteX361" fmla="*/ 2813361 w 7467600"/>
              <a:gd name="connsiteY361" fmla="*/ 6023912 h 6858000"/>
              <a:gd name="connsiteX362" fmla="*/ 2688430 w 7467600"/>
              <a:gd name="connsiteY362" fmla="*/ 6801564 h 6858000"/>
              <a:gd name="connsiteX363" fmla="*/ 2629626 w 7467600"/>
              <a:gd name="connsiteY363" fmla="*/ 6763394 h 6858000"/>
              <a:gd name="connsiteX364" fmla="*/ 2565328 w 7467600"/>
              <a:gd name="connsiteY364" fmla="*/ 5516399 h 6858000"/>
              <a:gd name="connsiteX365" fmla="*/ 1922999 w 7467600"/>
              <a:gd name="connsiteY365" fmla="*/ 5980343 h 6858000"/>
              <a:gd name="connsiteX366" fmla="*/ 1950261 w 7467600"/>
              <a:gd name="connsiteY366" fmla="*/ 6405858 h 6858000"/>
              <a:gd name="connsiteX367" fmla="*/ 2365554 w 7467600"/>
              <a:gd name="connsiteY367" fmla="*/ 6759107 h 6858000"/>
              <a:gd name="connsiteX368" fmla="*/ 2424142 w 7467600"/>
              <a:gd name="connsiteY368" fmla="*/ 6858000 h 6858000"/>
              <a:gd name="connsiteX369" fmla="*/ 2395994 w 7467600"/>
              <a:gd name="connsiteY369" fmla="*/ 6858000 h 6858000"/>
              <a:gd name="connsiteX370" fmla="*/ 2392863 w 7467600"/>
              <a:gd name="connsiteY370" fmla="*/ 6852964 h 6858000"/>
              <a:gd name="connsiteX371" fmla="*/ 2017589 w 7467600"/>
              <a:gd name="connsiteY371" fmla="*/ 6493982 h 6858000"/>
              <a:gd name="connsiteX372" fmla="*/ 2147336 w 7467600"/>
              <a:gd name="connsiteY372" fmla="*/ 6594052 h 6858000"/>
              <a:gd name="connsiteX373" fmla="*/ 2207047 w 7467600"/>
              <a:gd name="connsiteY373" fmla="*/ 6654540 h 6858000"/>
              <a:gd name="connsiteX374" fmla="*/ 2299106 w 7467600"/>
              <a:gd name="connsiteY374" fmla="*/ 6778931 h 6858000"/>
              <a:gd name="connsiteX375" fmla="*/ 2314430 w 7467600"/>
              <a:gd name="connsiteY375" fmla="*/ 6801144 h 6858000"/>
              <a:gd name="connsiteX376" fmla="*/ 2352406 w 7467600"/>
              <a:gd name="connsiteY376" fmla="*/ 6858000 h 6858000"/>
              <a:gd name="connsiteX377" fmla="*/ 2314492 w 7467600"/>
              <a:gd name="connsiteY377" fmla="*/ 6858000 h 6858000"/>
              <a:gd name="connsiteX378" fmla="*/ 2288095 w 7467600"/>
              <a:gd name="connsiteY378" fmla="*/ 6818030 h 6858000"/>
              <a:gd name="connsiteX379" fmla="*/ 2272768 w 7467600"/>
              <a:gd name="connsiteY379" fmla="*/ 6795822 h 6858000"/>
              <a:gd name="connsiteX380" fmla="*/ 2182715 w 7467600"/>
              <a:gd name="connsiteY380" fmla="*/ 6675071 h 6858000"/>
              <a:gd name="connsiteX381" fmla="*/ 2032061 w 7467600"/>
              <a:gd name="connsiteY381" fmla="*/ 6541380 h 6858000"/>
              <a:gd name="connsiteX382" fmla="*/ 2257220 w 7467600"/>
              <a:gd name="connsiteY382" fmla="*/ 6826257 h 6858000"/>
              <a:gd name="connsiteX383" fmla="*/ 2281324 w 7467600"/>
              <a:gd name="connsiteY383" fmla="*/ 6858000 h 6858000"/>
              <a:gd name="connsiteX384" fmla="*/ 2242860 w 7467600"/>
              <a:gd name="connsiteY384" fmla="*/ 6858000 h 6858000"/>
              <a:gd name="connsiteX385" fmla="*/ 2232818 w 7467600"/>
              <a:gd name="connsiteY385" fmla="*/ 6844926 h 6858000"/>
              <a:gd name="connsiteX386" fmla="*/ 1990172 w 7467600"/>
              <a:gd name="connsiteY386" fmla="*/ 6542121 h 6858000"/>
              <a:gd name="connsiteX387" fmla="*/ 2124090 w 7467600"/>
              <a:gd name="connsiteY387" fmla="*/ 6761017 h 6858000"/>
              <a:gd name="connsiteX388" fmla="*/ 2200380 w 7467600"/>
              <a:gd name="connsiteY388" fmla="*/ 6858000 h 6858000"/>
              <a:gd name="connsiteX389" fmla="*/ 2147507 w 7467600"/>
              <a:gd name="connsiteY389" fmla="*/ 6858000 h 6858000"/>
              <a:gd name="connsiteX390" fmla="*/ 2070668 w 7467600"/>
              <a:gd name="connsiteY390" fmla="*/ 6761520 h 6858000"/>
              <a:gd name="connsiteX391" fmla="*/ 1975142 w 7467600"/>
              <a:gd name="connsiteY391" fmla="*/ 6585570 h 6858000"/>
              <a:gd name="connsiteX392" fmla="*/ 2050035 w 7467600"/>
              <a:gd name="connsiteY392" fmla="*/ 6813345 h 6858000"/>
              <a:gd name="connsiteX393" fmla="*/ 2063025 w 7467600"/>
              <a:gd name="connsiteY393" fmla="*/ 6858000 h 6858000"/>
              <a:gd name="connsiteX394" fmla="*/ 2021675 w 7467600"/>
              <a:gd name="connsiteY394" fmla="*/ 6858000 h 6858000"/>
              <a:gd name="connsiteX395" fmla="*/ 2019308 w 7467600"/>
              <a:gd name="connsiteY395" fmla="*/ 6847118 h 6858000"/>
              <a:gd name="connsiteX396" fmla="*/ 1938835 w 7467600"/>
              <a:gd name="connsiteY396" fmla="*/ 6551160 h 6858000"/>
              <a:gd name="connsiteX397" fmla="*/ 1953230 w 7467600"/>
              <a:gd name="connsiteY397" fmla="*/ 6759699 h 6858000"/>
              <a:gd name="connsiteX398" fmla="*/ 1956763 w 7467600"/>
              <a:gd name="connsiteY398" fmla="*/ 6778191 h 6858000"/>
              <a:gd name="connsiteX399" fmla="*/ 1967925 w 7467600"/>
              <a:gd name="connsiteY399" fmla="*/ 6858000 h 6858000"/>
              <a:gd name="connsiteX400" fmla="*/ 1936622 w 7467600"/>
              <a:gd name="connsiteY400" fmla="*/ 6858000 h 6858000"/>
              <a:gd name="connsiteX401" fmla="*/ 1926261 w 7467600"/>
              <a:gd name="connsiteY401" fmla="*/ 6784064 h 6858000"/>
              <a:gd name="connsiteX402" fmla="*/ 1922724 w 7467600"/>
              <a:gd name="connsiteY402" fmla="*/ 6765577 h 6858000"/>
              <a:gd name="connsiteX403" fmla="*/ 1904650 w 7467600"/>
              <a:gd name="connsiteY403" fmla="*/ 6639616 h 6858000"/>
              <a:gd name="connsiteX404" fmla="*/ 1885273 w 7467600"/>
              <a:gd name="connsiteY404" fmla="*/ 6858000 h 6858000"/>
              <a:gd name="connsiteX405" fmla="*/ 1854363 w 7467600"/>
              <a:gd name="connsiteY405" fmla="*/ 6858000 h 6858000"/>
              <a:gd name="connsiteX406" fmla="*/ 1880391 w 7467600"/>
              <a:gd name="connsiteY406" fmla="*/ 6603796 h 6858000"/>
              <a:gd name="connsiteX407" fmla="*/ 1818273 w 7467600"/>
              <a:gd name="connsiteY407" fmla="*/ 6715729 h 6858000"/>
              <a:gd name="connsiteX408" fmla="*/ 1794691 w 7467600"/>
              <a:gd name="connsiteY408" fmla="*/ 6843239 h 6858000"/>
              <a:gd name="connsiteX409" fmla="*/ 1794914 w 7467600"/>
              <a:gd name="connsiteY409" fmla="*/ 6858000 h 6858000"/>
              <a:gd name="connsiteX410" fmla="*/ 1746128 w 7467600"/>
              <a:gd name="connsiteY410" fmla="*/ 6858000 h 6858000"/>
              <a:gd name="connsiteX411" fmla="*/ 1753934 w 7467600"/>
              <a:gd name="connsiteY411" fmla="*/ 6724796 h 6858000"/>
              <a:gd name="connsiteX412" fmla="*/ 1792053 w 7467600"/>
              <a:gd name="connsiteY412" fmla="*/ 6572396 h 6858000"/>
              <a:gd name="connsiteX413" fmla="*/ 1862248 w 7467600"/>
              <a:gd name="connsiteY413" fmla="*/ 6266397 h 6858000"/>
              <a:gd name="connsiteX414" fmla="*/ 1862250 w 7467600"/>
              <a:gd name="connsiteY414" fmla="*/ 6033531 h 6858000"/>
              <a:gd name="connsiteX415" fmla="*/ 1211999 w 7467600"/>
              <a:gd name="connsiteY415" fmla="*/ 6683610 h 6858000"/>
              <a:gd name="connsiteX416" fmla="*/ 1213266 w 7467600"/>
              <a:gd name="connsiteY416" fmla="*/ 6691947 h 6858000"/>
              <a:gd name="connsiteX417" fmla="*/ 1203370 w 7467600"/>
              <a:gd name="connsiteY417" fmla="*/ 6850676 h 6858000"/>
              <a:gd name="connsiteX418" fmla="*/ 1203671 w 7467600"/>
              <a:gd name="connsiteY418" fmla="*/ 6858000 h 6858000"/>
              <a:gd name="connsiteX419" fmla="*/ 1143180 w 7467600"/>
              <a:gd name="connsiteY419" fmla="*/ 6858000 h 6858000"/>
              <a:gd name="connsiteX420" fmla="*/ 1142176 w 7467600"/>
              <a:gd name="connsiteY420" fmla="*/ 6766045 h 6858000"/>
              <a:gd name="connsiteX421" fmla="*/ 1067484 w 7467600"/>
              <a:gd name="connsiteY421" fmla="*/ 6858000 h 6858000"/>
              <a:gd name="connsiteX422" fmla="*/ 953928 w 7467600"/>
              <a:gd name="connsiteY422" fmla="*/ 6858000 h 6858000"/>
              <a:gd name="connsiteX423" fmla="*/ 959715 w 7467600"/>
              <a:gd name="connsiteY423" fmla="*/ 6850185 h 6858000"/>
              <a:gd name="connsiteX424" fmla="*/ 1483788 w 7467600"/>
              <a:gd name="connsiteY424" fmla="*/ 6259174 h 6858000"/>
              <a:gd name="connsiteX425" fmla="*/ 1100671 w 7467600"/>
              <a:gd name="connsiteY425" fmla="*/ 6252137 h 6858000"/>
              <a:gd name="connsiteX426" fmla="*/ 1090144 w 7467600"/>
              <a:gd name="connsiteY426" fmla="*/ 6256748 h 6858000"/>
              <a:gd name="connsiteX427" fmla="*/ 1095872 w 7467600"/>
              <a:gd name="connsiteY427" fmla="*/ 6271892 h 6858000"/>
              <a:gd name="connsiteX428" fmla="*/ 262785 w 7467600"/>
              <a:gd name="connsiteY428" fmla="*/ 6845450 h 6858000"/>
              <a:gd name="connsiteX429" fmla="*/ 209968 w 7467600"/>
              <a:gd name="connsiteY429" fmla="*/ 6770713 h 6858000"/>
              <a:gd name="connsiteX430" fmla="*/ 873460 w 7467600"/>
              <a:gd name="connsiteY430" fmla="*/ 6253768 h 6858000"/>
              <a:gd name="connsiteX431" fmla="*/ 192686 w 7467600"/>
              <a:gd name="connsiteY431" fmla="*/ 5849257 h 6858000"/>
              <a:gd name="connsiteX432" fmla="*/ 4696 w 7467600"/>
              <a:gd name="connsiteY432" fmla="*/ 5697668 h 6858000"/>
              <a:gd name="connsiteX433" fmla="*/ 0 w 7467600"/>
              <a:gd name="connsiteY433" fmla="*/ 5689984 h 6858000"/>
              <a:gd name="connsiteX434" fmla="*/ 0 w 7467600"/>
              <a:gd name="connsiteY434" fmla="*/ 5513472 h 6858000"/>
              <a:gd name="connsiteX435" fmla="*/ 174101 w 7467600"/>
              <a:gd name="connsiteY435" fmla="*/ 5620277 h 6858000"/>
              <a:gd name="connsiteX436" fmla="*/ 891800 w 7467600"/>
              <a:gd name="connsiteY436" fmla="*/ 6036935 h 6858000"/>
              <a:gd name="connsiteX437" fmla="*/ 1072219 w 7467600"/>
              <a:gd name="connsiteY437" fmla="*/ 6169443 h 6858000"/>
              <a:gd name="connsiteX438" fmla="*/ 1074117 w 7467600"/>
              <a:gd name="connsiteY438" fmla="*/ 6170301 h 6858000"/>
              <a:gd name="connsiteX439" fmla="*/ 1083114 w 7467600"/>
              <a:gd name="connsiteY439" fmla="*/ 6174131 h 6858000"/>
              <a:gd name="connsiteX440" fmla="*/ 1543010 w 7467600"/>
              <a:gd name="connsiteY440" fmla="*/ 6191140 h 6858000"/>
              <a:gd name="connsiteX441" fmla="*/ 1551080 w 7467600"/>
              <a:gd name="connsiteY441" fmla="*/ 6195006 h 6858000"/>
              <a:gd name="connsiteX442" fmla="*/ 2345443 w 7467600"/>
              <a:gd name="connsiteY442" fmla="*/ 5549882 h 6858000"/>
              <a:gd name="connsiteX443" fmla="*/ 1721499 w 7467600"/>
              <a:gd name="connsiteY443" fmla="*/ 5599969 h 6858000"/>
              <a:gd name="connsiteX444" fmla="*/ 767716 w 7467600"/>
              <a:gd name="connsiteY444" fmla="*/ 5472768 h 6858000"/>
              <a:gd name="connsiteX445" fmla="*/ 722147 w 7467600"/>
              <a:gd name="connsiteY445" fmla="*/ 5393091 h 6858000"/>
              <a:gd name="connsiteX446" fmla="*/ 1485552 w 7467600"/>
              <a:gd name="connsiteY446" fmla="*/ 5313202 h 6858000"/>
              <a:gd name="connsiteX447" fmla="*/ 2143004 w 7467600"/>
              <a:gd name="connsiteY447" fmla="*/ 5402420 h 6858000"/>
              <a:gd name="connsiteX448" fmla="*/ 1933391 w 7467600"/>
              <a:gd name="connsiteY448" fmla="*/ 5156971 h 6858000"/>
              <a:gd name="connsiteX449" fmla="*/ 1827118 w 7467600"/>
              <a:gd name="connsiteY449" fmla="*/ 4968410 h 6858000"/>
              <a:gd name="connsiteX450" fmla="*/ 1837349 w 7467600"/>
              <a:gd name="connsiteY450" fmla="*/ 4956357 h 6858000"/>
              <a:gd name="connsiteX451" fmla="*/ 2162835 w 7467600"/>
              <a:gd name="connsiteY451" fmla="*/ 5187853 h 6858000"/>
              <a:gd name="connsiteX452" fmla="*/ 2257167 w 7467600"/>
              <a:gd name="connsiteY452" fmla="*/ 5462123 h 6858000"/>
              <a:gd name="connsiteX453" fmla="*/ 2261598 w 7467600"/>
              <a:gd name="connsiteY453" fmla="*/ 5467998 h 6858000"/>
              <a:gd name="connsiteX454" fmla="*/ 2437177 w 7467600"/>
              <a:gd name="connsiteY454" fmla="*/ 5479608 h 6858000"/>
              <a:gd name="connsiteX455" fmla="*/ 2445247 w 7467600"/>
              <a:gd name="connsiteY455" fmla="*/ 5483476 h 6858000"/>
              <a:gd name="connsiteX456" fmla="*/ 2743626 w 7467600"/>
              <a:gd name="connsiteY456" fmla="*/ 5304819 h 6858000"/>
              <a:gd name="connsiteX457" fmla="*/ 3048102 w 7467600"/>
              <a:gd name="connsiteY457" fmla="*/ 5150595 h 6858000"/>
              <a:gd name="connsiteX458" fmla="*/ 1799414 w 7467600"/>
              <a:gd name="connsiteY458" fmla="*/ 4694732 h 6858000"/>
              <a:gd name="connsiteX459" fmla="*/ 1771735 w 7467600"/>
              <a:gd name="connsiteY459" fmla="*/ 4619929 h 6858000"/>
              <a:gd name="connsiteX460" fmla="*/ 3104273 w 7467600"/>
              <a:gd name="connsiteY460" fmla="*/ 5076159 h 6858000"/>
              <a:gd name="connsiteX461" fmla="*/ 3113245 w 7467600"/>
              <a:gd name="connsiteY461" fmla="*/ 5090705 h 6858000"/>
              <a:gd name="connsiteX462" fmla="*/ 3126294 w 7467600"/>
              <a:gd name="connsiteY462" fmla="*/ 5114400 h 6858000"/>
              <a:gd name="connsiteX463" fmla="*/ 3937433 w 7467600"/>
              <a:gd name="connsiteY463" fmla="*/ 4830473 h 6858000"/>
              <a:gd name="connsiteX464" fmla="*/ 3590475 w 7467600"/>
              <a:gd name="connsiteY464" fmla="*/ 4597974 h 6858000"/>
              <a:gd name="connsiteX465" fmla="*/ 3100264 w 7467600"/>
              <a:gd name="connsiteY465" fmla="*/ 4579845 h 6858000"/>
              <a:gd name="connsiteX466" fmla="*/ 2183576 w 7467600"/>
              <a:gd name="connsiteY466" fmla="*/ 4227150 h 6858000"/>
              <a:gd name="connsiteX467" fmla="*/ 2151029 w 7467600"/>
              <a:gd name="connsiteY467" fmla="*/ 4146947 h 6858000"/>
              <a:gd name="connsiteX468" fmla="*/ 3563434 w 7467600"/>
              <a:gd name="connsiteY468" fmla="*/ 4469115 h 6858000"/>
              <a:gd name="connsiteX469" fmla="*/ 3177952 w 7467600"/>
              <a:gd name="connsiteY469" fmla="*/ 3657386 h 6858000"/>
              <a:gd name="connsiteX470" fmla="*/ 3189263 w 7467600"/>
              <a:gd name="connsiteY470" fmla="*/ 3625726 h 6858000"/>
              <a:gd name="connsiteX471" fmla="*/ 3560912 w 7467600"/>
              <a:gd name="connsiteY471" fmla="*/ 4079863 h 6858000"/>
              <a:gd name="connsiteX472" fmla="*/ 3626636 w 7467600"/>
              <a:gd name="connsiteY472" fmla="*/ 4512230 h 6858000"/>
              <a:gd name="connsiteX473" fmla="*/ 3653088 w 7467600"/>
              <a:gd name="connsiteY473" fmla="*/ 4521417 h 6858000"/>
              <a:gd name="connsiteX474" fmla="*/ 3988128 w 7467600"/>
              <a:gd name="connsiteY474" fmla="*/ 4817267 h 6858000"/>
              <a:gd name="connsiteX475" fmla="*/ 4830582 w 7467600"/>
              <a:gd name="connsiteY475" fmla="*/ 4676000 h 6858000"/>
              <a:gd name="connsiteX476" fmla="*/ 4830100 w 7467600"/>
              <a:gd name="connsiteY476" fmla="*/ 4675554 h 6858000"/>
              <a:gd name="connsiteX477" fmla="*/ 4036318 w 7467600"/>
              <a:gd name="connsiteY477" fmla="*/ 4147013 h 6858000"/>
              <a:gd name="connsiteX478" fmla="*/ 3432098 w 7467600"/>
              <a:gd name="connsiteY478" fmla="*/ 3537312 h 6858000"/>
              <a:gd name="connsiteX479" fmla="*/ 3446761 w 7467600"/>
              <a:gd name="connsiteY479" fmla="*/ 3461278 h 6858000"/>
              <a:gd name="connsiteX480" fmla="*/ 4419733 w 7467600"/>
              <a:gd name="connsiteY480" fmla="*/ 3963555 h 6858000"/>
              <a:gd name="connsiteX481" fmla="*/ 4781371 w 7467600"/>
              <a:gd name="connsiteY481" fmla="*/ 4458604 h 6858000"/>
              <a:gd name="connsiteX482" fmla="*/ 4780440 w 7467600"/>
              <a:gd name="connsiteY482" fmla="*/ 4470290 h 6858000"/>
              <a:gd name="connsiteX483" fmla="*/ 4898954 w 7467600"/>
              <a:gd name="connsiteY483" fmla="*/ 4662092 h 6858000"/>
              <a:gd name="connsiteX484" fmla="*/ 4900699 w 7467600"/>
              <a:gd name="connsiteY484" fmla="*/ 4670867 h 6858000"/>
              <a:gd name="connsiteX485" fmla="*/ 5714511 w 7467600"/>
              <a:gd name="connsiteY485" fmla="*/ 4663483 h 6858000"/>
              <a:gd name="connsiteX486" fmla="*/ 5464793 w 7467600"/>
              <a:gd name="connsiteY486" fmla="*/ 4393556 h 6858000"/>
              <a:gd name="connsiteX487" fmla="*/ 5461897 w 7467600"/>
              <a:gd name="connsiteY487" fmla="*/ 4390879 h 6858000"/>
              <a:gd name="connsiteX488" fmla="*/ 4294126 w 7467600"/>
              <a:gd name="connsiteY488" fmla="*/ 3303048 h 6858000"/>
              <a:gd name="connsiteX489" fmla="*/ 4305321 w 7467600"/>
              <a:gd name="connsiteY489" fmla="*/ 3256953 h 6858000"/>
              <a:gd name="connsiteX490" fmla="*/ 4949299 w 7467600"/>
              <a:gd name="connsiteY490" fmla="*/ 3766336 h 6858000"/>
              <a:gd name="connsiteX491" fmla="*/ 5291452 w 7467600"/>
              <a:gd name="connsiteY491" fmla="*/ 4076801 h 6858000"/>
              <a:gd name="connsiteX492" fmla="*/ 5434998 w 7467600"/>
              <a:gd name="connsiteY492" fmla="*/ 4254100 h 6858000"/>
              <a:gd name="connsiteX493" fmla="*/ 5351015 w 7467600"/>
              <a:gd name="connsiteY493" fmla="*/ 3760989 h 6858000"/>
              <a:gd name="connsiteX494" fmla="*/ 5413780 w 7467600"/>
              <a:gd name="connsiteY494" fmla="*/ 2966265 h 6858000"/>
              <a:gd name="connsiteX495" fmla="*/ 5425627 w 7467600"/>
              <a:gd name="connsiteY495" fmla="*/ 2954192 h 6858000"/>
              <a:gd name="connsiteX496" fmla="*/ 6604735 w 7467600"/>
              <a:gd name="connsiteY496" fmla="*/ 2041381 h 6858000"/>
              <a:gd name="connsiteX497" fmla="*/ 7204487 w 7467600"/>
              <a:gd name="connsiteY497" fmla="*/ 2742112 h 6858000"/>
              <a:gd name="connsiteX498" fmla="*/ 7131592 w 7467600"/>
              <a:gd name="connsiteY498" fmla="*/ 2672096 h 6858000"/>
              <a:gd name="connsiteX499" fmla="*/ 6996344 w 7467600"/>
              <a:gd name="connsiteY499" fmla="*/ 2518310 h 6858000"/>
              <a:gd name="connsiteX500" fmla="*/ 6735495 w 7467600"/>
              <a:gd name="connsiteY500" fmla="*/ 2196890 h 6858000"/>
              <a:gd name="connsiteX501" fmla="*/ 6721901 w 7467600"/>
              <a:gd name="connsiteY501" fmla="*/ 2179274 h 6858000"/>
              <a:gd name="connsiteX502" fmla="*/ 6604735 w 7467600"/>
              <a:gd name="connsiteY502" fmla="*/ 2041381 h 6858000"/>
              <a:gd name="connsiteX503" fmla="*/ 6591670 w 7467600"/>
              <a:gd name="connsiteY503" fmla="*/ 1988277 h 6858000"/>
              <a:gd name="connsiteX504" fmla="*/ 6747349 w 7467600"/>
              <a:gd name="connsiteY504" fmla="*/ 2160069 h 6858000"/>
              <a:gd name="connsiteX505" fmla="*/ 6760943 w 7467600"/>
              <a:gd name="connsiteY505" fmla="*/ 2177686 h 6858000"/>
              <a:gd name="connsiteX506" fmla="*/ 7021065 w 7467600"/>
              <a:gd name="connsiteY506" fmla="*/ 2498102 h 6858000"/>
              <a:gd name="connsiteX507" fmla="*/ 7155223 w 7467600"/>
              <a:gd name="connsiteY507" fmla="*/ 2650386 h 6858000"/>
              <a:gd name="connsiteX508" fmla="*/ 7203167 w 7467600"/>
              <a:gd name="connsiteY508" fmla="*/ 2697288 h 6858000"/>
              <a:gd name="connsiteX509" fmla="*/ 6937703 w 7467600"/>
              <a:gd name="connsiteY509" fmla="*/ 2321981 h 6858000"/>
              <a:gd name="connsiteX510" fmla="*/ 6591670 w 7467600"/>
              <a:gd name="connsiteY510" fmla="*/ 1988277 h 6858000"/>
              <a:gd name="connsiteX511" fmla="*/ 5798671 w 7467600"/>
              <a:gd name="connsiteY511" fmla="*/ 1981601 h 6858000"/>
              <a:gd name="connsiteX512" fmla="*/ 5754709 w 7467600"/>
              <a:gd name="connsiteY512" fmla="*/ 2071454 h 6858000"/>
              <a:gd name="connsiteX513" fmla="*/ 5763044 w 7467600"/>
              <a:gd name="connsiteY513" fmla="*/ 2842206 h 6858000"/>
              <a:gd name="connsiteX514" fmla="*/ 5764974 w 7467600"/>
              <a:gd name="connsiteY514" fmla="*/ 2799609 h 6858000"/>
              <a:gd name="connsiteX515" fmla="*/ 5767665 w 7467600"/>
              <a:gd name="connsiteY515" fmla="*/ 2666409 h 6858000"/>
              <a:gd name="connsiteX516" fmla="*/ 5763055 w 7467600"/>
              <a:gd name="connsiteY516" fmla="*/ 2579705 h 6858000"/>
              <a:gd name="connsiteX517" fmla="*/ 5758079 w 7467600"/>
              <a:gd name="connsiteY517" fmla="*/ 2492508 h 6858000"/>
              <a:gd name="connsiteX518" fmla="*/ 5779325 w 7467600"/>
              <a:gd name="connsiteY518" fmla="*/ 2197069 h 6858000"/>
              <a:gd name="connsiteX519" fmla="*/ 5798671 w 7467600"/>
              <a:gd name="connsiteY519" fmla="*/ 1981601 h 6858000"/>
              <a:gd name="connsiteX520" fmla="*/ 5829202 w 7467600"/>
              <a:gd name="connsiteY520" fmla="*/ 1971679 h 6858000"/>
              <a:gd name="connsiteX521" fmla="*/ 5809558 w 7467600"/>
              <a:gd name="connsiteY521" fmla="*/ 2198043 h 6858000"/>
              <a:gd name="connsiteX522" fmla="*/ 5788653 w 7467600"/>
              <a:gd name="connsiteY522" fmla="*/ 2489430 h 6858000"/>
              <a:gd name="connsiteX523" fmla="*/ 5793439 w 7467600"/>
              <a:gd name="connsiteY523" fmla="*/ 2575235 h 6858000"/>
              <a:gd name="connsiteX524" fmla="*/ 5796837 w 7467600"/>
              <a:gd name="connsiteY524" fmla="*/ 2637633 h 6858000"/>
              <a:gd name="connsiteX525" fmla="*/ 5818614 w 7467600"/>
              <a:gd name="connsiteY525" fmla="*/ 2473055 h 6858000"/>
              <a:gd name="connsiteX526" fmla="*/ 5829202 w 7467600"/>
              <a:gd name="connsiteY526" fmla="*/ 1971679 h 6858000"/>
              <a:gd name="connsiteX527" fmla="*/ 5911389 w 7467600"/>
              <a:gd name="connsiteY527" fmla="*/ 1898371 h 6858000"/>
              <a:gd name="connsiteX528" fmla="*/ 6237627 w 7467600"/>
              <a:gd name="connsiteY528" fmla="*/ 2231921 h 6858000"/>
              <a:gd name="connsiteX529" fmla="*/ 5911389 w 7467600"/>
              <a:gd name="connsiteY529" fmla="*/ 1898371 h 6858000"/>
              <a:gd name="connsiteX530" fmla="*/ 6944437 w 7467600"/>
              <a:gd name="connsiteY530" fmla="*/ 1575402 h 6858000"/>
              <a:gd name="connsiteX531" fmla="*/ 6304730 w 7467600"/>
              <a:gd name="connsiteY531" fmla="*/ 1766654 h 6858000"/>
              <a:gd name="connsiteX532" fmla="*/ 6944437 w 7467600"/>
              <a:gd name="connsiteY532" fmla="*/ 1575402 h 6858000"/>
              <a:gd name="connsiteX533" fmla="*/ 7019523 w 7467600"/>
              <a:gd name="connsiteY533" fmla="*/ 1519450 h 6858000"/>
              <a:gd name="connsiteX534" fmla="*/ 6298091 w 7467600"/>
              <a:gd name="connsiteY534" fmla="*/ 1737122 h 6858000"/>
              <a:gd name="connsiteX535" fmla="*/ 7019523 w 7467600"/>
              <a:gd name="connsiteY535" fmla="*/ 1519450 h 6858000"/>
              <a:gd name="connsiteX536" fmla="*/ 2399523 w 7467600"/>
              <a:gd name="connsiteY536" fmla="*/ 1428234 h 6858000"/>
              <a:gd name="connsiteX537" fmla="*/ 2224982 w 7467600"/>
              <a:gd name="connsiteY537" fmla="*/ 1826201 h 6858000"/>
              <a:gd name="connsiteX538" fmla="*/ 2096099 w 7467600"/>
              <a:gd name="connsiteY538" fmla="*/ 2345900 h 6858000"/>
              <a:gd name="connsiteX539" fmla="*/ 2283317 w 7467600"/>
              <a:gd name="connsiteY539" fmla="*/ 1796925 h 6858000"/>
              <a:gd name="connsiteX540" fmla="*/ 2399523 w 7467600"/>
              <a:gd name="connsiteY540" fmla="*/ 1428234 h 6858000"/>
              <a:gd name="connsiteX541" fmla="*/ 2448558 w 7467600"/>
              <a:gd name="connsiteY541" fmla="*/ 1373435 h 6858000"/>
              <a:gd name="connsiteX542" fmla="*/ 2312521 w 7467600"/>
              <a:gd name="connsiteY542" fmla="*/ 1806140 h 6858000"/>
              <a:gd name="connsiteX543" fmla="*/ 2127533 w 7467600"/>
              <a:gd name="connsiteY543" fmla="*/ 2348380 h 6858000"/>
              <a:gd name="connsiteX544" fmla="*/ 2358080 w 7467600"/>
              <a:gd name="connsiteY544" fmla="*/ 1866134 h 6858000"/>
              <a:gd name="connsiteX545" fmla="*/ 2407436 w 7467600"/>
              <a:gd name="connsiteY545" fmla="*/ 1651070 h 6858000"/>
              <a:gd name="connsiteX546" fmla="*/ 2448558 w 7467600"/>
              <a:gd name="connsiteY546" fmla="*/ 1373435 h 6858000"/>
              <a:gd name="connsiteX547" fmla="*/ 278707 w 7467600"/>
              <a:gd name="connsiteY547" fmla="*/ 1352270 h 6858000"/>
              <a:gd name="connsiteX548" fmla="*/ 321570 w 7467600"/>
              <a:gd name="connsiteY548" fmla="*/ 1861610 h 6858000"/>
              <a:gd name="connsiteX549" fmla="*/ 294281 w 7467600"/>
              <a:gd name="connsiteY549" fmla="*/ 1440658 h 6858000"/>
              <a:gd name="connsiteX550" fmla="*/ 278707 w 7467600"/>
              <a:gd name="connsiteY550" fmla="*/ 1352270 h 6858000"/>
              <a:gd name="connsiteX551" fmla="*/ 1423821 w 7467600"/>
              <a:gd name="connsiteY551" fmla="*/ 1351958 h 6858000"/>
              <a:gd name="connsiteX552" fmla="*/ 1638521 w 7467600"/>
              <a:gd name="connsiteY552" fmla="*/ 1908470 h 6858000"/>
              <a:gd name="connsiteX553" fmla="*/ 1754199 w 7467600"/>
              <a:gd name="connsiteY553" fmla="*/ 2149284 h 6858000"/>
              <a:gd name="connsiteX554" fmla="*/ 1908359 w 7467600"/>
              <a:gd name="connsiteY554" fmla="*/ 2364988 h 6858000"/>
              <a:gd name="connsiteX555" fmla="*/ 1647661 w 7467600"/>
              <a:gd name="connsiteY555" fmla="*/ 1825945 h 6858000"/>
              <a:gd name="connsiteX556" fmla="*/ 1423821 w 7467600"/>
              <a:gd name="connsiteY556" fmla="*/ 1351958 h 6858000"/>
              <a:gd name="connsiteX557" fmla="*/ 1431890 w 7467600"/>
              <a:gd name="connsiteY557" fmla="*/ 1306475 h 6858000"/>
              <a:gd name="connsiteX558" fmla="*/ 1507597 w 7467600"/>
              <a:gd name="connsiteY558" fmla="*/ 1446132 h 6858000"/>
              <a:gd name="connsiteX559" fmla="*/ 1674586 w 7467600"/>
              <a:gd name="connsiteY559" fmla="*/ 1813832 h 6858000"/>
              <a:gd name="connsiteX560" fmla="*/ 1815950 w 7467600"/>
              <a:gd name="connsiteY560" fmla="*/ 2128564 h 6858000"/>
              <a:gd name="connsiteX561" fmla="*/ 1984242 w 7467600"/>
              <a:gd name="connsiteY561" fmla="*/ 2430829 h 6858000"/>
              <a:gd name="connsiteX562" fmla="*/ 2014023 w 7467600"/>
              <a:gd name="connsiteY562" fmla="*/ 2450995 h 6858000"/>
              <a:gd name="connsiteX563" fmla="*/ 1747337 w 7467600"/>
              <a:gd name="connsiteY563" fmla="*/ 1855264 h 6858000"/>
              <a:gd name="connsiteX564" fmla="*/ 1533749 w 7467600"/>
              <a:gd name="connsiteY564" fmla="*/ 1478656 h 6858000"/>
              <a:gd name="connsiteX565" fmla="*/ 1431890 w 7467600"/>
              <a:gd name="connsiteY565" fmla="*/ 1306475 h 6858000"/>
              <a:gd name="connsiteX566" fmla="*/ 5052692 w 7467600"/>
              <a:gd name="connsiteY566" fmla="*/ 1292994 h 6858000"/>
              <a:gd name="connsiteX567" fmla="*/ 5200661 w 7467600"/>
              <a:gd name="connsiteY567" fmla="*/ 1635186 h 6858000"/>
              <a:gd name="connsiteX568" fmla="*/ 5297138 w 7467600"/>
              <a:gd name="connsiteY568" fmla="*/ 1906351 h 6858000"/>
              <a:gd name="connsiteX569" fmla="*/ 5052692 w 7467600"/>
              <a:gd name="connsiteY569" fmla="*/ 1292994 h 6858000"/>
              <a:gd name="connsiteX570" fmla="*/ 5009948 w 7467600"/>
              <a:gd name="connsiteY570" fmla="*/ 1273619 h 6858000"/>
              <a:gd name="connsiteX571" fmla="*/ 5121777 w 7467600"/>
              <a:gd name="connsiteY571" fmla="*/ 1654213 h 6858000"/>
              <a:gd name="connsiteX572" fmla="*/ 5293545 w 7467600"/>
              <a:gd name="connsiteY572" fmla="*/ 2072247 h 6858000"/>
              <a:gd name="connsiteX573" fmla="*/ 5294042 w 7467600"/>
              <a:gd name="connsiteY573" fmla="*/ 2065019 h 6858000"/>
              <a:gd name="connsiteX574" fmla="*/ 5171936 w 7467600"/>
              <a:gd name="connsiteY574" fmla="*/ 1647613 h 6858000"/>
              <a:gd name="connsiteX575" fmla="*/ 5009948 w 7467600"/>
              <a:gd name="connsiteY575" fmla="*/ 1273619 h 6858000"/>
              <a:gd name="connsiteX576" fmla="*/ 655236 w 7467600"/>
              <a:gd name="connsiteY576" fmla="*/ 1268632 h 6858000"/>
              <a:gd name="connsiteX577" fmla="*/ 839521 w 7467600"/>
              <a:gd name="connsiteY577" fmla="*/ 1685315 h 6858000"/>
              <a:gd name="connsiteX578" fmla="*/ 1109416 w 7467600"/>
              <a:gd name="connsiteY578" fmla="*/ 2061663 h 6858000"/>
              <a:gd name="connsiteX579" fmla="*/ 1298300 w 7467600"/>
              <a:gd name="connsiteY579" fmla="*/ 2247742 h 6858000"/>
              <a:gd name="connsiteX580" fmla="*/ 1125871 w 7467600"/>
              <a:gd name="connsiteY580" fmla="*/ 1989513 h 6858000"/>
              <a:gd name="connsiteX581" fmla="*/ 981574 w 7467600"/>
              <a:gd name="connsiteY581" fmla="*/ 1783157 h 6858000"/>
              <a:gd name="connsiteX582" fmla="*/ 922198 w 7467600"/>
              <a:gd name="connsiteY582" fmla="*/ 1677437 h 6858000"/>
              <a:gd name="connsiteX583" fmla="*/ 869293 w 7467600"/>
              <a:gd name="connsiteY583" fmla="*/ 1583214 h 6858000"/>
              <a:gd name="connsiteX584" fmla="*/ 751431 w 7467600"/>
              <a:gd name="connsiteY584" fmla="*/ 1405731 h 6858000"/>
              <a:gd name="connsiteX585" fmla="*/ 655236 w 7467600"/>
              <a:gd name="connsiteY585" fmla="*/ 1268632 h 6858000"/>
              <a:gd name="connsiteX586" fmla="*/ 6516292 w 7467600"/>
              <a:gd name="connsiteY586" fmla="*/ 1263064 h 6858000"/>
              <a:gd name="connsiteX587" fmla="*/ 5736320 w 7467600"/>
              <a:gd name="connsiteY587" fmla="*/ 1501803 h 6858000"/>
              <a:gd name="connsiteX588" fmla="*/ 6516292 w 7467600"/>
              <a:gd name="connsiteY588" fmla="*/ 1263064 h 6858000"/>
              <a:gd name="connsiteX589" fmla="*/ 291466 w 7467600"/>
              <a:gd name="connsiteY589" fmla="*/ 1250369 h 6858000"/>
              <a:gd name="connsiteX590" fmla="*/ 323180 w 7467600"/>
              <a:gd name="connsiteY590" fmla="*/ 1435283 h 6858000"/>
              <a:gd name="connsiteX591" fmla="*/ 349381 w 7467600"/>
              <a:gd name="connsiteY591" fmla="*/ 1875041 h 6858000"/>
              <a:gd name="connsiteX592" fmla="*/ 374363 w 7467600"/>
              <a:gd name="connsiteY592" fmla="*/ 1506494 h 6858000"/>
              <a:gd name="connsiteX593" fmla="*/ 302168 w 7467600"/>
              <a:gd name="connsiteY593" fmla="*/ 1274495 h 6858000"/>
              <a:gd name="connsiteX594" fmla="*/ 291466 w 7467600"/>
              <a:gd name="connsiteY594" fmla="*/ 1250369 h 6858000"/>
              <a:gd name="connsiteX595" fmla="*/ 678222 w 7467600"/>
              <a:gd name="connsiteY595" fmla="*/ 1248670 h 6858000"/>
              <a:gd name="connsiteX596" fmla="*/ 775536 w 7467600"/>
              <a:gd name="connsiteY596" fmla="*/ 1388015 h 6858000"/>
              <a:gd name="connsiteX597" fmla="*/ 894529 w 7467600"/>
              <a:gd name="connsiteY597" fmla="*/ 1567739 h 6858000"/>
              <a:gd name="connsiteX598" fmla="*/ 948000 w 7467600"/>
              <a:gd name="connsiteY598" fmla="*/ 1663088 h 6858000"/>
              <a:gd name="connsiteX599" fmla="*/ 1006812 w 7467600"/>
              <a:gd name="connsiteY599" fmla="*/ 1767683 h 6858000"/>
              <a:gd name="connsiteX600" fmla="*/ 1149133 w 7467600"/>
              <a:gd name="connsiteY600" fmla="*/ 1971513 h 6858000"/>
              <a:gd name="connsiteX601" fmla="*/ 1333952 w 7467600"/>
              <a:gd name="connsiteY601" fmla="*/ 2251620 h 6858000"/>
              <a:gd name="connsiteX602" fmla="*/ 1337329 w 7467600"/>
              <a:gd name="connsiteY602" fmla="*/ 2258350 h 6858000"/>
              <a:gd name="connsiteX603" fmla="*/ 1014726 w 7467600"/>
              <a:gd name="connsiteY603" fmla="*/ 1615556 h 6858000"/>
              <a:gd name="connsiteX604" fmla="*/ 678222 w 7467600"/>
              <a:gd name="connsiteY604" fmla="*/ 1248670 h 6858000"/>
              <a:gd name="connsiteX605" fmla="*/ 6691602 w 7467600"/>
              <a:gd name="connsiteY605" fmla="*/ 1140573 h 6858000"/>
              <a:gd name="connsiteX606" fmla="*/ 6571100 w 7467600"/>
              <a:gd name="connsiteY606" fmla="*/ 1183662 h 6858000"/>
              <a:gd name="connsiteX607" fmla="*/ 6241687 w 7467600"/>
              <a:gd name="connsiteY607" fmla="*/ 1257600 h 6858000"/>
              <a:gd name="connsiteX608" fmla="*/ 5693009 w 7467600"/>
              <a:gd name="connsiteY608" fmla="*/ 1478256 h 6858000"/>
              <a:gd name="connsiteX609" fmla="*/ 6548420 w 7467600"/>
              <a:gd name="connsiteY609" fmla="*/ 1214599 h 6858000"/>
              <a:gd name="connsiteX610" fmla="*/ 6605473 w 7467600"/>
              <a:gd name="connsiteY610" fmla="*/ 1184686 h 6858000"/>
              <a:gd name="connsiteX611" fmla="*/ 6691602 w 7467600"/>
              <a:gd name="connsiteY611" fmla="*/ 1140573 h 6858000"/>
              <a:gd name="connsiteX612" fmla="*/ 4002475 w 7467600"/>
              <a:gd name="connsiteY612" fmla="*/ 1037802 h 6858000"/>
              <a:gd name="connsiteX613" fmla="*/ 4000324 w 7467600"/>
              <a:gd name="connsiteY613" fmla="*/ 1039362 h 6858000"/>
              <a:gd name="connsiteX614" fmla="*/ 4002862 w 7467600"/>
              <a:gd name="connsiteY614" fmla="*/ 1042866 h 6858000"/>
              <a:gd name="connsiteX615" fmla="*/ 4002475 w 7467600"/>
              <a:gd name="connsiteY615" fmla="*/ 1037802 h 6858000"/>
              <a:gd name="connsiteX616" fmla="*/ 506322 w 7467600"/>
              <a:gd name="connsiteY616" fmla="*/ 1020997 h 6858000"/>
              <a:gd name="connsiteX617" fmla="*/ 533068 w 7467600"/>
              <a:gd name="connsiteY617" fmla="*/ 1029409 h 6858000"/>
              <a:gd name="connsiteX618" fmla="*/ 1232525 w 7467600"/>
              <a:gd name="connsiteY618" fmla="*/ 1804675 h 6858000"/>
              <a:gd name="connsiteX619" fmla="*/ 1388858 w 7467600"/>
              <a:gd name="connsiteY619" fmla="*/ 2368011 h 6858000"/>
              <a:gd name="connsiteX620" fmla="*/ 1384098 w 7467600"/>
              <a:gd name="connsiteY620" fmla="*/ 2378125 h 6858000"/>
              <a:gd name="connsiteX621" fmla="*/ 1425393 w 7467600"/>
              <a:gd name="connsiteY621" fmla="*/ 2589124 h 6858000"/>
              <a:gd name="connsiteX622" fmla="*/ 1424001 w 7467600"/>
              <a:gd name="connsiteY622" fmla="*/ 2597541 h 6858000"/>
              <a:gd name="connsiteX623" fmla="*/ 2152729 w 7467600"/>
              <a:gd name="connsiteY623" fmla="*/ 2864487 h 6858000"/>
              <a:gd name="connsiteX624" fmla="*/ 2020609 w 7467600"/>
              <a:gd name="connsiteY624" fmla="*/ 2539671 h 6858000"/>
              <a:gd name="connsiteX625" fmla="*/ 2018920 w 7467600"/>
              <a:gd name="connsiteY625" fmla="*/ 2536309 h 6858000"/>
              <a:gd name="connsiteX626" fmla="*/ 1342441 w 7467600"/>
              <a:gd name="connsiteY626" fmla="*/ 1173017 h 6858000"/>
              <a:gd name="connsiteX627" fmla="*/ 1367925 w 7467600"/>
              <a:gd name="connsiteY627" fmla="*/ 1135648 h 6858000"/>
              <a:gd name="connsiteX628" fmla="*/ 1771401 w 7467600"/>
              <a:gd name="connsiteY628" fmla="*/ 1806673 h 6858000"/>
              <a:gd name="connsiteX629" fmla="*/ 1972385 w 7467600"/>
              <a:gd name="connsiteY629" fmla="*/ 2198735 h 6858000"/>
              <a:gd name="connsiteX630" fmla="*/ 2040892 w 7467600"/>
              <a:gd name="connsiteY630" fmla="*/ 2405205 h 6858000"/>
              <a:gd name="connsiteX631" fmla="*/ 2131689 w 7467600"/>
              <a:gd name="connsiteY631" fmla="*/ 1936926 h 6858000"/>
              <a:gd name="connsiteX632" fmla="*/ 2454820 w 7467600"/>
              <a:gd name="connsiteY632" fmla="*/ 1248808 h 6858000"/>
              <a:gd name="connsiteX633" fmla="*/ 2492512 w 7467600"/>
              <a:gd name="connsiteY633" fmla="*/ 1302920 h 6858000"/>
              <a:gd name="connsiteX634" fmla="*/ 2081216 w 7467600"/>
              <a:gd name="connsiteY634" fmla="*/ 2527513 h 6858000"/>
              <a:gd name="connsiteX635" fmla="*/ 2081211 w 7467600"/>
              <a:gd name="connsiteY635" fmla="*/ 2528916 h 6858000"/>
              <a:gd name="connsiteX636" fmla="*/ 2199067 w 7467600"/>
              <a:gd name="connsiteY636" fmla="*/ 2884061 h 6858000"/>
              <a:gd name="connsiteX637" fmla="*/ 3192586 w 7467600"/>
              <a:gd name="connsiteY637" fmla="*/ 3411496 h 6858000"/>
              <a:gd name="connsiteX638" fmla="*/ 3182620 w 7467600"/>
              <a:gd name="connsiteY638" fmla="*/ 3483279 h 6858000"/>
              <a:gd name="connsiteX639" fmla="*/ 2435119 w 7467600"/>
              <a:gd name="connsiteY639" fmla="*/ 3080173 h 6858000"/>
              <a:gd name="connsiteX640" fmla="*/ 2410152 w 7467600"/>
              <a:gd name="connsiteY640" fmla="*/ 3063751 h 6858000"/>
              <a:gd name="connsiteX641" fmla="*/ 2408099 w 7467600"/>
              <a:gd name="connsiteY641" fmla="*/ 3064403 h 6858000"/>
              <a:gd name="connsiteX642" fmla="*/ 2407218 w 7467600"/>
              <a:gd name="connsiteY642" fmla="*/ 3070324 h 6858000"/>
              <a:gd name="connsiteX643" fmla="*/ 2380138 w 7467600"/>
              <a:gd name="connsiteY643" fmla="*/ 3099341 h 6858000"/>
              <a:gd name="connsiteX644" fmla="*/ 1765923 w 7467600"/>
              <a:gd name="connsiteY644" fmla="*/ 3581043 h 6858000"/>
              <a:gd name="connsiteX645" fmla="*/ 1702258 w 7467600"/>
              <a:gd name="connsiteY645" fmla="*/ 3612286 h 6858000"/>
              <a:gd name="connsiteX646" fmla="*/ 1538370 w 7467600"/>
              <a:gd name="connsiteY646" fmla="*/ 3811804 h 6858000"/>
              <a:gd name="connsiteX647" fmla="*/ 542867 w 7467600"/>
              <a:gd name="connsiteY647" fmla="*/ 4944092 h 6858000"/>
              <a:gd name="connsiteX648" fmla="*/ 515800 w 7467600"/>
              <a:gd name="connsiteY648" fmla="*/ 4862180 h 6858000"/>
              <a:gd name="connsiteX649" fmla="*/ 909145 w 7467600"/>
              <a:gd name="connsiteY649" fmla="*/ 4199225 h 6858000"/>
              <a:gd name="connsiteX650" fmla="*/ 1214067 w 7467600"/>
              <a:gd name="connsiteY650" fmla="*/ 3908561 h 6858000"/>
              <a:gd name="connsiteX651" fmla="*/ 640967 w 7467600"/>
              <a:gd name="connsiteY651" fmla="*/ 4105601 h 6858000"/>
              <a:gd name="connsiteX652" fmla="*/ 112563 w 7467600"/>
              <a:gd name="connsiteY652" fmla="*/ 4396952 h 6858000"/>
              <a:gd name="connsiteX653" fmla="*/ 0 w 7467600"/>
              <a:gd name="connsiteY653" fmla="*/ 4466006 h 6858000"/>
              <a:gd name="connsiteX654" fmla="*/ 0 w 7467600"/>
              <a:gd name="connsiteY654" fmla="*/ 4233763 h 6858000"/>
              <a:gd name="connsiteX655" fmla="*/ 36881 w 7467600"/>
              <a:gd name="connsiteY655" fmla="*/ 4200118 h 6858000"/>
              <a:gd name="connsiteX656" fmla="*/ 910534 w 7467600"/>
              <a:gd name="connsiteY656" fmla="*/ 3629753 h 6858000"/>
              <a:gd name="connsiteX657" fmla="*/ 1578717 w 7467600"/>
              <a:gd name="connsiteY657" fmla="*/ 3575982 h 6858000"/>
              <a:gd name="connsiteX658" fmla="*/ 2338780 w 7467600"/>
              <a:gd name="connsiteY658" fmla="*/ 3033725 h 6858000"/>
              <a:gd name="connsiteX659" fmla="*/ 1807991 w 7467600"/>
              <a:gd name="connsiteY659" fmla="*/ 2807184 h 6858000"/>
              <a:gd name="connsiteX660" fmla="*/ 1416358 w 7467600"/>
              <a:gd name="connsiteY660" fmla="*/ 3112571 h 6858000"/>
              <a:gd name="connsiteX661" fmla="*/ 939066 w 7467600"/>
              <a:gd name="connsiteY661" fmla="*/ 3378798 h 6858000"/>
              <a:gd name="connsiteX662" fmla="*/ 115099 w 7467600"/>
              <a:gd name="connsiteY662" fmla="*/ 3607650 h 6858000"/>
              <a:gd name="connsiteX663" fmla="*/ 97284 w 7467600"/>
              <a:gd name="connsiteY663" fmla="*/ 3520393 h 6858000"/>
              <a:gd name="connsiteX664" fmla="*/ 922050 w 7467600"/>
              <a:gd name="connsiteY664" fmla="*/ 3074867 h 6858000"/>
              <a:gd name="connsiteX665" fmla="*/ 1405265 w 7467600"/>
              <a:gd name="connsiteY665" fmla="*/ 3016319 h 6858000"/>
              <a:gd name="connsiteX666" fmla="*/ 1407512 w 7467600"/>
              <a:gd name="connsiteY666" fmla="*/ 3018001 h 6858000"/>
              <a:gd name="connsiteX667" fmla="*/ 1726266 w 7467600"/>
              <a:gd name="connsiteY667" fmla="*/ 2777274 h 6858000"/>
              <a:gd name="connsiteX668" fmla="*/ 625390 w 7467600"/>
              <a:gd name="connsiteY668" fmla="*/ 2514541 h 6858000"/>
              <a:gd name="connsiteX669" fmla="*/ 619799 w 7467600"/>
              <a:gd name="connsiteY669" fmla="*/ 2527180 h 6858000"/>
              <a:gd name="connsiteX670" fmla="*/ 310030 w 7467600"/>
              <a:gd name="connsiteY670" fmla="*/ 2771818 h 6858000"/>
              <a:gd name="connsiteX671" fmla="*/ 173877 w 7467600"/>
              <a:gd name="connsiteY671" fmla="*/ 2937056 h 6858000"/>
              <a:gd name="connsiteX672" fmla="*/ 77889 w 7467600"/>
              <a:gd name="connsiteY672" fmla="*/ 3138440 h 6858000"/>
              <a:gd name="connsiteX673" fmla="*/ 0 w 7467600"/>
              <a:gd name="connsiteY673" fmla="*/ 3271395 h 6858000"/>
              <a:gd name="connsiteX674" fmla="*/ 0 w 7467600"/>
              <a:gd name="connsiteY674" fmla="*/ 3153002 h 6858000"/>
              <a:gd name="connsiteX675" fmla="*/ 2386 w 7467600"/>
              <a:gd name="connsiteY675" fmla="*/ 3149203 h 6858000"/>
              <a:gd name="connsiteX676" fmla="*/ 89753 w 7467600"/>
              <a:gd name="connsiteY676" fmla="*/ 2987702 h 6858000"/>
              <a:gd name="connsiteX677" fmla="*/ 76869 w 7467600"/>
              <a:gd name="connsiteY677" fmla="*/ 3005404 h 6858000"/>
              <a:gd name="connsiteX678" fmla="*/ 32049 w 7467600"/>
              <a:gd name="connsiteY678" fmla="*/ 3065814 h 6858000"/>
              <a:gd name="connsiteX679" fmla="*/ 0 w 7467600"/>
              <a:gd name="connsiteY679" fmla="*/ 3108744 h 6858000"/>
              <a:gd name="connsiteX680" fmla="*/ 0 w 7467600"/>
              <a:gd name="connsiteY680" fmla="*/ 3058059 h 6858000"/>
              <a:gd name="connsiteX681" fmla="*/ 7610 w 7467600"/>
              <a:gd name="connsiteY681" fmla="*/ 3047889 h 6858000"/>
              <a:gd name="connsiteX682" fmla="*/ 52419 w 7467600"/>
              <a:gd name="connsiteY682" fmla="*/ 2987479 h 6858000"/>
              <a:gd name="connsiteX683" fmla="*/ 59142 w 7467600"/>
              <a:gd name="connsiteY683" fmla="*/ 2978488 h 6858000"/>
              <a:gd name="connsiteX684" fmla="*/ 0 w 7467600"/>
              <a:gd name="connsiteY684" fmla="*/ 3015334 h 6858000"/>
              <a:gd name="connsiteX685" fmla="*/ 0 w 7467600"/>
              <a:gd name="connsiteY685" fmla="*/ 2914286 h 6858000"/>
              <a:gd name="connsiteX686" fmla="*/ 36383 w 7467600"/>
              <a:gd name="connsiteY686" fmla="*/ 2901128 h 6858000"/>
              <a:gd name="connsiteX687" fmla="*/ 156329 w 7467600"/>
              <a:gd name="connsiteY687" fmla="*/ 2840533 h 6858000"/>
              <a:gd name="connsiteX688" fmla="*/ 358355 w 7467600"/>
              <a:gd name="connsiteY688" fmla="*/ 2620471 h 6858000"/>
              <a:gd name="connsiteX689" fmla="*/ 510577 w 7467600"/>
              <a:gd name="connsiteY689" fmla="*/ 2501244 h 6858000"/>
              <a:gd name="connsiteX690" fmla="*/ 211967 w 7467600"/>
              <a:gd name="connsiteY690" fmla="*/ 2479171 h 6858000"/>
              <a:gd name="connsiteX691" fmla="*/ 0 w 7467600"/>
              <a:gd name="connsiteY691" fmla="*/ 2476398 h 6858000"/>
              <a:gd name="connsiteX692" fmla="*/ 0 w 7467600"/>
              <a:gd name="connsiteY692" fmla="*/ 2389189 h 6858000"/>
              <a:gd name="connsiteX693" fmla="*/ 103062 w 7467600"/>
              <a:gd name="connsiteY693" fmla="*/ 2389518 h 6858000"/>
              <a:gd name="connsiteX694" fmla="*/ 510734 w 7467600"/>
              <a:gd name="connsiteY694" fmla="*/ 2416201 h 6858000"/>
              <a:gd name="connsiteX695" fmla="*/ 279257 w 7467600"/>
              <a:gd name="connsiteY695" fmla="*/ 2092102 h 6858000"/>
              <a:gd name="connsiteX696" fmla="*/ 65265 w 7467600"/>
              <a:gd name="connsiteY696" fmla="*/ 2006049 h 6858000"/>
              <a:gd name="connsiteX697" fmla="*/ 0 w 7467600"/>
              <a:gd name="connsiteY697" fmla="*/ 1982532 h 6858000"/>
              <a:gd name="connsiteX698" fmla="*/ 0 w 7467600"/>
              <a:gd name="connsiteY698" fmla="*/ 1912789 h 6858000"/>
              <a:gd name="connsiteX699" fmla="*/ 97460 w 7467600"/>
              <a:gd name="connsiteY699" fmla="*/ 1953725 h 6858000"/>
              <a:gd name="connsiteX700" fmla="*/ 221272 w 7467600"/>
              <a:gd name="connsiteY700" fmla="*/ 1980766 h 6858000"/>
              <a:gd name="connsiteX701" fmla="*/ 116765 w 7467600"/>
              <a:gd name="connsiteY701" fmla="*/ 1911033 h 6858000"/>
              <a:gd name="connsiteX702" fmla="*/ 16405 w 7467600"/>
              <a:gd name="connsiteY702" fmla="*/ 1803412 h 6858000"/>
              <a:gd name="connsiteX703" fmla="*/ 0 w 7467600"/>
              <a:gd name="connsiteY703" fmla="*/ 1784777 h 6858000"/>
              <a:gd name="connsiteX704" fmla="*/ 0 w 7467600"/>
              <a:gd name="connsiteY704" fmla="*/ 1740082 h 6858000"/>
              <a:gd name="connsiteX705" fmla="*/ 39394 w 7467600"/>
              <a:gd name="connsiteY705" fmla="*/ 1784856 h 6858000"/>
              <a:gd name="connsiteX706" fmla="*/ 135813 w 7467600"/>
              <a:gd name="connsiteY706" fmla="*/ 1888838 h 6858000"/>
              <a:gd name="connsiteX707" fmla="*/ 242575 w 7467600"/>
              <a:gd name="connsiteY707" fmla="*/ 1958841 h 6858000"/>
              <a:gd name="connsiteX708" fmla="*/ 82197 w 7467600"/>
              <a:gd name="connsiteY708" fmla="*/ 1754826 h 6858000"/>
              <a:gd name="connsiteX709" fmla="*/ 0 w 7467600"/>
              <a:gd name="connsiteY709" fmla="*/ 1679650 h 6858000"/>
              <a:gd name="connsiteX710" fmla="*/ 0 w 7467600"/>
              <a:gd name="connsiteY710" fmla="*/ 1602463 h 6858000"/>
              <a:gd name="connsiteX711" fmla="*/ 84689 w 7467600"/>
              <a:gd name="connsiteY711" fmla="*/ 1677442 h 6858000"/>
              <a:gd name="connsiteX712" fmla="*/ 298437 w 7467600"/>
              <a:gd name="connsiteY712" fmla="*/ 1968019 h 6858000"/>
              <a:gd name="connsiteX713" fmla="*/ 227269 w 7467600"/>
              <a:gd name="connsiteY713" fmla="*/ 1114064 h 6858000"/>
              <a:gd name="connsiteX714" fmla="*/ 248003 w 7467600"/>
              <a:gd name="connsiteY714" fmla="*/ 1089613 h 6858000"/>
              <a:gd name="connsiteX715" fmla="*/ 427020 w 7467600"/>
              <a:gd name="connsiteY715" fmla="*/ 1619803 h 6858000"/>
              <a:gd name="connsiteX716" fmla="*/ 340345 w 7467600"/>
              <a:gd name="connsiteY716" fmla="*/ 2027739 h 6858000"/>
              <a:gd name="connsiteX717" fmla="*/ 360865 w 7467600"/>
              <a:gd name="connsiteY717" fmla="*/ 2044827 h 6858000"/>
              <a:gd name="connsiteX718" fmla="*/ 560414 w 7467600"/>
              <a:gd name="connsiteY718" fmla="*/ 2421457 h 6858000"/>
              <a:gd name="connsiteX719" fmla="*/ 1359703 w 7467600"/>
              <a:gd name="connsiteY719" fmla="*/ 2578554 h 6858000"/>
              <a:gd name="connsiteX720" fmla="*/ 1359422 w 7467600"/>
              <a:gd name="connsiteY720" fmla="*/ 2577994 h 6858000"/>
              <a:gd name="connsiteX721" fmla="*/ 828701 w 7467600"/>
              <a:gd name="connsiteY721" fmla="*/ 1839520 h 6858000"/>
              <a:gd name="connsiteX722" fmla="*/ 494427 w 7467600"/>
              <a:gd name="connsiteY722" fmla="*/ 1092333 h 6858000"/>
              <a:gd name="connsiteX723" fmla="*/ 506322 w 7467600"/>
              <a:gd name="connsiteY723" fmla="*/ 1020997 h 6858000"/>
              <a:gd name="connsiteX724" fmla="*/ 4570198 w 7467600"/>
              <a:gd name="connsiteY724" fmla="*/ 978081 h 6858000"/>
              <a:gd name="connsiteX725" fmla="*/ 4523691 w 7467600"/>
              <a:gd name="connsiteY725" fmla="*/ 1127776 h 6858000"/>
              <a:gd name="connsiteX726" fmla="*/ 4509875 w 7467600"/>
              <a:gd name="connsiteY726" fmla="*/ 1167552 h 6858000"/>
              <a:gd name="connsiteX727" fmla="*/ 4478168 w 7467600"/>
              <a:gd name="connsiteY727" fmla="*/ 1260735 h 6858000"/>
              <a:gd name="connsiteX728" fmla="*/ 4409309 w 7467600"/>
              <a:gd name="connsiteY728" fmla="*/ 1666996 h 6858000"/>
              <a:gd name="connsiteX729" fmla="*/ 4370031 w 7467600"/>
              <a:gd name="connsiteY729" fmla="*/ 1955666 h 6858000"/>
              <a:gd name="connsiteX730" fmla="*/ 4570198 w 7467600"/>
              <a:gd name="connsiteY730" fmla="*/ 978081 h 6858000"/>
              <a:gd name="connsiteX731" fmla="*/ 4557898 w 7467600"/>
              <a:gd name="connsiteY731" fmla="*/ 900011 h 6858000"/>
              <a:gd name="connsiteX732" fmla="*/ 4344840 w 7467600"/>
              <a:gd name="connsiteY732" fmla="*/ 1922038 h 6858000"/>
              <a:gd name="connsiteX733" fmla="*/ 4378710 w 7467600"/>
              <a:gd name="connsiteY733" fmla="*/ 1665516 h 6858000"/>
              <a:gd name="connsiteX734" fmla="*/ 4448798 w 7467600"/>
              <a:gd name="connsiteY734" fmla="*/ 1253024 h 6858000"/>
              <a:gd name="connsiteX735" fmla="*/ 4480315 w 7467600"/>
              <a:gd name="connsiteY735" fmla="*/ 1158454 h 6858000"/>
              <a:gd name="connsiteX736" fmla="*/ 4494133 w 7467600"/>
              <a:gd name="connsiteY736" fmla="*/ 1118676 h 6858000"/>
              <a:gd name="connsiteX737" fmla="*/ 4557898 w 7467600"/>
              <a:gd name="connsiteY737" fmla="*/ 900011 h 6858000"/>
              <a:gd name="connsiteX738" fmla="*/ 5870151 w 7467600"/>
              <a:gd name="connsiteY738" fmla="*/ 898890 h 6858000"/>
              <a:gd name="connsiteX739" fmla="*/ 5861335 w 7467600"/>
              <a:gd name="connsiteY739" fmla="*/ 899177 h 6858000"/>
              <a:gd name="connsiteX740" fmla="*/ 5843702 w 7467600"/>
              <a:gd name="connsiteY740" fmla="*/ 899748 h 6858000"/>
              <a:gd name="connsiteX741" fmla="*/ 5651107 w 7467600"/>
              <a:gd name="connsiteY741" fmla="*/ 920306 h 6858000"/>
              <a:gd name="connsiteX742" fmla="*/ 5459407 w 7467600"/>
              <a:gd name="connsiteY742" fmla="*/ 940975 h 6858000"/>
              <a:gd name="connsiteX743" fmla="*/ 5374846 w 7467600"/>
              <a:gd name="connsiteY743" fmla="*/ 941988 h 6858000"/>
              <a:gd name="connsiteX744" fmla="*/ 5256105 w 7467600"/>
              <a:gd name="connsiteY744" fmla="*/ 945632 h 6858000"/>
              <a:gd name="connsiteX745" fmla="*/ 5107071 w 7467600"/>
              <a:gd name="connsiteY745" fmla="*/ 969720 h 6858000"/>
              <a:gd name="connsiteX746" fmla="*/ 4998681 w 7467600"/>
              <a:gd name="connsiteY746" fmla="*/ 988771 h 6858000"/>
              <a:gd name="connsiteX747" fmla="*/ 5870151 w 7467600"/>
              <a:gd name="connsiteY747" fmla="*/ 898890 h 6858000"/>
              <a:gd name="connsiteX748" fmla="*/ 5504425 w 7467600"/>
              <a:gd name="connsiteY748" fmla="*/ 848067 h 6858000"/>
              <a:gd name="connsiteX749" fmla="*/ 4968849 w 7467600"/>
              <a:gd name="connsiteY749" fmla="*/ 962318 h 6858000"/>
              <a:gd name="connsiteX750" fmla="*/ 5104039 w 7467600"/>
              <a:gd name="connsiteY750" fmla="*/ 940634 h 6858000"/>
              <a:gd name="connsiteX751" fmla="*/ 5256311 w 7467600"/>
              <a:gd name="connsiteY751" fmla="*/ 916490 h 6858000"/>
              <a:gd name="connsiteX752" fmla="*/ 5377381 w 7467600"/>
              <a:gd name="connsiteY752" fmla="*/ 912671 h 6858000"/>
              <a:gd name="connsiteX753" fmla="*/ 5460148 w 7467600"/>
              <a:gd name="connsiteY753" fmla="*/ 911442 h 6858000"/>
              <a:gd name="connsiteX754" fmla="*/ 5648971 w 7467600"/>
              <a:gd name="connsiteY754" fmla="*/ 891331 h 6858000"/>
              <a:gd name="connsiteX755" fmla="*/ 5844807 w 7467600"/>
              <a:gd name="connsiteY755" fmla="*/ 870718 h 6858000"/>
              <a:gd name="connsiteX756" fmla="*/ 5862975 w 7467600"/>
              <a:gd name="connsiteY756" fmla="*/ 869756 h 6858000"/>
              <a:gd name="connsiteX757" fmla="*/ 5920887 w 7467600"/>
              <a:gd name="connsiteY757" fmla="*/ 865929 h 6858000"/>
              <a:gd name="connsiteX758" fmla="*/ 5504425 w 7467600"/>
              <a:gd name="connsiteY758" fmla="*/ 848067 h 6858000"/>
              <a:gd name="connsiteX759" fmla="*/ 3607114 w 7467600"/>
              <a:gd name="connsiteY759" fmla="*/ 467441 h 6858000"/>
              <a:gd name="connsiteX760" fmla="*/ 3296242 w 7467600"/>
              <a:gd name="connsiteY760" fmla="*/ 807991 h 6858000"/>
              <a:gd name="connsiteX761" fmla="*/ 3174674 w 7467600"/>
              <a:gd name="connsiteY761" fmla="*/ 919759 h 6858000"/>
              <a:gd name="connsiteX762" fmla="*/ 3042978 w 7467600"/>
              <a:gd name="connsiteY762" fmla="*/ 1054894 h 6858000"/>
              <a:gd name="connsiteX763" fmla="*/ 2968914 w 7467600"/>
              <a:gd name="connsiteY763" fmla="*/ 1133756 h 6858000"/>
              <a:gd name="connsiteX764" fmla="*/ 3103823 w 7467600"/>
              <a:gd name="connsiteY764" fmla="*/ 1026814 h 6858000"/>
              <a:gd name="connsiteX765" fmla="*/ 3607114 w 7467600"/>
              <a:gd name="connsiteY765" fmla="*/ 467441 h 6858000"/>
              <a:gd name="connsiteX766" fmla="*/ 3744487 w 7467600"/>
              <a:gd name="connsiteY766" fmla="*/ 383136 h 6858000"/>
              <a:gd name="connsiteX767" fmla="*/ 3970213 w 7467600"/>
              <a:gd name="connsiteY767" fmla="*/ 995559 h 6858000"/>
              <a:gd name="connsiteX768" fmla="*/ 3744487 w 7467600"/>
              <a:gd name="connsiteY768" fmla="*/ 383136 h 6858000"/>
              <a:gd name="connsiteX769" fmla="*/ 3624562 w 7467600"/>
              <a:gd name="connsiteY769" fmla="*/ 367041 h 6858000"/>
              <a:gd name="connsiteX770" fmla="*/ 3489712 w 7467600"/>
              <a:gd name="connsiteY770" fmla="*/ 485386 h 6858000"/>
              <a:gd name="connsiteX771" fmla="*/ 3182994 w 7467600"/>
              <a:gd name="connsiteY771" fmla="*/ 828265 h 6858000"/>
              <a:gd name="connsiteX772" fmla="*/ 2892114 w 7467600"/>
              <a:gd name="connsiteY772" fmla="*/ 1172635 h 6858000"/>
              <a:gd name="connsiteX773" fmla="*/ 3021459 w 7467600"/>
              <a:gd name="connsiteY773" fmla="*/ 1035385 h 6858000"/>
              <a:gd name="connsiteX774" fmla="*/ 3153873 w 7467600"/>
              <a:gd name="connsiteY774" fmla="*/ 898971 h 6858000"/>
              <a:gd name="connsiteX775" fmla="*/ 3276511 w 7467600"/>
              <a:gd name="connsiteY775" fmla="*/ 786423 h 6858000"/>
              <a:gd name="connsiteX776" fmla="*/ 3584154 w 7467600"/>
              <a:gd name="connsiteY776" fmla="*/ 448218 h 6858000"/>
              <a:gd name="connsiteX777" fmla="*/ 3624562 w 7467600"/>
              <a:gd name="connsiteY777" fmla="*/ 367041 h 6858000"/>
              <a:gd name="connsiteX778" fmla="*/ 3766672 w 7467600"/>
              <a:gd name="connsiteY778" fmla="*/ 359429 h 6858000"/>
              <a:gd name="connsiteX779" fmla="*/ 3996338 w 7467600"/>
              <a:gd name="connsiteY779" fmla="*/ 968237 h 6858000"/>
              <a:gd name="connsiteX780" fmla="*/ 3766672 w 7467600"/>
              <a:gd name="connsiteY780" fmla="*/ 359429 h 6858000"/>
              <a:gd name="connsiteX781" fmla="*/ 5805386 w 7467600"/>
              <a:gd name="connsiteY781" fmla="*/ 239240 h 6858000"/>
              <a:gd name="connsiteX782" fmla="*/ 5736947 w 7467600"/>
              <a:gd name="connsiteY782" fmla="*/ 261367 h 6858000"/>
              <a:gd name="connsiteX783" fmla="*/ 5427012 w 7467600"/>
              <a:gd name="connsiteY783" fmla="*/ 311272 h 6858000"/>
              <a:gd name="connsiteX784" fmla="*/ 5147818 w 7467600"/>
              <a:gd name="connsiteY784" fmla="*/ 322112 h 6858000"/>
              <a:gd name="connsiteX785" fmla="*/ 5060854 w 7467600"/>
              <a:gd name="connsiteY785" fmla="*/ 311882 h 6858000"/>
              <a:gd name="connsiteX786" fmla="*/ 4945989 w 7467600"/>
              <a:gd name="connsiteY786" fmla="*/ 300516 h 6858000"/>
              <a:gd name="connsiteX787" fmla="*/ 5410479 w 7467600"/>
              <a:gd name="connsiteY787" fmla="*/ 348434 h 6858000"/>
              <a:gd name="connsiteX788" fmla="*/ 5805386 w 7467600"/>
              <a:gd name="connsiteY788" fmla="*/ 239240 h 6858000"/>
              <a:gd name="connsiteX789" fmla="*/ 5905192 w 7467600"/>
              <a:gd name="connsiteY789" fmla="*/ 163079 h 6858000"/>
              <a:gd name="connsiteX790" fmla="*/ 5865655 w 7467600"/>
              <a:gd name="connsiteY790" fmla="*/ 171901 h 6858000"/>
              <a:gd name="connsiteX791" fmla="*/ 5259740 w 7467600"/>
              <a:gd name="connsiteY791" fmla="*/ 257013 h 6858000"/>
              <a:gd name="connsiteX792" fmla="*/ 5208466 w 7467600"/>
              <a:gd name="connsiteY792" fmla="*/ 257550 h 6858000"/>
              <a:gd name="connsiteX793" fmla="*/ 4980204 w 7467600"/>
              <a:gd name="connsiteY793" fmla="*/ 271903 h 6858000"/>
              <a:gd name="connsiteX794" fmla="*/ 5068068 w 7467600"/>
              <a:gd name="connsiteY794" fmla="*/ 282244 h 6858000"/>
              <a:gd name="connsiteX795" fmla="*/ 5153231 w 7467600"/>
              <a:gd name="connsiteY795" fmla="*/ 292240 h 6858000"/>
              <a:gd name="connsiteX796" fmla="*/ 5426491 w 7467600"/>
              <a:gd name="connsiteY796" fmla="*/ 281128 h 6858000"/>
              <a:gd name="connsiteX797" fmla="*/ 5731212 w 7467600"/>
              <a:gd name="connsiteY797" fmla="*/ 231951 h 6858000"/>
              <a:gd name="connsiteX798" fmla="*/ 5905192 w 7467600"/>
              <a:gd name="connsiteY798" fmla="*/ 163079 h 6858000"/>
              <a:gd name="connsiteX799" fmla="*/ 5944437 w 7467600"/>
              <a:gd name="connsiteY799" fmla="*/ 113829 h 6858000"/>
              <a:gd name="connsiteX800" fmla="*/ 5825032 w 7467600"/>
              <a:gd name="connsiteY800" fmla="*/ 146405 h 6858000"/>
              <a:gd name="connsiteX801" fmla="*/ 4955599 w 7467600"/>
              <a:gd name="connsiteY801" fmla="*/ 247008 h 6858000"/>
              <a:gd name="connsiteX802" fmla="*/ 5210104 w 7467600"/>
              <a:gd name="connsiteY802" fmla="*/ 228123 h 6858000"/>
              <a:gd name="connsiteX803" fmla="*/ 5261015 w 7467600"/>
              <a:gd name="connsiteY803" fmla="*/ 227087 h 6858000"/>
              <a:gd name="connsiteX804" fmla="*/ 5861181 w 7467600"/>
              <a:gd name="connsiteY804" fmla="*/ 143093 h 6858000"/>
              <a:gd name="connsiteX805" fmla="*/ 5961252 w 7467600"/>
              <a:gd name="connsiteY805" fmla="*/ 114820 h 6858000"/>
              <a:gd name="connsiteX806" fmla="*/ 5944437 w 7467600"/>
              <a:gd name="connsiteY806" fmla="*/ 113829 h 6858000"/>
              <a:gd name="connsiteX807" fmla="*/ 3882765 w 7467600"/>
              <a:gd name="connsiteY807" fmla="*/ 0 h 6858000"/>
              <a:gd name="connsiteX808" fmla="*/ 3995099 w 7467600"/>
              <a:gd name="connsiteY808" fmla="*/ 0 h 6858000"/>
              <a:gd name="connsiteX809" fmla="*/ 4163818 w 7467600"/>
              <a:gd name="connsiteY809" fmla="*/ 234104 h 6858000"/>
              <a:gd name="connsiteX810" fmla="*/ 4172099 w 7467600"/>
              <a:gd name="connsiteY810" fmla="*/ 234207 h 6858000"/>
              <a:gd name="connsiteX811" fmla="*/ 4784282 w 7467600"/>
              <a:gd name="connsiteY811" fmla="*/ 276561 h 6858000"/>
              <a:gd name="connsiteX812" fmla="*/ 4801687 w 7467600"/>
              <a:gd name="connsiteY812" fmla="*/ 267764 h 6858000"/>
              <a:gd name="connsiteX813" fmla="*/ 6082788 w 7467600"/>
              <a:gd name="connsiteY813" fmla="*/ 64119 h 6858000"/>
              <a:gd name="connsiteX814" fmla="*/ 6099442 w 7467600"/>
              <a:gd name="connsiteY814" fmla="*/ 82568 h 6858000"/>
              <a:gd name="connsiteX815" fmla="*/ 4804137 w 7467600"/>
              <a:gd name="connsiteY815" fmla="*/ 320931 h 6858000"/>
              <a:gd name="connsiteX816" fmla="*/ 4227047 w 7467600"/>
              <a:gd name="connsiteY816" fmla="*/ 313415 h 6858000"/>
              <a:gd name="connsiteX817" fmla="*/ 4346041 w 7467600"/>
              <a:gd name="connsiteY817" fmla="*/ 456086 h 6858000"/>
              <a:gd name="connsiteX818" fmla="*/ 4870967 w 7467600"/>
              <a:gd name="connsiteY818" fmla="*/ 963061 h 6858000"/>
              <a:gd name="connsiteX819" fmla="*/ 4889647 w 7467600"/>
              <a:gd name="connsiteY819" fmla="*/ 957147 h 6858000"/>
              <a:gd name="connsiteX820" fmla="*/ 5422504 w 7467600"/>
              <a:gd name="connsiteY820" fmla="*/ 805191 h 6858000"/>
              <a:gd name="connsiteX821" fmla="*/ 6087656 w 7467600"/>
              <a:gd name="connsiteY821" fmla="*/ 826703 h 6858000"/>
              <a:gd name="connsiteX822" fmla="*/ 6058717 w 7467600"/>
              <a:gd name="connsiteY822" fmla="*/ 865992 h 6858000"/>
              <a:gd name="connsiteX823" fmla="*/ 4974153 w 7467600"/>
              <a:gd name="connsiteY823" fmla="*/ 1045456 h 6858000"/>
              <a:gd name="connsiteX824" fmla="*/ 5627835 w 7467600"/>
              <a:gd name="connsiteY824" fmla="*/ 1472077 h 6858000"/>
              <a:gd name="connsiteX825" fmla="*/ 5629817 w 7467600"/>
              <a:gd name="connsiteY825" fmla="*/ 1471412 h 6858000"/>
              <a:gd name="connsiteX826" fmla="*/ 5634124 w 7467600"/>
              <a:gd name="connsiteY826" fmla="*/ 1470572 h 6858000"/>
              <a:gd name="connsiteX827" fmla="*/ 5755832 w 7467600"/>
              <a:gd name="connsiteY827" fmla="*/ 1383886 h 6858000"/>
              <a:gd name="connsiteX828" fmla="*/ 6014186 w 7467600"/>
              <a:gd name="connsiteY828" fmla="*/ 1279799 h 6858000"/>
              <a:gd name="connsiteX829" fmla="*/ 6901619 w 7467600"/>
              <a:gd name="connsiteY829" fmla="*/ 1047874 h 6858000"/>
              <a:gd name="connsiteX830" fmla="*/ 6931566 w 7467600"/>
              <a:gd name="connsiteY830" fmla="*/ 1062034 h 6858000"/>
              <a:gd name="connsiteX831" fmla="*/ 5790982 w 7467600"/>
              <a:gd name="connsiteY831" fmla="*/ 1561380 h 6858000"/>
              <a:gd name="connsiteX832" fmla="*/ 6188971 w 7467600"/>
              <a:gd name="connsiteY832" fmla="*/ 1755168 h 6858000"/>
              <a:gd name="connsiteX833" fmla="*/ 6202446 w 7467600"/>
              <a:gd name="connsiteY833" fmla="*/ 1752268 h 6858000"/>
              <a:gd name="connsiteX834" fmla="*/ 7179560 w 7467600"/>
              <a:gd name="connsiteY834" fmla="*/ 1467551 h 6858000"/>
              <a:gd name="connsiteX835" fmla="*/ 7158730 w 7467600"/>
              <a:gd name="connsiteY835" fmla="*/ 1507835 h 6858000"/>
              <a:gd name="connsiteX836" fmla="*/ 6326959 w 7467600"/>
              <a:gd name="connsiteY836" fmla="*/ 1817686 h 6858000"/>
              <a:gd name="connsiteX837" fmla="*/ 6537433 w 7467600"/>
              <a:gd name="connsiteY837" fmla="*/ 1907790 h 6858000"/>
              <a:gd name="connsiteX838" fmla="*/ 6550221 w 7467600"/>
              <a:gd name="connsiteY838" fmla="*/ 1910729 h 6858000"/>
              <a:gd name="connsiteX839" fmla="*/ 6964438 w 7467600"/>
              <a:gd name="connsiteY839" fmla="*/ 2209505 h 6858000"/>
              <a:gd name="connsiteX840" fmla="*/ 7367862 w 7467600"/>
              <a:gd name="connsiteY840" fmla="*/ 2806833 h 6858000"/>
              <a:gd name="connsiteX841" fmla="*/ 7364329 w 7467600"/>
              <a:gd name="connsiteY841" fmla="*/ 2826907 h 6858000"/>
              <a:gd name="connsiteX842" fmla="*/ 7290545 w 7467600"/>
              <a:gd name="connsiteY842" fmla="*/ 2850663 h 6858000"/>
              <a:gd name="connsiteX843" fmla="*/ 6472036 w 7467600"/>
              <a:gd name="connsiteY843" fmla="*/ 1959003 h 6858000"/>
              <a:gd name="connsiteX844" fmla="*/ 5792897 w 7467600"/>
              <a:gd name="connsiteY844" fmla="*/ 1647747 h 6858000"/>
              <a:gd name="connsiteX845" fmla="*/ 5842751 w 7467600"/>
              <a:gd name="connsiteY845" fmla="*/ 1816112 h 6858000"/>
              <a:gd name="connsiteX846" fmla="*/ 5847424 w 7467600"/>
              <a:gd name="connsiteY846" fmla="*/ 1815776 h 6858000"/>
              <a:gd name="connsiteX847" fmla="*/ 6399821 w 7467600"/>
              <a:gd name="connsiteY847" fmla="*/ 2344799 h 6858000"/>
              <a:gd name="connsiteX848" fmla="*/ 6323232 w 7467600"/>
              <a:gd name="connsiteY848" fmla="*/ 2389634 h 6858000"/>
              <a:gd name="connsiteX849" fmla="*/ 5942958 w 7467600"/>
              <a:gd name="connsiteY849" fmla="*/ 2077708 h 6858000"/>
              <a:gd name="connsiteX850" fmla="*/ 5921559 w 7467600"/>
              <a:gd name="connsiteY850" fmla="*/ 2378596 h 6858000"/>
              <a:gd name="connsiteX851" fmla="*/ 5817651 w 7467600"/>
              <a:gd name="connsiteY851" fmla="*/ 3023919 h 6858000"/>
              <a:gd name="connsiteX852" fmla="*/ 5729634 w 7467600"/>
              <a:gd name="connsiteY852" fmla="*/ 3051849 h 6858000"/>
              <a:gd name="connsiteX853" fmla="*/ 5611018 w 7467600"/>
              <a:gd name="connsiteY853" fmla="*/ 2316769 h 6858000"/>
              <a:gd name="connsiteX854" fmla="*/ 5687608 w 7467600"/>
              <a:gd name="connsiteY854" fmla="*/ 2039972 h 6858000"/>
              <a:gd name="connsiteX855" fmla="*/ 5657554 w 7467600"/>
              <a:gd name="connsiteY855" fmla="*/ 1576445 h 6858000"/>
              <a:gd name="connsiteX856" fmla="*/ 5150475 w 7467600"/>
              <a:gd name="connsiteY856" fmla="*/ 1274012 h 6858000"/>
              <a:gd name="connsiteX857" fmla="*/ 5349142 w 7467600"/>
              <a:gd name="connsiteY857" fmla="*/ 2204405 h 6858000"/>
              <a:gd name="connsiteX858" fmla="*/ 5262214 w 7467600"/>
              <a:gd name="connsiteY858" fmla="*/ 2233836 h 6858000"/>
              <a:gd name="connsiteX859" fmla="*/ 4981539 w 7467600"/>
              <a:gd name="connsiteY859" fmla="*/ 1542201 h 6858000"/>
              <a:gd name="connsiteX860" fmla="*/ 4958461 w 7467600"/>
              <a:gd name="connsiteY860" fmla="*/ 1136957 h 6858000"/>
              <a:gd name="connsiteX861" fmla="*/ 4655015 w 7467600"/>
              <a:gd name="connsiteY861" fmla="*/ 891426 h 6858000"/>
              <a:gd name="connsiteX862" fmla="*/ 4348002 w 7467600"/>
              <a:gd name="connsiteY862" fmla="*/ 2205895 h 6858000"/>
              <a:gd name="connsiteX863" fmla="*/ 4262250 w 7467600"/>
              <a:gd name="connsiteY863" fmla="*/ 2219972 h 6858000"/>
              <a:gd name="connsiteX864" fmla="*/ 4550611 w 7467600"/>
              <a:gd name="connsiteY864" fmla="*/ 817540 h 6858000"/>
              <a:gd name="connsiteX865" fmla="*/ 4564418 w 7467600"/>
              <a:gd name="connsiteY865" fmla="*/ 808293 h 6858000"/>
              <a:gd name="connsiteX866" fmla="*/ 4266388 w 7467600"/>
              <a:gd name="connsiteY866" fmla="*/ 500083 h 6858000"/>
              <a:gd name="connsiteX867" fmla="*/ 4032842 w 7467600"/>
              <a:gd name="connsiteY867" fmla="*/ 211809 h 6858000"/>
              <a:gd name="connsiteX868" fmla="*/ 3882765 w 7467600"/>
              <a:gd name="connsiteY868" fmla="*/ 0 h 6858000"/>
              <a:gd name="connsiteX869" fmla="*/ 3721337 w 7467600"/>
              <a:gd name="connsiteY869" fmla="*/ 0 h 6858000"/>
              <a:gd name="connsiteX870" fmla="*/ 3797544 w 7467600"/>
              <a:gd name="connsiteY870" fmla="*/ 0 h 6858000"/>
              <a:gd name="connsiteX871" fmla="*/ 3775734 w 7467600"/>
              <a:gd name="connsiteY871" fmla="*/ 95131 h 6858000"/>
              <a:gd name="connsiteX872" fmla="*/ 3724807 w 7467600"/>
              <a:gd name="connsiteY872" fmla="*/ 272257 h 6858000"/>
              <a:gd name="connsiteX873" fmla="*/ 3726844 w 7467600"/>
              <a:gd name="connsiteY873" fmla="*/ 282988 h 6858000"/>
              <a:gd name="connsiteX874" fmla="*/ 3742664 w 7467600"/>
              <a:gd name="connsiteY874" fmla="*/ 279918 h 6858000"/>
              <a:gd name="connsiteX875" fmla="*/ 4103910 w 7467600"/>
              <a:gd name="connsiteY875" fmla="*/ 1161917 h 6858000"/>
              <a:gd name="connsiteX876" fmla="*/ 4020269 w 7467600"/>
              <a:gd name="connsiteY876" fmla="*/ 1200406 h 6858000"/>
              <a:gd name="connsiteX877" fmla="*/ 3674882 w 7467600"/>
              <a:gd name="connsiteY877" fmla="*/ 488524 h 6858000"/>
              <a:gd name="connsiteX878" fmla="*/ 3132682 w 7467600"/>
              <a:gd name="connsiteY878" fmla="*/ 1072284 h 6858000"/>
              <a:gd name="connsiteX879" fmla="*/ 2716346 w 7467600"/>
              <a:gd name="connsiteY879" fmla="*/ 1276376 h 6858000"/>
              <a:gd name="connsiteX880" fmla="*/ 2716772 w 7467600"/>
              <a:gd name="connsiteY880" fmla="*/ 1255462 h 6858000"/>
              <a:gd name="connsiteX881" fmla="*/ 3471096 w 7467600"/>
              <a:gd name="connsiteY881" fmla="*/ 437072 h 6858000"/>
              <a:gd name="connsiteX882" fmla="*/ 3639057 w 7467600"/>
              <a:gd name="connsiteY882" fmla="*/ 286334 h 6858000"/>
              <a:gd name="connsiteX883" fmla="*/ 3640309 w 7467600"/>
              <a:gd name="connsiteY883" fmla="*/ 284664 h 6858000"/>
              <a:gd name="connsiteX884" fmla="*/ 3646022 w 7467600"/>
              <a:gd name="connsiteY884" fmla="*/ 276711 h 6858000"/>
              <a:gd name="connsiteX885" fmla="*/ 3707943 w 7467600"/>
              <a:gd name="connsiteY885" fmla="*/ 65958 h 6858000"/>
              <a:gd name="connsiteX886" fmla="*/ 3721337 w 7467600"/>
              <a:gd name="connsiteY886" fmla="*/ 0 h 6858000"/>
              <a:gd name="connsiteX887" fmla="*/ 2867960 w 7467600"/>
              <a:gd name="connsiteY887" fmla="*/ 0 h 6858000"/>
              <a:gd name="connsiteX888" fmla="*/ 2926351 w 7467600"/>
              <a:gd name="connsiteY888" fmla="*/ 0 h 6858000"/>
              <a:gd name="connsiteX889" fmla="*/ 2902823 w 7467600"/>
              <a:gd name="connsiteY889" fmla="*/ 262929 h 6858000"/>
              <a:gd name="connsiteX890" fmla="*/ 2940663 w 7467600"/>
              <a:gd name="connsiteY890" fmla="*/ 140884 h 6858000"/>
              <a:gd name="connsiteX891" fmla="*/ 2947039 w 7467600"/>
              <a:gd name="connsiteY891" fmla="*/ 122524 h 6858000"/>
              <a:gd name="connsiteX892" fmla="*/ 2984316 w 7467600"/>
              <a:gd name="connsiteY892" fmla="*/ 0 h 6858000"/>
              <a:gd name="connsiteX893" fmla="*/ 3016114 w 7467600"/>
              <a:gd name="connsiteY893" fmla="*/ 0 h 6858000"/>
              <a:gd name="connsiteX894" fmla="*/ 2979949 w 7467600"/>
              <a:gd name="connsiteY894" fmla="*/ 119274 h 6858000"/>
              <a:gd name="connsiteX895" fmla="*/ 3023879 w 7467600"/>
              <a:gd name="connsiteY895" fmla="*/ 0 h 6858000"/>
              <a:gd name="connsiteX896" fmla="*/ 3105400 w 7467600"/>
              <a:gd name="connsiteY896" fmla="*/ 0 h 6858000"/>
              <a:gd name="connsiteX897" fmla="*/ 3094669 w 7467600"/>
              <a:gd name="connsiteY897" fmla="*/ 30308 h 6858000"/>
              <a:gd name="connsiteX898" fmla="*/ 2901945 w 7467600"/>
              <a:gd name="connsiteY898" fmla="*/ 466538 h 6858000"/>
              <a:gd name="connsiteX899" fmla="*/ 2815209 w 7467600"/>
              <a:gd name="connsiteY899" fmla="*/ 497361 h 6858000"/>
              <a:gd name="connsiteX900" fmla="*/ 2844845 w 7467600"/>
              <a:gd name="connsiteY900" fmla="*/ 127638 h 6858000"/>
              <a:gd name="connsiteX901" fmla="*/ 2867960 w 7467600"/>
              <a:gd name="connsiteY901" fmla="*/ 0 h 6858000"/>
              <a:gd name="connsiteX902" fmla="*/ 1057230 w 7467600"/>
              <a:gd name="connsiteY902" fmla="*/ 0 h 6858000"/>
              <a:gd name="connsiteX903" fmla="*/ 1111003 w 7467600"/>
              <a:gd name="connsiteY903" fmla="*/ 0 h 6858000"/>
              <a:gd name="connsiteX904" fmla="*/ 1125553 w 7467600"/>
              <a:gd name="connsiteY904" fmla="*/ 52588 h 6858000"/>
              <a:gd name="connsiteX905" fmla="*/ 1304276 w 7467600"/>
              <a:gd name="connsiteY905" fmla="*/ 476275 h 6858000"/>
              <a:gd name="connsiteX906" fmla="*/ 1492066 w 7467600"/>
              <a:gd name="connsiteY906" fmla="*/ 886333 h 6858000"/>
              <a:gd name="connsiteX907" fmla="*/ 1423698 w 7467600"/>
              <a:gd name="connsiteY907" fmla="*/ 710817 h 6858000"/>
              <a:gd name="connsiteX908" fmla="*/ 1357609 w 7467600"/>
              <a:gd name="connsiteY908" fmla="*/ 532892 h 6858000"/>
              <a:gd name="connsiteX909" fmla="*/ 1309550 w 7467600"/>
              <a:gd name="connsiteY909" fmla="*/ 374031 h 6858000"/>
              <a:gd name="connsiteX910" fmla="*/ 1193673 w 7467600"/>
              <a:gd name="connsiteY910" fmla="*/ 49533 h 6858000"/>
              <a:gd name="connsiteX911" fmla="*/ 1164391 w 7467600"/>
              <a:gd name="connsiteY911" fmla="*/ 0 h 6858000"/>
              <a:gd name="connsiteX912" fmla="*/ 1200666 w 7467600"/>
              <a:gd name="connsiteY912" fmla="*/ 0 h 6858000"/>
              <a:gd name="connsiteX913" fmla="*/ 1223408 w 7467600"/>
              <a:gd name="connsiteY913" fmla="*/ 38996 h 6858000"/>
              <a:gd name="connsiteX914" fmla="*/ 1339635 w 7467600"/>
              <a:gd name="connsiteY914" fmla="*/ 365517 h 6858000"/>
              <a:gd name="connsiteX915" fmla="*/ 1387469 w 7467600"/>
              <a:gd name="connsiteY915" fmla="*/ 523079 h 6858000"/>
              <a:gd name="connsiteX916" fmla="*/ 1452685 w 7467600"/>
              <a:gd name="connsiteY916" fmla="*/ 699806 h 6858000"/>
              <a:gd name="connsiteX917" fmla="*/ 1492092 w 7467600"/>
              <a:gd name="connsiteY917" fmla="*/ 800424 h 6858000"/>
              <a:gd name="connsiteX918" fmla="*/ 1455302 w 7467600"/>
              <a:gd name="connsiteY918" fmla="*/ 632913 h 6858000"/>
              <a:gd name="connsiteX919" fmla="*/ 1222336 w 7467600"/>
              <a:gd name="connsiteY919" fmla="*/ 9480 h 6858000"/>
              <a:gd name="connsiteX920" fmla="*/ 1214634 w 7467600"/>
              <a:gd name="connsiteY920" fmla="*/ 0 h 6858000"/>
              <a:gd name="connsiteX921" fmla="*/ 1289827 w 7467600"/>
              <a:gd name="connsiteY921" fmla="*/ 0 h 6858000"/>
              <a:gd name="connsiteX922" fmla="*/ 1321076 w 7467600"/>
              <a:gd name="connsiteY922" fmla="*/ 59722 h 6858000"/>
              <a:gd name="connsiteX923" fmla="*/ 1512579 w 7467600"/>
              <a:gd name="connsiteY923" fmla="*/ 626441 h 6858000"/>
              <a:gd name="connsiteX924" fmla="*/ 1506076 w 7467600"/>
              <a:gd name="connsiteY924" fmla="*/ 1089289 h 6858000"/>
              <a:gd name="connsiteX925" fmla="*/ 1486346 w 7467600"/>
              <a:gd name="connsiteY925" fmla="*/ 1079919 h 6858000"/>
              <a:gd name="connsiteX926" fmla="*/ 1070511 w 7467600"/>
              <a:gd name="connsiteY926" fmla="*/ 48609 h 6858000"/>
              <a:gd name="connsiteX927" fmla="*/ 1057230 w 7467600"/>
              <a:gd name="connsiteY927" fmla="*/ 0 h 6858000"/>
              <a:gd name="connsiteX928" fmla="*/ 43151 w 7467600"/>
              <a:gd name="connsiteY928" fmla="*/ 0 h 6858000"/>
              <a:gd name="connsiteX929" fmla="*/ 95283 w 7467600"/>
              <a:gd name="connsiteY929" fmla="*/ 0 h 6858000"/>
              <a:gd name="connsiteX930" fmla="*/ 300708 w 7467600"/>
              <a:gd name="connsiteY930" fmla="*/ 154571 h 6858000"/>
              <a:gd name="connsiteX931" fmla="*/ 530414 w 7467600"/>
              <a:gd name="connsiteY931" fmla="*/ 354673 h 6858000"/>
              <a:gd name="connsiteX932" fmla="*/ 333785 w 7467600"/>
              <a:gd name="connsiteY932" fmla="*/ 161564 h 6858000"/>
              <a:gd name="connsiteX933" fmla="*/ 147005 w 7467600"/>
              <a:gd name="connsiteY933" fmla="*/ 0 h 6858000"/>
              <a:gd name="connsiteX934" fmla="*/ 272509 w 7467600"/>
              <a:gd name="connsiteY934" fmla="*/ 0 h 6858000"/>
              <a:gd name="connsiteX935" fmla="*/ 326276 w 7467600"/>
              <a:gd name="connsiteY935" fmla="*/ 45847 h 6858000"/>
              <a:gd name="connsiteX936" fmla="*/ 823759 w 7467600"/>
              <a:gd name="connsiteY936" fmla="*/ 574145 h 6858000"/>
              <a:gd name="connsiteX937" fmla="*/ 811254 w 7467600"/>
              <a:gd name="connsiteY937" fmla="*/ 665546 h 6858000"/>
              <a:gd name="connsiteX938" fmla="*/ 154042 w 7467600"/>
              <a:gd name="connsiteY938" fmla="*/ 261522 h 6858000"/>
              <a:gd name="connsiteX939" fmla="*/ 13550 w 7467600"/>
              <a:gd name="connsiteY939" fmla="*/ 158423 h 6858000"/>
              <a:gd name="connsiteX940" fmla="*/ 0 w 7467600"/>
              <a:gd name="connsiteY940" fmla="*/ 146618 h 6858000"/>
              <a:gd name="connsiteX941" fmla="*/ 0 w 7467600"/>
              <a:gd name="connsiteY941" fmla="*/ 59161 h 6858000"/>
              <a:gd name="connsiteX942" fmla="*/ 45427 w 7467600"/>
              <a:gd name="connsiteY942" fmla="*/ 101078 h 6858000"/>
              <a:gd name="connsiteX943" fmla="*/ 630103 w 7467600"/>
              <a:gd name="connsiteY943" fmla="*/ 485885 h 6858000"/>
              <a:gd name="connsiteX944" fmla="*/ 532040 w 7467600"/>
              <a:gd name="connsiteY944" fmla="*/ 399359 h 6858000"/>
              <a:gd name="connsiteX945" fmla="*/ 517618 w 7467600"/>
              <a:gd name="connsiteY945" fmla="*/ 385726 h 6858000"/>
              <a:gd name="connsiteX946" fmla="*/ 285074 w 7467600"/>
              <a:gd name="connsiteY946" fmla="*/ 182755 h 6858000"/>
              <a:gd name="connsiteX947" fmla="*/ 43151 w 7467600"/>
              <a:gd name="connsiteY947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73615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7467600 w 7467600"/>
              <a:gd name="connsiteY14" fmla="*/ 6736157 h 6858000"/>
              <a:gd name="connsiteX15" fmla="*/ 1019354 w 7467600"/>
              <a:gd name="connsiteY15" fmla="*/ 6315006 h 6858000"/>
              <a:gd name="connsiteX16" fmla="*/ 441046 w 7467600"/>
              <a:gd name="connsiteY16" fmla="*/ 6691153 h 6858000"/>
              <a:gd name="connsiteX17" fmla="*/ 1019354 w 7467600"/>
              <a:gd name="connsiteY17" fmla="*/ 6315006 h 6858000"/>
              <a:gd name="connsiteX18" fmla="*/ 991680 w 7467600"/>
              <a:gd name="connsiteY18" fmla="*/ 6298413 h 6858000"/>
              <a:gd name="connsiteX19" fmla="*/ 409060 w 7467600"/>
              <a:gd name="connsiteY19" fmla="*/ 6671470 h 6858000"/>
              <a:gd name="connsiteX20" fmla="*/ 991680 w 7467600"/>
              <a:gd name="connsiteY20" fmla="*/ 6298413 h 6858000"/>
              <a:gd name="connsiteX21" fmla="*/ 103333 w 7467600"/>
              <a:gd name="connsiteY21" fmla="*/ 5699602 h 6858000"/>
              <a:gd name="connsiteX22" fmla="*/ 233938 w 7467600"/>
              <a:gd name="connsiteY22" fmla="*/ 5809416 h 6858000"/>
              <a:gd name="connsiteX23" fmla="*/ 883580 w 7467600"/>
              <a:gd name="connsiteY23" fmla="*/ 6180710 h 6858000"/>
              <a:gd name="connsiteX24" fmla="*/ 487337 w 7467600"/>
              <a:gd name="connsiteY24" fmla="*/ 5950182 h 6858000"/>
              <a:gd name="connsiteX25" fmla="*/ 354051 w 7467600"/>
              <a:gd name="connsiteY25" fmla="*/ 5854912 h 6858000"/>
              <a:gd name="connsiteX26" fmla="*/ 195436 w 7467600"/>
              <a:gd name="connsiteY26" fmla="*/ 5755068 h 6858000"/>
              <a:gd name="connsiteX27" fmla="*/ 103333 w 7467600"/>
              <a:gd name="connsiteY27" fmla="*/ 5699602 h 6858000"/>
              <a:gd name="connsiteX28" fmla="*/ 5539432 w 7467600"/>
              <a:gd name="connsiteY28" fmla="*/ 5642928 h 6858000"/>
              <a:gd name="connsiteX29" fmla="*/ 5555462 w 7467600"/>
              <a:gd name="connsiteY29" fmla="*/ 5694454 h 6858000"/>
              <a:gd name="connsiteX30" fmla="*/ 5828270 w 7467600"/>
              <a:gd name="connsiteY30" fmla="*/ 6320663 h 6858000"/>
              <a:gd name="connsiteX31" fmla="*/ 5947416 w 7467600"/>
              <a:gd name="connsiteY31" fmla="*/ 6574846 h 6858000"/>
              <a:gd name="connsiteX32" fmla="*/ 5539432 w 7467600"/>
              <a:gd name="connsiteY32" fmla="*/ 5642928 h 6858000"/>
              <a:gd name="connsiteX33" fmla="*/ 51253 w 7467600"/>
              <a:gd name="connsiteY33" fmla="*/ 5631825 h 6858000"/>
              <a:gd name="connsiteX34" fmla="*/ 211622 w 7467600"/>
              <a:gd name="connsiteY34" fmla="*/ 5728803 h 6858000"/>
              <a:gd name="connsiteX35" fmla="*/ 371652 w 7467600"/>
              <a:gd name="connsiteY35" fmla="*/ 5829062 h 6858000"/>
              <a:gd name="connsiteX36" fmla="*/ 505903 w 7467600"/>
              <a:gd name="connsiteY36" fmla="*/ 5925221 h 6858000"/>
              <a:gd name="connsiteX37" fmla="*/ 899240 w 7467600"/>
              <a:gd name="connsiteY37" fmla="*/ 6153068 h 6858000"/>
              <a:gd name="connsiteX38" fmla="*/ 988114 w 7467600"/>
              <a:gd name="connsiteY38" fmla="*/ 6174204 h 6858000"/>
              <a:gd name="connsiteX39" fmla="*/ 845971 w 7467600"/>
              <a:gd name="connsiteY39" fmla="*/ 6067177 h 6858000"/>
              <a:gd name="connsiteX40" fmla="*/ 448057 w 7467600"/>
              <a:gd name="connsiteY40" fmla="*/ 5841376 h 6858000"/>
              <a:gd name="connsiteX41" fmla="*/ 51253 w 7467600"/>
              <a:gd name="connsiteY41" fmla="*/ 5631825 h 6858000"/>
              <a:gd name="connsiteX42" fmla="*/ 2606687 w 7467600"/>
              <a:gd name="connsiteY42" fmla="*/ 5630718 h 6858000"/>
              <a:gd name="connsiteX43" fmla="*/ 2645658 w 7467600"/>
              <a:gd name="connsiteY43" fmla="*/ 6640259 h 6858000"/>
              <a:gd name="connsiteX44" fmla="*/ 2606687 w 7467600"/>
              <a:gd name="connsiteY44" fmla="*/ 5630718 h 6858000"/>
              <a:gd name="connsiteX45" fmla="*/ 3642057 w 7467600"/>
              <a:gd name="connsiteY45" fmla="*/ 5573487 h 6858000"/>
              <a:gd name="connsiteX46" fmla="*/ 3632981 w 7467600"/>
              <a:gd name="connsiteY46" fmla="*/ 5579437 h 6858000"/>
              <a:gd name="connsiteX47" fmla="*/ 3382436 w 7467600"/>
              <a:gd name="connsiteY47" fmla="*/ 5952726 h 6858000"/>
              <a:gd name="connsiteX48" fmla="*/ 3191929 w 7467600"/>
              <a:gd name="connsiteY48" fmla="*/ 6662669 h 6858000"/>
              <a:gd name="connsiteX49" fmla="*/ 3369898 w 7467600"/>
              <a:gd name="connsiteY49" fmla="*/ 6081771 h 6858000"/>
              <a:gd name="connsiteX50" fmla="*/ 3642057 w 7467600"/>
              <a:gd name="connsiteY50" fmla="*/ 5573487 h 6858000"/>
              <a:gd name="connsiteX51" fmla="*/ 2650666 w 7467600"/>
              <a:gd name="connsiteY51" fmla="*/ 5530686 h 6858000"/>
              <a:gd name="connsiteX52" fmla="*/ 2650249 w 7467600"/>
              <a:gd name="connsiteY52" fmla="*/ 5532101 h 6858000"/>
              <a:gd name="connsiteX53" fmla="*/ 2663808 w 7467600"/>
              <a:gd name="connsiteY53" fmla="*/ 6535215 h 6858000"/>
              <a:gd name="connsiteX54" fmla="*/ 2665418 w 7467600"/>
              <a:gd name="connsiteY54" fmla="*/ 6132756 h 6858000"/>
              <a:gd name="connsiteX55" fmla="*/ 2650666 w 7467600"/>
              <a:gd name="connsiteY55" fmla="*/ 5530686 h 6858000"/>
              <a:gd name="connsiteX56" fmla="*/ 2680277 w 7467600"/>
              <a:gd name="connsiteY56" fmla="*/ 5479204 h 6858000"/>
              <a:gd name="connsiteX57" fmla="*/ 2678972 w 7467600"/>
              <a:gd name="connsiteY57" fmla="*/ 5481582 h 6858000"/>
              <a:gd name="connsiteX58" fmla="*/ 2696666 w 7467600"/>
              <a:gd name="connsiteY58" fmla="*/ 6133836 h 6858000"/>
              <a:gd name="connsiteX59" fmla="*/ 2695769 w 7467600"/>
              <a:gd name="connsiteY59" fmla="*/ 6390955 h 6858000"/>
              <a:gd name="connsiteX60" fmla="*/ 2739893 w 7467600"/>
              <a:gd name="connsiteY60" fmla="*/ 6108357 h 6858000"/>
              <a:gd name="connsiteX61" fmla="*/ 2680277 w 7467600"/>
              <a:gd name="connsiteY61" fmla="*/ 5479204 h 6858000"/>
              <a:gd name="connsiteX62" fmla="*/ 1132195 w 7467600"/>
              <a:gd name="connsiteY62" fmla="*/ 5467980 h 6858000"/>
              <a:gd name="connsiteX63" fmla="*/ 1679056 w 7467600"/>
              <a:gd name="connsiteY63" fmla="*/ 5516907 h 6858000"/>
              <a:gd name="connsiteX64" fmla="*/ 2128648 w 7467600"/>
              <a:gd name="connsiteY64" fmla="*/ 5474249 h 6858000"/>
              <a:gd name="connsiteX65" fmla="*/ 1825619 w 7467600"/>
              <a:gd name="connsiteY65" fmla="*/ 5478447 h 6858000"/>
              <a:gd name="connsiteX66" fmla="*/ 1737798 w 7467600"/>
              <a:gd name="connsiteY66" fmla="*/ 5483353 h 6858000"/>
              <a:gd name="connsiteX67" fmla="*/ 1132195 w 7467600"/>
              <a:gd name="connsiteY67" fmla="*/ 5467980 h 6858000"/>
              <a:gd name="connsiteX68" fmla="*/ 1456157 w 7467600"/>
              <a:gd name="connsiteY68" fmla="*/ 5371404 h 6858000"/>
              <a:gd name="connsiteX69" fmla="*/ 1244432 w 7467600"/>
              <a:gd name="connsiteY69" fmla="*/ 5385601 h 6858000"/>
              <a:gd name="connsiteX70" fmla="*/ 973990 w 7467600"/>
              <a:gd name="connsiteY70" fmla="*/ 5424940 h 6858000"/>
              <a:gd name="connsiteX71" fmla="*/ 1103809 w 7467600"/>
              <a:gd name="connsiteY71" fmla="*/ 5433720 h 6858000"/>
              <a:gd name="connsiteX72" fmla="*/ 1123454 w 7467600"/>
              <a:gd name="connsiteY72" fmla="*/ 5435727 h 6858000"/>
              <a:gd name="connsiteX73" fmla="*/ 1737017 w 7467600"/>
              <a:gd name="connsiteY73" fmla="*/ 5452183 h 6858000"/>
              <a:gd name="connsiteX74" fmla="*/ 1824397 w 7467600"/>
              <a:gd name="connsiteY74" fmla="*/ 5447757 h 6858000"/>
              <a:gd name="connsiteX75" fmla="*/ 2070059 w 7467600"/>
              <a:gd name="connsiteY75" fmla="*/ 5441660 h 6858000"/>
              <a:gd name="connsiteX76" fmla="*/ 1456157 w 7467600"/>
              <a:gd name="connsiteY76" fmla="*/ 5371404 h 6858000"/>
              <a:gd name="connsiteX77" fmla="*/ 4988186 w 7467600"/>
              <a:gd name="connsiteY77" fmla="*/ 5216467 h 6858000"/>
              <a:gd name="connsiteX78" fmla="*/ 4777334 w 7467600"/>
              <a:gd name="connsiteY78" fmla="*/ 5406072 h 6858000"/>
              <a:gd name="connsiteX79" fmla="*/ 4718341 w 7467600"/>
              <a:gd name="connsiteY79" fmla="*/ 5468043 h 6858000"/>
              <a:gd name="connsiteX80" fmla="*/ 4604655 w 7467600"/>
              <a:gd name="connsiteY80" fmla="*/ 5583434 h 6858000"/>
              <a:gd name="connsiteX81" fmla="*/ 4565074 w 7467600"/>
              <a:gd name="connsiteY81" fmla="*/ 5618550 h 6858000"/>
              <a:gd name="connsiteX82" fmla="*/ 4988186 w 7467600"/>
              <a:gd name="connsiteY82" fmla="*/ 5216467 h 6858000"/>
              <a:gd name="connsiteX83" fmla="*/ 4978032 w 7467600"/>
              <a:gd name="connsiteY83" fmla="*/ 5183809 h 6858000"/>
              <a:gd name="connsiteX84" fmla="*/ 4463413 w 7467600"/>
              <a:gd name="connsiteY84" fmla="*/ 5615162 h 6858000"/>
              <a:gd name="connsiteX85" fmla="*/ 4358134 w 7467600"/>
              <a:gd name="connsiteY85" fmla="*/ 5742791 h 6858000"/>
              <a:gd name="connsiteX86" fmla="*/ 4376219 w 7467600"/>
              <a:gd name="connsiteY86" fmla="*/ 5729027 h 6858000"/>
              <a:gd name="connsiteX87" fmla="*/ 4582340 w 7467600"/>
              <a:gd name="connsiteY87" fmla="*/ 5561037 h 6858000"/>
              <a:gd name="connsiteX88" fmla="*/ 4694684 w 7467600"/>
              <a:gd name="connsiteY88" fmla="*/ 5447098 h 6858000"/>
              <a:gd name="connsiteX89" fmla="*/ 4754123 w 7467600"/>
              <a:gd name="connsiteY89" fmla="*/ 5384643 h 6858000"/>
              <a:gd name="connsiteX90" fmla="*/ 4978032 w 7467600"/>
              <a:gd name="connsiteY90" fmla="*/ 5183809 h 6858000"/>
              <a:gd name="connsiteX91" fmla="*/ 1903353 w 7467600"/>
              <a:gd name="connsiteY91" fmla="*/ 5044827 h 6858000"/>
              <a:gd name="connsiteX92" fmla="*/ 1936931 w 7467600"/>
              <a:gd name="connsiteY92" fmla="*/ 5093954 h 6858000"/>
              <a:gd name="connsiteX93" fmla="*/ 2195868 w 7467600"/>
              <a:gd name="connsiteY93" fmla="*/ 5396574 h 6858000"/>
              <a:gd name="connsiteX94" fmla="*/ 2088852 w 7467600"/>
              <a:gd name="connsiteY94" fmla="*/ 5166123 h 6858000"/>
              <a:gd name="connsiteX95" fmla="*/ 1958241 w 7467600"/>
              <a:gd name="connsiteY95" fmla="*/ 5067955 h 6858000"/>
              <a:gd name="connsiteX96" fmla="*/ 1903353 w 7467600"/>
              <a:gd name="connsiteY96" fmla="*/ 5044827 h 6858000"/>
              <a:gd name="connsiteX97" fmla="*/ 1979378 w 7467600"/>
              <a:gd name="connsiteY97" fmla="*/ 4769504 h 6858000"/>
              <a:gd name="connsiteX98" fmla="*/ 2882120 w 7467600"/>
              <a:gd name="connsiteY98" fmla="*/ 5064547 h 6858000"/>
              <a:gd name="connsiteX99" fmla="*/ 2793103 w 7467600"/>
              <a:gd name="connsiteY99" fmla="*/ 5039699 h 6858000"/>
              <a:gd name="connsiteX100" fmla="*/ 2770041 w 7467600"/>
              <a:gd name="connsiteY100" fmla="*/ 5033634 h 6858000"/>
              <a:gd name="connsiteX101" fmla="*/ 1979378 w 7467600"/>
              <a:gd name="connsiteY101" fmla="*/ 4769504 h 6858000"/>
              <a:gd name="connsiteX102" fmla="*/ 1927410 w 7467600"/>
              <a:gd name="connsiteY102" fmla="*/ 4716164 h 6858000"/>
              <a:gd name="connsiteX103" fmla="*/ 1959587 w 7467600"/>
              <a:gd name="connsiteY103" fmla="*/ 4728849 h 6858000"/>
              <a:gd name="connsiteX104" fmla="*/ 2777707 w 7467600"/>
              <a:gd name="connsiteY104" fmla="*/ 5003991 h 6858000"/>
              <a:gd name="connsiteX105" fmla="*/ 2800768 w 7467600"/>
              <a:gd name="connsiteY105" fmla="*/ 5010056 h 6858000"/>
              <a:gd name="connsiteX106" fmla="*/ 2879408 w 7467600"/>
              <a:gd name="connsiteY106" fmla="*/ 5031590 h 6858000"/>
              <a:gd name="connsiteX107" fmla="*/ 2862295 w 7467600"/>
              <a:gd name="connsiteY107" fmla="*/ 5022958 h 6858000"/>
              <a:gd name="connsiteX108" fmla="*/ 2813343 w 7467600"/>
              <a:gd name="connsiteY108" fmla="*/ 4998369 h 6858000"/>
              <a:gd name="connsiteX109" fmla="*/ 2646245 w 7467600"/>
              <a:gd name="connsiteY109" fmla="*/ 4930999 h 6858000"/>
              <a:gd name="connsiteX110" fmla="*/ 1999243 w 7467600"/>
              <a:gd name="connsiteY110" fmla="*/ 4730524 h 6858000"/>
              <a:gd name="connsiteX111" fmla="*/ 1979527 w 7467600"/>
              <a:gd name="connsiteY111" fmla="*/ 4726651 h 6858000"/>
              <a:gd name="connsiteX112" fmla="*/ 1927410 w 7467600"/>
              <a:gd name="connsiteY112" fmla="*/ 4716164 h 6858000"/>
              <a:gd name="connsiteX113" fmla="*/ 1997014 w 7467600"/>
              <a:gd name="connsiteY113" fmla="*/ 4698007 h 6858000"/>
              <a:gd name="connsiteX114" fmla="*/ 2005458 w 7467600"/>
              <a:gd name="connsiteY114" fmla="*/ 4699540 h 6858000"/>
              <a:gd name="connsiteX115" fmla="*/ 2657186 w 7467600"/>
              <a:gd name="connsiteY115" fmla="*/ 4901687 h 6858000"/>
              <a:gd name="connsiteX116" fmla="*/ 2826662 w 7467600"/>
              <a:gd name="connsiteY116" fmla="*/ 4970362 h 6858000"/>
              <a:gd name="connsiteX117" fmla="*/ 2876100 w 7467600"/>
              <a:gd name="connsiteY117" fmla="*/ 4995397 h 6858000"/>
              <a:gd name="connsiteX118" fmla="*/ 3042600 w 7467600"/>
              <a:gd name="connsiteY118" fmla="*/ 5059532 h 6858000"/>
              <a:gd name="connsiteX119" fmla="*/ 1997014 w 7467600"/>
              <a:gd name="connsiteY119" fmla="*/ 4698007 h 6858000"/>
              <a:gd name="connsiteX120" fmla="*/ 2305292 w 7467600"/>
              <a:gd name="connsiteY120" fmla="*/ 4219492 h 6858000"/>
              <a:gd name="connsiteX121" fmla="*/ 3360922 w 7467600"/>
              <a:gd name="connsiteY121" fmla="*/ 4529373 h 6858000"/>
              <a:gd name="connsiteX122" fmla="*/ 3492420 w 7467600"/>
              <a:gd name="connsiteY122" fmla="*/ 4510145 h 6858000"/>
              <a:gd name="connsiteX123" fmla="*/ 3364086 w 7467600"/>
              <a:gd name="connsiteY123" fmla="*/ 4480340 h 6858000"/>
              <a:gd name="connsiteX124" fmla="*/ 3225818 w 7467600"/>
              <a:gd name="connsiteY124" fmla="*/ 4411822 h 6858000"/>
              <a:gd name="connsiteX125" fmla="*/ 3129696 w 7467600"/>
              <a:gd name="connsiteY125" fmla="*/ 4360704 h 6858000"/>
              <a:gd name="connsiteX126" fmla="*/ 2814545 w 7467600"/>
              <a:gd name="connsiteY126" fmla="*/ 4282955 h 6858000"/>
              <a:gd name="connsiteX127" fmla="*/ 2305292 w 7467600"/>
              <a:gd name="connsiteY127" fmla="*/ 4219492 h 6858000"/>
              <a:gd name="connsiteX128" fmla="*/ 2626982 w 7467600"/>
              <a:gd name="connsiteY128" fmla="*/ 4206450 h 6858000"/>
              <a:gd name="connsiteX129" fmla="*/ 2490617 w 7467600"/>
              <a:gd name="connsiteY129" fmla="*/ 4206951 h 6858000"/>
              <a:gd name="connsiteX130" fmla="*/ 2819869 w 7467600"/>
              <a:gd name="connsiteY130" fmla="*/ 4252936 h 6858000"/>
              <a:gd name="connsiteX131" fmla="*/ 3143018 w 7467600"/>
              <a:gd name="connsiteY131" fmla="*/ 4332698 h 6858000"/>
              <a:gd name="connsiteX132" fmla="*/ 3241520 w 7467600"/>
              <a:gd name="connsiteY132" fmla="*/ 4385112 h 6858000"/>
              <a:gd name="connsiteX133" fmla="*/ 3374575 w 7467600"/>
              <a:gd name="connsiteY133" fmla="*/ 4451517 h 6858000"/>
              <a:gd name="connsiteX134" fmla="*/ 3505221 w 7467600"/>
              <a:gd name="connsiteY134" fmla="*/ 4480757 h 6858000"/>
              <a:gd name="connsiteX135" fmla="*/ 2626982 w 7467600"/>
              <a:gd name="connsiteY135" fmla="*/ 4206450 h 6858000"/>
              <a:gd name="connsiteX136" fmla="*/ 1310106 w 7467600"/>
              <a:gd name="connsiteY136" fmla="*/ 3943217 h 6858000"/>
              <a:gd name="connsiteX137" fmla="*/ 854994 w 7467600"/>
              <a:gd name="connsiteY137" fmla="*/ 4399136 h 6858000"/>
              <a:gd name="connsiteX138" fmla="*/ 742462 w 7467600"/>
              <a:gd name="connsiteY138" fmla="*/ 4594648 h 6858000"/>
              <a:gd name="connsiteX139" fmla="*/ 820602 w 7467600"/>
              <a:gd name="connsiteY139" fmla="*/ 4485915 h 6858000"/>
              <a:gd name="connsiteX140" fmla="*/ 878295 w 7467600"/>
              <a:gd name="connsiteY140" fmla="*/ 4403594 h 6858000"/>
              <a:gd name="connsiteX141" fmla="*/ 1240607 w 7467600"/>
              <a:gd name="connsiteY141" fmla="*/ 4010401 h 6858000"/>
              <a:gd name="connsiteX142" fmla="*/ 1310106 w 7467600"/>
              <a:gd name="connsiteY142" fmla="*/ 3943217 h 6858000"/>
              <a:gd name="connsiteX143" fmla="*/ 1423113 w 7467600"/>
              <a:gd name="connsiteY143" fmla="*/ 3874565 h 6858000"/>
              <a:gd name="connsiteX144" fmla="*/ 1260565 w 7467600"/>
              <a:gd name="connsiteY144" fmla="*/ 4031982 h 6858000"/>
              <a:gd name="connsiteX145" fmla="*/ 901900 w 7467600"/>
              <a:gd name="connsiteY145" fmla="*/ 4421236 h 6858000"/>
              <a:gd name="connsiteX146" fmla="*/ 845044 w 7467600"/>
              <a:gd name="connsiteY146" fmla="*/ 4502436 h 6858000"/>
              <a:gd name="connsiteX147" fmla="*/ 685926 w 7467600"/>
              <a:gd name="connsiteY147" fmla="*/ 4703069 h 6858000"/>
              <a:gd name="connsiteX148" fmla="*/ 684248 w 7467600"/>
              <a:gd name="connsiteY148" fmla="*/ 4706721 h 6858000"/>
              <a:gd name="connsiteX149" fmla="*/ 1423113 w 7467600"/>
              <a:gd name="connsiteY149" fmla="*/ 3874565 h 6858000"/>
              <a:gd name="connsiteX150" fmla="*/ 3316479 w 7467600"/>
              <a:gd name="connsiteY150" fmla="*/ 3872136 h 6858000"/>
              <a:gd name="connsiteX151" fmla="*/ 3546806 w 7467600"/>
              <a:gd name="connsiteY151" fmla="*/ 4356139 h 6858000"/>
              <a:gd name="connsiteX152" fmla="*/ 3364433 w 7467600"/>
              <a:gd name="connsiteY152" fmla="*/ 3953121 h 6858000"/>
              <a:gd name="connsiteX153" fmla="*/ 3316479 w 7467600"/>
              <a:gd name="connsiteY153" fmla="*/ 3872136 h 6858000"/>
              <a:gd name="connsiteX154" fmla="*/ 3291335 w 7467600"/>
              <a:gd name="connsiteY154" fmla="*/ 3767420 h 6858000"/>
              <a:gd name="connsiteX155" fmla="*/ 3390805 w 7467600"/>
              <a:gd name="connsiteY155" fmla="*/ 3937163 h 6858000"/>
              <a:gd name="connsiteX156" fmla="*/ 3579062 w 7467600"/>
              <a:gd name="connsiteY156" fmla="*/ 4359040 h 6858000"/>
              <a:gd name="connsiteX157" fmla="*/ 3467355 w 7467600"/>
              <a:gd name="connsiteY157" fmla="*/ 3988130 h 6858000"/>
              <a:gd name="connsiteX158" fmla="*/ 3310753 w 7467600"/>
              <a:gd name="connsiteY158" fmla="*/ 3787140 h 6858000"/>
              <a:gd name="connsiteX159" fmla="*/ 3291335 w 7467600"/>
              <a:gd name="connsiteY159" fmla="*/ 3767420 h 6858000"/>
              <a:gd name="connsiteX160" fmla="*/ 1635889 w 7467600"/>
              <a:gd name="connsiteY160" fmla="*/ 3709494 h 6858000"/>
              <a:gd name="connsiteX161" fmla="*/ 1634800 w 7467600"/>
              <a:gd name="connsiteY161" fmla="*/ 3731111 h 6858000"/>
              <a:gd name="connsiteX162" fmla="*/ 1635889 w 7467600"/>
              <a:gd name="connsiteY162" fmla="*/ 3709494 h 6858000"/>
              <a:gd name="connsiteX163" fmla="*/ 1510397 w 7467600"/>
              <a:gd name="connsiteY163" fmla="*/ 3684705 h 6858000"/>
              <a:gd name="connsiteX164" fmla="*/ 1146550 w 7467600"/>
              <a:gd name="connsiteY164" fmla="*/ 3802012 h 6858000"/>
              <a:gd name="connsiteX165" fmla="*/ 698834 w 7467600"/>
              <a:gd name="connsiteY165" fmla="*/ 3952272 h 6858000"/>
              <a:gd name="connsiteX166" fmla="*/ 34256 w 7467600"/>
              <a:gd name="connsiteY166" fmla="*/ 4347603 h 6858000"/>
              <a:gd name="connsiteX167" fmla="*/ 527241 w 7467600"/>
              <a:gd name="connsiteY167" fmla="*/ 4065078 h 6858000"/>
              <a:gd name="connsiteX168" fmla="*/ 1510397 w 7467600"/>
              <a:gd name="connsiteY168" fmla="*/ 3684705 h 6858000"/>
              <a:gd name="connsiteX169" fmla="*/ 1313114 w 7467600"/>
              <a:gd name="connsiteY169" fmla="*/ 3655216 h 6858000"/>
              <a:gd name="connsiteX170" fmla="*/ 1109304 w 7467600"/>
              <a:gd name="connsiteY170" fmla="*/ 3669030 h 6858000"/>
              <a:gd name="connsiteX171" fmla="*/ 8129 w 7467600"/>
              <a:gd name="connsiteY171" fmla="*/ 4330519 h 6858000"/>
              <a:gd name="connsiteX172" fmla="*/ 687572 w 7467600"/>
              <a:gd name="connsiteY172" fmla="*/ 3925629 h 6858000"/>
              <a:gd name="connsiteX173" fmla="*/ 1138365 w 7467600"/>
              <a:gd name="connsiteY173" fmla="*/ 3774515 h 6858000"/>
              <a:gd name="connsiteX174" fmla="*/ 1505579 w 7467600"/>
              <a:gd name="connsiteY174" fmla="*/ 3655526 h 6858000"/>
              <a:gd name="connsiteX175" fmla="*/ 1313114 w 7467600"/>
              <a:gd name="connsiteY175" fmla="*/ 3655216 h 6858000"/>
              <a:gd name="connsiteX176" fmla="*/ 3655073 w 7467600"/>
              <a:gd name="connsiteY176" fmla="*/ 3650884 h 6858000"/>
              <a:gd name="connsiteX177" fmla="*/ 3989938 w 7467600"/>
              <a:gd name="connsiteY177" fmla="*/ 3991685 h 6858000"/>
              <a:gd name="connsiteX178" fmla="*/ 4393907 w 7467600"/>
              <a:gd name="connsiteY178" fmla="*/ 4261258 h 6858000"/>
              <a:gd name="connsiteX179" fmla="*/ 4648051 w 7467600"/>
              <a:gd name="connsiteY179" fmla="*/ 4374051 h 6858000"/>
              <a:gd name="connsiteX180" fmla="*/ 4383389 w 7467600"/>
              <a:gd name="connsiteY180" fmla="*/ 4184369 h 6858000"/>
              <a:gd name="connsiteX181" fmla="*/ 4165508 w 7467600"/>
              <a:gd name="connsiteY181" fmla="*/ 4035196 h 6858000"/>
              <a:gd name="connsiteX182" fmla="*/ 4068162 w 7467600"/>
              <a:gd name="connsiteY182" fmla="*/ 3953394 h 6858000"/>
              <a:gd name="connsiteX183" fmla="*/ 3981416 w 7467600"/>
              <a:gd name="connsiteY183" fmla="*/ 3880482 h 6858000"/>
              <a:gd name="connsiteX184" fmla="*/ 3800147 w 7467600"/>
              <a:gd name="connsiteY184" fmla="*/ 3749872 h 6858000"/>
              <a:gd name="connsiteX185" fmla="*/ 3655073 w 7467600"/>
              <a:gd name="connsiteY185" fmla="*/ 3650884 h 6858000"/>
              <a:gd name="connsiteX186" fmla="*/ 3670252 w 7467600"/>
              <a:gd name="connsiteY186" fmla="*/ 3622798 h 6858000"/>
              <a:gd name="connsiteX187" fmla="*/ 3817258 w 7467600"/>
              <a:gd name="connsiteY187" fmla="*/ 3723577 h 6858000"/>
              <a:gd name="connsiteX188" fmla="*/ 4000461 w 7467600"/>
              <a:gd name="connsiteY188" fmla="*/ 3855966 h 6858000"/>
              <a:gd name="connsiteX189" fmla="*/ 4088180 w 7467600"/>
              <a:gd name="connsiteY189" fmla="*/ 3929774 h 6858000"/>
              <a:gd name="connsiteX190" fmla="*/ 4184555 w 7467600"/>
              <a:gd name="connsiteY190" fmla="*/ 4010683 h 6858000"/>
              <a:gd name="connsiteX191" fmla="*/ 4399563 w 7467600"/>
              <a:gd name="connsiteY191" fmla="*/ 4158106 h 6858000"/>
              <a:gd name="connsiteX192" fmla="*/ 4684469 w 7467600"/>
              <a:gd name="connsiteY192" fmla="*/ 4364680 h 6858000"/>
              <a:gd name="connsiteX193" fmla="*/ 4690271 w 7467600"/>
              <a:gd name="connsiteY193" fmla="*/ 4370034 h 6858000"/>
              <a:gd name="connsiteX194" fmla="*/ 4136093 w 7467600"/>
              <a:gd name="connsiteY194" fmla="*/ 3858466 h 6858000"/>
              <a:gd name="connsiteX195" fmla="*/ 3670252 w 7467600"/>
              <a:gd name="connsiteY195" fmla="*/ 3622798 h 6858000"/>
              <a:gd name="connsiteX196" fmla="*/ 4440129 w 7467600"/>
              <a:gd name="connsiteY196" fmla="*/ 3448571 h 6858000"/>
              <a:gd name="connsiteX197" fmla="*/ 4856525 w 7467600"/>
              <a:gd name="connsiteY197" fmla="*/ 3915351 h 6858000"/>
              <a:gd name="connsiteX198" fmla="*/ 5059055 w 7467600"/>
              <a:gd name="connsiteY198" fmla="*/ 4108918 h 6858000"/>
              <a:gd name="connsiteX199" fmla="*/ 5290070 w 7467600"/>
              <a:gd name="connsiteY199" fmla="*/ 4263619 h 6858000"/>
              <a:gd name="connsiteX200" fmla="*/ 4834991 w 7467600"/>
              <a:gd name="connsiteY200" fmla="*/ 3830985 h 6858000"/>
              <a:gd name="connsiteX201" fmla="*/ 4440129 w 7467600"/>
              <a:gd name="connsiteY201" fmla="*/ 3448571 h 6858000"/>
              <a:gd name="connsiteX202" fmla="*/ 4441737 w 7467600"/>
              <a:gd name="connsiteY202" fmla="*/ 3399734 h 6858000"/>
              <a:gd name="connsiteX203" fmla="*/ 4431236 w 7467600"/>
              <a:gd name="connsiteY203" fmla="*/ 3400954 h 6858000"/>
              <a:gd name="connsiteX204" fmla="*/ 4557150 w 7467600"/>
              <a:gd name="connsiteY204" fmla="*/ 3510023 h 6858000"/>
              <a:gd name="connsiteX205" fmla="*/ 4856936 w 7467600"/>
              <a:gd name="connsiteY205" fmla="*/ 3809146 h 6858000"/>
              <a:gd name="connsiteX206" fmla="*/ 5111996 w 7467600"/>
              <a:gd name="connsiteY206" fmla="*/ 4065759 h 6858000"/>
              <a:gd name="connsiteX207" fmla="*/ 5388878 w 7467600"/>
              <a:gd name="connsiteY207" fmla="*/ 4300185 h 6858000"/>
              <a:gd name="connsiteX208" fmla="*/ 5425556 w 7467600"/>
              <a:gd name="connsiteY208" fmla="*/ 4308967 h 6858000"/>
              <a:gd name="connsiteX209" fmla="*/ 4943646 w 7467600"/>
              <a:gd name="connsiteY209" fmla="*/ 3822916 h 6858000"/>
              <a:gd name="connsiteX210" fmla="*/ 4594837 w 7467600"/>
              <a:gd name="connsiteY210" fmla="*/ 3532274 h 6858000"/>
              <a:gd name="connsiteX211" fmla="*/ 4441737 w 7467600"/>
              <a:gd name="connsiteY211" fmla="*/ 3399734 h 6858000"/>
              <a:gd name="connsiteX212" fmla="*/ 5425834 w 7467600"/>
              <a:gd name="connsiteY212" fmla="*/ 3162785 h 6858000"/>
              <a:gd name="connsiteX213" fmla="*/ 5401644 w 7467600"/>
              <a:gd name="connsiteY213" fmla="*/ 3617847 h 6858000"/>
              <a:gd name="connsiteX214" fmla="*/ 5467256 w 7467600"/>
              <a:gd name="connsiteY214" fmla="*/ 4175494 h 6858000"/>
              <a:gd name="connsiteX215" fmla="*/ 5448069 w 7467600"/>
              <a:gd name="connsiteY215" fmla="*/ 3567554 h 6858000"/>
              <a:gd name="connsiteX216" fmla="*/ 5425834 w 7467600"/>
              <a:gd name="connsiteY216" fmla="*/ 3162785 h 6858000"/>
              <a:gd name="connsiteX217" fmla="*/ 1318687 w 7467600"/>
              <a:gd name="connsiteY217" fmla="*/ 3113840 h 6858000"/>
              <a:gd name="connsiteX218" fmla="*/ 1066793 w 7467600"/>
              <a:gd name="connsiteY218" fmla="*/ 3212171 h 6858000"/>
              <a:gd name="connsiteX219" fmla="*/ 993319 w 7467600"/>
              <a:gd name="connsiteY219" fmla="*/ 3247648 h 6858000"/>
              <a:gd name="connsiteX220" fmla="*/ 853081 w 7467600"/>
              <a:gd name="connsiteY220" fmla="*/ 3312410 h 6858000"/>
              <a:gd name="connsiteX221" fmla="*/ 805957 w 7467600"/>
              <a:gd name="connsiteY221" fmla="*/ 3330443 h 6858000"/>
              <a:gd name="connsiteX222" fmla="*/ 1318687 w 7467600"/>
              <a:gd name="connsiteY222" fmla="*/ 3113840 h 6858000"/>
              <a:gd name="connsiteX223" fmla="*/ 5453702 w 7467600"/>
              <a:gd name="connsiteY223" fmla="*/ 3090882 h 6858000"/>
              <a:gd name="connsiteX224" fmla="*/ 5480135 w 7467600"/>
              <a:gd name="connsiteY224" fmla="*/ 3565802 h 6858000"/>
              <a:gd name="connsiteX225" fmla="*/ 5499023 w 7467600"/>
              <a:gd name="connsiteY225" fmla="*/ 4166310 h 6858000"/>
              <a:gd name="connsiteX226" fmla="*/ 5547022 w 7467600"/>
              <a:gd name="connsiteY226" fmla="*/ 3607838 h 6858000"/>
              <a:gd name="connsiteX227" fmla="*/ 5515964 w 7467600"/>
              <a:gd name="connsiteY227" fmla="*/ 3378541 h 6858000"/>
              <a:gd name="connsiteX228" fmla="*/ 5453702 w 7467600"/>
              <a:gd name="connsiteY228" fmla="*/ 3090882 h 6858000"/>
              <a:gd name="connsiteX229" fmla="*/ 1238695 w 7467600"/>
              <a:gd name="connsiteY229" fmla="*/ 3076820 h 6858000"/>
              <a:gd name="connsiteX230" fmla="*/ 716371 w 7467600"/>
              <a:gd name="connsiteY230" fmla="*/ 3293249 h 6858000"/>
              <a:gd name="connsiteX231" fmla="*/ 579522 w 7467600"/>
              <a:gd name="connsiteY231" fmla="*/ 3371759 h 6858000"/>
              <a:gd name="connsiteX232" fmla="*/ 600288 w 7467600"/>
              <a:gd name="connsiteY232" fmla="*/ 3365555 h 6858000"/>
              <a:gd name="connsiteX233" fmla="*/ 840692 w 7467600"/>
              <a:gd name="connsiteY233" fmla="*/ 3284921 h 6858000"/>
              <a:gd name="connsiteX234" fmla="*/ 979248 w 7467600"/>
              <a:gd name="connsiteY234" fmla="*/ 3221003 h 6858000"/>
              <a:gd name="connsiteX235" fmla="*/ 1053282 w 7467600"/>
              <a:gd name="connsiteY235" fmla="*/ 3185247 h 6858000"/>
              <a:gd name="connsiteX236" fmla="*/ 1320603 w 7467600"/>
              <a:gd name="connsiteY236" fmla="*/ 3081281 h 6858000"/>
              <a:gd name="connsiteX237" fmla="*/ 1238695 w 7467600"/>
              <a:gd name="connsiteY237" fmla="*/ 3076820 h 6858000"/>
              <a:gd name="connsiteX238" fmla="*/ 5425627 w 7467600"/>
              <a:gd name="connsiteY238" fmla="*/ 2954192 h 6858000"/>
              <a:gd name="connsiteX239" fmla="*/ 5470770 w 7467600"/>
              <a:gd name="connsiteY239" fmla="*/ 3005435 h 6858000"/>
              <a:gd name="connsiteX240" fmla="*/ 5519779 w 7467600"/>
              <a:gd name="connsiteY240" fmla="*/ 4359223 h 6858000"/>
              <a:gd name="connsiteX241" fmla="*/ 5520293 w 7467600"/>
              <a:gd name="connsiteY241" fmla="*/ 4360602 h 6858000"/>
              <a:gd name="connsiteX242" fmla="*/ 5767221 w 7467600"/>
              <a:gd name="connsiteY242" fmla="*/ 4665564 h 6858000"/>
              <a:gd name="connsiteX243" fmla="*/ 6937169 w 7467600"/>
              <a:gd name="connsiteY243" fmla="*/ 4815941 h 6858000"/>
              <a:gd name="connsiteX244" fmla="*/ 6953922 w 7467600"/>
              <a:gd name="connsiteY244" fmla="*/ 4890068 h 6858000"/>
              <a:gd name="connsiteX245" fmla="*/ 6071359 w 7467600"/>
              <a:gd name="connsiteY245" fmla="*/ 4770770 h 6858000"/>
              <a:gd name="connsiteX246" fmla="*/ 6038839 w 7467600"/>
              <a:gd name="connsiteY246" fmla="*/ 4764474 h 6858000"/>
              <a:gd name="connsiteX247" fmla="*/ 6038706 w 7467600"/>
              <a:gd name="connsiteY247" fmla="*/ 4763847 h 6858000"/>
              <a:gd name="connsiteX248" fmla="*/ 6037784 w 7467600"/>
              <a:gd name="connsiteY248" fmla="*/ 4764270 h 6858000"/>
              <a:gd name="connsiteX249" fmla="*/ 6038839 w 7467600"/>
              <a:gd name="connsiteY249" fmla="*/ 4764474 h 6858000"/>
              <a:gd name="connsiteX250" fmla="*/ 6040338 w 7467600"/>
              <a:gd name="connsiteY250" fmla="*/ 4771418 h 6858000"/>
              <a:gd name="connsiteX251" fmla="*/ 6024488 w 7467600"/>
              <a:gd name="connsiteY251" fmla="*/ 4809903 h 6858000"/>
              <a:gd name="connsiteX252" fmla="*/ 5599771 w 7467600"/>
              <a:gd name="connsiteY252" fmla="*/ 5509652 h 6858000"/>
              <a:gd name="connsiteX253" fmla="*/ 5548843 w 7467600"/>
              <a:gd name="connsiteY253" fmla="*/ 5563845 h 6858000"/>
              <a:gd name="connsiteX254" fmla="*/ 5940952 w 7467600"/>
              <a:gd name="connsiteY254" fmla="*/ 6250028 h 6858000"/>
              <a:gd name="connsiteX255" fmla="*/ 6043441 w 7467600"/>
              <a:gd name="connsiteY255" fmla="*/ 6665847 h 6858000"/>
              <a:gd name="connsiteX256" fmla="*/ 6093432 w 7467600"/>
              <a:gd name="connsiteY256" fmla="*/ 6858000 h 6858000"/>
              <a:gd name="connsiteX257" fmla="*/ 6034344 w 7467600"/>
              <a:gd name="connsiteY257" fmla="*/ 6858000 h 6858000"/>
              <a:gd name="connsiteX258" fmla="*/ 6026679 w 7467600"/>
              <a:gd name="connsiteY258" fmla="*/ 6836959 h 6858000"/>
              <a:gd name="connsiteX259" fmla="*/ 5800441 w 7467600"/>
              <a:gd name="connsiteY259" fmla="*/ 6335286 h 6858000"/>
              <a:gd name="connsiteX260" fmla="*/ 5526562 w 7467600"/>
              <a:gd name="connsiteY260" fmla="*/ 5705388 h 6858000"/>
              <a:gd name="connsiteX261" fmla="*/ 5519640 w 7467600"/>
              <a:gd name="connsiteY261" fmla="*/ 5683774 h 6858000"/>
              <a:gd name="connsiteX262" fmla="*/ 5844559 w 7467600"/>
              <a:gd name="connsiteY262" fmla="*/ 6553349 h 6858000"/>
              <a:gd name="connsiteX263" fmla="*/ 5975994 w 7467600"/>
              <a:gd name="connsiteY263" fmla="*/ 6858000 h 6858000"/>
              <a:gd name="connsiteX264" fmla="*/ 5898547 w 7467600"/>
              <a:gd name="connsiteY264" fmla="*/ 6858000 h 6858000"/>
              <a:gd name="connsiteX265" fmla="*/ 5682041 w 7467600"/>
              <a:gd name="connsiteY265" fmla="*/ 6355860 h 6858000"/>
              <a:gd name="connsiteX266" fmla="*/ 5461758 w 7467600"/>
              <a:gd name="connsiteY266" fmla="*/ 5820220 h 6858000"/>
              <a:gd name="connsiteX267" fmla="*/ 5237282 w 7467600"/>
              <a:gd name="connsiteY267" fmla="*/ 6579086 h 6858000"/>
              <a:gd name="connsiteX268" fmla="*/ 5115009 w 7467600"/>
              <a:gd name="connsiteY268" fmla="*/ 6858000 h 6858000"/>
              <a:gd name="connsiteX269" fmla="*/ 5028074 w 7467600"/>
              <a:gd name="connsiteY269" fmla="*/ 6858000 h 6858000"/>
              <a:gd name="connsiteX270" fmla="*/ 5079508 w 7467600"/>
              <a:gd name="connsiteY270" fmla="*/ 6749074 h 6858000"/>
              <a:gd name="connsiteX271" fmla="*/ 5371846 w 7467600"/>
              <a:gd name="connsiteY271" fmla="*/ 5924413 h 6858000"/>
              <a:gd name="connsiteX272" fmla="*/ 5270512 w 7467600"/>
              <a:gd name="connsiteY272" fmla="*/ 6138975 h 6858000"/>
              <a:gd name="connsiteX273" fmla="*/ 5062409 w 7467600"/>
              <a:gd name="connsiteY273" fmla="*/ 6653544 h 6858000"/>
              <a:gd name="connsiteX274" fmla="*/ 5036628 w 7467600"/>
              <a:gd name="connsiteY274" fmla="*/ 6754247 h 6858000"/>
              <a:gd name="connsiteX275" fmla="*/ 5009112 w 7467600"/>
              <a:gd name="connsiteY275" fmla="*/ 6858000 h 6858000"/>
              <a:gd name="connsiteX276" fmla="*/ 4976679 w 7467600"/>
              <a:gd name="connsiteY276" fmla="*/ 6858000 h 6858000"/>
              <a:gd name="connsiteX277" fmla="*/ 5006537 w 7467600"/>
              <a:gd name="connsiteY277" fmla="*/ 6747068 h 6858000"/>
              <a:gd name="connsiteX278" fmla="*/ 5032723 w 7467600"/>
              <a:gd name="connsiteY278" fmla="*/ 6644957 h 6858000"/>
              <a:gd name="connsiteX279" fmla="*/ 5242949 w 7467600"/>
              <a:gd name="connsiteY279" fmla="*/ 6125175 h 6858000"/>
              <a:gd name="connsiteX280" fmla="*/ 5286321 w 7467600"/>
              <a:gd name="connsiteY280" fmla="*/ 6033555 h 6858000"/>
              <a:gd name="connsiteX281" fmla="*/ 5008210 w 7467600"/>
              <a:gd name="connsiteY281" fmla="*/ 6649194 h 6858000"/>
              <a:gd name="connsiteX282" fmla="*/ 4986321 w 7467600"/>
              <a:gd name="connsiteY282" fmla="*/ 6765687 h 6858000"/>
              <a:gd name="connsiteX283" fmla="*/ 4973474 w 7467600"/>
              <a:gd name="connsiteY283" fmla="*/ 6858000 h 6858000"/>
              <a:gd name="connsiteX284" fmla="*/ 4907178 w 7467600"/>
              <a:gd name="connsiteY284" fmla="*/ 6858000 h 6858000"/>
              <a:gd name="connsiteX285" fmla="*/ 4910810 w 7467600"/>
              <a:gd name="connsiteY285" fmla="*/ 6829660 h 6858000"/>
              <a:gd name="connsiteX286" fmla="*/ 4987461 w 7467600"/>
              <a:gd name="connsiteY286" fmla="*/ 6432994 h 6858000"/>
              <a:gd name="connsiteX287" fmla="*/ 5179262 w 7467600"/>
              <a:gd name="connsiteY287" fmla="*/ 6035044 h 6858000"/>
              <a:gd name="connsiteX288" fmla="*/ 4689678 w 7467600"/>
              <a:gd name="connsiteY288" fmla="*/ 6440241 h 6858000"/>
              <a:gd name="connsiteX289" fmla="*/ 4477543 w 7467600"/>
              <a:gd name="connsiteY289" fmla="*/ 6674836 h 6858000"/>
              <a:gd name="connsiteX290" fmla="*/ 4329957 w 7467600"/>
              <a:gd name="connsiteY290" fmla="*/ 6858000 h 6858000"/>
              <a:gd name="connsiteX291" fmla="*/ 4218595 w 7467600"/>
              <a:gd name="connsiteY291" fmla="*/ 6858000 h 6858000"/>
              <a:gd name="connsiteX292" fmla="*/ 4368888 w 7467600"/>
              <a:gd name="connsiteY292" fmla="*/ 6668412 h 6858000"/>
              <a:gd name="connsiteX293" fmla="*/ 4563091 w 7467600"/>
              <a:gd name="connsiteY293" fmla="*/ 6442508 h 6858000"/>
              <a:gd name="connsiteX294" fmla="*/ 5387324 w 7467600"/>
              <a:gd name="connsiteY294" fmla="*/ 5705830 h 6858000"/>
              <a:gd name="connsiteX295" fmla="*/ 5073620 w 7467600"/>
              <a:gd name="connsiteY295" fmla="*/ 5955437 h 6858000"/>
              <a:gd name="connsiteX296" fmla="*/ 4689789 w 7467600"/>
              <a:gd name="connsiteY296" fmla="*/ 6268382 h 6858000"/>
              <a:gd name="connsiteX297" fmla="*/ 4418722 w 7467600"/>
              <a:gd name="connsiteY297" fmla="*/ 6570886 h 6858000"/>
              <a:gd name="connsiteX298" fmla="*/ 4214944 w 7467600"/>
              <a:gd name="connsiteY298" fmla="*/ 6858000 h 6858000"/>
              <a:gd name="connsiteX299" fmla="*/ 4177898 w 7467600"/>
              <a:gd name="connsiteY299" fmla="*/ 6858000 h 6858000"/>
              <a:gd name="connsiteX300" fmla="*/ 4391597 w 7467600"/>
              <a:gd name="connsiteY300" fmla="*/ 6556370 h 6858000"/>
              <a:gd name="connsiteX301" fmla="*/ 4668889 w 7467600"/>
              <a:gd name="connsiteY301" fmla="*/ 6246399 h 6858000"/>
              <a:gd name="connsiteX302" fmla="*/ 5055427 w 7467600"/>
              <a:gd name="connsiteY302" fmla="*/ 5931476 h 6858000"/>
              <a:gd name="connsiteX303" fmla="*/ 5371814 w 7467600"/>
              <a:gd name="connsiteY303" fmla="*/ 5678975 h 6858000"/>
              <a:gd name="connsiteX304" fmla="*/ 4987918 w 7467600"/>
              <a:gd name="connsiteY304" fmla="*/ 5838701 h 6858000"/>
              <a:gd name="connsiteX305" fmla="*/ 4317146 w 7467600"/>
              <a:gd name="connsiteY305" fmla="*/ 6587716 h 6858000"/>
              <a:gd name="connsiteX306" fmla="*/ 4171627 w 7467600"/>
              <a:gd name="connsiteY306" fmla="*/ 6858000 h 6858000"/>
              <a:gd name="connsiteX307" fmla="*/ 4081585 w 7467600"/>
              <a:gd name="connsiteY307" fmla="*/ 6858000 h 6858000"/>
              <a:gd name="connsiteX308" fmla="*/ 4238603 w 7467600"/>
              <a:gd name="connsiteY308" fmla="*/ 6559341 h 6858000"/>
              <a:gd name="connsiteX309" fmla="*/ 4778333 w 7467600"/>
              <a:gd name="connsiteY309" fmla="*/ 5873626 h 6858000"/>
              <a:gd name="connsiteX310" fmla="*/ 5414185 w 7467600"/>
              <a:gd name="connsiteY310" fmla="*/ 5573882 h 6858000"/>
              <a:gd name="connsiteX311" fmla="*/ 5959648 w 7467600"/>
              <a:gd name="connsiteY311" fmla="*/ 4760797 h 6858000"/>
              <a:gd name="connsiteX312" fmla="*/ 5355019 w 7467600"/>
              <a:gd name="connsiteY312" fmla="*/ 4734672 h 6858000"/>
              <a:gd name="connsiteX313" fmla="*/ 5083565 w 7467600"/>
              <a:gd name="connsiteY313" fmla="*/ 5179121 h 6858000"/>
              <a:gd name="connsiteX314" fmla="*/ 4713577 w 7467600"/>
              <a:gd name="connsiteY314" fmla="*/ 5616803 h 6858000"/>
              <a:gd name="connsiteX315" fmla="*/ 3989559 w 7467600"/>
              <a:gd name="connsiteY315" fmla="*/ 6145945 h 6858000"/>
              <a:gd name="connsiteX316" fmla="*/ 3939824 w 7467600"/>
              <a:gd name="connsiteY316" fmla="*/ 6066900 h 6858000"/>
              <a:gd name="connsiteX317" fmla="*/ 4584537 w 7467600"/>
              <a:gd name="connsiteY317" fmla="*/ 5324826 h 6858000"/>
              <a:gd name="connsiteX318" fmla="*/ 5037105 w 7467600"/>
              <a:gd name="connsiteY318" fmla="*/ 5088765 h 6858000"/>
              <a:gd name="connsiteX319" fmla="*/ 5039930 w 7467600"/>
              <a:gd name="connsiteY319" fmla="*/ 5089585 h 6858000"/>
              <a:gd name="connsiteX320" fmla="*/ 5263764 w 7467600"/>
              <a:gd name="connsiteY320" fmla="*/ 4735525 h 6858000"/>
              <a:gd name="connsiteX321" fmla="*/ 4086300 w 7467600"/>
              <a:gd name="connsiteY321" fmla="*/ 4884599 h 6858000"/>
              <a:gd name="connsiteX322" fmla="*/ 4085485 w 7467600"/>
              <a:gd name="connsiteY322" fmla="*/ 4899070 h 6858000"/>
              <a:gd name="connsiteX323" fmla="*/ 3871915 w 7467600"/>
              <a:gd name="connsiteY323" fmla="*/ 5253645 h 6858000"/>
              <a:gd name="connsiteX324" fmla="*/ 3799374 w 7467600"/>
              <a:gd name="connsiteY324" fmla="*/ 5466127 h 6858000"/>
              <a:gd name="connsiteX325" fmla="*/ 3498850 w 7467600"/>
              <a:gd name="connsiteY325" fmla="*/ 6661888 h 6858000"/>
              <a:gd name="connsiteX326" fmla="*/ 3399216 w 7467600"/>
              <a:gd name="connsiteY326" fmla="*/ 6858000 h 6858000"/>
              <a:gd name="connsiteX327" fmla="*/ 3303688 w 7467600"/>
              <a:gd name="connsiteY327" fmla="*/ 6858000 h 6858000"/>
              <a:gd name="connsiteX328" fmla="*/ 3391774 w 7467600"/>
              <a:gd name="connsiteY328" fmla="*/ 6697181 h 6858000"/>
              <a:gd name="connsiteX329" fmla="*/ 3735540 w 7467600"/>
              <a:gd name="connsiteY329" fmla="*/ 5546923 h 6858000"/>
              <a:gd name="connsiteX330" fmla="*/ 3729438 w 7467600"/>
              <a:gd name="connsiteY330" fmla="*/ 5569058 h 6858000"/>
              <a:gd name="connsiteX331" fmla="*/ 3707782 w 7467600"/>
              <a:gd name="connsiteY331" fmla="*/ 5644908 h 6858000"/>
              <a:gd name="connsiteX332" fmla="*/ 3583827 w 7467600"/>
              <a:gd name="connsiteY332" fmla="*/ 6039215 h 6858000"/>
              <a:gd name="connsiteX333" fmla="*/ 3547861 w 7467600"/>
              <a:gd name="connsiteY333" fmla="*/ 6129609 h 6858000"/>
              <a:gd name="connsiteX334" fmla="*/ 3490905 w 7467600"/>
              <a:gd name="connsiteY334" fmla="*/ 6277660 h 6858000"/>
              <a:gd name="connsiteX335" fmla="*/ 3455859 w 7467600"/>
              <a:gd name="connsiteY335" fmla="*/ 6391301 h 6858000"/>
              <a:gd name="connsiteX336" fmla="*/ 3429112 w 7467600"/>
              <a:gd name="connsiteY336" fmla="*/ 6479469 h 6858000"/>
              <a:gd name="connsiteX337" fmla="*/ 3304862 w 7467600"/>
              <a:gd name="connsiteY337" fmla="*/ 6796476 h 6858000"/>
              <a:gd name="connsiteX338" fmla="*/ 3276071 w 7467600"/>
              <a:gd name="connsiteY338" fmla="*/ 6858000 h 6858000"/>
              <a:gd name="connsiteX339" fmla="*/ 3240805 w 7467600"/>
              <a:gd name="connsiteY339" fmla="*/ 6858000 h 6858000"/>
              <a:gd name="connsiteX340" fmla="*/ 3275917 w 7467600"/>
              <a:gd name="connsiteY340" fmla="*/ 6783192 h 6858000"/>
              <a:gd name="connsiteX341" fmla="*/ 3399358 w 7467600"/>
              <a:gd name="connsiteY341" fmla="*/ 6469011 h 6858000"/>
              <a:gd name="connsiteX342" fmla="*/ 3425650 w 7467600"/>
              <a:gd name="connsiteY342" fmla="*/ 6381333 h 6858000"/>
              <a:gd name="connsiteX343" fmla="*/ 3460661 w 7467600"/>
              <a:gd name="connsiteY343" fmla="*/ 6266763 h 6858000"/>
              <a:gd name="connsiteX344" fmla="*/ 3518021 w 7467600"/>
              <a:gd name="connsiteY344" fmla="*/ 6117298 h 6858000"/>
              <a:gd name="connsiteX345" fmla="*/ 3554035 w 7467600"/>
              <a:gd name="connsiteY345" fmla="*/ 6027832 h 6858000"/>
              <a:gd name="connsiteX346" fmla="*/ 3677174 w 7467600"/>
              <a:gd name="connsiteY346" fmla="*/ 5636351 h 6858000"/>
              <a:gd name="connsiteX347" fmla="*/ 3698819 w 7467600"/>
              <a:gd name="connsiteY347" fmla="*/ 5560503 h 6858000"/>
              <a:gd name="connsiteX348" fmla="*/ 3702094 w 7467600"/>
              <a:gd name="connsiteY348" fmla="*/ 5549194 h 6858000"/>
              <a:gd name="connsiteX349" fmla="*/ 3398355 w 7467600"/>
              <a:gd name="connsiteY349" fmla="*/ 6094603 h 6858000"/>
              <a:gd name="connsiteX350" fmla="*/ 3193941 w 7467600"/>
              <a:gd name="connsiteY350" fmla="*/ 6798775 h 6858000"/>
              <a:gd name="connsiteX351" fmla="*/ 3184140 w 7467600"/>
              <a:gd name="connsiteY351" fmla="*/ 6858000 h 6858000"/>
              <a:gd name="connsiteX352" fmla="*/ 3099978 w 7467600"/>
              <a:gd name="connsiteY352" fmla="*/ 6858000 h 6858000"/>
              <a:gd name="connsiteX353" fmla="*/ 3101556 w 7467600"/>
              <a:gd name="connsiteY353" fmla="*/ 6843337 h 6858000"/>
              <a:gd name="connsiteX354" fmla="*/ 3370162 w 7467600"/>
              <a:gd name="connsiteY354" fmla="*/ 5785550 h 6858000"/>
              <a:gd name="connsiteX355" fmla="*/ 3746477 w 7467600"/>
              <a:gd name="connsiteY355" fmla="*/ 5377889 h 6858000"/>
              <a:gd name="connsiteX356" fmla="*/ 3863399 w 7467600"/>
              <a:gd name="connsiteY356" fmla="*/ 5087257 h 6858000"/>
              <a:gd name="connsiteX357" fmla="*/ 3968712 w 7467600"/>
              <a:gd name="connsiteY357" fmla="*/ 4913989 h 6858000"/>
              <a:gd name="connsiteX358" fmla="*/ 2792390 w 7467600"/>
              <a:gd name="connsiteY358" fmla="*/ 5382974 h 6858000"/>
              <a:gd name="connsiteX359" fmla="*/ 2714982 w 7467600"/>
              <a:gd name="connsiteY359" fmla="*/ 5427051 h 6858000"/>
              <a:gd name="connsiteX360" fmla="*/ 2813361 w 7467600"/>
              <a:gd name="connsiteY360" fmla="*/ 6023912 h 6858000"/>
              <a:gd name="connsiteX361" fmla="*/ 2688430 w 7467600"/>
              <a:gd name="connsiteY361" fmla="*/ 6801564 h 6858000"/>
              <a:gd name="connsiteX362" fmla="*/ 2629626 w 7467600"/>
              <a:gd name="connsiteY362" fmla="*/ 6763394 h 6858000"/>
              <a:gd name="connsiteX363" fmla="*/ 2565328 w 7467600"/>
              <a:gd name="connsiteY363" fmla="*/ 5516399 h 6858000"/>
              <a:gd name="connsiteX364" fmla="*/ 1922999 w 7467600"/>
              <a:gd name="connsiteY364" fmla="*/ 5980343 h 6858000"/>
              <a:gd name="connsiteX365" fmla="*/ 1950261 w 7467600"/>
              <a:gd name="connsiteY365" fmla="*/ 6405858 h 6858000"/>
              <a:gd name="connsiteX366" fmla="*/ 2365554 w 7467600"/>
              <a:gd name="connsiteY366" fmla="*/ 6759107 h 6858000"/>
              <a:gd name="connsiteX367" fmla="*/ 2424142 w 7467600"/>
              <a:gd name="connsiteY367" fmla="*/ 6858000 h 6858000"/>
              <a:gd name="connsiteX368" fmla="*/ 2395994 w 7467600"/>
              <a:gd name="connsiteY368" fmla="*/ 6858000 h 6858000"/>
              <a:gd name="connsiteX369" fmla="*/ 2392863 w 7467600"/>
              <a:gd name="connsiteY369" fmla="*/ 6852964 h 6858000"/>
              <a:gd name="connsiteX370" fmla="*/ 2017589 w 7467600"/>
              <a:gd name="connsiteY370" fmla="*/ 6493982 h 6858000"/>
              <a:gd name="connsiteX371" fmla="*/ 2147336 w 7467600"/>
              <a:gd name="connsiteY371" fmla="*/ 6594052 h 6858000"/>
              <a:gd name="connsiteX372" fmla="*/ 2207047 w 7467600"/>
              <a:gd name="connsiteY372" fmla="*/ 6654540 h 6858000"/>
              <a:gd name="connsiteX373" fmla="*/ 2299106 w 7467600"/>
              <a:gd name="connsiteY373" fmla="*/ 6778931 h 6858000"/>
              <a:gd name="connsiteX374" fmla="*/ 2314430 w 7467600"/>
              <a:gd name="connsiteY374" fmla="*/ 6801144 h 6858000"/>
              <a:gd name="connsiteX375" fmla="*/ 2352406 w 7467600"/>
              <a:gd name="connsiteY375" fmla="*/ 6858000 h 6858000"/>
              <a:gd name="connsiteX376" fmla="*/ 2314492 w 7467600"/>
              <a:gd name="connsiteY376" fmla="*/ 6858000 h 6858000"/>
              <a:gd name="connsiteX377" fmla="*/ 2288095 w 7467600"/>
              <a:gd name="connsiteY377" fmla="*/ 6818030 h 6858000"/>
              <a:gd name="connsiteX378" fmla="*/ 2272768 w 7467600"/>
              <a:gd name="connsiteY378" fmla="*/ 6795822 h 6858000"/>
              <a:gd name="connsiteX379" fmla="*/ 2182715 w 7467600"/>
              <a:gd name="connsiteY379" fmla="*/ 6675071 h 6858000"/>
              <a:gd name="connsiteX380" fmla="*/ 2032061 w 7467600"/>
              <a:gd name="connsiteY380" fmla="*/ 6541380 h 6858000"/>
              <a:gd name="connsiteX381" fmla="*/ 2257220 w 7467600"/>
              <a:gd name="connsiteY381" fmla="*/ 6826257 h 6858000"/>
              <a:gd name="connsiteX382" fmla="*/ 2281324 w 7467600"/>
              <a:gd name="connsiteY382" fmla="*/ 6858000 h 6858000"/>
              <a:gd name="connsiteX383" fmla="*/ 2242860 w 7467600"/>
              <a:gd name="connsiteY383" fmla="*/ 6858000 h 6858000"/>
              <a:gd name="connsiteX384" fmla="*/ 2232818 w 7467600"/>
              <a:gd name="connsiteY384" fmla="*/ 6844926 h 6858000"/>
              <a:gd name="connsiteX385" fmla="*/ 1990172 w 7467600"/>
              <a:gd name="connsiteY385" fmla="*/ 6542121 h 6858000"/>
              <a:gd name="connsiteX386" fmla="*/ 2124090 w 7467600"/>
              <a:gd name="connsiteY386" fmla="*/ 6761017 h 6858000"/>
              <a:gd name="connsiteX387" fmla="*/ 2200380 w 7467600"/>
              <a:gd name="connsiteY387" fmla="*/ 6858000 h 6858000"/>
              <a:gd name="connsiteX388" fmla="*/ 2147507 w 7467600"/>
              <a:gd name="connsiteY388" fmla="*/ 6858000 h 6858000"/>
              <a:gd name="connsiteX389" fmla="*/ 2070668 w 7467600"/>
              <a:gd name="connsiteY389" fmla="*/ 6761520 h 6858000"/>
              <a:gd name="connsiteX390" fmla="*/ 1975142 w 7467600"/>
              <a:gd name="connsiteY390" fmla="*/ 6585570 h 6858000"/>
              <a:gd name="connsiteX391" fmla="*/ 2050035 w 7467600"/>
              <a:gd name="connsiteY391" fmla="*/ 6813345 h 6858000"/>
              <a:gd name="connsiteX392" fmla="*/ 2063025 w 7467600"/>
              <a:gd name="connsiteY392" fmla="*/ 6858000 h 6858000"/>
              <a:gd name="connsiteX393" fmla="*/ 2021675 w 7467600"/>
              <a:gd name="connsiteY393" fmla="*/ 6858000 h 6858000"/>
              <a:gd name="connsiteX394" fmla="*/ 2019308 w 7467600"/>
              <a:gd name="connsiteY394" fmla="*/ 6847118 h 6858000"/>
              <a:gd name="connsiteX395" fmla="*/ 1938835 w 7467600"/>
              <a:gd name="connsiteY395" fmla="*/ 6551160 h 6858000"/>
              <a:gd name="connsiteX396" fmla="*/ 1953230 w 7467600"/>
              <a:gd name="connsiteY396" fmla="*/ 6759699 h 6858000"/>
              <a:gd name="connsiteX397" fmla="*/ 1956763 w 7467600"/>
              <a:gd name="connsiteY397" fmla="*/ 6778191 h 6858000"/>
              <a:gd name="connsiteX398" fmla="*/ 1967925 w 7467600"/>
              <a:gd name="connsiteY398" fmla="*/ 6858000 h 6858000"/>
              <a:gd name="connsiteX399" fmla="*/ 1936622 w 7467600"/>
              <a:gd name="connsiteY399" fmla="*/ 6858000 h 6858000"/>
              <a:gd name="connsiteX400" fmla="*/ 1926261 w 7467600"/>
              <a:gd name="connsiteY400" fmla="*/ 6784064 h 6858000"/>
              <a:gd name="connsiteX401" fmla="*/ 1922724 w 7467600"/>
              <a:gd name="connsiteY401" fmla="*/ 6765577 h 6858000"/>
              <a:gd name="connsiteX402" fmla="*/ 1904650 w 7467600"/>
              <a:gd name="connsiteY402" fmla="*/ 6639616 h 6858000"/>
              <a:gd name="connsiteX403" fmla="*/ 1885273 w 7467600"/>
              <a:gd name="connsiteY403" fmla="*/ 6858000 h 6858000"/>
              <a:gd name="connsiteX404" fmla="*/ 1854363 w 7467600"/>
              <a:gd name="connsiteY404" fmla="*/ 6858000 h 6858000"/>
              <a:gd name="connsiteX405" fmla="*/ 1880391 w 7467600"/>
              <a:gd name="connsiteY405" fmla="*/ 6603796 h 6858000"/>
              <a:gd name="connsiteX406" fmla="*/ 1818273 w 7467600"/>
              <a:gd name="connsiteY406" fmla="*/ 6715729 h 6858000"/>
              <a:gd name="connsiteX407" fmla="*/ 1794691 w 7467600"/>
              <a:gd name="connsiteY407" fmla="*/ 6843239 h 6858000"/>
              <a:gd name="connsiteX408" fmla="*/ 1794914 w 7467600"/>
              <a:gd name="connsiteY408" fmla="*/ 6858000 h 6858000"/>
              <a:gd name="connsiteX409" fmla="*/ 1746128 w 7467600"/>
              <a:gd name="connsiteY409" fmla="*/ 6858000 h 6858000"/>
              <a:gd name="connsiteX410" fmla="*/ 1753934 w 7467600"/>
              <a:gd name="connsiteY410" fmla="*/ 6724796 h 6858000"/>
              <a:gd name="connsiteX411" fmla="*/ 1792053 w 7467600"/>
              <a:gd name="connsiteY411" fmla="*/ 6572396 h 6858000"/>
              <a:gd name="connsiteX412" fmla="*/ 1862248 w 7467600"/>
              <a:gd name="connsiteY412" fmla="*/ 6266397 h 6858000"/>
              <a:gd name="connsiteX413" fmla="*/ 1862250 w 7467600"/>
              <a:gd name="connsiteY413" fmla="*/ 6033531 h 6858000"/>
              <a:gd name="connsiteX414" fmla="*/ 1211999 w 7467600"/>
              <a:gd name="connsiteY414" fmla="*/ 6683610 h 6858000"/>
              <a:gd name="connsiteX415" fmla="*/ 1213266 w 7467600"/>
              <a:gd name="connsiteY415" fmla="*/ 6691947 h 6858000"/>
              <a:gd name="connsiteX416" fmla="*/ 1203370 w 7467600"/>
              <a:gd name="connsiteY416" fmla="*/ 6850676 h 6858000"/>
              <a:gd name="connsiteX417" fmla="*/ 1203671 w 7467600"/>
              <a:gd name="connsiteY417" fmla="*/ 6858000 h 6858000"/>
              <a:gd name="connsiteX418" fmla="*/ 1143180 w 7467600"/>
              <a:gd name="connsiteY418" fmla="*/ 6858000 h 6858000"/>
              <a:gd name="connsiteX419" fmla="*/ 1142176 w 7467600"/>
              <a:gd name="connsiteY419" fmla="*/ 6766045 h 6858000"/>
              <a:gd name="connsiteX420" fmla="*/ 1067484 w 7467600"/>
              <a:gd name="connsiteY420" fmla="*/ 6858000 h 6858000"/>
              <a:gd name="connsiteX421" fmla="*/ 953928 w 7467600"/>
              <a:gd name="connsiteY421" fmla="*/ 6858000 h 6858000"/>
              <a:gd name="connsiteX422" fmla="*/ 959715 w 7467600"/>
              <a:gd name="connsiteY422" fmla="*/ 6850185 h 6858000"/>
              <a:gd name="connsiteX423" fmla="*/ 1483788 w 7467600"/>
              <a:gd name="connsiteY423" fmla="*/ 6259174 h 6858000"/>
              <a:gd name="connsiteX424" fmla="*/ 1100671 w 7467600"/>
              <a:gd name="connsiteY424" fmla="*/ 6252137 h 6858000"/>
              <a:gd name="connsiteX425" fmla="*/ 1090144 w 7467600"/>
              <a:gd name="connsiteY425" fmla="*/ 6256748 h 6858000"/>
              <a:gd name="connsiteX426" fmla="*/ 1095872 w 7467600"/>
              <a:gd name="connsiteY426" fmla="*/ 6271892 h 6858000"/>
              <a:gd name="connsiteX427" fmla="*/ 262785 w 7467600"/>
              <a:gd name="connsiteY427" fmla="*/ 6845450 h 6858000"/>
              <a:gd name="connsiteX428" fmla="*/ 209968 w 7467600"/>
              <a:gd name="connsiteY428" fmla="*/ 6770713 h 6858000"/>
              <a:gd name="connsiteX429" fmla="*/ 873460 w 7467600"/>
              <a:gd name="connsiteY429" fmla="*/ 6253768 h 6858000"/>
              <a:gd name="connsiteX430" fmla="*/ 192686 w 7467600"/>
              <a:gd name="connsiteY430" fmla="*/ 5849257 h 6858000"/>
              <a:gd name="connsiteX431" fmla="*/ 4696 w 7467600"/>
              <a:gd name="connsiteY431" fmla="*/ 5697668 h 6858000"/>
              <a:gd name="connsiteX432" fmla="*/ 0 w 7467600"/>
              <a:gd name="connsiteY432" fmla="*/ 5689984 h 6858000"/>
              <a:gd name="connsiteX433" fmla="*/ 0 w 7467600"/>
              <a:gd name="connsiteY433" fmla="*/ 5513472 h 6858000"/>
              <a:gd name="connsiteX434" fmla="*/ 174101 w 7467600"/>
              <a:gd name="connsiteY434" fmla="*/ 5620277 h 6858000"/>
              <a:gd name="connsiteX435" fmla="*/ 891800 w 7467600"/>
              <a:gd name="connsiteY435" fmla="*/ 6036935 h 6858000"/>
              <a:gd name="connsiteX436" fmla="*/ 1072219 w 7467600"/>
              <a:gd name="connsiteY436" fmla="*/ 6169443 h 6858000"/>
              <a:gd name="connsiteX437" fmla="*/ 1074117 w 7467600"/>
              <a:gd name="connsiteY437" fmla="*/ 6170301 h 6858000"/>
              <a:gd name="connsiteX438" fmla="*/ 1083114 w 7467600"/>
              <a:gd name="connsiteY438" fmla="*/ 6174131 h 6858000"/>
              <a:gd name="connsiteX439" fmla="*/ 1543010 w 7467600"/>
              <a:gd name="connsiteY439" fmla="*/ 6191140 h 6858000"/>
              <a:gd name="connsiteX440" fmla="*/ 1551080 w 7467600"/>
              <a:gd name="connsiteY440" fmla="*/ 6195006 h 6858000"/>
              <a:gd name="connsiteX441" fmla="*/ 2345443 w 7467600"/>
              <a:gd name="connsiteY441" fmla="*/ 5549882 h 6858000"/>
              <a:gd name="connsiteX442" fmla="*/ 1721499 w 7467600"/>
              <a:gd name="connsiteY442" fmla="*/ 5599969 h 6858000"/>
              <a:gd name="connsiteX443" fmla="*/ 767716 w 7467600"/>
              <a:gd name="connsiteY443" fmla="*/ 5472768 h 6858000"/>
              <a:gd name="connsiteX444" fmla="*/ 722147 w 7467600"/>
              <a:gd name="connsiteY444" fmla="*/ 5393091 h 6858000"/>
              <a:gd name="connsiteX445" fmla="*/ 1485552 w 7467600"/>
              <a:gd name="connsiteY445" fmla="*/ 5313202 h 6858000"/>
              <a:gd name="connsiteX446" fmla="*/ 2143004 w 7467600"/>
              <a:gd name="connsiteY446" fmla="*/ 5402420 h 6858000"/>
              <a:gd name="connsiteX447" fmla="*/ 1933391 w 7467600"/>
              <a:gd name="connsiteY447" fmla="*/ 5156971 h 6858000"/>
              <a:gd name="connsiteX448" fmla="*/ 1827118 w 7467600"/>
              <a:gd name="connsiteY448" fmla="*/ 4968410 h 6858000"/>
              <a:gd name="connsiteX449" fmla="*/ 1837349 w 7467600"/>
              <a:gd name="connsiteY449" fmla="*/ 4956357 h 6858000"/>
              <a:gd name="connsiteX450" fmla="*/ 2162835 w 7467600"/>
              <a:gd name="connsiteY450" fmla="*/ 5187853 h 6858000"/>
              <a:gd name="connsiteX451" fmla="*/ 2257167 w 7467600"/>
              <a:gd name="connsiteY451" fmla="*/ 5462123 h 6858000"/>
              <a:gd name="connsiteX452" fmla="*/ 2261598 w 7467600"/>
              <a:gd name="connsiteY452" fmla="*/ 5467998 h 6858000"/>
              <a:gd name="connsiteX453" fmla="*/ 2437177 w 7467600"/>
              <a:gd name="connsiteY453" fmla="*/ 5479608 h 6858000"/>
              <a:gd name="connsiteX454" fmla="*/ 2445247 w 7467600"/>
              <a:gd name="connsiteY454" fmla="*/ 5483476 h 6858000"/>
              <a:gd name="connsiteX455" fmla="*/ 2743626 w 7467600"/>
              <a:gd name="connsiteY455" fmla="*/ 5304819 h 6858000"/>
              <a:gd name="connsiteX456" fmla="*/ 3048102 w 7467600"/>
              <a:gd name="connsiteY456" fmla="*/ 5150595 h 6858000"/>
              <a:gd name="connsiteX457" fmla="*/ 1799414 w 7467600"/>
              <a:gd name="connsiteY457" fmla="*/ 4694732 h 6858000"/>
              <a:gd name="connsiteX458" fmla="*/ 1771735 w 7467600"/>
              <a:gd name="connsiteY458" fmla="*/ 4619929 h 6858000"/>
              <a:gd name="connsiteX459" fmla="*/ 3104273 w 7467600"/>
              <a:gd name="connsiteY459" fmla="*/ 5076159 h 6858000"/>
              <a:gd name="connsiteX460" fmla="*/ 3113245 w 7467600"/>
              <a:gd name="connsiteY460" fmla="*/ 5090705 h 6858000"/>
              <a:gd name="connsiteX461" fmla="*/ 3126294 w 7467600"/>
              <a:gd name="connsiteY461" fmla="*/ 5114400 h 6858000"/>
              <a:gd name="connsiteX462" fmla="*/ 3937433 w 7467600"/>
              <a:gd name="connsiteY462" fmla="*/ 4830473 h 6858000"/>
              <a:gd name="connsiteX463" fmla="*/ 3590475 w 7467600"/>
              <a:gd name="connsiteY463" fmla="*/ 4597974 h 6858000"/>
              <a:gd name="connsiteX464" fmla="*/ 3100264 w 7467600"/>
              <a:gd name="connsiteY464" fmla="*/ 4579845 h 6858000"/>
              <a:gd name="connsiteX465" fmla="*/ 2183576 w 7467600"/>
              <a:gd name="connsiteY465" fmla="*/ 4227150 h 6858000"/>
              <a:gd name="connsiteX466" fmla="*/ 2151029 w 7467600"/>
              <a:gd name="connsiteY466" fmla="*/ 4146947 h 6858000"/>
              <a:gd name="connsiteX467" fmla="*/ 3563434 w 7467600"/>
              <a:gd name="connsiteY467" fmla="*/ 4469115 h 6858000"/>
              <a:gd name="connsiteX468" fmla="*/ 3177952 w 7467600"/>
              <a:gd name="connsiteY468" fmla="*/ 3657386 h 6858000"/>
              <a:gd name="connsiteX469" fmla="*/ 3189263 w 7467600"/>
              <a:gd name="connsiteY469" fmla="*/ 3625726 h 6858000"/>
              <a:gd name="connsiteX470" fmla="*/ 3560912 w 7467600"/>
              <a:gd name="connsiteY470" fmla="*/ 4079863 h 6858000"/>
              <a:gd name="connsiteX471" fmla="*/ 3626636 w 7467600"/>
              <a:gd name="connsiteY471" fmla="*/ 4512230 h 6858000"/>
              <a:gd name="connsiteX472" fmla="*/ 3653088 w 7467600"/>
              <a:gd name="connsiteY472" fmla="*/ 4521417 h 6858000"/>
              <a:gd name="connsiteX473" fmla="*/ 3988128 w 7467600"/>
              <a:gd name="connsiteY473" fmla="*/ 4817267 h 6858000"/>
              <a:gd name="connsiteX474" fmla="*/ 4830582 w 7467600"/>
              <a:gd name="connsiteY474" fmla="*/ 4676000 h 6858000"/>
              <a:gd name="connsiteX475" fmla="*/ 4830100 w 7467600"/>
              <a:gd name="connsiteY475" fmla="*/ 4675554 h 6858000"/>
              <a:gd name="connsiteX476" fmla="*/ 4036318 w 7467600"/>
              <a:gd name="connsiteY476" fmla="*/ 4147013 h 6858000"/>
              <a:gd name="connsiteX477" fmla="*/ 3432098 w 7467600"/>
              <a:gd name="connsiteY477" fmla="*/ 3537312 h 6858000"/>
              <a:gd name="connsiteX478" fmla="*/ 3446761 w 7467600"/>
              <a:gd name="connsiteY478" fmla="*/ 3461278 h 6858000"/>
              <a:gd name="connsiteX479" fmla="*/ 4419733 w 7467600"/>
              <a:gd name="connsiteY479" fmla="*/ 3963555 h 6858000"/>
              <a:gd name="connsiteX480" fmla="*/ 4781371 w 7467600"/>
              <a:gd name="connsiteY480" fmla="*/ 4458604 h 6858000"/>
              <a:gd name="connsiteX481" fmla="*/ 4780440 w 7467600"/>
              <a:gd name="connsiteY481" fmla="*/ 4470290 h 6858000"/>
              <a:gd name="connsiteX482" fmla="*/ 4898954 w 7467600"/>
              <a:gd name="connsiteY482" fmla="*/ 4662092 h 6858000"/>
              <a:gd name="connsiteX483" fmla="*/ 4900699 w 7467600"/>
              <a:gd name="connsiteY483" fmla="*/ 4670867 h 6858000"/>
              <a:gd name="connsiteX484" fmla="*/ 5714511 w 7467600"/>
              <a:gd name="connsiteY484" fmla="*/ 4663483 h 6858000"/>
              <a:gd name="connsiteX485" fmla="*/ 5464793 w 7467600"/>
              <a:gd name="connsiteY485" fmla="*/ 4393556 h 6858000"/>
              <a:gd name="connsiteX486" fmla="*/ 5461897 w 7467600"/>
              <a:gd name="connsiteY486" fmla="*/ 4390879 h 6858000"/>
              <a:gd name="connsiteX487" fmla="*/ 4294126 w 7467600"/>
              <a:gd name="connsiteY487" fmla="*/ 3303048 h 6858000"/>
              <a:gd name="connsiteX488" fmla="*/ 4305321 w 7467600"/>
              <a:gd name="connsiteY488" fmla="*/ 3256953 h 6858000"/>
              <a:gd name="connsiteX489" fmla="*/ 4949299 w 7467600"/>
              <a:gd name="connsiteY489" fmla="*/ 3766336 h 6858000"/>
              <a:gd name="connsiteX490" fmla="*/ 5291452 w 7467600"/>
              <a:gd name="connsiteY490" fmla="*/ 4076801 h 6858000"/>
              <a:gd name="connsiteX491" fmla="*/ 5434998 w 7467600"/>
              <a:gd name="connsiteY491" fmla="*/ 4254100 h 6858000"/>
              <a:gd name="connsiteX492" fmla="*/ 5351015 w 7467600"/>
              <a:gd name="connsiteY492" fmla="*/ 3760989 h 6858000"/>
              <a:gd name="connsiteX493" fmla="*/ 5413780 w 7467600"/>
              <a:gd name="connsiteY493" fmla="*/ 2966265 h 6858000"/>
              <a:gd name="connsiteX494" fmla="*/ 5425627 w 7467600"/>
              <a:gd name="connsiteY494" fmla="*/ 2954192 h 6858000"/>
              <a:gd name="connsiteX495" fmla="*/ 6604735 w 7467600"/>
              <a:gd name="connsiteY495" fmla="*/ 2041381 h 6858000"/>
              <a:gd name="connsiteX496" fmla="*/ 7204487 w 7467600"/>
              <a:gd name="connsiteY496" fmla="*/ 2742112 h 6858000"/>
              <a:gd name="connsiteX497" fmla="*/ 7131592 w 7467600"/>
              <a:gd name="connsiteY497" fmla="*/ 2672096 h 6858000"/>
              <a:gd name="connsiteX498" fmla="*/ 6996344 w 7467600"/>
              <a:gd name="connsiteY498" fmla="*/ 2518310 h 6858000"/>
              <a:gd name="connsiteX499" fmla="*/ 6735495 w 7467600"/>
              <a:gd name="connsiteY499" fmla="*/ 2196890 h 6858000"/>
              <a:gd name="connsiteX500" fmla="*/ 6721901 w 7467600"/>
              <a:gd name="connsiteY500" fmla="*/ 2179274 h 6858000"/>
              <a:gd name="connsiteX501" fmla="*/ 6604735 w 7467600"/>
              <a:gd name="connsiteY501" fmla="*/ 2041381 h 6858000"/>
              <a:gd name="connsiteX502" fmla="*/ 6591670 w 7467600"/>
              <a:gd name="connsiteY502" fmla="*/ 1988277 h 6858000"/>
              <a:gd name="connsiteX503" fmla="*/ 6747349 w 7467600"/>
              <a:gd name="connsiteY503" fmla="*/ 2160069 h 6858000"/>
              <a:gd name="connsiteX504" fmla="*/ 6760943 w 7467600"/>
              <a:gd name="connsiteY504" fmla="*/ 2177686 h 6858000"/>
              <a:gd name="connsiteX505" fmla="*/ 7021065 w 7467600"/>
              <a:gd name="connsiteY505" fmla="*/ 2498102 h 6858000"/>
              <a:gd name="connsiteX506" fmla="*/ 7155223 w 7467600"/>
              <a:gd name="connsiteY506" fmla="*/ 2650386 h 6858000"/>
              <a:gd name="connsiteX507" fmla="*/ 7203167 w 7467600"/>
              <a:gd name="connsiteY507" fmla="*/ 2697288 h 6858000"/>
              <a:gd name="connsiteX508" fmla="*/ 6937703 w 7467600"/>
              <a:gd name="connsiteY508" fmla="*/ 2321981 h 6858000"/>
              <a:gd name="connsiteX509" fmla="*/ 6591670 w 7467600"/>
              <a:gd name="connsiteY509" fmla="*/ 1988277 h 6858000"/>
              <a:gd name="connsiteX510" fmla="*/ 5798671 w 7467600"/>
              <a:gd name="connsiteY510" fmla="*/ 1981601 h 6858000"/>
              <a:gd name="connsiteX511" fmla="*/ 5754709 w 7467600"/>
              <a:gd name="connsiteY511" fmla="*/ 2071454 h 6858000"/>
              <a:gd name="connsiteX512" fmla="*/ 5763044 w 7467600"/>
              <a:gd name="connsiteY512" fmla="*/ 2842206 h 6858000"/>
              <a:gd name="connsiteX513" fmla="*/ 5764974 w 7467600"/>
              <a:gd name="connsiteY513" fmla="*/ 2799609 h 6858000"/>
              <a:gd name="connsiteX514" fmla="*/ 5767665 w 7467600"/>
              <a:gd name="connsiteY514" fmla="*/ 2666409 h 6858000"/>
              <a:gd name="connsiteX515" fmla="*/ 5763055 w 7467600"/>
              <a:gd name="connsiteY515" fmla="*/ 2579705 h 6858000"/>
              <a:gd name="connsiteX516" fmla="*/ 5758079 w 7467600"/>
              <a:gd name="connsiteY516" fmla="*/ 2492508 h 6858000"/>
              <a:gd name="connsiteX517" fmla="*/ 5779325 w 7467600"/>
              <a:gd name="connsiteY517" fmla="*/ 2197069 h 6858000"/>
              <a:gd name="connsiteX518" fmla="*/ 5798671 w 7467600"/>
              <a:gd name="connsiteY518" fmla="*/ 1981601 h 6858000"/>
              <a:gd name="connsiteX519" fmla="*/ 5829202 w 7467600"/>
              <a:gd name="connsiteY519" fmla="*/ 1971679 h 6858000"/>
              <a:gd name="connsiteX520" fmla="*/ 5809558 w 7467600"/>
              <a:gd name="connsiteY520" fmla="*/ 2198043 h 6858000"/>
              <a:gd name="connsiteX521" fmla="*/ 5788653 w 7467600"/>
              <a:gd name="connsiteY521" fmla="*/ 2489430 h 6858000"/>
              <a:gd name="connsiteX522" fmla="*/ 5793439 w 7467600"/>
              <a:gd name="connsiteY522" fmla="*/ 2575235 h 6858000"/>
              <a:gd name="connsiteX523" fmla="*/ 5796837 w 7467600"/>
              <a:gd name="connsiteY523" fmla="*/ 2637633 h 6858000"/>
              <a:gd name="connsiteX524" fmla="*/ 5818614 w 7467600"/>
              <a:gd name="connsiteY524" fmla="*/ 2473055 h 6858000"/>
              <a:gd name="connsiteX525" fmla="*/ 5829202 w 7467600"/>
              <a:gd name="connsiteY525" fmla="*/ 1971679 h 6858000"/>
              <a:gd name="connsiteX526" fmla="*/ 5911389 w 7467600"/>
              <a:gd name="connsiteY526" fmla="*/ 1898371 h 6858000"/>
              <a:gd name="connsiteX527" fmla="*/ 6237627 w 7467600"/>
              <a:gd name="connsiteY527" fmla="*/ 2231921 h 6858000"/>
              <a:gd name="connsiteX528" fmla="*/ 5911389 w 7467600"/>
              <a:gd name="connsiteY528" fmla="*/ 1898371 h 6858000"/>
              <a:gd name="connsiteX529" fmla="*/ 6944437 w 7467600"/>
              <a:gd name="connsiteY529" fmla="*/ 1575402 h 6858000"/>
              <a:gd name="connsiteX530" fmla="*/ 6304730 w 7467600"/>
              <a:gd name="connsiteY530" fmla="*/ 1766654 h 6858000"/>
              <a:gd name="connsiteX531" fmla="*/ 6944437 w 7467600"/>
              <a:gd name="connsiteY531" fmla="*/ 1575402 h 6858000"/>
              <a:gd name="connsiteX532" fmla="*/ 7019523 w 7467600"/>
              <a:gd name="connsiteY532" fmla="*/ 1519450 h 6858000"/>
              <a:gd name="connsiteX533" fmla="*/ 6298091 w 7467600"/>
              <a:gd name="connsiteY533" fmla="*/ 1737122 h 6858000"/>
              <a:gd name="connsiteX534" fmla="*/ 7019523 w 7467600"/>
              <a:gd name="connsiteY534" fmla="*/ 1519450 h 6858000"/>
              <a:gd name="connsiteX535" fmla="*/ 2399523 w 7467600"/>
              <a:gd name="connsiteY535" fmla="*/ 1428234 h 6858000"/>
              <a:gd name="connsiteX536" fmla="*/ 2224982 w 7467600"/>
              <a:gd name="connsiteY536" fmla="*/ 1826201 h 6858000"/>
              <a:gd name="connsiteX537" fmla="*/ 2096099 w 7467600"/>
              <a:gd name="connsiteY537" fmla="*/ 2345900 h 6858000"/>
              <a:gd name="connsiteX538" fmla="*/ 2283317 w 7467600"/>
              <a:gd name="connsiteY538" fmla="*/ 1796925 h 6858000"/>
              <a:gd name="connsiteX539" fmla="*/ 2399523 w 7467600"/>
              <a:gd name="connsiteY539" fmla="*/ 1428234 h 6858000"/>
              <a:gd name="connsiteX540" fmla="*/ 2448558 w 7467600"/>
              <a:gd name="connsiteY540" fmla="*/ 1373435 h 6858000"/>
              <a:gd name="connsiteX541" fmla="*/ 2312521 w 7467600"/>
              <a:gd name="connsiteY541" fmla="*/ 1806140 h 6858000"/>
              <a:gd name="connsiteX542" fmla="*/ 2127533 w 7467600"/>
              <a:gd name="connsiteY542" fmla="*/ 2348380 h 6858000"/>
              <a:gd name="connsiteX543" fmla="*/ 2358080 w 7467600"/>
              <a:gd name="connsiteY543" fmla="*/ 1866134 h 6858000"/>
              <a:gd name="connsiteX544" fmla="*/ 2407436 w 7467600"/>
              <a:gd name="connsiteY544" fmla="*/ 1651070 h 6858000"/>
              <a:gd name="connsiteX545" fmla="*/ 2448558 w 7467600"/>
              <a:gd name="connsiteY545" fmla="*/ 1373435 h 6858000"/>
              <a:gd name="connsiteX546" fmla="*/ 278707 w 7467600"/>
              <a:gd name="connsiteY546" fmla="*/ 1352270 h 6858000"/>
              <a:gd name="connsiteX547" fmla="*/ 321570 w 7467600"/>
              <a:gd name="connsiteY547" fmla="*/ 1861610 h 6858000"/>
              <a:gd name="connsiteX548" fmla="*/ 294281 w 7467600"/>
              <a:gd name="connsiteY548" fmla="*/ 1440658 h 6858000"/>
              <a:gd name="connsiteX549" fmla="*/ 278707 w 7467600"/>
              <a:gd name="connsiteY549" fmla="*/ 1352270 h 6858000"/>
              <a:gd name="connsiteX550" fmla="*/ 1423821 w 7467600"/>
              <a:gd name="connsiteY550" fmla="*/ 1351958 h 6858000"/>
              <a:gd name="connsiteX551" fmla="*/ 1638521 w 7467600"/>
              <a:gd name="connsiteY551" fmla="*/ 1908470 h 6858000"/>
              <a:gd name="connsiteX552" fmla="*/ 1754199 w 7467600"/>
              <a:gd name="connsiteY552" fmla="*/ 2149284 h 6858000"/>
              <a:gd name="connsiteX553" fmla="*/ 1908359 w 7467600"/>
              <a:gd name="connsiteY553" fmla="*/ 2364988 h 6858000"/>
              <a:gd name="connsiteX554" fmla="*/ 1647661 w 7467600"/>
              <a:gd name="connsiteY554" fmla="*/ 1825945 h 6858000"/>
              <a:gd name="connsiteX555" fmla="*/ 1423821 w 7467600"/>
              <a:gd name="connsiteY555" fmla="*/ 1351958 h 6858000"/>
              <a:gd name="connsiteX556" fmla="*/ 1431890 w 7467600"/>
              <a:gd name="connsiteY556" fmla="*/ 1306475 h 6858000"/>
              <a:gd name="connsiteX557" fmla="*/ 1507597 w 7467600"/>
              <a:gd name="connsiteY557" fmla="*/ 1446132 h 6858000"/>
              <a:gd name="connsiteX558" fmla="*/ 1674586 w 7467600"/>
              <a:gd name="connsiteY558" fmla="*/ 1813832 h 6858000"/>
              <a:gd name="connsiteX559" fmla="*/ 1815950 w 7467600"/>
              <a:gd name="connsiteY559" fmla="*/ 2128564 h 6858000"/>
              <a:gd name="connsiteX560" fmla="*/ 1984242 w 7467600"/>
              <a:gd name="connsiteY560" fmla="*/ 2430829 h 6858000"/>
              <a:gd name="connsiteX561" fmla="*/ 2014023 w 7467600"/>
              <a:gd name="connsiteY561" fmla="*/ 2450995 h 6858000"/>
              <a:gd name="connsiteX562" fmla="*/ 1747337 w 7467600"/>
              <a:gd name="connsiteY562" fmla="*/ 1855264 h 6858000"/>
              <a:gd name="connsiteX563" fmla="*/ 1533749 w 7467600"/>
              <a:gd name="connsiteY563" fmla="*/ 1478656 h 6858000"/>
              <a:gd name="connsiteX564" fmla="*/ 1431890 w 7467600"/>
              <a:gd name="connsiteY564" fmla="*/ 1306475 h 6858000"/>
              <a:gd name="connsiteX565" fmla="*/ 5052692 w 7467600"/>
              <a:gd name="connsiteY565" fmla="*/ 1292994 h 6858000"/>
              <a:gd name="connsiteX566" fmla="*/ 5200661 w 7467600"/>
              <a:gd name="connsiteY566" fmla="*/ 1635186 h 6858000"/>
              <a:gd name="connsiteX567" fmla="*/ 5297138 w 7467600"/>
              <a:gd name="connsiteY567" fmla="*/ 1906351 h 6858000"/>
              <a:gd name="connsiteX568" fmla="*/ 5052692 w 7467600"/>
              <a:gd name="connsiteY568" fmla="*/ 1292994 h 6858000"/>
              <a:gd name="connsiteX569" fmla="*/ 5009948 w 7467600"/>
              <a:gd name="connsiteY569" fmla="*/ 1273619 h 6858000"/>
              <a:gd name="connsiteX570" fmla="*/ 5121777 w 7467600"/>
              <a:gd name="connsiteY570" fmla="*/ 1654213 h 6858000"/>
              <a:gd name="connsiteX571" fmla="*/ 5293545 w 7467600"/>
              <a:gd name="connsiteY571" fmla="*/ 2072247 h 6858000"/>
              <a:gd name="connsiteX572" fmla="*/ 5294042 w 7467600"/>
              <a:gd name="connsiteY572" fmla="*/ 2065019 h 6858000"/>
              <a:gd name="connsiteX573" fmla="*/ 5171936 w 7467600"/>
              <a:gd name="connsiteY573" fmla="*/ 1647613 h 6858000"/>
              <a:gd name="connsiteX574" fmla="*/ 5009948 w 7467600"/>
              <a:gd name="connsiteY574" fmla="*/ 1273619 h 6858000"/>
              <a:gd name="connsiteX575" fmla="*/ 655236 w 7467600"/>
              <a:gd name="connsiteY575" fmla="*/ 1268632 h 6858000"/>
              <a:gd name="connsiteX576" fmla="*/ 839521 w 7467600"/>
              <a:gd name="connsiteY576" fmla="*/ 1685315 h 6858000"/>
              <a:gd name="connsiteX577" fmla="*/ 1109416 w 7467600"/>
              <a:gd name="connsiteY577" fmla="*/ 2061663 h 6858000"/>
              <a:gd name="connsiteX578" fmla="*/ 1298300 w 7467600"/>
              <a:gd name="connsiteY578" fmla="*/ 2247742 h 6858000"/>
              <a:gd name="connsiteX579" fmla="*/ 1125871 w 7467600"/>
              <a:gd name="connsiteY579" fmla="*/ 1989513 h 6858000"/>
              <a:gd name="connsiteX580" fmla="*/ 981574 w 7467600"/>
              <a:gd name="connsiteY580" fmla="*/ 1783157 h 6858000"/>
              <a:gd name="connsiteX581" fmla="*/ 922198 w 7467600"/>
              <a:gd name="connsiteY581" fmla="*/ 1677437 h 6858000"/>
              <a:gd name="connsiteX582" fmla="*/ 869293 w 7467600"/>
              <a:gd name="connsiteY582" fmla="*/ 1583214 h 6858000"/>
              <a:gd name="connsiteX583" fmla="*/ 751431 w 7467600"/>
              <a:gd name="connsiteY583" fmla="*/ 1405731 h 6858000"/>
              <a:gd name="connsiteX584" fmla="*/ 655236 w 7467600"/>
              <a:gd name="connsiteY584" fmla="*/ 1268632 h 6858000"/>
              <a:gd name="connsiteX585" fmla="*/ 6516292 w 7467600"/>
              <a:gd name="connsiteY585" fmla="*/ 1263064 h 6858000"/>
              <a:gd name="connsiteX586" fmla="*/ 5736320 w 7467600"/>
              <a:gd name="connsiteY586" fmla="*/ 1501803 h 6858000"/>
              <a:gd name="connsiteX587" fmla="*/ 6516292 w 7467600"/>
              <a:gd name="connsiteY587" fmla="*/ 1263064 h 6858000"/>
              <a:gd name="connsiteX588" fmla="*/ 291466 w 7467600"/>
              <a:gd name="connsiteY588" fmla="*/ 1250369 h 6858000"/>
              <a:gd name="connsiteX589" fmla="*/ 323180 w 7467600"/>
              <a:gd name="connsiteY589" fmla="*/ 1435283 h 6858000"/>
              <a:gd name="connsiteX590" fmla="*/ 349381 w 7467600"/>
              <a:gd name="connsiteY590" fmla="*/ 1875041 h 6858000"/>
              <a:gd name="connsiteX591" fmla="*/ 374363 w 7467600"/>
              <a:gd name="connsiteY591" fmla="*/ 1506494 h 6858000"/>
              <a:gd name="connsiteX592" fmla="*/ 302168 w 7467600"/>
              <a:gd name="connsiteY592" fmla="*/ 1274495 h 6858000"/>
              <a:gd name="connsiteX593" fmla="*/ 291466 w 7467600"/>
              <a:gd name="connsiteY593" fmla="*/ 1250369 h 6858000"/>
              <a:gd name="connsiteX594" fmla="*/ 678222 w 7467600"/>
              <a:gd name="connsiteY594" fmla="*/ 1248670 h 6858000"/>
              <a:gd name="connsiteX595" fmla="*/ 775536 w 7467600"/>
              <a:gd name="connsiteY595" fmla="*/ 1388015 h 6858000"/>
              <a:gd name="connsiteX596" fmla="*/ 894529 w 7467600"/>
              <a:gd name="connsiteY596" fmla="*/ 1567739 h 6858000"/>
              <a:gd name="connsiteX597" fmla="*/ 948000 w 7467600"/>
              <a:gd name="connsiteY597" fmla="*/ 1663088 h 6858000"/>
              <a:gd name="connsiteX598" fmla="*/ 1006812 w 7467600"/>
              <a:gd name="connsiteY598" fmla="*/ 1767683 h 6858000"/>
              <a:gd name="connsiteX599" fmla="*/ 1149133 w 7467600"/>
              <a:gd name="connsiteY599" fmla="*/ 1971513 h 6858000"/>
              <a:gd name="connsiteX600" fmla="*/ 1333952 w 7467600"/>
              <a:gd name="connsiteY600" fmla="*/ 2251620 h 6858000"/>
              <a:gd name="connsiteX601" fmla="*/ 1337329 w 7467600"/>
              <a:gd name="connsiteY601" fmla="*/ 2258350 h 6858000"/>
              <a:gd name="connsiteX602" fmla="*/ 1014726 w 7467600"/>
              <a:gd name="connsiteY602" fmla="*/ 1615556 h 6858000"/>
              <a:gd name="connsiteX603" fmla="*/ 678222 w 7467600"/>
              <a:gd name="connsiteY603" fmla="*/ 1248670 h 6858000"/>
              <a:gd name="connsiteX604" fmla="*/ 6691602 w 7467600"/>
              <a:gd name="connsiteY604" fmla="*/ 1140573 h 6858000"/>
              <a:gd name="connsiteX605" fmla="*/ 6571100 w 7467600"/>
              <a:gd name="connsiteY605" fmla="*/ 1183662 h 6858000"/>
              <a:gd name="connsiteX606" fmla="*/ 6241687 w 7467600"/>
              <a:gd name="connsiteY606" fmla="*/ 1257600 h 6858000"/>
              <a:gd name="connsiteX607" fmla="*/ 5693009 w 7467600"/>
              <a:gd name="connsiteY607" fmla="*/ 1478256 h 6858000"/>
              <a:gd name="connsiteX608" fmla="*/ 6548420 w 7467600"/>
              <a:gd name="connsiteY608" fmla="*/ 1214599 h 6858000"/>
              <a:gd name="connsiteX609" fmla="*/ 6605473 w 7467600"/>
              <a:gd name="connsiteY609" fmla="*/ 1184686 h 6858000"/>
              <a:gd name="connsiteX610" fmla="*/ 6691602 w 7467600"/>
              <a:gd name="connsiteY610" fmla="*/ 1140573 h 6858000"/>
              <a:gd name="connsiteX611" fmla="*/ 4002475 w 7467600"/>
              <a:gd name="connsiteY611" fmla="*/ 1037802 h 6858000"/>
              <a:gd name="connsiteX612" fmla="*/ 4000324 w 7467600"/>
              <a:gd name="connsiteY612" fmla="*/ 1039362 h 6858000"/>
              <a:gd name="connsiteX613" fmla="*/ 4002862 w 7467600"/>
              <a:gd name="connsiteY613" fmla="*/ 1042866 h 6858000"/>
              <a:gd name="connsiteX614" fmla="*/ 4002475 w 7467600"/>
              <a:gd name="connsiteY614" fmla="*/ 1037802 h 6858000"/>
              <a:gd name="connsiteX615" fmla="*/ 506322 w 7467600"/>
              <a:gd name="connsiteY615" fmla="*/ 1020997 h 6858000"/>
              <a:gd name="connsiteX616" fmla="*/ 533068 w 7467600"/>
              <a:gd name="connsiteY616" fmla="*/ 1029409 h 6858000"/>
              <a:gd name="connsiteX617" fmla="*/ 1232525 w 7467600"/>
              <a:gd name="connsiteY617" fmla="*/ 1804675 h 6858000"/>
              <a:gd name="connsiteX618" fmla="*/ 1388858 w 7467600"/>
              <a:gd name="connsiteY618" fmla="*/ 2368011 h 6858000"/>
              <a:gd name="connsiteX619" fmla="*/ 1384098 w 7467600"/>
              <a:gd name="connsiteY619" fmla="*/ 2378125 h 6858000"/>
              <a:gd name="connsiteX620" fmla="*/ 1425393 w 7467600"/>
              <a:gd name="connsiteY620" fmla="*/ 2589124 h 6858000"/>
              <a:gd name="connsiteX621" fmla="*/ 1424001 w 7467600"/>
              <a:gd name="connsiteY621" fmla="*/ 2597541 h 6858000"/>
              <a:gd name="connsiteX622" fmla="*/ 2152729 w 7467600"/>
              <a:gd name="connsiteY622" fmla="*/ 2864487 h 6858000"/>
              <a:gd name="connsiteX623" fmla="*/ 2020609 w 7467600"/>
              <a:gd name="connsiteY623" fmla="*/ 2539671 h 6858000"/>
              <a:gd name="connsiteX624" fmla="*/ 2018920 w 7467600"/>
              <a:gd name="connsiteY624" fmla="*/ 2536309 h 6858000"/>
              <a:gd name="connsiteX625" fmla="*/ 1342441 w 7467600"/>
              <a:gd name="connsiteY625" fmla="*/ 1173017 h 6858000"/>
              <a:gd name="connsiteX626" fmla="*/ 1367925 w 7467600"/>
              <a:gd name="connsiteY626" fmla="*/ 1135648 h 6858000"/>
              <a:gd name="connsiteX627" fmla="*/ 1771401 w 7467600"/>
              <a:gd name="connsiteY627" fmla="*/ 1806673 h 6858000"/>
              <a:gd name="connsiteX628" fmla="*/ 1972385 w 7467600"/>
              <a:gd name="connsiteY628" fmla="*/ 2198735 h 6858000"/>
              <a:gd name="connsiteX629" fmla="*/ 2040892 w 7467600"/>
              <a:gd name="connsiteY629" fmla="*/ 2405205 h 6858000"/>
              <a:gd name="connsiteX630" fmla="*/ 2131689 w 7467600"/>
              <a:gd name="connsiteY630" fmla="*/ 1936926 h 6858000"/>
              <a:gd name="connsiteX631" fmla="*/ 2454820 w 7467600"/>
              <a:gd name="connsiteY631" fmla="*/ 1248808 h 6858000"/>
              <a:gd name="connsiteX632" fmla="*/ 2492512 w 7467600"/>
              <a:gd name="connsiteY632" fmla="*/ 1302920 h 6858000"/>
              <a:gd name="connsiteX633" fmla="*/ 2081216 w 7467600"/>
              <a:gd name="connsiteY633" fmla="*/ 2527513 h 6858000"/>
              <a:gd name="connsiteX634" fmla="*/ 2081211 w 7467600"/>
              <a:gd name="connsiteY634" fmla="*/ 2528916 h 6858000"/>
              <a:gd name="connsiteX635" fmla="*/ 2199067 w 7467600"/>
              <a:gd name="connsiteY635" fmla="*/ 2884061 h 6858000"/>
              <a:gd name="connsiteX636" fmla="*/ 3192586 w 7467600"/>
              <a:gd name="connsiteY636" fmla="*/ 3411496 h 6858000"/>
              <a:gd name="connsiteX637" fmla="*/ 3182620 w 7467600"/>
              <a:gd name="connsiteY637" fmla="*/ 3483279 h 6858000"/>
              <a:gd name="connsiteX638" fmla="*/ 2435119 w 7467600"/>
              <a:gd name="connsiteY638" fmla="*/ 3080173 h 6858000"/>
              <a:gd name="connsiteX639" fmla="*/ 2410152 w 7467600"/>
              <a:gd name="connsiteY639" fmla="*/ 3063751 h 6858000"/>
              <a:gd name="connsiteX640" fmla="*/ 2408099 w 7467600"/>
              <a:gd name="connsiteY640" fmla="*/ 3064403 h 6858000"/>
              <a:gd name="connsiteX641" fmla="*/ 2407218 w 7467600"/>
              <a:gd name="connsiteY641" fmla="*/ 3070324 h 6858000"/>
              <a:gd name="connsiteX642" fmla="*/ 2380138 w 7467600"/>
              <a:gd name="connsiteY642" fmla="*/ 3099341 h 6858000"/>
              <a:gd name="connsiteX643" fmla="*/ 1765923 w 7467600"/>
              <a:gd name="connsiteY643" fmla="*/ 3581043 h 6858000"/>
              <a:gd name="connsiteX644" fmla="*/ 1702258 w 7467600"/>
              <a:gd name="connsiteY644" fmla="*/ 3612286 h 6858000"/>
              <a:gd name="connsiteX645" fmla="*/ 1538370 w 7467600"/>
              <a:gd name="connsiteY645" fmla="*/ 3811804 h 6858000"/>
              <a:gd name="connsiteX646" fmla="*/ 542867 w 7467600"/>
              <a:gd name="connsiteY646" fmla="*/ 4944092 h 6858000"/>
              <a:gd name="connsiteX647" fmla="*/ 515800 w 7467600"/>
              <a:gd name="connsiteY647" fmla="*/ 4862180 h 6858000"/>
              <a:gd name="connsiteX648" fmla="*/ 909145 w 7467600"/>
              <a:gd name="connsiteY648" fmla="*/ 4199225 h 6858000"/>
              <a:gd name="connsiteX649" fmla="*/ 1214067 w 7467600"/>
              <a:gd name="connsiteY649" fmla="*/ 3908561 h 6858000"/>
              <a:gd name="connsiteX650" fmla="*/ 640967 w 7467600"/>
              <a:gd name="connsiteY650" fmla="*/ 4105601 h 6858000"/>
              <a:gd name="connsiteX651" fmla="*/ 112563 w 7467600"/>
              <a:gd name="connsiteY651" fmla="*/ 4396952 h 6858000"/>
              <a:gd name="connsiteX652" fmla="*/ 0 w 7467600"/>
              <a:gd name="connsiteY652" fmla="*/ 4466006 h 6858000"/>
              <a:gd name="connsiteX653" fmla="*/ 0 w 7467600"/>
              <a:gd name="connsiteY653" fmla="*/ 4233763 h 6858000"/>
              <a:gd name="connsiteX654" fmla="*/ 36881 w 7467600"/>
              <a:gd name="connsiteY654" fmla="*/ 4200118 h 6858000"/>
              <a:gd name="connsiteX655" fmla="*/ 910534 w 7467600"/>
              <a:gd name="connsiteY655" fmla="*/ 3629753 h 6858000"/>
              <a:gd name="connsiteX656" fmla="*/ 1578717 w 7467600"/>
              <a:gd name="connsiteY656" fmla="*/ 3575982 h 6858000"/>
              <a:gd name="connsiteX657" fmla="*/ 2338780 w 7467600"/>
              <a:gd name="connsiteY657" fmla="*/ 3033725 h 6858000"/>
              <a:gd name="connsiteX658" fmla="*/ 1807991 w 7467600"/>
              <a:gd name="connsiteY658" fmla="*/ 2807184 h 6858000"/>
              <a:gd name="connsiteX659" fmla="*/ 1416358 w 7467600"/>
              <a:gd name="connsiteY659" fmla="*/ 3112571 h 6858000"/>
              <a:gd name="connsiteX660" fmla="*/ 939066 w 7467600"/>
              <a:gd name="connsiteY660" fmla="*/ 3378798 h 6858000"/>
              <a:gd name="connsiteX661" fmla="*/ 115099 w 7467600"/>
              <a:gd name="connsiteY661" fmla="*/ 3607650 h 6858000"/>
              <a:gd name="connsiteX662" fmla="*/ 97284 w 7467600"/>
              <a:gd name="connsiteY662" fmla="*/ 3520393 h 6858000"/>
              <a:gd name="connsiteX663" fmla="*/ 922050 w 7467600"/>
              <a:gd name="connsiteY663" fmla="*/ 3074867 h 6858000"/>
              <a:gd name="connsiteX664" fmla="*/ 1405265 w 7467600"/>
              <a:gd name="connsiteY664" fmla="*/ 3016319 h 6858000"/>
              <a:gd name="connsiteX665" fmla="*/ 1407512 w 7467600"/>
              <a:gd name="connsiteY665" fmla="*/ 3018001 h 6858000"/>
              <a:gd name="connsiteX666" fmla="*/ 1726266 w 7467600"/>
              <a:gd name="connsiteY666" fmla="*/ 2777274 h 6858000"/>
              <a:gd name="connsiteX667" fmla="*/ 625390 w 7467600"/>
              <a:gd name="connsiteY667" fmla="*/ 2514541 h 6858000"/>
              <a:gd name="connsiteX668" fmla="*/ 619799 w 7467600"/>
              <a:gd name="connsiteY668" fmla="*/ 2527180 h 6858000"/>
              <a:gd name="connsiteX669" fmla="*/ 310030 w 7467600"/>
              <a:gd name="connsiteY669" fmla="*/ 2771818 h 6858000"/>
              <a:gd name="connsiteX670" fmla="*/ 173877 w 7467600"/>
              <a:gd name="connsiteY670" fmla="*/ 2937056 h 6858000"/>
              <a:gd name="connsiteX671" fmla="*/ 77889 w 7467600"/>
              <a:gd name="connsiteY671" fmla="*/ 3138440 h 6858000"/>
              <a:gd name="connsiteX672" fmla="*/ 0 w 7467600"/>
              <a:gd name="connsiteY672" fmla="*/ 3271395 h 6858000"/>
              <a:gd name="connsiteX673" fmla="*/ 0 w 7467600"/>
              <a:gd name="connsiteY673" fmla="*/ 3153002 h 6858000"/>
              <a:gd name="connsiteX674" fmla="*/ 2386 w 7467600"/>
              <a:gd name="connsiteY674" fmla="*/ 3149203 h 6858000"/>
              <a:gd name="connsiteX675" fmla="*/ 89753 w 7467600"/>
              <a:gd name="connsiteY675" fmla="*/ 2987702 h 6858000"/>
              <a:gd name="connsiteX676" fmla="*/ 76869 w 7467600"/>
              <a:gd name="connsiteY676" fmla="*/ 3005404 h 6858000"/>
              <a:gd name="connsiteX677" fmla="*/ 32049 w 7467600"/>
              <a:gd name="connsiteY677" fmla="*/ 3065814 h 6858000"/>
              <a:gd name="connsiteX678" fmla="*/ 0 w 7467600"/>
              <a:gd name="connsiteY678" fmla="*/ 3108744 h 6858000"/>
              <a:gd name="connsiteX679" fmla="*/ 0 w 7467600"/>
              <a:gd name="connsiteY679" fmla="*/ 3058059 h 6858000"/>
              <a:gd name="connsiteX680" fmla="*/ 7610 w 7467600"/>
              <a:gd name="connsiteY680" fmla="*/ 3047889 h 6858000"/>
              <a:gd name="connsiteX681" fmla="*/ 52419 w 7467600"/>
              <a:gd name="connsiteY681" fmla="*/ 2987479 h 6858000"/>
              <a:gd name="connsiteX682" fmla="*/ 59142 w 7467600"/>
              <a:gd name="connsiteY682" fmla="*/ 2978488 h 6858000"/>
              <a:gd name="connsiteX683" fmla="*/ 0 w 7467600"/>
              <a:gd name="connsiteY683" fmla="*/ 3015334 h 6858000"/>
              <a:gd name="connsiteX684" fmla="*/ 0 w 7467600"/>
              <a:gd name="connsiteY684" fmla="*/ 2914286 h 6858000"/>
              <a:gd name="connsiteX685" fmla="*/ 36383 w 7467600"/>
              <a:gd name="connsiteY685" fmla="*/ 2901128 h 6858000"/>
              <a:gd name="connsiteX686" fmla="*/ 156329 w 7467600"/>
              <a:gd name="connsiteY686" fmla="*/ 2840533 h 6858000"/>
              <a:gd name="connsiteX687" fmla="*/ 358355 w 7467600"/>
              <a:gd name="connsiteY687" fmla="*/ 2620471 h 6858000"/>
              <a:gd name="connsiteX688" fmla="*/ 510577 w 7467600"/>
              <a:gd name="connsiteY688" fmla="*/ 2501244 h 6858000"/>
              <a:gd name="connsiteX689" fmla="*/ 211967 w 7467600"/>
              <a:gd name="connsiteY689" fmla="*/ 2479171 h 6858000"/>
              <a:gd name="connsiteX690" fmla="*/ 0 w 7467600"/>
              <a:gd name="connsiteY690" fmla="*/ 2476398 h 6858000"/>
              <a:gd name="connsiteX691" fmla="*/ 0 w 7467600"/>
              <a:gd name="connsiteY691" fmla="*/ 2389189 h 6858000"/>
              <a:gd name="connsiteX692" fmla="*/ 103062 w 7467600"/>
              <a:gd name="connsiteY692" fmla="*/ 2389518 h 6858000"/>
              <a:gd name="connsiteX693" fmla="*/ 510734 w 7467600"/>
              <a:gd name="connsiteY693" fmla="*/ 2416201 h 6858000"/>
              <a:gd name="connsiteX694" fmla="*/ 279257 w 7467600"/>
              <a:gd name="connsiteY694" fmla="*/ 2092102 h 6858000"/>
              <a:gd name="connsiteX695" fmla="*/ 65265 w 7467600"/>
              <a:gd name="connsiteY695" fmla="*/ 2006049 h 6858000"/>
              <a:gd name="connsiteX696" fmla="*/ 0 w 7467600"/>
              <a:gd name="connsiteY696" fmla="*/ 1982532 h 6858000"/>
              <a:gd name="connsiteX697" fmla="*/ 0 w 7467600"/>
              <a:gd name="connsiteY697" fmla="*/ 1912789 h 6858000"/>
              <a:gd name="connsiteX698" fmla="*/ 97460 w 7467600"/>
              <a:gd name="connsiteY698" fmla="*/ 1953725 h 6858000"/>
              <a:gd name="connsiteX699" fmla="*/ 221272 w 7467600"/>
              <a:gd name="connsiteY699" fmla="*/ 1980766 h 6858000"/>
              <a:gd name="connsiteX700" fmla="*/ 116765 w 7467600"/>
              <a:gd name="connsiteY700" fmla="*/ 1911033 h 6858000"/>
              <a:gd name="connsiteX701" fmla="*/ 16405 w 7467600"/>
              <a:gd name="connsiteY701" fmla="*/ 1803412 h 6858000"/>
              <a:gd name="connsiteX702" fmla="*/ 0 w 7467600"/>
              <a:gd name="connsiteY702" fmla="*/ 1784777 h 6858000"/>
              <a:gd name="connsiteX703" fmla="*/ 0 w 7467600"/>
              <a:gd name="connsiteY703" fmla="*/ 1740082 h 6858000"/>
              <a:gd name="connsiteX704" fmla="*/ 39394 w 7467600"/>
              <a:gd name="connsiteY704" fmla="*/ 1784856 h 6858000"/>
              <a:gd name="connsiteX705" fmla="*/ 135813 w 7467600"/>
              <a:gd name="connsiteY705" fmla="*/ 1888838 h 6858000"/>
              <a:gd name="connsiteX706" fmla="*/ 242575 w 7467600"/>
              <a:gd name="connsiteY706" fmla="*/ 1958841 h 6858000"/>
              <a:gd name="connsiteX707" fmla="*/ 82197 w 7467600"/>
              <a:gd name="connsiteY707" fmla="*/ 1754826 h 6858000"/>
              <a:gd name="connsiteX708" fmla="*/ 0 w 7467600"/>
              <a:gd name="connsiteY708" fmla="*/ 1679650 h 6858000"/>
              <a:gd name="connsiteX709" fmla="*/ 0 w 7467600"/>
              <a:gd name="connsiteY709" fmla="*/ 1602463 h 6858000"/>
              <a:gd name="connsiteX710" fmla="*/ 84689 w 7467600"/>
              <a:gd name="connsiteY710" fmla="*/ 1677442 h 6858000"/>
              <a:gd name="connsiteX711" fmla="*/ 298437 w 7467600"/>
              <a:gd name="connsiteY711" fmla="*/ 1968019 h 6858000"/>
              <a:gd name="connsiteX712" fmla="*/ 227269 w 7467600"/>
              <a:gd name="connsiteY712" fmla="*/ 1114064 h 6858000"/>
              <a:gd name="connsiteX713" fmla="*/ 248003 w 7467600"/>
              <a:gd name="connsiteY713" fmla="*/ 1089613 h 6858000"/>
              <a:gd name="connsiteX714" fmla="*/ 427020 w 7467600"/>
              <a:gd name="connsiteY714" fmla="*/ 1619803 h 6858000"/>
              <a:gd name="connsiteX715" fmla="*/ 340345 w 7467600"/>
              <a:gd name="connsiteY715" fmla="*/ 2027739 h 6858000"/>
              <a:gd name="connsiteX716" fmla="*/ 360865 w 7467600"/>
              <a:gd name="connsiteY716" fmla="*/ 2044827 h 6858000"/>
              <a:gd name="connsiteX717" fmla="*/ 560414 w 7467600"/>
              <a:gd name="connsiteY717" fmla="*/ 2421457 h 6858000"/>
              <a:gd name="connsiteX718" fmla="*/ 1359703 w 7467600"/>
              <a:gd name="connsiteY718" fmla="*/ 2578554 h 6858000"/>
              <a:gd name="connsiteX719" fmla="*/ 1359422 w 7467600"/>
              <a:gd name="connsiteY719" fmla="*/ 2577994 h 6858000"/>
              <a:gd name="connsiteX720" fmla="*/ 828701 w 7467600"/>
              <a:gd name="connsiteY720" fmla="*/ 1839520 h 6858000"/>
              <a:gd name="connsiteX721" fmla="*/ 494427 w 7467600"/>
              <a:gd name="connsiteY721" fmla="*/ 1092333 h 6858000"/>
              <a:gd name="connsiteX722" fmla="*/ 506322 w 7467600"/>
              <a:gd name="connsiteY722" fmla="*/ 1020997 h 6858000"/>
              <a:gd name="connsiteX723" fmla="*/ 4570198 w 7467600"/>
              <a:gd name="connsiteY723" fmla="*/ 978081 h 6858000"/>
              <a:gd name="connsiteX724" fmla="*/ 4523691 w 7467600"/>
              <a:gd name="connsiteY724" fmla="*/ 1127776 h 6858000"/>
              <a:gd name="connsiteX725" fmla="*/ 4509875 w 7467600"/>
              <a:gd name="connsiteY725" fmla="*/ 1167552 h 6858000"/>
              <a:gd name="connsiteX726" fmla="*/ 4478168 w 7467600"/>
              <a:gd name="connsiteY726" fmla="*/ 1260735 h 6858000"/>
              <a:gd name="connsiteX727" fmla="*/ 4409309 w 7467600"/>
              <a:gd name="connsiteY727" fmla="*/ 1666996 h 6858000"/>
              <a:gd name="connsiteX728" fmla="*/ 4370031 w 7467600"/>
              <a:gd name="connsiteY728" fmla="*/ 1955666 h 6858000"/>
              <a:gd name="connsiteX729" fmla="*/ 4570198 w 7467600"/>
              <a:gd name="connsiteY729" fmla="*/ 978081 h 6858000"/>
              <a:gd name="connsiteX730" fmla="*/ 4557898 w 7467600"/>
              <a:gd name="connsiteY730" fmla="*/ 900011 h 6858000"/>
              <a:gd name="connsiteX731" fmla="*/ 4344840 w 7467600"/>
              <a:gd name="connsiteY731" fmla="*/ 1922038 h 6858000"/>
              <a:gd name="connsiteX732" fmla="*/ 4378710 w 7467600"/>
              <a:gd name="connsiteY732" fmla="*/ 1665516 h 6858000"/>
              <a:gd name="connsiteX733" fmla="*/ 4448798 w 7467600"/>
              <a:gd name="connsiteY733" fmla="*/ 1253024 h 6858000"/>
              <a:gd name="connsiteX734" fmla="*/ 4480315 w 7467600"/>
              <a:gd name="connsiteY734" fmla="*/ 1158454 h 6858000"/>
              <a:gd name="connsiteX735" fmla="*/ 4494133 w 7467600"/>
              <a:gd name="connsiteY735" fmla="*/ 1118676 h 6858000"/>
              <a:gd name="connsiteX736" fmla="*/ 4557898 w 7467600"/>
              <a:gd name="connsiteY736" fmla="*/ 900011 h 6858000"/>
              <a:gd name="connsiteX737" fmla="*/ 5870151 w 7467600"/>
              <a:gd name="connsiteY737" fmla="*/ 898890 h 6858000"/>
              <a:gd name="connsiteX738" fmla="*/ 5861335 w 7467600"/>
              <a:gd name="connsiteY738" fmla="*/ 899177 h 6858000"/>
              <a:gd name="connsiteX739" fmla="*/ 5843702 w 7467600"/>
              <a:gd name="connsiteY739" fmla="*/ 899748 h 6858000"/>
              <a:gd name="connsiteX740" fmla="*/ 5651107 w 7467600"/>
              <a:gd name="connsiteY740" fmla="*/ 920306 h 6858000"/>
              <a:gd name="connsiteX741" fmla="*/ 5459407 w 7467600"/>
              <a:gd name="connsiteY741" fmla="*/ 940975 h 6858000"/>
              <a:gd name="connsiteX742" fmla="*/ 5374846 w 7467600"/>
              <a:gd name="connsiteY742" fmla="*/ 941988 h 6858000"/>
              <a:gd name="connsiteX743" fmla="*/ 5256105 w 7467600"/>
              <a:gd name="connsiteY743" fmla="*/ 945632 h 6858000"/>
              <a:gd name="connsiteX744" fmla="*/ 5107071 w 7467600"/>
              <a:gd name="connsiteY744" fmla="*/ 969720 h 6858000"/>
              <a:gd name="connsiteX745" fmla="*/ 4998681 w 7467600"/>
              <a:gd name="connsiteY745" fmla="*/ 988771 h 6858000"/>
              <a:gd name="connsiteX746" fmla="*/ 5870151 w 7467600"/>
              <a:gd name="connsiteY746" fmla="*/ 898890 h 6858000"/>
              <a:gd name="connsiteX747" fmla="*/ 5504425 w 7467600"/>
              <a:gd name="connsiteY747" fmla="*/ 848067 h 6858000"/>
              <a:gd name="connsiteX748" fmla="*/ 4968849 w 7467600"/>
              <a:gd name="connsiteY748" fmla="*/ 962318 h 6858000"/>
              <a:gd name="connsiteX749" fmla="*/ 5104039 w 7467600"/>
              <a:gd name="connsiteY749" fmla="*/ 940634 h 6858000"/>
              <a:gd name="connsiteX750" fmla="*/ 5256311 w 7467600"/>
              <a:gd name="connsiteY750" fmla="*/ 916490 h 6858000"/>
              <a:gd name="connsiteX751" fmla="*/ 5377381 w 7467600"/>
              <a:gd name="connsiteY751" fmla="*/ 912671 h 6858000"/>
              <a:gd name="connsiteX752" fmla="*/ 5460148 w 7467600"/>
              <a:gd name="connsiteY752" fmla="*/ 911442 h 6858000"/>
              <a:gd name="connsiteX753" fmla="*/ 5648971 w 7467600"/>
              <a:gd name="connsiteY753" fmla="*/ 891331 h 6858000"/>
              <a:gd name="connsiteX754" fmla="*/ 5844807 w 7467600"/>
              <a:gd name="connsiteY754" fmla="*/ 870718 h 6858000"/>
              <a:gd name="connsiteX755" fmla="*/ 5862975 w 7467600"/>
              <a:gd name="connsiteY755" fmla="*/ 869756 h 6858000"/>
              <a:gd name="connsiteX756" fmla="*/ 5920887 w 7467600"/>
              <a:gd name="connsiteY756" fmla="*/ 865929 h 6858000"/>
              <a:gd name="connsiteX757" fmla="*/ 5504425 w 7467600"/>
              <a:gd name="connsiteY757" fmla="*/ 848067 h 6858000"/>
              <a:gd name="connsiteX758" fmla="*/ 3607114 w 7467600"/>
              <a:gd name="connsiteY758" fmla="*/ 467441 h 6858000"/>
              <a:gd name="connsiteX759" fmla="*/ 3296242 w 7467600"/>
              <a:gd name="connsiteY759" fmla="*/ 807991 h 6858000"/>
              <a:gd name="connsiteX760" fmla="*/ 3174674 w 7467600"/>
              <a:gd name="connsiteY760" fmla="*/ 919759 h 6858000"/>
              <a:gd name="connsiteX761" fmla="*/ 3042978 w 7467600"/>
              <a:gd name="connsiteY761" fmla="*/ 1054894 h 6858000"/>
              <a:gd name="connsiteX762" fmla="*/ 2968914 w 7467600"/>
              <a:gd name="connsiteY762" fmla="*/ 1133756 h 6858000"/>
              <a:gd name="connsiteX763" fmla="*/ 3103823 w 7467600"/>
              <a:gd name="connsiteY763" fmla="*/ 1026814 h 6858000"/>
              <a:gd name="connsiteX764" fmla="*/ 3607114 w 7467600"/>
              <a:gd name="connsiteY764" fmla="*/ 467441 h 6858000"/>
              <a:gd name="connsiteX765" fmla="*/ 3744487 w 7467600"/>
              <a:gd name="connsiteY765" fmla="*/ 383136 h 6858000"/>
              <a:gd name="connsiteX766" fmla="*/ 3970213 w 7467600"/>
              <a:gd name="connsiteY766" fmla="*/ 995559 h 6858000"/>
              <a:gd name="connsiteX767" fmla="*/ 3744487 w 7467600"/>
              <a:gd name="connsiteY767" fmla="*/ 383136 h 6858000"/>
              <a:gd name="connsiteX768" fmla="*/ 3624562 w 7467600"/>
              <a:gd name="connsiteY768" fmla="*/ 367041 h 6858000"/>
              <a:gd name="connsiteX769" fmla="*/ 3489712 w 7467600"/>
              <a:gd name="connsiteY769" fmla="*/ 485386 h 6858000"/>
              <a:gd name="connsiteX770" fmla="*/ 3182994 w 7467600"/>
              <a:gd name="connsiteY770" fmla="*/ 828265 h 6858000"/>
              <a:gd name="connsiteX771" fmla="*/ 2892114 w 7467600"/>
              <a:gd name="connsiteY771" fmla="*/ 1172635 h 6858000"/>
              <a:gd name="connsiteX772" fmla="*/ 3021459 w 7467600"/>
              <a:gd name="connsiteY772" fmla="*/ 1035385 h 6858000"/>
              <a:gd name="connsiteX773" fmla="*/ 3153873 w 7467600"/>
              <a:gd name="connsiteY773" fmla="*/ 898971 h 6858000"/>
              <a:gd name="connsiteX774" fmla="*/ 3276511 w 7467600"/>
              <a:gd name="connsiteY774" fmla="*/ 786423 h 6858000"/>
              <a:gd name="connsiteX775" fmla="*/ 3584154 w 7467600"/>
              <a:gd name="connsiteY775" fmla="*/ 448218 h 6858000"/>
              <a:gd name="connsiteX776" fmla="*/ 3624562 w 7467600"/>
              <a:gd name="connsiteY776" fmla="*/ 367041 h 6858000"/>
              <a:gd name="connsiteX777" fmla="*/ 3766672 w 7467600"/>
              <a:gd name="connsiteY777" fmla="*/ 359429 h 6858000"/>
              <a:gd name="connsiteX778" fmla="*/ 3996338 w 7467600"/>
              <a:gd name="connsiteY778" fmla="*/ 968237 h 6858000"/>
              <a:gd name="connsiteX779" fmla="*/ 3766672 w 7467600"/>
              <a:gd name="connsiteY779" fmla="*/ 359429 h 6858000"/>
              <a:gd name="connsiteX780" fmla="*/ 5805386 w 7467600"/>
              <a:gd name="connsiteY780" fmla="*/ 239240 h 6858000"/>
              <a:gd name="connsiteX781" fmla="*/ 5736947 w 7467600"/>
              <a:gd name="connsiteY781" fmla="*/ 261367 h 6858000"/>
              <a:gd name="connsiteX782" fmla="*/ 5427012 w 7467600"/>
              <a:gd name="connsiteY782" fmla="*/ 311272 h 6858000"/>
              <a:gd name="connsiteX783" fmla="*/ 5147818 w 7467600"/>
              <a:gd name="connsiteY783" fmla="*/ 322112 h 6858000"/>
              <a:gd name="connsiteX784" fmla="*/ 5060854 w 7467600"/>
              <a:gd name="connsiteY784" fmla="*/ 311882 h 6858000"/>
              <a:gd name="connsiteX785" fmla="*/ 4945989 w 7467600"/>
              <a:gd name="connsiteY785" fmla="*/ 300516 h 6858000"/>
              <a:gd name="connsiteX786" fmla="*/ 5410479 w 7467600"/>
              <a:gd name="connsiteY786" fmla="*/ 348434 h 6858000"/>
              <a:gd name="connsiteX787" fmla="*/ 5805386 w 7467600"/>
              <a:gd name="connsiteY787" fmla="*/ 239240 h 6858000"/>
              <a:gd name="connsiteX788" fmla="*/ 5905192 w 7467600"/>
              <a:gd name="connsiteY788" fmla="*/ 163079 h 6858000"/>
              <a:gd name="connsiteX789" fmla="*/ 5865655 w 7467600"/>
              <a:gd name="connsiteY789" fmla="*/ 171901 h 6858000"/>
              <a:gd name="connsiteX790" fmla="*/ 5259740 w 7467600"/>
              <a:gd name="connsiteY790" fmla="*/ 257013 h 6858000"/>
              <a:gd name="connsiteX791" fmla="*/ 5208466 w 7467600"/>
              <a:gd name="connsiteY791" fmla="*/ 257550 h 6858000"/>
              <a:gd name="connsiteX792" fmla="*/ 4980204 w 7467600"/>
              <a:gd name="connsiteY792" fmla="*/ 271903 h 6858000"/>
              <a:gd name="connsiteX793" fmla="*/ 5068068 w 7467600"/>
              <a:gd name="connsiteY793" fmla="*/ 282244 h 6858000"/>
              <a:gd name="connsiteX794" fmla="*/ 5153231 w 7467600"/>
              <a:gd name="connsiteY794" fmla="*/ 292240 h 6858000"/>
              <a:gd name="connsiteX795" fmla="*/ 5426491 w 7467600"/>
              <a:gd name="connsiteY795" fmla="*/ 281128 h 6858000"/>
              <a:gd name="connsiteX796" fmla="*/ 5731212 w 7467600"/>
              <a:gd name="connsiteY796" fmla="*/ 231951 h 6858000"/>
              <a:gd name="connsiteX797" fmla="*/ 5905192 w 7467600"/>
              <a:gd name="connsiteY797" fmla="*/ 163079 h 6858000"/>
              <a:gd name="connsiteX798" fmla="*/ 5944437 w 7467600"/>
              <a:gd name="connsiteY798" fmla="*/ 113829 h 6858000"/>
              <a:gd name="connsiteX799" fmla="*/ 5825032 w 7467600"/>
              <a:gd name="connsiteY799" fmla="*/ 146405 h 6858000"/>
              <a:gd name="connsiteX800" fmla="*/ 4955599 w 7467600"/>
              <a:gd name="connsiteY800" fmla="*/ 247008 h 6858000"/>
              <a:gd name="connsiteX801" fmla="*/ 5210104 w 7467600"/>
              <a:gd name="connsiteY801" fmla="*/ 228123 h 6858000"/>
              <a:gd name="connsiteX802" fmla="*/ 5261015 w 7467600"/>
              <a:gd name="connsiteY802" fmla="*/ 227087 h 6858000"/>
              <a:gd name="connsiteX803" fmla="*/ 5861181 w 7467600"/>
              <a:gd name="connsiteY803" fmla="*/ 143093 h 6858000"/>
              <a:gd name="connsiteX804" fmla="*/ 5961252 w 7467600"/>
              <a:gd name="connsiteY804" fmla="*/ 114820 h 6858000"/>
              <a:gd name="connsiteX805" fmla="*/ 5944437 w 7467600"/>
              <a:gd name="connsiteY805" fmla="*/ 113829 h 6858000"/>
              <a:gd name="connsiteX806" fmla="*/ 3882765 w 7467600"/>
              <a:gd name="connsiteY806" fmla="*/ 0 h 6858000"/>
              <a:gd name="connsiteX807" fmla="*/ 3995099 w 7467600"/>
              <a:gd name="connsiteY807" fmla="*/ 0 h 6858000"/>
              <a:gd name="connsiteX808" fmla="*/ 4163818 w 7467600"/>
              <a:gd name="connsiteY808" fmla="*/ 234104 h 6858000"/>
              <a:gd name="connsiteX809" fmla="*/ 4172099 w 7467600"/>
              <a:gd name="connsiteY809" fmla="*/ 234207 h 6858000"/>
              <a:gd name="connsiteX810" fmla="*/ 4784282 w 7467600"/>
              <a:gd name="connsiteY810" fmla="*/ 276561 h 6858000"/>
              <a:gd name="connsiteX811" fmla="*/ 4801687 w 7467600"/>
              <a:gd name="connsiteY811" fmla="*/ 267764 h 6858000"/>
              <a:gd name="connsiteX812" fmla="*/ 6082788 w 7467600"/>
              <a:gd name="connsiteY812" fmla="*/ 64119 h 6858000"/>
              <a:gd name="connsiteX813" fmla="*/ 6099442 w 7467600"/>
              <a:gd name="connsiteY813" fmla="*/ 82568 h 6858000"/>
              <a:gd name="connsiteX814" fmla="*/ 4804137 w 7467600"/>
              <a:gd name="connsiteY814" fmla="*/ 320931 h 6858000"/>
              <a:gd name="connsiteX815" fmla="*/ 4227047 w 7467600"/>
              <a:gd name="connsiteY815" fmla="*/ 313415 h 6858000"/>
              <a:gd name="connsiteX816" fmla="*/ 4346041 w 7467600"/>
              <a:gd name="connsiteY816" fmla="*/ 456086 h 6858000"/>
              <a:gd name="connsiteX817" fmla="*/ 4870967 w 7467600"/>
              <a:gd name="connsiteY817" fmla="*/ 963061 h 6858000"/>
              <a:gd name="connsiteX818" fmla="*/ 4889647 w 7467600"/>
              <a:gd name="connsiteY818" fmla="*/ 957147 h 6858000"/>
              <a:gd name="connsiteX819" fmla="*/ 5422504 w 7467600"/>
              <a:gd name="connsiteY819" fmla="*/ 805191 h 6858000"/>
              <a:gd name="connsiteX820" fmla="*/ 6087656 w 7467600"/>
              <a:gd name="connsiteY820" fmla="*/ 826703 h 6858000"/>
              <a:gd name="connsiteX821" fmla="*/ 6058717 w 7467600"/>
              <a:gd name="connsiteY821" fmla="*/ 865992 h 6858000"/>
              <a:gd name="connsiteX822" fmla="*/ 4974153 w 7467600"/>
              <a:gd name="connsiteY822" fmla="*/ 1045456 h 6858000"/>
              <a:gd name="connsiteX823" fmla="*/ 5627835 w 7467600"/>
              <a:gd name="connsiteY823" fmla="*/ 1472077 h 6858000"/>
              <a:gd name="connsiteX824" fmla="*/ 5629817 w 7467600"/>
              <a:gd name="connsiteY824" fmla="*/ 1471412 h 6858000"/>
              <a:gd name="connsiteX825" fmla="*/ 5634124 w 7467600"/>
              <a:gd name="connsiteY825" fmla="*/ 1470572 h 6858000"/>
              <a:gd name="connsiteX826" fmla="*/ 5755832 w 7467600"/>
              <a:gd name="connsiteY826" fmla="*/ 1383886 h 6858000"/>
              <a:gd name="connsiteX827" fmla="*/ 6014186 w 7467600"/>
              <a:gd name="connsiteY827" fmla="*/ 1279799 h 6858000"/>
              <a:gd name="connsiteX828" fmla="*/ 6901619 w 7467600"/>
              <a:gd name="connsiteY828" fmla="*/ 1047874 h 6858000"/>
              <a:gd name="connsiteX829" fmla="*/ 6931566 w 7467600"/>
              <a:gd name="connsiteY829" fmla="*/ 1062034 h 6858000"/>
              <a:gd name="connsiteX830" fmla="*/ 5790982 w 7467600"/>
              <a:gd name="connsiteY830" fmla="*/ 1561380 h 6858000"/>
              <a:gd name="connsiteX831" fmla="*/ 6188971 w 7467600"/>
              <a:gd name="connsiteY831" fmla="*/ 1755168 h 6858000"/>
              <a:gd name="connsiteX832" fmla="*/ 6202446 w 7467600"/>
              <a:gd name="connsiteY832" fmla="*/ 1752268 h 6858000"/>
              <a:gd name="connsiteX833" fmla="*/ 7179560 w 7467600"/>
              <a:gd name="connsiteY833" fmla="*/ 1467551 h 6858000"/>
              <a:gd name="connsiteX834" fmla="*/ 7158730 w 7467600"/>
              <a:gd name="connsiteY834" fmla="*/ 1507835 h 6858000"/>
              <a:gd name="connsiteX835" fmla="*/ 6326959 w 7467600"/>
              <a:gd name="connsiteY835" fmla="*/ 1817686 h 6858000"/>
              <a:gd name="connsiteX836" fmla="*/ 6537433 w 7467600"/>
              <a:gd name="connsiteY836" fmla="*/ 1907790 h 6858000"/>
              <a:gd name="connsiteX837" fmla="*/ 6550221 w 7467600"/>
              <a:gd name="connsiteY837" fmla="*/ 1910729 h 6858000"/>
              <a:gd name="connsiteX838" fmla="*/ 6964438 w 7467600"/>
              <a:gd name="connsiteY838" fmla="*/ 2209505 h 6858000"/>
              <a:gd name="connsiteX839" fmla="*/ 7367862 w 7467600"/>
              <a:gd name="connsiteY839" fmla="*/ 2806833 h 6858000"/>
              <a:gd name="connsiteX840" fmla="*/ 7364329 w 7467600"/>
              <a:gd name="connsiteY840" fmla="*/ 2826907 h 6858000"/>
              <a:gd name="connsiteX841" fmla="*/ 7290545 w 7467600"/>
              <a:gd name="connsiteY841" fmla="*/ 2850663 h 6858000"/>
              <a:gd name="connsiteX842" fmla="*/ 6472036 w 7467600"/>
              <a:gd name="connsiteY842" fmla="*/ 1959003 h 6858000"/>
              <a:gd name="connsiteX843" fmla="*/ 5792897 w 7467600"/>
              <a:gd name="connsiteY843" fmla="*/ 1647747 h 6858000"/>
              <a:gd name="connsiteX844" fmla="*/ 5842751 w 7467600"/>
              <a:gd name="connsiteY844" fmla="*/ 1816112 h 6858000"/>
              <a:gd name="connsiteX845" fmla="*/ 5847424 w 7467600"/>
              <a:gd name="connsiteY845" fmla="*/ 1815776 h 6858000"/>
              <a:gd name="connsiteX846" fmla="*/ 6399821 w 7467600"/>
              <a:gd name="connsiteY846" fmla="*/ 2344799 h 6858000"/>
              <a:gd name="connsiteX847" fmla="*/ 6323232 w 7467600"/>
              <a:gd name="connsiteY847" fmla="*/ 2389634 h 6858000"/>
              <a:gd name="connsiteX848" fmla="*/ 5942958 w 7467600"/>
              <a:gd name="connsiteY848" fmla="*/ 2077708 h 6858000"/>
              <a:gd name="connsiteX849" fmla="*/ 5921559 w 7467600"/>
              <a:gd name="connsiteY849" fmla="*/ 2378596 h 6858000"/>
              <a:gd name="connsiteX850" fmla="*/ 5817651 w 7467600"/>
              <a:gd name="connsiteY850" fmla="*/ 3023919 h 6858000"/>
              <a:gd name="connsiteX851" fmla="*/ 5729634 w 7467600"/>
              <a:gd name="connsiteY851" fmla="*/ 3051849 h 6858000"/>
              <a:gd name="connsiteX852" fmla="*/ 5611018 w 7467600"/>
              <a:gd name="connsiteY852" fmla="*/ 2316769 h 6858000"/>
              <a:gd name="connsiteX853" fmla="*/ 5687608 w 7467600"/>
              <a:gd name="connsiteY853" fmla="*/ 2039972 h 6858000"/>
              <a:gd name="connsiteX854" fmla="*/ 5657554 w 7467600"/>
              <a:gd name="connsiteY854" fmla="*/ 1576445 h 6858000"/>
              <a:gd name="connsiteX855" fmla="*/ 5150475 w 7467600"/>
              <a:gd name="connsiteY855" fmla="*/ 1274012 h 6858000"/>
              <a:gd name="connsiteX856" fmla="*/ 5349142 w 7467600"/>
              <a:gd name="connsiteY856" fmla="*/ 2204405 h 6858000"/>
              <a:gd name="connsiteX857" fmla="*/ 5262214 w 7467600"/>
              <a:gd name="connsiteY857" fmla="*/ 2233836 h 6858000"/>
              <a:gd name="connsiteX858" fmla="*/ 4981539 w 7467600"/>
              <a:gd name="connsiteY858" fmla="*/ 1542201 h 6858000"/>
              <a:gd name="connsiteX859" fmla="*/ 4958461 w 7467600"/>
              <a:gd name="connsiteY859" fmla="*/ 1136957 h 6858000"/>
              <a:gd name="connsiteX860" fmla="*/ 4655015 w 7467600"/>
              <a:gd name="connsiteY860" fmla="*/ 891426 h 6858000"/>
              <a:gd name="connsiteX861" fmla="*/ 4348002 w 7467600"/>
              <a:gd name="connsiteY861" fmla="*/ 2205895 h 6858000"/>
              <a:gd name="connsiteX862" fmla="*/ 4262250 w 7467600"/>
              <a:gd name="connsiteY862" fmla="*/ 2219972 h 6858000"/>
              <a:gd name="connsiteX863" fmla="*/ 4550611 w 7467600"/>
              <a:gd name="connsiteY863" fmla="*/ 817540 h 6858000"/>
              <a:gd name="connsiteX864" fmla="*/ 4564418 w 7467600"/>
              <a:gd name="connsiteY864" fmla="*/ 808293 h 6858000"/>
              <a:gd name="connsiteX865" fmla="*/ 4266388 w 7467600"/>
              <a:gd name="connsiteY865" fmla="*/ 500083 h 6858000"/>
              <a:gd name="connsiteX866" fmla="*/ 4032842 w 7467600"/>
              <a:gd name="connsiteY866" fmla="*/ 211809 h 6858000"/>
              <a:gd name="connsiteX867" fmla="*/ 3882765 w 7467600"/>
              <a:gd name="connsiteY867" fmla="*/ 0 h 6858000"/>
              <a:gd name="connsiteX868" fmla="*/ 3721337 w 7467600"/>
              <a:gd name="connsiteY868" fmla="*/ 0 h 6858000"/>
              <a:gd name="connsiteX869" fmla="*/ 3797544 w 7467600"/>
              <a:gd name="connsiteY869" fmla="*/ 0 h 6858000"/>
              <a:gd name="connsiteX870" fmla="*/ 3775734 w 7467600"/>
              <a:gd name="connsiteY870" fmla="*/ 95131 h 6858000"/>
              <a:gd name="connsiteX871" fmla="*/ 3724807 w 7467600"/>
              <a:gd name="connsiteY871" fmla="*/ 272257 h 6858000"/>
              <a:gd name="connsiteX872" fmla="*/ 3726844 w 7467600"/>
              <a:gd name="connsiteY872" fmla="*/ 282988 h 6858000"/>
              <a:gd name="connsiteX873" fmla="*/ 3742664 w 7467600"/>
              <a:gd name="connsiteY873" fmla="*/ 279918 h 6858000"/>
              <a:gd name="connsiteX874" fmla="*/ 4103910 w 7467600"/>
              <a:gd name="connsiteY874" fmla="*/ 1161917 h 6858000"/>
              <a:gd name="connsiteX875" fmla="*/ 4020269 w 7467600"/>
              <a:gd name="connsiteY875" fmla="*/ 1200406 h 6858000"/>
              <a:gd name="connsiteX876" fmla="*/ 3674882 w 7467600"/>
              <a:gd name="connsiteY876" fmla="*/ 488524 h 6858000"/>
              <a:gd name="connsiteX877" fmla="*/ 3132682 w 7467600"/>
              <a:gd name="connsiteY877" fmla="*/ 1072284 h 6858000"/>
              <a:gd name="connsiteX878" fmla="*/ 2716346 w 7467600"/>
              <a:gd name="connsiteY878" fmla="*/ 1276376 h 6858000"/>
              <a:gd name="connsiteX879" fmla="*/ 2716772 w 7467600"/>
              <a:gd name="connsiteY879" fmla="*/ 1255462 h 6858000"/>
              <a:gd name="connsiteX880" fmla="*/ 3471096 w 7467600"/>
              <a:gd name="connsiteY880" fmla="*/ 437072 h 6858000"/>
              <a:gd name="connsiteX881" fmla="*/ 3639057 w 7467600"/>
              <a:gd name="connsiteY881" fmla="*/ 286334 h 6858000"/>
              <a:gd name="connsiteX882" fmla="*/ 3640309 w 7467600"/>
              <a:gd name="connsiteY882" fmla="*/ 284664 h 6858000"/>
              <a:gd name="connsiteX883" fmla="*/ 3646022 w 7467600"/>
              <a:gd name="connsiteY883" fmla="*/ 276711 h 6858000"/>
              <a:gd name="connsiteX884" fmla="*/ 3707943 w 7467600"/>
              <a:gd name="connsiteY884" fmla="*/ 65958 h 6858000"/>
              <a:gd name="connsiteX885" fmla="*/ 3721337 w 7467600"/>
              <a:gd name="connsiteY885" fmla="*/ 0 h 6858000"/>
              <a:gd name="connsiteX886" fmla="*/ 2867960 w 7467600"/>
              <a:gd name="connsiteY886" fmla="*/ 0 h 6858000"/>
              <a:gd name="connsiteX887" fmla="*/ 2926351 w 7467600"/>
              <a:gd name="connsiteY887" fmla="*/ 0 h 6858000"/>
              <a:gd name="connsiteX888" fmla="*/ 2902823 w 7467600"/>
              <a:gd name="connsiteY888" fmla="*/ 262929 h 6858000"/>
              <a:gd name="connsiteX889" fmla="*/ 2940663 w 7467600"/>
              <a:gd name="connsiteY889" fmla="*/ 140884 h 6858000"/>
              <a:gd name="connsiteX890" fmla="*/ 2947039 w 7467600"/>
              <a:gd name="connsiteY890" fmla="*/ 122524 h 6858000"/>
              <a:gd name="connsiteX891" fmla="*/ 2984316 w 7467600"/>
              <a:gd name="connsiteY891" fmla="*/ 0 h 6858000"/>
              <a:gd name="connsiteX892" fmla="*/ 3016114 w 7467600"/>
              <a:gd name="connsiteY892" fmla="*/ 0 h 6858000"/>
              <a:gd name="connsiteX893" fmla="*/ 2979949 w 7467600"/>
              <a:gd name="connsiteY893" fmla="*/ 119274 h 6858000"/>
              <a:gd name="connsiteX894" fmla="*/ 3023879 w 7467600"/>
              <a:gd name="connsiteY894" fmla="*/ 0 h 6858000"/>
              <a:gd name="connsiteX895" fmla="*/ 3105400 w 7467600"/>
              <a:gd name="connsiteY895" fmla="*/ 0 h 6858000"/>
              <a:gd name="connsiteX896" fmla="*/ 3094669 w 7467600"/>
              <a:gd name="connsiteY896" fmla="*/ 30308 h 6858000"/>
              <a:gd name="connsiteX897" fmla="*/ 2901945 w 7467600"/>
              <a:gd name="connsiteY897" fmla="*/ 466538 h 6858000"/>
              <a:gd name="connsiteX898" fmla="*/ 2815209 w 7467600"/>
              <a:gd name="connsiteY898" fmla="*/ 497361 h 6858000"/>
              <a:gd name="connsiteX899" fmla="*/ 2844845 w 7467600"/>
              <a:gd name="connsiteY899" fmla="*/ 127638 h 6858000"/>
              <a:gd name="connsiteX900" fmla="*/ 2867960 w 7467600"/>
              <a:gd name="connsiteY900" fmla="*/ 0 h 6858000"/>
              <a:gd name="connsiteX901" fmla="*/ 1057230 w 7467600"/>
              <a:gd name="connsiteY901" fmla="*/ 0 h 6858000"/>
              <a:gd name="connsiteX902" fmla="*/ 1111003 w 7467600"/>
              <a:gd name="connsiteY902" fmla="*/ 0 h 6858000"/>
              <a:gd name="connsiteX903" fmla="*/ 1125553 w 7467600"/>
              <a:gd name="connsiteY903" fmla="*/ 52588 h 6858000"/>
              <a:gd name="connsiteX904" fmla="*/ 1304276 w 7467600"/>
              <a:gd name="connsiteY904" fmla="*/ 476275 h 6858000"/>
              <a:gd name="connsiteX905" fmla="*/ 1492066 w 7467600"/>
              <a:gd name="connsiteY905" fmla="*/ 886333 h 6858000"/>
              <a:gd name="connsiteX906" fmla="*/ 1423698 w 7467600"/>
              <a:gd name="connsiteY906" fmla="*/ 710817 h 6858000"/>
              <a:gd name="connsiteX907" fmla="*/ 1357609 w 7467600"/>
              <a:gd name="connsiteY907" fmla="*/ 532892 h 6858000"/>
              <a:gd name="connsiteX908" fmla="*/ 1309550 w 7467600"/>
              <a:gd name="connsiteY908" fmla="*/ 374031 h 6858000"/>
              <a:gd name="connsiteX909" fmla="*/ 1193673 w 7467600"/>
              <a:gd name="connsiteY909" fmla="*/ 49533 h 6858000"/>
              <a:gd name="connsiteX910" fmla="*/ 1164391 w 7467600"/>
              <a:gd name="connsiteY910" fmla="*/ 0 h 6858000"/>
              <a:gd name="connsiteX911" fmla="*/ 1200666 w 7467600"/>
              <a:gd name="connsiteY911" fmla="*/ 0 h 6858000"/>
              <a:gd name="connsiteX912" fmla="*/ 1223408 w 7467600"/>
              <a:gd name="connsiteY912" fmla="*/ 38996 h 6858000"/>
              <a:gd name="connsiteX913" fmla="*/ 1339635 w 7467600"/>
              <a:gd name="connsiteY913" fmla="*/ 365517 h 6858000"/>
              <a:gd name="connsiteX914" fmla="*/ 1387469 w 7467600"/>
              <a:gd name="connsiteY914" fmla="*/ 523079 h 6858000"/>
              <a:gd name="connsiteX915" fmla="*/ 1452685 w 7467600"/>
              <a:gd name="connsiteY915" fmla="*/ 699806 h 6858000"/>
              <a:gd name="connsiteX916" fmla="*/ 1492092 w 7467600"/>
              <a:gd name="connsiteY916" fmla="*/ 800424 h 6858000"/>
              <a:gd name="connsiteX917" fmla="*/ 1455302 w 7467600"/>
              <a:gd name="connsiteY917" fmla="*/ 632913 h 6858000"/>
              <a:gd name="connsiteX918" fmla="*/ 1222336 w 7467600"/>
              <a:gd name="connsiteY918" fmla="*/ 9480 h 6858000"/>
              <a:gd name="connsiteX919" fmla="*/ 1214634 w 7467600"/>
              <a:gd name="connsiteY919" fmla="*/ 0 h 6858000"/>
              <a:gd name="connsiteX920" fmla="*/ 1289827 w 7467600"/>
              <a:gd name="connsiteY920" fmla="*/ 0 h 6858000"/>
              <a:gd name="connsiteX921" fmla="*/ 1321076 w 7467600"/>
              <a:gd name="connsiteY921" fmla="*/ 59722 h 6858000"/>
              <a:gd name="connsiteX922" fmla="*/ 1512579 w 7467600"/>
              <a:gd name="connsiteY922" fmla="*/ 626441 h 6858000"/>
              <a:gd name="connsiteX923" fmla="*/ 1506076 w 7467600"/>
              <a:gd name="connsiteY923" fmla="*/ 1089289 h 6858000"/>
              <a:gd name="connsiteX924" fmla="*/ 1486346 w 7467600"/>
              <a:gd name="connsiteY924" fmla="*/ 1079919 h 6858000"/>
              <a:gd name="connsiteX925" fmla="*/ 1070511 w 7467600"/>
              <a:gd name="connsiteY925" fmla="*/ 48609 h 6858000"/>
              <a:gd name="connsiteX926" fmla="*/ 1057230 w 7467600"/>
              <a:gd name="connsiteY926" fmla="*/ 0 h 6858000"/>
              <a:gd name="connsiteX927" fmla="*/ 43151 w 7467600"/>
              <a:gd name="connsiteY927" fmla="*/ 0 h 6858000"/>
              <a:gd name="connsiteX928" fmla="*/ 95283 w 7467600"/>
              <a:gd name="connsiteY928" fmla="*/ 0 h 6858000"/>
              <a:gd name="connsiteX929" fmla="*/ 300708 w 7467600"/>
              <a:gd name="connsiteY929" fmla="*/ 154571 h 6858000"/>
              <a:gd name="connsiteX930" fmla="*/ 530414 w 7467600"/>
              <a:gd name="connsiteY930" fmla="*/ 354673 h 6858000"/>
              <a:gd name="connsiteX931" fmla="*/ 333785 w 7467600"/>
              <a:gd name="connsiteY931" fmla="*/ 161564 h 6858000"/>
              <a:gd name="connsiteX932" fmla="*/ 147005 w 7467600"/>
              <a:gd name="connsiteY932" fmla="*/ 0 h 6858000"/>
              <a:gd name="connsiteX933" fmla="*/ 272509 w 7467600"/>
              <a:gd name="connsiteY933" fmla="*/ 0 h 6858000"/>
              <a:gd name="connsiteX934" fmla="*/ 326276 w 7467600"/>
              <a:gd name="connsiteY934" fmla="*/ 45847 h 6858000"/>
              <a:gd name="connsiteX935" fmla="*/ 823759 w 7467600"/>
              <a:gd name="connsiteY935" fmla="*/ 574145 h 6858000"/>
              <a:gd name="connsiteX936" fmla="*/ 811254 w 7467600"/>
              <a:gd name="connsiteY936" fmla="*/ 665546 h 6858000"/>
              <a:gd name="connsiteX937" fmla="*/ 154042 w 7467600"/>
              <a:gd name="connsiteY937" fmla="*/ 261522 h 6858000"/>
              <a:gd name="connsiteX938" fmla="*/ 13550 w 7467600"/>
              <a:gd name="connsiteY938" fmla="*/ 158423 h 6858000"/>
              <a:gd name="connsiteX939" fmla="*/ 0 w 7467600"/>
              <a:gd name="connsiteY939" fmla="*/ 146618 h 6858000"/>
              <a:gd name="connsiteX940" fmla="*/ 0 w 7467600"/>
              <a:gd name="connsiteY940" fmla="*/ 59161 h 6858000"/>
              <a:gd name="connsiteX941" fmla="*/ 45427 w 7467600"/>
              <a:gd name="connsiteY941" fmla="*/ 101078 h 6858000"/>
              <a:gd name="connsiteX942" fmla="*/ 630103 w 7467600"/>
              <a:gd name="connsiteY942" fmla="*/ 485885 h 6858000"/>
              <a:gd name="connsiteX943" fmla="*/ 532040 w 7467600"/>
              <a:gd name="connsiteY943" fmla="*/ 399359 h 6858000"/>
              <a:gd name="connsiteX944" fmla="*/ 517618 w 7467600"/>
              <a:gd name="connsiteY944" fmla="*/ 385726 h 6858000"/>
              <a:gd name="connsiteX945" fmla="*/ 285074 w 7467600"/>
              <a:gd name="connsiteY945" fmla="*/ 182755 h 6858000"/>
              <a:gd name="connsiteX946" fmla="*/ 43151 w 7467600"/>
              <a:gd name="connsiteY946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34024 w 7467600"/>
              <a:gd name="connsiteY4" fmla="*/ 6722130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7434024 w 7467600"/>
              <a:gd name="connsiteY13" fmla="*/ 6722130 h 6858000"/>
              <a:gd name="connsiteX14" fmla="*/ 1019354 w 7467600"/>
              <a:gd name="connsiteY14" fmla="*/ 6315006 h 6858000"/>
              <a:gd name="connsiteX15" fmla="*/ 441046 w 7467600"/>
              <a:gd name="connsiteY15" fmla="*/ 6691153 h 6858000"/>
              <a:gd name="connsiteX16" fmla="*/ 1019354 w 7467600"/>
              <a:gd name="connsiteY16" fmla="*/ 6315006 h 6858000"/>
              <a:gd name="connsiteX17" fmla="*/ 991680 w 7467600"/>
              <a:gd name="connsiteY17" fmla="*/ 6298413 h 6858000"/>
              <a:gd name="connsiteX18" fmla="*/ 409060 w 7467600"/>
              <a:gd name="connsiteY18" fmla="*/ 6671470 h 6858000"/>
              <a:gd name="connsiteX19" fmla="*/ 991680 w 7467600"/>
              <a:gd name="connsiteY19" fmla="*/ 6298413 h 6858000"/>
              <a:gd name="connsiteX20" fmla="*/ 103333 w 7467600"/>
              <a:gd name="connsiteY20" fmla="*/ 5699602 h 6858000"/>
              <a:gd name="connsiteX21" fmla="*/ 233938 w 7467600"/>
              <a:gd name="connsiteY21" fmla="*/ 5809416 h 6858000"/>
              <a:gd name="connsiteX22" fmla="*/ 883580 w 7467600"/>
              <a:gd name="connsiteY22" fmla="*/ 6180710 h 6858000"/>
              <a:gd name="connsiteX23" fmla="*/ 487337 w 7467600"/>
              <a:gd name="connsiteY23" fmla="*/ 5950182 h 6858000"/>
              <a:gd name="connsiteX24" fmla="*/ 354051 w 7467600"/>
              <a:gd name="connsiteY24" fmla="*/ 5854912 h 6858000"/>
              <a:gd name="connsiteX25" fmla="*/ 195436 w 7467600"/>
              <a:gd name="connsiteY25" fmla="*/ 5755068 h 6858000"/>
              <a:gd name="connsiteX26" fmla="*/ 103333 w 7467600"/>
              <a:gd name="connsiteY26" fmla="*/ 5699602 h 6858000"/>
              <a:gd name="connsiteX27" fmla="*/ 5539432 w 7467600"/>
              <a:gd name="connsiteY27" fmla="*/ 5642928 h 6858000"/>
              <a:gd name="connsiteX28" fmla="*/ 5555462 w 7467600"/>
              <a:gd name="connsiteY28" fmla="*/ 5694454 h 6858000"/>
              <a:gd name="connsiteX29" fmla="*/ 5828270 w 7467600"/>
              <a:gd name="connsiteY29" fmla="*/ 6320663 h 6858000"/>
              <a:gd name="connsiteX30" fmla="*/ 5947416 w 7467600"/>
              <a:gd name="connsiteY30" fmla="*/ 6574846 h 6858000"/>
              <a:gd name="connsiteX31" fmla="*/ 5539432 w 7467600"/>
              <a:gd name="connsiteY31" fmla="*/ 5642928 h 6858000"/>
              <a:gd name="connsiteX32" fmla="*/ 51253 w 7467600"/>
              <a:gd name="connsiteY32" fmla="*/ 5631825 h 6858000"/>
              <a:gd name="connsiteX33" fmla="*/ 211622 w 7467600"/>
              <a:gd name="connsiteY33" fmla="*/ 5728803 h 6858000"/>
              <a:gd name="connsiteX34" fmla="*/ 371652 w 7467600"/>
              <a:gd name="connsiteY34" fmla="*/ 5829062 h 6858000"/>
              <a:gd name="connsiteX35" fmla="*/ 505903 w 7467600"/>
              <a:gd name="connsiteY35" fmla="*/ 5925221 h 6858000"/>
              <a:gd name="connsiteX36" fmla="*/ 899240 w 7467600"/>
              <a:gd name="connsiteY36" fmla="*/ 6153068 h 6858000"/>
              <a:gd name="connsiteX37" fmla="*/ 988114 w 7467600"/>
              <a:gd name="connsiteY37" fmla="*/ 6174204 h 6858000"/>
              <a:gd name="connsiteX38" fmla="*/ 845971 w 7467600"/>
              <a:gd name="connsiteY38" fmla="*/ 6067177 h 6858000"/>
              <a:gd name="connsiteX39" fmla="*/ 448057 w 7467600"/>
              <a:gd name="connsiteY39" fmla="*/ 5841376 h 6858000"/>
              <a:gd name="connsiteX40" fmla="*/ 51253 w 7467600"/>
              <a:gd name="connsiteY40" fmla="*/ 5631825 h 6858000"/>
              <a:gd name="connsiteX41" fmla="*/ 2606687 w 7467600"/>
              <a:gd name="connsiteY41" fmla="*/ 5630718 h 6858000"/>
              <a:gd name="connsiteX42" fmla="*/ 2645658 w 7467600"/>
              <a:gd name="connsiteY42" fmla="*/ 6640259 h 6858000"/>
              <a:gd name="connsiteX43" fmla="*/ 2606687 w 7467600"/>
              <a:gd name="connsiteY43" fmla="*/ 5630718 h 6858000"/>
              <a:gd name="connsiteX44" fmla="*/ 3642057 w 7467600"/>
              <a:gd name="connsiteY44" fmla="*/ 5573487 h 6858000"/>
              <a:gd name="connsiteX45" fmla="*/ 3632981 w 7467600"/>
              <a:gd name="connsiteY45" fmla="*/ 5579437 h 6858000"/>
              <a:gd name="connsiteX46" fmla="*/ 3382436 w 7467600"/>
              <a:gd name="connsiteY46" fmla="*/ 5952726 h 6858000"/>
              <a:gd name="connsiteX47" fmla="*/ 3191929 w 7467600"/>
              <a:gd name="connsiteY47" fmla="*/ 6662669 h 6858000"/>
              <a:gd name="connsiteX48" fmla="*/ 3369898 w 7467600"/>
              <a:gd name="connsiteY48" fmla="*/ 6081771 h 6858000"/>
              <a:gd name="connsiteX49" fmla="*/ 3642057 w 7467600"/>
              <a:gd name="connsiteY49" fmla="*/ 5573487 h 6858000"/>
              <a:gd name="connsiteX50" fmla="*/ 2650666 w 7467600"/>
              <a:gd name="connsiteY50" fmla="*/ 5530686 h 6858000"/>
              <a:gd name="connsiteX51" fmla="*/ 2650249 w 7467600"/>
              <a:gd name="connsiteY51" fmla="*/ 5532101 h 6858000"/>
              <a:gd name="connsiteX52" fmla="*/ 2663808 w 7467600"/>
              <a:gd name="connsiteY52" fmla="*/ 6535215 h 6858000"/>
              <a:gd name="connsiteX53" fmla="*/ 2665418 w 7467600"/>
              <a:gd name="connsiteY53" fmla="*/ 6132756 h 6858000"/>
              <a:gd name="connsiteX54" fmla="*/ 2650666 w 7467600"/>
              <a:gd name="connsiteY54" fmla="*/ 5530686 h 6858000"/>
              <a:gd name="connsiteX55" fmla="*/ 2680277 w 7467600"/>
              <a:gd name="connsiteY55" fmla="*/ 5479204 h 6858000"/>
              <a:gd name="connsiteX56" fmla="*/ 2678972 w 7467600"/>
              <a:gd name="connsiteY56" fmla="*/ 5481582 h 6858000"/>
              <a:gd name="connsiteX57" fmla="*/ 2696666 w 7467600"/>
              <a:gd name="connsiteY57" fmla="*/ 6133836 h 6858000"/>
              <a:gd name="connsiteX58" fmla="*/ 2695769 w 7467600"/>
              <a:gd name="connsiteY58" fmla="*/ 6390955 h 6858000"/>
              <a:gd name="connsiteX59" fmla="*/ 2739893 w 7467600"/>
              <a:gd name="connsiteY59" fmla="*/ 6108357 h 6858000"/>
              <a:gd name="connsiteX60" fmla="*/ 2680277 w 7467600"/>
              <a:gd name="connsiteY60" fmla="*/ 5479204 h 6858000"/>
              <a:gd name="connsiteX61" fmla="*/ 1132195 w 7467600"/>
              <a:gd name="connsiteY61" fmla="*/ 5467980 h 6858000"/>
              <a:gd name="connsiteX62" fmla="*/ 1679056 w 7467600"/>
              <a:gd name="connsiteY62" fmla="*/ 5516907 h 6858000"/>
              <a:gd name="connsiteX63" fmla="*/ 2128648 w 7467600"/>
              <a:gd name="connsiteY63" fmla="*/ 5474249 h 6858000"/>
              <a:gd name="connsiteX64" fmla="*/ 1825619 w 7467600"/>
              <a:gd name="connsiteY64" fmla="*/ 5478447 h 6858000"/>
              <a:gd name="connsiteX65" fmla="*/ 1737798 w 7467600"/>
              <a:gd name="connsiteY65" fmla="*/ 5483353 h 6858000"/>
              <a:gd name="connsiteX66" fmla="*/ 1132195 w 7467600"/>
              <a:gd name="connsiteY66" fmla="*/ 5467980 h 6858000"/>
              <a:gd name="connsiteX67" fmla="*/ 1456157 w 7467600"/>
              <a:gd name="connsiteY67" fmla="*/ 5371404 h 6858000"/>
              <a:gd name="connsiteX68" fmla="*/ 1244432 w 7467600"/>
              <a:gd name="connsiteY68" fmla="*/ 5385601 h 6858000"/>
              <a:gd name="connsiteX69" fmla="*/ 973990 w 7467600"/>
              <a:gd name="connsiteY69" fmla="*/ 5424940 h 6858000"/>
              <a:gd name="connsiteX70" fmla="*/ 1103809 w 7467600"/>
              <a:gd name="connsiteY70" fmla="*/ 5433720 h 6858000"/>
              <a:gd name="connsiteX71" fmla="*/ 1123454 w 7467600"/>
              <a:gd name="connsiteY71" fmla="*/ 5435727 h 6858000"/>
              <a:gd name="connsiteX72" fmla="*/ 1737017 w 7467600"/>
              <a:gd name="connsiteY72" fmla="*/ 5452183 h 6858000"/>
              <a:gd name="connsiteX73" fmla="*/ 1824397 w 7467600"/>
              <a:gd name="connsiteY73" fmla="*/ 5447757 h 6858000"/>
              <a:gd name="connsiteX74" fmla="*/ 2070059 w 7467600"/>
              <a:gd name="connsiteY74" fmla="*/ 5441660 h 6858000"/>
              <a:gd name="connsiteX75" fmla="*/ 1456157 w 7467600"/>
              <a:gd name="connsiteY75" fmla="*/ 5371404 h 6858000"/>
              <a:gd name="connsiteX76" fmla="*/ 4988186 w 7467600"/>
              <a:gd name="connsiteY76" fmla="*/ 5216467 h 6858000"/>
              <a:gd name="connsiteX77" fmla="*/ 4777334 w 7467600"/>
              <a:gd name="connsiteY77" fmla="*/ 5406072 h 6858000"/>
              <a:gd name="connsiteX78" fmla="*/ 4718341 w 7467600"/>
              <a:gd name="connsiteY78" fmla="*/ 5468043 h 6858000"/>
              <a:gd name="connsiteX79" fmla="*/ 4604655 w 7467600"/>
              <a:gd name="connsiteY79" fmla="*/ 5583434 h 6858000"/>
              <a:gd name="connsiteX80" fmla="*/ 4565074 w 7467600"/>
              <a:gd name="connsiteY80" fmla="*/ 5618550 h 6858000"/>
              <a:gd name="connsiteX81" fmla="*/ 4988186 w 7467600"/>
              <a:gd name="connsiteY81" fmla="*/ 5216467 h 6858000"/>
              <a:gd name="connsiteX82" fmla="*/ 4978032 w 7467600"/>
              <a:gd name="connsiteY82" fmla="*/ 5183809 h 6858000"/>
              <a:gd name="connsiteX83" fmla="*/ 4463413 w 7467600"/>
              <a:gd name="connsiteY83" fmla="*/ 5615162 h 6858000"/>
              <a:gd name="connsiteX84" fmla="*/ 4358134 w 7467600"/>
              <a:gd name="connsiteY84" fmla="*/ 5742791 h 6858000"/>
              <a:gd name="connsiteX85" fmla="*/ 4376219 w 7467600"/>
              <a:gd name="connsiteY85" fmla="*/ 5729027 h 6858000"/>
              <a:gd name="connsiteX86" fmla="*/ 4582340 w 7467600"/>
              <a:gd name="connsiteY86" fmla="*/ 5561037 h 6858000"/>
              <a:gd name="connsiteX87" fmla="*/ 4694684 w 7467600"/>
              <a:gd name="connsiteY87" fmla="*/ 5447098 h 6858000"/>
              <a:gd name="connsiteX88" fmla="*/ 4754123 w 7467600"/>
              <a:gd name="connsiteY88" fmla="*/ 5384643 h 6858000"/>
              <a:gd name="connsiteX89" fmla="*/ 4978032 w 7467600"/>
              <a:gd name="connsiteY89" fmla="*/ 5183809 h 6858000"/>
              <a:gd name="connsiteX90" fmla="*/ 1903353 w 7467600"/>
              <a:gd name="connsiteY90" fmla="*/ 5044827 h 6858000"/>
              <a:gd name="connsiteX91" fmla="*/ 1936931 w 7467600"/>
              <a:gd name="connsiteY91" fmla="*/ 5093954 h 6858000"/>
              <a:gd name="connsiteX92" fmla="*/ 2195868 w 7467600"/>
              <a:gd name="connsiteY92" fmla="*/ 5396574 h 6858000"/>
              <a:gd name="connsiteX93" fmla="*/ 2088852 w 7467600"/>
              <a:gd name="connsiteY93" fmla="*/ 5166123 h 6858000"/>
              <a:gd name="connsiteX94" fmla="*/ 1958241 w 7467600"/>
              <a:gd name="connsiteY94" fmla="*/ 5067955 h 6858000"/>
              <a:gd name="connsiteX95" fmla="*/ 1903353 w 7467600"/>
              <a:gd name="connsiteY95" fmla="*/ 5044827 h 6858000"/>
              <a:gd name="connsiteX96" fmla="*/ 1979378 w 7467600"/>
              <a:gd name="connsiteY96" fmla="*/ 4769504 h 6858000"/>
              <a:gd name="connsiteX97" fmla="*/ 2882120 w 7467600"/>
              <a:gd name="connsiteY97" fmla="*/ 5064547 h 6858000"/>
              <a:gd name="connsiteX98" fmla="*/ 2793103 w 7467600"/>
              <a:gd name="connsiteY98" fmla="*/ 5039699 h 6858000"/>
              <a:gd name="connsiteX99" fmla="*/ 2770041 w 7467600"/>
              <a:gd name="connsiteY99" fmla="*/ 5033634 h 6858000"/>
              <a:gd name="connsiteX100" fmla="*/ 1979378 w 7467600"/>
              <a:gd name="connsiteY100" fmla="*/ 4769504 h 6858000"/>
              <a:gd name="connsiteX101" fmla="*/ 1927410 w 7467600"/>
              <a:gd name="connsiteY101" fmla="*/ 4716164 h 6858000"/>
              <a:gd name="connsiteX102" fmla="*/ 1959587 w 7467600"/>
              <a:gd name="connsiteY102" fmla="*/ 4728849 h 6858000"/>
              <a:gd name="connsiteX103" fmla="*/ 2777707 w 7467600"/>
              <a:gd name="connsiteY103" fmla="*/ 5003991 h 6858000"/>
              <a:gd name="connsiteX104" fmla="*/ 2800768 w 7467600"/>
              <a:gd name="connsiteY104" fmla="*/ 5010056 h 6858000"/>
              <a:gd name="connsiteX105" fmla="*/ 2879408 w 7467600"/>
              <a:gd name="connsiteY105" fmla="*/ 5031590 h 6858000"/>
              <a:gd name="connsiteX106" fmla="*/ 2862295 w 7467600"/>
              <a:gd name="connsiteY106" fmla="*/ 5022958 h 6858000"/>
              <a:gd name="connsiteX107" fmla="*/ 2813343 w 7467600"/>
              <a:gd name="connsiteY107" fmla="*/ 4998369 h 6858000"/>
              <a:gd name="connsiteX108" fmla="*/ 2646245 w 7467600"/>
              <a:gd name="connsiteY108" fmla="*/ 4930999 h 6858000"/>
              <a:gd name="connsiteX109" fmla="*/ 1999243 w 7467600"/>
              <a:gd name="connsiteY109" fmla="*/ 4730524 h 6858000"/>
              <a:gd name="connsiteX110" fmla="*/ 1979527 w 7467600"/>
              <a:gd name="connsiteY110" fmla="*/ 4726651 h 6858000"/>
              <a:gd name="connsiteX111" fmla="*/ 1927410 w 7467600"/>
              <a:gd name="connsiteY111" fmla="*/ 4716164 h 6858000"/>
              <a:gd name="connsiteX112" fmla="*/ 1997014 w 7467600"/>
              <a:gd name="connsiteY112" fmla="*/ 4698007 h 6858000"/>
              <a:gd name="connsiteX113" fmla="*/ 2005458 w 7467600"/>
              <a:gd name="connsiteY113" fmla="*/ 4699540 h 6858000"/>
              <a:gd name="connsiteX114" fmla="*/ 2657186 w 7467600"/>
              <a:gd name="connsiteY114" fmla="*/ 4901687 h 6858000"/>
              <a:gd name="connsiteX115" fmla="*/ 2826662 w 7467600"/>
              <a:gd name="connsiteY115" fmla="*/ 4970362 h 6858000"/>
              <a:gd name="connsiteX116" fmla="*/ 2876100 w 7467600"/>
              <a:gd name="connsiteY116" fmla="*/ 4995397 h 6858000"/>
              <a:gd name="connsiteX117" fmla="*/ 3042600 w 7467600"/>
              <a:gd name="connsiteY117" fmla="*/ 5059532 h 6858000"/>
              <a:gd name="connsiteX118" fmla="*/ 1997014 w 7467600"/>
              <a:gd name="connsiteY118" fmla="*/ 4698007 h 6858000"/>
              <a:gd name="connsiteX119" fmla="*/ 2305292 w 7467600"/>
              <a:gd name="connsiteY119" fmla="*/ 4219492 h 6858000"/>
              <a:gd name="connsiteX120" fmla="*/ 3360922 w 7467600"/>
              <a:gd name="connsiteY120" fmla="*/ 4529373 h 6858000"/>
              <a:gd name="connsiteX121" fmla="*/ 3492420 w 7467600"/>
              <a:gd name="connsiteY121" fmla="*/ 4510145 h 6858000"/>
              <a:gd name="connsiteX122" fmla="*/ 3364086 w 7467600"/>
              <a:gd name="connsiteY122" fmla="*/ 4480340 h 6858000"/>
              <a:gd name="connsiteX123" fmla="*/ 3225818 w 7467600"/>
              <a:gd name="connsiteY123" fmla="*/ 4411822 h 6858000"/>
              <a:gd name="connsiteX124" fmla="*/ 3129696 w 7467600"/>
              <a:gd name="connsiteY124" fmla="*/ 4360704 h 6858000"/>
              <a:gd name="connsiteX125" fmla="*/ 2814545 w 7467600"/>
              <a:gd name="connsiteY125" fmla="*/ 4282955 h 6858000"/>
              <a:gd name="connsiteX126" fmla="*/ 2305292 w 7467600"/>
              <a:gd name="connsiteY126" fmla="*/ 4219492 h 6858000"/>
              <a:gd name="connsiteX127" fmla="*/ 2626982 w 7467600"/>
              <a:gd name="connsiteY127" fmla="*/ 4206450 h 6858000"/>
              <a:gd name="connsiteX128" fmla="*/ 2490617 w 7467600"/>
              <a:gd name="connsiteY128" fmla="*/ 4206951 h 6858000"/>
              <a:gd name="connsiteX129" fmla="*/ 2819869 w 7467600"/>
              <a:gd name="connsiteY129" fmla="*/ 4252936 h 6858000"/>
              <a:gd name="connsiteX130" fmla="*/ 3143018 w 7467600"/>
              <a:gd name="connsiteY130" fmla="*/ 4332698 h 6858000"/>
              <a:gd name="connsiteX131" fmla="*/ 3241520 w 7467600"/>
              <a:gd name="connsiteY131" fmla="*/ 4385112 h 6858000"/>
              <a:gd name="connsiteX132" fmla="*/ 3374575 w 7467600"/>
              <a:gd name="connsiteY132" fmla="*/ 4451517 h 6858000"/>
              <a:gd name="connsiteX133" fmla="*/ 3505221 w 7467600"/>
              <a:gd name="connsiteY133" fmla="*/ 4480757 h 6858000"/>
              <a:gd name="connsiteX134" fmla="*/ 2626982 w 7467600"/>
              <a:gd name="connsiteY134" fmla="*/ 4206450 h 6858000"/>
              <a:gd name="connsiteX135" fmla="*/ 1310106 w 7467600"/>
              <a:gd name="connsiteY135" fmla="*/ 3943217 h 6858000"/>
              <a:gd name="connsiteX136" fmla="*/ 854994 w 7467600"/>
              <a:gd name="connsiteY136" fmla="*/ 4399136 h 6858000"/>
              <a:gd name="connsiteX137" fmla="*/ 742462 w 7467600"/>
              <a:gd name="connsiteY137" fmla="*/ 4594648 h 6858000"/>
              <a:gd name="connsiteX138" fmla="*/ 820602 w 7467600"/>
              <a:gd name="connsiteY138" fmla="*/ 4485915 h 6858000"/>
              <a:gd name="connsiteX139" fmla="*/ 878295 w 7467600"/>
              <a:gd name="connsiteY139" fmla="*/ 4403594 h 6858000"/>
              <a:gd name="connsiteX140" fmla="*/ 1240607 w 7467600"/>
              <a:gd name="connsiteY140" fmla="*/ 4010401 h 6858000"/>
              <a:gd name="connsiteX141" fmla="*/ 1310106 w 7467600"/>
              <a:gd name="connsiteY141" fmla="*/ 3943217 h 6858000"/>
              <a:gd name="connsiteX142" fmla="*/ 1423113 w 7467600"/>
              <a:gd name="connsiteY142" fmla="*/ 3874565 h 6858000"/>
              <a:gd name="connsiteX143" fmla="*/ 1260565 w 7467600"/>
              <a:gd name="connsiteY143" fmla="*/ 4031982 h 6858000"/>
              <a:gd name="connsiteX144" fmla="*/ 901900 w 7467600"/>
              <a:gd name="connsiteY144" fmla="*/ 4421236 h 6858000"/>
              <a:gd name="connsiteX145" fmla="*/ 845044 w 7467600"/>
              <a:gd name="connsiteY145" fmla="*/ 4502436 h 6858000"/>
              <a:gd name="connsiteX146" fmla="*/ 685926 w 7467600"/>
              <a:gd name="connsiteY146" fmla="*/ 4703069 h 6858000"/>
              <a:gd name="connsiteX147" fmla="*/ 684248 w 7467600"/>
              <a:gd name="connsiteY147" fmla="*/ 4706721 h 6858000"/>
              <a:gd name="connsiteX148" fmla="*/ 1423113 w 7467600"/>
              <a:gd name="connsiteY148" fmla="*/ 3874565 h 6858000"/>
              <a:gd name="connsiteX149" fmla="*/ 3316479 w 7467600"/>
              <a:gd name="connsiteY149" fmla="*/ 3872136 h 6858000"/>
              <a:gd name="connsiteX150" fmla="*/ 3546806 w 7467600"/>
              <a:gd name="connsiteY150" fmla="*/ 4356139 h 6858000"/>
              <a:gd name="connsiteX151" fmla="*/ 3364433 w 7467600"/>
              <a:gd name="connsiteY151" fmla="*/ 3953121 h 6858000"/>
              <a:gd name="connsiteX152" fmla="*/ 3316479 w 7467600"/>
              <a:gd name="connsiteY152" fmla="*/ 3872136 h 6858000"/>
              <a:gd name="connsiteX153" fmla="*/ 3291335 w 7467600"/>
              <a:gd name="connsiteY153" fmla="*/ 3767420 h 6858000"/>
              <a:gd name="connsiteX154" fmla="*/ 3390805 w 7467600"/>
              <a:gd name="connsiteY154" fmla="*/ 3937163 h 6858000"/>
              <a:gd name="connsiteX155" fmla="*/ 3579062 w 7467600"/>
              <a:gd name="connsiteY155" fmla="*/ 4359040 h 6858000"/>
              <a:gd name="connsiteX156" fmla="*/ 3467355 w 7467600"/>
              <a:gd name="connsiteY156" fmla="*/ 3988130 h 6858000"/>
              <a:gd name="connsiteX157" fmla="*/ 3310753 w 7467600"/>
              <a:gd name="connsiteY157" fmla="*/ 3787140 h 6858000"/>
              <a:gd name="connsiteX158" fmla="*/ 3291335 w 7467600"/>
              <a:gd name="connsiteY158" fmla="*/ 3767420 h 6858000"/>
              <a:gd name="connsiteX159" fmla="*/ 1635889 w 7467600"/>
              <a:gd name="connsiteY159" fmla="*/ 3709494 h 6858000"/>
              <a:gd name="connsiteX160" fmla="*/ 1634800 w 7467600"/>
              <a:gd name="connsiteY160" fmla="*/ 3731111 h 6858000"/>
              <a:gd name="connsiteX161" fmla="*/ 1635889 w 7467600"/>
              <a:gd name="connsiteY161" fmla="*/ 3709494 h 6858000"/>
              <a:gd name="connsiteX162" fmla="*/ 1510397 w 7467600"/>
              <a:gd name="connsiteY162" fmla="*/ 3684705 h 6858000"/>
              <a:gd name="connsiteX163" fmla="*/ 1146550 w 7467600"/>
              <a:gd name="connsiteY163" fmla="*/ 3802012 h 6858000"/>
              <a:gd name="connsiteX164" fmla="*/ 698834 w 7467600"/>
              <a:gd name="connsiteY164" fmla="*/ 3952272 h 6858000"/>
              <a:gd name="connsiteX165" fmla="*/ 34256 w 7467600"/>
              <a:gd name="connsiteY165" fmla="*/ 4347603 h 6858000"/>
              <a:gd name="connsiteX166" fmla="*/ 527241 w 7467600"/>
              <a:gd name="connsiteY166" fmla="*/ 4065078 h 6858000"/>
              <a:gd name="connsiteX167" fmla="*/ 1510397 w 7467600"/>
              <a:gd name="connsiteY167" fmla="*/ 3684705 h 6858000"/>
              <a:gd name="connsiteX168" fmla="*/ 1313114 w 7467600"/>
              <a:gd name="connsiteY168" fmla="*/ 3655216 h 6858000"/>
              <a:gd name="connsiteX169" fmla="*/ 1109304 w 7467600"/>
              <a:gd name="connsiteY169" fmla="*/ 3669030 h 6858000"/>
              <a:gd name="connsiteX170" fmla="*/ 8129 w 7467600"/>
              <a:gd name="connsiteY170" fmla="*/ 4330519 h 6858000"/>
              <a:gd name="connsiteX171" fmla="*/ 687572 w 7467600"/>
              <a:gd name="connsiteY171" fmla="*/ 3925629 h 6858000"/>
              <a:gd name="connsiteX172" fmla="*/ 1138365 w 7467600"/>
              <a:gd name="connsiteY172" fmla="*/ 3774515 h 6858000"/>
              <a:gd name="connsiteX173" fmla="*/ 1505579 w 7467600"/>
              <a:gd name="connsiteY173" fmla="*/ 3655526 h 6858000"/>
              <a:gd name="connsiteX174" fmla="*/ 1313114 w 7467600"/>
              <a:gd name="connsiteY174" fmla="*/ 3655216 h 6858000"/>
              <a:gd name="connsiteX175" fmla="*/ 3655073 w 7467600"/>
              <a:gd name="connsiteY175" fmla="*/ 3650884 h 6858000"/>
              <a:gd name="connsiteX176" fmla="*/ 3989938 w 7467600"/>
              <a:gd name="connsiteY176" fmla="*/ 3991685 h 6858000"/>
              <a:gd name="connsiteX177" fmla="*/ 4393907 w 7467600"/>
              <a:gd name="connsiteY177" fmla="*/ 4261258 h 6858000"/>
              <a:gd name="connsiteX178" fmla="*/ 4648051 w 7467600"/>
              <a:gd name="connsiteY178" fmla="*/ 4374051 h 6858000"/>
              <a:gd name="connsiteX179" fmla="*/ 4383389 w 7467600"/>
              <a:gd name="connsiteY179" fmla="*/ 4184369 h 6858000"/>
              <a:gd name="connsiteX180" fmla="*/ 4165508 w 7467600"/>
              <a:gd name="connsiteY180" fmla="*/ 4035196 h 6858000"/>
              <a:gd name="connsiteX181" fmla="*/ 4068162 w 7467600"/>
              <a:gd name="connsiteY181" fmla="*/ 3953394 h 6858000"/>
              <a:gd name="connsiteX182" fmla="*/ 3981416 w 7467600"/>
              <a:gd name="connsiteY182" fmla="*/ 3880482 h 6858000"/>
              <a:gd name="connsiteX183" fmla="*/ 3800147 w 7467600"/>
              <a:gd name="connsiteY183" fmla="*/ 3749872 h 6858000"/>
              <a:gd name="connsiteX184" fmla="*/ 3655073 w 7467600"/>
              <a:gd name="connsiteY184" fmla="*/ 3650884 h 6858000"/>
              <a:gd name="connsiteX185" fmla="*/ 3670252 w 7467600"/>
              <a:gd name="connsiteY185" fmla="*/ 3622798 h 6858000"/>
              <a:gd name="connsiteX186" fmla="*/ 3817258 w 7467600"/>
              <a:gd name="connsiteY186" fmla="*/ 3723577 h 6858000"/>
              <a:gd name="connsiteX187" fmla="*/ 4000461 w 7467600"/>
              <a:gd name="connsiteY187" fmla="*/ 3855966 h 6858000"/>
              <a:gd name="connsiteX188" fmla="*/ 4088180 w 7467600"/>
              <a:gd name="connsiteY188" fmla="*/ 3929774 h 6858000"/>
              <a:gd name="connsiteX189" fmla="*/ 4184555 w 7467600"/>
              <a:gd name="connsiteY189" fmla="*/ 4010683 h 6858000"/>
              <a:gd name="connsiteX190" fmla="*/ 4399563 w 7467600"/>
              <a:gd name="connsiteY190" fmla="*/ 4158106 h 6858000"/>
              <a:gd name="connsiteX191" fmla="*/ 4684469 w 7467600"/>
              <a:gd name="connsiteY191" fmla="*/ 4364680 h 6858000"/>
              <a:gd name="connsiteX192" fmla="*/ 4690271 w 7467600"/>
              <a:gd name="connsiteY192" fmla="*/ 4370034 h 6858000"/>
              <a:gd name="connsiteX193" fmla="*/ 4136093 w 7467600"/>
              <a:gd name="connsiteY193" fmla="*/ 3858466 h 6858000"/>
              <a:gd name="connsiteX194" fmla="*/ 3670252 w 7467600"/>
              <a:gd name="connsiteY194" fmla="*/ 3622798 h 6858000"/>
              <a:gd name="connsiteX195" fmla="*/ 4440129 w 7467600"/>
              <a:gd name="connsiteY195" fmla="*/ 3448571 h 6858000"/>
              <a:gd name="connsiteX196" fmla="*/ 4856525 w 7467600"/>
              <a:gd name="connsiteY196" fmla="*/ 3915351 h 6858000"/>
              <a:gd name="connsiteX197" fmla="*/ 5059055 w 7467600"/>
              <a:gd name="connsiteY197" fmla="*/ 4108918 h 6858000"/>
              <a:gd name="connsiteX198" fmla="*/ 5290070 w 7467600"/>
              <a:gd name="connsiteY198" fmla="*/ 4263619 h 6858000"/>
              <a:gd name="connsiteX199" fmla="*/ 4834991 w 7467600"/>
              <a:gd name="connsiteY199" fmla="*/ 3830985 h 6858000"/>
              <a:gd name="connsiteX200" fmla="*/ 4440129 w 7467600"/>
              <a:gd name="connsiteY200" fmla="*/ 3448571 h 6858000"/>
              <a:gd name="connsiteX201" fmla="*/ 4441737 w 7467600"/>
              <a:gd name="connsiteY201" fmla="*/ 3399734 h 6858000"/>
              <a:gd name="connsiteX202" fmla="*/ 4431236 w 7467600"/>
              <a:gd name="connsiteY202" fmla="*/ 3400954 h 6858000"/>
              <a:gd name="connsiteX203" fmla="*/ 4557150 w 7467600"/>
              <a:gd name="connsiteY203" fmla="*/ 3510023 h 6858000"/>
              <a:gd name="connsiteX204" fmla="*/ 4856936 w 7467600"/>
              <a:gd name="connsiteY204" fmla="*/ 3809146 h 6858000"/>
              <a:gd name="connsiteX205" fmla="*/ 5111996 w 7467600"/>
              <a:gd name="connsiteY205" fmla="*/ 4065759 h 6858000"/>
              <a:gd name="connsiteX206" fmla="*/ 5388878 w 7467600"/>
              <a:gd name="connsiteY206" fmla="*/ 4300185 h 6858000"/>
              <a:gd name="connsiteX207" fmla="*/ 5425556 w 7467600"/>
              <a:gd name="connsiteY207" fmla="*/ 4308967 h 6858000"/>
              <a:gd name="connsiteX208" fmla="*/ 4943646 w 7467600"/>
              <a:gd name="connsiteY208" fmla="*/ 3822916 h 6858000"/>
              <a:gd name="connsiteX209" fmla="*/ 4594837 w 7467600"/>
              <a:gd name="connsiteY209" fmla="*/ 3532274 h 6858000"/>
              <a:gd name="connsiteX210" fmla="*/ 4441737 w 7467600"/>
              <a:gd name="connsiteY210" fmla="*/ 3399734 h 6858000"/>
              <a:gd name="connsiteX211" fmla="*/ 5425834 w 7467600"/>
              <a:gd name="connsiteY211" fmla="*/ 3162785 h 6858000"/>
              <a:gd name="connsiteX212" fmla="*/ 5401644 w 7467600"/>
              <a:gd name="connsiteY212" fmla="*/ 3617847 h 6858000"/>
              <a:gd name="connsiteX213" fmla="*/ 5467256 w 7467600"/>
              <a:gd name="connsiteY213" fmla="*/ 4175494 h 6858000"/>
              <a:gd name="connsiteX214" fmla="*/ 5448069 w 7467600"/>
              <a:gd name="connsiteY214" fmla="*/ 3567554 h 6858000"/>
              <a:gd name="connsiteX215" fmla="*/ 5425834 w 7467600"/>
              <a:gd name="connsiteY215" fmla="*/ 3162785 h 6858000"/>
              <a:gd name="connsiteX216" fmla="*/ 1318687 w 7467600"/>
              <a:gd name="connsiteY216" fmla="*/ 3113840 h 6858000"/>
              <a:gd name="connsiteX217" fmla="*/ 1066793 w 7467600"/>
              <a:gd name="connsiteY217" fmla="*/ 3212171 h 6858000"/>
              <a:gd name="connsiteX218" fmla="*/ 993319 w 7467600"/>
              <a:gd name="connsiteY218" fmla="*/ 3247648 h 6858000"/>
              <a:gd name="connsiteX219" fmla="*/ 853081 w 7467600"/>
              <a:gd name="connsiteY219" fmla="*/ 3312410 h 6858000"/>
              <a:gd name="connsiteX220" fmla="*/ 805957 w 7467600"/>
              <a:gd name="connsiteY220" fmla="*/ 3330443 h 6858000"/>
              <a:gd name="connsiteX221" fmla="*/ 1318687 w 7467600"/>
              <a:gd name="connsiteY221" fmla="*/ 3113840 h 6858000"/>
              <a:gd name="connsiteX222" fmla="*/ 5453702 w 7467600"/>
              <a:gd name="connsiteY222" fmla="*/ 3090882 h 6858000"/>
              <a:gd name="connsiteX223" fmla="*/ 5480135 w 7467600"/>
              <a:gd name="connsiteY223" fmla="*/ 3565802 h 6858000"/>
              <a:gd name="connsiteX224" fmla="*/ 5499023 w 7467600"/>
              <a:gd name="connsiteY224" fmla="*/ 4166310 h 6858000"/>
              <a:gd name="connsiteX225" fmla="*/ 5547022 w 7467600"/>
              <a:gd name="connsiteY225" fmla="*/ 3607838 h 6858000"/>
              <a:gd name="connsiteX226" fmla="*/ 5515964 w 7467600"/>
              <a:gd name="connsiteY226" fmla="*/ 3378541 h 6858000"/>
              <a:gd name="connsiteX227" fmla="*/ 5453702 w 7467600"/>
              <a:gd name="connsiteY227" fmla="*/ 3090882 h 6858000"/>
              <a:gd name="connsiteX228" fmla="*/ 1238695 w 7467600"/>
              <a:gd name="connsiteY228" fmla="*/ 3076820 h 6858000"/>
              <a:gd name="connsiteX229" fmla="*/ 716371 w 7467600"/>
              <a:gd name="connsiteY229" fmla="*/ 3293249 h 6858000"/>
              <a:gd name="connsiteX230" fmla="*/ 579522 w 7467600"/>
              <a:gd name="connsiteY230" fmla="*/ 3371759 h 6858000"/>
              <a:gd name="connsiteX231" fmla="*/ 600288 w 7467600"/>
              <a:gd name="connsiteY231" fmla="*/ 3365555 h 6858000"/>
              <a:gd name="connsiteX232" fmla="*/ 840692 w 7467600"/>
              <a:gd name="connsiteY232" fmla="*/ 3284921 h 6858000"/>
              <a:gd name="connsiteX233" fmla="*/ 979248 w 7467600"/>
              <a:gd name="connsiteY233" fmla="*/ 3221003 h 6858000"/>
              <a:gd name="connsiteX234" fmla="*/ 1053282 w 7467600"/>
              <a:gd name="connsiteY234" fmla="*/ 3185247 h 6858000"/>
              <a:gd name="connsiteX235" fmla="*/ 1320603 w 7467600"/>
              <a:gd name="connsiteY235" fmla="*/ 3081281 h 6858000"/>
              <a:gd name="connsiteX236" fmla="*/ 1238695 w 7467600"/>
              <a:gd name="connsiteY236" fmla="*/ 3076820 h 6858000"/>
              <a:gd name="connsiteX237" fmla="*/ 5425627 w 7467600"/>
              <a:gd name="connsiteY237" fmla="*/ 2954192 h 6858000"/>
              <a:gd name="connsiteX238" fmla="*/ 5470770 w 7467600"/>
              <a:gd name="connsiteY238" fmla="*/ 3005435 h 6858000"/>
              <a:gd name="connsiteX239" fmla="*/ 5519779 w 7467600"/>
              <a:gd name="connsiteY239" fmla="*/ 4359223 h 6858000"/>
              <a:gd name="connsiteX240" fmla="*/ 5520293 w 7467600"/>
              <a:gd name="connsiteY240" fmla="*/ 4360602 h 6858000"/>
              <a:gd name="connsiteX241" fmla="*/ 5767221 w 7467600"/>
              <a:gd name="connsiteY241" fmla="*/ 4665564 h 6858000"/>
              <a:gd name="connsiteX242" fmla="*/ 6937169 w 7467600"/>
              <a:gd name="connsiteY242" fmla="*/ 4815941 h 6858000"/>
              <a:gd name="connsiteX243" fmla="*/ 6953922 w 7467600"/>
              <a:gd name="connsiteY243" fmla="*/ 4890068 h 6858000"/>
              <a:gd name="connsiteX244" fmla="*/ 6071359 w 7467600"/>
              <a:gd name="connsiteY244" fmla="*/ 4770770 h 6858000"/>
              <a:gd name="connsiteX245" fmla="*/ 6038839 w 7467600"/>
              <a:gd name="connsiteY245" fmla="*/ 4764474 h 6858000"/>
              <a:gd name="connsiteX246" fmla="*/ 6038706 w 7467600"/>
              <a:gd name="connsiteY246" fmla="*/ 4763847 h 6858000"/>
              <a:gd name="connsiteX247" fmla="*/ 6037784 w 7467600"/>
              <a:gd name="connsiteY247" fmla="*/ 4764270 h 6858000"/>
              <a:gd name="connsiteX248" fmla="*/ 6038839 w 7467600"/>
              <a:gd name="connsiteY248" fmla="*/ 4764474 h 6858000"/>
              <a:gd name="connsiteX249" fmla="*/ 6040338 w 7467600"/>
              <a:gd name="connsiteY249" fmla="*/ 4771418 h 6858000"/>
              <a:gd name="connsiteX250" fmla="*/ 6024488 w 7467600"/>
              <a:gd name="connsiteY250" fmla="*/ 4809903 h 6858000"/>
              <a:gd name="connsiteX251" fmla="*/ 5599771 w 7467600"/>
              <a:gd name="connsiteY251" fmla="*/ 5509652 h 6858000"/>
              <a:gd name="connsiteX252" fmla="*/ 5548843 w 7467600"/>
              <a:gd name="connsiteY252" fmla="*/ 5563845 h 6858000"/>
              <a:gd name="connsiteX253" fmla="*/ 5940952 w 7467600"/>
              <a:gd name="connsiteY253" fmla="*/ 6250028 h 6858000"/>
              <a:gd name="connsiteX254" fmla="*/ 6043441 w 7467600"/>
              <a:gd name="connsiteY254" fmla="*/ 6665847 h 6858000"/>
              <a:gd name="connsiteX255" fmla="*/ 6093432 w 7467600"/>
              <a:gd name="connsiteY255" fmla="*/ 6858000 h 6858000"/>
              <a:gd name="connsiteX256" fmla="*/ 6034344 w 7467600"/>
              <a:gd name="connsiteY256" fmla="*/ 6858000 h 6858000"/>
              <a:gd name="connsiteX257" fmla="*/ 6026679 w 7467600"/>
              <a:gd name="connsiteY257" fmla="*/ 6836959 h 6858000"/>
              <a:gd name="connsiteX258" fmla="*/ 5800441 w 7467600"/>
              <a:gd name="connsiteY258" fmla="*/ 6335286 h 6858000"/>
              <a:gd name="connsiteX259" fmla="*/ 5526562 w 7467600"/>
              <a:gd name="connsiteY259" fmla="*/ 5705388 h 6858000"/>
              <a:gd name="connsiteX260" fmla="*/ 5519640 w 7467600"/>
              <a:gd name="connsiteY260" fmla="*/ 5683774 h 6858000"/>
              <a:gd name="connsiteX261" fmla="*/ 5844559 w 7467600"/>
              <a:gd name="connsiteY261" fmla="*/ 6553349 h 6858000"/>
              <a:gd name="connsiteX262" fmla="*/ 5975994 w 7467600"/>
              <a:gd name="connsiteY262" fmla="*/ 6858000 h 6858000"/>
              <a:gd name="connsiteX263" fmla="*/ 5898547 w 7467600"/>
              <a:gd name="connsiteY263" fmla="*/ 6858000 h 6858000"/>
              <a:gd name="connsiteX264" fmla="*/ 5682041 w 7467600"/>
              <a:gd name="connsiteY264" fmla="*/ 6355860 h 6858000"/>
              <a:gd name="connsiteX265" fmla="*/ 5461758 w 7467600"/>
              <a:gd name="connsiteY265" fmla="*/ 5820220 h 6858000"/>
              <a:gd name="connsiteX266" fmla="*/ 5237282 w 7467600"/>
              <a:gd name="connsiteY266" fmla="*/ 6579086 h 6858000"/>
              <a:gd name="connsiteX267" fmla="*/ 5115009 w 7467600"/>
              <a:gd name="connsiteY267" fmla="*/ 6858000 h 6858000"/>
              <a:gd name="connsiteX268" fmla="*/ 5028074 w 7467600"/>
              <a:gd name="connsiteY268" fmla="*/ 6858000 h 6858000"/>
              <a:gd name="connsiteX269" fmla="*/ 5079508 w 7467600"/>
              <a:gd name="connsiteY269" fmla="*/ 6749074 h 6858000"/>
              <a:gd name="connsiteX270" fmla="*/ 5371846 w 7467600"/>
              <a:gd name="connsiteY270" fmla="*/ 5924413 h 6858000"/>
              <a:gd name="connsiteX271" fmla="*/ 5270512 w 7467600"/>
              <a:gd name="connsiteY271" fmla="*/ 6138975 h 6858000"/>
              <a:gd name="connsiteX272" fmla="*/ 5062409 w 7467600"/>
              <a:gd name="connsiteY272" fmla="*/ 6653544 h 6858000"/>
              <a:gd name="connsiteX273" fmla="*/ 5036628 w 7467600"/>
              <a:gd name="connsiteY273" fmla="*/ 6754247 h 6858000"/>
              <a:gd name="connsiteX274" fmla="*/ 5009112 w 7467600"/>
              <a:gd name="connsiteY274" fmla="*/ 6858000 h 6858000"/>
              <a:gd name="connsiteX275" fmla="*/ 4976679 w 7467600"/>
              <a:gd name="connsiteY275" fmla="*/ 6858000 h 6858000"/>
              <a:gd name="connsiteX276" fmla="*/ 5006537 w 7467600"/>
              <a:gd name="connsiteY276" fmla="*/ 6747068 h 6858000"/>
              <a:gd name="connsiteX277" fmla="*/ 5032723 w 7467600"/>
              <a:gd name="connsiteY277" fmla="*/ 6644957 h 6858000"/>
              <a:gd name="connsiteX278" fmla="*/ 5242949 w 7467600"/>
              <a:gd name="connsiteY278" fmla="*/ 6125175 h 6858000"/>
              <a:gd name="connsiteX279" fmla="*/ 5286321 w 7467600"/>
              <a:gd name="connsiteY279" fmla="*/ 6033555 h 6858000"/>
              <a:gd name="connsiteX280" fmla="*/ 5008210 w 7467600"/>
              <a:gd name="connsiteY280" fmla="*/ 6649194 h 6858000"/>
              <a:gd name="connsiteX281" fmla="*/ 4986321 w 7467600"/>
              <a:gd name="connsiteY281" fmla="*/ 6765687 h 6858000"/>
              <a:gd name="connsiteX282" fmla="*/ 4973474 w 7467600"/>
              <a:gd name="connsiteY282" fmla="*/ 6858000 h 6858000"/>
              <a:gd name="connsiteX283" fmla="*/ 4907178 w 7467600"/>
              <a:gd name="connsiteY283" fmla="*/ 6858000 h 6858000"/>
              <a:gd name="connsiteX284" fmla="*/ 4910810 w 7467600"/>
              <a:gd name="connsiteY284" fmla="*/ 6829660 h 6858000"/>
              <a:gd name="connsiteX285" fmla="*/ 4987461 w 7467600"/>
              <a:gd name="connsiteY285" fmla="*/ 6432994 h 6858000"/>
              <a:gd name="connsiteX286" fmla="*/ 5179262 w 7467600"/>
              <a:gd name="connsiteY286" fmla="*/ 6035044 h 6858000"/>
              <a:gd name="connsiteX287" fmla="*/ 4689678 w 7467600"/>
              <a:gd name="connsiteY287" fmla="*/ 6440241 h 6858000"/>
              <a:gd name="connsiteX288" fmla="*/ 4477543 w 7467600"/>
              <a:gd name="connsiteY288" fmla="*/ 6674836 h 6858000"/>
              <a:gd name="connsiteX289" fmla="*/ 4329957 w 7467600"/>
              <a:gd name="connsiteY289" fmla="*/ 6858000 h 6858000"/>
              <a:gd name="connsiteX290" fmla="*/ 4218595 w 7467600"/>
              <a:gd name="connsiteY290" fmla="*/ 6858000 h 6858000"/>
              <a:gd name="connsiteX291" fmla="*/ 4368888 w 7467600"/>
              <a:gd name="connsiteY291" fmla="*/ 6668412 h 6858000"/>
              <a:gd name="connsiteX292" fmla="*/ 4563091 w 7467600"/>
              <a:gd name="connsiteY292" fmla="*/ 6442508 h 6858000"/>
              <a:gd name="connsiteX293" fmla="*/ 5387324 w 7467600"/>
              <a:gd name="connsiteY293" fmla="*/ 5705830 h 6858000"/>
              <a:gd name="connsiteX294" fmla="*/ 5073620 w 7467600"/>
              <a:gd name="connsiteY294" fmla="*/ 5955437 h 6858000"/>
              <a:gd name="connsiteX295" fmla="*/ 4689789 w 7467600"/>
              <a:gd name="connsiteY295" fmla="*/ 6268382 h 6858000"/>
              <a:gd name="connsiteX296" fmla="*/ 4418722 w 7467600"/>
              <a:gd name="connsiteY296" fmla="*/ 6570886 h 6858000"/>
              <a:gd name="connsiteX297" fmla="*/ 4214944 w 7467600"/>
              <a:gd name="connsiteY297" fmla="*/ 6858000 h 6858000"/>
              <a:gd name="connsiteX298" fmla="*/ 4177898 w 7467600"/>
              <a:gd name="connsiteY298" fmla="*/ 6858000 h 6858000"/>
              <a:gd name="connsiteX299" fmla="*/ 4391597 w 7467600"/>
              <a:gd name="connsiteY299" fmla="*/ 6556370 h 6858000"/>
              <a:gd name="connsiteX300" fmla="*/ 4668889 w 7467600"/>
              <a:gd name="connsiteY300" fmla="*/ 6246399 h 6858000"/>
              <a:gd name="connsiteX301" fmla="*/ 5055427 w 7467600"/>
              <a:gd name="connsiteY301" fmla="*/ 5931476 h 6858000"/>
              <a:gd name="connsiteX302" fmla="*/ 5371814 w 7467600"/>
              <a:gd name="connsiteY302" fmla="*/ 5678975 h 6858000"/>
              <a:gd name="connsiteX303" fmla="*/ 4987918 w 7467600"/>
              <a:gd name="connsiteY303" fmla="*/ 5838701 h 6858000"/>
              <a:gd name="connsiteX304" fmla="*/ 4317146 w 7467600"/>
              <a:gd name="connsiteY304" fmla="*/ 6587716 h 6858000"/>
              <a:gd name="connsiteX305" fmla="*/ 4171627 w 7467600"/>
              <a:gd name="connsiteY305" fmla="*/ 6858000 h 6858000"/>
              <a:gd name="connsiteX306" fmla="*/ 4081585 w 7467600"/>
              <a:gd name="connsiteY306" fmla="*/ 6858000 h 6858000"/>
              <a:gd name="connsiteX307" fmla="*/ 4238603 w 7467600"/>
              <a:gd name="connsiteY307" fmla="*/ 6559341 h 6858000"/>
              <a:gd name="connsiteX308" fmla="*/ 4778333 w 7467600"/>
              <a:gd name="connsiteY308" fmla="*/ 5873626 h 6858000"/>
              <a:gd name="connsiteX309" fmla="*/ 5414185 w 7467600"/>
              <a:gd name="connsiteY309" fmla="*/ 5573882 h 6858000"/>
              <a:gd name="connsiteX310" fmla="*/ 5959648 w 7467600"/>
              <a:gd name="connsiteY310" fmla="*/ 4760797 h 6858000"/>
              <a:gd name="connsiteX311" fmla="*/ 5355019 w 7467600"/>
              <a:gd name="connsiteY311" fmla="*/ 4734672 h 6858000"/>
              <a:gd name="connsiteX312" fmla="*/ 5083565 w 7467600"/>
              <a:gd name="connsiteY312" fmla="*/ 5179121 h 6858000"/>
              <a:gd name="connsiteX313" fmla="*/ 4713577 w 7467600"/>
              <a:gd name="connsiteY313" fmla="*/ 5616803 h 6858000"/>
              <a:gd name="connsiteX314" fmla="*/ 3989559 w 7467600"/>
              <a:gd name="connsiteY314" fmla="*/ 6145945 h 6858000"/>
              <a:gd name="connsiteX315" fmla="*/ 3939824 w 7467600"/>
              <a:gd name="connsiteY315" fmla="*/ 6066900 h 6858000"/>
              <a:gd name="connsiteX316" fmla="*/ 4584537 w 7467600"/>
              <a:gd name="connsiteY316" fmla="*/ 5324826 h 6858000"/>
              <a:gd name="connsiteX317" fmla="*/ 5037105 w 7467600"/>
              <a:gd name="connsiteY317" fmla="*/ 5088765 h 6858000"/>
              <a:gd name="connsiteX318" fmla="*/ 5039930 w 7467600"/>
              <a:gd name="connsiteY318" fmla="*/ 5089585 h 6858000"/>
              <a:gd name="connsiteX319" fmla="*/ 5263764 w 7467600"/>
              <a:gd name="connsiteY319" fmla="*/ 4735525 h 6858000"/>
              <a:gd name="connsiteX320" fmla="*/ 4086300 w 7467600"/>
              <a:gd name="connsiteY320" fmla="*/ 4884599 h 6858000"/>
              <a:gd name="connsiteX321" fmla="*/ 4085485 w 7467600"/>
              <a:gd name="connsiteY321" fmla="*/ 4899070 h 6858000"/>
              <a:gd name="connsiteX322" fmla="*/ 3871915 w 7467600"/>
              <a:gd name="connsiteY322" fmla="*/ 5253645 h 6858000"/>
              <a:gd name="connsiteX323" fmla="*/ 3799374 w 7467600"/>
              <a:gd name="connsiteY323" fmla="*/ 5466127 h 6858000"/>
              <a:gd name="connsiteX324" fmla="*/ 3498850 w 7467600"/>
              <a:gd name="connsiteY324" fmla="*/ 6661888 h 6858000"/>
              <a:gd name="connsiteX325" fmla="*/ 3399216 w 7467600"/>
              <a:gd name="connsiteY325" fmla="*/ 6858000 h 6858000"/>
              <a:gd name="connsiteX326" fmla="*/ 3303688 w 7467600"/>
              <a:gd name="connsiteY326" fmla="*/ 6858000 h 6858000"/>
              <a:gd name="connsiteX327" fmla="*/ 3391774 w 7467600"/>
              <a:gd name="connsiteY327" fmla="*/ 6697181 h 6858000"/>
              <a:gd name="connsiteX328" fmla="*/ 3735540 w 7467600"/>
              <a:gd name="connsiteY328" fmla="*/ 5546923 h 6858000"/>
              <a:gd name="connsiteX329" fmla="*/ 3729438 w 7467600"/>
              <a:gd name="connsiteY329" fmla="*/ 5569058 h 6858000"/>
              <a:gd name="connsiteX330" fmla="*/ 3707782 w 7467600"/>
              <a:gd name="connsiteY330" fmla="*/ 5644908 h 6858000"/>
              <a:gd name="connsiteX331" fmla="*/ 3583827 w 7467600"/>
              <a:gd name="connsiteY331" fmla="*/ 6039215 h 6858000"/>
              <a:gd name="connsiteX332" fmla="*/ 3547861 w 7467600"/>
              <a:gd name="connsiteY332" fmla="*/ 6129609 h 6858000"/>
              <a:gd name="connsiteX333" fmla="*/ 3490905 w 7467600"/>
              <a:gd name="connsiteY333" fmla="*/ 6277660 h 6858000"/>
              <a:gd name="connsiteX334" fmla="*/ 3455859 w 7467600"/>
              <a:gd name="connsiteY334" fmla="*/ 6391301 h 6858000"/>
              <a:gd name="connsiteX335" fmla="*/ 3429112 w 7467600"/>
              <a:gd name="connsiteY335" fmla="*/ 6479469 h 6858000"/>
              <a:gd name="connsiteX336" fmla="*/ 3304862 w 7467600"/>
              <a:gd name="connsiteY336" fmla="*/ 6796476 h 6858000"/>
              <a:gd name="connsiteX337" fmla="*/ 3276071 w 7467600"/>
              <a:gd name="connsiteY337" fmla="*/ 6858000 h 6858000"/>
              <a:gd name="connsiteX338" fmla="*/ 3240805 w 7467600"/>
              <a:gd name="connsiteY338" fmla="*/ 6858000 h 6858000"/>
              <a:gd name="connsiteX339" fmla="*/ 3275917 w 7467600"/>
              <a:gd name="connsiteY339" fmla="*/ 6783192 h 6858000"/>
              <a:gd name="connsiteX340" fmla="*/ 3399358 w 7467600"/>
              <a:gd name="connsiteY340" fmla="*/ 6469011 h 6858000"/>
              <a:gd name="connsiteX341" fmla="*/ 3425650 w 7467600"/>
              <a:gd name="connsiteY341" fmla="*/ 6381333 h 6858000"/>
              <a:gd name="connsiteX342" fmla="*/ 3460661 w 7467600"/>
              <a:gd name="connsiteY342" fmla="*/ 6266763 h 6858000"/>
              <a:gd name="connsiteX343" fmla="*/ 3518021 w 7467600"/>
              <a:gd name="connsiteY343" fmla="*/ 6117298 h 6858000"/>
              <a:gd name="connsiteX344" fmla="*/ 3554035 w 7467600"/>
              <a:gd name="connsiteY344" fmla="*/ 6027832 h 6858000"/>
              <a:gd name="connsiteX345" fmla="*/ 3677174 w 7467600"/>
              <a:gd name="connsiteY345" fmla="*/ 5636351 h 6858000"/>
              <a:gd name="connsiteX346" fmla="*/ 3698819 w 7467600"/>
              <a:gd name="connsiteY346" fmla="*/ 5560503 h 6858000"/>
              <a:gd name="connsiteX347" fmla="*/ 3702094 w 7467600"/>
              <a:gd name="connsiteY347" fmla="*/ 5549194 h 6858000"/>
              <a:gd name="connsiteX348" fmla="*/ 3398355 w 7467600"/>
              <a:gd name="connsiteY348" fmla="*/ 6094603 h 6858000"/>
              <a:gd name="connsiteX349" fmla="*/ 3193941 w 7467600"/>
              <a:gd name="connsiteY349" fmla="*/ 6798775 h 6858000"/>
              <a:gd name="connsiteX350" fmla="*/ 3184140 w 7467600"/>
              <a:gd name="connsiteY350" fmla="*/ 6858000 h 6858000"/>
              <a:gd name="connsiteX351" fmla="*/ 3099978 w 7467600"/>
              <a:gd name="connsiteY351" fmla="*/ 6858000 h 6858000"/>
              <a:gd name="connsiteX352" fmla="*/ 3101556 w 7467600"/>
              <a:gd name="connsiteY352" fmla="*/ 6843337 h 6858000"/>
              <a:gd name="connsiteX353" fmla="*/ 3370162 w 7467600"/>
              <a:gd name="connsiteY353" fmla="*/ 5785550 h 6858000"/>
              <a:gd name="connsiteX354" fmla="*/ 3746477 w 7467600"/>
              <a:gd name="connsiteY354" fmla="*/ 5377889 h 6858000"/>
              <a:gd name="connsiteX355" fmla="*/ 3863399 w 7467600"/>
              <a:gd name="connsiteY355" fmla="*/ 5087257 h 6858000"/>
              <a:gd name="connsiteX356" fmla="*/ 3968712 w 7467600"/>
              <a:gd name="connsiteY356" fmla="*/ 4913989 h 6858000"/>
              <a:gd name="connsiteX357" fmla="*/ 2792390 w 7467600"/>
              <a:gd name="connsiteY357" fmla="*/ 5382974 h 6858000"/>
              <a:gd name="connsiteX358" fmla="*/ 2714982 w 7467600"/>
              <a:gd name="connsiteY358" fmla="*/ 5427051 h 6858000"/>
              <a:gd name="connsiteX359" fmla="*/ 2813361 w 7467600"/>
              <a:gd name="connsiteY359" fmla="*/ 6023912 h 6858000"/>
              <a:gd name="connsiteX360" fmla="*/ 2688430 w 7467600"/>
              <a:gd name="connsiteY360" fmla="*/ 6801564 h 6858000"/>
              <a:gd name="connsiteX361" fmla="*/ 2629626 w 7467600"/>
              <a:gd name="connsiteY361" fmla="*/ 6763394 h 6858000"/>
              <a:gd name="connsiteX362" fmla="*/ 2565328 w 7467600"/>
              <a:gd name="connsiteY362" fmla="*/ 5516399 h 6858000"/>
              <a:gd name="connsiteX363" fmla="*/ 1922999 w 7467600"/>
              <a:gd name="connsiteY363" fmla="*/ 5980343 h 6858000"/>
              <a:gd name="connsiteX364" fmla="*/ 1950261 w 7467600"/>
              <a:gd name="connsiteY364" fmla="*/ 6405858 h 6858000"/>
              <a:gd name="connsiteX365" fmla="*/ 2365554 w 7467600"/>
              <a:gd name="connsiteY365" fmla="*/ 6759107 h 6858000"/>
              <a:gd name="connsiteX366" fmla="*/ 2424142 w 7467600"/>
              <a:gd name="connsiteY366" fmla="*/ 6858000 h 6858000"/>
              <a:gd name="connsiteX367" fmla="*/ 2395994 w 7467600"/>
              <a:gd name="connsiteY367" fmla="*/ 6858000 h 6858000"/>
              <a:gd name="connsiteX368" fmla="*/ 2392863 w 7467600"/>
              <a:gd name="connsiteY368" fmla="*/ 6852964 h 6858000"/>
              <a:gd name="connsiteX369" fmla="*/ 2017589 w 7467600"/>
              <a:gd name="connsiteY369" fmla="*/ 6493982 h 6858000"/>
              <a:gd name="connsiteX370" fmla="*/ 2147336 w 7467600"/>
              <a:gd name="connsiteY370" fmla="*/ 6594052 h 6858000"/>
              <a:gd name="connsiteX371" fmla="*/ 2207047 w 7467600"/>
              <a:gd name="connsiteY371" fmla="*/ 6654540 h 6858000"/>
              <a:gd name="connsiteX372" fmla="*/ 2299106 w 7467600"/>
              <a:gd name="connsiteY372" fmla="*/ 6778931 h 6858000"/>
              <a:gd name="connsiteX373" fmla="*/ 2314430 w 7467600"/>
              <a:gd name="connsiteY373" fmla="*/ 6801144 h 6858000"/>
              <a:gd name="connsiteX374" fmla="*/ 2352406 w 7467600"/>
              <a:gd name="connsiteY374" fmla="*/ 6858000 h 6858000"/>
              <a:gd name="connsiteX375" fmla="*/ 2314492 w 7467600"/>
              <a:gd name="connsiteY375" fmla="*/ 6858000 h 6858000"/>
              <a:gd name="connsiteX376" fmla="*/ 2288095 w 7467600"/>
              <a:gd name="connsiteY376" fmla="*/ 6818030 h 6858000"/>
              <a:gd name="connsiteX377" fmla="*/ 2272768 w 7467600"/>
              <a:gd name="connsiteY377" fmla="*/ 6795822 h 6858000"/>
              <a:gd name="connsiteX378" fmla="*/ 2182715 w 7467600"/>
              <a:gd name="connsiteY378" fmla="*/ 6675071 h 6858000"/>
              <a:gd name="connsiteX379" fmla="*/ 2032061 w 7467600"/>
              <a:gd name="connsiteY379" fmla="*/ 6541380 h 6858000"/>
              <a:gd name="connsiteX380" fmla="*/ 2257220 w 7467600"/>
              <a:gd name="connsiteY380" fmla="*/ 6826257 h 6858000"/>
              <a:gd name="connsiteX381" fmla="*/ 2281324 w 7467600"/>
              <a:gd name="connsiteY381" fmla="*/ 6858000 h 6858000"/>
              <a:gd name="connsiteX382" fmla="*/ 2242860 w 7467600"/>
              <a:gd name="connsiteY382" fmla="*/ 6858000 h 6858000"/>
              <a:gd name="connsiteX383" fmla="*/ 2232818 w 7467600"/>
              <a:gd name="connsiteY383" fmla="*/ 6844926 h 6858000"/>
              <a:gd name="connsiteX384" fmla="*/ 1990172 w 7467600"/>
              <a:gd name="connsiteY384" fmla="*/ 6542121 h 6858000"/>
              <a:gd name="connsiteX385" fmla="*/ 2124090 w 7467600"/>
              <a:gd name="connsiteY385" fmla="*/ 6761017 h 6858000"/>
              <a:gd name="connsiteX386" fmla="*/ 2200380 w 7467600"/>
              <a:gd name="connsiteY386" fmla="*/ 6858000 h 6858000"/>
              <a:gd name="connsiteX387" fmla="*/ 2147507 w 7467600"/>
              <a:gd name="connsiteY387" fmla="*/ 6858000 h 6858000"/>
              <a:gd name="connsiteX388" fmla="*/ 2070668 w 7467600"/>
              <a:gd name="connsiteY388" fmla="*/ 6761520 h 6858000"/>
              <a:gd name="connsiteX389" fmla="*/ 1975142 w 7467600"/>
              <a:gd name="connsiteY389" fmla="*/ 6585570 h 6858000"/>
              <a:gd name="connsiteX390" fmla="*/ 2050035 w 7467600"/>
              <a:gd name="connsiteY390" fmla="*/ 6813345 h 6858000"/>
              <a:gd name="connsiteX391" fmla="*/ 2063025 w 7467600"/>
              <a:gd name="connsiteY391" fmla="*/ 6858000 h 6858000"/>
              <a:gd name="connsiteX392" fmla="*/ 2021675 w 7467600"/>
              <a:gd name="connsiteY392" fmla="*/ 6858000 h 6858000"/>
              <a:gd name="connsiteX393" fmla="*/ 2019308 w 7467600"/>
              <a:gd name="connsiteY393" fmla="*/ 6847118 h 6858000"/>
              <a:gd name="connsiteX394" fmla="*/ 1938835 w 7467600"/>
              <a:gd name="connsiteY394" fmla="*/ 6551160 h 6858000"/>
              <a:gd name="connsiteX395" fmla="*/ 1953230 w 7467600"/>
              <a:gd name="connsiteY395" fmla="*/ 6759699 h 6858000"/>
              <a:gd name="connsiteX396" fmla="*/ 1956763 w 7467600"/>
              <a:gd name="connsiteY396" fmla="*/ 6778191 h 6858000"/>
              <a:gd name="connsiteX397" fmla="*/ 1967925 w 7467600"/>
              <a:gd name="connsiteY397" fmla="*/ 6858000 h 6858000"/>
              <a:gd name="connsiteX398" fmla="*/ 1936622 w 7467600"/>
              <a:gd name="connsiteY398" fmla="*/ 6858000 h 6858000"/>
              <a:gd name="connsiteX399" fmla="*/ 1926261 w 7467600"/>
              <a:gd name="connsiteY399" fmla="*/ 6784064 h 6858000"/>
              <a:gd name="connsiteX400" fmla="*/ 1922724 w 7467600"/>
              <a:gd name="connsiteY400" fmla="*/ 6765577 h 6858000"/>
              <a:gd name="connsiteX401" fmla="*/ 1904650 w 7467600"/>
              <a:gd name="connsiteY401" fmla="*/ 6639616 h 6858000"/>
              <a:gd name="connsiteX402" fmla="*/ 1885273 w 7467600"/>
              <a:gd name="connsiteY402" fmla="*/ 6858000 h 6858000"/>
              <a:gd name="connsiteX403" fmla="*/ 1854363 w 7467600"/>
              <a:gd name="connsiteY403" fmla="*/ 6858000 h 6858000"/>
              <a:gd name="connsiteX404" fmla="*/ 1880391 w 7467600"/>
              <a:gd name="connsiteY404" fmla="*/ 6603796 h 6858000"/>
              <a:gd name="connsiteX405" fmla="*/ 1818273 w 7467600"/>
              <a:gd name="connsiteY405" fmla="*/ 6715729 h 6858000"/>
              <a:gd name="connsiteX406" fmla="*/ 1794691 w 7467600"/>
              <a:gd name="connsiteY406" fmla="*/ 6843239 h 6858000"/>
              <a:gd name="connsiteX407" fmla="*/ 1794914 w 7467600"/>
              <a:gd name="connsiteY407" fmla="*/ 6858000 h 6858000"/>
              <a:gd name="connsiteX408" fmla="*/ 1746128 w 7467600"/>
              <a:gd name="connsiteY408" fmla="*/ 6858000 h 6858000"/>
              <a:gd name="connsiteX409" fmla="*/ 1753934 w 7467600"/>
              <a:gd name="connsiteY409" fmla="*/ 6724796 h 6858000"/>
              <a:gd name="connsiteX410" fmla="*/ 1792053 w 7467600"/>
              <a:gd name="connsiteY410" fmla="*/ 6572396 h 6858000"/>
              <a:gd name="connsiteX411" fmla="*/ 1862248 w 7467600"/>
              <a:gd name="connsiteY411" fmla="*/ 6266397 h 6858000"/>
              <a:gd name="connsiteX412" fmla="*/ 1862250 w 7467600"/>
              <a:gd name="connsiteY412" fmla="*/ 6033531 h 6858000"/>
              <a:gd name="connsiteX413" fmla="*/ 1211999 w 7467600"/>
              <a:gd name="connsiteY413" fmla="*/ 6683610 h 6858000"/>
              <a:gd name="connsiteX414" fmla="*/ 1213266 w 7467600"/>
              <a:gd name="connsiteY414" fmla="*/ 6691947 h 6858000"/>
              <a:gd name="connsiteX415" fmla="*/ 1203370 w 7467600"/>
              <a:gd name="connsiteY415" fmla="*/ 6850676 h 6858000"/>
              <a:gd name="connsiteX416" fmla="*/ 1203671 w 7467600"/>
              <a:gd name="connsiteY416" fmla="*/ 6858000 h 6858000"/>
              <a:gd name="connsiteX417" fmla="*/ 1143180 w 7467600"/>
              <a:gd name="connsiteY417" fmla="*/ 6858000 h 6858000"/>
              <a:gd name="connsiteX418" fmla="*/ 1142176 w 7467600"/>
              <a:gd name="connsiteY418" fmla="*/ 6766045 h 6858000"/>
              <a:gd name="connsiteX419" fmla="*/ 1067484 w 7467600"/>
              <a:gd name="connsiteY419" fmla="*/ 6858000 h 6858000"/>
              <a:gd name="connsiteX420" fmla="*/ 953928 w 7467600"/>
              <a:gd name="connsiteY420" fmla="*/ 6858000 h 6858000"/>
              <a:gd name="connsiteX421" fmla="*/ 959715 w 7467600"/>
              <a:gd name="connsiteY421" fmla="*/ 6850185 h 6858000"/>
              <a:gd name="connsiteX422" fmla="*/ 1483788 w 7467600"/>
              <a:gd name="connsiteY422" fmla="*/ 6259174 h 6858000"/>
              <a:gd name="connsiteX423" fmla="*/ 1100671 w 7467600"/>
              <a:gd name="connsiteY423" fmla="*/ 6252137 h 6858000"/>
              <a:gd name="connsiteX424" fmla="*/ 1090144 w 7467600"/>
              <a:gd name="connsiteY424" fmla="*/ 6256748 h 6858000"/>
              <a:gd name="connsiteX425" fmla="*/ 1095872 w 7467600"/>
              <a:gd name="connsiteY425" fmla="*/ 6271892 h 6858000"/>
              <a:gd name="connsiteX426" fmla="*/ 262785 w 7467600"/>
              <a:gd name="connsiteY426" fmla="*/ 6845450 h 6858000"/>
              <a:gd name="connsiteX427" fmla="*/ 209968 w 7467600"/>
              <a:gd name="connsiteY427" fmla="*/ 6770713 h 6858000"/>
              <a:gd name="connsiteX428" fmla="*/ 873460 w 7467600"/>
              <a:gd name="connsiteY428" fmla="*/ 6253768 h 6858000"/>
              <a:gd name="connsiteX429" fmla="*/ 192686 w 7467600"/>
              <a:gd name="connsiteY429" fmla="*/ 5849257 h 6858000"/>
              <a:gd name="connsiteX430" fmla="*/ 4696 w 7467600"/>
              <a:gd name="connsiteY430" fmla="*/ 5697668 h 6858000"/>
              <a:gd name="connsiteX431" fmla="*/ 0 w 7467600"/>
              <a:gd name="connsiteY431" fmla="*/ 5689984 h 6858000"/>
              <a:gd name="connsiteX432" fmla="*/ 0 w 7467600"/>
              <a:gd name="connsiteY432" fmla="*/ 5513472 h 6858000"/>
              <a:gd name="connsiteX433" fmla="*/ 174101 w 7467600"/>
              <a:gd name="connsiteY433" fmla="*/ 5620277 h 6858000"/>
              <a:gd name="connsiteX434" fmla="*/ 891800 w 7467600"/>
              <a:gd name="connsiteY434" fmla="*/ 6036935 h 6858000"/>
              <a:gd name="connsiteX435" fmla="*/ 1072219 w 7467600"/>
              <a:gd name="connsiteY435" fmla="*/ 6169443 h 6858000"/>
              <a:gd name="connsiteX436" fmla="*/ 1074117 w 7467600"/>
              <a:gd name="connsiteY436" fmla="*/ 6170301 h 6858000"/>
              <a:gd name="connsiteX437" fmla="*/ 1083114 w 7467600"/>
              <a:gd name="connsiteY437" fmla="*/ 6174131 h 6858000"/>
              <a:gd name="connsiteX438" fmla="*/ 1543010 w 7467600"/>
              <a:gd name="connsiteY438" fmla="*/ 6191140 h 6858000"/>
              <a:gd name="connsiteX439" fmla="*/ 1551080 w 7467600"/>
              <a:gd name="connsiteY439" fmla="*/ 6195006 h 6858000"/>
              <a:gd name="connsiteX440" fmla="*/ 2345443 w 7467600"/>
              <a:gd name="connsiteY440" fmla="*/ 5549882 h 6858000"/>
              <a:gd name="connsiteX441" fmla="*/ 1721499 w 7467600"/>
              <a:gd name="connsiteY441" fmla="*/ 5599969 h 6858000"/>
              <a:gd name="connsiteX442" fmla="*/ 767716 w 7467600"/>
              <a:gd name="connsiteY442" fmla="*/ 5472768 h 6858000"/>
              <a:gd name="connsiteX443" fmla="*/ 722147 w 7467600"/>
              <a:gd name="connsiteY443" fmla="*/ 5393091 h 6858000"/>
              <a:gd name="connsiteX444" fmla="*/ 1485552 w 7467600"/>
              <a:gd name="connsiteY444" fmla="*/ 5313202 h 6858000"/>
              <a:gd name="connsiteX445" fmla="*/ 2143004 w 7467600"/>
              <a:gd name="connsiteY445" fmla="*/ 5402420 h 6858000"/>
              <a:gd name="connsiteX446" fmla="*/ 1933391 w 7467600"/>
              <a:gd name="connsiteY446" fmla="*/ 5156971 h 6858000"/>
              <a:gd name="connsiteX447" fmla="*/ 1827118 w 7467600"/>
              <a:gd name="connsiteY447" fmla="*/ 4968410 h 6858000"/>
              <a:gd name="connsiteX448" fmla="*/ 1837349 w 7467600"/>
              <a:gd name="connsiteY448" fmla="*/ 4956357 h 6858000"/>
              <a:gd name="connsiteX449" fmla="*/ 2162835 w 7467600"/>
              <a:gd name="connsiteY449" fmla="*/ 5187853 h 6858000"/>
              <a:gd name="connsiteX450" fmla="*/ 2257167 w 7467600"/>
              <a:gd name="connsiteY450" fmla="*/ 5462123 h 6858000"/>
              <a:gd name="connsiteX451" fmla="*/ 2261598 w 7467600"/>
              <a:gd name="connsiteY451" fmla="*/ 5467998 h 6858000"/>
              <a:gd name="connsiteX452" fmla="*/ 2437177 w 7467600"/>
              <a:gd name="connsiteY452" fmla="*/ 5479608 h 6858000"/>
              <a:gd name="connsiteX453" fmla="*/ 2445247 w 7467600"/>
              <a:gd name="connsiteY453" fmla="*/ 5483476 h 6858000"/>
              <a:gd name="connsiteX454" fmla="*/ 2743626 w 7467600"/>
              <a:gd name="connsiteY454" fmla="*/ 5304819 h 6858000"/>
              <a:gd name="connsiteX455" fmla="*/ 3048102 w 7467600"/>
              <a:gd name="connsiteY455" fmla="*/ 5150595 h 6858000"/>
              <a:gd name="connsiteX456" fmla="*/ 1799414 w 7467600"/>
              <a:gd name="connsiteY456" fmla="*/ 4694732 h 6858000"/>
              <a:gd name="connsiteX457" fmla="*/ 1771735 w 7467600"/>
              <a:gd name="connsiteY457" fmla="*/ 4619929 h 6858000"/>
              <a:gd name="connsiteX458" fmla="*/ 3104273 w 7467600"/>
              <a:gd name="connsiteY458" fmla="*/ 5076159 h 6858000"/>
              <a:gd name="connsiteX459" fmla="*/ 3113245 w 7467600"/>
              <a:gd name="connsiteY459" fmla="*/ 5090705 h 6858000"/>
              <a:gd name="connsiteX460" fmla="*/ 3126294 w 7467600"/>
              <a:gd name="connsiteY460" fmla="*/ 5114400 h 6858000"/>
              <a:gd name="connsiteX461" fmla="*/ 3937433 w 7467600"/>
              <a:gd name="connsiteY461" fmla="*/ 4830473 h 6858000"/>
              <a:gd name="connsiteX462" fmla="*/ 3590475 w 7467600"/>
              <a:gd name="connsiteY462" fmla="*/ 4597974 h 6858000"/>
              <a:gd name="connsiteX463" fmla="*/ 3100264 w 7467600"/>
              <a:gd name="connsiteY463" fmla="*/ 4579845 h 6858000"/>
              <a:gd name="connsiteX464" fmla="*/ 2183576 w 7467600"/>
              <a:gd name="connsiteY464" fmla="*/ 4227150 h 6858000"/>
              <a:gd name="connsiteX465" fmla="*/ 2151029 w 7467600"/>
              <a:gd name="connsiteY465" fmla="*/ 4146947 h 6858000"/>
              <a:gd name="connsiteX466" fmla="*/ 3563434 w 7467600"/>
              <a:gd name="connsiteY466" fmla="*/ 4469115 h 6858000"/>
              <a:gd name="connsiteX467" fmla="*/ 3177952 w 7467600"/>
              <a:gd name="connsiteY467" fmla="*/ 3657386 h 6858000"/>
              <a:gd name="connsiteX468" fmla="*/ 3189263 w 7467600"/>
              <a:gd name="connsiteY468" fmla="*/ 3625726 h 6858000"/>
              <a:gd name="connsiteX469" fmla="*/ 3560912 w 7467600"/>
              <a:gd name="connsiteY469" fmla="*/ 4079863 h 6858000"/>
              <a:gd name="connsiteX470" fmla="*/ 3626636 w 7467600"/>
              <a:gd name="connsiteY470" fmla="*/ 4512230 h 6858000"/>
              <a:gd name="connsiteX471" fmla="*/ 3653088 w 7467600"/>
              <a:gd name="connsiteY471" fmla="*/ 4521417 h 6858000"/>
              <a:gd name="connsiteX472" fmla="*/ 3988128 w 7467600"/>
              <a:gd name="connsiteY472" fmla="*/ 4817267 h 6858000"/>
              <a:gd name="connsiteX473" fmla="*/ 4830582 w 7467600"/>
              <a:gd name="connsiteY473" fmla="*/ 4676000 h 6858000"/>
              <a:gd name="connsiteX474" fmla="*/ 4830100 w 7467600"/>
              <a:gd name="connsiteY474" fmla="*/ 4675554 h 6858000"/>
              <a:gd name="connsiteX475" fmla="*/ 4036318 w 7467600"/>
              <a:gd name="connsiteY475" fmla="*/ 4147013 h 6858000"/>
              <a:gd name="connsiteX476" fmla="*/ 3432098 w 7467600"/>
              <a:gd name="connsiteY476" fmla="*/ 3537312 h 6858000"/>
              <a:gd name="connsiteX477" fmla="*/ 3446761 w 7467600"/>
              <a:gd name="connsiteY477" fmla="*/ 3461278 h 6858000"/>
              <a:gd name="connsiteX478" fmla="*/ 4419733 w 7467600"/>
              <a:gd name="connsiteY478" fmla="*/ 3963555 h 6858000"/>
              <a:gd name="connsiteX479" fmla="*/ 4781371 w 7467600"/>
              <a:gd name="connsiteY479" fmla="*/ 4458604 h 6858000"/>
              <a:gd name="connsiteX480" fmla="*/ 4780440 w 7467600"/>
              <a:gd name="connsiteY480" fmla="*/ 4470290 h 6858000"/>
              <a:gd name="connsiteX481" fmla="*/ 4898954 w 7467600"/>
              <a:gd name="connsiteY481" fmla="*/ 4662092 h 6858000"/>
              <a:gd name="connsiteX482" fmla="*/ 4900699 w 7467600"/>
              <a:gd name="connsiteY482" fmla="*/ 4670867 h 6858000"/>
              <a:gd name="connsiteX483" fmla="*/ 5714511 w 7467600"/>
              <a:gd name="connsiteY483" fmla="*/ 4663483 h 6858000"/>
              <a:gd name="connsiteX484" fmla="*/ 5464793 w 7467600"/>
              <a:gd name="connsiteY484" fmla="*/ 4393556 h 6858000"/>
              <a:gd name="connsiteX485" fmla="*/ 5461897 w 7467600"/>
              <a:gd name="connsiteY485" fmla="*/ 4390879 h 6858000"/>
              <a:gd name="connsiteX486" fmla="*/ 4294126 w 7467600"/>
              <a:gd name="connsiteY486" fmla="*/ 3303048 h 6858000"/>
              <a:gd name="connsiteX487" fmla="*/ 4305321 w 7467600"/>
              <a:gd name="connsiteY487" fmla="*/ 3256953 h 6858000"/>
              <a:gd name="connsiteX488" fmla="*/ 4949299 w 7467600"/>
              <a:gd name="connsiteY488" fmla="*/ 3766336 h 6858000"/>
              <a:gd name="connsiteX489" fmla="*/ 5291452 w 7467600"/>
              <a:gd name="connsiteY489" fmla="*/ 4076801 h 6858000"/>
              <a:gd name="connsiteX490" fmla="*/ 5434998 w 7467600"/>
              <a:gd name="connsiteY490" fmla="*/ 4254100 h 6858000"/>
              <a:gd name="connsiteX491" fmla="*/ 5351015 w 7467600"/>
              <a:gd name="connsiteY491" fmla="*/ 3760989 h 6858000"/>
              <a:gd name="connsiteX492" fmla="*/ 5413780 w 7467600"/>
              <a:gd name="connsiteY492" fmla="*/ 2966265 h 6858000"/>
              <a:gd name="connsiteX493" fmla="*/ 5425627 w 7467600"/>
              <a:gd name="connsiteY493" fmla="*/ 2954192 h 6858000"/>
              <a:gd name="connsiteX494" fmla="*/ 6604735 w 7467600"/>
              <a:gd name="connsiteY494" fmla="*/ 2041381 h 6858000"/>
              <a:gd name="connsiteX495" fmla="*/ 7204487 w 7467600"/>
              <a:gd name="connsiteY495" fmla="*/ 2742112 h 6858000"/>
              <a:gd name="connsiteX496" fmla="*/ 7131592 w 7467600"/>
              <a:gd name="connsiteY496" fmla="*/ 2672096 h 6858000"/>
              <a:gd name="connsiteX497" fmla="*/ 6996344 w 7467600"/>
              <a:gd name="connsiteY497" fmla="*/ 2518310 h 6858000"/>
              <a:gd name="connsiteX498" fmla="*/ 6735495 w 7467600"/>
              <a:gd name="connsiteY498" fmla="*/ 2196890 h 6858000"/>
              <a:gd name="connsiteX499" fmla="*/ 6721901 w 7467600"/>
              <a:gd name="connsiteY499" fmla="*/ 2179274 h 6858000"/>
              <a:gd name="connsiteX500" fmla="*/ 6604735 w 7467600"/>
              <a:gd name="connsiteY500" fmla="*/ 2041381 h 6858000"/>
              <a:gd name="connsiteX501" fmla="*/ 6591670 w 7467600"/>
              <a:gd name="connsiteY501" fmla="*/ 1988277 h 6858000"/>
              <a:gd name="connsiteX502" fmla="*/ 6747349 w 7467600"/>
              <a:gd name="connsiteY502" fmla="*/ 2160069 h 6858000"/>
              <a:gd name="connsiteX503" fmla="*/ 6760943 w 7467600"/>
              <a:gd name="connsiteY503" fmla="*/ 2177686 h 6858000"/>
              <a:gd name="connsiteX504" fmla="*/ 7021065 w 7467600"/>
              <a:gd name="connsiteY504" fmla="*/ 2498102 h 6858000"/>
              <a:gd name="connsiteX505" fmla="*/ 7155223 w 7467600"/>
              <a:gd name="connsiteY505" fmla="*/ 2650386 h 6858000"/>
              <a:gd name="connsiteX506" fmla="*/ 7203167 w 7467600"/>
              <a:gd name="connsiteY506" fmla="*/ 2697288 h 6858000"/>
              <a:gd name="connsiteX507" fmla="*/ 6937703 w 7467600"/>
              <a:gd name="connsiteY507" fmla="*/ 2321981 h 6858000"/>
              <a:gd name="connsiteX508" fmla="*/ 6591670 w 7467600"/>
              <a:gd name="connsiteY508" fmla="*/ 1988277 h 6858000"/>
              <a:gd name="connsiteX509" fmla="*/ 5798671 w 7467600"/>
              <a:gd name="connsiteY509" fmla="*/ 1981601 h 6858000"/>
              <a:gd name="connsiteX510" fmla="*/ 5754709 w 7467600"/>
              <a:gd name="connsiteY510" fmla="*/ 2071454 h 6858000"/>
              <a:gd name="connsiteX511" fmla="*/ 5763044 w 7467600"/>
              <a:gd name="connsiteY511" fmla="*/ 2842206 h 6858000"/>
              <a:gd name="connsiteX512" fmla="*/ 5764974 w 7467600"/>
              <a:gd name="connsiteY512" fmla="*/ 2799609 h 6858000"/>
              <a:gd name="connsiteX513" fmla="*/ 5767665 w 7467600"/>
              <a:gd name="connsiteY513" fmla="*/ 2666409 h 6858000"/>
              <a:gd name="connsiteX514" fmla="*/ 5763055 w 7467600"/>
              <a:gd name="connsiteY514" fmla="*/ 2579705 h 6858000"/>
              <a:gd name="connsiteX515" fmla="*/ 5758079 w 7467600"/>
              <a:gd name="connsiteY515" fmla="*/ 2492508 h 6858000"/>
              <a:gd name="connsiteX516" fmla="*/ 5779325 w 7467600"/>
              <a:gd name="connsiteY516" fmla="*/ 2197069 h 6858000"/>
              <a:gd name="connsiteX517" fmla="*/ 5798671 w 7467600"/>
              <a:gd name="connsiteY517" fmla="*/ 1981601 h 6858000"/>
              <a:gd name="connsiteX518" fmla="*/ 5829202 w 7467600"/>
              <a:gd name="connsiteY518" fmla="*/ 1971679 h 6858000"/>
              <a:gd name="connsiteX519" fmla="*/ 5809558 w 7467600"/>
              <a:gd name="connsiteY519" fmla="*/ 2198043 h 6858000"/>
              <a:gd name="connsiteX520" fmla="*/ 5788653 w 7467600"/>
              <a:gd name="connsiteY520" fmla="*/ 2489430 h 6858000"/>
              <a:gd name="connsiteX521" fmla="*/ 5793439 w 7467600"/>
              <a:gd name="connsiteY521" fmla="*/ 2575235 h 6858000"/>
              <a:gd name="connsiteX522" fmla="*/ 5796837 w 7467600"/>
              <a:gd name="connsiteY522" fmla="*/ 2637633 h 6858000"/>
              <a:gd name="connsiteX523" fmla="*/ 5818614 w 7467600"/>
              <a:gd name="connsiteY523" fmla="*/ 2473055 h 6858000"/>
              <a:gd name="connsiteX524" fmla="*/ 5829202 w 7467600"/>
              <a:gd name="connsiteY524" fmla="*/ 1971679 h 6858000"/>
              <a:gd name="connsiteX525" fmla="*/ 5911389 w 7467600"/>
              <a:gd name="connsiteY525" fmla="*/ 1898371 h 6858000"/>
              <a:gd name="connsiteX526" fmla="*/ 6237627 w 7467600"/>
              <a:gd name="connsiteY526" fmla="*/ 2231921 h 6858000"/>
              <a:gd name="connsiteX527" fmla="*/ 5911389 w 7467600"/>
              <a:gd name="connsiteY527" fmla="*/ 1898371 h 6858000"/>
              <a:gd name="connsiteX528" fmla="*/ 6944437 w 7467600"/>
              <a:gd name="connsiteY528" fmla="*/ 1575402 h 6858000"/>
              <a:gd name="connsiteX529" fmla="*/ 6304730 w 7467600"/>
              <a:gd name="connsiteY529" fmla="*/ 1766654 h 6858000"/>
              <a:gd name="connsiteX530" fmla="*/ 6944437 w 7467600"/>
              <a:gd name="connsiteY530" fmla="*/ 1575402 h 6858000"/>
              <a:gd name="connsiteX531" fmla="*/ 7019523 w 7467600"/>
              <a:gd name="connsiteY531" fmla="*/ 1519450 h 6858000"/>
              <a:gd name="connsiteX532" fmla="*/ 6298091 w 7467600"/>
              <a:gd name="connsiteY532" fmla="*/ 1737122 h 6858000"/>
              <a:gd name="connsiteX533" fmla="*/ 7019523 w 7467600"/>
              <a:gd name="connsiteY533" fmla="*/ 1519450 h 6858000"/>
              <a:gd name="connsiteX534" fmla="*/ 2399523 w 7467600"/>
              <a:gd name="connsiteY534" fmla="*/ 1428234 h 6858000"/>
              <a:gd name="connsiteX535" fmla="*/ 2224982 w 7467600"/>
              <a:gd name="connsiteY535" fmla="*/ 1826201 h 6858000"/>
              <a:gd name="connsiteX536" fmla="*/ 2096099 w 7467600"/>
              <a:gd name="connsiteY536" fmla="*/ 2345900 h 6858000"/>
              <a:gd name="connsiteX537" fmla="*/ 2283317 w 7467600"/>
              <a:gd name="connsiteY537" fmla="*/ 1796925 h 6858000"/>
              <a:gd name="connsiteX538" fmla="*/ 2399523 w 7467600"/>
              <a:gd name="connsiteY538" fmla="*/ 1428234 h 6858000"/>
              <a:gd name="connsiteX539" fmla="*/ 2448558 w 7467600"/>
              <a:gd name="connsiteY539" fmla="*/ 1373435 h 6858000"/>
              <a:gd name="connsiteX540" fmla="*/ 2312521 w 7467600"/>
              <a:gd name="connsiteY540" fmla="*/ 1806140 h 6858000"/>
              <a:gd name="connsiteX541" fmla="*/ 2127533 w 7467600"/>
              <a:gd name="connsiteY541" fmla="*/ 2348380 h 6858000"/>
              <a:gd name="connsiteX542" fmla="*/ 2358080 w 7467600"/>
              <a:gd name="connsiteY542" fmla="*/ 1866134 h 6858000"/>
              <a:gd name="connsiteX543" fmla="*/ 2407436 w 7467600"/>
              <a:gd name="connsiteY543" fmla="*/ 1651070 h 6858000"/>
              <a:gd name="connsiteX544" fmla="*/ 2448558 w 7467600"/>
              <a:gd name="connsiteY544" fmla="*/ 1373435 h 6858000"/>
              <a:gd name="connsiteX545" fmla="*/ 278707 w 7467600"/>
              <a:gd name="connsiteY545" fmla="*/ 1352270 h 6858000"/>
              <a:gd name="connsiteX546" fmla="*/ 321570 w 7467600"/>
              <a:gd name="connsiteY546" fmla="*/ 1861610 h 6858000"/>
              <a:gd name="connsiteX547" fmla="*/ 294281 w 7467600"/>
              <a:gd name="connsiteY547" fmla="*/ 1440658 h 6858000"/>
              <a:gd name="connsiteX548" fmla="*/ 278707 w 7467600"/>
              <a:gd name="connsiteY548" fmla="*/ 1352270 h 6858000"/>
              <a:gd name="connsiteX549" fmla="*/ 1423821 w 7467600"/>
              <a:gd name="connsiteY549" fmla="*/ 1351958 h 6858000"/>
              <a:gd name="connsiteX550" fmla="*/ 1638521 w 7467600"/>
              <a:gd name="connsiteY550" fmla="*/ 1908470 h 6858000"/>
              <a:gd name="connsiteX551" fmla="*/ 1754199 w 7467600"/>
              <a:gd name="connsiteY551" fmla="*/ 2149284 h 6858000"/>
              <a:gd name="connsiteX552" fmla="*/ 1908359 w 7467600"/>
              <a:gd name="connsiteY552" fmla="*/ 2364988 h 6858000"/>
              <a:gd name="connsiteX553" fmla="*/ 1647661 w 7467600"/>
              <a:gd name="connsiteY553" fmla="*/ 1825945 h 6858000"/>
              <a:gd name="connsiteX554" fmla="*/ 1423821 w 7467600"/>
              <a:gd name="connsiteY554" fmla="*/ 1351958 h 6858000"/>
              <a:gd name="connsiteX555" fmla="*/ 1431890 w 7467600"/>
              <a:gd name="connsiteY555" fmla="*/ 1306475 h 6858000"/>
              <a:gd name="connsiteX556" fmla="*/ 1507597 w 7467600"/>
              <a:gd name="connsiteY556" fmla="*/ 1446132 h 6858000"/>
              <a:gd name="connsiteX557" fmla="*/ 1674586 w 7467600"/>
              <a:gd name="connsiteY557" fmla="*/ 1813832 h 6858000"/>
              <a:gd name="connsiteX558" fmla="*/ 1815950 w 7467600"/>
              <a:gd name="connsiteY558" fmla="*/ 2128564 h 6858000"/>
              <a:gd name="connsiteX559" fmla="*/ 1984242 w 7467600"/>
              <a:gd name="connsiteY559" fmla="*/ 2430829 h 6858000"/>
              <a:gd name="connsiteX560" fmla="*/ 2014023 w 7467600"/>
              <a:gd name="connsiteY560" fmla="*/ 2450995 h 6858000"/>
              <a:gd name="connsiteX561" fmla="*/ 1747337 w 7467600"/>
              <a:gd name="connsiteY561" fmla="*/ 1855264 h 6858000"/>
              <a:gd name="connsiteX562" fmla="*/ 1533749 w 7467600"/>
              <a:gd name="connsiteY562" fmla="*/ 1478656 h 6858000"/>
              <a:gd name="connsiteX563" fmla="*/ 1431890 w 7467600"/>
              <a:gd name="connsiteY563" fmla="*/ 1306475 h 6858000"/>
              <a:gd name="connsiteX564" fmla="*/ 5052692 w 7467600"/>
              <a:gd name="connsiteY564" fmla="*/ 1292994 h 6858000"/>
              <a:gd name="connsiteX565" fmla="*/ 5200661 w 7467600"/>
              <a:gd name="connsiteY565" fmla="*/ 1635186 h 6858000"/>
              <a:gd name="connsiteX566" fmla="*/ 5297138 w 7467600"/>
              <a:gd name="connsiteY566" fmla="*/ 1906351 h 6858000"/>
              <a:gd name="connsiteX567" fmla="*/ 5052692 w 7467600"/>
              <a:gd name="connsiteY567" fmla="*/ 1292994 h 6858000"/>
              <a:gd name="connsiteX568" fmla="*/ 5009948 w 7467600"/>
              <a:gd name="connsiteY568" fmla="*/ 1273619 h 6858000"/>
              <a:gd name="connsiteX569" fmla="*/ 5121777 w 7467600"/>
              <a:gd name="connsiteY569" fmla="*/ 1654213 h 6858000"/>
              <a:gd name="connsiteX570" fmla="*/ 5293545 w 7467600"/>
              <a:gd name="connsiteY570" fmla="*/ 2072247 h 6858000"/>
              <a:gd name="connsiteX571" fmla="*/ 5294042 w 7467600"/>
              <a:gd name="connsiteY571" fmla="*/ 2065019 h 6858000"/>
              <a:gd name="connsiteX572" fmla="*/ 5171936 w 7467600"/>
              <a:gd name="connsiteY572" fmla="*/ 1647613 h 6858000"/>
              <a:gd name="connsiteX573" fmla="*/ 5009948 w 7467600"/>
              <a:gd name="connsiteY573" fmla="*/ 1273619 h 6858000"/>
              <a:gd name="connsiteX574" fmla="*/ 655236 w 7467600"/>
              <a:gd name="connsiteY574" fmla="*/ 1268632 h 6858000"/>
              <a:gd name="connsiteX575" fmla="*/ 839521 w 7467600"/>
              <a:gd name="connsiteY575" fmla="*/ 1685315 h 6858000"/>
              <a:gd name="connsiteX576" fmla="*/ 1109416 w 7467600"/>
              <a:gd name="connsiteY576" fmla="*/ 2061663 h 6858000"/>
              <a:gd name="connsiteX577" fmla="*/ 1298300 w 7467600"/>
              <a:gd name="connsiteY577" fmla="*/ 2247742 h 6858000"/>
              <a:gd name="connsiteX578" fmla="*/ 1125871 w 7467600"/>
              <a:gd name="connsiteY578" fmla="*/ 1989513 h 6858000"/>
              <a:gd name="connsiteX579" fmla="*/ 981574 w 7467600"/>
              <a:gd name="connsiteY579" fmla="*/ 1783157 h 6858000"/>
              <a:gd name="connsiteX580" fmla="*/ 922198 w 7467600"/>
              <a:gd name="connsiteY580" fmla="*/ 1677437 h 6858000"/>
              <a:gd name="connsiteX581" fmla="*/ 869293 w 7467600"/>
              <a:gd name="connsiteY581" fmla="*/ 1583214 h 6858000"/>
              <a:gd name="connsiteX582" fmla="*/ 751431 w 7467600"/>
              <a:gd name="connsiteY582" fmla="*/ 1405731 h 6858000"/>
              <a:gd name="connsiteX583" fmla="*/ 655236 w 7467600"/>
              <a:gd name="connsiteY583" fmla="*/ 1268632 h 6858000"/>
              <a:gd name="connsiteX584" fmla="*/ 6516292 w 7467600"/>
              <a:gd name="connsiteY584" fmla="*/ 1263064 h 6858000"/>
              <a:gd name="connsiteX585" fmla="*/ 5736320 w 7467600"/>
              <a:gd name="connsiteY585" fmla="*/ 1501803 h 6858000"/>
              <a:gd name="connsiteX586" fmla="*/ 6516292 w 7467600"/>
              <a:gd name="connsiteY586" fmla="*/ 1263064 h 6858000"/>
              <a:gd name="connsiteX587" fmla="*/ 291466 w 7467600"/>
              <a:gd name="connsiteY587" fmla="*/ 1250369 h 6858000"/>
              <a:gd name="connsiteX588" fmla="*/ 323180 w 7467600"/>
              <a:gd name="connsiteY588" fmla="*/ 1435283 h 6858000"/>
              <a:gd name="connsiteX589" fmla="*/ 349381 w 7467600"/>
              <a:gd name="connsiteY589" fmla="*/ 1875041 h 6858000"/>
              <a:gd name="connsiteX590" fmla="*/ 374363 w 7467600"/>
              <a:gd name="connsiteY590" fmla="*/ 1506494 h 6858000"/>
              <a:gd name="connsiteX591" fmla="*/ 302168 w 7467600"/>
              <a:gd name="connsiteY591" fmla="*/ 1274495 h 6858000"/>
              <a:gd name="connsiteX592" fmla="*/ 291466 w 7467600"/>
              <a:gd name="connsiteY592" fmla="*/ 1250369 h 6858000"/>
              <a:gd name="connsiteX593" fmla="*/ 678222 w 7467600"/>
              <a:gd name="connsiteY593" fmla="*/ 1248670 h 6858000"/>
              <a:gd name="connsiteX594" fmla="*/ 775536 w 7467600"/>
              <a:gd name="connsiteY594" fmla="*/ 1388015 h 6858000"/>
              <a:gd name="connsiteX595" fmla="*/ 894529 w 7467600"/>
              <a:gd name="connsiteY595" fmla="*/ 1567739 h 6858000"/>
              <a:gd name="connsiteX596" fmla="*/ 948000 w 7467600"/>
              <a:gd name="connsiteY596" fmla="*/ 1663088 h 6858000"/>
              <a:gd name="connsiteX597" fmla="*/ 1006812 w 7467600"/>
              <a:gd name="connsiteY597" fmla="*/ 1767683 h 6858000"/>
              <a:gd name="connsiteX598" fmla="*/ 1149133 w 7467600"/>
              <a:gd name="connsiteY598" fmla="*/ 1971513 h 6858000"/>
              <a:gd name="connsiteX599" fmla="*/ 1333952 w 7467600"/>
              <a:gd name="connsiteY599" fmla="*/ 2251620 h 6858000"/>
              <a:gd name="connsiteX600" fmla="*/ 1337329 w 7467600"/>
              <a:gd name="connsiteY600" fmla="*/ 2258350 h 6858000"/>
              <a:gd name="connsiteX601" fmla="*/ 1014726 w 7467600"/>
              <a:gd name="connsiteY601" fmla="*/ 1615556 h 6858000"/>
              <a:gd name="connsiteX602" fmla="*/ 678222 w 7467600"/>
              <a:gd name="connsiteY602" fmla="*/ 1248670 h 6858000"/>
              <a:gd name="connsiteX603" fmla="*/ 6691602 w 7467600"/>
              <a:gd name="connsiteY603" fmla="*/ 1140573 h 6858000"/>
              <a:gd name="connsiteX604" fmla="*/ 6571100 w 7467600"/>
              <a:gd name="connsiteY604" fmla="*/ 1183662 h 6858000"/>
              <a:gd name="connsiteX605" fmla="*/ 6241687 w 7467600"/>
              <a:gd name="connsiteY605" fmla="*/ 1257600 h 6858000"/>
              <a:gd name="connsiteX606" fmla="*/ 5693009 w 7467600"/>
              <a:gd name="connsiteY606" fmla="*/ 1478256 h 6858000"/>
              <a:gd name="connsiteX607" fmla="*/ 6548420 w 7467600"/>
              <a:gd name="connsiteY607" fmla="*/ 1214599 h 6858000"/>
              <a:gd name="connsiteX608" fmla="*/ 6605473 w 7467600"/>
              <a:gd name="connsiteY608" fmla="*/ 1184686 h 6858000"/>
              <a:gd name="connsiteX609" fmla="*/ 6691602 w 7467600"/>
              <a:gd name="connsiteY609" fmla="*/ 1140573 h 6858000"/>
              <a:gd name="connsiteX610" fmla="*/ 4002475 w 7467600"/>
              <a:gd name="connsiteY610" fmla="*/ 1037802 h 6858000"/>
              <a:gd name="connsiteX611" fmla="*/ 4000324 w 7467600"/>
              <a:gd name="connsiteY611" fmla="*/ 1039362 h 6858000"/>
              <a:gd name="connsiteX612" fmla="*/ 4002862 w 7467600"/>
              <a:gd name="connsiteY612" fmla="*/ 1042866 h 6858000"/>
              <a:gd name="connsiteX613" fmla="*/ 4002475 w 7467600"/>
              <a:gd name="connsiteY613" fmla="*/ 1037802 h 6858000"/>
              <a:gd name="connsiteX614" fmla="*/ 506322 w 7467600"/>
              <a:gd name="connsiteY614" fmla="*/ 1020997 h 6858000"/>
              <a:gd name="connsiteX615" fmla="*/ 533068 w 7467600"/>
              <a:gd name="connsiteY615" fmla="*/ 1029409 h 6858000"/>
              <a:gd name="connsiteX616" fmla="*/ 1232525 w 7467600"/>
              <a:gd name="connsiteY616" fmla="*/ 1804675 h 6858000"/>
              <a:gd name="connsiteX617" fmla="*/ 1388858 w 7467600"/>
              <a:gd name="connsiteY617" fmla="*/ 2368011 h 6858000"/>
              <a:gd name="connsiteX618" fmla="*/ 1384098 w 7467600"/>
              <a:gd name="connsiteY618" fmla="*/ 2378125 h 6858000"/>
              <a:gd name="connsiteX619" fmla="*/ 1425393 w 7467600"/>
              <a:gd name="connsiteY619" fmla="*/ 2589124 h 6858000"/>
              <a:gd name="connsiteX620" fmla="*/ 1424001 w 7467600"/>
              <a:gd name="connsiteY620" fmla="*/ 2597541 h 6858000"/>
              <a:gd name="connsiteX621" fmla="*/ 2152729 w 7467600"/>
              <a:gd name="connsiteY621" fmla="*/ 2864487 h 6858000"/>
              <a:gd name="connsiteX622" fmla="*/ 2020609 w 7467600"/>
              <a:gd name="connsiteY622" fmla="*/ 2539671 h 6858000"/>
              <a:gd name="connsiteX623" fmla="*/ 2018920 w 7467600"/>
              <a:gd name="connsiteY623" fmla="*/ 2536309 h 6858000"/>
              <a:gd name="connsiteX624" fmla="*/ 1342441 w 7467600"/>
              <a:gd name="connsiteY624" fmla="*/ 1173017 h 6858000"/>
              <a:gd name="connsiteX625" fmla="*/ 1367925 w 7467600"/>
              <a:gd name="connsiteY625" fmla="*/ 1135648 h 6858000"/>
              <a:gd name="connsiteX626" fmla="*/ 1771401 w 7467600"/>
              <a:gd name="connsiteY626" fmla="*/ 1806673 h 6858000"/>
              <a:gd name="connsiteX627" fmla="*/ 1972385 w 7467600"/>
              <a:gd name="connsiteY627" fmla="*/ 2198735 h 6858000"/>
              <a:gd name="connsiteX628" fmla="*/ 2040892 w 7467600"/>
              <a:gd name="connsiteY628" fmla="*/ 2405205 h 6858000"/>
              <a:gd name="connsiteX629" fmla="*/ 2131689 w 7467600"/>
              <a:gd name="connsiteY629" fmla="*/ 1936926 h 6858000"/>
              <a:gd name="connsiteX630" fmla="*/ 2454820 w 7467600"/>
              <a:gd name="connsiteY630" fmla="*/ 1248808 h 6858000"/>
              <a:gd name="connsiteX631" fmla="*/ 2492512 w 7467600"/>
              <a:gd name="connsiteY631" fmla="*/ 1302920 h 6858000"/>
              <a:gd name="connsiteX632" fmla="*/ 2081216 w 7467600"/>
              <a:gd name="connsiteY632" fmla="*/ 2527513 h 6858000"/>
              <a:gd name="connsiteX633" fmla="*/ 2081211 w 7467600"/>
              <a:gd name="connsiteY633" fmla="*/ 2528916 h 6858000"/>
              <a:gd name="connsiteX634" fmla="*/ 2199067 w 7467600"/>
              <a:gd name="connsiteY634" fmla="*/ 2884061 h 6858000"/>
              <a:gd name="connsiteX635" fmla="*/ 3192586 w 7467600"/>
              <a:gd name="connsiteY635" fmla="*/ 3411496 h 6858000"/>
              <a:gd name="connsiteX636" fmla="*/ 3182620 w 7467600"/>
              <a:gd name="connsiteY636" fmla="*/ 3483279 h 6858000"/>
              <a:gd name="connsiteX637" fmla="*/ 2435119 w 7467600"/>
              <a:gd name="connsiteY637" fmla="*/ 3080173 h 6858000"/>
              <a:gd name="connsiteX638" fmla="*/ 2410152 w 7467600"/>
              <a:gd name="connsiteY638" fmla="*/ 3063751 h 6858000"/>
              <a:gd name="connsiteX639" fmla="*/ 2408099 w 7467600"/>
              <a:gd name="connsiteY639" fmla="*/ 3064403 h 6858000"/>
              <a:gd name="connsiteX640" fmla="*/ 2407218 w 7467600"/>
              <a:gd name="connsiteY640" fmla="*/ 3070324 h 6858000"/>
              <a:gd name="connsiteX641" fmla="*/ 2380138 w 7467600"/>
              <a:gd name="connsiteY641" fmla="*/ 3099341 h 6858000"/>
              <a:gd name="connsiteX642" fmla="*/ 1765923 w 7467600"/>
              <a:gd name="connsiteY642" fmla="*/ 3581043 h 6858000"/>
              <a:gd name="connsiteX643" fmla="*/ 1702258 w 7467600"/>
              <a:gd name="connsiteY643" fmla="*/ 3612286 h 6858000"/>
              <a:gd name="connsiteX644" fmla="*/ 1538370 w 7467600"/>
              <a:gd name="connsiteY644" fmla="*/ 3811804 h 6858000"/>
              <a:gd name="connsiteX645" fmla="*/ 542867 w 7467600"/>
              <a:gd name="connsiteY645" fmla="*/ 4944092 h 6858000"/>
              <a:gd name="connsiteX646" fmla="*/ 515800 w 7467600"/>
              <a:gd name="connsiteY646" fmla="*/ 4862180 h 6858000"/>
              <a:gd name="connsiteX647" fmla="*/ 909145 w 7467600"/>
              <a:gd name="connsiteY647" fmla="*/ 4199225 h 6858000"/>
              <a:gd name="connsiteX648" fmla="*/ 1214067 w 7467600"/>
              <a:gd name="connsiteY648" fmla="*/ 3908561 h 6858000"/>
              <a:gd name="connsiteX649" fmla="*/ 640967 w 7467600"/>
              <a:gd name="connsiteY649" fmla="*/ 4105601 h 6858000"/>
              <a:gd name="connsiteX650" fmla="*/ 112563 w 7467600"/>
              <a:gd name="connsiteY650" fmla="*/ 4396952 h 6858000"/>
              <a:gd name="connsiteX651" fmla="*/ 0 w 7467600"/>
              <a:gd name="connsiteY651" fmla="*/ 4466006 h 6858000"/>
              <a:gd name="connsiteX652" fmla="*/ 0 w 7467600"/>
              <a:gd name="connsiteY652" fmla="*/ 4233763 h 6858000"/>
              <a:gd name="connsiteX653" fmla="*/ 36881 w 7467600"/>
              <a:gd name="connsiteY653" fmla="*/ 4200118 h 6858000"/>
              <a:gd name="connsiteX654" fmla="*/ 910534 w 7467600"/>
              <a:gd name="connsiteY654" fmla="*/ 3629753 h 6858000"/>
              <a:gd name="connsiteX655" fmla="*/ 1578717 w 7467600"/>
              <a:gd name="connsiteY655" fmla="*/ 3575982 h 6858000"/>
              <a:gd name="connsiteX656" fmla="*/ 2338780 w 7467600"/>
              <a:gd name="connsiteY656" fmla="*/ 3033725 h 6858000"/>
              <a:gd name="connsiteX657" fmla="*/ 1807991 w 7467600"/>
              <a:gd name="connsiteY657" fmla="*/ 2807184 h 6858000"/>
              <a:gd name="connsiteX658" fmla="*/ 1416358 w 7467600"/>
              <a:gd name="connsiteY658" fmla="*/ 3112571 h 6858000"/>
              <a:gd name="connsiteX659" fmla="*/ 939066 w 7467600"/>
              <a:gd name="connsiteY659" fmla="*/ 3378798 h 6858000"/>
              <a:gd name="connsiteX660" fmla="*/ 115099 w 7467600"/>
              <a:gd name="connsiteY660" fmla="*/ 3607650 h 6858000"/>
              <a:gd name="connsiteX661" fmla="*/ 97284 w 7467600"/>
              <a:gd name="connsiteY661" fmla="*/ 3520393 h 6858000"/>
              <a:gd name="connsiteX662" fmla="*/ 922050 w 7467600"/>
              <a:gd name="connsiteY662" fmla="*/ 3074867 h 6858000"/>
              <a:gd name="connsiteX663" fmla="*/ 1405265 w 7467600"/>
              <a:gd name="connsiteY663" fmla="*/ 3016319 h 6858000"/>
              <a:gd name="connsiteX664" fmla="*/ 1407512 w 7467600"/>
              <a:gd name="connsiteY664" fmla="*/ 3018001 h 6858000"/>
              <a:gd name="connsiteX665" fmla="*/ 1726266 w 7467600"/>
              <a:gd name="connsiteY665" fmla="*/ 2777274 h 6858000"/>
              <a:gd name="connsiteX666" fmla="*/ 625390 w 7467600"/>
              <a:gd name="connsiteY666" fmla="*/ 2514541 h 6858000"/>
              <a:gd name="connsiteX667" fmla="*/ 619799 w 7467600"/>
              <a:gd name="connsiteY667" fmla="*/ 2527180 h 6858000"/>
              <a:gd name="connsiteX668" fmla="*/ 310030 w 7467600"/>
              <a:gd name="connsiteY668" fmla="*/ 2771818 h 6858000"/>
              <a:gd name="connsiteX669" fmla="*/ 173877 w 7467600"/>
              <a:gd name="connsiteY669" fmla="*/ 2937056 h 6858000"/>
              <a:gd name="connsiteX670" fmla="*/ 77889 w 7467600"/>
              <a:gd name="connsiteY670" fmla="*/ 3138440 h 6858000"/>
              <a:gd name="connsiteX671" fmla="*/ 0 w 7467600"/>
              <a:gd name="connsiteY671" fmla="*/ 3271395 h 6858000"/>
              <a:gd name="connsiteX672" fmla="*/ 0 w 7467600"/>
              <a:gd name="connsiteY672" fmla="*/ 3153002 h 6858000"/>
              <a:gd name="connsiteX673" fmla="*/ 2386 w 7467600"/>
              <a:gd name="connsiteY673" fmla="*/ 3149203 h 6858000"/>
              <a:gd name="connsiteX674" fmla="*/ 89753 w 7467600"/>
              <a:gd name="connsiteY674" fmla="*/ 2987702 h 6858000"/>
              <a:gd name="connsiteX675" fmla="*/ 76869 w 7467600"/>
              <a:gd name="connsiteY675" fmla="*/ 3005404 h 6858000"/>
              <a:gd name="connsiteX676" fmla="*/ 32049 w 7467600"/>
              <a:gd name="connsiteY676" fmla="*/ 3065814 h 6858000"/>
              <a:gd name="connsiteX677" fmla="*/ 0 w 7467600"/>
              <a:gd name="connsiteY677" fmla="*/ 3108744 h 6858000"/>
              <a:gd name="connsiteX678" fmla="*/ 0 w 7467600"/>
              <a:gd name="connsiteY678" fmla="*/ 3058059 h 6858000"/>
              <a:gd name="connsiteX679" fmla="*/ 7610 w 7467600"/>
              <a:gd name="connsiteY679" fmla="*/ 3047889 h 6858000"/>
              <a:gd name="connsiteX680" fmla="*/ 52419 w 7467600"/>
              <a:gd name="connsiteY680" fmla="*/ 2987479 h 6858000"/>
              <a:gd name="connsiteX681" fmla="*/ 59142 w 7467600"/>
              <a:gd name="connsiteY681" fmla="*/ 2978488 h 6858000"/>
              <a:gd name="connsiteX682" fmla="*/ 0 w 7467600"/>
              <a:gd name="connsiteY682" fmla="*/ 3015334 h 6858000"/>
              <a:gd name="connsiteX683" fmla="*/ 0 w 7467600"/>
              <a:gd name="connsiteY683" fmla="*/ 2914286 h 6858000"/>
              <a:gd name="connsiteX684" fmla="*/ 36383 w 7467600"/>
              <a:gd name="connsiteY684" fmla="*/ 2901128 h 6858000"/>
              <a:gd name="connsiteX685" fmla="*/ 156329 w 7467600"/>
              <a:gd name="connsiteY685" fmla="*/ 2840533 h 6858000"/>
              <a:gd name="connsiteX686" fmla="*/ 358355 w 7467600"/>
              <a:gd name="connsiteY686" fmla="*/ 2620471 h 6858000"/>
              <a:gd name="connsiteX687" fmla="*/ 510577 w 7467600"/>
              <a:gd name="connsiteY687" fmla="*/ 2501244 h 6858000"/>
              <a:gd name="connsiteX688" fmla="*/ 211967 w 7467600"/>
              <a:gd name="connsiteY688" fmla="*/ 2479171 h 6858000"/>
              <a:gd name="connsiteX689" fmla="*/ 0 w 7467600"/>
              <a:gd name="connsiteY689" fmla="*/ 2476398 h 6858000"/>
              <a:gd name="connsiteX690" fmla="*/ 0 w 7467600"/>
              <a:gd name="connsiteY690" fmla="*/ 2389189 h 6858000"/>
              <a:gd name="connsiteX691" fmla="*/ 103062 w 7467600"/>
              <a:gd name="connsiteY691" fmla="*/ 2389518 h 6858000"/>
              <a:gd name="connsiteX692" fmla="*/ 510734 w 7467600"/>
              <a:gd name="connsiteY692" fmla="*/ 2416201 h 6858000"/>
              <a:gd name="connsiteX693" fmla="*/ 279257 w 7467600"/>
              <a:gd name="connsiteY693" fmla="*/ 2092102 h 6858000"/>
              <a:gd name="connsiteX694" fmla="*/ 65265 w 7467600"/>
              <a:gd name="connsiteY694" fmla="*/ 2006049 h 6858000"/>
              <a:gd name="connsiteX695" fmla="*/ 0 w 7467600"/>
              <a:gd name="connsiteY695" fmla="*/ 1982532 h 6858000"/>
              <a:gd name="connsiteX696" fmla="*/ 0 w 7467600"/>
              <a:gd name="connsiteY696" fmla="*/ 1912789 h 6858000"/>
              <a:gd name="connsiteX697" fmla="*/ 97460 w 7467600"/>
              <a:gd name="connsiteY697" fmla="*/ 1953725 h 6858000"/>
              <a:gd name="connsiteX698" fmla="*/ 221272 w 7467600"/>
              <a:gd name="connsiteY698" fmla="*/ 1980766 h 6858000"/>
              <a:gd name="connsiteX699" fmla="*/ 116765 w 7467600"/>
              <a:gd name="connsiteY699" fmla="*/ 1911033 h 6858000"/>
              <a:gd name="connsiteX700" fmla="*/ 16405 w 7467600"/>
              <a:gd name="connsiteY700" fmla="*/ 1803412 h 6858000"/>
              <a:gd name="connsiteX701" fmla="*/ 0 w 7467600"/>
              <a:gd name="connsiteY701" fmla="*/ 1784777 h 6858000"/>
              <a:gd name="connsiteX702" fmla="*/ 0 w 7467600"/>
              <a:gd name="connsiteY702" fmla="*/ 1740082 h 6858000"/>
              <a:gd name="connsiteX703" fmla="*/ 39394 w 7467600"/>
              <a:gd name="connsiteY703" fmla="*/ 1784856 h 6858000"/>
              <a:gd name="connsiteX704" fmla="*/ 135813 w 7467600"/>
              <a:gd name="connsiteY704" fmla="*/ 1888838 h 6858000"/>
              <a:gd name="connsiteX705" fmla="*/ 242575 w 7467600"/>
              <a:gd name="connsiteY705" fmla="*/ 1958841 h 6858000"/>
              <a:gd name="connsiteX706" fmla="*/ 82197 w 7467600"/>
              <a:gd name="connsiteY706" fmla="*/ 1754826 h 6858000"/>
              <a:gd name="connsiteX707" fmla="*/ 0 w 7467600"/>
              <a:gd name="connsiteY707" fmla="*/ 1679650 h 6858000"/>
              <a:gd name="connsiteX708" fmla="*/ 0 w 7467600"/>
              <a:gd name="connsiteY708" fmla="*/ 1602463 h 6858000"/>
              <a:gd name="connsiteX709" fmla="*/ 84689 w 7467600"/>
              <a:gd name="connsiteY709" fmla="*/ 1677442 h 6858000"/>
              <a:gd name="connsiteX710" fmla="*/ 298437 w 7467600"/>
              <a:gd name="connsiteY710" fmla="*/ 1968019 h 6858000"/>
              <a:gd name="connsiteX711" fmla="*/ 227269 w 7467600"/>
              <a:gd name="connsiteY711" fmla="*/ 1114064 h 6858000"/>
              <a:gd name="connsiteX712" fmla="*/ 248003 w 7467600"/>
              <a:gd name="connsiteY712" fmla="*/ 1089613 h 6858000"/>
              <a:gd name="connsiteX713" fmla="*/ 427020 w 7467600"/>
              <a:gd name="connsiteY713" fmla="*/ 1619803 h 6858000"/>
              <a:gd name="connsiteX714" fmla="*/ 340345 w 7467600"/>
              <a:gd name="connsiteY714" fmla="*/ 2027739 h 6858000"/>
              <a:gd name="connsiteX715" fmla="*/ 360865 w 7467600"/>
              <a:gd name="connsiteY715" fmla="*/ 2044827 h 6858000"/>
              <a:gd name="connsiteX716" fmla="*/ 560414 w 7467600"/>
              <a:gd name="connsiteY716" fmla="*/ 2421457 h 6858000"/>
              <a:gd name="connsiteX717" fmla="*/ 1359703 w 7467600"/>
              <a:gd name="connsiteY717" fmla="*/ 2578554 h 6858000"/>
              <a:gd name="connsiteX718" fmla="*/ 1359422 w 7467600"/>
              <a:gd name="connsiteY718" fmla="*/ 2577994 h 6858000"/>
              <a:gd name="connsiteX719" fmla="*/ 828701 w 7467600"/>
              <a:gd name="connsiteY719" fmla="*/ 1839520 h 6858000"/>
              <a:gd name="connsiteX720" fmla="*/ 494427 w 7467600"/>
              <a:gd name="connsiteY720" fmla="*/ 1092333 h 6858000"/>
              <a:gd name="connsiteX721" fmla="*/ 506322 w 7467600"/>
              <a:gd name="connsiteY721" fmla="*/ 1020997 h 6858000"/>
              <a:gd name="connsiteX722" fmla="*/ 4570198 w 7467600"/>
              <a:gd name="connsiteY722" fmla="*/ 978081 h 6858000"/>
              <a:gd name="connsiteX723" fmla="*/ 4523691 w 7467600"/>
              <a:gd name="connsiteY723" fmla="*/ 1127776 h 6858000"/>
              <a:gd name="connsiteX724" fmla="*/ 4509875 w 7467600"/>
              <a:gd name="connsiteY724" fmla="*/ 1167552 h 6858000"/>
              <a:gd name="connsiteX725" fmla="*/ 4478168 w 7467600"/>
              <a:gd name="connsiteY725" fmla="*/ 1260735 h 6858000"/>
              <a:gd name="connsiteX726" fmla="*/ 4409309 w 7467600"/>
              <a:gd name="connsiteY726" fmla="*/ 1666996 h 6858000"/>
              <a:gd name="connsiteX727" fmla="*/ 4370031 w 7467600"/>
              <a:gd name="connsiteY727" fmla="*/ 1955666 h 6858000"/>
              <a:gd name="connsiteX728" fmla="*/ 4570198 w 7467600"/>
              <a:gd name="connsiteY728" fmla="*/ 978081 h 6858000"/>
              <a:gd name="connsiteX729" fmla="*/ 4557898 w 7467600"/>
              <a:gd name="connsiteY729" fmla="*/ 900011 h 6858000"/>
              <a:gd name="connsiteX730" fmla="*/ 4344840 w 7467600"/>
              <a:gd name="connsiteY730" fmla="*/ 1922038 h 6858000"/>
              <a:gd name="connsiteX731" fmla="*/ 4378710 w 7467600"/>
              <a:gd name="connsiteY731" fmla="*/ 1665516 h 6858000"/>
              <a:gd name="connsiteX732" fmla="*/ 4448798 w 7467600"/>
              <a:gd name="connsiteY732" fmla="*/ 1253024 h 6858000"/>
              <a:gd name="connsiteX733" fmla="*/ 4480315 w 7467600"/>
              <a:gd name="connsiteY733" fmla="*/ 1158454 h 6858000"/>
              <a:gd name="connsiteX734" fmla="*/ 4494133 w 7467600"/>
              <a:gd name="connsiteY734" fmla="*/ 1118676 h 6858000"/>
              <a:gd name="connsiteX735" fmla="*/ 4557898 w 7467600"/>
              <a:gd name="connsiteY735" fmla="*/ 900011 h 6858000"/>
              <a:gd name="connsiteX736" fmla="*/ 5870151 w 7467600"/>
              <a:gd name="connsiteY736" fmla="*/ 898890 h 6858000"/>
              <a:gd name="connsiteX737" fmla="*/ 5861335 w 7467600"/>
              <a:gd name="connsiteY737" fmla="*/ 899177 h 6858000"/>
              <a:gd name="connsiteX738" fmla="*/ 5843702 w 7467600"/>
              <a:gd name="connsiteY738" fmla="*/ 899748 h 6858000"/>
              <a:gd name="connsiteX739" fmla="*/ 5651107 w 7467600"/>
              <a:gd name="connsiteY739" fmla="*/ 920306 h 6858000"/>
              <a:gd name="connsiteX740" fmla="*/ 5459407 w 7467600"/>
              <a:gd name="connsiteY740" fmla="*/ 940975 h 6858000"/>
              <a:gd name="connsiteX741" fmla="*/ 5374846 w 7467600"/>
              <a:gd name="connsiteY741" fmla="*/ 941988 h 6858000"/>
              <a:gd name="connsiteX742" fmla="*/ 5256105 w 7467600"/>
              <a:gd name="connsiteY742" fmla="*/ 945632 h 6858000"/>
              <a:gd name="connsiteX743" fmla="*/ 5107071 w 7467600"/>
              <a:gd name="connsiteY743" fmla="*/ 969720 h 6858000"/>
              <a:gd name="connsiteX744" fmla="*/ 4998681 w 7467600"/>
              <a:gd name="connsiteY744" fmla="*/ 988771 h 6858000"/>
              <a:gd name="connsiteX745" fmla="*/ 5870151 w 7467600"/>
              <a:gd name="connsiteY745" fmla="*/ 898890 h 6858000"/>
              <a:gd name="connsiteX746" fmla="*/ 5504425 w 7467600"/>
              <a:gd name="connsiteY746" fmla="*/ 848067 h 6858000"/>
              <a:gd name="connsiteX747" fmla="*/ 4968849 w 7467600"/>
              <a:gd name="connsiteY747" fmla="*/ 962318 h 6858000"/>
              <a:gd name="connsiteX748" fmla="*/ 5104039 w 7467600"/>
              <a:gd name="connsiteY748" fmla="*/ 940634 h 6858000"/>
              <a:gd name="connsiteX749" fmla="*/ 5256311 w 7467600"/>
              <a:gd name="connsiteY749" fmla="*/ 916490 h 6858000"/>
              <a:gd name="connsiteX750" fmla="*/ 5377381 w 7467600"/>
              <a:gd name="connsiteY750" fmla="*/ 912671 h 6858000"/>
              <a:gd name="connsiteX751" fmla="*/ 5460148 w 7467600"/>
              <a:gd name="connsiteY751" fmla="*/ 911442 h 6858000"/>
              <a:gd name="connsiteX752" fmla="*/ 5648971 w 7467600"/>
              <a:gd name="connsiteY752" fmla="*/ 891331 h 6858000"/>
              <a:gd name="connsiteX753" fmla="*/ 5844807 w 7467600"/>
              <a:gd name="connsiteY753" fmla="*/ 870718 h 6858000"/>
              <a:gd name="connsiteX754" fmla="*/ 5862975 w 7467600"/>
              <a:gd name="connsiteY754" fmla="*/ 869756 h 6858000"/>
              <a:gd name="connsiteX755" fmla="*/ 5920887 w 7467600"/>
              <a:gd name="connsiteY755" fmla="*/ 865929 h 6858000"/>
              <a:gd name="connsiteX756" fmla="*/ 5504425 w 7467600"/>
              <a:gd name="connsiteY756" fmla="*/ 848067 h 6858000"/>
              <a:gd name="connsiteX757" fmla="*/ 3607114 w 7467600"/>
              <a:gd name="connsiteY757" fmla="*/ 467441 h 6858000"/>
              <a:gd name="connsiteX758" fmla="*/ 3296242 w 7467600"/>
              <a:gd name="connsiteY758" fmla="*/ 807991 h 6858000"/>
              <a:gd name="connsiteX759" fmla="*/ 3174674 w 7467600"/>
              <a:gd name="connsiteY759" fmla="*/ 919759 h 6858000"/>
              <a:gd name="connsiteX760" fmla="*/ 3042978 w 7467600"/>
              <a:gd name="connsiteY760" fmla="*/ 1054894 h 6858000"/>
              <a:gd name="connsiteX761" fmla="*/ 2968914 w 7467600"/>
              <a:gd name="connsiteY761" fmla="*/ 1133756 h 6858000"/>
              <a:gd name="connsiteX762" fmla="*/ 3103823 w 7467600"/>
              <a:gd name="connsiteY762" fmla="*/ 1026814 h 6858000"/>
              <a:gd name="connsiteX763" fmla="*/ 3607114 w 7467600"/>
              <a:gd name="connsiteY763" fmla="*/ 467441 h 6858000"/>
              <a:gd name="connsiteX764" fmla="*/ 3744487 w 7467600"/>
              <a:gd name="connsiteY764" fmla="*/ 383136 h 6858000"/>
              <a:gd name="connsiteX765" fmla="*/ 3970213 w 7467600"/>
              <a:gd name="connsiteY765" fmla="*/ 995559 h 6858000"/>
              <a:gd name="connsiteX766" fmla="*/ 3744487 w 7467600"/>
              <a:gd name="connsiteY766" fmla="*/ 383136 h 6858000"/>
              <a:gd name="connsiteX767" fmla="*/ 3624562 w 7467600"/>
              <a:gd name="connsiteY767" fmla="*/ 367041 h 6858000"/>
              <a:gd name="connsiteX768" fmla="*/ 3489712 w 7467600"/>
              <a:gd name="connsiteY768" fmla="*/ 485386 h 6858000"/>
              <a:gd name="connsiteX769" fmla="*/ 3182994 w 7467600"/>
              <a:gd name="connsiteY769" fmla="*/ 828265 h 6858000"/>
              <a:gd name="connsiteX770" fmla="*/ 2892114 w 7467600"/>
              <a:gd name="connsiteY770" fmla="*/ 1172635 h 6858000"/>
              <a:gd name="connsiteX771" fmla="*/ 3021459 w 7467600"/>
              <a:gd name="connsiteY771" fmla="*/ 1035385 h 6858000"/>
              <a:gd name="connsiteX772" fmla="*/ 3153873 w 7467600"/>
              <a:gd name="connsiteY772" fmla="*/ 898971 h 6858000"/>
              <a:gd name="connsiteX773" fmla="*/ 3276511 w 7467600"/>
              <a:gd name="connsiteY773" fmla="*/ 786423 h 6858000"/>
              <a:gd name="connsiteX774" fmla="*/ 3584154 w 7467600"/>
              <a:gd name="connsiteY774" fmla="*/ 448218 h 6858000"/>
              <a:gd name="connsiteX775" fmla="*/ 3624562 w 7467600"/>
              <a:gd name="connsiteY775" fmla="*/ 367041 h 6858000"/>
              <a:gd name="connsiteX776" fmla="*/ 3766672 w 7467600"/>
              <a:gd name="connsiteY776" fmla="*/ 359429 h 6858000"/>
              <a:gd name="connsiteX777" fmla="*/ 3996338 w 7467600"/>
              <a:gd name="connsiteY777" fmla="*/ 968237 h 6858000"/>
              <a:gd name="connsiteX778" fmla="*/ 3766672 w 7467600"/>
              <a:gd name="connsiteY778" fmla="*/ 359429 h 6858000"/>
              <a:gd name="connsiteX779" fmla="*/ 5805386 w 7467600"/>
              <a:gd name="connsiteY779" fmla="*/ 239240 h 6858000"/>
              <a:gd name="connsiteX780" fmla="*/ 5736947 w 7467600"/>
              <a:gd name="connsiteY780" fmla="*/ 261367 h 6858000"/>
              <a:gd name="connsiteX781" fmla="*/ 5427012 w 7467600"/>
              <a:gd name="connsiteY781" fmla="*/ 311272 h 6858000"/>
              <a:gd name="connsiteX782" fmla="*/ 5147818 w 7467600"/>
              <a:gd name="connsiteY782" fmla="*/ 322112 h 6858000"/>
              <a:gd name="connsiteX783" fmla="*/ 5060854 w 7467600"/>
              <a:gd name="connsiteY783" fmla="*/ 311882 h 6858000"/>
              <a:gd name="connsiteX784" fmla="*/ 4945989 w 7467600"/>
              <a:gd name="connsiteY784" fmla="*/ 300516 h 6858000"/>
              <a:gd name="connsiteX785" fmla="*/ 5410479 w 7467600"/>
              <a:gd name="connsiteY785" fmla="*/ 348434 h 6858000"/>
              <a:gd name="connsiteX786" fmla="*/ 5805386 w 7467600"/>
              <a:gd name="connsiteY786" fmla="*/ 239240 h 6858000"/>
              <a:gd name="connsiteX787" fmla="*/ 5905192 w 7467600"/>
              <a:gd name="connsiteY787" fmla="*/ 163079 h 6858000"/>
              <a:gd name="connsiteX788" fmla="*/ 5865655 w 7467600"/>
              <a:gd name="connsiteY788" fmla="*/ 171901 h 6858000"/>
              <a:gd name="connsiteX789" fmla="*/ 5259740 w 7467600"/>
              <a:gd name="connsiteY789" fmla="*/ 257013 h 6858000"/>
              <a:gd name="connsiteX790" fmla="*/ 5208466 w 7467600"/>
              <a:gd name="connsiteY790" fmla="*/ 257550 h 6858000"/>
              <a:gd name="connsiteX791" fmla="*/ 4980204 w 7467600"/>
              <a:gd name="connsiteY791" fmla="*/ 271903 h 6858000"/>
              <a:gd name="connsiteX792" fmla="*/ 5068068 w 7467600"/>
              <a:gd name="connsiteY792" fmla="*/ 282244 h 6858000"/>
              <a:gd name="connsiteX793" fmla="*/ 5153231 w 7467600"/>
              <a:gd name="connsiteY793" fmla="*/ 292240 h 6858000"/>
              <a:gd name="connsiteX794" fmla="*/ 5426491 w 7467600"/>
              <a:gd name="connsiteY794" fmla="*/ 281128 h 6858000"/>
              <a:gd name="connsiteX795" fmla="*/ 5731212 w 7467600"/>
              <a:gd name="connsiteY795" fmla="*/ 231951 h 6858000"/>
              <a:gd name="connsiteX796" fmla="*/ 5905192 w 7467600"/>
              <a:gd name="connsiteY796" fmla="*/ 163079 h 6858000"/>
              <a:gd name="connsiteX797" fmla="*/ 5944437 w 7467600"/>
              <a:gd name="connsiteY797" fmla="*/ 113829 h 6858000"/>
              <a:gd name="connsiteX798" fmla="*/ 5825032 w 7467600"/>
              <a:gd name="connsiteY798" fmla="*/ 146405 h 6858000"/>
              <a:gd name="connsiteX799" fmla="*/ 4955599 w 7467600"/>
              <a:gd name="connsiteY799" fmla="*/ 247008 h 6858000"/>
              <a:gd name="connsiteX800" fmla="*/ 5210104 w 7467600"/>
              <a:gd name="connsiteY800" fmla="*/ 228123 h 6858000"/>
              <a:gd name="connsiteX801" fmla="*/ 5261015 w 7467600"/>
              <a:gd name="connsiteY801" fmla="*/ 227087 h 6858000"/>
              <a:gd name="connsiteX802" fmla="*/ 5861181 w 7467600"/>
              <a:gd name="connsiteY802" fmla="*/ 143093 h 6858000"/>
              <a:gd name="connsiteX803" fmla="*/ 5961252 w 7467600"/>
              <a:gd name="connsiteY803" fmla="*/ 114820 h 6858000"/>
              <a:gd name="connsiteX804" fmla="*/ 5944437 w 7467600"/>
              <a:gd name="connsiteY804" fmla="*/ 113829 h 6858000"/>
              <a:gd name="connsiteX805" fmla="*/ 3882765 w 7467600"/>
              <a:gd name="connsiteY805" fmla="*/ 0 h 6858000"/>
              <a:gd name="connsiteX806" fmla="*/ 3995099 w 7467600"/>
              <a:gd name="connsiteY806" fmla="*/ 0 h 6858000"/>
              <a:gd name="connsiteX807" fmla="*/ 4163818 w 7467600"/>
              <a:gd name="connsiteY807" fmla="*/ 234104 h 6858000"/>
              <a:gd name="connsiteX808" fmla="*/ 4172099 w 7467600"/>
              <a:gd name="connsiteY808" fmla="*/ 234207 h 6858000"/>
              <a:gd name="connsiteX809" fmla="*/ 4784282 w 7467600"/>
              <a:gd name="connsiteY809" fmla="*/ 276561 h 6858000"/>
              <a:gd name="connsiteX810" fmla="*/ 4801687 w 7467600"/>
              <a:gd name="connsiteY810" fmla="*/ 267764 h 6858000"/>
              <a:gd name="connsiteX811" fmla="*/ 6082788 w 7467600"/>
              <a:gd name="connsiteY811" fmla="*/ 64119 h 6858000"/>
              <a:gd name="connsiteX812" fmla="*/ 6099442 w 7467600"/>
              <a:gd name="connsiteY812" fmla="*/ 82568 h 6858000"/>
              <a:gd name="connsiteX813" fmla="*/ 4804137 w 7467600"/>
              <a:gd name="connsiteY813" fmla="*/ 320931 h 6858000"/>
              <a:gd name="connsiteX814" fmla="*/ 4227047 w 7467600"/>
              <a:gd name="connsiteY814" fmla="*/ 313415 h 6858000"/>
              <a:gd name="connsiteX815" fmla="*/ 4346041 w 7467600"/>
              <a:gd name="connsiteY815" fmla="*/ 456086 h 6858000"/>
              <a:gd name="connsiteX816" fmla="*/ 4870967 w 7467600"/>
              <a:gd name="connsiteY816" fmla="*/ 963061 h 6858000"/>
              <a:gd name="connsiteX817" fmla="*/ 4889647 w 7467600"/>
              <a:gd name="connsiteY817" fmla="*/ 957147 h 6858000"/>
              <a:gd name="connsiteX818" fmla="*/ 5422504 w 7467600"/>
              <a:gd name="connsiteY818" fmla="*/ 805191 h 6858000"/>
              <a:gd name="connsiteX819" fmla="*/ 6087656 w 7467600"/>
              <a:gd name="connsiteY819" fmla="*/ 826703 h 6858000"/>
              <a:gd name="connsiteX820" fmla="*/ 6058717 w 7467600"/>
              <a:gd name="connsiteY820" fmla="*/ 865992 h 6858000"/>
              <a:gd name="connsiteX821" fmla="*/ 4974153 w 7467600"/>
              <a:gd name="connsiteY821" fmla="*/ 1045456 h 6858000"/>
              <a:gd name="connsiteX822" fmla="*/ 5627835 w 7467600"/>
              <a:gd name="connsiteY822" fmla="*/ 1472077 h 6858000"/>
              <a:gd name="connsiteX823" fmla="*/ 5629817 w 7467600"/>
              <a:gd name="connsiteY823" fmla="*/ 1471412 h 6858000"/>
              <a:gd name="connsiteX824" fmla="*/ 5634124 w 7467600"/>
              <a:gd name="connsiteY824" fmla="*/ 1470572 h 6858000"/>
              <a:gd name="connsiteX825" fmla="*/ 5755832 w 7467600"/>
              <a:gd name="connsiteY825" fmla="*/ 1383886 h 6858000"/>
              <a:gd name="connsiteX826" fmla="*/ 6014186 w 7467600"/>
              <a:gd name="connsiteY826" fmla="*/ 1279799 h 6858000"/>
              <a:gd name="connsiteX827" fmla="*/ 6901619 w 7467600"/>
              <a:gd name="connsiteY827" fmla="*/ 1047874 h 6858000"/>
              <a:gd name="connsiteX828" fmla="*/ 6931566 w 7467600"/>
              <a:gd name="connsiteY828" fmla="*/ 1062034 h 6858000"/>
              <a:gd name="connsiteX829" fmla="*/ 5790982 w 7467600"/>
              <a:gd name="connsiteY829" fmla="*/ 1561380 h 6858000"/>
              <a:gd name="connsiteX830" fmla="*/ 6188971 w 7467600"/>
              <a:gd name="connsiteY830" fmla="*/ 1755168 h 6858000"/>
              <a:gd name="connsiteX831" fmla="*/ 6202446 w 7467600"/>
              <a:gd name="connsiteY831" fmla="*/ 1752268 h 6858000"/>
              <a:gd name="connsiteX832" fmla="*/ 7179560 w 7467600"/>
              <a:gd name="connsiteY832" fmla="*/ 1467551 h 6858000"/>
              <a:gd name="connsiteX833" fmla="*/ 7158730 w 7467600"/>
              <a:gd name="connsiteY833" fmla="*/ 1507835 h 6858000"/>
              <a:gd name="connsiteX834" fmla="*/ 6326959 w 7467600"/>
              <a:gd name="connsiteY834" fmla="*/ 1817686 h 6858000"/>
              <a:gd name="connsiteX835" fmla="*/ 6537433 w 7467600"/>
              <a:gd name="connsiteY835" fmla="*/ 1907790 h 6858000"/>
              <a:gd name="connsiteX836" fmla="*/ 6550221 w 7467600"/>
              <a:gd name="connsiteY836" fmla="*/ 1910729 h 6858000"/>
              <a:gd name="connsiteX837" fmla="*/ 6964438 w 7467600"/>
              <a:gd name="connsiteY837" fmla="*/ 2209505 h 6858000"/>
              <a:gd name="connsiteX838" fmla="*/ 7367862 w 7467600"/>
              <a:gd name="connsiteY838" fmla="*/ 2806833 h 6858000"/>
              <a:gd name="connsiteX839" fmla="*/ 7364329 w 7467600"/>
              <a:gd name="connsiteY839" fmla="*/ 2826907 h 6858000"/>
              <a:gd name="connsiteX840" fmla="*/ 7290545 w 7467600"/>
              <a:gd name="connsiteY840" fmla="*/ 2850663 h 6858000"/>
              <a:gd name="connsiteX841" fmla="*/ 6472036 w 7467600"/>
              <a:gd name="connsiteY841" fmla="*/ 1959003 h 6858000"/>
              <a:gd name="connsiteX842" fmla="*/ 5792897 w 7467600"/>
              <a:gd name="connsiteY842" fmla="*/ 1647747 h 6858000"/>
              <a:gd name="connsiteX843" fmla="*/ 5842751 w 7467600"/>
              <a:gd name="connsiteY843" fmla="*/ 1816112 h 6858000"/>
              <a:gd name="connsiteX844" fmla="*/ 5847424 w 7467600"/>
              <a:gd name="connsiteY844" fmla="*/ 1815776 h 6858000"/>
              <a:gd name="connsiteX845" fmla="*/ 6399821 w 7467600"/>
              <a:gd name="connsiteY845" fmla="*/ 2344799 h 6858000"/>
              <a:gd name="connsiteX846" fmla="*/ 6323232 w 7467600"/>
              <a:gd name="connsiteY846" fmla="*/ 2389634 h 6858000"/>
              <a:gd name="connsiteX847" fmla="*/ 5942958 w 7467600"/>
              <a:gd name="connsiteY847" fmla="*/ 2077708 h 6858000"/>
              <a:gd name="connsiteX848" fmla="*/ 5921559 w 7467600"/>
              <a:gd name="connsiteY848" fmla="*/ 2378596 h 6858000"/>
              <a:gd name="connsiteX849" fmla="*/ 5817651 w 7467600"/>
              <a:gd name="connsiteY849" fmla="*/ 3023919 h 6858000"/>
              <a:gd name="connsiteX850" fmla="*/ 5729634 w 7467600"/>
              <a:gd name="connsiteY850" fmla="*/ 3051849 h 6858000"/>
              <a:gd name="connsiteX851" fmla="*/ 5611018 w 7467600"/>
              <a:gd name="connsiteY851" fmla="*/ 2316769 h 6858000"/>
              <a:gd name="connsiteX852" fmla="*/ 5687608 w 7467600"/>
              <a:gd name="connsiteY852" fmla="*/ 2039972 h 6858000"/>
              <a:gd name="connsiteX853" fmla="*/ 5657554 w 7467600"/>
              <a:gd name="connsiteY853" fmla="*/ 1576445 h 6858000"/>
              <a:gd name="connsiteX854" fmla="*/ 5150475 w 7467600"/>
              <a:gd name="connsiteY854" fmla="*/ 1274012 h 6858000"/>
              <a:gd name="connsiteX855" fmla="*/ 5349142 w 7467600"/>
              <a:gd name="connsiteY855" fmla="*/ 2204405 h 6858000"/>
              <a:gd name="connsiteX856" fmla="*/ 5262214 w 7467600"/>
              <a:gd name="connsiteY856" fmla="*/ 2233836 h 6858000"/>
              <a:gd name="connsiteX857" fmla="*/ 4981539 w 7467600"/>
              <a:gd name="connsiteY857" fmla="*/ 1542201 h 6858000"/>
              <a:gd name="connsiteX858" fmla="*/ 4958461 w 7467600"/>
              <a:gd name="connsiteY858" fmla="*/ 1136957 h 6858000"/>
              <a:gd name="connsiteX859" fmla="*/ 4655015 w 7467600"/>
              <a:gd name="connsiteY859" fmla="*/ 891426 h 6858000"/>
              <a:gd name="connsiteX860" fmla="*/ 4348002 w 7467600"/>
              <a:gd name="connsiteY860" fmla="*/ 2205895 h 6858000"/>
              <a:gd name="connsiteX861" fmla="*/ 4262250 w 7467600"/>
              <a:gd name="connsiteY861" fmla="*/ 2219972 h 6858000"/>
              <a:gd name="connsiteX862" fmla="*/ 4550611 w 7467600"/>
              <a:gd name="connsiteY862" fmla="*/ 817540 h 6858000"/>
              <a:gd name="connsiteX863" fmla="*/ 4564418 w 7467600"/>
              <a:gd name="connsiteY863" fmla="*/ 808293 h 6858000"/>
              <a:gd name="connsiteX864" fmla="*/ 4266388 w 7467600"/>
              <a:gd name="connsiteY864" fmla="*/ 500083 h 6858000"/>
              <a:gd name="connsiteX865" fmla="*/ 4032842 w 7467600"/>
              <a:gd name="connsiteY865" fmla="*/ 211809 h 6858000"/>
              <a:gd name="connsiteX866" fmla="*/ 3882765 w 7467600"/>
              <a:gd name="connsiteY866" fmla="*/ 0 h 6858000"/>
              <a:gd name="connsiteX867" fmla="*/ 3721337 w 7467600"/>
              <a:gd name="connsiteY867" fmla="*/ 0 h 6858000"/>
              <a:gd name="connsiteX868" fmla="*/ 3797544 w 7467600"/>
              <a:gd name="connsiteY868" fmla="*/ 0 h 6858000"/>
              <a:gd name="connsiteX869" fmla="*/ 3775734 w 7467600"/>
              <a:gd name="connsiteY869" fmla="*/ 95131 h 6858000"/>
              <a:gd name="connsiteX870" fmla="*/ 3724807 w 7467600"/>
              <a:gd name="connsiteY870" fmla="*/ 272257 h 6858000"/>
              <a:gd name="connsiteX871" fmla="*/ 3726844 w 7467600"/>
              <a:gd name="connsiteY871" fmla="*/ 282988 h 6858000"/>
              <a:gd name="connsiteX872" fmla="*/ 3742664 w 7467600"/>
              <a:gd name="connsiteY872" fmla="*/ 279918 h 6858000"/>
              <a:gd name="connsiteX873" fmla="*/ 4103910 w 7467600"/>
              <a:gd name="connsiteY873" fmla="*/ 1161917 h 6858000"/>
              <a:gd name="connsiteX874" fmla="*/ 4020269 w 7467600"/>
              <a:gd name="connsiteY874" fmla="*/ 1200406 h 6858000"/>
              <a:gd name="connsiteX875" fmla="*/ 3674882 w 7467600"/>
              <a:gd name="connsiteY875" fmla="*/ 488524 h 6858000"/>
              <a:gd name="connsiteX876" fmla="*/ 3132682 w 7467600"/>
              <a:gd name="connsiteY876" fmla="*/ 1072284 h 6858000"/>
              <a:gd name="connsiteX877" fmla="*/ 2716346 w 7467600"/>
              <a:gd name="connsiteY877" fmla="*/ 1276376 h 6858000"/>
              <a:gd name="connsiteX878" fmla="*/ 2716772 w 7467600"/>
              <a:gd name="connsiteY878" fmla="*/ 1255462 h 6858000"/>
              <a:gd name="connsiteX879" fmla="*/ 3471096 w 7467600"/>
              <a:gd name="connsiteY879" fmla="*/ 437072 h 6858000"/>
              <a:gd name="connsiteX880" fmla="*/ 3639057 w 7467600"/>
              <a:gd name="connsiteY880" fmla="*/ 286334 h 6858000"/>
              <a:gd name="connsiteX881" fmla="*/ 3640309 w 7467600"/>
              <a:gd name="connsiteY881" fmla="*/ 284664 h 6858000"/>
              <a:gd name="connsiteX882" fmla="*/ 3646022 w 7467600"/>
              <a:gd name="connsiteY882" fmla="*/ 276711 h 6858000"/>
              <a:gd name="connsiteX883" fmla="*/ 3707943 w 7467600"/>
              <a:gd name="connsiteY883" fmla="*/ 65958 h 6858000"/>
              <a:gd name="connsiteX884" fmla="*/ 3721337 w 7467600"/>
              <a:gd name="connsiteY884" fmla="*/ 0 h 6858000"/>
              <a:gd name="connsiteX885" fmla="*/ 2867960 w 7467600"/>
              <a:gd name="connsiteY885" fmla="*/ 0 h 6858000"/>
              <a:gd name="connsiteX886" fmla="*/ 2926351 w 7467600"/>
              <a:gd name="connsiteY886" fmla="*/ 0 h 6858000"/>
              <a:gd name="connsiteX887" fmla="*/ 2902823 w 7467600"/>
              <a:gd name="connsiteY887" fmla="*/ 262929 h 6858000"/>
              <a:gd name="connsiteX888" fmla="*/ 2940663 w 7467600"/>
              <a:gd name="connsiteY888" fmla="*/ 140884 h 6858000"/>
              <a:gd name="connsiteX889" fmla="*/ 2947039 w 7467600"/>
              <a:gd name="connsiteY889" fmla="*/ 122524 h 6858000"/>
              <a:gd name="connsiteX890" fmla="*/ 2984316 w 7467600"/>
              <a:gd name="connsiteY890" fmla="*/ 0 h 6858000"/>
              <a:gd name="connsiteX891" fmla="*/ 3016114 w 7467600"/>
              <a:gd name="connsiteY891" fmla="*/ 0 h 6858000"/>
              <a:gd name="connsiteX892" fmla="*/ 2979949 w 7467600"/>
              <a:gd name="connsiteY892" fmla="*/ 119274 h 6858000"/>
              <a:gd name="connsiteX893" fmla="*/ 3023879 w 7467600"/>
              <a:gd name="connsiteY893" fmla="*/ 0 h 6858000"/>
              <a:gd name="connsiteX894" fmla="*/ 3105400 w 7467600"/>
              <a:gd name="connsiteY894" fmla="*/ 0 h 6858000"/>
              <a:gd name="connsiteX895" fmla="*/ 3094669 w 7467600"/>
              <a:gd name="connsiteY895" fmla="*/ 30308 h 6858000"/>
              <a:gd name="connsiteX896" fmla="*/ 2901945 w 7467600"/>
              <a:gd name="connsiteY896" fmla="*/ 466538 h 6858000"/>
              <a:gd name="connsiteX897" fmla="*/ 2815209 w 7467600"/>
              <a:gd name="connsiteY897" fmla="*/ 497361 h 6858000"/>
              <a:gd name="connsiteX898" fmla="*/ 2844845 w 7467600"/>
              <a:gd name="connsiteY898" fmla="*/ 127638 h 6858000"/>
              <a:gd name="connsiteX899" fmla="*/ 2867960 w 7467600"/>
              <a:gd name="connsiteY899" fmla="*/ 0 h 6858000"/>
              <a:gd name="connsiteX900" fmla="*/ 1057230 w 7467600"/>
              <a:gd name="connsiteY900" fmla="*/ 0 h 6858000"/>
              <a:gd name="connsiteX901" fmla="*/ 1111003 w 7467600"/>
              <a:gd name="connsiteY901" fmla="*/ 0 h 6858000"/>
              <a:gd name="connsiteX902" fmla="*/ 1125553 w 7467600"/>
              <a:gd name="connsiteY902" fmla="*/ 52588 h 6858000"/>
              <a:gd name="connsiteX903" fmla="*/ 1304276 w 7467600"/>
              <a:gd name="connsiteY903" fmla="*/ 476275 h 6858000"/>
              <a:gd name="connsiteX904" fmla="*/ 1492066 w 7467600"/>
              <a:gd name="connsiteY904" fmla="*/ 886333 h 6858000"/>
              <a:gd name="connsiteX905" fmla="*/ 1423698 w 7467600"/>
              <a:gd name="connsiteY905" fmla="*/ 710817 h 6858000"/>
              <a:gd name="connsiteX906" fmla="*/ 1357609 w 7467600"/>
              <a:gd name="connsiteY906" fmla="*/ 532892 h 6858000"/>
              <a:gd name="connsiteX907" fmla="*/ 1309550 w 7467600"/>
              <a:gd name="connsiteY907" fmla="*/ 374031 h 6858000"/>
              <a:gd name="connsiteX908" fmla="*/ 1193673 w 7467600"/>
              <a:gd name="connsiteY908" fmla="*/ 49533 h 6858000"/>
              <a:gd name="connsiteX909" fmla="*/ 1164391 w 7467600"/>
              <a:gd name="connsiteY909" fmla="*/ 0 h 6858000"/>
              <a:gd name="connsiteX910" fmla="*/ 1200666 w 7467600"/>
              <a:gd name="connsiteY910" fmla="*/ 0 h 6858000"/>
              <a:gd name="connsiteX911" fmla="*/ 1223408 w 7467600"/>
              <a:gd name="connsiteY911" fmla="*/ 38996 h 6858000"/>
              <a:gd name="connsiteX912" fmla="*/ 1339635 w 7467600"/>
              <a:gd name="connsiteY912" fmla="*/ 365517 h 6858000"/>
              <a:gd name="connsiteX913" fmla="*/ 1387469 w 7467600"/>
              <a:gd name="connsiteY913" fmla="*/ 523079 h 6858000"/>
              <a:gd name="connsiteX914" fmla="*/ 1452685 w 7467600"/>
              <a:gd name="connsiteY914" fmla="*/ 699806 h 6858000"/>
              <a:gd name="connsiteX915" fmla="*/ 1492092 w 7467600"/>
              <a:gd name="connsiteY915" fmla="*/ 800424 h 6858000"/>
              <a:gd name="connsiteX916" fmla="*/ 1455302 w 7467600"/>
              <a:gd name="connsiteY916" fmla="*/ 632913 h 6858000"/>
              <a:gd name="connsiteX917" fmla="*/ 1222336 w 7467600"/>
              <a:gd name="connsiteY917" fmla="*/ 9480 h 6858000"/>
              <a:gd name="connsiteX918" fmla="*/ 1214634 w 7467600"/>
              <a:gd name="connsiteY918" fmla="*/ 0 h 6858000"/>
              <a:gd name="connsiteX919" fmla="*/ 1289827 w 7467600"/>
              <a:gd name="connsiteY919" fmla="*/ 0 h 6858000"/>
              <a:gd name="connsiteX920" fmla="*/ 1321076 w 7467600"/>
              <a:gd name="connsiteY920" fmla="*/ 59722 h 6858000"/>
              <a:gd name="connsiteX921" fmla="*/ 1512579 w 7467600"/>
              <a:gd name="connsiteY921" fmla="*/ 626441 h 6858000"/>
              <a:gd name="connsiteX922" fmla="*/ 1506076 w 7467600"/>
              <a:gd name="connsiteY922" fmla="*/ 1089289 h 6858000"/>
              <a:gd name="connsiteX923" fmla="*/ 1486346 w 7467600"/>
              <a:gd name="connsiteY923" fmla="*/ 1079919 h 6858000"/>
              <a:gd name="connsiteX924" fmla="*/ 1070511 w 7467600"/>
              <a:gd name="connsiteY924" fmla="*/ 48609 h 6858000"/>
              <a:gd name="connsiteX925" fmla="*/ 1057230 w 7467600"/>
              <a:gd name="connsiteY925" fmla="*/ 0 h 6858000"/>
              <a:gd name="connsiteX926" fmla="*/ 43151 w 7467600"/>
              <a:gd name="connsiteY926" fmla="*/ 0 h 6858000"/>
              <a:gd name="connsiteX927" fmla="*/ 95283 w 7467600"/>
              <a:gd name="connsiteY927" fmla="*/ 0 h 6858000"/>
              <a:gd name="connsiteX928" fmla="*/ 300708 w 7467600"/>
              <a:gd name="connsiteY928" fmla="*/ 154571 h 6858000"/>
              <a:gd name="connsiteX929" fmla="*/ 530414 w 7467600"/>
              <a:gd name="connsiteY929" fmla="*/ 354673 h 6858000"/>
              <a:gd name="connsiteX930" fmla="*/ 333785 w 7467600"/>
              <a:gd name="connsiteY930" fmla="*/ 161564 h 6858000"/>
              <a:gd name="connsiteX931" fmla="*/ 147005 w 7467600"/>
              <a:gd name="connsiteY931" fmla="*/ 0 h 6858000"/>
              <a:gd name="connsiteX932" fmla="*/ 272509 w 7467600"/>
              <a:gd name="connsiteY932" fmla="*/ 0 h 6858000"/>
              <a:gd name="connsiteX933" fmla="*/ 326276 w 7467600"/>
              <a:gd name="connsiteY933" fmla="*/ 45847 h 6858000"/>
              <a:gd name="connsiteX934" fmla="*/ 823759 w 7467600"/>
              <a:gd name="connsiteY934" fmla="*/ 574145 h 6858000"/>
              <a:gd name="connsiteX935" fmla="*/ 811254 w 7467600"/>
              <a:gd name="connsiteY935" fmla="*/ 665546 h 6858000"/>
              <a:gd name="connsiteX936" fmla="*/ 154042 w 7467600"/>
              <a:gd name="connsiteY936" fmla="*/ 261522 h 6858000"/>
              <a:gd name="connsiteX937" fmla="*/ 13550 w 7467600"/>
              <a:gd name="connsiteY937" fmla="*/ 158423 h 6858000"/>
              <a:gd name="connsiteX938" fmla="*/ 0 w 7467600"/>
              <a:gd name="connsiteY938" fmla="*/ 146618 h 6858000"/>
              <a:gd name="connsiteX939" fmla="*/ 0 w 7467600"/>
              <a:gd name="connsiteY939" fmla="*/ 59161 h 6858000"/>
              <a:gd name="connsiteX940" fmla="*/ 45427 w 7467600"/>
              <a:gd name="connsiteY940" fmla="*/ 101078 h 6858000"/>
              <a:gd name="connsiteX941" fmla="*/ 630103 w 7467600"/>
              <a:gd name="connsiteY941" fmla="*/ 485885 h 6858000"/>
              <a:gd name="connsiteX942" fmla="*/ 532040 w 7467600"/>
              <a:gd name="connsiteY942" fmla="*/ 399359 h 6858000"/>
              <a:gd name="connsiteX943" fmla="*/ 517618 w 7467600"/>
              <a:gd name="connsiteY943" fmla="*/ 385726 h 6858000"/>
              <a:gd name="connsiteX944" fmla="*/ 285074 w 7467600"/>
              <a:gd name="connsiteY944" fmla="*/ 182755 h 6858000"/>
              <a:gd name="connsiteX945" fmla="*/ 43151 w 7467600"/>
              <a:gd name="connsiteY945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447383 w 7467600"/>
              <a:gd name="connsiteY11" fmla="*/ 6707202 h 6858000"/>
              <a:gd name="connsiteX12" fmla="*/ 7289862 w 7467600"/>
              <a:gd name="connsiteY12" fmla="*/ 6659827 h 6858000"/>
              <a:gd name="connsiteX13" fmla="*/ 1019354 w 7467600"/>
              <a:gd name="connsiteY13" fmla="*/ 6315006 h 6858000"/>
              <a:gd name="connsiteX14" fmla="*/ 441046 w 7467600"/>
              <a:gd name="connsiteY14" fmla="*/ 6691153 h 6858000"/>
              <a:gd name="connsiteX15" fmla="*/ 1019354 w 7467600"/>
              <a:gd name="connsiteY15" fmla="*/ 6315006 h 6858000"/>
              <a:gd name="connsiteX16" fmla="*/ 991680 w 7467600"/>
              <a:gd name="connsiteY16" fmla="*/ 6298413 h 6858000"/>
              <a:gd name="connsiteX17" fmla="*/ 409060 w 7467600"/>
              <a:gd name="connsiteY17" fmla="*/ 6671470 h 6858000"/>
              <a:gd name="connsiteX18" fmla="*/ 991680 w 7467600"/>
              <a:gd name="connsiteY18" fmla="*/ 6298413 h 6858000"/>
              <a:gd name="connsiteX19" fmla="*/ 103333 w 7467600"/>
              <a:gd name="connsiteY19" fmla="*/ 5699602 h 6858000"/>
              <a:gd name="connsiteX20" fmla="*/ 233938 w 7467600"/>
              <a:gd name="connsiteY20" fmla="*/ 5809416 h 6858000"/>
              <a:gd name="connsiteX21" fmla="*/ 883580 w 7467600"/>
              <a:gd name="connsiteY21" fmla="*/ 6180710 h 6858000"/>
              <a:gd name="connsiteX22" fmla="*/ 487337 w 7467600"/>
              <a:gd name="connsiteY22" fmla="*/ 5950182 h 6858000"/>
              <a:gd name="connsiteX23" fmla="*/ 354051 w 7467600"/>
              <a:gd name="connsiteY23" fmla="*/ 5854912 h 6858000"/>
              <a:gd name="connsiteX24" fmla="*/ 195436 w 7467600"/>
              <a:gd name="connsiteY24" fmla="*/ 5755068 h 6858000"/>
              <a:gd name="connsiteX25" fmla="*/ 103333 w 7467600"/>
              <a:gd name="connsiteY25" fmla="*/ 5699602 h 6858000"/>
              <a:gd name="connsiteX26" fmla="*/ 5539432 w 7467600"/>
              <a:gd name="connsiteY26" fmla="*/ 5642928 h 6858000"/>
              <a:gd name="connsiteX27" fmla="*/ 5555462 w 7467600"/>
              <a:gd name="connsiteY27" fmla="*/ 5694454 h 6858000"/>
              <a:gd name="connsiteX28" fmla="*/ 5828270 w 7467600"/>
              <a:gd name="connsiteY28" fmla="*/ 6320663 h 6858000"/>
              <a:gd name="connsiteX29" fmla="*/ 5947416 w 7467600"/>
              <a:gd name="connsiteY29" fmla="*/ 6574846 h 6858000"/>
              <a:gd name="connsiteX30" fmla="*/ 5539432 w 7467600"/>
              <a:gd name="connsiteY30" fmla="*/ 5642928 h 6858000"/>
              <a:gd name="connsiteX31" fmla="*/ 51253 w 7467600"/>
              <a:gd name="connsiteY31" fmla="*/ 5631825 h 6858000"/>
              <a:gd name="connsiteX32" fmla="*/ 211622 w 7467600"/>
              <a:gd name="connsiteY32" fmla="*/ 5728803 h 6858000"/>
              <a:gd name="connsiteX33" fmla="*/ 371652 w 7467600"/>
              <a:gd name="connsiteY33" fmla="*/ 5829062 h 6858000"/>
              <a:gd name="connsiteX34" fmla="*/ 505903 w 7467600"/>
              <a:gd name="connsiteY34" fmla="*/ 5925221 h 6858000"/>
              <a:gd name="connsiteX35" fmla="*/ 899240 w 7467600"/>
              <a:gd name="connsiteY35" fmla="*/ 6153068 h 6858000"/>
              <a:gd name="connsiteX36" fmla="*/ 988114 w 7467600"/>
              <a:gd name="connsiteY36" fmla="*/ 6174204 h 6858000"/>
              <a:gd name="connsiteX37" fmla="*/ 845971 w 7467600"/>
              <a:gd name="connsiteY37" fmla="*/ 6067177 h 6858000"/>
              <a:gd name="connsiteX38" fmla="*/ 448057 w 7467600"/>
              <a:gd name="connsiteY38" fmla="*/ 5841376 h 6858000"/>
              <a:gd name="connsiteX39" fmla="*/ 51253 w 7467600"/>
              <a:gd name="connsiteY39" fmla="*/ 5631825 h 6858000"/>
              <a:gd name="connsiteX40" fmla="*/ 2606687 w 7467600"/>
              <a:gd name="connsiteY40" fmla="*/ 5630718 h 6858000"/>
              <a:gd name="connsiteX41" fmla="*/ 2645658 w 7467600"/>
              <a:gd name="connsiteY41" fmla="*/ 6640259 h 6858000"/>
              <a:gd name="connsiteX42" fmla="*/ 2606687 w 7467600"/>
              <a:gd name="connsiteY42" fmla="*/ 5630718 h 6858000"/>
              <a:gd name="connsiteX43" fmla="*/ 3642057 w 7467600"/>
              <a:gd name="connsiteY43" fmla="*/ 5573487 h 6858000"/>
              <a:gd name="connsiteX44" fmla="*/ 3632981 w 7467600"/>
              <a:gd name="connsiteY44" fmla="*/ 5579437 h 6858000"/>
              <a:gd name="connsiteX45" fmla="*/ 3382436 w 7467600"/>
              <a:gd name="connsiteY45" fmla="*/ 5952726 h 6858000"/>
              <a:gd name="connsiteX46" fmla="*/ 3191929 w 7467600"/>
              <a:gd name="connsiteY46" fmla="*/ 6662669 h 6858000"/>
              <a:gd name="connsiteX47" fmla="*/ 3369898 w 7467600"/>
              <a:gd name="connsiteY47" fmla="*/ 6081771 h 6858000"/>
              <a:gd name="connsiteX48" fmla="*/ 3642057 w 7467600"/>
              <a:gd name="connsiteY48" fmla="*/ 5573487 h 6858000"/>
              <a:gd name="connsiteX49" fmla="*/ 2650666 w 7467600"/>
              <a:gd name="connsiteY49" fmla="*/ 5530686 h 6858000"/>
              <a:gd name="connsiteX50" fmla="*/ 2650249 w 7467600"/>
              <a:gd name="connsiteY50" fmla="*/ 5532101 h 6858000"/>
              <a:gd name="connsiteX51" fmla="*/ 2663808 w 7467600"/>
              <a:gd name="connsiteY51" fmla="*/ 6535215 h 6858000"/>
              <a:gd name="connsiteX52" fmla="*/ 2665418 w 7467600"/>
              <a:gd name="connsiteY52" fmla="*/ 6132756 h 6858000"/>
              <a:gd name="connsiteX53" fmla="*/ 2650666 w 7467600"/>
              <a:gd name="connsiteY53" fmla="*/ 5530686 h 6858000"/>
              <a:gd name="connsiteX54" fmla="*/ 2680277 w 7467600"/>
              <a:gd name="connsiteY54" fmla="*/ 5479204 h 6858000"/>
              <a:gd name="connsiteX55" fmla="*/ 2678972 w 7467600"/>
              <a:gd name="connsiteY55" fmla="*/ 5481582 h 6858000"/>
              <a:gd name="connsiteX56" fmla="*/ 2696666 w 7467600"/>
              <a:gd name="connsiteY56" fmla="*/ 6133836 h 6858000"/>
              <a:gd name="connsiteX57" fmla="*/ 2695769 w 7467600"/>
              <a:gd name="connsiteY57" fmla="*/ 6390955 h 6858000"/>
              <a:gd name="connsiteX58" fmla="*/ 2739893 w 7467600"/>
              <a:gd name="connsiteY58" fmla="*/ 6108357 h 6858000"/>
              <a:gd name="connsiteX59" fmla="*/ 2680277 w 7467600"/>
              <a:gd name="connsiteY59" fmla="*/ 5479204 h 6858000"/>
              <a:gd name="connsiteX60" fmla="*/ 1132195 w 7467600"/>
              <a:gd name="connsiteY60" fmla="*/ 5467980 h 6858000"/>
              <a:gd name="connsiteX61" fmla="*/ 1679056 w 7467600"/>
              <a:gd name="connsiteY61" fmla="*/ 5516907 h 6858000"/>
              <a:gd name="connsiteX62" fmla="*/ 2128648 w 7467600"/>
              <a:gd name="connsiteY62" fmla="*/ 5474249 h 6858000"/>
              <a:gd name="connsiteX63" fmla="*/ 1825619 w 7467600"/>
              <a:gd name="connsiteY63" fmla="*/ 5478447 h 6858000"/>
              <a:gd name="connsiteX64" fmla="*/ 1737798 w 7467600"/>
              <a:gd name="connsiteY64" fmla="*/ 5483353 h 6858000"/>
              <a:gd name="connsiteX65" fmla="*/ 1132195 w 7467600"/>
              <a:gd name="connsiteY65" fmla="*/ 5467980 h 6858000"/>
              <a:gd name="connsiteX66" fmla="*/ 1456157 w 7467600"/>
              <a:gd name="connsiteY66" fmla="*/ 5371404 h 6858000"/>
              <a:gd name="connsiteX67" fmla="*/ 1244432 w 7467600"/>
              <a:gd name="connsiteY67" fmla="*/ 5385601 h 6858000"/>
              <a:gd name="connsiteX68" fmla="*/ 973990 w 7467600"/>
              <a:gd name="connsiteY68" fmla="*/ 5424940 h 6858000"/>
              <a:gd name="connsiteX69" fmla="*/ 1103809 w 7467600"/>
              <a:gd name="connsiteY69" fmla="*/ 5433720 h 6858000"/>
              <a:gd name="connsiteX70" fmla="*/ 1123454 w 7467600"/>
              <a:gd name="connsiteY70" fmla="*/ 5435727 h 6858000"/>
              <a:gd name="connsiteX71" fmla="*/ 1737017 w 7467600"/>
              <a:gd name="connsiteY71" fmla="*/ 5452183 h 6858000"/>
              <a:gd name="connsiteX72" fmla="*/ 1824397 w 7467600"/>
              <a:gd name="connsiteY72" fmla="*/ 5447757 h 6858000"/>
              <a:gd name="connsiteX73" fmla="*/ 2070059 w 7467600"/>
              <a:gd name="connsiteY73" fmla="*/ 5441660 h 6858000"/>
              <a:gd name="connsiteX74" fmla="*/ 1456157 w 7467600"/>
              <a:gd name="connsiteY74" fmla="*/ 5371404 h 6858000"/>
              <a:gd name="connsiteX75" fmla="*/ 4988186 w 7467600"/>
              <a:gd name="connsiteY75" fmla="*/ 5216467 h 6858000"/>
              <a:gd name="connsiteX76" fmla="*/ 4777334 w 7467600"/>
              <a:gd name="connsiteY76" fmla="*/ 5406072 h 6858000"/>
              <a:gd name="connsiteX77" fmla="*/ 4718341 w 7467600"/>
              <a:gd name="connsiteY77" fmla="*/ 5468043 h 6858000"/>
              <a:gd name="connsiteX78" fmla="*/ 4604655 w 7467600"/>
              <a:gd name="connsiteY78" fmla="*/ 5583434 h 6858000"/>
              <a:gd name="connsiteX79" fmla="*/ 4565074 w 7467600"/>
              <a:gd name="connsiteY79" fmla="*/ 5618550 h 6858000"/>
              <a:gd name="connsiteX80" fmla="*/ 4988186 w 7467600"/>
              <a:gd name="connsiteY80" fmla="*/ 5216467 h 6858000"/>
              <a:gd name="connsiteX81" fmla="*/ 4978032 w 7467600"/>
              <a:gd name="connsiteY81" fmla="*/ 5183809 h 6858000"/>
              <a:gd name="connsiteX82" fmla="*/ 4463413 w 7467600"/>
              <a:gd name="connsiteY82" fmla="*/ 5615162 h 6858000"/>
              <a:gd name="connsiteX83" fmla="*/ 4358134 w 7467600"/>
              <a:gd name="connsiteY83" fmla="*/ 5742791 h 6858000"/>
              <a:gd name="connsiteX84" fmla="*/ 4376219 w 7467600"/>
              <a:gd name="connsiteY84" fmla="*/ 5729027 h 6858000"/>
              <a:gd name="connsiteX85" fmla="*/ 4582340 w 7467600"/>
              <a:gd name="connsiteY85" fmla="*/ 5561037 h 6858000"/>
              <a:gd name="connsiteX86" fmla="*/ 4694684 w 7467600"/>
              <a:gd name="connsiteY86" fmla="*/ 5447098 h 6858000"/>
              <a:gd name="connsiteX87" fmla="*/ 4754123 w 7467600"/>
              <a:gd name="connsiteY87" fmla="*/ 5384643 h 6858000"/>
              <a:gd name="connsiteX88" fmla="*/ 4978032 w 7467600"/>
              <a:gd name="connsiteY88" fmla="*/ 5183809 h 6858000"/>
              <a:gd name="connsiteX89" fmla="*/ 1903353 w 7467600"/>
              <a:gd name="connsiteY89" fmla="*/ 5044827 h 6858000"/>
              <a:gd name="connsiteX90" fmla="*/ 1936931 w 7467600"/>
              <a:gd name="connsiteY90" fmla="*/ 5093954 h 6858000"/>
              <a:gd name="connsiteX91" fmla="*/ 2195868 w 7467600"/>
              <a:gd name="connsiteY91" fmla="*/ 5396574 h 6858000"/>
              <a:gd name="connsiteX92" fmla="*/ 2088852 w 7467600"/>
              <a:gd name="connsiteY92" fmla="*/ 5166123 h 6858000"/>
              <a:gd name="connsiteX93" fmla="*/ 1958241 w 7467600"/>
              <a:gd name="connsiteY93" fmla="*/ 5067955 h 6858000"/>
              <a:gd name="connsiteX94" fmla="*/ 1903353 w 7467600"/>
              <a:gd name="connsiteY94" fmla="*/ 5044827 h 6858000"/>
              <a:gd name="connsiteX95" fmla="*/ 1979378 w 7467600"/>
              <a:gd name="connsiteY95" fmla="*/ 4769504 h 6858000"/>
              <a:gd name="connsiteX96" fmla="*/ 2882120 w 7467600"/>
              <a:gd name="connsiteY96" fmla="*/ 5064547 h 6858000"/>
              <a:gd name="connsiteX97" fmla="*/ 2793103 w 7467600"/>
              <a:gd name="connsiteY97" fmla="*/ 5039699 h 6858000"/>
              <a:gd name="connsiteX98" fmla="*/ 2770041 w 7467600"/>
              <a:gd name="connsiteY98" fmla="*/ 5033634 h 6858000"/>
              <a:gd name="connsiteX99" fmla="*/ 1979378 w 7467600"/>
              <a:gd name="connsiteY99" fmla="*/ 4769504 h 6858000"/>
              <a:gd name="connsiteX100" fmla="*/ 1927410 w 7467600"/>
              <a:gd name="connsiteY100" fmla="*/ 4716164 h 6858000"/>
              <a:gd name="connsiteX101" fmla="*/ 1959587 w 7467600"/>
              <a:gd name="connsiteY101" fmla="*/ 4728849 h 6858000"/>
              <a:gd name="connsiteX102" fmla="*/ 2777707 w 7467600"/>
              <a:gd name="connsiteY102" fmla="*/ 5003991 h 6858000"/>
              <a:gd name="connsiteX103" fmla="*/ 2800768 w 7467600"/>
              <a:gd name="connsiteY103" fmla="*/ 5010056 h 6858000"/>
              <a:gd name="connsiteX104" fmla="*/ 2879408 w 7467600"/>
              <a:gd name="connsiteY104" fmla="*/ 5031590 h 6858000"/>
              <a:gd name="connsiteX105" fmla="*/ 2862295 w 7467600"/>
              <a:gd name="connsiteY105" fmla="*/ 5022958 h 6858000"/>
              <a:gd name="connsiteX106" fmla="*/ 2813343 w 7467600"/>
              <a:gd name="connsiteY106" fmla="*/ 4998369 h 6858000"/>
              <a:gd name="connsiteX107" fmla="*/ 2646245 w 7467600"/>
              <a:gd name="connsiteY107" fmla="*/ 4930999 h 6858000"/>
              <a:gd name="connsiteX108" fmla="*/ 1999243 w 7467600"/>
              <a:gd name="connsiteY108" fmla="*/ 4730524 h 6858000"/>
              <a:gd name="connsiteX109" fmla="*/ 1979527 w 7467600"/>
              <a:gd name="connsiteY109" fmla="*/ 4726651 h 6858000"/>
              <a:gd name="connsiteX110" fmla="*/ 1927410 w 7467600"/>
              <a:gd name="connsiteY110" fmla="*/ 4716164 h 6858000"/>
              <a:gd name="connsiteX111" fmla="*/ 1997014 w 7467600"/>
              <a:gd name="connsiteY111" fmla="*/ 4698007 h 6858000"/>
              <a:gd name="connsiteX112" fmla="*/ 2005458 w 7467600"/>
              <a:gd name="connsiteY112" fmla="*/ 4699540 h 6858000"/>
              <a:gd name="connsiteX113" fmla="*/ 2657186 w 7467600"/>
              <a:gd name="connsiteY113" fmla="*/ 4901687 h 6858000"/>
              <a:gd name="connsiteX114" fmla="*/ 2826662 w 7467600"/>
              <a:gd name="connsiteY114" fmla="*/ 4970362 h 6858000"/>
              <a:gd name="connsiteX115" fmla="*/ 2876100 w 7467600"/>
              <a:gd name="connsiteY115" fmla="*/ 4995397 h 6858000"/>
              <a:gd name="connsiteX116" fmla="*/ 3042600 w 7467600"/>
              <a:gd name="connsiteY116" fmla="*/ 5059532 h 6858000"/>
              <a:gd name="connsiteX117" fmla="*/ 1997014 w 7467600"/>
              <a:gd name="connsiteY117" fmla="*/ 4698007 h 6858000"/>
              <a:gd name="connsiteX118" fmla="*/ 2305292 w 7467600"/>
              <a:gd name="connsiteY118" fmla="*/ 4219492 h 6858000"/>
              <a:gd name="connsiteX119" fmla="*/ 3360922 w 7467600"/>
              <a:gd name="connsiteY119" fmla="*/ 4529373 h 6858000"/>
              <a:gd name="connsiteX120" fmla="*/ 3492420 w 7467600"/>
              <a:gd name="connsiteY120" fmla="*/ 4510145 h 6858000"/>
              <a:gd name="connsiteX121" fmla="*/ 3364086 w 7467600"/>
              <a:gd name="connsiteY121" fmla="*/ 4480340 h 6858000"/>
              <a:gd name="connsiteX122" fmla="*/ 3225818 w 7467600"/>
              <a:gd name="connsiteY122" fmla="*/ 4411822 h 6858000"/>
              <a:gd name="connsiteX123" fmla="*/ 3129696 w 7467600"/>
              <a:gd name="connsiteY123" fmla="*/ 4360704 h 6858000"/>
              <a:gd name="connsiteX124" fmla="*/ 2814545 w 7467600"/>
              <a:gd name="connsiteY124" fmla="*/ 4282955 h 6858000"/>
              <a:gd name="connsiteX125" fmla="*/ 2305292 w 7467600"/>
              <a:gd name="connsiteY125" fmla="*/ 4219492 h 6858000"/>
              <a:gd name="connsiteX126" fmla="*/ 2626982 w 7467600"/>
              <a:gd name="connsiteY126" fmla="*/ 4206450 h 6858000"/>
              <a:gd name="connsiteX127" fmla="*/ 2490617 w 7467600"/>
              <a:gd name="connsiteY127" fmla="*/ 4206951 h 6858000"/>
              <a:gd name="connsiteX128" fmla="*/ 2819869 w 7467600"/>
              <a:gd name="connsiteY128" fmla="*/ 4252936 h 6858000"/>
              <a:gd name="connsiteX129" fmla="*/ 3143018 w 7467600"/>
              <a:gd name="connsiteY129" fmla="*/ 4332698 h 6858000"/>
              <a:gd name="connsiteX130" fmla="*/ 3241520 w 7467600"/>
              <a:gd name="connsiteY130" fmla="*/ 4385112 h 6858000"/>
              <a:gd name="connsiteX131" fmla="*/ 3374575 w 7467600"/>
              <a:gd name="connsiteY131" fmla="*/ 4451517 h 6858000"/>
              <a:gd name="connsiteX132" fmla="*/ 3505221 w 7467600"/>
              <a:gd name="connsiteY132" fmla="*/ 4480757 h 6858000"/>
              <a:gd name="connsiteX133" fmla="*/ 2626982 w 7467600"/>
              <a:gd name="connsiteY133" fmla="*/ 4206450 h 6858000"/>
              <a:gd name="connsiteX134" fmla="*/ 1310106 w 7467600"/>
              <a:gd name="connsiteY134" fmla="*/ 3943217 h 6858000"/>
              <a:gd name="connsiteX135" fmla="*/ 854994 w 7467600"/>
              <a:gd name="connsiteY135" fmla="*/ 4399136 h 6858000"/>
              <a:gd name="connsiteX136" fmla="*/ 742462 w 7467600"/>
              <a:gd name="connsiteY136" fmla="*/ 4594648 h 6858000"/>
              <a:gd name="connsiteX137" fmla="*/ 820602 w 7467600"/>
              <a:gd name="connsiteY137" fmla="*/ 4485915 h 6858000"/>
              <a:gd name="connsiteX138" fmla="*/ 878295 w 7467600"/>
              <a:gd name="connsiteY138" fmla="*/ 4403594 h 6858000"/>
              <a:gd name="connsiteX139" fmla="*/ 1240607 w 7467600"/>
              <a:gd name="connsiteY139" fmla="*/ 4010401 h 6858000"/>
              <a:gd name="connsiteX140" fmla="*/ 1310106 w 7467600"/>
              <a:gd name="connsiteY140" fmla="*/ 3943217 h 6858000"/>
              <a:gd name="connsiteX141" fmla="*/ 1423113 w 7467600"/>
              <a:gd name="connsiteY141" fmla="*/ 3874565 h 6858000"/>
              <a:gd name="connsiteX142" fmla="*/ 1260565 w 7467600"/>
              <a:gd name="connsiteY142" fmla="*/ 4031982 h 6858000"/>
              <a:gd name="connsiteX143" fmla="*/ 901900 w 7467600"/>
              <a:gd name="connsiteY143" fmla="*/ 4421236 h 6858000"/>
              <a:gd name="connsiteX144" fmla="*/ 845044 w 7467600"/>
              <a:gd name="connsiteY144" fmla="*/ 4502436 h 6858000"/>
              <a:gd name="connsiteX145" fmla="*/ 685926 w 7467600"/>
              <a:gd name="connsiteY145" fmla="*/ 4703069 h 6858000"/>
              <a:gd name="connsiteX146" fmla="*/ 684248 w 7467600"/>
              <a:gd name="connsiteY146" fmla="*/ 4706721 h 6858000"/>
              <a:gd name="connsiteX147" fmla="*/ 1423113 w 7467600"/>
              <a:gd name="connsiteY147" fmla="*/ 3874565 h 6858000"/>
              <a:gd name="connsiteX148" fmla="*/ 3316479 w 7467600"/>
              <a:gd name="connsiteY148" fmla="*/ 3872136 h 6858000"/>
              <a:gd name="connsiteX149" fmla="*/ 3546806 w 7467600"/>
              <a:gd name="connsiteY149" fmla="*/ 4356139 h 6858000"/>
              <a:gd name="connsiteX150" fmla="*/ 3364433 w 7467600"/>
              <a:gd name="connsiteY150" fmla="*/ 3953121 h 6858000"/>
              <a:gd name="connsiteX151" fmla="*/ 3316479 w 7467600"/>
              <a:gd name="connsiteY151" fmla="*/ 3872136 h 6858000"/>
              <a:gd name="connsiteX152" fmla="*/ 3291335 w 7467600"/>
              <a:gd name="connsiteY152" fmla="*/ 3767420 h 6858000"/>
              <a:gd name="connsiteX153" fmla="*/ 3390805 w 7467600"/>
              <a:gd name="connsiteY153" fmla="*/ 3937163 h 6858000"/>
              <a:gd name="connsiteX154" fmla="*/ 3579062 w 7467600"/>
              <a:gd name="connsiteY154" fmla="*/ 4359040 h 6858000"/>
              <a:gd name="connsiteX155" fmla="*/ 3467355 w 7467600"/>
              <a:gd name="connsiteY155" fmla="*/ 3988130 h 6858000"/>
              <a:gd name="connsiteX156" fmla="*/ 3310753 w 7467600"/>
              <a:gd name="connsiteY156" fmla="*/ 3787140 h 6858000"/>
              <a:gd name="connsiteX157" fmla="*/ 3291335 w 7467600"/>
              <a:gd name="connsiteY157" fmla="*/ 3767420 h 6858000"/>
              <a:gd name="connsiteX158" fmla="*/ 1635889 w 7467600"/>
              <a:gd name="connsiteY158" fmla="*/ 3709494 h 6858000"/>
              <a:gd name="connsiteX159" fmla="*/ 1634800 w 7467600"/>
              <a:gd name="connsiteY159" fmla="*/ 3731111 h 6858000"/>
              <a:gd name="connsiteX160" fmla="*/ 1635889 w 7467600"/>
              <a:gd name="connsiteY160" fmla="*/ 3709494 h 6858000"/>
              <a:gd name="connsiteX161" fmla="*/ 1510397 w 7467600"/>
              <a:gd name="connsiteY161" fmla="*/ 3684705 h 6858000"/>
              <a:gd name="connsiteX162" fmla="*/ 1146550 w 7467600"/>
              <a:gd name="connsiteY162" fmla="*/ 3802012 h 6858000"/>
              <a:gd name="connsiteX163" fmla="*/ 698834 w 7467600"/>
              <a:gd name="connsiteY163" fmla="*/ 3952272 h 6858000"/>
              <a:gd name="connsiteX164" fmla="*/ 34256 w 7467600"/>
              <a:gd name="connsiteY164" fmla="*/ 4347603 h 6858000"/>
              <a:gd name="connsiteX165" fmla="*/ 527241 w 7467600"/>
              <a:gd name="connsiteY165" fmla="*/ 4065078 h 6858000"/>
              <a:gd name="connsiteX166" fmla="*/ 1510397 w 7467600"/>
              <a:gd name="connsiteY166" fmla="*/ 3684705 h 6858000"/>
              <a:gd name="connsiteX167" fmla="*/ 1313114 w 7467600"/>
              <a:gd name="connsiteY167" fmla="*/ 3655216 h 6858000"/>
              <a:gd name="connsiteX168" fmla="*/ 1109304 w 7467600"/>
              <a:gd name="connsiteY168" fmla="*/ 3669030 h 6858000"/>
              <a:gd name="connsiteX169" fmla="*/ 8129 w 7467600"/>
              <a:gd name="connsiteY169" fmla="*/ 4330519 h 6858000"/>
              <a:gd name="connsiteX170" fmla="*/ 687572 w 7467600"/>
              <a:gd name="connsiteY170" fmla="*/ 3925629 h 6858000"/>
              <a:gd name="connsiteX171" fmla="*/ 1138365 w 7467600"/>
              <a:gd name="connsiteY171" fmla="*/ 3774515 h 6858000"/>
              <a:gd name="connsiteX172" fmla="*/ 1505579 w 7467600"/>
              <a:gd name="connsiteY172" fmla="*/ 3655526 h 6858000"/>
              <a:gd name="connsiteX173" fmla="*/ 1313114 w 7467600"/>
              <a:gd name="connsiteY173" fmla="*/ 3655216 h 6858000"/>
              <a:gd name="connsiteX174" fmla="*/ 3655073 w 7467600"/>
              <a:gd name="connsiteY174" fmla="*/ 3650884 h 6858000"/>
              <a:gd name="connsiteX175" fmla="*/ 3989938 w 7467600"/>
              <a:gd name="connsiteY175" fmla="*/ 3991685 h 6858000"/>
              <a:gd name="connsiteX176" fmla="*/ 4393907 w 7467600"/>
              <a:gd name="connsiteY176" fmla="*/ 4261258 h 6858000"/>
              <a:gd name="connsiteX177" fmla="*/ 4648051 w 7467600"/>
              <a:gd name="connsiteY177" fmla="*/ 4374051 h 6858000"/>
              <a:gd name="connsiteX178" fmla="*/ 4383389 w 7467600"/>
              <a:gd name="connsiteY178" fmla="*/ 4184369 h 6858000"/>
              <a:gd name="connsiteX179" fmla="*/ 4165508 w 7467600"/>
              <a:gd name="connsiteY179" fmla="*/ 4035196 h 6858000"/>
              <a:gd name="connsiteX180" fmla="*/ 4068162 w 7467600"/>
              <a:gd name="connsiteY180" fmla="*/ 3953394 h 6858000"/>
              <a:gd name="connsiteX181" fmla="*/ 3981416 w 7467600"/>
              <a:gd name="connsiteY181" fmla="*/ 3880482 h 6858000"/>
              <a:gd name="connsiteX182" fmla="*/ 3800147 w 7467600"/>
              <a:gd name="connsiteY182" fmla="*/ 3749872 h 6858000"/>
              <a:gd name="connsiteX183" fmla="*/ 3655073 w 7467600"/>
              <a:gd name="connsiteY183" fmla="*/ 3650884 h 6858000"/>
              <a:gd name="connsiteX184" fmla="*/ 3670252 w 7467600"/>
              <a:gd name="connsiteY184" fmla="*/ 3622798 h 6858000"/>
              <a:gd name="connsiteX185" fmla="*/ 3817258 w 7467600"/>
              <a:gd name="connsiteY185" fmla="*/ 3723577 h 6858000"/>
              <a:gd name="connsiteX186" fmla="*/ 4000461 w 7467600"/>
              <a:gd name="connsiteY186" fmla="*/ 3855966 h 6858000"/>
              <a:gd name="connsiteX187" fmla="*/ 4088180 w 7467600"/>
              <a:gd name="connsiteY187" fmla="*/ 3929774 h 6858000"/>
              <a:gd name="connsiteX188" fmla="*/ 4184555 w 7467600"/>
              <a:gd name="connsiteY188" fmla="*/ 4010683 h 6858000"/>
              <a:gd name="connsiteX189" fmla="*/ 4399563 w 7467600"/>
              <a:gd name="connsiteY189" fmla="*/ 4158106 h 6858000"/>
              <a:gd name="connsiteX190" fmla="*/ 4684469 w 7467600"/>
              <a:gd name="connsiteY190" fmla="*/ 4364680 h 6858000"/>
              <a:gd name="connsiteX191" fmla="*/ 4690271 w 7467600"/>
              <a:gd name="connsiteY191" fmla="*/ 4370034 h 6858000"/>
              <a:gd name="connsiteX192" fmla="*/ 4136093 w 7467600"/>
              <a:gd name="connsiteY192" fmla="*/ 3858466 h 6858000"/>
              <a:gd name="connsiteX193" fmla="*/ 3670252 w 7467600"/>
              <a:gd name="connsiteY193" fmla="*/ 3622798 h 6858000"/>
              <a:gd name="connsiteX194" fmla="*/ 4440129 w 7467600"/>
              <a:gd name="connsiteY194" fmla="*/ 3448571 h 6858000"/>
              <a:gd name="connsiteX195" fmla="*/ 4856525 w 7467600"/>
              <a:gd name="connsiteY195" fmla="*/ 3915351 h 6858000"/>
              <a:gd name="connsiteX196" fmla="*/ 5059055 w 7467600"/>
              <a:gd name="connsiteY196" fmla="*/ 4108918 h 6858000"/>
              <a:gd name="connsiteX197" fmla="*/ 5290070 w 7467600"/>
              <a:gd name="connsiteY197" fmla="*/ 4263619 h 6858000"/>
              <a:gd name="connsiteX198" fmla="*/ 4834991 w 7467600"/>
              <a:gd name="connsiteY198" fmla="*/ 3830985 h 6858000"/>
              <a:gd name="connsiteX199" fmla="*/ 4440129 w 7467600"/>
              <a:gd name="connsiteY199" fmla="*/ 3448571 h 6858000"/>
              <a:gd name="connsiteX200" fmla="*/ 4441737 w 7467600"/>
              <a:gd name="connsiteY200" fmla="*/ 3399734 h 6858000"/>
              <a:gd name="connsiteX201" fmla="*/ 4431236 w 7467600"/>
              <a:gd name="connsiteY201" fmla="*/ 3400954 h 6858000"/>
              <a:gd name="connsiteX202" fmla="*/ 4557150 w 7467600"/>
              <a:gd name="connsiteY202" fmla="*/ 3510023 h 6858000"/>
              <a:gd name="connsiteX203" fmla="*/ 4856936 w 7467600"/>
              <a:gd name="connsiteY203" fmla="*/ 3809146 h 6858000"/>
              <a:gd name="connsiteX204" fmla="*/ 5111996 w 7467600"/>
              <a:gd name="connsiteY204" fmla="*/ 4065759 h 6858000"/>
              <a:gd name="connsiteX205" fmla="*/ 5388878 w 7467600"/>
              <a:gd name="connsiteY205" fmla="*/ 4300185 h 6858000"/>
              <a:gd name="connsiteX206" fmla="*/ 5425556 w 7467600"/>
              <a:gd name="connsiteY206" fmla="*/ 4308967 h 6858000"/>
              <a:gd name="connsiteX207" fmla="*/ 4943646 w 7467600"/>
              <a:gd name="connsiteY207" fmla="*/ 3822916 h 6858000"/>
              <a:gd name="connsiteX208" fmla="*/ 4594837 w 7467600"/>
              <a:gd name="connsiteY208" fmla="*/ 3532274 h 6858000"/>
              <a:gd name="connsiteX209" fmla="*/ 4441737 w 7467600"/>
              <a:gd name="connsiteY209" fmla="*/ 3399734 h 6858000"/>
              <a:gd name="connsiteX210" fmla="*/ 5425834 w 7467600"/>
              <a:gd name="connsiteY210" fmla="*/ 3162785 h 6858000"/>
              <a:gd name="connsiteX211" fmla="*/ 5401644 w 7467600"/>
              <a:gd name="connsiteY211" fmla="*/ 3617847 h 6858000"/>
              <a:gd name="connsiteX212" fmla="*/ 5467256 w 7467600"/>
              <a:gd name="connsiteY212" fmla="*/ 4175494 h 6858000"/>
              <a:gd name="connsiteX213" fmla="*/ 5448069 w 7467600"/>
              <a:gd name="connsiteY213" fmla="*/ 3567554 h 6858000"/>
              <a:gd name="connsiteX214" fmla="*/ 5425834 w 7467600"/>
              <a:gd name="connsiteY214" fmla="*/ 3162785 h 6858000"/>
              <a:gd name="connsiteX215" fmla="*/ 1318687 w 7467600"/>
              <a:gd name="connsiteY215" fmla="*/ 3113840 h 6858000"/>
              <a:gd name="connsiteX216" fmla="*/ 1066793 w 7467600"/>
              <a:gd name="connsiteY216" fmla="*/ 3212171 h 6858000"/>
              <a:gd name="connsiteX217" fmla="*/ 993319 w 7467600"/>
              <a:gd name="connsiteY217" fmla="*/ 3247648 h 6858000"/>
              <a:gd name="connsiteX218" fmla="*/ 853081 w 7467600"/>
              <a:gd name="connsiteY218" fmla="*/ 3312410 h 6858000"/>
              <a:gd name="connsiteX219" fmla="*/ 805957 w 7467600"/>
              <a:gd name="connsiteY219" fmla="*/ 3330443 h 6858000"/>
              <a:gd name="connsiteX220" fmla="*/ 1318687 w 7467600"/>
              <a:gd name="connsiteY220" fmla="*/ 3113840 h 6858000"/>
              <a:gd name="connsiteX221" fmla="*/ 5453702 w 7467600"/>
              <a:gd name="connsiteY221" fmla="*/ 3090882 h 6858000"/>
              <a:gd name="connsiteX222" fmla="*/ 5480135 w 7467600"/>
              <a:gd name="connsiteY222" fmla="*/ 3565802 h 6858000"/>
              <a:gd name="connsiteX223" fmla="*/ 5499023 w 7467600"/>
              <a:gd name="connsiteY223" fmla="*/ 4166310 h 6858000"/>
              <a:gd name="connsiteX224" fmla="*/ 5547022 w 7467600"/>
              <a:gd name="connsiteY224" fmla="*/ 3607838 h 6858000"/>
              <a:gd name="connsiteX225" fmla="*/ 5515964 w 7467600"/>
              <a:gd name="connsiteY225" fmla="*/ 3378541 h 6858000"/>
              <a:gd name="connsiteX226" fmla="*/ 5453702 w 7467600"/>
              <a:gd name="connsiteY226" fmla="*/ 3090882 h 6858000"/>
              <a:gd name="connsiteX227" fmla="*/ 1238695 w 7467600"/>
              <a:gd name="connsiteY227" fmla="*/ 3076820 h 6858000"/>
              <a:gd name="connsiteX228" fmla="*/ 716371 w 7467600"/>
              <a:gd name="connsiteY228" fmla="*/ 3293249 h 6858000"/>
              <a:gd name="connsiteX229" fmla="*/ 579522 w 7467600"/>
              <a:gd name="connsiteY229" fmla="*/ 3371759 h 6858000"/>
              <a:gd name="connsiteX230" fmla="*/ 600288 w 7467600"/>
              <a:gd name="connsiteY230" fmla="*/ 3365555 h 6858000"/>
              <a:gd name="connsiteX231" fmla="*/ 840692 w 7467600"/>
              <a:gd name="connsiteY231" fmla="*/ 3284921 h 6858000"/>
              <a:gd name="connsiteX232" fmla="*/ 979248 w 7467600"/>
              <a:gd name="connsiteY232" fmla="*/ 3221003 h 6858000"/>
              <a:gd name="connsiteX233" fmla="*/ 1053282 w 7467600"/>
              <a:gd name="connsiteY233" fmla="*/ 3185247 h 6858000"/>
              <a:gd name="connsiteX234" fmla="*/ 1320603 w 7467600"/>
              <a:gd name="connsiteY234" fmla="*/ 3081281 h 6858000"/>
              <a:gd name="connsiteX235" fmla="*/ 1238695 w 7467600"/>
              <a:gd name="connsiteY235" fmla="*/ 3076820 h 6858000"/>
              <a:gd name="connsiteX236" fmla="*/ 5425627 w 7467600"/>
              <a:gd name="connsiteY236" fmla="*/ 2954192 h 6858000"/>
              <a:gd name="connsiteX237" fmla="*/ 5470770 w 7467600"/>
              <a:gd name="connsiteY237" fmla="*/ 3005435 h 6858000"/>
              <a:gd name="connsiteX238" fmla="*/ 5519779 w 7467600"/>
              <a:gd name="connsiteY238" fmla="*/ 4359223 h 6858000"/>
              <a:gd name="connsiteX239" fmla="*/ 5520293 w 7467600"/>
              <a:gd name="connsiteY239" fmla="*/ 4360602 h 6858000"/>
              <a:gd name="connsiteX240" fmla="*/ 5767221 w 7467600"/>
              <a:gd name="connsiteY240" fmla="*/ 4665564 h 6858000"/>
              <a:gd name="connsiteX241" fmla="*/ 6937169 w 7467600"/>
              <a:gd name="connsiteY241" fmla="*/ 4815941 h 6858000"/>
              <a:gd name="connsiteX242" fmla="*/ 6953922 w 7467600"/>
              <a:gd name="connsiteY242" fmla="*/ 4890068 h 6858000"/>
              <a:gd name="connsiteX243" fmla="*/ 6071359 w 7467600"/>
              <a:gd name="connsiteY243" fmla="*/ 4770770 h 6858000"/>
              <a:gd name="connsiteX244" fmla="*/ 6038839 w 7467600"/>
              <a:gd name="connsiteY244" fmla="*/ 4764474 h 6858000"/>
              <a:gd name="connsiteX245" fmla="*/ 6038706 w 7467600"/>
              <a:gd name="connsiteY245" fmla="*/ 4763847 h 6858000"/>
              <a:gd name="connsiteX246" fmla="*/ 6037784 w 7467600"/>
              <a:gd name="connsiteY246" fmla="*/ 4764270 h 6858000"/>
              <a:gd name="connsiteX247" fmla="*/ 6038839 w 7467600"/>
              <a:gd name="connsiteY247" fmla="*/ 4764474 h 6858000"/>
              <a:gd name="connsiteX248" fmla="*/ 6040338 w 7467600"/>
              <a:gd name="connsiteY248" fmla="*/ 4771418 h 6858000"/>
              <a:gd name="connsiteX249" fmla="*/ 6024488 w 7467600"/>
              <a:gd name="connsiteY249" fmla="*/ 4809903 h 6858000"/>
              <a:gd name="connsiteX250" fmla="*/ 5599771 w 7467600"/>
              <a:gd name="connsiteY250" fmla="*/ 5509652 h 6858000"/>
              <a:gd name="connsiteX251" fmla="*/ 5548843 w 7467600"/>
              <a:gd name="connsiteY251" fmla="*/ 5563845 h 6858000"/>
              <a:gd name="connsiteX252" fmla="*/ 5940952 w 7467600"/>
              <a:gd name="connsiteY252" fmla="*/ 6250028 h 6858000"/>
              <a:gd name="connsiteX253" fmla="*/ 6043441 w 7467600"/>
              <a:gd name="connsiteY253" fmla="*/ 6665847 h 6858000"/>
              <a:gd name="connsiteX254" fmla="*/ 6093432 w 7467600"/>
              <a:gd name="connsiteY254" fmla="*/ 6858000 h 6858000"/>
              <a:gd name="connsiteX255" fmla="*/ 6034344 w 7467600"/>
              <a:gd name="connsiteY255" fmla="*/ 6858000 h 6858000"/>
              <a:gd name="connsiteX256" fmla="*/ 6026679 w 7467600"/>
              <a:gd name="connsiteY256" fmla="*/ 6836959 h 6858000"/>
              <a:gd name="connsiteX257" fmla="*/ 5800441 w 7467600"/>
              <a:gd name="connsiteY257" fmla="*/ 6335286 h 6858000"/>
              <a:gd name="connsiteX258" fmla="*/ 5526562 w 7467600"/>
              <a:gd name="connsiteY258" fmla="*/ 5705388 h 6858000"/>
              <a:gd name="connsiteX259" fmla="*/ 5519640 w 7467600"/>
              <a:gd name="connsiteY259" fmla="*/ 5683774 h 6858000"/>
              <a:gd name="connsiteX260" fmla="*/ 5844559 w 7467600"/>
              <a:gd name="connsiteY260" fmla="*/ 6553349 h 6858000"/>
              <a:gd name="connsiteX261" fmla="*/ 5975994 w 7467600"/>
              <a:gd name="connsiteY261" fmla="*/ 6858000 h 6858000"/>
              <a:gd name="connsiteX262" fmla="*/ 5898547 w 7467600"/>
              <a:gd name="connsiteY262" fmla="*/ 6858000 h 6858000"/>
              <a:gd name="connsiteX263" fmla="*/ 5682041 w 7467600"/>
              <a:gd name="connsiteY263" fmla="*/ 6355860 h 6858000"/>
              <a:gd name="connsiteX264" fmla="*/ 5461758 w 7467600"/>
              <a:gd name="connsiteY264" fmla="*/ 5820220 h 6858000"/>
              <a:gd name="connsiteX265" fmla="*/ 5237282 w 7467600"/>
              <a:gd name="connsiteY265" fmla="*/ 6579086 h 6858000"/>
              <a:gd name="connsiteX266" fmla="*/ 5115009 w 7467600"/>
              <a:gd name="connsiteY266" fmla="*/ 6858000 h 6858000"/>
              <a:gd name="connsiteX267" fmla="*/ 5028074 w 7467600"/>
              <a:gd name="connsiteY267" fmla="*/ 6858000 h 6858000"/>
              <a:gd name="connsiteX268" fmla="*/ 5079508 w 7467600"/>
              <a:gd name="connsiteY268" fmla="*/ 6749074 h 6858000"/>
              <a:gd name="connsiteX269" fmla="*/ 5371846 w 7467600"/>
              <a:gd name="connsiteY269" fmla="*/ 5924413 h 6858000"/>
              <a:gd name="connsiteX270" fmla="*/ 5270512 w 7467600"/>
              <a:gd name="connsiteY270" fmla="*/ 6138975 h 6858000"/>
              <a:gd name="connsiteX271" fmla="*/ 5062409 w 7467600"/>
              <a:gd name="connsiteY271" fmla="*/ 6653544 h 6858000"/>
              <a:gd name="connsiteX272" fmla="*/ 5036628 w 7467600"/>
              <a:gd name="connsiteY272" fmla="*/ 6754247 h 6858000"/>
              <a:gd name="connsiteX273" fmla="*/ 5009112 w 7467600"/>
              <a:gd name="connsiteY273" fmla="*/ 6858000 h 6858000"/>
              <a:gd name="connsiteX274" fmla="*/ 4976679 w 7467600"/>
              <a:gd name="connsiteY274" fmla="*/ 6858000 h 6858000"/>
              <a:gd name="connsiteX275" fmla="*/ 5006537 w 7467600"/>
              <a:gd name="connsiteY275" fmla="*/ 6747068 h 6858000"/>
              <a:gd name="connsiteX276" fmla="*/ 5032723 w 7467600"/>
              <a:gd name="connsiteY276" fmla="*/ 6644957 h 6858000"/>
              <a:gd name="connsiteX277" fmla="*/ 5242949 w 7467600"/>
              <a:gd name="connsiteY277" fmla="*/ 6125175 h 6858000"/>
              <a:gd name="connsiteX278" fmla="*/ 5286321 w 7467600"/>
              <a:gd name="connsiteY278" fmla="*/ 6033555 h 6858000"/>
              <a:gd name="connsiteX279" fmla="*/ 5008210 w 7467600"/>
              <a:gd name="connsiteY279" fmla="*/ 6649194 h 6858000"/>
              <a:gd name="connsiteX280" fmla="*/ 4986321 w 7467600"/>
              <a:gd name="connsiteY280" fmla="*/ 6765687 h 6858000"/>
              <a:gd name="connsiteX281" fmla="*/ 4973474 w 7467600"/>
              <a:gd name="connsiteY281" fmla="*/ 6858000 h 6858000"/>
              <a:gd name="connsiteX282" fmla="*/ 4907178 w 7467600"/>
              <a:gd name="connsiteY282" fmla="*/ 6858000 h 6858000"/>
              <a:gd name="connsiteX283" fmla="*/ 4910810 w 7467600"/>
              <a:gd name="connsiteY283" fmla="*/ 6829660 h 6858000"/>
              <a:gd name="connsiteX284" fmla="*/ 4987461 w 7467600"/>
              <a:gd name="connsiteY284" fmla="*/ 6432994 h 6858000"/>
              <a:gd name="connsiteX285" fmla="*/ 5179262 w 7467600"/>
              <a:gd name="connsiteY285" fmla="*/ 6035044 h 6858000"/>
              <a:gd name="connsiteX286" fmla="*/ 4689678 w 7467600"/>
              <a:gd name="connsiteY286" fmla="*/ 6440241 h 6858000"/>
              <a:gd name="connsiteX287" fmla="*/ 4477543 w 7467600"/>
              <a:gd name="connsiteY287" fmla="*/ 6674836 h 6858000"/>
              <a:gd name="connsiteX288" fmla="*/ 4329957 w 7467600"/>
              <a:gd name="connsiteY288" fmla="*/ 6858000 h 6858000"/>
              <a:gd name="connsiteX289" fmla="*/ 4218595 w 7467600"/>
              <a:gd name="connsiteY289" fmla="*/ 6858000 h 6858000"/>
              <a:gd name="connsiteX290" fmla="*/ 4368888 w 7467600"/>
              <a:gd name="connsiteY290" fmla="*/ 6668412 h 6858000"/>
              <a:gd name="connsiteX291" fmla="*/ 4563091 w 7467600"/>
              <a:gd name="connsiteY291" fmla="*/ 6442508 h 6858000"/>
              <a:gd name="connsiteX292" fmla="*/ 5387324 w 7467600"/>
              <a:gd name="connsiteY292" fmla="*/ 5705830 h 6858000"/>
              <a:gd name="connsiteX293" fmla="*/ 5073620 w 7467600"/>
              <a:gd name="connsiteY293" fmla="*/ 5955437 h 6858000"/>
              <a:gd name="connsiteX294" fmla="*/ 4689789 w 7467600"/>
              <a:gd name="connsiteY294" fmla="*/ 6268382 h 6858000"/>
              <a:gd name="connsiteX295" fmla="*/ 4418722 w 7467600"/>
              <a:gd name="connsiteY295" fmla="*/ 6570886 h 6858000"/>
              <a:gd name="connsiteX296" fmla="*/ 4214944 w 7467600"/>
              <a:gd name="connsiteY296" fmla="*/ 6858000 h 6858000"/>
              <a:gd name="connsiteX297" fmla="*/ 4177898 w 7467600"/>
              <a:gd name="connsiteY297" fmla="*/ 6858000 h 6858000"/>
              <a:gd name="connsiteX298" fmla="*/ 4391597 w 7467600"/>
              <a:gd name="connsiteY298" fmla="*/ 6556370 h 6858000"/>
              <a:gd name="connsiteX299" fmla="*/ 4668889 w 7467600"/>
              <a:gd name="connsiteY299" fmla="*/ 6246399 h 6858000"/>
              <a:gd name="connsiteX300" fmla="*/ 5055427 w 7467600"/>
              <a:gd name="connsiteY300" fmla="*/ 5931476 h 6858000"/>
              <a:gd name="connsiteX301" fmla="*/ 5371814 w 7467600"/>
              <a:gd name="connsiteY301" fmla="*/ 5678975 h 6858000"/>
              <a:gd name="connsiteX302" fmla="*/ 4987918 w 7467600"/>
              <a:gd name="connsiteY302" fmla="*/ 5838701 h 6858000"/>
              <a:gd name="connsiteX303" fmla="*/ 4317146 w 7467600"/>
              <a:gd name="connsiteY303" fmla="*/ 6587716 h 6858000"/>
              <a:gd name="connsiteX304" fmla="*/ 4171627 w 7467600"/>
              <a:gd name="connsiteY304" fmla="*/ 6858000 h 6858000"/>
              <a:gd name="connsiteX305" fmla="*/ 4081585 w 7467600"/>
              <a:gd name="connsiteY305" fmla="*/ 6858000 h 6858000"/>
              <a:gd name="connsiteX306" fmla="*/ 4238603 w 7467600"/>
              <a:gd name="connsiteY306" fmla="*/ 6559341 h 6858000"/>
              <a:gd name="connsiteX307" fmla="*/ 4778333 w 7467600"/>
              <a:gd name="connsiteY307" fmla="*/ 5873626 h 6858000"/>
              <a:gd name="connsiteX308" fmla="*/ 5414185 w 7467600"/>
              <a:gd name="connsiteY308" fmla="*/ 5573882 h 6858000"/>
              <a:gd name="connsiteX309" fmla="*/ 5959648 w 7467600"/>
              <a:gd name="connsiteY309" fmla="*/ 4760797 h 6858000"/>
              <a:gd name="connsiteX310" fmla="*/ 5355019 w 7467600"/>
              <a:gd name="connsiteY310" fmla="*/ 4734672 h 6858000"/>
              <a:gd name="connsiteX311" fmla="*/ 5083565 w 7467600"/>
              <a:gd name="connsiteY311" fmla="*/ 5179121 h 6858000"/>
              <a:gd name="connsiteX312" fmla="*/ 4713577 w 7467600"/>
              <a:gd name="connsiteY312" fmla="*/ 5616803 h 6858000"/>
              <a:gd name="connsiteX313" fmla="*/ 3989559 w 7467600"/>
              <a:gd name="connsiteY313" fmla="*/ 6145945 h 6858000"/>
              <a:gd name="connsiteX314" fmla="*/ 3939824 w 7467600"/>
              <a:gd name="connsiteY314" fmla="*/ 6066900 h 6858000"/>
              <a:gd name="connsiteX315" fmla="*/ 4584537 w 7467600"/>
              <a:gd name="connsiteY315" fmla="*/ 5324826 h 6858000"/>
              <a:gd name="connsiteX316" fmla="*/ 5037105 w 7467600"/>
              <a:gd name="connsiteY316" fmla="*/ 5088765 h 6858000"/>
              <a:gd name="connsiteX317" fmla="*/ 5039930 w 7467600"/>
              <a:gd name="connsiteY317" fmla="*/ 5089585 h 6858000"/>
              <a:gd name="connsiteX318" fmla="*/ 5263764 w 7467600"/>
              <a:gd name="connsiteY318" fmla="*/ 4735525 h 6858000"/>
              <a:gd name="connsiteX319" fmla="*/ 4086300 w 7467600"/>
              <a:gd name="connsiteY319" fmla="*/ 4884599 h 6858000"/>
              <a:gd name="connsiteX320" fmla="*/ 4085485 w 7467600"/>
              <a:gd name="connsiteY320" fmla="*/ 4899070 h 6858000"/>
              <a:gd name="connsiteX321" fmla="*/ 3871915 w 7467600"/>
              <a:gd name="connsiteY321" fmla="*/ 5253645 h 6858000"/>
              <a:gd name="connsiteX322" fmla="*/ 3799374 w 7467600"/>
              <a:gd name="connsiteY322" fmla="*/ 5466127 h 6858000"/>
              <a:gd name="connsiteX323" fmla="*/ 3498850 w 7467600"/>
              <a:gd name="connsiteY323" fmla="*/ 6661888 h 6858000"/>
              <a:gd name="connsiteX324" fmla="*/ 3399216 w 7467600"/>
              <a:gd name="connsiteY324" fmla="*/ 6858000 h 6858000"/>
              <a:gd name="connsiteX325" fmla="*/ 3303688 w 7467600"/>
              <a:gd name="connsiteY325" fmla="*/ 6858000 h 6858000"/>
              <a:gd name="connsiteX326" fmla="*/ 3391774 w 7467600"/>
              <a:gd name="connsiteY326" fmla="*/ 6697181 h 6858000"/>
              <a:gd name="connsiteX327" fmla="*/ 3735540 w 7467600"/>
              <a:gd name="connsiteY327" fmla="*/ 5546923 h 6858000"/>
              <a:gd name="connsiteX328" fmla="*/ 3729438 w 7467600"/>
              <a:gd name="connsiteY328" fmla="*/ 5569058 h 6858000"/>
              <a:gd name="connsiteX329" fmla="*/ 3707782 w 7467600"/>
              <a:gd name="connsiteY329" fmla="*/ 5644908 h 6858000"/>
              <a:gd name="connsiteX330" fmla="*/ 3583827 w 7467600"/>
              <a:gd name="connsiteY330" fmla="*/ 6039215 h 6858000"/>
              <a:gd name="connsiteX331" fmla="*/ 3547861 w 7467600"/>
              <a:gd name="connsiteY331" fmla="*/ 6129609 h 6858000"/>
              <a:gd name="connsiteX332" fmla="*/ 3490905 w 7467600"/>
              <a:gd name="connsiteY332" fmla="*/ 6277660 h 6858000"/>
              <a:gd name="connsiteX333" fmla="*/ 3455859 w 7467600"/>
              <a:gd name="connsiteY333" fmla="*/ 6391301 h 6858000"/>
              <a:gd name="connsiteX334" fmla="*/ 3429112 w 7467600"/>
              <a:gd name="connsiteY334" fmla="*/ 6479469 h 6858000"/>
              <a:gd name="connsiteX335" fmla="*/ 3304862 w 7467600"/>
              <a:gd name="connsiteY335" fmla="*/ 6796476 h 6858000"/>
              <a:gd name="connsiteX336" fmla="*/ 3276071 w 7467600"/>
              <a:gd name="connsiteY336" fmla="*/ 6858000 h 6858000"/>
              <a:gd name="connsiteX337" fmla="*/ 3240805 w 7467600"/>
              <a:gd name="connsiteY337" fmla="*/ 6858000 h 6858000"/>
              <a:gd name="connsiteX338" fmla="*/ 3275917 w 7467600"/>
              <a:gd name="connsiteY338" fmla="*/ 6783192 h 6858000"/>
              <a:gd name="connsiteX339" fmla="*/ 3399358 w 7467600"/>
              <a:gd name="connsiteY339" fmla="*/ 6469011 h 6858000"/>
              <a:gd name="connsiteX340" fmla="*/ 3425650 w 7467600"/>
              <a:gd name="connsiteY340" fmla="*/ 6381333 h 6858000"/>
              <a:gd name="connsiteX341" fmla="*/ 3460661 w 7467600"/>
              <a:gd name="connsiteY341" fmla="*/ 6266763 h 6858000"/>
              <a:gd name="connsiteX342" fmla="*/ 3518021 w 7467600"/>
              <a:gd name="connsiteY342" fmla="*/ 6117298 h 6858000"/>
              <a:gd name="connsiteX343" fmla="*/ 3554035 w 7467600"/>
              <a:gd name="connsiteY343" fmla="*/ 6027832 h 6858000"/>
              <a:gd name="connsiteX344" fmla="*/ 3677174 w 7467600"/>
              <a:gd name="connsiteY344" fmla="*/ 5636351 h 6858000"/>
              <a:gd name="connsiteX345" fmla="*/ 3698819 w 7467600"/>
              <a:gd name="connsiteY345" fmla="*/ 5560503 h 6858000"/>
              <a:gd name="connsiteX346" fmla="*/ 3702094 w 7467600"/>
              <a:gd name="connsiteY346" fmla="*/ 5549194 h 6858000"/>
              <a:gd name="connsiteX347" fmla="*/ 3398355 w 7467600"/>
              <a:gd name="connsiteY347" fmla="*/ 6094603 h 6858000"/>
              <a:gd name="connsiteX348" fmla="*/ 3193941 w 7467600"/>
              <a:gd name="connsiteY348" fmla="*/ 6798775 h 6858000"/>
              <a:gd name="connsiteX349" fmla="*/ 3184140 w 7467600"/>
              <a:gd name="connsiteY349" fmla="*/ 6858000 h 6858000"/>
              <a:gd name="connsiteX350" fmla="*/ 3099978 w 7467600"/>
              <a:gd name="connsiteY350" fmla="*/ 6858000 h 6858000"/>
              <a:gd name="connsiteX351" fmla="*/ 3101556 w 7467600"/>
              <a:gd name="connsiteY351" fmla="*/ 6843337 h 6858000"/>
              <a:gd name="connsiteX352" fmla="*/ 3370162 w 7467600"/>
              <a:gd name="connsiteY352" fmla="*/ 5785550 h 6858000"/>
              <a:gd name="connsiteX353" fmla="*/ 3746477 w 7467600"/>
              <a:gd name="connsiteY353" fmla="*/ 5377889 h 6858000"/>
              <a:gd name="connsiteX354" fmla="*/ 3863399 w 7467600"/>
              <a:gd name="connsiteY354" fmla="*/ 5087257 h 6858000"/>
              <a:gd name="connsiteX355" fmla="*/ 3968712 w 7467600"/>
              <a:gd name="connsiteY355" fmla="*/ 4913989 h 6858000"/>
              <a:gd name="connsiteX356" fmla="*/ 2792390 w 7467600"/>
              <a:gd name="connsiteY356" fmla="*/ 5382974 h 6858000"/>
              <a:gd name="connsiteX357" fmla="*/ 2714982 w 7467600"/>
              <a:gd name="connsiteY357" fmla="*/ 5427051 h 6858000"/>
              <a:gd name="connsiteX358" fmla="*/ 2813361 w 7467600"/>
              <a:gd name="connsiteY358" fmla="*/ 6023912 h 6858000"/>
              <a:gd name="connsiteX359" fmla="*/ 2688430 w 7467600"/>
              <a:gd name="connsiteY359" fmla="*/ 6801564 h 6858000"/>
              <a:gd name="connsiteX360" fmla="*/ 2629626 w 7467600"/>
              <a:gd name="connsiteY360" fmla="*/ 6763394 h 6858000"/>
              <a:gd name="connsiteX361" fmla="*/ 2565328 w 7467600"/>
              <a:gd name="connsiteY361" fmla="*/ 5516399 h 6858000"/>
              <a:gd name="connsiteX362" fmla="*/ 1922999 w 7467600"/>
              <a:gd name="connsiteY362" fmla="*/ 5980343 h 6858000"/>
              <a:gd name="connsiteX363" fmla="*/ 1950261 w 7467600"/>
              <a:gd name="connsiteY363" fmla="*/ 6405858 h 6858000"/>
              <a:gd name="connsiteX364" fmla="*/ 2365554 w 7467600"/>
              <a:gd name="connsiteY364" fmla="*/ 6759107 h 6858000"/>
              <a:gd name="connsiteX365" fmla="*/ 2424142 w 7467600"/>
              <a:gd name="connsiteY365" fmla="*/ 6858000 h 6858000"/>
              <a:gd name="connsiteX366" fmla="*/ 2395994 w 7467600"/>
              <a:gd name="connsiteY366" fmla="*/ 6858000 h 6858000"/>
              <a:gd name="connsiteX367" fmla="*/ 2392863 w 7467600"/>
              <a:gd name="connsiteY367" fmla="*/ 6852964 h 6858000"/>
              <a:gd name="connsiteX368" fmla="*/ 2017589 w 7467600"/>
              <a:gd name="connsiteY368" fmla="*/ 6493982 h 6858000"/>
              <a:gd name="connsiteX369" fmla="*/ 2147336 w 7467600"/>
              <a:gd name="connsiteY369" fmla="*/ 6594052 h 6858000"/>
              <a:gd name="connsiteX370" fmla="*/ 2207047 w 7467600"/>
              <a:gd name="connsiteY370" fmla="*/ 6654540 h 6858000"/>
              <a:gd name="connsiteX371" fmla="*/ 2299106 w 7467600"/>
              <a:gd name="connsiteY371" fmla="*/ 6778931 h 6858000"/>
              <a:gd name="connsiteX372" fmla="*/ 2314430 w 7467600"/>
              <a:gd name="connsiteY372" fmla="*/ 6801144 h 6858000"/>
              <a:gd name="connsiteX373" fmla="*/ 2352406 w 7467600"/>
              <a:gd name="connsiteY373" fmla="*/ 6858000 h 6858000"/>
              <a:gd name="connsiteX374" fmla="*/ 2314492 w 7467600"/>
              <a:gd name="connsiteY374" fmla="*/ 6858000 h 6858000"/>
              <a:gd name="connsiteX375" fmla="*/ 2288095 w 7467600"/>
              <a:gd name="connsiteY375" fmla="*/ 6818030 h 6858000"/>
              <a:gd name="connsiteX376" fmla="*/ 2272768 w 7467600"/>
              <a:gd name="connsiteY376" fmla="*/ 6795822 h 6858000"/>
              <a:gd name="connsiteX377" fmla="*/ 2182715 w 7467600"/>
              <a:gd name="connsiteY377" fmla="*/ 6675071 h 6858000"/>
              <a:gd name="connsiteX378" fmla="*/ 2032061 w 7467600"/>
              <a:gd name="connsiteY378" fmla="*/ 6541380 h 6858000"/>
              <a:gd name="connsiteX379" fmla="*/ 2257220 w 7467600"/>
              <a:gd name="connsiteY379" fmla="*/ 6826257 h 6858000"/>
              <a:gd name="connsiteX380" fmla="*/ 2281324 w 7467600"/>
              <a:gd name="connsiteY380" fmla="*/ 6858000 h 6858000"/>
              <a:gd name="connsiteX381" fmla="*/ 2242860 w 7467600"/>
              <a:gd name="connsiteY381" fmla="*/ 6858000 h 6858000"/>
              <a:gd name="connsiteX382" fmla="*/ 2232818 w 7467600"/>
              <a:gd name="connsiteY382" fmla="*/ 6844926 h 6858000"/>
              <a:gd name="connsiteX383" fmla="*/ 1990172 w 7467600"/>
              <a:gd name="connsiteY383" fmla="*/ 6542121 h 6858000"/>
              <a:gd name="connsiteX384" fmla="*/ 2124090 w 7467600"/>
              <a:gd name="connsiteY384" fmla="*/ 6761017 h 6858000"/>
              <a:gd name="connsiteX385" fmla="*/ 2200380 w 7467600"/>
              <a:gd name="connsiteY385" fmla="*/ 6858000 h 6858000"/>
              <a:gd name="connsiteX386" fmla="*/ 2147507 w 7467600"/>
              <a:gd name="connsiteY386" fmla="*/ 6858000 h 6858000"/>
              <a:gd name="connsiteX387" fmla="*/ 2070668 w 7467600"/>
              <a:gd name="connsiteY387" fmla="*/ 6761520 h 6858000"/>
              <a:gd name="connsiteX388" fmla="*/ 1975142 w 7467600"/>
              <a:gd name="connsiteY388" fmla="*/ 6585570 h 6858000"/>
              <a:gd name="connsiteX389" fmla="*/ 2050035 w 7467600"/>
              <a:gd name="connsiteY389" fmla="*/ 6813345 h 6858000"/>
              <a:gd name="connsiteX390" fmla="*/ 2063025 w 7467600"/>
              <a:gd name="connsiteY390" fmla="*/ 6858000 h 6858000"/>
              <a:gd name="connsiteX391" fmla="*/ 2021675 w 7467600"/>
              <a:gd name="connsiteY391" fmla="*/ 6858000 h 6858000"/>
              <a:gd name="connsiteX392" fmla="*/ 2019308 w 7467600"/>
              <a:gd name="connsiteY392" fmla="*/ 6847118 h 6858000"/>
              <a:gd name="connsiteX393" fmla="*/ 1938835 w 7467600"/>
              <a:gd name="connsiteY393" fmla="*/ 6551160 h 6858000"/>
              <a:gd name="connsiteX394" fmla="*/ 1953230 w 7467600"/>
              <a:gd name="connsiteY394" fmla="*/ 6759699 h 6858000"/>
              <a:gd name="connsiteX395" fmla="*/ 1956763 w 7467600"/>
              <a:gd name="connsiteY395" fmla="*/ 6778191 h 6858000"/>
              <a:gd name="connsiteX396" fmla="*/ 1967925 w 7467600"/>
              <a:gd name="connsiteY396" fmla="*/ 6858000 h 6858000"/>
              <a:gd name="connsiteX397" fmla="*/ 1936622 w 7467600"/>
              <a:gd name="connsiteY397" fmla="*/ 6858000 h 6858000"/>
              <a:gd name="connsiteX398" fmla="*/ 1926261 w 7467600"/>
              <a:gd name="connsiteY398" fmla="*/ 6784064 h 6858000"/>
              <a:gd name="connsiteX399" fmla="*/ 1922724 w 7467600"/>
              <a:gd name="connsiteY399" fmla="*/ 6765577 h 6858000"/>
              <a:gd name="connsiteX400" fmla="*/ 1904650 w 7467600"/>
              <a:gd name="connsiteY400" fmla="*/ 6639616 h 6858000"/>
              <a:gd name="connsiteX401" fmla="*/ 1885273 w 7467600"/>
              <a:gd name="connsiteY401" fmla="*/ 6858000 h 6858000"/>
              <a:gd name="connsiteX402" fmla="*/ 1854363 w 7467600"/>
              <a:gd name="connsiteY402" fmla="*/ 6858000 h 6858000"/>
              <a:gd name="connsiteX403" fmla="*/ 1880391 w 7467600"/>
              <a:gd name="connsiteY403" fmla="*/ 6603796 h 6858000"/>
              <a:gd name="connsiteX404" fmla="*/ 1818273 w 7467600"/>
              <a:gd name="connsiteY404" fmla="*/ 6715729 h 6858000"/>
              <a:gd name="connsiteX405" fmla="*/ 1794691 w 7467600"/>
              <a:gd name="connsiteY405" fmla="*/ 6843239 h 6858000"/>
              <a:gd name="connsiteX406" fmla="*/ 1794914 w 7467600"/>
              <a:gd name="connsiteY406" fmla="*/ 6858000 h 6858000"/>
              <a:gd name="connsiteX407" fmla="*/ 1746128 w 7467600"/>
              <a:gd name="connsiteY407" fmla="*/ 6858000 h 6858000"/>
              <a:gd name="connsiteX408" fmla="*/ 1753934 w 7467600"/>
              <a:gd name="connsiteY408" fmla="*/ 6724796 h 6858000"/>
              <a:gd name="connsiteX409" fmla="*/ 1792053 w 7467600"/>
              <a:gd name="connsiteY409" fmla="*/ 6572396 h 6858000"/>
              <a:gd name="connsiteX410" fmla="*/ 1862248 w 7467600"/>
              <a:gd name="connsiteY410" fmla="*/ 6266397 h 6858000"/>
              <a:gd name="connsiteX411" fmla="*/ 1862250 w 7467600"/>
              <a:gd name="connsiteY411" fmla="*/ 6033531 h 6858000"/>
              <a:gd name="connsiteX412" fmla="*/ 1211999 w 7467600"/>
              <a:gd name="connsiteY412" fmla="*/ 6683610 h 6858000"/>
              <a:gd name="connsiteX413" fmla="*/ 1213266 w 7467600"/>
              <a:gd name="connsiteY413" fmla="*/ 6691947 h 6858000"/>
              <a:gd name="connsiteX414" fmla="*/ 1203370 w 7467600"/>
              <a:gd name="connsiteY414" fmla="*/ 6850676 h 6858000"/>
              <a:gd name="connsiteX415" fmla="*/ 1203671 w 7467600"/>
              <a:gd name="connsiteY415" fmla="*/ 6858000 h 6858000"/>
              <a:gd name="connsiteX416" fmla="*/ 1143180 w 7467600"/>
              <a:gd name="connsiteY416" fmla="*/ 6858000 h 6858000"/>
              <a:gd name="connsiteX417" fmla="*/ 1142176 w 7467600"/>
              <a:gd name="connsiteY417" fmla="*/ 6766045 h 6858000"/>
              <a:gd name="connsiteX418" fmla="*/ 1067484 w 7467600"/>
              <a:gd name="connsiteY418" fmla="*/ 6858000 h 6858000"/>
              <a:gd name="connsiteX419" fmla="*/ 953928 w 7467600"/>
              <a:gd name="connsiteY419" fmla="*/ 6858000 h 6858000"/>
              <a:gd name="connsiteX420" fmla="*/ 959715 w 7467600"/>
              <a:gd name="connsiteY420" fmla="*/ 6850185 h 6858000"/>
              <a:gd name="connsiteX421" fmla="*/ 1483788 w 7467600"/>
              <a:gd name="connsiteY421" fmla="*/ 6259174 h 6858000"/>
              <a:gd name="connsiteX422" fmla="*/ 1100671 w 7467600"/>
              <a:gd name="connsiteY422" fmla="*/ 6252137 h 6858000"/>
              <a:gd name="connsiteX423" fmla="*/ 1090144 w 7467600"/>
              <a:gd name="connsiteY423" fmla="*/ 6256748 h 6858000"/>
              <a:gd name="connsiteX424" fmla="*/ 1095872 w 7467600"/>
              <a:gd name="connsiteY424" fmla="*/ 6271892 h 6858000"/>
              <a:gd name="connsiteX425" fmla="*/ 262785 w 7467600"/>
              <a:gd name="connsiteY425" fmla="*/ 6845450 h 6858000"/>
              <a:gd name="connsiteX426" fmla="*/ 209968 w 7467600"/>
              <a:gd name="connsiteY426" fmla="*/ 6770713 h 6858000"/>
              <a:gd name="connsiteX427" fmla="*/ 873460 w 7467600"/>
              <a:gd name="connsiteY427" fmla="*/ 6253768 h 6858000"/>
              <a:gd name="connsiteX428" fmla="*/ 192686 w 7467600"/>
              <a:gd name="connsiteY428" fmla="*/ 5849257 h 6858000"/>
              <a:gd name="connsiteX429" fmla="*/ 4696 w 7467600"/>
              <a:gd name="connsiteY429" fmla="*/ 5697668 h 6858000"/>
              <a:gd name="connsiteX430" fmla="*/ 0 w 7467600"/>
              <a:gd name="connsiteY430" fmla="*/ 5689984 h 6858000"/>
              <a:gd name="connsiteX431" fmla="*/ 0 w 7467600"/>
              <a:gd name="connsiteY431" fmla="*/ 5513472 h 6858000"/>
              <a:gd name="connsiteX432" fmla="*/ 174101 w 7467600"/>
              <a:gd name="connsiteY432" fmla="*/ 5620277 h 6858000"/>
              <a:gd name="connsiteX433" fmla="*/ 891800 w 7467600"/>
              <a:gd name="connsiteY433" fmla="*/ 6036935 h 6858000"/>
              <a:gd name="connsiteX434" fmla="*/ 1072219 w 7467600"/>
              <a:gd name="connsiteY434" fmla="*/ 6169443 h 6858000"/>
              <a:gd name="connsiteX435" fmla="*/ 1074117 w 7467600"/>
              <a:gd name="connsiteY435" fmla="*/ 6170301 h 6858000"/>
              <a:gd name="connsiteX436" fmla="*/ 1083114 w 7467600"/>
              <a:gd name="connsiteY436" fmla="*/ 6174131 h 6858000"/>
              <a:gd name="connsiteX437" fmla="*/ 1543010 w 7467600"/>
              <a:gd name="connsiteY437" fmla="*/ 6191140 h 6858000"/>
              <a:gd name="connsiteX438" fmla="*/ 1551080 w 7467600"/>
              <a:gd name="connsiteY438" fmla="*/ 6195006 h 6858000"/>
              <a:gd name="connsiteX439" fmla="*/ 2345443 w 7467600"/>
              <a:gd name="connsiteY439" fmla="*/ 5549882 h 6858000"/>
              <a:gd name="connsiteX440" fmla="*/ 1721499 w 7467600"/>
              <a:gd name="connsiteY440" fmla="*/ 5599969 h 6858000"/>
              <a:gd name="connsiteX441" fmla="*/ 767716 w 7467600"/>
              <a:gd name="connsiteY441" fmla="*/ 5472768 h 6858000"/>
              <a:gd name="connsiteX442" fmla="*/ 722147 w 7467600"/>
              <a:gd name="connsiteY442" fmla="*/ 5393091 h 6858000"/>
              <a:gd name="connsiteX443" fmla="*/ 1485552 w 7467600"/>
              <a:gd name="connsiteY443" fmla="*/ 5313202 h 6858000"/>
              <a:gd name="connsiteX444" fmla="*/ 2143004 w 7467600"/>
              <a:gd name="connsiteY444" fmla="*/ 5402420 h 6858000"/>
              <a:gd name="connsiteX445" fmla="*/ 1933391 w 7467600"/>
              <a:gd name="connsiteY445" fmla="*/ 5156971 h 6858000"/>
              <a:gd name="connsiteX446" fmla="*/ 1827118 w 7467600"/>
              <a:gd name="connsiteY446" fmla="*/ 4968410 h 6858000"/>
              <a:gd name="connsiteX447" fmla="*/ 1837349 w 7467600"/>
              <a:gd name="connsiteY447" fmla="*/ 4956357 h 6858000"/>
              <a:gd name="connsiteX448" fmla="*/ 2162835 w 7467600"/>
              <a:gd name="connsiteY448" fmla="*/ 5187853 h 6858000"/>
              <a:gd name="connsiteX449" fmla="*/ 2257167 w 7467600"/>
              <a:gd name="connsiteY449" fmla="*/ 5462123 h 6858000"/>
              <a:gd name="connsiteX450" fmla="*/ 2261598 w 7467600"/>
              <a:gd name="connsiteY450" fmla="*/ 5467998 h 6858000"/>
              <a:gd name="connsiteX451" fmla="*/ 2437177 w 7467600"/>
              <a:gd name="connsiteY451" fmla="*/ 5479608 h 6858000"/>
              <a:gd name="connsiteX452" fmla="*/ 2445247 w 7467600"/>
              <a:gd name="connsiteY452" fmla="*/ 5483476 h 6858000"/>
              <a:gd name="connsiteX453" fmla="*/ 2743626 w 7467600"/>
              <a:gd name="connsiteY453" fmla="*/ 5304819 h 6858000"/>
              <a:gd name="connsiteX454" fmla="*/ 3048102 w 7467600"/>
              <a:gd name="connsiteY454" fmla="*/ 5150595 h 6858000"/>
              <a:gd name="connsiteX455" fmla="*/ 1799414 w 7467600"/>
              <a:gd name="connsiteY455" fmla="*/ 4694732 h 6858000"/>
              <a:gd name="connsiteX456" fmla="*/ 1771735 w 7467600"/>
              <a:gd name="connsiteY456" fmla="*/ 4619929 h 6858000"/>
              <a:gd name="connsiteX457" fmla="*/ 3104273 w 7467600"/>
              <a:gd name="connsiteY457" fmla="*/ 5076159 h 6858000"/>
              <a:gd name="connsiteX458" fmla="*/ 3113245 w 7467600"/>
              <a:gd name="connsiteY458" fmla="*/ 5090705 h 6858000"/>
              <a:gd name="connsiteX459" fmla="*/ 3126294 w 7467600"/>
              <a:gd name="connsiteY459" fmla="*/ 5114400 h 6858000"/>
              <a:gd name="connsiteX460" fmla="*/ 3937433 w 7467600"/>
              <a:gd name="connsiteY460" fmla="*/ 4830473 h 6858000"/>
              <a:gd name="connsiteX461" fmla="*/ 3590475 w 7467600"/>
              <a:gd name="connsiteY461" fmla="*/ 4597974 h 6858000"/>
              <a:gd name="connsiteX462" fmla="*/ 3100264 w 7467600"/>
              <a:gd name="connsiteY462" fmla="*/ 4579845 h 6858000"/>
              <a:gd name="connsiteX463" fmla="*/ 2183576 w 7467600"/>
              <a:gd name="connsiteY463" fmla="*/ 4227150 h 6858000"/>
              <a:gd name="connsiteX464" fmla="*/ 2151029 w 7467600"/>
              <a:gd name="connsiteY464" fmla="*/ 4146947 h 6858000"/>
              <a:gd name="connsiteX465" fmla="*/ 3563434 w 7467600"/>
              <a:gd name="connsiteY465" fmla="*/ 4469115 h 6858000"/>
              <a:gd name="connsiteX466" fmla="*/ 3177952 w 7467600"/>
              <a:gd name="connsiteY466" fmla="*/ 3657386 h 6858000"/>
              <a:gd name="connsiteX467" fmla="*/ 3189263 w 7467600"/>
              <a:gd name="connsiteY467" fmla="*/ 3625726 h 6858000"/>
              <a:gd name="connsiteX468" fmla="*/ 3560912 w 7467600"/>
              <a:gd name="connsiteY468" fmla="*/ 4079863 h 6858000"/>
              <a:gd name="connsiteX469" fmla="*/ 3626636 w 7467600"/>
              <a:gd name="connsiteY469" fmla="*/ 4512230 h 6858000"/>
              <a:gd name="connsiteX470" fmla="*/ 3653088 w 7467600"/>
              <a:gd name="connsiteY470" fmla="*/ 4521417 h 6858000"/>
              <a:gd name="connsiteX471" fmla="*/ 3988128 w 7467600"/>
              <a:gd name="connsiteY471" fmla="*/ 4817267 h 6858000"/>
              <a:gd name="connsiteX472" fmla="*/ 4830582 w 7467600"/>
              <a:gd name="connsiteY472" fmla="*/ 4676000 h 6858000"/>
              <a:gd name="connsiteX473" fmla="*/ 4830100 w 7467600"/>
              <a:gd name="connsiteY473" fmla="*/ 4675554 h 6858000"/>
              <a:gd name="connsiteX474" fmla="*/ 4036318 w 7467600"/>
              <a:gd name="connsiteY474" fmla="*/ 4147013 h 6858000"/>
              <a:gd name="connsiteX475" fmla="*/ 3432098 w 7467600"/>
              <a:gd name="connsiteY475" fmla="*/ 3537312 h 6858000"/>
              <a:gd name="connsiteX476" fmla="*/ 3446761 w 7467600"/>
              <a:gd name="connsiteY476" fmla="*/ 3461278 h 6858000"/>
              <a:gd name="connsiteX477" fmla="*/ 4419733 w 7467600"/>
              <a:gd name="connsiteY477" fmla="*/ 3963555 h 6858000"/>
              <a:gd name="connsiteX478" fmla="*/ 4781371 w 7467600"/>
              <a:gd name="connsiteY478" fmla="*/ 4458604 h 6858000"/>
              <a:gd name="connsiteX479" fmla="*/ 4780440 w 7467600"/>
              <a:gd name="connsiteY479" fmla="*/ 4470290 h 6858000"/>
              <a:gd name="connsiteX480" fmla="*/ 4898954 w 7467600"/>
              <a:gd name="connsiteY480" fmla="*/ 4662092 h 6858000"/>
              <a:gd name="connsiteX481" fmla="*/ 4900699 w 7467600"/>
              <a:gd name="connsiteY481" fmla="*/ 4670867 h 6858000"/>
              <a:gd name="connsiteX482" fmla="*/ 5714511 w 7467600"/>
              <a:gd name="connsiteY482" fmla="*/ 4663483 h 6858000"/>
              <a:gd name="connsiteX483" fmla="*/ 5464793 w 7467600"/>
              <a:gd name="connsiteY483" fmla="*/ 4393556 h 6858000"/>
              <a:gd name="connsiteX484" fmla="*/ 5461897 w 7467600"/>
              <a:gd name="connsiteY484" fmla="*/ 4390879 h 6858000"/>
              <a:gd name="connsiteX485" fmla="*/ 4294126 w 7467600"/>
              <a:gd name="connsiteY485" fmla="*/ 3303048 h 6858000"/>
              <a:gd name="connsiteX486" fmla="*/ 4305321 w 7467600"/>
              <a:gd name="connsiteY486" fmla="*/ 3256953 h 6858000"/>
              <a:gd name="connsiteX487" fmla="*/ 4949299 w 7467600"/>
              <a:gd name="connsiteY487" fmla="*/ 3766336 h 6858000"/>
              <a:gd name="connsiteX488" fmla="*/ 5291452 w 7467600"/>
              <a:gd name="connsiteY488" fmla="*/ 4076801 h 6858000"/>
              <a:gd name="connsiteX489" fmla="*/ 5434998 w 7467600"/>
              <a:gd name="connsiteY489" fmla="*/ 4254100 h 6858000"/>
              <a:gd name="connsiteX490" fmla="*/ 5351015 w 7467600"/>
              <a:gd name="connsiteY490" fmla="*/ 3760989 h 6858000"/>
              <a:gd name="connsiteX491" fmla="*/ 5413780 w 7467600"/>
              <a:gd name="connsiteY491" fmla="*/ 2966265 h 6858000"/>
              <a:gd name="connsiteX492" fmla="*/ 5425627 w 7467600"/>
              <a:gd name="connsiteY492" fmla="*/ 2954192 h 6858000"/>
              <a:gd name="connsiteX493" fmla="*/ 6604735 w 7467600"/>
              <a:gd name="connsiteY493" fmla="*/ 2041381 h 6858000"/>
              <a:gd name="connsiteX494" fmla="*/ 7204487 w 7467600"/>
              <a:gd name="connsiteY494" fmla="*/ 2742112 h 6858000"/>
              <a:gd name="connsiteX495" fmla="*/ 7131592 w 7467600"/>
              <a:gd name="connsiteY495" fmla="*/ 2672096 h 6858000"/>
              <a:gd name="connsiteX496" fmla="*/ 6996344 w 7467600"/>
              <a:gd name="connsiteY496" fmla="*/ 2518310 h 6858000"/>
              <a:gd name="connsiteX497" fmla="*/ 6735495 w 7467600"/>
              <a:gd name="connsiteY497" fmla="*/ 2196890 h 6858000"/>
              <a:gd name="connsiteX498" fmla="*/ 6721901 w 7467600"/>
              <a:gd name="connsiteY498" fmla="*/ 2179274 h 6858000"/>
              <a:gd name="connsiteX499" fmla="*/ 6604735 w 7467600"/>
              <a:gd name="connsiteY499" fmla="*/ 2041381 h 6858000"/>
              <a:gd name="connsiteX500" fmla="*/ 6591670 w 7467600"/>
              <a:gd name="connsiteY500" fmla="*/ 1988277 h 6858000"/>
              <a:gd name="connsiteX501" fmla="*/ 6747349 w 7467600"/>
              <a:gd name="connsiteY501" fmla="*/ 2160069 h 6858000"/>
              <a:gd name="connsiteX502" fmla="*/ 6760943 w 7467600"/>
              <a:gd name="connsiteY502" fmla="*/ 2177686 h 6858000"/>
              <a:gd name="connsiteX503" fmla="*/ 7021065 w 7467600"/>
              <a:gd name="connsiteY503" fmla="*/ 2498102 h 6858000"/>
              <a:gd name="connsiteX504" fmla="*/ 7155223 w 7467600"/>
              <a:gd name="connsiteY504" fmla="*/ 2650386 h 6858000"/>
              <a:gd name="connsiteX505" fmla="*/ 7203167 w 7467600"/>
              <a:gd name="connsiteY505" fmla="*/ 2697288 h 6858000"/>
              <a:gd name="connsiteX506" fmla="*/ 6937703 w 7467600"/>
              <a:gd name="connsiteY506" fmla="*/ 2321981 h 6858000"/>
              <a:gd name="connsiteX507" fmla="*/ 6591670 w 7467600"/>
              <a:gd name="connsiteY507" fmla="*/ 1988277 h 6858000"/>
              <a:gd name="connsiteX508" fmla="*/ 5798671 w 7467600"/>
              <a:gd name="connsiteY508" fmla="*/ 1981601 h 6858000"/>
              <a:gd name="connsiteX509" fmla="*/ 5754709 w 7467600"/>
              <a:gd name="connsiteY509" fmla="*/ 2071454 h 6858000"/>
              <a:gd name="connsiteX510" fmla="*/ 5763044 w 7467600"/>
              <a:gd name="connsiteY510" fmla="*/ 2842206 h 6858000"/>
              <a:gd name="connsiteX511" fmla="*/ 5764974 w 7467600"/>
              <a:gd name="connsiteY511" fmla="*/ 2799609 h 6858000"/>
              <a:gd name="connsiteX512" fmla="*/ 5767665 w 7467600"/>
              <a:gd name="connsiteY512" fmla="*/ 2666409 h 6858000"/>
              <a:gd name="connsiteX513" fmla="*/ 5763055 w 7467600"/>
              <a:gd name="connsiteY513" fmla="*/ 2579705 h 6858000"/>
              <a:gd name="connsiteX514" fmla="*/ 5758079 w 7467600"/>
              <a:gd name="connsiteY514" fmla="*/ 2492508 h 6858000"/>
              <a:gd name="connsiteX515" fmla="*/ 5779325 w 7467600"/>
              <a:gd name="connsiteY515" fmla="*/ 2197069 h 6858000"/>
              <a:gd name="connsiteX516" fmla="*/ 5798671 w 7467600"/>
              <a:gd name="connsiteY516" fmla="*/ 1981601 h 6858000"/>
              <a:gd name="connsiteX517" fmla="*/ 5829202 w 7467600"/>
              <a:gd name="connsiteY517" fmla="*/ 1971679 h 6858000"/>
              <a:gd name="connsiteX518" fmla="*/ 5809558 w 7467600"/>
              <a:gd name="connsiteY518" fmla="*/ 2198043 h 6858000"/>
              <a:gd name="connsiteX519" fmla="*/ 5788653 w 7467600"/>
              <a:gd name="connsiteY519" fmla="*/ 2489430 h 6858000"/>
              <a:gd name="connsiteX520" fmla="*/ 5793439 w 7467600"/>
              <a:gd name="connsiteY520" fmla="*/ 2575235 h 6858000"/>
              <a:gd name="connsiteX521" fmla="*/ 5796837 w 7467600"/>
              <a:gd name="connsiteY521" fmla="*/ 2637633 h 6858000"/>
              <a:gd name="connsiteX522" fmla="*/ 5818614 w 7467600"/>
              <a:gd name="connsiteY522" fmla="*/ 2473055 h 6858000"/>
              <a:gd name="connsiteX523" fmla="*/ 5829202 w 7467600"/>
              <a:gd name="connsiteY523" fmla="*/ 1971679 h 6858000"/>
              <a:gd name="connsiteX524" fmla="*/ 5911389 w 7467600"/>
              <a:gd name="connsiteY524" fmla="*/ 1898371 h 6858000"/>
              <a:gd name="connsiteX525" fmla="*/ 6237627 w 7467600"/>
              <a:gd name="connsiteY525" fmla="*/ 2231921 h 6858000"/>
              <a:gd name="connsiteX526" fmla="*/ 5911389 w 7467600"/>
              <a:gd name="connsiteY526" fmla="*/ 1898371 h 6858000"/>
              <a:gd name="connsiteX527" fmla="*/ 6944437 w 7467600"/>
              <a:gd name="connsiteY527" fmla="*/ 1575402 h 6858000"/>
              <a:gd name="connsiteX528" fmla="*/ 6304730 w 7467600"/>
              <a:gd name="connsiteY528" fmla="*/ 1766654 h 6858000"/>
              <a:gd name="connsiteX529" fmla="*/ 6944437 w 7467600"/>
              <a:gd name="connsiteY529" fmla="*/ 1575402 h 6858000"/>
              <a:gd name="connsiteX530" fmla="*/ 7019523 w 7467600"/>
              <a:gd name="connsiteY530" fmla="*/ 1519450 h 6858000"/>
              <a:gd name="connsiteX531" fmla="*/ 6298091 w 7467600"/>
              <a:gd name="connsiteY531" fmla="*/ 1737122 h 6858000"/>
              <a:gd name="connsiteX532" fmla="*/ 7019523 w 7467600"/>
              <a:gd name="connsiteY532" fmla="*/ 1519450 h 6858000"/>
              <a:gd name="connsiteX533" fmla="*/ 2399523 w 7467600"/>
              <a:gd name="connsiteY533" fmla="*/ 1428234 h 6858000"/>
              <a:gd name="connsiteX534" fmla="*/ 2224982 w 7467600"/>
              <a:gd name="connsiteY534" fmla="*/ 1826201 h 6858000"/>
              <a:gd name="connsiteX535" fmla="*/ 2096099 w 7467600"/>
              <a:gd name="connsiteY535" fmla="*/ 2345900 h 6858000"/>
              <a:gd name="connsiteX536" fmla="*/ 2283317 w 7467600"/>
              <a:gd name="connsiteY536" fmla="*/ 1796925 h 6858000"/>
              <a:gd name="connsiteX537" fmla="*/ 2399523 w 7467600"/>
              <a:gd name="connsiteY537" fmla="*/ 1428234 h 6858000"/>
              <a:gd name="connsiteX538" fmla="*/ 2448558 w 7467600"/>
              <a:gd name="connsiteY538" fmla="*/ 1373435 h 6858000"/>
              <a:gd name="connsiteX539" fmla="*/ 2312521 w 7467600"/>
              <a:gd name="connsiteY539" fmla="*/ 1806140 h 6858000"/>
              <a:gd name="connsiteX540" fmla="*/ 2127533 w 7467600"/>
              <a:gd name="connsiteY540" fmla="*/ 2348380 h 6858000"/>
              <a:gd name="connsiteX541" fmla="*/ 2358080 w 7467600"/>
              <a:gd name="connsiteY541" fmla="*/ 1866134 h 6858000"/>
              <a:gd name="connsiteX542" fmla="*/ 2407436 w 7467600"/>
              <a:gd name="connsiteY542" fmla="*/ 1651070 h 6858000"/>
              <a:gd name="connsiteX543" fmla="*/ 2448558 w 7467600"/>
              <a:gd name="connsiteY543" fmla="*/ 1373435 h 6858000"/>
              <a:gd name="connsiteX544" fmla="*/ 278707 w 7467600"/>
              <a:gd name="connsiteY544" fmla="*/ 1352270 h 6858000"/>
              <a:gd name="connsiteX545" fmla="*/ 321570 w 7467600"/>
              <a:gd name="connsiteY545" fmla="*/ 1861610 h 6858000"/>
              <a:gd name="connsiteX546" fmla="*/ 294281 w 7467600"/>
              <a:gd name="connsiteY546" fmla="*/ 1440658 h 6858000"/>
              <a:gd name="connsiteX547" fmla="*/ 278707 w 7467600"/>
              <a:gd name="connsiteY547" fmla="*/ 1352270 h 6858000"/>
              <a:gd name="connsiteX548" fmla="*/ 1423821 w 7467600"/>
              <a:gd name="connsiteY548" fmla="*/ 1351958 h 6858000"/>
              <a:gd name="connsiteX549" fmla="*/ 1638521 w 7467600"/>
              <a:gd name="connsiteY549" fmla="*/ 1908470 h 6858000"/>
              <a:gd name="connsiteX550" fmla="*/ 1754199 w 7467600"/>
              <a:gd name="connsiteY550" fmla="*/ 2149284 h 6858000"/>
              <a:gd name="connsiteX551" fmla="*/ 1908359 w 7467600"/>
              <a:gd name="connsiteY551" fmla="*/ 2364988 h 6858000"/>
              <a:gd name="connsiteX552" fmla="*/ 1647661 w 7467600"/>
              <a:gd name="connsiteY552" fmla="*/ 1825945 h 6858000"/>
              <a:gd name="connsiteX553" fmla="*/ 1423821 w 7467600"/>
              <a:gd name="connsiteY553" fmla="*/ 1351958 h 6858000"/>
              <a:gd name="connsiteX554" fmla="*/ 1431890 w 7467600"/>
              <a:gd name="connsiteY554" fmla="*/ 1306475 h 6858000"/>
              <a:gd name="connsiteX555" fmla="*/ 1507597 w 7467600"/>
              <a:gd name="connsiteY555" fmla="*/ 1446132 h 6858000"/>
              <a:gd name="connsiteX556" fmla="*/ 1674586 w 7467600"/>
              <a:gd name="connsiteY556" fmla="*/ 1813832 h 6858000"/>
              <a:gd name="connsiteX557" fmla="*/ 1815950 w 7467600"/>
              <a:gd name="connsiteY557" fmla="*/ 2128564 h 6858000"/>
              <a:gd name="connsiteX558" fmla="*/ 1984242 w 7467600"/>
              <a:gd name="connsiteY558" fmla="*/ 2430829 h 6858000"/>
              <a:gd name="connsiteX559" fmla="*/ 2014023 w 7467600"/>
              <a:gd name="connsiteY559" fmla="*/ 2450995 h 6858000"/>
              <a:gd name="connsiteX560" fmla="*/ 1747337 w 7467600"/>
              <a:gd name="connsiteY560" fmla="*/ 1855264 h 6858000"/>
              <a:gd name="connsiteX561" fmla="*/ 1533749 w 7467600"/>
              <a:gd name="connsiteY561" fmla="*/ 1478656 h 6858000"/>
              <a:gd name="connsiteX562" fmla="*/ 1431890 w 7467600"/>
              <a:gd name="connsiteY562" fmla="*/ 1306475 h 6858000"/>
              <a:gd name="connsiteX563" fmla="*/ 5052692 w 7467600"/>
              <a:gd name="connsiteY563" fmla="*/ 1292994 h 6858000"/>
              <a:gd name="connsiteX564" fmla="*/ 5200661 w 7467600"/>
              <a:gd name="connsiteY564" fmla="*/ 1635186 h 6858000"/>
              <a:gd name="connsiteX565" fmla="*/ 5297138 w 7467600"/>
              <a:gd name="connsiteY565" fmla="*/ 1906351 h 6858000"/>
              <a:gd name="connsiteX566" fmla="*/ 5052692 w 7467600"/>
              <a:gd name="connsiteY566" fmla="*/ 1292994 h 6858000"/>
              <a:gd name="connsiteX567" fmla="*/ 5009948 w 7467600"/>
              <a:gd name="connsiteY567" fmla="*/ 1273619 h 6858000"/>
              <a:gd name="connsiteX568" fmla="*/ 5121777 w 7467600"/>
              <a:gd name="connsiteY568" fmla="*/ 1654213 h 6858000"/>
              <a:gd name="connsiteX569" fmla="*/ 5293545 w 7467600"/>
              <a:gd name="connsiteY569" fmla="*/ 2072247 h 6858000"/>
              <a:gd name="connsiteX570" fmla="*/ 5294042 w 7467600"/>
              <a:gd name="connsiteY570" fmla="*/ 2065019 h 6858000"/>
              <a:gd name="connsiteX571" fmla="*/ 5171936 w 7467600"/>
              <a:gd name="connsiteY571" fmla="*/ 1647613 h 6858000"/>
              <a:gd name="connsiteX572" fmla="*/ 5009948 w 7467600"/>
              <a:gd name="connsiteY572" fmla="*/ 1273619 h 6858000"/>
              <a:gd name="connsiteX573" fmla="*/ 655236 w 7467600"/>
              <a:gd name="connsiteY573" fmla="*/ 1268632 h 6858000"/>
              <a:gd name="connsiteX574" fmla="*/ 839521 w 7467600"/>
              <a:gd name="connsiteY574" fmla="*/ 1685315 h 6858000"/>
              <a:gd name="connsiteX575" fmla="*/ 1109416 w 7467600"/>
              <a:gd name="connsiteY575" fmla="*/ 2061663 h 6858000"/>
              <a:gd name="connsiteX576" fmla="*/ 1298300 w 7467600"/>
              <a:gd name="connsiteY576" fmla="*/ 2247742 h 6858000"/>
              <a:gd name="connsiteX577" fmla="*/ 1125871 w 7467600"/>
              <a:gd name="connsiteY577" fmla="*/ 1989513 h 6858000"/>
              <a:gd name="connsiteX578" fmla="*/ 981574 w 7467600"/>
              <a:gd name="connsiteY578" fmla="*/ 1783157 h 6858000"/>
              <a:gd name="connsiteX579" fmla="*/ 922198 w 7467600"/>
              <a:gd name="connsiteY579" fmla="*/ 1677437 h 6858000"/>
              <a:gd name="connsiteX580" fmla="*/ 869293 w 7467600"/>
              <a:gd name="connsiteY580" fmla="*/ 1583214 h 6858000"/>
              <a:gd name="connsiteX581" fmla="*/ 751431 w 7467600"/>
              <a:gd name="connsiteY581" fmla="*/ 1405731 h 6858000"/>
              <a:gd name="connsiteX582" fmla="*/ 655236 w 7467600"/>
              <a:gd name="connsiteY582" fmla="*/ 1268632 h 6858000"/>
              <a:gd name="connsiteX583" fmla="*/ 6516292 w 7467600"/>
              <a:gd name="connsiteY583" fmla="*/ 1263064 h 6858000"/>
              <a:gd name="connsiteX584" fmla="*/ 5736320 w 7467600"/>
              <a:gd name="connsiteY584" fmla="*/ 1501803 h 6858000"/>
              <a:gd name="connsiteX585" fmla="*/ 6516292 w 7467600"/>
              <a:gd name="connsiteY585" fmla="*/ 1263064 h 6858000"/>
              <a:gd name="connsiteX586" fmla="*/ 291466 w 7467600"/>
              <a:gd name="connsiteY586" fmla="*/ 1250369 h 6858000"/>
              <a:gd name="connsiteX587" fmla="*/ 323180 w 7467600"/>
              <a:gd name="connsiteY587" fmla="*/ 1435283 h 6858000"/>
              <a:gd name="connsiteX588" fmla="*/ 349381 w 7467600"/>
              <a:gd name="connsiteY588" fmla="*/ 1875041 h 6858000"/>
              <a:gd name="connsiteX589" fmla="*/ 374363 w 7467600"/>
              <a:gd name="connsiteY589" fmla="*/ 1506494 h 6858000"/>
              <a:gd name="connsiteX590" fmla="*/ 302168 w 7467600"/>
              <a:gd name="connsiteY590" fmla="*/ 1274495 h 6858000"/>
              <a:gd name="connsiteX591" fmla="*/ 291466 w 7467600"/>
              <a:gd name="connsiteY591" fmla="*/ 1250369 h 6858000"/>
              <a:gd name="connsiteX592" fmla="*/ 678222 w 7467600"/>
              <a:gd name="connsiteY592" fmla="*/ 1248670 h 6858000"/>
              <a:gd name="connsiteX593" fmla="*/ 775536 w 7467600"/>
              <a:gd name="connsiteY593" fmla="*/ 1388015 h 6858000"/>
              <a:gd name="connsiteX594" fmla="*/ 894529 w 7467600"/>
              <a:gd name="connsiteY594" fmla="*/ 1567739 h 6858000"/>
              <a:gd name="connsiteX595" fmla="*/ 948000 w 7467600"/>
              <a:gd name="connsiteY595" fmla="*/ 1663088 h 6858000"/>
              <a:gd name="connsiteX596" fmla="*/ 1006812 w 7467600"/>
              <a:gd name="connsiteY596" fmla="*/ 1767683 h 6858000"/>
              <a:gd name="connsiteX597" fmla="*/ 1149133 w 7467600"/>
              <a:gd name="connsiteY597" fmla="*/ 1971513 h 6858000"/>
              <a:gd name="connsiteX598" fmla="*/ 1333952 w 7467600"/>
              <a:gd name="connsiteY598" fmla="*/ 2251620 h 6858000"/>
              <a:gd name="connsiteX599" fmla="*/ 1337329 w 7467600"/>
              <a:gd name="connsiteY599" fmla="*/ 2258350 h 6858000"/>
              <a:gd name="connsiteX600" fmla="*/ 1014726 w 7467600"/>
              <a:gd name="connsiteY600" fmla="*/ 1615556 h 6858000"/>
              <a:gd name="connsiteX601" fmla="*/ 678222 w 7467600"/>
              <a:gd name="connsiteY601" fmla="*/ 1248670 h 6858000"/>
              <a:gd name="connsiteX602" fmla="*/ 6691602 w 7467600"/>
              <a:gd name="connsiteY602" fmla="*/ 1140573 h 6858000"/>
              <a:gd name="connsiteX603" fmla="*/ 6571100 w 7467600"/>
              <a:gd name="connsiteY603" fmla="*/ 1183662 h 6858000"/>
              <a:gd name="connsiteX604" fmla="*/ 6241687 w 7467600"/>
              <a:gd name="connsiteY604" fmla="*/ 1257600 h 6858000"/>
              <a:gd name="connsiteX605" fmla="*/ 5693009 w 7467600"/>
              <a:gd name="connsiteY605" fmla="*/ 1478256 h 6858000"/>
              <a:gd name="connsiteX606" fmla="*/ 6548420 w 7467600"/>
              <a:gd name="connsiteY606" fmla="*/ 1214599 h 6858000"/>
              <a:gd name="connsiteX607" fmla="*/ 6605473 w 7467600"/>
              <a:gd name="connsiteY607" fmla="*/ 1184686 h 6858000"/>
              <a:gd name="connsiteX608" fmla="*/ 6691602 w 7467600"/>
              <a:gd name="connsiteY608" fmla="*/ 1140573 h 6858000"/>
              <a:gd name="connsiteX609" fmla="*/ 4002475 w 7467600"/>
              <a:gd name="connsiteY609" fmla="*/ 1037802 h 6858000"/>
              <a:gd name="connsiteX610" fmla="*/ 4000324 w 7467600"/>
              <a:gd name="connsiteY610" fmla="*/ 1039362 h 6858000"/>
              <a:gd name="connsiteX611" fmla="*/ 4002862 w 7467600"/>
              <a:gd name="connsiteY611" fmla="*/ 1042866 h 6858000"/>
              <a:gd name="connsiteX612" fmla="*/ 4002475 w 7467600"/>
              <a:gd name="connsiteY612" fmla="*/ 1037802 h 6858000"/>
              <a:gd name="connsiteX613" fmla="*/ 506322 w 7467600"/>
              <a:gd name="connsiteY613" fmla="*/ 1020997 h 6858000"/>
              <a:gd name="connsiteX614" fmla="*/ 533068 w 7467600"/>
              <a:gd name="connsiteY614" fmla="*/ 1029409 h 6858000"/>
              <a:gd name="connsiteX615" fmla="*/ 1232525 w 7467600"/>
              <a:gd name="connsiteY615" fmla="*/ 1804675 h 6858000"/>
              <a:gd name="connsiteX616" fmla="*/ 1388858 w 7467600"/>
              <a:gd name="connsiteY616" fmla="*/ 2368011 h 6858000"/>
              <a:gd name="connsiteX617" fmla="*/ 1384098 w 7467600"/>
              <a:gd name="connsiteY617" fmla="*/ 2378125 h 6858000"/>
              <a:gd name="connsiteX618" fmla="*/ 1425393 w 7467600"/>
              <a:gd name="connsiteY618" fmla="*/ 2589124 h 6858000"/>
              <a:gd name="connsiteX619" fmla="*/ 1424001 w 7467600"/>
              <a:gd name="connsiteY619" fmla="*/ 2597541 h 6858000"/>
              <a:gd name="connsiteX620" fmla="*/ 2152729 w 7467600"/>
              <a:gd name="connsiteY620" fmla="*/ 2864487 h 6858000"/>
              <a:gd name="connsiteX621" fmla="*/ 2020609 w 7467600"/>
              <a:gd name="connsiteY621" fmla="*/ 2539671 h 6858000"/>
              <a:gd name="connsiteX622" fmla="*/ 2018920 w 7467600"/>
              <a:gd name="connsiteY622" fmla="*/ 2536309 h 6858000"/>
              <a:gd name="connsiteX623" fmla="*/ 1342441 w 7467600"/>
              <a:gd name="connsiteY623" fmla="*/ 1173017 h 6858000"/>
              <a:gd name="connsiteX624" fmla="*/ 1367925 w 7467600"/>
              <a:gd name="connsiteY624" fmla="*/ 1135648 h 6858000"/>
              <a:gd name="connsiteX625" fmla="*/ 1771401 w 7467600"/>
              <a:gd name="connsiteY625" fmla="*/ 1806673 h 6858000"/>
              <a:gd name="connsiteX626" fmla="*/ 1972385 w 7467600"/>
              <a:gd name="connsiteY626" fmla="*/ 2198735 h 6858000"/>
              <a:gd name="connsiteX627" fmla="*/ 2040892 w 7467600"/>
              <a:gd name="connsiteY627" fmla="*/ 2405205 h 6858000"/>
              <a:gd name="connsiteX628" fmla="*/ 2131689 w 7467600"/>
              <a:gd name="connsiteY628" fmla="*/ 1936926 h 6858000"/>
              <a:gd name="connsiteX629" fmla="*/ 2454820 w 7467600"/>
              <a:gd name="connsiteY629" fmla="*/ 1248808 h 6858000"/>
              <a:gd name="connsiteX630" fmla="*/ 2492512 w 7467600"/>
              <a:gd name="connsiteY630" fmla="*/ 1302920 h 6858000"/>
              <a:gd name="connsiteX631" fmla="*/ 2081216 w 7467600"/>
              <a:gd name="connsiteY631" fmla="*/ 2527513 h 6858000"/>
              <a:gd name="connsiteX632" fmla="*/ 2081211 w 7467600"/>
              <a:gd name="connsiteY632" fmla="*/ 2528916 h 6858000"/>
              <a:gd name="connsiteX633" fmla="*/ 2199067 w 7467600"/>
              <a:gd name="connsiteY633" fmla="*/ 2884061 h 6858000"/>
              <a:gd name="connsiteX634" fmla="*/ 3192586 w 7467600"/>
              <a:gd name="connsiteY634" fmla="*/ 3411496 h 6858000"/>
              <a:gd name="connsiteX635" fmla="*/ 3182620 w 7467600"/>
              <a:gd name="connsiteY635" fmla="*/ 3483279 h 6858000"/>
              <a:gd name="connsiteX636" fmla="*/ 2435119 w 7467600"/>
              <a:gd name="connsiteY636" fmla="*/ 3080173 h 6858000"/>
              <a:gd name="connsiteX637" fmla="*/ 2410152 w 7467600"/>
              <a:gd name="connsiteY637" fmla="*/ 3063751 h 6858000"/>
              <a:gd name="connsiteX638" fmla="*/ 2408099 w 7467600"/>
              <a:gd name="connsiteY638" fmla="*/ 3064403 h 6858000"/>
              <a:gd name="connsiteX639" fmla="*/ 2407218 w 7467600"/>
              <a:gd name="connsiteY639" fmla="*/ 3070324 h 6858000"/>
              <a:gd name="connsiteX640" fmla="*/ 2380138 w 7467600"/>
              <a:gd name="connsiteY640" fmla="*/ 3099341 h 6858000"/>
              <a:gd name="connsiteX641" fmla="*/ 1765923 w 7467600"/>
              <a:gd name="connsiteY641" fmla="*/ 3581043 h 6858000"/>
              <a:gd name="connsiteX642" fmla="*/ 1702258 w 7467600"/>
              <a:gd name="connsiteY642" fmla="*/ 3612286 h 6858000"/>
              <a:gd name="connsiteX643" fmla="*/ 1538370 w 7467600"/>
              <a:gd name="connsiteY643" fmla="*/ 3811804 h 6858000"/>
              <a:gd name="connsiteX644" fmla="*/ 542867 w 7467600"/>
              <a:gd name="connsiteY644" fmla="*/ 4944092 h 6858000"/>
              <a:gd name="connsiteX645" fmla="*/ 515800 w 7467600"/>
              <a:gd name="connsiteY645" fmla="*/ 4862180 h 6858000"/>
              <a:gd name="connsiteX646" fmla="*/ 909145 w 7467600"/>
              <a:gd name="connsiteY646" fmla="*/ 4199225 h 6858000"/>
              <a:gd name="connsiteX647" fmla="*/ 1214067 w 7467600"/>
              <a:gd name="connsiteY647" fmla="*/ 3908561 h 6858000"/>
              <a:gd name="connsiteX648" fmla="*/ 640967 w 7467600"/>
              <a:gd name="connsiteY648" fmla="*/ 4105601 h 6858000"/>
              <a:gd name="connsiteX649" fmla="*/ 112563 w 7467600"/>
              <a:gd name="connsiteY649" fmla="*/ 4396952 h 6858000"/>
              <a:gd name="connsiteX650" fmla="*/ 0 w 7467600"/>
              <a:gd name="connsiteY650" fmla="*/ 4466006 h 6858000"/>
              <a:gd name="connsiteX651" fmla="*/ 0 w 7467600"/>
              <a:gd name="connsiteY651" fmla="*/ 4233763 h 6858000"/>
              <a:gd name="connsiteX652" fmla="*/ 36881 w 7467600"/>
              <a:gd name="connsiteY652" fmla="*/ 4200118 h 6858000"/>
              <a:gd name="connsiteX653" fmla="*/ 910534 w 7467600"/>
              <a:gd name="connsiteY653" fmla="*/ 3629753 h 6858000"/>
              <a:gd name="connsiteX654" fmla="*/ 1578717 w 7467600"/>
              <a:gd name="connsiteY654" fmla="*/ 3575982 h 6858000"/>
              <a:gd name="connsiteX655" fmla="*/ 2338780 w 7467600"/>
              <a:gd name="connsiteY655" fmla="*/ 3033725 h 6858000"/>
              <a:gd name="connsiteX656" fmla="*/ 1807991 w 7467600"/>
              <a:gd name="connsiteY656" fmla="*/ 2807184 h 6858000"/>
              <a:gd name="connsiteX657" fmla="*/ 1416358 w 7467600"/>
              <a:gd name="connsiteY657" fmla="*/ 3112571 h 6858000"/>
              <a:gd name="connsiteX658" fmla="*/ 939066 w 7467600"/>
              <a:gd name="connsiteY658" fmla="*/ 3378798 h 6858000"/>
              <a:gd name="connsiteX659" fmla="*/ 115099 w 7467600"/>
              <a:gd name="connsiteY659" fmla="*/ 3607650 h 6858000"/>
              <a:gd name="connsiteX660" fmla="*/ 97284 w 7467600"/>
              <a:gd name="connsiteY660" fmla="*/ 3520393 h 6858000"/>
              <a:gd name="connsiteX661" fmla="*/ 922050 w 7467600"/>
              <a:gd name="connsiteY661" fmla="*/ 3074867 h 6858000"/>
              <a:gd name="connsiteX662" fmla="*/ 1405265 w 7467600"/>
              <a:gd name="connsiteY662" fmla="*/ 3016319 h 6858000"/>
              <a:gd name="connsiteX663" fmla="*/ 1407512 w 7467600"/>
              <a:gd name="connsiteY663" fmla="*/ 3018001 h 6858000"/>
              <a:gd name="connsiteX664" fmla="*/ 1726266 w 7467600"/>
              <a:gd name="connsiteY664" fmla="*/ 2777274 h 6858000"/>
              <a:gd name="connsiteX665" fmla="*/ 625390 w 7467600"/>
              <a:gd name="connsiteY665" fmla="*/ 2514541 h 6858000"/>
              <a:gd name="connsiteX666" fmla="*/ 619799 w 7467600"/>
              <a:gd name="connsiteY666" fmla="*/ 2527180 h 6858000"/>
              <a:gd name="connsiteX667" fmla="*/ 310030 w 7467600"/>
              <a:gd name="connsiteY667" fmla="*/ 2771818 h 6858000"/>
              <a:gd name="connsiteX668" fmla="*/ 173877 w 7467600"/>
              <a:gd name="connsiteY668" fmla="*/ 2937056 h 6858000"/>
              <a:gd name="connsiteX669" fmla="*/ 77889 w 7467600"/>
              <a:gd name="connsiteY669" fmla="*/ 3138440 h 6858000"/>
              <a:gd name="connsiteX670" fmla="*/ 0 w 7467600"/>
              <a:gd name="connsiteY670" fmla="*/ 3271395 h 6858000"/>
              <a:gd name="connsiteX671" fmla="*/ 0 w 7467600"/>
              <a:gd name="connsiteY671" fmla="*/ 3153002 h 6858000"/>
              <a:gd name="connsiteX672" fmla="*/ 2386 w 7467600"/>
              <a:gd name="connsiteY672" fmla="*/ 3149203 h 6858000"/>
              <a:gd name="connsiteX673" fmla="*/ 89753 w 7467600"/>
              <a:gd name="connsiteY673" fmla="*/ 2987702 h 6858000"/>
              <a:gd name="connsiteX674" fmla="*/ 76869 w 7467600"/>
              <a:gd name="connsiteY674" fmla="*/ 3005404 h 6858000"/>
              <a:gd name="connsiteX675" fmla="*/ 32049 w 7467600"/>
              <a:gd name="connsiteY675" fmla="*/ 3065814 h 6858000"/>
              <a:gd name="connsiteX676" fmla="*/ 0 w 7467600"/>
              <a:gd name="connsiteY676" fmla="*/ 3108744 h 6858000"/>
              <a:gd name="connsiteX677" fmla="*/ 0 w 7467600"/>
              <a:gd name="connsiteY677" fmla="*/ 3058059 h 6858000"/>
              <a:gd name="connsiteX678" fmla="*/ 7610 w 7467600"/>
              <a:gd name="connsiteY678" fmla="*/ 3047889 h 6858000"/>
              <a:gd name="connsiteX679" fmla="*/ 52419 w 7467600"/>
              <a:gd name="connsiteY679" fmla="*/ 2987479 h 6858000"/>
              <a:gd name="connsiteX680" fmla="*/ 59142 w 7467600"/>
              <a:gd name="connsiteY680" fmla="*/ 2978488 h 6858000"/>
              <a:gd name="connsiteX681" fmla="*/ 0 w 7467600"/>
              <a:gd name="connsiteY681" fmla="*/ 3015334 h 6858000"/>
              <a:gd name="connsiteX682" fmla="*/ 0 w 7467600"/>
              <a:gd name="connsiteY682" fmla="*/ 2914286 h 6858000"/>
              <a:gd name="connsiteX683" fmla="*/ 36383 w 7467600"/>
              <a:gd name="connsiteY683" fmla="*/ 2901128 h 6858000"/>
              <a:gd name="connsiteX684" fmla="*/ 156329 w 7467600"/>
              <a:gd name="connsiteY684" fmla="*/ 2840533 h 6858000"/>
              <a:gd name="connsiteX685" fmla="*/ 358355 w 7467600"/>
              <a:gd name="connsiteY685" fmla="*/ 2620471 h 6858000"/>
              <a:gd name="connsiteX686" fmla="*/ 510577 w 7467600"/>
              <a:gd name="connsiteY686" fmla="*/ 2501244 h 6858000"/>
              <a:gd name="connsiteX687" fmla="*/ 211967 w 7467600"/>
              <a:gd name="connsiteY687" fmla="*/ 2479171 h 6858000"/>
              <a:gd name="connsiteX688" fmla="*/ 0 w 7467600"/>
              <a:gd name="connsiteY688" fmla="*/ 2476398 h 6858000"/>
              <a:gd name="connsiteX689" fmla="*/ 0 w 7467600"/>
              <a:gd name="connsiteY689" fmla="*/ 2389189 h 6858000"/>
              <a:gd name="connsiteX690" fmla="*/ 103062 w 7467600"/>
              <a:gd name="connsiteY690" fmla="*/ 2389518 h 6858000"/>
              <a:gd name="connsiteX691" fmla="*/ 510734 w 7467600"/>
              <a:gd name="connsiteY691" fmla="*/ 2416201 h 6858000"/>
              <a:gd name="connsiteX692" fmla="*/ 279257 w 7467600"/>
              <a:gd name="connsiteY692" fmla="*/ 2092102 h 6858000"/>
              <a:gd name="connsiteX693" fmla="*/ 65265 w 7467600"/>
              <a:gd name="connsiteY693" fmla="*/ 2006049 h 6858000"/>
              <a:gd name="connsiteX694" fmla="*/ 0 w 7467600"/>
              <a:gd name="connsiteY694" fmla="*/ 1982532 h 6858000"/>
              <a:gd name="connsiteX695" fmla="*/ 0 w 7467600"/>
              <a:gd name="connsiteY695" fmla="*/ 1912789 h 6858000"/>
              <a:gd name="connsiteX696" fmla="*/ 97460 w 7467600"/>
              <a:gd name="connsiteY696" fmla="*/ 1953725 h 6858000"/>
              <a:gd name="connsiteX697" fmla="*/ 221272 w 7467600"/>
              <a:gd name="connsiteY697" fmla="*/ 1980766 h 6858000"/>
              <a:gd name="connsiteX698" fmla="*/ 116765 w 7467600"/>
              <a:gd name="connsiteY698" fmla="*/ 1911033 h 6858000"/>
              <a:gd name="connsiteX699" fmla="*/ 16405 w 7467600"/>
              <a:gd name="connsiteY699" fmla="*/ 1803412 h 6858000"/>
              <a:gd name="connsiteX700" fmla="*/ 0 w 7467600"/>
              <a:gd name="connsiteY700" fmla="*/ 1784777 h 6858000"/>
              <a:gd name="connsiteX701" fmla="*/ 0 w 7467600"/>
              <a:gd name="connsiteY701" fmla="*/ 1740082 h 6858000"/>
              <a:gd name="connsiteX702" fmla="*/ 39394 w 7467600"/>
              <a:gd name="connsiteY702" fmla="*/ 1784856 h 6858000"/>
              <a:gd name="connsiteX703" fmla="*/ 135813 w 7467600"/>
              <a:gd name="connsiteY703" fmla="*/ 1888838 h 6858000"/>
              <a:gd name="connsiteX704" fmla="*/ 242575 w 7467600"/>
              <a:gd name="connsiteY704" fmla="*/ 1958841 h 6858000"/>
              <a:gd name="connsiteX705" fmla="*/ 82197 w 7467600"/>
              <a:gd name="connsiteY705" fmla="*/ 1754826 h 6858000"/>
              <a:gd name="connsiteX706" fmla="*/ 0 w 7467600"/>
              <a:gd name="connsiteY706" fmla="*/ 1679650 h 6858000"/>
              <a:gd name="connsiteX707" fmla="*/ 0 w 7467600"/>
              <a:gd name="connsiteY707" fmla="*/ 1602463 h 6858000"/>
              <a:gd name="connsiteX708" fmla="*/ 84689 w 7467600"/>
              <a:gd name="connsiteY708" fmla="*/ 1677442 h 6858000"/>
              <a:gd name="connsiteX709" fmla="*/ 298437 w 7467600"/>
              <a:gd name="connsiteY709" fmla="*/ 1968019 h 6858000"/>
              <a:gd name="connsiteX710" fmla="*/ 227269 w 7467600"/>
              <a:gd name="connsiteY710" fmla="*/ 1114064 h 6858000"/>
              <a:gd name="connsiteX711" fmla="*/ 248003 w 7467600"/>
              <a:gd name="connsiteY711" fmla="*/ 1089613 h 6858000"/>
              <a:gd name="connsiteX712" fmla="*/ 427020 w 7467600"/>
              <a:gd name="connsiteY712" fmla="*/ 1619803 h 6858000"/>
              <a:gd name="connsiteX713" fmla="*/ 340345 w 7467600"/>
              <a:gd name="connsiteY713" fmla="*/ 2027739 h 6858000"/>
              <a:gd name="connsiteX714" fmla="*/ 360865 w 7467600"/>
              <a:gd name="connsiteY714" fmla="*/ 2044827 h 6858000"/>
              <a:gd name="connsiteX715" fmla="*/ 560414 w 7467600"/>
              <a:gd name="connsiteY715" fmla="*/ 2421457 h 6858000"/>
              <a:gd name="connsiteX716" fmla="*/ 1359703 w 7467600"/>
              <a:gd name="connsiteY716" fmla="*/ 2578554 h 6858000"/>
              <a:gd name="connsiteX717" fmla="*/ 1359422 w 7467600"/>
              <a:gd name="connsiteY717" fmla="*/ 2577994 h 6858000"/>
              <a:gd name="connsiteX718" fmla="*/ 828701 w 7467600"/>
              <a:gd name="connsiteY718" fmla="*/ 1839520 h 6858000"/>
              <a:gd name="connsiteX719" fmla="*/ 494427 w 7467600"/>
              <a:gd name="connsiteY719" fmla="*/ 1092333 h 6858000"/>
              <a:gd name="connsiteX720" fmla="*/ 506322 w 7467600"/>
              <a:gd name="connsiteY720" fmla="*/ 1020997 h 6858000"/>
              <a:gd name="connsiteX721" fmla="*/ 4570198 w 7467600"/>
              <a:gd name="connsiteY721" fmla="*/ 978081 h 6858000"/>
              <a:gd name="connsiteX722" fmla="*/ 4523691 w 7467600"/>
              <a:gd name="connsiteY722" fmla="*/ 1127776 h 6858000"/>
              <a:gd name="connsiteX723" fmla="*/ 4509875 w 7467600"/>
              <a:gd name="connsiteY723" fmla="*/ 1167552 h 6858000"/>
              <a:gd name="connsiteX724" fmla="*/ 4478168 w 7467600"/>
              <a:gd name="connsiteY724" fmla="*/ 1260735 h 6858000"/>
              <a:gd name="connsiteX725" fmla="*/ 4409309 w 7467600"/>
              <a:gd name="connsiteY725" fmla="*/ 1666996 h 6858000"/>
              <a:gd name="connsiteX726" fmla="*/ 4370031 w 7467600"/>
              <a:gd name="connsiteY726" fmla="*/ 1955666 h 6858000"/>
              <a:gd name="connsiteX727" fmla="*/ 4570198 w 7467600"/>
              <a:gd name="connsiteY727" fmla="*/ 978081 h 6858000"/>
              <a:gd name="connsiteX728" fmla="*/ 4557898 w 7467600"/>
              <a:gd name="connsiteY728" fmla="*/ 900011 h 6858000"/>
              <a:gd name="connsiteX729" fmla="*/ 4344840 w 7467600"/>
              <a:gd name="connsiteY729" fmla="*/ 1922038 h 6858000"/>
              <a:gd name="connsiteX730" fmla="*/ 4378710 w 7467600"/>
              <a:gd name="connsiteY730" fmla="*/ 1665516 h 6858000"/>
              <a:gd name="connsiteX731" fmla="*/ 4448798 w 7467600"/>
              <a:gd name="connsiteY731" fmla="*/ 1253024 h 6858000"/>
              <a:gd name="connsiteX732" fmla="*/ 4480315 w 7467600"/>
              <a:gd name="connsiteY732" fmla="*/ 1158454 h 6858000"/>
              <a:gd name="connsiteX733" fmla="*/ 4494133 w 7467600"/>
              <a:gd name="connsiteY733" fmla="*/ 1118676 h 6858000"/>
              <a:gd name="connsiteX734" fmla="*/ 4557898 w 7467600"/>
              <a:gd name="connsiteY734" fmla="*/ 900011 h 6858000"/>
              <a:gd name="connsiteX735" fmla="*/ 5870151 w 7467600"/>
              <a:gd name="connsiteY735" fmla="*/ 898890 h 6858000"/>
              <a:gd name="connsiteX736" fmla="*/ 5861335 w 7467600"/>
              <a:gd name="connsiteY736" fmla="*/ 899177 h 6858000"/>
              <a:gd name="connsiteX737" fmla="*/ 5843702 w 7467600"/>
              <a:gd name="connsiteY737" fmla="*/ 899748 h 6858000"/>
              <a:gd name="connsiteX738" fmla="*/ 5651107 w 7467600"/>
              <a:gd name="connsiteY738" fmla="*/ 920306 h 6858000"/>
              <a:gd name="connsiteX739" fmla="*/ 5459407 w 7467600"/>
              <a:gd name="connsiteY739" fmla="*/ 940975 h 6858000"/>
              <a:gd name="connsiteX740" fmla="*/ 5374846 w 7467600"/>
              <a:gd name="connsiteY740" fmla="*/ 941988 h 6858000"/>
              <a:gd name="connsiteX741" fmla="*/ 5256105 w 7467600"/>
              <a:gd name="connsiteY741" fmla="*/ 945632 h 6858000"/>
              <a:gd name="connsiteX742" fmla="*/ 5107071 w 7467600"/>
              <a:gd name="connsiteY742" fmla="*/ 969720 h 6858000"/>
              <a:gd name="connsiteX743" fmla="*/ 4998681 w 7467600"/>
              <a:gd name="connsiteY743" fmla="*/ 988771 h 6858000"/>
              <a:gd name="connsiteX744" fmla="*/ 5870151 w 7467600"/>
              <a:gd name="connsiteY744" fmla="*/ 898890 h 6858000"/>
              <a:gd name="connsiteX745" fmla="*/ 5504425 w 7467600"/>
              <a:gd name="connsiteY745" fmla="*/ 848067 h 6858000"/>
              <a:gd name="connsiteX746" fmla="*/ 4968849 w 7467600"/>
              <a:gd name="connsiteY746" fmla="*/ 962318 h 6858000"/>
              <a:gd name="connsiteX747" fmla="*/ 5104039 w 7467600"/>
              <a:gd name="connsiteY747" fmla="*/ 940634 h 6858000"/>
              <a:gd name="connsiteX748" fmla="*/ 5256311 w 7467600"/>
              <a:gd name="connsiteY748" fmla="*/ 916490 h 6858000"/>
              <a:gd name="connsiteX749" fmla="*/ 5377381 w 7467600"/>
              <a:gd name="connsiteY749" fmla="*/ 912671 h 6858000"/>
              <a:gd name="connsiteX750" fmla="*/ 5460148 w 7467600"/>
              <a:gd name="connsiteY750" fmla="*/ 911442 h 6858000"/>
              <a:gd name="connsiteX751" fmla="*/ 5648971 w 7467600"/>
              <a:gd name="connsiteY751" fmla="*/ 891331 h 6858000"/>
              <a:gd name="connsiteX752" fmla="*/ 5844807 w 7467600"/>
              <a:gd name="connsiteY752" fmla="*/ 870718 h 6858000"/>
              <a:gd name="connsiteX753" fmla="*/ 5862975 w 7467600"/>
              <a:gd name="connsiteY753" fmla="*/ 869756 h 6858000"/>
              <a:gd name="connsiteX754" fmla="*/ 5920887 w 7467600"/>
              <a:gd name="connsiteY754" fmla="*/ 865929 h 6858000"/>
              <a:gd name="connsiteX755" fmla="*/ 5504425 w 7467600"/>
              <a:gd name="connsiteY755" fmla="*/ 848067 h 6858000"/>
              <a:gd name="connsiteX756" fmla="*/ 3607114 w 7467600"/>
              <a:gd name="connsiteY756" fmla="*/ 467441 h 6858000"/>
              <a:gd name="connsiteX757" fmla="*/ 3296242 w 7467600"/>
              <a:gd name="connsiteY757" fmla="*/ 807991 h 6858000"/>
              <a:gd name="connsiteX758" fmla="*/ 3174674 w 7467600"/>
              <a:gd name="connsiteY758" fmla="*/ 919759 h 6858000"/>
              <a:gd name="connsiteX759" fmla="*/ 3042978 w 7467600"/>
              <a:gd name="connsiteY759" fmla="*/ 1054894 h 6858000"/>
              <a:gd name="connsiteX760" fmla="*/ 2968914 w 7467600"/>
              <a:gd name="connsiteY760" fmla="*/ 1133756 h 6858000"/>
              <a:gd name="connsiteX761" fmla="*/ 3103823 w 7467600"/>
              <a:gd name="connsiteY761" fmla="*/ 1026814 h 6858000"/>
              <a:gd name="connsiteX762" fmla="*/ 3607114 w 7467600"/>
              <a:gd name="connsiteY762" fmla="*/ 467441 h 6858000"/>
              <a:gd name="connsiteX763" fmla="*/ 3744487 w 7467600"/>
              <a:gd name="connsiteY763" fmla="*/ 383136 h 6858000"/>
              <a:gd name="connsiteX764" fmla="*/ 3970213 w 7467600"/>
              <a:gd name="connsiteY764" fmla="*/ 995559 h 6858000"/>
              <a:gd name="connsiteX765" fmla="*/ 3744487 w 7467600"/>
              <a:gd name="connsiteY765" fmla="*/ 383136 h 6858000"/>
              <a:gd name="connsiteX766" fmla="*/ 3624562 w 7467600"/>
              <a:gd name="connsiteY766" fmla="*/ 367041 h 6858000"/>
              <a:gd name="connsiteX767" fmla="*/ 3489712 w 7467600"/>
              <a:gd name="connsiteY767" fmla="*/ 485386 h 6858000"/>
              <a:gd name="connsiteX768" fmla="*/ 3182994 w 7467600"/>
              <a:gd name="connsiteY768" fmla="*/ 828265 h 6858000"/>
              <a:gd name="connsiteX769" fmla="*/ 2892114 w 7467600"/>
              <a:gd name="connsiteY769" fmla="*/ 1172635 h 6858000"/>
              <a:gd name="connsiteX770" fmla="*/ 3021459 w 7467600"/>
              <a:gd name="connsiteY770" fmla="*/ 1035385 h 6858000"/>
              <a:gd name="connsiteX771" fmla="*/ 3153873 w 7467600"/>
              <a:gd name="connsiteY771" fmla="*/ 898971 h 6858000"/>
              <a:gd name="connsiteX772" fmla="*/ 3276511 w 7467600"/>
              <a:gd name="connsiteY772" fmla="*/ 786423 h 6858000"/>
              <a:gd name="connsiteX773" fmla="*/ 3584154 w 7467600"/>
              <a:gd name="connsiteY773" fmla="*/ 448218 h 6858000"/>
              <a:gd name="connsiteX774" fmla="*/ 3624562 w 7467600"/>
              <a:gd name="connsiteY774" fmla="*/ 367041 h 6858000"/>
              <a:gd name="connsiteX775" fmla="*/ 3766672 w 7467600"/>
              <a:gd name="connsiteY775" fmla="*/ 359429 h 6858000"/>
              <a:gd name="connsiteX776" fmla="*/ 3996338 w 7467600"/>
              <a:gd name="connsiteY776" fmla="*/ 968237 h 6858000"/>
              <a:gd name="connsiteX777" fmla="*/ 3766672 w 7467600"/>
              <a:gd name="connsiteY777" fmla="*/ 359429 h 6858000"/>
              <a:gd name="connsiteX778" fmla="*/ 5805386 w 7467600"/>
              <a:gd name="connsiteY778" fmla="*/ 239240 h 6858000"/>
              <a:gd name="connsiteX779" fmla="*/ 5736947 w 7467600"/>
              <a:gd name="connsiteY779" fmla="*/ 261367 h 6858000"/>
              <a:gd name="connsiteX780" fmla="*/ 5427012 w 7467600"/>
              <a:gd name="connsiteY780" fmla="*/ 311272 h 6858000"/>
              <a:gd name="connsiteX781" fmla="*/ 5147818 w 7467600"/>
              <a:gd name="connsiteY781" fmla="*/ 322112 h 6858000"/>
              <a:gd name="connsiteX782" fmla="*/ 5060854 w 7467600"/>
              <a:gd name="connsiteY782" fmla="*/ 311882 h 6858000"/>
              <a:gd name="connsiteX783" fmla="*/ 4945989 w 7467600"/>
              <a:gd name="connsiteY783" fmla="*/ 300516 h 6858000"/>
              <a:gd name="connsiteX784" fmla="*/ 5410479 w 7467600"/>
              <a:gd name="connsiteY784" fmla="*/ 348434 h 6858000"/>
              <a:gd name="connsiteX785" fmla="*/ 5805386 w 7467600"/>
              <a:gd name="connsiteY785" fmla="*/ 239240 h 6858000"/>
              <a:gd name="connsiteX786" fmla="*/ 5905192 w 7467600"/>
              <a:gd name="connsiteY786" fmla="*/ 163079 h 6858000"/>
              <a:gd name="connsiteX787" fmla="*/ 5865655 w 7467600"/>
              <a:gd name="connsiteY787" fmla="*/ 171901 h 6858000"/>
              <a:gd name="connsiteX788" fmla="*/ 5259740 w 7467600"/>
              <a:gd name="connsiteY788" fmla="*/ 257013 h 6858000"/>
              <a:gd name="connsiteX789" fmla="*/ 5208466 w 7467600"/>
              <a:gd name="connsiteY789" fmla="*/ 257550 h 6858000"/>
              <a:gd name="connsiteX790" fmla="*/ 4980204 w 7467600"/>
              <a:gd name="connsiteY790" fmla="*/ 271903 h 6858000"/>
              <a:gd name="connsiteX791" fmla="*/ 5068068 w 7467600"/>
              <a:gd name="connsiteY791" fmla="*/ 282244 h 6858000"/>
              <a:gd name="connsiteX792" fmla="*/ 5153231 w 7467600"/>
              <a:gd name="connsiteY792" fmla="*/ 292240 h 6858000"/>
              <a:gd name="connsiteX793" fmla="*/ 5426491 w 7467600"/>
              <a:gd name="connsiteY793" fmla="*/ 281128 h 6858000"/>
              <a:gd name="connsiteX794" fmla="*/ 5731212 w 7467600"/>
              <a:gd name="connsiteY794" fmla="*/ 231951 h 6858000"/>
              <a:gd name="connsiteX795" fmla="*/ 5905192 w 7467600"/>
              <a:gd name="connsiteY795" fmla="*/ 163079 h 6858000"/>
              <a:gd name="connsiteX796" fmla="*/ 5944437 w 7467600"/>
              <a:gd name="connsiteY796" fmla="*/ 113829 h 6858000"/>
              <a:gd name="connsiteX797" fmla="*/ 5825032 w 7467600"/>
              <a:gd name="connsiteY797" fmla="*/ 146405 h 6858000"/>
              <a:gd name="connsiteX798" fmla="*/ 4955599 w 7467600"/>
              <a:gd name="connsiteY798" fmla="*/ 247008 h 6858000"/>
              <a:gd name="connsiteX799" fmla="*/ 5210104 w 7467600"/>
              <a:gd name="connsiteY799" fmla="*/ 228123 h 6858000"/>
              <a:gd name="connsiteX800" fmla="*/ 5261015 w 7467600"/>
              <a:gd name="connsiteY800" fmla="*/ 227087 h 6858000"/>
              <a:gd name="connsiteX801" fmla="*/ 5861181 w 7467600"/>
              <a:gd name="connsiteY801" fmla="*/ 143093 h 6858000"/>
              <a:gd name="connsiteX802" fmla="*/ 5961252 w 7467600"/>
              <a:gd name="connsiteY802" fmla="*/ 114820 h 6858000"/>
              <a:gd name="connsiteX803" fmla="*/ 5944437 w 7467600"/>
              <a:gd name="connsiteY803" fmla="*/ 113829 h 6858000"/>
              <a:gd name="connsiteX804" fmla="*/ 3882765 w 7467600"/>
              <a:gd name="connsiteY804" fmla="*/ 0 h 6858000"/>
              <a:gd name="connsiteX805" fmla="*/ 3995099 w 7467600"/>
              <a:gd name="connsiteY805" fmla="*/ 0 h 6858000"/>
              <a:gd name="connsiteX806" fmla="*/ 4163818 w 7467600"/>
              <a:gd name="connsiteY806" fmla="*/ 234104 h 6858000"/>
              <a:gd name="connsiteX807" fmla="*/ 4172099 w 7467600"/>
              <a:gd name="connsiteY807" fmla="*/ 234207 h 6858000"/>
              <a:gd name="connsiteX808" fmla="*/ 4784282 w 7467600"/>
              <a:gd name="connsiteY808" fmla="*/ 276561 h 6858000"/>
              <a:gd name="connsiteX809" fmla="*/ 4801687 w 7467600"/>
              <a:gd name="connsiteY809" fmla="*/ 267764 h 6858000"/>
              <a:gd name="connsiteX810" fmla="*/ 6082788 w 7467600"/>
              <a:gd name="connsiteY810" fmla="*/ 64119 h 6858000"/>
              <a:gd name="connsiteX811" fmla="*/ 6099442 w 7467600"/>
              <a:gd name="connsiteY811" fmla="*/ 82568 h 6858000"/>
              <a:gd name="connsiteX812" fmla="*/ 4804137 w 7467600"/>
              <a:gd name="connsiteY812" fmla="*/ 320931 h 6858000"/>
              <a:gd name="connsiteX813" fmla="*/ 4227047 w 7467600"/>
              <a:gd name="connsiteY813" fmla="*/ 313415 h 6858000"/>
              <a:gd name="connsiteX814" fmla="*/ 4346041 w 7467600"/>
              <a:gd name="connsiteY814" fmla="*/ 456086 h 6858000"/>
              <a:gd name="connsiteX815" fmla="*/ 4870967 w 7467600"/>
              <a:gd name="connsiteY815" fmla="*/ 963061 h 6858000"/>
              <a:gd name="connsiteX816" fmla="*/ 4889647 w 7467600"/>
              <a:gd name="connsiteY816" fmla="*/ 957147 h 6858000"/>
              <a:gd name="connsiteX817" fmla="*/ 5422504 w 7467600"/>
              <a:gd name="connsiteY817" fmla="*/ 805191 h 6858000"/>
              <a:gd name="connsiteX818" fmla="*/ 6087656 w 7467600"/>
              <a:gd name="connsiteY818" fmla="*/ 826703 h 6858000"/>
              <a:gd name="connsiteX819" fmla="*/ 6058717 w 7467600"/>
              <a:gd name="connsiteY819" fmla="*/ 865992 h 6858000"/>
              <a:gd name="connsiteX820" fmla="*/ 4974153 w 7467600"/>
              <a:gd name="connsiteY820" fmla="*/ 1045456 h 6858000"/>
              <a:gd name="connsiteX821" fmla="*/ 5627835 w 7467600"/>
              <a:gd name="connsiteY821" fmla="*/ 1472077 h 6858000"/>
              <a:gd name="connsiteX822" fmla="*/ 5629817 w 7467600"/>
              <a:gd name="connsiteY822" fmla="*/ 1471412 h 6858000"/>
              <a:gd name="connsiteX823" fmla="*/ 5634124 w 7467600"/>
              <a:gd name="connsiteY823" fmla="*/ 1470572 h 6858000"/>
              <a:gd name="connsiteX824" fmla="*/ 5755832 w 7467600"/>
              <a:gd name="connsiteY824" fmla="*/ 1383886 h 6858000"/>
              <a:gd name="connsiteX825" fmla="*/ 6014186 w 7467600"/>
              <a:gd name="connsiteY825" fmla="*/ 1279799 h 6858000"/>
              <a:gd name="connsiteX826" fmla="*/ 6901619 w 7467600"/>
              <a:gd name="connsiteY826" fmla="*/ 1047874 h 6858000"/>
              <a:gd name="connsiteX827" fmla="*/ 6931566 w 7467600"/>
              <a:gd name="connsiteY827" fmla="*/ 1062034 h 6858000"/>
              <a:gd name="connsiteX828" fmla="*/ 5790982 w 7467600"/>
              <a:gd name="connsiteY828" fmla="*/ 1561380 h 6858000"/>
              <a:gd name="connsiteX829" fmla="*/ 6188971 w 7467600"/>
              <a:gd name="connsiteY829" fmla="*/ 1755168 h 6858000"/>
              <a:gd name="connsiteX830" fmla="*/ 6202446 w 7467600"/>
              <a:gd name="connsiteY830" fmla="*/ 1752268 h 6858000"/>
              <a:gd name="connsiteX831" fmla="*/ 7179560 w 7467600"/>
              <a:gd name="connsiteY831" fmla="*/ 1467551 h 6858000"/>
              <a:gd name="connsiteX832" fmla="*/ 7158730 w 7467600"/>
              <a:gd name="connsiteY832" fmla="*/ 1507835 h 6858000"/>
              <a:gd name="connsiteX833" fmla="*/ 6326959 w 7467600"/>
              <a:gd name="connsiteY833" fmla="*/ 1817686 h 6858000"/>
              <a:gd name="connsiteX834" fmla="*/ 6537433 w 7467600"/>
              <a:gd name="connsiteY834" fmla="*/ 1907790 h 6858000"/>
              <a:gd name="connsiteX835" fmla="*/ 6550221 w 7467600"/>
              <a:gd name="connsiteY835" fmla="*/ 1910729 h 6858000"/>
              <a:gd name="connsiteX836" fmla="*/ 6964438 w 7467600"/>
              <a:gd name="connsiteY836" fmla="*/ 2209505 h 6858000"/>
              <a:gd name="connsiteX837" fmla="*/ 7367862 w 7467600"/>
              <a:gd name="connsiteY837" fmla="*/ 2806833 h 6858000"/>
              <a:gd name="connsiteX838" fmla="*/ 7364329 w 7467600"/>
              <a:gd name="connsiteY838" fmla="*/ 2826907 h 6858000"/>
              <a:gd name="connsiteX839" fmla="*/ 7290545 w 7467600"/>
              <a:gd name="connsiteY839" fmla="*/ 2850663 h 6858000"/>
              <a:gd name="connsiteX840" fmla="*/ 6472036 w 7467600"/>
              <a:gd name="connsiteY840" fmla="*/ 1959003 h 6858000"/>
              <a:gd name="connsiteX841" fmla="*/ 5792897 w 7467600"/>
              <a:gd name="connsiteY841" fmla="*/ 1647747 h 6858000"/>
              <a:gd name="connsiteX842" fmla="*/ 5842751 w 7467600"/>
              <a:gd name="connsiteY842" fmla="*/ 1816112 h 6858000"/>
              <a:gd name="connsiteX843" fmla="*/ 5847424 w 7467600"/>
              <a:gd name="connsiteY843" fmla="*/ 1815776 h 6858000"/>
              <a:gd name="connsiteX844" fmla="*/ 6399821 w 7467600"/>
              <a:gd name="connsiteY844" fmla="*/ 2344799 h 6858000"/>
              <a:gd name="connsiteX845" fmla="*/ 6323232 w 7467600"/>
              <a:gd name="connsiteY845" fmla="*/ 2389634 h 6858000"/>
              <a:gd name="connsiteX846" fmla="*/ 5942958 w 7467600"/>
              <a:gd name="connsiteY846" fmla="*/ 2077708 h 6858000"/>
              <a:gd name="connsiteX847" fmla="*/ 5921559 w 7467600"/>
              <a:gd name="connsiteY847" fmla="*/ 2378596 h 6858000"/>
              <a:gd name="connsiteX848" fmla="*/ 5817651 w 7467600"/>
              <a:gd name="connsiteY848" fmla="*/ 3023919 h 6858000"/>
              <a:gd name="connsiteX849" fmla="*/ 5729634 w 7467600"/>
              <a:gd name="connsiteY849" fmla="*/ 3051849 h 6858000"/>
              <a:gd name="connsiteX850" fmla="*/ 5611018 w 7467600"/>
              <a:gd name="connsiteY850" fmla="*/ 2316769 h 6858000"/>
              <a:gd name="connsiteX851" fmla="*/ 5687608 w 7467600"/>
              <a:gd name="connsiteY851" fmla="*/ 2039972 h 6858000"/>
              <a:gd name="connsiteX852" fmla="*/ 5657554 w 7467600"/>
              <a:gd name="connsiteY852" fmla="*/ 1576445 h 6858000"/>
              <a:gd name="connsiteX853" fmla="*/ 5150475 w 7467600"/>
              <a:gd name="connsiteY853" fmla="*/ 1274012 h 6858000"/>
              <a:gd name="connsiteX854" fmla="*/ 5349142 w 7467600"/>
              <a:gd name="connsiteY854" fmla="*/ 2204405 h 6858000"/>
              <a:gd name="connsiteX855" fmla="*/ 5262214 w 7467600"/>
              <a:gd name="connsiteY855" fmla="*/ 2233836 h 6858000"/>
              <a:gd name="connsiteX856" fmla="*/ 4981539 w 7467600"/>
              <a:gd name="connsiteY856" fmla="*/ 1542201 h 6858000"/>
              <a:gd name="connsiteX857" fmla="*/ 4958461 w 7467600"/>
              <a:gd name="connsiteY857" fmla="*/ 1136957 h 6858000"/>
              <a:gd name="connsiteX858" fmla="*/ 4655015 w 7467600"/>
              <a:gd name="connsiteY858" fmla="*/ 891426 h 6858000"/>
              <a:gd name="connsiteX859" fmla="*/ 4348002 w 7467600"/>
              <a:gd name="connsiteY859" fmla="*/ 2205895 h 6858000"/>
              <a:gd name="connsiteX860" fmla="*/ 4262250 w 7467600"/>
              <a:gd name="connsiteY860" fmla="*/ 2219972 h 6858000"/>
              <a:gd name="connsiteX861" fmla="*/ 4550611 w 7467600"/>
              <a:gd name="connsiteY861" fmla="*/ 817540 h 6858000"/>
              <a:gd name="connsiteX862" fmla="*/ 4564418 w 7467600"/>
              <a:gd name="connsiteY862" fmla="*/ 808293 h 6858000"/>
              <a:gd name="connsiteX863" fmla="*/ 4266388 w 7467600"/>
              <a:gd name="connsiteY863" fmla="*/ 500083 h 6858000"/>
              <a:gd name="connsiteX864" fmla="*/ 4032842 w 7467600"/>
              <a:gd name="connsiteY864" fmla="*/ 211809 h 6858000"/>
              <a:gd name="connsiteX865" fmla="*/ 3882765 w 7467600"/>
              <a:gd name="connsiteY865" fmla="*/ 0 h 6858000"/>
              <a:gd name="connsiteX866" fmla="*/ 3721337 w 7467600"/>
              <a:gd name="connsiteY866" fmla="*/ 0 h 6858000"/>
              <a:gd name="connsiteX867" fmla="*/ 3797544 w 7467600"/>
              <a:gd name="connsiteY867" fmla="*/ 0 h 6858000"/>
              <a:gd name="connsiteX868" fmla="*/ 3775734 w 7467600"/>
              <a:gd name="connsiteY868" fmla="*/ 95131 h 6858000"/>
              <a:gd name="connsiteX869" fmla="*/ 3724807 w 7467600"/>
              <a:gd name="connsiteY869" fmla="*/ 272257 h 6858000"/>
              <a:gd name="connsiteX870" fmla="*/ 3726844 w 7467600"/>
              <a:gd name="connsiteY870" fmla="*/ 282988 h 6858000"/>
              <a:gd name="connsiteX871" fmla="*/ 3742664 w 7467600"/>
              <a:gd name="connsiteY871" fmla="*/ 279918 h 6858000"/>
              <a:gd name="connsiteX872" fmla="*/ 4103910 w 7467600"/>
              <a:gd name="connsiteY872" fmla="*/ 1161917 h 6858000"/>
              <a:gd name="connsiteX873" fmla="*/ 4020269 w 7467600"/>
              <a:gd name="connsiteY873" fmla="*/ 1200406 h 6858000"/>
              <a:gd name="connsiteX874" fmla="*/ 3674882 w 7467600"/>
              <a:gd name="connsiteY874" fmla="*/ 488524 h 6858000"/>
              <a:gd name="connsiteX875" fmla="*/ 3132682 w 7467600"/>
              <a:gd name="connsiteY875" fmla="*/ 1072284 h 6858000"/>
              <a:gd name="connsiteX876" fmla="*/ 2716346 w 7467600"/>
              <a:gd name="connsiteY876" fmla="*/ 1276376 h 6858000"/>
              <a:gd name="connsiteX877" fmla="*/ 2716772 w 7467600"/>
              <a:gd name="connsiteY877" fmla="*/ 1255462 h 6858000"/>
              <a:gd name="connsiteX878" fmla="*/ 3471096 w 7467600"/>
              <a:gd name="connsiteY878" fmla="*/ 437072 h 6858000"/>
              <a:gd name="connsiteX879" fmla="*/ 3639057 w 7467600"/>
              <a:gd name="connsiteY879" fmla="*/ 286334 h 6858000"/>
              <a:gd name="connsiteX880" fmla="*/ 3640309 w 7467600"/>
              <a:gd name="connsiteY880" fmla="*/ 284664 h 6858000"/>
              <a:gd name="connsiteX881" fmla="*/ 3646022 w 7467600"/>
              <a:gd name="connsiteY881" fmla="*/ 276711 h 6858000"/>
              <a:gd name="connsiteX882" fmla="*/ 3707943 w 7467600"/>
              <a:gd name="connsiteY882" fmla="*/ 65958 h 6858000"/>
              <a:gd name="connsiteX883" fmla="*/ 3721337 w 7467600"/>
              <a:gd name="connsiteY883" fmla="*/ 0 h 6858000"/>
              <a:gd name="connsiteX884" fmla="*/ 2867960 w 7467600"/>
              <a:gd name="connsiteY884" fmla="*/ 0 h 6858000"/>
              <a:gd name="connsiteX885" fmla="*/ 2926351 w 7467600"/>
              <a:gd name="connsiteY885" fmla="*/ 0 h 6858000"/>
              <a:gd name="connsiteX886" fmla="*/ 2902823 w 7467600"/>
              <a:gd name="connsiteY886" fmla="*/ 262929 h 6858000"/>
              <a:gd name="connsiteX887" fmla="*/ 2940663 w 7467600"/>
              <a:gd name="connsiteY887" fmla="*/ 140884 h 6858000"/>
              <a:gd name="connsiteX888" fmla="*/ 2947039 w 7467600"/>
              <a:gd name="connsiteY888" fmla="*/ 122524 h 6858000"/>
              <a:gd name="connsiteX889" fmla="*/ 2984316 w 7467600"/>
              <a:gd name="connsiteY889" fmla="*/ 0 h 6858000"/>
              <a:gd name="connsiteX890" fmla="*/ 3016114 w 7467600"/>
              <a:gd name="connsiteY890" fmla="*/ 0 h 6858000"/>
              <a:gd name="connsiteX891" fmla="*/ 2979949 w 7467600"/>
              <a:gd name="connsiteY891" fmla="*/ 119274 h 6858000"/>
              <a:gd name="connsiteX892" fmla="*/ 3023879 w 7467600"/>
              <a:gd name="connsiteY892" fmla="*/ 0 h 6858000"/>
              <a:gd name="connsiteX893" fmla="*/ 3105400 w 7467600"/>
              <a:gd name="connsiteY893" fmla="*/ 0 h 6858000"/>
              <a:gd name="connsiteX894" fmla="*/ 3094669 w 7467600"/>
              <a:gd name="connsiteY894" fmla="*/ 30308 h 6858000"/>
              <a:gd name="connsiteX895" fmla="*/ 2901945 w 7467600"/>
              <a:gd name="connsiteY895" fmla="*/ 466538 h 6858000"/>
              <a:gd name="connsiteX896" fmla="*/ 2815209 w 7467600"/>
              <a:gd name="connsiteY896" fmla="*/ 497361 h 6858000"/>
              <a:gd name="connsiteX897" fmla="*/ 2844845 w 7467600"/>
              <a:gd name="connsiteY897" fmla="*/ 127638 h 6858000"/>
              <a:gd name="connsiteX898" fmla="*/ 2867960 w 7467600"/>
              <a:gd name="connsiteY898" fmla="*/ 0 h 6858000"/>
              <a:gd name="connsiteX899" fmla="*/ 1057230 w 7467600"/>
              <a:gd name="connsiteY899" fmla="*/ 0 h 6858000"/>
              <a:gd name="connsiteX900" fmla="*/ 1111003 w 7467600"/>
              <a:gd name="connsiteY900" fmla="*/ 0 h 6858000"/>
              <a:gd name="connsiteX901" fmla="*/ 1125553 w 7467600"/>
              <a:gd name="connsiteY901" fmla="*/ 52588 h 6858000"/>
              <a:gd name="connsiteX902" fmla="*/ 1304276 w 7467600"/>
              <a:gd name="connsiteY902" fmla="*/ 476275 h 6858000"/>
              <a:gd name="connsiteX903" fmla="*/ 1492066 w 7467600"/>
              <a:gd name="connsiteY903" fmla="*/ 886333 h 6858000"/>
              <a:gd name="connsiteX904" fmla="*/ 1423698 w 7467600"/>
              <a:gd name="connsiteY904" fmla="*/ 710817 h 6858000"/>
              <a:gd name="connsiteX905" fmla="*/ 1357609 w 7467600"/>
              <a:gd name="connsiteY905" fmla="*/ 532892 h 6858000"/>
              <a:gd name="connsiteX906" fmla="*/ 1309550 w 7467600"/>
              <a:gd name="connsiteY906" fmla="*/ 374031 h 6858000"/>
              <a:gd name="connsiteX907" fmla="*/ 1193673 w 7467600"/>
              <a:gd name="connsiteY907" fmla="*/ 49533 h 6858000"/>
              <a:gd name="connsiteX908" fmla="*/ 1164391 w 7467600"/>
              <a:gd name="connsiteY908" fmla="*/ 0 h 6858000"/>
              <a:gd name="connsiteX909" fmla="*/ 1200666 w 7467600"/>
              <a:gd name="connsiteY909" fmla="*/ 0 h 6858000"/>
              <a:gd name="connsiteX910" fmla="*/ 1223408 w 7467600"/>
              <a:gd name="connsiteY910" fmla="*/ 38996 h 6858000"/>
              <a:gd name="connsiteX911" fmla="*/ 1339635 w 7467600"/>
              <a:gd name="connsiteY911" fmla="*/ 365517 h 6858000"/>
              <a:gd name="connsiteX912" fmla="*/ 1387469 w 7467600"/>
              <a:gd name="connsiteY912" fmla="*/ 523079 h 6858000"/>
              <a:gd name="connsiteX913" fmla="*/ 1452685 w 7467600"/>
              <a:gd name="connsiteY913" fmla="*/ 699806 h 6858000"/>
              <a:gd name="connsiteX914" fmla="*/ 1492092 w 7467600"/>
              <a:gd name="connsiteY914" fmla="*/ 800424 h 6858000"/>
              <a:gd name="connsiteX915" fmla="*/ 1455302 w 7467600"/>
              <a:gd name="connsiteY915" fmla="*/ 632913 h 6858000"/>
              <a:gd name="connsiteX916" fmla="*/ 1222336 w 7467600"/>
              <a:gd name="connsiteY916" fmla="*/ 9480 h 6858000"/>
              <a:gd name="connsiteX917" fmla="*/ 1214634 w 7467600"/>
              <a:gd name="connsiteY917" fmla="*/ 0 h 6858000"/>
              <a:gd name="connsiteX918" fmla="*/ 1289827 w 7467600"/>
              <a:gd name="connsiteY918" fmla="*/ 0 h 6858000"/>
              <a:gd name="connsiteX919" fmla="*/ 1321076 w 7467600"/>
              <a:gd name="connsiteY919" fmla="*/ 59722 h 6858000"/>
              <a:gd name="connsiteX920" fmla="*/ 1512579 w 7467600"/>
              <a:gd name="connsiteY920" fmla="*/ 626441 h 6858000"/>
              <a:gd name="connsiteX921" fmla="*/ 1506076 w 7467600"/>
              <a:gd name="connsiteY921" fmla="*/ 1089289 h 6858000"/>
              <a:gd name="connsiteX922" fmla="*/ 1486346 w 7467600"/>
              <a:gd name="connsiteY922" fmla="*/ 1079919 h 6858000"/>
              <a:gd name="connsiteX923" fmla="*/ 1070511 w 7467600"/>
              <a:gd name="connsiteY923" fmla="*/ 48609 h 6858000"/>
              <a:gd name="connsiteX924" fmla="*/ 1057230 w 7467600"/>
              <a:gd name="connsiteY924" fmla="*/ 0 h 6858000"/>
              <a:gd name="connsiteX925" fmla="*/ 43151 w 7467600"/>
              <a:gd name="connsiteY925" fmla="*/ 0 h 6858000"/>
              <a:gd name="connsiteX926" fmla="*/ 95283 w 7467600"/>
              <a:gd name="connsiteY926" fmla="*/ 0 h 6858000"/>
              <a:gd name="connsiteX927" fmla="*/ 300708 w 7467600"/>
              <a:gd name="connsiteY927" fmla="*/ 154571 h 6858000"/>
              <a:gd name="connsiteX928" fmla="*/ 530414 w 7467600"/>
              <a:gd name="connsiteY928" fmla="*/ 354673 h 6858000"/>
              <a:gd name="connsiteX929" fmla="*/ 333785 w 7467600"/>
              <a:gd name="connsiteY929" fmla="*/ 161564 h 6858000"/>
              <a:gd name="connsiteX930" fmla="*/ 147005 w 7467600"/>
              <a:gd name="connsiteY930" fmla="*/ 0 h 6858000"/>
              <a:gd name="connsiteX931" fmla="*/ 272509 w 7467600"/>
              <a:gd name="connsiteY931" fmla="*/ 0 h 6858000"/>
              <a:gd name="connsiteX932" fmla="*/ 326276 w 7467600"/>
              <a:gd name="connsiteY932" fmla="*/ 45847 h 6858000"/>
              <a:gd name="connsiteX933" fmla="*/ 823759 w 7467600"/>
              <a:gd name="connsiteY933" fmla="*/ 574145 h 6858000"/>
              <a:gd name="connsiteX934" fmla="*/ 811254 w 7467600"/>
              <a:gd name="connsiteY934" fmla="*/ 665546 h 6858000"/>
              <a:gd name="connsiteX935" fmla="*/ 154042 w 7467600"/>
              <a:gd name="connsiteY935" fmla="*/ 261522 h 6858000"/>
              <a:gd name="connsiteX936" fmla="*/ 13550 w 7467600"/>
              <a:gd name="connsiteY936" fmla="*/ 158423 h 6858000"/>
              <a:gd name="connsiteX937" fmla="*/ 0 w 7467600"/>
              <a:gd name="connsiteY937" fmla="*/ 146618 h 6858000"/>
              <a:gd name="connsiteX938" fmla="*/ 0 w 7467600"/>
              <a:gd name="connsiteY938" fmla="*/ 59161 h 6858000"/>
              <a:gd name="connsiteX939" fmla="*/ 45427 w 7467600"/>
              <a:gd name="connsiteY939" fmla="*/ 101078 h 6858000"/>
              <a:gd name="connsiteX940" fmla="*/ 630103 w 7467600"/>
              <a:gd name="connsiteY940" fmla="*/ 485885 h 6858000"/>
              <a:gd name="connsiteX941" fmla="*/ 532040 w 7467600"/>
              <a:gd name="connsiteY941" fmla="*/ 399359 h 6858000"/>
              <a:gd name="connsiteX942" fmla="*/ 517618 w 7467600"/>
              <a:gd name="connsiteY942" fmla="*/ 385726 h 6858000"/>
              <a:gd name="connsiteX943" fmla="*/ 285074 w 7467600"/>
              <a:gd name="connsiteY943" fmla="*/ 182755 h 6858000"/>
              <a:gd name="connsiteX944" fmla="*/ 43151 w 7467600"/>
              <a:gd name="connsiteY944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467600 w 7467600"/>
              <a:gd name="connsiteY10" fmla="*/ 6714215 h 6858000"/>
              <a:gd name="connsiteX11" fmla="*/ 7289862 w 7467600"/>
              <a:gd name="connsiteY11" fmla="*/ 6659827 h 6858000"/>
              <a:gd name="connsiteX12" fmla="*/ 1019354 w 7467600"/>
              <a:gd name="connsiteY12" fmla="*/ 6315006 h 6858000"/>
              <a:gd name="connsiteX13" fmla="*/ 441046 w 7467600"/>
              <a:gd name="connsiteY13" fmla="*/ 6691153 h 6858000"/>
              <a:gd name="connsiteX14" fmla="*/ 1019354 w 7467600"/>
              <a:gd name="connsiteY14" fmla="*/ 6315006 h 6858000"/>
              <a:gd name="connsiteX15" fmla="*/ 991680 w 7467600"/>
              <a:gd name="connsiteY15" fmla="*/ 6298413 h 6858000"/>
              <a:gd name="connsiteX16" fmla="*/ 409060 w 7467600"/>
              <a:gd name="connsiteY16" fmla="*/ 6671470 h 6858000"/>
              <a:gd name="connsiteX17" fmla="*/ 991680 w 7467600"/>
              <a:gd name="connsiteY17" fmla="*/ 6298413 h 6858000"/>
              <a:gd name="connsiteX18" fmla="*/ 103333 w 7467600"/>
              <a:gd name="connsiteY18" fmla="*/ 5699602 h 6858000"/>
              <a:gd name="connsiteX19" fmla="*/ 233938 w 7467600"/>
              <a:gd name="connsiteY19" fmla="*/ 5809416 h 6858000"/>
              <a:gd name="connsiteX20" fmla="*/ 883580 w 7467600"/>
              <a:gd name="connsiteY20" fmla="*/ 6180710 h 6858000"/>
              <a:gd name="connsiteX21" fmla="*/ 487337 w 7467600"/>
              <a:gd name="connsiteY21" fmla="*/ 5950182 h 6858000"/>
              <a:gd name="connsiteX22" fmla="*/ 354051 w 7467600"/>
              <a:gd name="connsiteY22" fmla="*/ 5854912 h 6858000"/>
              <a:gd name="connsiteX23" fmla="*/ 195436 w 7467600"/>
              <a:gd name="connsiteY23" fmla="*/ 5755068 h 6858000"/>
              <a:gd name="connsiteX24" fmla="*/ 103333 w 7467600"/>
              <a:gd name="connsiteY24" fmla="*/ 5699602 h 6858000"/>
              <a:gd name="connsiteX25" fmla="*/ 5539432 w 7467600"/>
              <a:gd name="connsiteY25" fmla="*/ 5642928 h 6858000"/>
              <a:gd name="connsiteX26" fmla="*/ 5555462 w 7467600"/>
              <a:gd name="connsiteY26" fmla="*/ 5694454 h 6858000"/>
              <a:gd name="connsiteX27" fmla="*/ 5828270 w 7467600"/>
              <a:gd name="connsiteY27" fmla="*/ 6320663 h 6858000"/>
              <a:gd name="connsiteX28" fmla="*/ 5947416 w 7467600"/>
              <a:gd name="connsiteY28" fmla="*/ 6574846 h 6858000"/>
              <a:gd name="connsiteX29" fmla="*/ 5539432 w 7467600"/>
              <a:gd name="connsiteY29" fmla="*/ 5642928 h 6858000"/>
              <a:gd name="connsiteX30" fmla="*/ 51253 w 7467600"/>
              <a:gd name="connsiteY30" fmla="*/ 5631825 h 6858000"/>
              <a:gd name="connsiteX31" fmla="*/ 211622 w 7467600"/>
              <a:gd name="connsiteY31" fmla="*/ 5728803 h 6858000"/>
              <a:gd name="connsiteX32" fmla="*/ 371652 w 7467600"/>
              <a:gd name="connsiteY32" fmla="*/ 5829062 h 6858000"/>
              <a:gd name="connsiteX33" fmla="*/ 505903 w 7467600"/>
              <a:gd name="connsiteY33" fmla="*/ 5925221 h 6858000"/>
              <a:gd name="connsiteX34" fmla="*/ 899240 w 7467600"/>
              <a:gd name="connsiteY34" fmla="*/ 6153068 h 6858000"/>
              <a:gd name="connsiteX35" fmla="*/ 988114 w 7467600"/>
              <a:gd name="connsiteY35" fmla="*/ 6174204 h 6858000"/>
              <a:gd name="connsiteX36" fmla="*/ 845971 w 7467600"/>
              <a:gd name="connsiteY36" fmla="*/ 6067177 h 6858000"/>
              <a:gd name="connsiteX37" fmla="*/ 448057 w 7467600"/>
              <a:gd name="connsiteY37" fmla="*/ 5841376 h 6858000"/>
              <a:gd name="connsiteX38" fmla="*/ 51253 w 7467600"/>
              <a:gd name="connsiteY38" fmla="*/ 5631825 h 6858000"/>
              <a:gd name="connsiteX39" fmla="*/ 2606687 w 7467600"/>
              <a:gd name="connsiteY39" fmla="*/ 5630718 h 6858000"/>
              <a:gd name="connsiteX40" fmla="*/ 2645658 w 7467600"/>
              <a:gd name="connsiteY40" fmla="*/ 6640259 h 6858000"/>
              <a:gd name="connsiteX41" fmla="*/ 2606687 w 7467600"/>
              <a:gd name="connsiteY41" fmla="*/ 5630718 h 6858000"/>
              <a:gd name="connsiteX42" fmla="*/ 3642057 w 7467600"/>
              <a:gd name="connsiteY42" fmla="*/ 5573487 h 6858000"/>
              <a:gd name="connsiteX43" fmla="*/ 3632981 w 7467600"/>
              <a:gd name="connsiteY43" fmla="*/ 5579437 h 6858000"/>
              <a:gd name="connsiteX44" fmla="*/ 3382436 w 7467600"/>
              <a:gd name="connsiteY44" fmla="*/ 5952726 h 6858000"/>
              <a:gd name="connsiteX45" fmla="*/ 3191929 w 7467600"/>
              <a:gd name="connsiteY45" fmla="*/ 6662669 h 6858000"/>
              <a:gd name="connsiteX46" fmla="*/ 3369898 w 7467600"/>
              <a:gd name="connsiteY46" fmla="*/ 6081771 h 6858000"/>
              <a:gd name="connsiteX47" fmla="*/ 3642057 w 7467600"/>
              <a:gd name="connsiteY47" fmla="*/ 5573487 h 6858000"/>
              <a:gd name="connsiteX48" fmla="*/ 2650666 w 7467600"/>
              <a:gd name="connsiteY48" fmla="*/ 5530686 h 6858000"/>
              <a:gd name="connsiteX49" fmla="*/ 2650249 w 7467600"/>
              <a:gd name="connsiteY49" fmla="*/ 5532101 h 6858000"/>
              <a:gd name="connsiteX50" fmla="*/ 2663808 w 7467600"/>
              <a:gd name="connsiteY50" fmla="*/ 6535215 h 6858000"/>
              <a:gd name="connsiteX51" fmla="*/ 2665418 w 7467600"/>
              <a:gd name="connsiteY51" fmla="*/ 6132756 h 6858000"/>
              <a:gd name="connsiteX52" fmla="*/ 2650666 w 7467600"/>
              <a:gd name="connsiteY52" fmla="*/ 5530686 h 6858000"/>
              <a:gd name="connsiteX53" fmla="*/ 2680277 w 7467600"/>
              <a:gd name="connsiteY53" fmla="*/ 5479204 h 6858000"/>
              <a:gd name="connsiteX54" fmla="*/ 2678972 w 7467600"/>
              <a:gd name="connsiteY54" fmla="*/ 5481582 h 6858000"/>
              <a:gd name="connsiteX55" fmla="*/ 2696666 w 7467600"/>
              <a:gd name="connsiteY55" fmla="*/ 6133836 h 6858000"/>
              <a:gd name="connsiteX56" fmla="*/ 2695769 w 7467600"/>
              <a:gd name="connsiteY56" fmla="*/ 6390955 h 6858000"/>
              <a:gd name="connsiteX57" fmla="*/ 2739893 w 7467600"/>
              <a:gd name="connsiteY57" fmla="*/ 6108357 h 6858000"/>
              <a:gd name="connsiteX58" fmla="*/ 2680277 w 7467600"/>
              <a:gd name="connsiteY58" fmla="*/ 5479204 h 6858000"/>
              <a:gd name="connsiteX59" fmla="*/ 1132195 w 7467600"/>
              <a:gd name="connsiteY59" fmla="*/ 5467980 h 6858000"/>
              <a:gd name="connsiteX60" fmla="*/ 1679056 w 7467600"/>
              <a:gd name="connsiteY60" fmla="*/ 5516907 h 6858000"/>
              <a:gd name="connsiteX61" fmla="*/ 2128648 w 7467600"/>
              <a:gd name="connsiteY61" fmla="*/ 5474249 h 6858000"/>
              <a:gd name="connsiteX62" fmla="*/ 1825619 w 7467600"/>
              <a:gd name="connsiteY62" fmla="*/ 5478447 h 6858000"/>
              <a:gd name="connsiteX63" fmla="*/ 1737798 w 7467600"/>
              <a:gd name="connsiteY63" fmla="*/ 5483353 h 6858000"/>
              <a:gd name="connsiteX64" fmla="*/ 1132195 w 7467600"/>
              <a:gd name="connsiteY64" fmla="*/ 5467980 h 6858000"/>
              <a:gd name="connsiteX65" fmla="*/ 1456157 w 7467600"/>
              <a:gd name="connsiteY65" fmla="*/ 5371404 h 6858000"/>
              <a:gd name="connsiteX66" fmla="*/ 1244432 w 7467600"/>
              <a:gd name="connsiteY66" fmla="*/ 5385601 h 6858000"/>
              <a:gd name="connsiteX67" fmla="*/ 973990 w 7467600"/>
              <a:gd name="connsiteY67" fmla="*/ 5424940 h 6858000"/>
              <a:gd name="connsiteX68" fmla="*/ 1103809 w 7467600"/>
              <a:gd name="connsiteY68" fmla="*/ 5433720 h 6858000"/>
              <a:gd name="connsiteX69" fmla="*/ 1123454 w 7467600"/>
              <a:gd name="connsiteY69" fmla="*/ 5435727 h 6858000"/>
              <a:gd name="connsiteX70" fmla="*/ 1737017 w 7467600"/>
              <a:gd name="connsiteY70" fmla="*/ 5452183 h 6858000"/>
              <a:gd name="connsiteX71" fmla="*/ 1824397 w 7467600"/>
              <a:gd name="connsiteY71" fmla="*/ 5447757 h 6858000"/>
              <a:gd name="connsiteX72" fmla="*/ 2070059 w 7467600"/>
              <a:gd name="connsiteY72" fmla="*/ 5441660 h 6858000"/>
              <a:gd name="connsiteX73" fmla="*/ 1456157 w 7467600"/>
              <a:gd name="connsiteY73" fmla="*/ 5371404 h 6858000"/>
              <a:gd name="connsiteX74" fmla="*/ 4988186 w 7467600"/>
              <a:gd name="connsiteY74" fmla="*/ 5216467 h 6858000"/>
              <a:gd name="connsiteX75" fmla="*/ 4777334 w 7467600"/>
              <a:gd name="connsiteY75" fmla="*/ 5406072 h 6858000"/>
              <a:gd name="connsiteX76" fmla="*/ 4718341 w 7467600"/>
              <a:gd name="connsiteY76" fmla="*/ 5468043 h 6858000"/>
              <a:gd name="connsiteX77" fmla="*/ 4604655 w 7467600"/>
              <a:gd name="connsiteY77" fmla="*/ 5583434 h 6858000"/>
              <a:gd name="connsiteX78" fmla="*/ 4565074 w 7467600"/>
              <a:gd name="connsiteY78" fmla="*/ 5618550 h 6858000"/>
              <a:gd name="connsiteX79" fmla="*/ 4988186 w 7467600"/>
              <a:gd name="connsiteY79" fmla="*/ 5216467 h 6858000"/>
              <a:gd name="connsiteX80" fmla="*/ 4978032 w 7467600"/>
              <a:gd name="connsiteY80" fmla="*/ 5183809 h 6858000"/>
              <a:gd name="connsiteX81" fmla="*/ 4463413 w 7467600"/>
              <a:gd name="connsiteY81" fmla="*/ 5615162 h 6858000"/>
              <a:gd name="connsiteX82" fmla="*/ 4358134 w 7467600"/>
              <a:gd name="connsiteY82" fmla="*/ 5742791 h 6858000"/>
              <a:gd name="connsiteX83" fmla="*/ 4376219 w 7467600"/>
              <a:gd name="connsiteY83" fmla="*/ 5729027 h 6858000"/>
              <a:gd name="connsiteX84" fmla="*/ 4582340 w 7467600"/>
              <a:gd name="connsiteY84" fmla="*/ 5561037 h 6858000"/>
              <a:gd name="connsiteX85" fmla="*/ 4694684 w 7467600"/>
              <a:gd name="connsiteY85" fmla="*/ 5447098 h 6858000"/>
              <a:gd name="connsiteX86" fmla="*/ 4754123 w 7467600"/>
              <a:gd name="connsiteY86" fmla="*/ 5384643 h 6858000"/>
              <a:gd name="connsiteX87" fmla="*/ 4978032 w 7467600"/>
              <a:gd name="connsiteY87" fmla="*/ 5183809 h 6858000"/>
              <a:gd name="connsiteX88" fmla="*/ 1903353 w 7467600"/>
              <a:gd name="connsiteY88" fmla="*/ 5044827 h 6858000"/>
              <a:gd name="connsiteX89" fmla="*/ 1936931 w 7467600"/>
              <a:gd name="connsiteY89" fmla="*/ 5093954 h 6858000"/>
              <a:gd name="connsiteX90" fmla="*/ 2195868 w 7467600"/>
              <a:gd name="connsiteY90" fmla="*/ 5396574 h 6858000"/>
              <a:gd name="connsiteX91" fmla="*/ 2088852 w 7467600"/>
              <a:gd name="connsiteY91" fmla="*/ 5166123 h 6858000"/>
              <a:gd name="connsiteX92" fmla="*/ 1958241 w 7467600"/>
              <a:gd name="connsiteY92" fmla="*/ 5067955 h 6858000"/>
              <a:gd name="connsiteX93" fmla="*/ 1903353 w 7467600"/>
              <a:gd name="connsiteY93" fmla="*/ 5044827 h 6858000"/>
              <a:gd name="connsiteX94" fmla="*/ 1979378 w 7467600"/>
              <a:gd name="connsiteY94" fmla="*/ 4769504 h 6858000"/>
              <a:gd name="connsiteX95" fmla="*/ 2882120 w 7467600"/>
              <a:gd name="connsiteY95" fmla="*/ 5064547 h 6858000"/>
              <a:gd name="connsiteX96" fmla="*/ 2793103 w 7467600"/>
              <a:gd name="connsiteY96" fmla="*/ 5039699 h 6858000"/>
              <a:gd name="connsiteX97" fmla="*/ 2770041 w 7467600"/>
              <a:gd name="connsiteY97" fmla="*/ 5033634 h 6858000"/>
              <a:gd name="connsiteX98" fmla="*/ 1979378 w 7467600"/>
              <a:gd name="connsiteY98" fmla="*/ 4769504 h 6858000"/>
              <a:gd name="connsiteX99" fmla="*/ 1927410 w 7467600"/>
              <a:gd name="connsiteY99" fmla="*/ 4716164 h 6858000"/>
              <a:gd name="connsiteX100" fmla="*/ 1959587 w 7467600"/>
              <a:gd name="connsiteY100" fmla="*/ 4728849 h 6858000"/>
              <a:gd name="connsiteX101" fmla="*/ 2777707 w 7467600"/>
              <a:gd name="connsiteY101" fmla="*/ 5003991 h 6858000"/>
              <a:gd name="connsiteX102" fmla="*/ 2800768 w 7467600"/>
              <a:gd name="connsiteY102" fmla="*/ 5010056 h 6858000"/>
              <a:gd name="connsiteX103" fmla="*/ 2879408 w 7467600"/>
              <a:gd name="connsiteY103" fmla="*/ 5031590 h 6858000"/>
              <a:gd name="connsiteX104" fmla="*/ 2862295 w 7467600"/>
              <a:gd name="connsiteY104" fmla="*/ 5022958 h 6858000"/>
              <a:gd name="connsiteX105" fmla="*/ 2813343 w 7467600"/>
              <a:gd name="connsiteY105" fmla="*/ 4998369 h 6858000"/>
              <a:gd name="connsiteX106" fmla="*/ 2646245 w 7467600"/>
              <a:gd name="connsiteY106" fmla="*/ 4930999 h 6858000"/>
              <a:gd name="connsiteX107" fmla="*/ 1999243 w 7467600"/>
              <a:gd name="connsiteY107" fmla="*/ 4730524 h 6858000"/>
              <a:gd name="connsiteX108" fmla="*/ 1979527 w 7467600"/>
              <a:gd name="connsiteY108" fmla="*/ 4726651 h 6858000"/>
              <a:gd name="connsiteX109" fmla="*/ 1927410 w 7467600"/>
              <a:gd name="connsiteY109" fmla="*/ 4716164 h 6858000"/>
              <a:gd name="connsiteX110" fmla="*/ 1997014 w 7467600"/>
              <a:gd name="connsiteY110" fmla="*/ 4698007 h 6858000"/>
              <a:gd name="connsiteX111" fmla="*/ 2005458 w 7467600"/>
              <a:gd name="connsiteY111" fmla="*/ 4699540 h 6858000"/>
              <a:gd name="connsiteX112" fmla="*/ 2657186 w 7467600"/>
              <a:gd name="connsiteY112" fmla="*/ 4901687 h 6858000"/>
              <a:gd name="connsiteX113" fmla="*/ 2826662 w 7467600"/>
              <a:gd name="connsiteY113" fmla="*/ 4970362 h 6858000"/>
              <a:gd name="connsiteX114" fmla="*/ 2876100 w 7467600"/>
              <a:gd name="connsiteY114" fmla="*/ 4995397 h 6858000"/>
              <a:gd name="connsiteX115" fmla="*/ 3042600 w 7467600"/>
              <a:gd name="connsiteY115" fmla="*/ 5059532 h 6858000"/>
              <a:gd name="connsiteX116" fmla="*/ 1997014 w 7467600"/>
              <a:gd name="connsiteY116" fmla="*/ 4698007 h 6858000"/>
              <a:gd name="connsiteX117" fmla="*/ 2305292 w 7467600"/>
              <a:gd name="connsiteY117" fmla="*/ 4219492 h 6858000"/>
              <a:gd name="connsiteX118" fmla="*/ 3360922 w 7467600"/>
              <a:gd name="connsiteY118" fmla="*/ 4529373 h 6858000"/>
              <a:gd name="connsiteX119" fmla="*/ 3492420 w 7467600"/>
              <a:gd name="connsiteY119" fmla="*/ 4510145 h 6858000"/>
              <a:gd name="connsiteX120" fmla="*/ 3364086 w 7467600"/>
              <a:gd name="connsiteY120" fmla="*/ 4480340 h 6858000"/>
              <a:gd name="connsiteX121" fmla="*/ 3225818 w 7467600"/>
              <a:gd name="connsiteY121" fmla="*/ 4411822 h 6858000"/>
              <a:gd name="connsiteX122" fmla="*/ 3129696 w 7467600"/>
              <a:gd name="connsiteY122" fmla="*/ 4360704 h 6858000"/>
              <a:gd name="connsiteX123" fmla="*/ 2814545 w 7467600"/>
              <a:gd name="connsiteY123" fmla="*/ 4282955 h 6858000"/>
              <a:gd name="connsiteX124" fmla="*/ 2305292 w 7467600"/>
              <a:gd name="connsiteY124" fmla="*/ 4219492 h 6858000"/>
              <a:gd name="connsiteX125" fmla="*/ 2626982 w 7467600"/>
              <a:gd name="connsiteY125" fmla="*/ 4206450 h 6858000"/>
              <a:gd name="connsiteX126" fmla="*/ 2490617 w 7467600"/>
              <a:gd name="connsiteY126" fmla="*/ 4206951 h 6858000"/>
              <a:gd name="connsiteX127" fmla="*/ 2819869 w 7467600"/>
              <a:gd name="connsiteY127" fmla="*/ 4252936 h 6858000"/>
              <a:gd name="connsiteX128" fmla="*/ 3143018 w 7467600"/>
              <a:gd name="connsiteY128" fmla="*/ 4332698 h 6858000"/>
              <a:gd name="connsiteX129" fmla="*/ 3241520 w 7467600"/>
              <a:gd name="connsiteY129" fmla="*/ 4385112 h 6858000"/>
              <a:gd name="connsiteX130" fmla="*/ 3374575 w 7467600"/>
              <a:gd name="connsiteY130" fmla="*/ 4451517 h 6858000"/>
              <a:gd name="connsiteX131" fmla="*/ 3505221 w 7467600"/>
              <a:gd name="connsiteY131" fmla="*/ 4480757 h 6858000"/>
              <a:gd name="connsiteX132" fmla="*/ 2626982 w 7467600"/>
              <a:gd name="connsiteY132" fmla="*/ 4206450 h 6858000"/>
              <a:gd name="connsiteX133" fmla="*/ 1310106 w 7467600"/>
              <a:gd name="connsiteY133" fmla="*/ 3943217 h 6858000"/>
              <a:gd name="connsiteX134" fmla="*/ 854994 w 7467600"/>
              <a:gd name="connsiteY134" fmla="*/ 4399136 h 6858000"/>
              <a:gd name="connsiteX135" fmla="*/ 742462 w 7467600"/>
              <a:gd name="connsiteY135" fmla="*/ 4594648 h 6858000"/>
              <a:gd name="connsiteX136" fmla="*/ 820602 w 7467600"/>
              <a:gd name="connsiteY136" fmla="*/ 4485915 h 6858000"/>
              <a:gd name="connsiteX137" fmla="*/ 878295 w 7467600"/>
              <a:gd name="connsiteY137" fmla="*/ 4403594 h 6858000"/>
              <a:gd name="connsiteX138" fmla="*/ 1240607 w 7467600"/>
              <a:gd name="connsiteY138" fmla="*/ 4010401 h 6858000"/>
              <a:gd name="connsiteX139" fmla="*/ 1310106 w 7467600"/>
              <a:gd name="connsiteY139" fmla="*/ 3943217 h 6858000"/>
              <a:gd name="connsiteX140" fmla="*/ 1423113 w 7467600"/>
              <a:gd name="connsiteY140" fmla="*/ 3874565 h 6858000"/>
              <a:gd name="connsiteX141" fmla="*/ 1260565 w 7467600"/>
              <a:gd name="connsiteY141" fmla="*/ 4031982 h 6858000"/>
              <a:gd name="connsiteX142" fmla="*/ 901900 w 7467600"/>
              <a:gd name="connsiteY142" fmla="*/ 4421236 h 6858000"/>
              <a:gd name="connsiteX143" fmla="*/ 845044 w 7467600"/>
              <a:gd name="connsiteY143" fmla="*/ 4502436 h 6858000"/>
              <a:gd name="connsiteX144" fmla="*/ 685926 w 7467600"/>
              <a:gd name="connsiteY144" fmla="*/ 4703069 h 6858000"/>
              <a:gd name="connsiteX145" fmla="*/ 684248 w 7467600"/>
              <a:gd name="connsiteY145" fmla="*/ 4706721 h 6858000"/>
              <a:gd name="connsiteX146" fmla="*/ 1423113 w 7467600"/>
              <a:gd name="connsiteY146" fmla="*/ 3874565 h 6858000"/>
              <a:gd name="connsiteX147" fmla="*/ 3316479 w 7467600"/>
              <a:gd name="connsiteY147" fmla="*/ 3872136 h 6858000"/>
              <a:gd name="connsiteX148" fmla="*/ 3546806 w 7467600"/>
              <a:gd name="connsiteY148" fmla="*/ 4356139 h 6858000"/>
              <a:gd name="connsiteX149" fmla="*/ 3364433 w 7467600"/>
              <a:gd name="connsiteY149" fmla="*/ 3953121 h 6858000"/>
              <a:gd name="connsiteX150" fmla="*/ 3316479 w 7467600"/>
              <a:gd name="connsiteY150" fmla="*/ 3872136 h 6858000"/>
              <a:gd name="connsiteX151" fmla="*/ 3291335 w 7467600"/>
              <a:gd name="connsiteY151" fmla="*/ 3767420 h 6858000"/>
              <a:gd name="connsiteX152" fmla="*/ 3390805 w 7467600"/>
              <a:gd name="connsiteY152" fmla="*/ 3937163 h 6858000"/>
              <a:gd name="connsiteX153" fmla="*/ 3579062 w 7467600"/>
              <a:gd name="connsiteY153" fmla="*/ 4359040 h 6858000"/>
              <a:gd name="connsiteX154" fmla="*/ 3467355 w 7467600"/>
              <a:gd name="connsiteY154" fmla="*/ 3988130 h 6858000"/>
              <a:gd name="connsiteX155" fmla="*/ 3310753 w 7467600"/>
              <a:gd name="connsiteY155" fmla="*/ 3787140 h 6858000"/>
              <a:gd name="connsiteX156" fmla="*/ 3291335 w 7467600"/>
              <a:gd name="connsiteY156" fmla="*/ 3767420 h 6858000"/>
              <a:gd name="connsiteX157" fmla="*/ 1635889 w 7467600"/>
              <a:gd name="connsiteY157" fmla="*/ 3709494 h 6858000"/>
              <a:gd name="connsiteX158" fmla="*/ 1634800 w 7467600"/>
              <a:gd name="connsiteY158" fmla="*/ 3731111 h 6858000"/>
              <a:gd name="connsiteX159" fmla="*/ 1635889 w 7467600"/>
              <a:gd name="connsiteY159" fmla="*/ 3709494 h 6858000"/>
              <a:gd name="connsiteX160" fmla="*/ 1510397 w 7467600"/>
              <a:gd name="connsiteY160" fmla="*/ 3684705 h 6858000"/>
              <a:gd name="connsiteX161" fmla="*/ 1146550 w 7467600"/>
              <a:gd name="connsiteY161" fmla="*/ 3802012 h 6858000"/>
              <a:gd name="connsiteX162" fmla="*/ 698834 w 7467600"/>
              <a:gd name="connsiteY162" fmla="*/ 3952272 h 6858000"/>
              <a:gd name="connsiteX163" fmla="*/ 34256 w 7467600"/>
              <a:gd name="connsiteY163" fmla="*/ 4347603 h 6858000"/>
              <a:gd name="connsiteX164" fmla="*/ 527241 w 7467600"/>
              <a:gd name="connsiteY164" fmla="*/ 4065078 h 6858000"/>
              <a:gd name="connsiteX165" fmla="*/ 1510397 w 7467600"/>
              <a:gd name="connsiteY165" fmla="*/ 3684705 h 6858000"/>
              <a:gd name="connsiteX166" fmla="*/ 1313114 w 7467600"/>
              <a:gd name="connsiteY166" fmla="*/ 3655216 h 6858000"/>
              <a:gd name="connsiteX167" fmla="*/ 1109304 w 7467600"/>
              <a:gd name="connsiteY167" fmla="*/ 3669030 h 6858000"/>
              <a:gd name="connsiteX168" fmla="*/ 8129 w 7467600"/>
              <a:gd name="connsiteY168" fmla="*/ 4330519 h 6858000"/>
              <a:gd name="connsiteX169" fmla="*/ 687572 w 7467600"/>
              <a:gd name="connsiteY169" fmla="*/ 3925629 h 6858000"/>
              <a:gd name="connsiteX170" fmla="*/ 1138365 w 7467600"/>
              <a:gd name="connsiteY170" fmla="*/ 3774515 h 6858000"/>
              <a:gd name="connsiteX171" fmla="*/ 1505579 w 7467600"/>
              <a:gd name="connsiteY171" fmla="*/ 3655526 h 6858000"/>
              <a:gd name="connsiteX172" fmla="*/ 1313114 w 7467600"/>
              <a:gd name="connsiteY172" fmla="*/ 3655216 h 6858000"/>
              <a:gd name="connsiteX173" fmla="*/ 3655073 w 7467600"/>
              <a:gd name="connsiteY173" fmla="*/ 3650884 h 6858000"/>
              <a:gd name="connsiteX174" fmla="*/ 3989938 w 7467600"/>
              <a:gd name="connsiteY174" fmla="*/ 3991685 h 6858000"/>
              <a:gd name="connsiteX175" fmla="*/ 4393907 w 7467600"/>
              <a:gd name="connsiteY175" fmla="*/ 4261258 h 6858000"/>
              <a:gd name="connsiteX176" fmla="*/ 4648051 w 7467600"/>
              <a:gd name="connsiteY176" fmla="*/ 4374051 h 6858000"/>
              <a:gd name="connsiteX177" fmla="*/ 4383389 w 7467600"/>
              <a:gd name="connsiteY177" fmla="*/ 4184369 h 6858000"/>
              <a:gd name="connsiteX178" fmla="*/ 4165508 w 7467600"/>
              <a:gd name="connsiteY178" fmla="*/ 4035196 h 6858000"/>
              <a:gd name="connsiteX179" fmla="*/ 4068162 w 7467600"/>
              <a:gd name="connsiteY179" fmla="*/ 3953394 h 6858000"/>
              <a:gd name="connsiteX180" fmla="*/ 3981416 w 7467600"/>
              <a:gd name="connsiteY180" fmla="*/ 3880482 h 6858000"/>
              <a:gd name="connsiteX181" fmla="*/ 3800147 w 7467600"/>
              <a:gd name="connsiteY181" fmla="*/ 3749872 h 6858000"/>
              <a:gd name="connsiteX182" fmla="*/ 3655073 w 7467600"/>
              <a:gd name="connsiteY182" fmla="*/ 3650884 h 6858000"/>
              <a:gd name="connsiteX183" fmla="*/ 3670252 w 7467600"/>
              <a:gd name="connsiteY183" fmla="*/ 3622798 h 6858000"/>
              <a:gd name="connsiteX184" fmla="*/ 3817258 w 7467600"/>
              <a:gd name="connsiteY184" fmla="*/ 3723577 h 6858000"/>
              <a:gd name="connsiteX185" fmla="*/ 4000461 w 7467600"/>
              <a:gd name="connsiteY185" fmla="*/ 3855966 h 6858000"/>
              <a:gd name="connsiteX186" fmla="*/ 4088180 w 7467600"/>
              <a:gd name="connsiteY186" fmla="*/ 3929774 h 6858000"/>
              <a:gd name="connsiteX187" fmla="*/ 4184555 w 7467600"/>
              <a:gd name="connsiteY187" fmla="*/ 4010683 h 6858000"/>
              <a:gd name="connsiteX188" fmla="*/ 4399563 w 7467600"/>
              <a:gd name="connsiteY188" fmla="*/ 4158106 h 6858000"/>
              <a:gd name="connsiteX189" fmla="*/ 4684469 w 7467600"/>
              <a:gd name="connsiteY189" fmla="*/ 4364680 h 6858000"/>
              <a:gd name="connsiteX190" fmla="*/ 4690271 w 7467600"/>
              <a:gd name="connsiteY190" fmla="*/ 4370034 h 6858000"/>
              <a:gd name="connsiteX191" fmla="*/ 4136093 w 7467600"/>
              <a:gd name="connsiteY191" fmla="*/ 3858466 h 6858000"/>
              <a:gd name="connsiteX192" fmla="*/ 3670252 w 7467600"/>
              <a:gd name="connsiteY192" fmla="*/ 3622798 h 6858000"/>
              <a:gd name="connsiteX193" fmla="*/ 4440129 w 7467600"/>
              <a:gd name="connsiteY193" fmla="*/ 3448571 h 6858000"/>
              <a:gd name="connsiteX194" fmla="*/ 4856525 w 7467600"/>
              <a:gd name="connsiteY194" fmla="*/ 3915351 h 6858000"/>
              <a:gd name="connsiteX195" fmla="*/ 5059055 w 7467600"/>
              <a:gd name="connsiteY195" fmla="*/ 4108918 h 6858000"/>
              <a:gd name="connsiteX196" fmla="*/ 5290070 w 7467600"/>
              <a:gd name="connsiteY196" fmla="*/ 4263619 h 6858000"/>
              <a:gd name="connsiteX197" fmla="*/ 4834991 w 7467600"/>
              <a:gd name="connsiteY197" fmla="*/ 3830985 h 6858000"/>
              <a:gd name="connsiteX198" fmla="*/ 4440129 w 7467600"/>
              <a:gd name="connsiteY198" fmla="*/ 3448571 h 6858000"/>
              <a:gd name="connsiteX199" fmla="*/ 4441737 w 7467600"/>
              <a:gd name="connsiteY199" fmla="*/ 3399734 h 6858000"/>
              <a:gd name="connsiteX200" fmla="*/ 4431236 w 7467600"/>
              <a:gd name="connsiteY200" fmla="*/ 3400954 h 6858000"/>
              <a:gd name="connsiteX201" fmla="*/ 4557150 w 7467600"/>
              <a:gd name="connsiteY201" fmla="*/ 3510023 h 6858000"/>
              <a:gd name="connsiteX202" fmla="*/ 4856936 w 7467600"/>
              <a:gd name="connsiteY202" fmla="*/ 3809146 h 6858000"/>
              <a:gd name="connsiteX203" fmla="*/ 5111996 w 7467600"/>
              <a:gd name="connsiteY203" fmla="*/ 4065759 h 6858000"/>
              <a:gd name="connsiteX204" fmla="*/ 5388878 w 7467600"/>
              <a:gd name="connsiteY204" fmla="*/ 4300185 h 6858000"/>
              <a:gd name="connsiteX205" fmla="*/ 5425556 w 7467600"/>
              <a:gd name="connsiteY205" fmla="*/ 4308967 h 6858000"/>
              <a:gd name="connsiteX206" fmla="*/ 4943646 w 7467600"/>
              <a:gd name="connsiteY206" fmla="*/ 3822916 h 6858000"/>
              <a:gd name="connsiteX207" fmla="*/ 4594837 w 7467600"/>
              <a:gd name="connsiteY207" fmla="*/ 3532274 h 6858000"/>
              <a:gd name="connsiteX208" fmla="*/ 4441737 w 7467600"/>
              <a:gd name="connsiteY208" fmla="*/ 3399734 h 6858000"/>
              <a:gd name="connsiteX209" fmla="*/ 5425834 w 7467600"/>
              <a:gd name="connsiteY209" fmla="*/ 3162785 h 6858000"/>
              <a:gd name="connsiteX210" fmla="*/ 5401644 w 7467600"/>
              <a:gd name="connsiteY210" fmla="*/ 3617847 h 6858000"/>
              <a:gd name="connsiteX211" fmla="*/ 5467256 w 7467600"/>
              <a:gd name="connsiteY211" fmla="*/ 4175494 h 6858000"/>
              <a:gd name="connsiteX212" fmla="*/ 5448069 w 7467600"/>
              <a:gd name="connsiteY212" fmla="*/ 3567554 h 6858000"/>
              <a:gd name="connsiteX213" fmla="*/ 5425834 w 7467600"/>
              <a:gd name="connsiteY213" fmla="*/ 3162785 h 6858000"/>
              <a:gd name="connsiteX214" fmla="*/ 1318687 w 7467600"/>
              <a:gd name="connsiteY214" fmla="*/ 3113840 h 6858000"/>
              <a:gd name="connsiteX215" fmla="*/ 1066793 w 7467600"/>
              <a:gd name="connsiteY215" fmla="*/ 3212171 h 6858000"/>
              <a:gd name="connsiteX216" fmla="*/ 993319 w 7467600"/>
              <a:gd name="connsiteY216" fmla="*/ 3247648 h 6858000"/>
              <a:gd name="connsiteX217" fmla="*/ 853081 w 7467600"/>
              <a:gd name="connsiteY217" fmla="*/ 3312410 h 6858000"/>
              <a:gd name="connsiteX218" fmla="*/ 805957 w 7467600"/>
              <a:gd name="connsiteY218" fmla="*/ 3330443 h 6858000"/>
              <a:gd name="connsiteX219" fmla="*/ 1318687 w 7467600"/>
              <a:gd name="connsiteY219" fmla="*/ 3113840 h 6858000"/>
              <a:gd name="connsiteX220" fmla="*/ 5453702 w 7467600"/>
              <a:gd name="connsiteY220" fmla="*/ 3090882 h 6858000"/>
              <a:gd name="connsiteX221" fmla="*/ 5480135 w 7467600"/>
              <a:gd name="connsiteY221" fmla="*/ 3565802 h 6858000"/>
              <a:gd name="connsiteX222" fmla="*/ 5499023 w 7467600"/>
              <a:gd name="connsiteY222" fmla="*/ 4166310 h 6858000"/>
              <a:gd name="connsiteX223" fmla="*/ 5547022 w 7467600"/>
              <a:gd name="connsiteY223" fmla="*/ 3607838 h 6858000"/>
              <a:gd name="connsiteX224" fmla="*/ 5515964 w 7467600"/>
              <a:gd name="connsiteY224" fmla="*/ 3378541 h 6858000"/>
              <a:gd name="connsiteX225" fmla="*/ 5453702 w 7467600"/>
              <a:gd name="connsiteY225" fmla="*/ 3090882 h 6858000"/>
              <a:gd name="connsiteX226" fmla="*/ 1238695 w 7467600"/>
              <a:gd name="connsiteY226" fmla="*/ 3076820 h 6858000"/>
              <a:gd name="connsiteX227" fmla="*/ 716371 w 7467600"/>
              <a:gd name="connsiteY227" fmla="*/ 3293249 h 6858000"/>
              <a:gd name="connsiteX228" fmla="*/ 579522 w 7467600"/>
              <a:gd name="connsiteY228" fmla="*/ 3371759 h 6858000"/>
              <a:gd name="connsiteX229" fmla="*/ 600288 w 7467600"/>
              <a:gd name="connsiteY229" fmla="*/ 3365555 h 6858000"/>
              <a:gd name="connsiteX230" fmla="*/ 840692 w 7467600"/>
              <a:gd name="connsiteY230" fmla="*/ 3284921 h 6858000"/>
              <a:gd name="connsiteX231" fmla="*/ 979248 w 7467600"/>
              <a:gd name="connsiteY231" fmla="*/ 3221003 h 6858000"/>
              <a:gd name="connsiteX232" fmla="*/ 1053282 w 7467600"/>
              <a:gd name="connsiteY232" fmla="*/ 3185247 h 6858000"/>
              <a:gd name="connsiteX233" fmla="*/ 1320603 w 7467600"/>
              <a:gd name="connsiteY233" fmla="*/ 3081281 h 6858000"/>
              <a:gd name="connsiteX234" fmla="*/ 1238695 w 7467600"/>
              <a:gd name="connsiteY234" fmla="*/ 3076820 h 6858000"/>
              <a:gd name="connsiteX235" fmla="*/ 5425627 w 7467600"/>
              <a:gd name="connsiteY235" fmla="*/ 2954192 h 6858000"/>
              <a:gd name="connsiteX236" fmla="*/ 5470770 w 7467600"/>
              <a:gd name="connsiteY236" fmla="*/ 3005435 h 6858000"/>
              <a:gd name="connsiteX237" fmla="*/ 5519779 w 7467600"/>
              <a:gd name="connsiteY237" fmla="*/ 4359223 h 6858000"/>
              <a:gd name="connsiteX238" fmla="*/ 5520293 w 7467600"/>
              <a:gd name="connsiteY238" fmla="*/ 4360602 h 6858000"/>
              <a:gd name="connsiteX239" fmla="*/ 5767221 w 7467600"/>
              <a:gd name="connsiteY239" fmla="*/ 4665564 h 6858000"/>
              <a:gd name="connsiteX240" fmla="*/ 6937169 w 7467600"/>
              <a:gd name="connsiteY240" fmla="*/ 4815941 h 6858000"/>
              <a:gd name="connsiteX241" fmla="*/ 6953922 w 7467600"/>
              <a:gd name="connsiteY241" fmla="*/ 4890068 h 6858000"/>
              <a:gd name="connsiteX242" fmla="*/ 6071359 w 7467600"/>
              <a:gd name="connsiteY242" fmla="*/ 4770770 h 6858000"/>
              <a:gd name="connsiteX243" fmla="*/ 6038839 w 7467600"/>
              <a:gd name="connsiteY243" fmla="*/ 4764474 h 6858000"/>
              <a:gd name="connsiteX244" fmla="*/ 6038706 w 7467600"/>
              <a:gd name="connsiteY244" fmla="*/ 4763847 h 6858000"/>
              <a:gd name="connsiteX245" fmla="*/ 6037784 w 7467600"/>
              <a:gd name="connsiteY245" fmla="*/ 4764270 h 6858000"/>
              <a:gd name="connsiteX246" fmla="*/ 6038839 w 7467600"/>
              <a:gd name="connsiteY246" fmla="*/ 4764474 h 6858000"/>
              <a:gd name="connsiteX247" fmla="*/ 6040338 w 7467600"/>
              <a:gd name="connsiteY247" fmla="*/ 4771418 h 6858000"/>
              <a:gd name="connsiteX248" fmla="*/ 6024488 w 7467600"/>
              <a:gd name="connsiteY248" fmla="*/ 4809903 h 6858000"/>
              <a:gd name="connsiteX249" fmla="*/ 5599771 w 7467600"/>
              <a:gd name="connsiteY249" fmla="*/ 5509652 h 6858000"/>
              <a:gd name="connsiteX250" fmla="*/ 5548843 w 7467600"/>
              <a:gd name="connsiteY250" fmla="*/ 5563845 h 6858000"/>
              <a:gd name="connsiteX251" fmla="*/ 5940952 w 7467600"/>
              <a:gd name="connsiteY251" fmla="*/ 6250028 h 6858000"/>
              <a:gd name="connsiteX252" fmla="*/ 6043441 w 7467600"/>
              <a:gd name="connsiteY252" fmla="*/ 6665847 h 6858000"/>
              <a:gd name="connsiteX253" fmla="*/ 6093432 w 7467600"/>
              <a:gd name="connsiteY253" fmla="*/ 6858000 h 6858000"/>
              <a:gd name="connsiteX254" fmla="*/ 6034344 w 7467600"/>
              <a:gd name="connsiteY254" fmla="*/ 6858000 h 6858000"/>
              <a:gd name="connsiteX255" fmla="*/ 6026679 w 7467600"/>
              <a:gd name="connsiteY255" fmla="*/ 6836959 h 6858000"/>
              <a:gd name="connsiteX256" fmla="*/ 5800441 w 7467600"/>
              <a:gd name="connsiteY256" fmla="*/ 6335286 h 6858000"/>
              <a:gd name="connsiteX257" fmla="*/ 5526562 w 7467600"/>
              <a:gd name="connsiteY257" fmla="*/ 5705388 h 6858000"/>
              <a:gd name="connsiteX258" fmla="*/ 5519640 w 7467600"/>
              <a:gd name="connsiteY258" fmla="*/ 5683774 h 6858000"/>
              <a:gd name="connsiteX259" fmla="*/ 5844559 w 7467600"/>
              <a:gd name="connsiteY259" fmla="*/ 6553349 h 6858000"/>
              <a:gd name="connsiteX260" fmla="*/ 5975994 w 7467600"/>
              <a:gd name="connsiteY260" fmla="*/ 6858000 h 6858000"/>
              <a:gd name="connsiteX261" fmla="*/ 5898547 w 7467600"/>
              <a:gd name="connsiteY261" fmla="*/ 6858000 h 6858000"/>
              <a:gd name="connsiteX262" fmla="*/ 5682041 w 7467600"/>
              <a:gd name="connsiteY262" fmla="*/ 6355860 h 6858000"/>
              <a:gd name="connsiteX263" fmla="*/ 5461758 w 7467600"/>
              <a:gd name="connsiteY263" fmla="*/ 5820220 h 6858000"/>
              <a:gd name="connsiteX264" fmla="*/ 5237282 w 7467600"/>
              <a:gd name="connsiteY264" fmla="*/ 6579086 h 6858000"/>
              <a:gd name="connsiteX265" fmla="*/ 5115009 w 7467600"/>
              <a:gd name="connsiteY265" fmla="*/ 6858000 h 6858000"/>
              <a:gd name="connsiteX266" fmla="*/ 5028074 w 7467600"/>
              <a:gd name="connsiteY266" fmla="*/ 6858000 h 6858000"/>
              <a:gd name="connsiteX267" fmla="*/ 5079508 w 7467600"/>
              <a:gd name="connsiteY267" fmla="*/ 6749074 h 6858000"/>
              <a:gd name="connsiteX268" fmla="*/ 5371846 w 7467600"/>
              <a:gd name="connsiteY268" fmla="*/ 5924413 h 6858000"/>
              <a:gd name="connsiteX269" fmla="*/ 5270512 w 7467600"/>
              <a:gd name="connsiteY269" fmla="*/ 6138975 h 6858000"/>
              <a:gd name="connsiteX270" fmla="*/ 5062409 w 7467600"/>
              <a:gd name="connsiteY270" fmla="*/ 6653544 h 6858000"/>
              <a:gd name="connsiteX271" fmla="*/ 5036628 w 7467600"/>
              <a:gd name="connsiteY271" fmla="*/ 6754247 h 6858000"/>
              <a:gd name="connsiteX272" fmla="*/ 5009112 w 7467600"/>
              <a:gd name="connsiteY272" fmla="*/ 6858000 h 6858000"/>
              <a:gd name="connsiteX273" fmla="*/ 4976679 w 7467600"/>
              <a:gd name="connsiteY273" fmla="*/ 6858000 h 6858000"/>
              <a:gd name="connsiteX274" fmla="*/ 5006537 w 7467600"/>
              <a:gd name="connsiteY274" fmla="*/ 6747068 h 6858000"/>
              <a:gd name="connsiteX275" fmla="*/ 5032723 w 7467600"/>
              <a:gd name="connsiteY275" fmla="*/ 6644957 h 6858000"/>
              <a:gd name="connsiteX276" fmla="*/ 5242949 w 7467600"/>
              <a:gd name="connsiteY276" fmla="*/ 6125175 h 6858000"/>
              <a:gd name="connsiteX277" fmla="*/ 5286321 w 7467600"/>
              <a:gd name="connsiteY277" fmla="*/ 6033555 h 6858000"/>
              <a:gd name="connsiteX278" fmla="*/ 5008210 w 7467600"/>
              <a:gd name="connsiteY278" fmla="*/ 6649194 h 6858000"/>
              <a:gd name="connsiteX279" fmla="*/ 4986321 w 7467600"/>
              <a:gd name="connsiteY279" fmla="*/ 6765687 h 6858000"/>
              <a:gd name="connsiteX280" fmla="*/ 4973474 w 7467600"/>
              <a:gd name="connsiteY280" fmla="*/ 6858000 h 6858000"/>
              <a:gd name="connsiteX281" fmla="*/ 4907178 w 7467600"/>
              <a:gd name="connsiteY281" fmla="*/ 6858000 h 6858000"/>
              <a:gd name="connsiteX282" fmla="*/ 4910810 w 7467600"/>
              <a:gd name="connsiteY282" fmla="*/ 6829660 h 6858000"/>
              <a:gd name="connsiteX283" fmla="*/ 4987461 w 7467600"/>
              <a:gd name="connsiteY283" fmla="*/ 6432994 h 6858000"/>
              <a:gd name="connsiteX284" fmla="*/ 5179262 w 7467600"/>
              <a:gd name="connsiteY284" fmla="*/ 6035044 h 6858000"/>
              <a:gd name="connsiteX285" fmla="*/ 4689678 w 7467600"/>
              <a:gd name="connsiteY285" fmla="*/ 6440241 h 6858000"/>
              <a:gd name="connsiteX286" fmla="*/ 4477543 w 7467600"/>
              <a:gd name="connsiteY286" fmla="*/ 6674836 h 6858000"/>
              <a:gd name="connsiteX287" fmla="*/ 4329957 w 7467600"/>
              <a:gd name="connsiteY287" fmla="*/ 6858000 h 6858000"/>
              <a:gd name="connsiteX288" fmla="*/ 4218595 w 7467600"/>
              <a:gd name="connsiteY288" fmla="*/ 6858000 h 6858000"/>
              <a:gd name="connsiteX289" fmla="*/ 4368888 w 7467600"/>
              <a:gd name="connsiteY289" fmla="*/ 6668412 h 6858000"/>
              <a:gd name="connsiteX290" fmla="*/ 4563091 w 7467600"/>
              <a:gd name="connsiteY290" fmla="*/ 6442508 h 6858000"/>
              <a:gd name="connsiteX291" fmla="*/ 5387324 w 7467600"/>
              <a:gd name="connsiteY291" fmla="*/ 5705830 h 6858000"/>
              <a:gd name="connsiteX292" fmla="*/ 5073620 w 7467600"/>
              <a:gd name="connsiteY292" fmla="*/ 5955437 h 6858000"/>
              <a:gd name="connsiteX293" fmla="*/ 4689789 w 7467600"/>
              <a:gd name="connsiteY293" fmla="*/ 6268382 h 6858000"/>
              <a:gd name="connsiteX294" fmla="*/ 4418722 w 7467600"/>
              <a:gd name="connsiteY294" fmla="*/ 6570886 h 6858000"/>
              <a:gd name="connsiteX295" fmla="*/ 4214944 w 7467600"/>
              <a:gd name="connsiteY295" fmla="*/ 6858000 h 6858000"/>
              <a:gd name="connsiteX296" fmla="*/ 4177898 w 7467600"/>
              <a:gd name="connsiteY296" fmla="*/ 6858000 h 6858000"/>
              <a:gd name="connsiteX297" fmla="*/ 4391597 w 7467600"/>
              <a:gd name="connsiteY297" fmla="*/ 6556370 h 6858000"/>
              <a:gd name="connsiteX298" fmla="*/ 4668889 w 7467600"/>
              <a:gd name="connsiteY298" fmla="*/ 6246399 h 6858000"/>
              <a:gd name="connsiteX299" fmla="*/ 5055427 w 7467600"/>
              <a:gd name="connsiteY299" fmla="*/ 5931476 h 6858000"/>
              <a:gd name="connsiteX300" fmla="*/ 5371814 w 7467600"/>
              <a:gd name="connsiteY300" fmla="*/ 5678975 h 6858000"/>
              <a:gd name="connsiteX301" fmla="*/ 4987918 w 7467600"/>
              <a:gd name="connsiteY301" fmla="*/ 5838701 h 6858000"/>
              <a:gd name="connsiteX302" fmla="*/ 4317146 w 7467600"/>
              <a:gd name="connsiteY302" fmla="*/ 6587716 h 6858000"/>
              <a:gd name="connsiteX303" fmla="*/ 4171627 w 7467600"/>
              <a:gd name="connsiteY303" fmla="*/ 6858000 h 6858000"/>
              <a:gd name="connsiteX304" fmla="*/ 4081585 w 7467600"/>
              <a:gd name="connsiteY304" fmla="*/ 6858000 h 6858000"/>
              <a:gd name="connsiteX305" fmla="*/ 4238603 w 7467600"/>
              <a:gd name="connsiteY305" fmla="*/ 6559341 h 6858000"/>
              <a:gd name="connsiteX306" fmla="*/ 4778333 w 7467600"/>
              <a:gd name="connsiteY306" fmla="*/ 5873626 h 6858000"/>
              <a:gd name="connsiteX307" fmla="*/ 5414185 w 7467600"/>
              <a:gd name="connsiteY307" fmla="*/ 5573882 h 6858000"/>
              <a:gd name="connsiteX308" fmla="*/ 5959648 w 7467600"/>
              <a:gd name="connsiteY308" fmla="*/ 4760797 h 6858000"/>
              <a:gd name="connsiteX309" fmla="*/ 5355019 w 7467600"/>
              <a:gd name="connsiteY309" fmla="*/ 4734672 h 6858000"/>
              <a:gd name="connsiteX310" fmla="*/ 5083565 w 7467600"/>
              <a:gd name="connsiteY310" fmla="*/ 5179121 h 6858000"/>
              <a:gd name="connsiteX311" fmla="*/ 4713577 w 7467600"/>
              <a:gd name="connsiteY311" fmla="*/ 5616803 h 6858000"/>
              <a:gd name="connsiteX312" fmla="*/ 3989559 w 7467600"/>
              <a:gd name="connsiteY312" fmla="*/ 6145945 h 6858000"/>
              <a:gd name="connsiteX313" fmla="*/ 3939824 w 7467600"/>
              <a:gd name="connsiteY313" fmla="*/ 6066900 h 6858000"/>
              <a:gd name="connsiteX314" fmla="*/ 4584537 w 7467600"/>
              <a:gd name="connsiteY314" fmla="*/ 5324826 h 6858000"/>
              <a:gd name="connsiteX315" fmla="*/ 5037105 w 7467600"/>
              <a:gd name="connsiteY315" fmla="*/ 5088765 h 6858000"/>
              <a:gd name="connsiteX316" fmla="*/ 5039930 w 7467600"/>
              <a:gd name="connsiteY316" fmla="*/ 5089585 h 6858000"/>
              <a:gd name="connsiteX317" fmla="*/ 5263764 w 7467600"/>
              <a:gd name="connsiteY317" fmla="*/ 4735525 h 6858000"/>
              <a:gd name="connsiteX318" fmla="*/ 4086300 w 7467600"/>
              <a:gd name="connsiteY318" fmla="*/ 4884599 h 6858000"/>
              <a:gd name="connsiteX319" fmla="*/ 4085485 w 7467600"/>
              <a:gd name="connsiteY319" fmla="*/ 4899070 h 6858000"/>
              <a:gd name="connsiteX320" fmla="*/ 3871915 w 7467600"/>
              <a:gd name="connsiteY320" fmla="*/ 5253645 h 6858000"/>
              <a:gd name="connsiteX321" fmla="*/ 3799374 w 7467600"/>
              <a:gd name="connsiteY321" fmla="*/ 5466127 h 6858000"/>
              <a:gd name="connsiteX322" fmla="*/ 3498850 w 7467600"/>
              <a:gd name="connsiteY322" fmla="*/ 6661888 h 6858000"/>
              <a:gd name="connsiteX323" fmla="*/ 3399216 w 7467600"/>
              <a:gd name="connsiteY323" fmla="*/ 6858000 h 6858000"/>
              <a:gd name="connsiteX324" fmla="*/ 3303688 w 7467600"/>
              <a:gd name="connsiteY324" fmla="*/ 6858000 h 6858000"/>
              <a:gd name="connsiteX325" fmla="*/ 3391774 w 7467600"/>
              <a:gd name="connsiteY325" fmla="*/ 6697181 h 6858000"/>
              <a:gd name="connsiteX326" fmla="*/ 3735540 w 7467600"/>
              <a:gd name="connsiteY326" fmla="*/ 5546923 h 6858000"/>
              <a:gd name="connsiteX327" fmla="*/ 3729438 w 7467600"/>
              <a:gd name="connsiteY327" fmla="*/ 5569058 h 6858000"/>
              <a:gd name="connsiteX328" fmla="*/ 3707782 w 7467600"/>
              <a:gd name="connsiteY328" fmla="*/ 5644908 h 6858000"/>
              <a:gd name="connsiteX329" fmla="*/ 3583827 w 7467600"/>
              <a:gd name="connsiteY329" fmla="*/ 6039215 h 6858000"/>
              <a:gd name="connsiteX330" fmla="*/ 3547861 w 7467600"/>
              <a:gd name="connsiteY330" fmla="*/ 6129609 h 6858000"/>
              <a:gd name="connsiteX331" fmla="*/ 3490905 w 7467600"/>
              <a:gd name="connsiteY331" fmla="*/ 6277660 h 6858000"/>
              <a:gd name="connsiteX332" fmla="*/ 3455859 w 7467600"/>
              <a:gd name="connsiteY332" fmla="*/ 6391301 h 6858000"/>
              <a:gd name="connsiteX333" fmla="*/ 3429112 w 7467600"/>
              <a:gd name="connsiteY333" fmla="*/ 6479469 h 6858000"/>
              <a:gd name="connsiteX334" fmla="*/ 3304862 w 7467600"/>
              <a:gd name="connsiteY334" fmla="*/ 6796476 h 6858000"/>
              <a:gd name="connsiteX335" fmla="*/ 3276071 w 7467600"/>
              <a:gd name="connsiteY335" fmla="*/ 6858000 h 6858000"/>
              <a:gd name="connsiteX336" fmla="*/ 3240805 w 7467600"/>
              <a:gd name="connsiteY336" fmla="*/ 6858000 h 6858000"/>
              <a:gd name="connsiteX337" fmla="*/ 3275917 w 7467600"/>
              <a:gd name="connsiteY337" fmla="*/ 6783192 h 6858000"/>
              <a:gd name="connsiteX338" fmla="*/ 3399358 w 7467600"/>
              <a:gd name="connsiteY338" fmla="*/ 6469011 h 6858000"/>
              <a:gd name="connsiteX339" fmla="*/ 3425650 w 7467600"/>
              <a:gd name="connsiteY339" fmla="*/ 6381333 h 6858000"/>
              <a:gd name="connsiteX340" fmla="*/ 3460661 w 7467600"/>
              <a:gd name="connsiteY340" fmla="*/ 6266763 h 6858000"/>
              <a:gd name="connsiteX341" fmla="*/ 3518021 w 7467600"/>
              <a:gd name="connsiteY341" fmla="*/ 6117298 h 6858000"/>
              <a:gd name="connsiteX342" fmla="*/ 3554035 w 7467600"/>
              <a:gd name="connsiteY342" fmla="*/ 6027832 h 6858000"/>
              <a:gd name="connsiteX343" fmla="*/ 3677174 w 7467600"/>
              <a:gd name="connsiteY343" fmla="*/ 5636351 h 6858000"/>
              <a:gd name="connsiteX344" fmla="*/ 3698819 w 7467600"/>
              <a:gd name="connsiteY344" fmla="*/ 5560503 h 6858000"/>
              <a:gd name="connsiteX345" fmla="*/ 3702094 w 7467600"/>
              <a:gd name="connsiteY345" fmla="*/ 5549194 h 6858000"/>
              <a:gd name="connsiteX346" fmla="*/ 3398355 w 7467600"/>
              <a:gd name="connsiteY346" fmla="*/ 6094603 h 6858000"/>
              <a:gd name="connsiteX347" fmla="*/ 3193941 w 7467600"/>
              <a:gd name="connsiteY347" fmla="*/ 6798775 h 6858000"/>
              <a:gd name="connsiteX348" fmla="*/ 3184140 w 7467600"/>
              <a:gd name="connsiteY348" fmla="*/ 6858000 h 6858000"/>
              <a:gd name="connsiteX349" fmla="*/ 3099978 w 7467600"/>
              <a:gd name="connsiteY349" fmla="*/ 6858000 h 6858000"/>
              <a:gd name="connsiteX350" fmla="*/ 3101556 w 7467600"/>
              <a:gd name="connsiteY350" fmla="*/ 6843337 h 6858000"/>
              <a:gd name="connsiteX351" fmla="*/ 3370162 w 7467600"/>
              <a:gd name="connsiteY351" fmla="*/ 5785550 h 6858000"/>
              <a:gd name="connsiteX352" fmla="*/ 3746477 w 7467600"/>
              <a:gd name="connsiteY352" fmla="*/ 5377889 h 6858000"/>
              <a:gd name="connsiteX353" fmla="*/ 3863399 w 7467600"/>
              <a:gd name="connsiteY353" fmla="*/ 5087257 h 6858000"/>
              <a:gd name="connsiteX354" fmla="*/ 3968712 w 7467600"/>
              <a:gd name="connsiteY354" fmla="*/ 4913989 h 6858000"/>
              <a:gd name="connsiteX355" fmla="*/ 2792390 w 7467600"/>
              <a:gd name="connsiteY355" fmla="*/ 5382974 h 6858000"/>
              <a:gd name="connsiteX356" fmla="*/ 2714982 w 7467600"/>
              <a:gd name="connsiteY356" fmla="*/ 5427051 h 6858000"/>
              <a:gd name="connsiteX357" fmla="*/ 2813361 w 7467600"/>
              <a:gd name="connsiteY357" fmla="*/ 6023912 h 6858000"/>
              <a:gd name="connsiteX358" fmla="*/ 2688430 w 7467600"/>
              <a:gd name="connsiteY358" fmla="*/ 6801564 h 6858000"/>
              <a:gd name="connsiteX359" fmla="*/ 2629626 w 7467600"/>
              <a:gd name="connsiteY359" fmla="*/ 6763394 h 6858000"/>
              <a:gd name="connsiteX360" fmla="*/ 2565328 w 7467600"/>
              <a:gd name="connsiteY360" fmla="*/ 5516399 h 6858000"/>
              <a:gd name="connsiteX361" fmla="*/ 1922999 w 7467600"/>
              <a:gd name="connsiteY361" fmla="*/ 5980343 h 6858000"/>
              <a:gd name="connsiteX362" fmla="*/ 1950261 w 7467600"/>
              <a:gd name="connsiteY362" fmla="*/ 6405858 h 6858000"/>
              <a:gd name="connsiteX363" fmla="*/ 2365554 w 7467600"/>
              <a:gd name="connsiteY363" fmla="*/ 6759107 h 6858000"/>
              <a:gd name="connsiteX364" fmla="*/ 2424142 w 7467600"/>
              <a:gd name="connsiteY364" fmla="*/ 6858000 h 6858000"/>
              <a:gd name="connsiteX365" fmla="*/ 2395994 w 7467600"/>
              <a:gd name="connsiteY365" fmla="*/ 6858000 h 6858000"/>
              <a:gd name="connsiteX366" fmla="*/ 2392863 w 7467600"/>
              <a:gd name="connsiteY366" fmla="*/ 6852964 h 6858000"/>
              <a:gd name="connsiteX367" fmla="*/ 2017589 w 7467600"/>
              <a:gd name="connsiteY367" fmla="*/ 6493982 h 6858000"/>
              <a:gd name="connsiteX368" fmla="*/ 2147336 w 7467600"/>
              <a:gd name="connsiteY368" fmla="*/ 6594052 h 6858000"/>
              <a:gd name="connsiteX369" fmla="*/ 2207047 w 7467600"/>
              <a:gd name="connsiteY369" fmla="*/ 6654540 h 6858000"/>
              <a:gd name="connsiteX370" fmla="*/ 2299106 w 7467600"/>
              <a:gd name="connsiteY370" fmla="*/ 6778931 h 6858000"/>
              <a:gd name="connsiteX371" fmla="*/ 2314430 w 7467600"/>
              <a:gd name="connsiteY371" fmla="*/ 6801144 h 6858000"/>
              <a:gd name="connsiteX372" fmla="*/ 2352406 w 7467600"/>
              <a:gd name="connsiteY372" fmla="*/ 6858000 h 6858000"/>
              <a:gd name="connsiteX373" fmla="*/ 2314492 w 7467600"/>
              <a:gd name="connsiteY373" fmla="*/ 6858000 h 6858000"/>
              <a:gd name="connsiteX374" fmla="*/ 2288095 w 7467600"/>
              <a:gd name="connsiteY374" fmla="*/ 6818030 h 6858000"/>
              <a:gd name="connsiteX375" fmla="*/ 2272768 w 7467600"/>
              <a:gd name="connsiteY375" fmla="*/ 6795822 h 6858000"/>
              <a:gd name="connsiteX376" fmla="*/ 2182715 w 7467600"/>
              <a:gd name="connsiteY376" fmla="*/ 6675071 h 6858000"/>
              <a:gd name="connsiteX377" fmla="*/ 2032061 w 7467600"/>
              <a:gd name="connsiteY377" fmla="*/ 6541380 h 6858000"/>
              <a:gd name="connsiteX378" fmla="*/ 2257220 w 7467600"/>
              <a:gd name="connsiteY378" fmla="*/ 6826257 h 6858000"/>
              <a:gd name="connsiteX379" fmla="*/ 2281324 w 7467600"/>
              <a:gd name="connsiteY379" fmla="*/ 6858000 h 6858000"/>
              <a:gd name="connsiteX380" fmla="*/ 2242860 w 7467600"/>
              <a:gd name="connsiteY380" fmla="*/ 6858000 h 6858000"/>
              <a:gd name="connsiteX381" fmla="*/ 2232818 w 7467600"/>
              <a:gd name="connsiteY381" fmla="*/ 6844926 h 6858000"/>
              <a:gd name="connsiteX382" fmla="*/ 1990172 w 7467600"/>
              <a:gd name="connsiteY382" fmla="*/ 6542121 h 6858000"/>
              <a:gd name="connsiteX383" fmla="*/ 2124090 w 7467600"/>
              <a:gd name="connsiteY383" fmla="*/ 6761017 h 6858000"/>
              <a:gd name="connsiteX384" fmla="*/ 2200380 w 7467600"/>
              <a:gd name="connsiteY384" fmla="*/ 6858000 h 6858000"/>
              <a:gd name="connsiteX385" fmla="*/ 2147507 w 7467600"/>
              <a:gd name="connsiteY385" fmla="*/ 6858000 h 6858000"/>
              <a:gd name="connsiteX386" fmla="*/ 2070668 w 7467600"/>
              <a:gd name="connsiteY386" fmla="*/ 6761520 h 6858000"/>
              <a:gd name="connsiteX387" fmla="*/ 1975142 w 7467600"/>
              <a:gd name="connsiteY387" fmla="*/ 6585570 h 6858000"/>
              <a:gd name="connsiteX388" fmla="*/ 2050035 w 7467600"/>
              <a:gd name="connsiteY388" fmla="*/ 6813345 h 6858000"/>
              <a:gd name="connsiteX389" fmla="*/ 2063025 w 7467600"/>
              <a:gd name="connsiteY389" fmla="*/ 6858000 h 6858000"/>
              <a:gd name="connsiteX390" fmla="*/ 2021675 w 7467600"/>
              <a:gd name="connsiteY390" fmla="*/ 6858000 h 6858000"/>
              <a:gd name="connsiteX391" fmla="*/ 2019308 w 7467600"/>
              <a:gd name="connsiteY391" fmla="*/ 6847118 h 6858000"/>
              <a:gd name="connsiteX392" fmla="*/ 1938835 w 7467600"/>
              <a:gd name="connsiteY392" fmla="*/ 6551160 h 6858000"/>
              <a:gd name="connsiteX393" fmla="*/ 1953230 w 7467600"/>
              <a:gd name="connsiteY393" fmla="*/ 6759699 h 6858000"/>
              <a:gd name="connsiteX394" fmla="*/ 1956763 w 7467600"/>
              <a:gd name="connsiteY394" fmla="*/ 6778191 h 6858000"/>
              <a:gd name="connsiteX395" fmla="*/ 1967925 w 7467600"/>
              <a:gd name="connsiteY395" fmla="*/ 6858000 h 6858000"/>
              <a:gd name="connsiteX396" fmla="*/ 1936622 w 7467600"/>
              <a:gd name="connsiteY396" fmla="*/ 6858000 h 6858000"/>
              <a:gd name="connsiteX397" fmla="*/ 1926261 w 7467600"/>
              <a:gd name="connsiteY397" fmla="*/ 6784064 h 6858000"/>
              <a:gd name="connsiteX398" fmla="*/ 1922724 w 7467600"/>
              <a:gd name="connsiteY398" fmla="*/ 6765577 h 6858000"/>
              <a:gd name="connsiteX399" fmla="*/ 1904650 w 7467600"/>
              <a:gd name="connsiteY399" fmla="*/ 6639616 h 6858000"/>
              <a:gd name="connsiteX400" fmla="*/ 1885273 w 7467600"/>
              <a:gd name="connsiteY400" fmla="*/ 6858000 h 6858000"/>
              <a:gd name="connsiteX401" fmla="*/ 1854363 w 7467600"/>
              <a:gd name="connsiteY401" fmla="*/ 6858000 h 6858000"/>
              <a:gd name="connsiteX402" fmla="*/ 1880391 w 7467600"/>
              <a:gd name="connsiteY402" fmla="*/ 6603796 h 6858000"/>
              <a:gd name="connsiteX403" fmla="*/ 1818273 w 7467600"/>
              <a:gd name="connsiteY403" fmla="*/ 6715729 h 6858000"/>
              <a:gd name="connsiteX404" fmla="*/ 1794691 w 7467600"/>
              <a:gd name="connsiteY404" fmla="*/ 6843239 h 6858000"/>
              <a:gd name="connsiteX405" fmla="*/ 1794914 w 7467600"/>
              <a:gd name="connsiteY405" fmla="*/ 6858000 h 6858000"/>
              <a:gd name="connsiteX406" fmla="*/ 1746128 w 7467600"/>
              <a:gd name="connsiteY406" fmla="*/ 6858000 h 6858000"/>
              <a:gd name="connsiteX407" fmla="*/ 1753934 w 7467600"/>
              <a:gd name="connsiteY407" fmla="*/ 6724796 h 6858000"/>
              <a:gd name="connsiteX408" fmla="*/ 1792053 w 7467600"/>
              <a:gd name="connsiteY408" fmla="*/ 6572396 h 6858000"/>
              <a:gd name="connsiteX409" fmla="*/ 1862248 w 7467600"/>
              <a:gd name="connsiteY409" fmla="*/ 6266397 h 6858000"/>
              <a:gd name="connsiteX410" fmla="*/ 1862250 w 7467600"/>
              <a:gd name="connsiteY410" fmla="*/ 6033531 h 6858000"/>
              <a:gd name="connsiteX411" fmla="*/ 1211999 w 7467600"/>
              <a:gd name="connsiteY411" fmla="*/ 6683610 h 6858000"/>
              <a:gd name="connsiteX412" fmla="*/ 1213266 w 7467600"/>
              <a:gd name="connsiteY412" fmla="*/ 6691947 h 6858000"/>
              <a:gd name="connsiteX413" fmla="*/ 1203370 w 7467600"/>
              <a:gd name="connsiteY413" fmla="*/ 6850676 h 6858000"/>
              <a:gd name="connsiteX414" fmla="*/ 1203671 w 7467600"/>
              <a:gd name="connsiteY414" fmla="*/ 6858000 h 6858000"/>
              <a:gd name="connsiteX415" fmla="*/ 1143180 w 7467600"/>
              <a:gd name="connsiteY415" fmla="*/ 6858000 h 6858000"/>
              <a:gd name="connsiteX416" fmla="*/ 1142176 w 7467600"/>
              <a:gd name="connsiteY416" fmla="*/ 6766045 h 6858000"/>
              <a:gd name="connsiteX417" fmla="*/ 1067484 w 7467600"/>
              <a:gd name="connsiteY417" fmla="*/ 6858000 h 6858000"/>
              <a:gd name="connsiteX418" fmla="*/ 953928 w 7467600"/>
              <a:gd name="connsiteY418" fmla="*/ 6858000 h 6858000"/>
              <a:gd name="connsiteX419" fmla="*/ 959715 w 7467600"/>
              <a:gd name="connsiteY419" fmla="*/ 6850185 h 6858000"/>
              <a:gd name="connsiteX420" fmla="*/ 1483788 w 7467600"/>
              <a:gd name="connsiteY420" fmla="*/ 6259174 h 6858000"/>
              <a:gd name="connsiteX421" fmla="*/ 1100671 w 7467600"/>
              <a:gd name="connsiteY421" fmla="*/ 6252137 h 6858000"/>
              <a:gd name="connsiteX422" fmla="*/ 1090144 w 7467600"/>
              <a:gd name="connsiteY422" fmla="*/ 6256748 h 6858000"/>
              <a:gd name="connsiteX423" fmla="*/ 1095872 w 7467600"/>
              <a:gd name="connsiteY423" fmla="*/ 6271892 h 6858000"/>
              <a:gd name="connsiteX424" fmla="*/ 262785 w 7467600"/>
              <a:gd name="connsiteY424" fmla="*/ 6845450 h 6858000"/>
              <a:gd name="connsiteX425" fmla="*/ 209968 w 7467600"/>
              <a:gd name="connsiteY425" fmla="*/ 6770713 h 6858000"/>
              <a:gd name="connsiteX426" fmla="*/ 873460 w 7467600"/>
              <a:gd name="connsiteY426" fmla="*/ 6253768 h 6858000"/>
              <a:gd name="connsiteX427" fmla="*/ 192686 w 7467600"/>
              <a:gd name="connsiteY427" fmla="*/ 5849257 h 6858000"/>
              <a:gd name="connsiteX428" fmla="*/ 4696 w 7467600"/>
              <a:gd name="connsiteY428" fmla="*/ 5697668 h 6858000"/>
              <a:gd name="connsiteX429" fmla="*/ 0 w 7467600"/>
              <a:gd name="connsiteY429" fmla="*/ 5689984 h 6858000"/>
              <a:gd name="connsiteX430" fmla="*/ 0 w 7467600"/>
              <a:gd name="connsiteY430" fmla="*/ 5513472 h 6858000"/>
              <a:gd name="connsiteX431" fmla="*/ 174101 w 7467600"/>
              <a:gd name="connsiteY431" fmla="*/ 5620277 h 6858000"/>
              <a:gd name="connsiteX432" fmla="*/ 891800 w 7467600"/>
              <a:gd name="connsiteY432" fmla="*/ 6036935 h 6858000"/>
              <a:gd name="connsiteX433" fmla="*/ 1072219 w 7467600"/>
              <a:gd name="connsiteY433" fmla="*/ 6169443 h 6858000"/>
              <a:gd name="connsiteX434" fmla="*/ 1074117 w 7467600"/>
              <a:gd name="connsiteY434" fmla="*/ 6170301 h 6858000"/>
              <a:gd name="connsiteX435" fmla="*/ 1083114 w 7467600"/>
              <a:gd name="connsiteY435" fmla="*/ 6174131 h 6858000"/>
              <a:gd name="connsiteX436" fmla="*/ 1543010 w 7467600"/>
              <a:gd name="connsiteY436" fmla="*/ 6191140 h 6858000"/>
              <a:gd name="connsiteX437" fmla="*/ 1551080 w 7467600"/>
              <a:gd name="connsiteY437" fmla="*/ 6195006 h 6858000"/>
              <a:gd name="connsiteX438" fmla="*/ 2345443 w 7467600"/>
              <a:gd name="connsiteY438" fmla="*/ 5549882 h 6858000"/>
              <a:gd name="connsiteX439" fmla="*/ 1721499 w 7467600"/>
              <a:gd name="connsiteY439" fmla="*/ 5599969 h 6858000"/>
              <a:gd name="connsiteX440" fmla="*/ 767716 w 7467600"/>
              <a:gd name="connsiteY440" fmla="*/ 5472768 h 6858000"/>
              <a:gd name="connsiteX441" fmla="*/ 722147 w 7467600"/>
              <a:gd name="connsiteY441" fmla="*/ 5393091 h 6858000"/>
              <a:gd name="connsiteX442" fmla="*/ 1485552 w 7467600"/>
              <a:gd name="connsiteY442" fmla="*/ 5313202 h 6858000"/>
              <a:gd name="connsiteX443" fmla="*/ 2143004 w 7467600"/>
              <a:gd name="connsiteY443" fmla="*/ 5402420 h 6858000"/>
              <a:gd name="connsiteX444" fmla="*/ 1933391 w 7467600"/>
              <a:gd name="connsiteY444" fmla="*/ 5156971 h 6858000"/>
              <a:gd name="connsiteX445" fmla="*/ 1827118 w 7467600"/>
              <a:gd name="connsiteY445" fmla="*/ 4968410 h 6858000"/>
              <a:gd name="connsiteX446" fmla="*/ 1837349 w 7467600"/>
              <a:gd name="connsiteY446" fmla="*/ 4956357 h 6858000"/>
              <a:gd name="connsiteX447" fmla="*/ 2162835 w 7467600"/>
              <a:gd name="connsiteY447" fmla="*/ 5187853 h 6858000"/>
              <a:gd name="connsiteX448" fmla="*/ 2257167 w 7467600"/>
              <a:gd name="connsiteY448" fmla="*/ 5462123 h 6858000"/>
              <a:gd name="connsiteX449" fmla="*/ 2261598 w 7467600"/>
              <a:gd name="connsiteY449" fmla="*/ 5467998 h 6858000"/>
              <a:gd name="connsiteX450" fmla="*/ 2437177 w 7467600"/>
              <a:gd name="connsiteY450" fmla="*/ 5479608 h 6858000"/>
              <a:gd name="connsiteX451" fmla="*/ 2445247 w 7467600"/>
              <a:gd name="connsiteY451" fmla="*/ 5483476 h 6858000"/>
              <a:gd name="connsiteX452" fmla="*/ 2743626 w 7467600"/>
              <a:gd name="connsiteY452" fmla="*/ 5304819 h 6858000"/>
              <a:gd name="connsiteX453" fmla="*/ 3048102 w 7467600"/>
              <a:gd name="connsiteY453" fmla="*/ 5150595 h 6858000"/>
              <a:gd name="connsiteX454" fmla="*/ 1799414 w 7467600"/>
              <a:gd name="connsiteY454" fmla="*/ 4694732 h 6858000"/>
              <a:gd name="connsiteX455" fmla="*/ 1771735 w 7467600"/>
              <a:gd name="connsiteY455" fmla="*/ 4619929 h 6858000"/>
              <a:gd name="connsiteX456" fmla="*/ 3104273 w 7467600"/>
              <a:gd name="connsiteY456" fmla="*/ 5076159 h 6858000"/>
              <a:gd name="connsiteX457" fmla="*/ 3113245 w 7467600"/>
              <a:gd name="connsiteY457" fmla="*/ 5090705 h 6858000"/>
              <a:gd name="connsiteX458" fmla="*/ 3126294 w 7467600"/>
              <a:gd name="connsiteY458" fmla="*/ 5114400 h 6858000"/>
              <a:gd name="connsiteX459" fmla="*/ 3937433 w 7467600"/>
              <a:gd name="connsiteY459" fmla="*/ 4830473 h 6858000"/>
              <a:gd name="connsiteX460" fmla="*/ 3590475 w 7467600"/>
              <a:gd name="connsiteY460" fmla="*/ 4597974 h 6858000"/>
              <a:gd name="connsiteX461" fmla="*/ 3100264 w 7467600"/>
              <a:gd name="connsiteY461" fmla="*/ 4579845 h 6858000"/>
              <a:gd name="connsiteX462" fmla="*/ 2183576 w 7467600"/>
              <a:gd name="connsiteY462" fmla="*/ 4227150 h 6858000"/>
              <a:gd name="connsiteX463" fmla="*/ 2151029 w 7467600"/>
              <a:gd name="connsiteY463" fmla="*/ 4146947 h 6858000"/>
              <a:gd name="connsiteX464" fmla="*/ 3563434 w 7467600"/>
              <a:gd name="connsiteY464" fmla="*/ 4469115 h 6858000"/>
              <a:gd name="connsiteX465" fmla="*/ 3177952 w 7467600"/>
              <a:gd name="connsiteY465" fmla="*/ 3657386 h 6858000"/>
              <a:gd name="connsiteX466" fmla="*/ 3189263 w 7467600"/>
              <a:gd name="connsiteY466" fmla="*/ 3625726 h 6858000"/>
              <a:gd name="connsiteX467" fmla="*/ 3560912 w 7467600"/>
              <a:gd name="connsiteY467" fmla="*/ 4079863 h 6858000"/>
              <a:gd name="connsiteX468" fmla="*/ 3626636 w 7467600"/>
              <a:gd name="connsiteY468" fmla="*/ 4512230 h 6858000"/>
              <a:gd name="connsiteX469" fmla="*/ 3653088 w 7467600"/>
              <a:gd name="connsiteY469" fmla="*/ 4521417 h 6858000"/>
              <a:gd name="connsiteX470" fmla="*/ 3988128 w 7467600"/>
              <a:gd name="connsiteY470" fmla="*/ 4817267 h 6858000"/>
              <a:gd name="connsiteX471" fmla="*/ 4830582 w 7467600"/>
              <a:gd name="connsiteY471" fmla="*/ 4676000 h 6858000"/>
              <a:gd name="connsiteX472" fmla="*/ 4830100 w 7467600"/>
              <a:gd name="connsiteY472" fmla="*/ 4675554 h 6858000"/>
              <a:gd name="connsiteX473" fmla="*/ 4036318 w 7467600"/>
              <a:gd name="connsiteY473" fmla="*/ 4147013 h 6858000"/>
              <a:gd name="connsiteX474" fmla="*/ 3432098 w 7467600"/>
              <a:gd name="connsiteY474" fmla="*/ 3537312 h 6858000"/>
              <a:gd name="connsiteX475" fmla="*/ 3446761 w 7467600"/>
              <a:gd name="connsiteY475" fmla="*/ 3461278 h 6858000"/>
              <a:gd name="connsiteX476" fmla="*/ 4419733 w 7467600"/>
              <a:gd name="connsiteY476" fmla="*/ 3963555 h 6858000"/>
              <a:gd name="connsiteX477" fmla="*/ 4781371 w 7467600"/>
              <a:gd name="connsiteY477" fmla="*/ 4458604 h 6858000"/>
              <a:gd name="connsiteX478" fmla="*/ 4780440 w 7467600"/>
              <a:gd name="connsiteY478" fmla="*/ 4470290 h 6858000"/>
              <a:gd name="connsiteX479" fmla="*/ 4898954 w 7467600"/>
              <a:gd name="connsiteY479" fmla="*/ 4662092 h 6858000"/>
              <a:gd name="connsiteX480" fmla="*/ 4900699 w 7467600"/>
              <a:gd name="connsiteY480" fmla="*/ 4670867 h 6858000"/>
              <a:gd name="connsiteX481" fmla="*/ 5714511 w 7467600"/>
              <a:gd name="connsiteY481" fmla="*/ 4663483 h 6858000"/>
              <a:gd name="connsiteX482" fmla="*/ 5464793 w 7467600"/>
              <a:gd name="connsiteY482" fmla="*/ 4393556 h 6858000"/>
              <a:gd name="connsiteX483" fmla="*/ 5461897 w 7467600"/>
              <a:gd name="connsiteY483" fmla="*/ 4390879 h 6858000"/>
              <a:gd name="connsiteX484" fmla="*/ 4294126 w 7467600"/>
              <a:gd name="connsiteY484" fmla="*/ 3303048 h 6858000"/>
              <a:gd name="connsiteX485" fmla="*/ 4305321 w 7467600"/>
              <a:gd name="connsiteY485" fmla="*/ 3256953 h 6858000"/>
              <a:gd name="connsiteX486" fmla="*/ 4949299 w 7467600"/>
              <a:gd name="connsiteY486" fmla="*/ 3766336 h 6858000"/>
              <a:gd name="connsiteX487" fmla="*/ 5291452 w 7467600"/>
              <a:gd name="connsiteY487" fmla="*/ 4076801 h 6858000"/>
              <a:gd name="connsiteX488" fmla="*/ 5434998 w 7467600"/>
              <a:gd name="connsiteY488" fmla="*/ 4254100 h 6858000"/>
              <a:gd name="connsiteX489" fmla="*/ 5351015 w 7467600"/>
              <a:gd name="connsiteY489" fmla="*/ 3760989 h 6858000"/>
              <a:gd name="connsiteX490" fmla="*/ 5413780 w 7467600"/>
              <a:gd name="connsiteY490" fmla="*/ 2966265 h 6858000"/>
              <a:gd name="connsiteX491" fmla="*/ 5425627 w 7467600"/>
              <a:gd name="connsiteY491" fmla="*/ 2954192 h 6858000"/>
              <a:gd name="connsiteX492" fmla="*/ 6604735 w 7467600"/>
              <a:gd name="connsiteY492" fmla="*/ 2041381 h 6858000"/>
              <a:gd name="connsiteX493" fmla="*/ 7204487 w 7467600"/>
              <a:gd name="connsiteY493" fmla="*/ 2742112 h 6858000"/>
              <a:gd name="connsiteX494" fmla="*/ 7131592 w 7467600"/>
              <a:gd name="connsiteY494" fmla="*/ 2672096 h 6858000"/>
              <a:gd name="connsiteX495" fmla="*/ 6996344 w 7467600"/>
              <a:gd name="connsiteY495" fmla="*/ 2518310 h 6858000"/>
              <a:gd name="connsiteX496" fmla="*/ 6735495 w 7467600"/>
              <a:gd name="connsiteY496" fmla="*/ 2196890 h 6858000"/>
              <a:gd name="connsiteX497" fmla="*/ 6721901 w 7467600"/>
              <a:gd name="connsiteY497" fmla="*/ 2179274 h 6858000"/>
              <a:gd name="connsiteX498" fmla="*/ 6604735 w 7467600"/>
              <a:gd name="connsiteY498" fmla="*/ 2041381 h 6858000"/>
              <a:gd name="connsiteX499" fmla="*/ 6591670 w 7467600"/>
              <a:gd name="connsiteY499" fmla="*/ 1988277 h 6858000"/>
              <a:gd name="connsiteX500" fmla="*/ 6747349 w 7467600"/>
              <a:gd name="connsiteY500" fmla="*/ 2160069 h 6858000"/>
              <a:gd name="connsiteX501" fmla="*/ 6760943 w 7467600"/>
              <a:gd name="connsiteY501" fmla="*/ 2177686 h 6858000"/>
              <a:gd name="connsiteX502" fmla="*/ 7021065 w 7467600"/>
              <a:gd name="connsiteY502" fmla="*/ 2498102 h 6858000"/>
              <a:gd name="connsiteX503" fmla="*/ 7155223 w 7467600"/>
              <a:gd name="connsiteY503" fmla="*/ 2650386 h 6858000"/>
              <a:gd name="connsiteX504" fmla="*/ 7203167 w 7467600"/>
              <a:gd name="connsiteY504" fmla="*/ 2697288 h 6858000"/>
              <a:gd name="connsiteX505" fmla="*/ 6937703 w 7467600"/>
              <a:gd name="connsiteY505" fmla="*/ 2321981 h 6858000"/>
              <a:gd name="connsiteX506" fmla="*/ 6591670 w 7467600"/>
              <a:gd name="connsiteY506" fmla="*/ 1988277 h 6858000"/>
              <a:gd name="connsiteX507" fmla="*/ 5798671 w 7467600"/>
              <a:gd name="connsiteY507" fmla="*/ 1981601 h 6858000"/>
              <a:gd name="connsiteX508" fmla="*/ 5754709 w 7467600"/>
              <a:gd name="connsiteY508" fmla="*/ 2071454 h 6858000"/>
              <a:gd name="connsiteX509" fmla="*/ 5763044 w 7467600"/>
              <a:gd name="connsiteY509" fmla="*/ 2842206 h 6858000"/>
              <a:gd name="connsiteX510" fmla="*/ 5764974 w 7467600"/>
              <a:gd name="connsiteY510" fmla="*/ 2799609 h 6858000"/>
              <a:gd name="connsiteX511" fmla="*/ 5767665 w 7467600"/>
              <a:gd name="connsiteY511" fmla="*/ 2666409 h 6858000"/>
              <a:gd name="connsiteX512" fmla="*/ 5763055 w 7467600"/>
              <a:gd name="connsiteY512" fmla="*/ 2579705 h 6858000"/>
              <a:gd name="connsiteX513" fmla="*/ 5758079 w 7467600"/>
              <a:gd name="connsiteY513" fmla="*/ 2492508 h 6858000"/>
              <a:gd name="connsiteX514" fmla="*/ 5779325 w 7467600"/>
              <a:gd name="connsiteY514" fmla="*/ 2197069 h 6858000"/>
              <a:gd name="connsiteX515" fmla="*/ 5798671 w 7467600"/>
              <a:gd name="connsiteY515" fmla="*/ 1981601 h 6858000"/>
              <a:gd name="connsiteX516" fmla="*/ 5829202 w 7467600"/>
              <a:gd name="connsiteY516" fmla="*/ 1971679 h 6858000"/>
              <a:gd name="connsiteX517" fmla="*/ 5809558 w 7467600"/>
              <a:gd name="connsiteY517" fmla="*/ 2198043 h 6858000"/>
              <a:gd name="connsiteX518" fmla="*/ 5788653 w 7467600"/>
              <a:gd name="connsiteY518" fmla="*/ 2489430 h 6858000"/>
              <a:gd name="connsiteX519" fmla="*/ 5793439 w 7467600"/>
              <a:gd name="connsiteY519" fmla="*/ 2575235 h 6858000"/>
              <a:gd name="connsiteX520" fmla="*/ 5796837 w 7467600"/>
              <a:gd name="connsiteY520" fmla="*/ 2637633 h 6858000"/>
              <a:gd name="connsiteX521" fmla="*/ 5818614 w 7467600"/>
              <a:gd name="connsiteY521" fmla="*/ 2473055 h 6858000"/>
              <a:gd name="connsiteX522" fmla="*/ 5829202 w 7467600"/>
              <a:gd name="connsiteY522" fmla="*/ 1971679 h 6858000"/>
              <a:gd name="connsiteX523" fmla="*/ 5911389 w 7467600"/>
              <a:gd name="connsiteY523" fmla="*/ 1898371 h 6858000"/>
              <a:gd name="connsiteX524" fmla="*/ 6237627 w 7467600"/>
              <a:gd name="connsiteY524" fmla="*/ 2231921 h 6858000"/>
              <a:gd name="connsiteX525" fmla="*/ 5911389 w 7467600"/>
              <a:gd name="connsiteY525" fmla="*/ 1898371 h 6858000"/>
              <a:gd name="connsiteX526" fmla="*/ 6944437 w 7467600"/>
              <a:gd name="connsiteY526" fmla="*/ 1575402 h 6858000"/>
              <a:gd name="connsiteX527" fmla="*/ 6304730 w 7467600"/>
              <a:gd name="connsiteY527" fmla="*/ 1766654 h 6858000"/>
              <a:gd name="connsiteX528" fmla="*/ 6944437 w 7467600"/>
              <a:gd name="connsiteY528" fmla="*/ 1575402 h 6858000"/>
              <a:gd name="connsiteX529" fmla="*/ 7019523 w 7467600"/>
              <a:gd name="connsiteY529" fmla="*/ 1519450 h 6858000"/>
              <a:gd name="connsiteX530" fmla="*/ 6298091 w 7467600"/>
              <a:gd name="connsiteY530" fmla="*/ 1737122 h 6858000"/>
              <a:gd name="connsiteX531" fmla="*/ 7019523 w 7467600"/>
              <a:gd name="connsiteY531" fmla="*/ 1519450 h 6858000"/>
              <a:gd name="connsiteX532" fmla="*/ 2399523 w 7467600"/>
              <a:gd name="connsiteY532" fmla="*/ 1428234 h 6858000"/>
              <a:gd name="connsiteX533" fmla="*/ 2224982 w 7467600"/>
              <a:gd name="connsiteY533" fmla="*/ 1826201 h 6858000"/>
              <a:gd name="connsiteX534" fmla="*/ 2096099 w 7467600"/>
              <a:gd name="connsiteY534" fmla="*/ 2345900 h 6858000"/>
              <a:gd name="connsiteX535" fmla="*/ 2283317 w 7467600"/>
              <a:gd name="connsiteY535" fmla="*/ 1796925 h 6858000"/>
              <a:gd name="connsiteX536" fmla="*/ 2399523 w 7467600"/>
              <a:gd name="connsiteY536" fmla="*/ 1428234 h 6858000"/>
              <a:gd name="connsiteX537" fmla="*/ 2448558 w 7467600"/>
              <a:gd name="connsiteY537" fmla="*/ 1373435 h 6858000"/>
              <a:gd name="connsiteX538" fmla="*/ 2312521 w 7467600"/>
              <a:gd name="connsiteY538" fmla="*/ 1806140 h 6858000"/>
              <a:gd name="connsiteX539" fmla="*/ 2127533 w 7467600"/>
              <a:gd name="connsiteY539" fmla="*/ 2348380 h 6858000"/>
              <a:gd name="connsiteX540" fmla="*/ 2358080 w 7467600"/>
              <a:gd name="connsiteY540" fmla="*/ 1866134 h 6858000"/>
              <a:gd name="connsiteX541" fmla="*/ 2407436 w 7467600"/>
              <a:gd name="connsiteY541" fmla="*/ 1651070 h 6858000"/>
              <a:gd name="connsiteX542" fmla="*/ 2448558 w 7467600"/>
              <a:gd name="connsiteY542" fmla="*/ 1373435 h 6858000"/>
              <a:gd name="connsiteX543" fmla="*/ 278707 w 7467600"/>
              <a:gd name="connsiteY543" fmla="*/ 1352270 h 6858000"/>
              <a:gd name="connsiteX544" fmla="*/ 321570 w 7467600"/>
              <a:gd name="connsiteY544" fmla="*/ 1861610 h 6858000"/>
              <a:gd name="connsiteX545" fmla="*/ 294281 w 7467600"/>
              <a:gd name="connsiteY545" fmla="*/ 1440658 h 6858000"/>
              <a:gd name="connsiteX546" fmla="*/ 278707 w 7467600"/>
              <a:gd name="connsiteY546" fmla="*/ 1352270 h 6858000"/>
              <a:gd name="connsiteX547" fmla="*/ 1423821 w 7467600"/>
              <a:gd name="connsiteY547" fmla="*/ 1351958 h 6858000"/>
              <a:gd name="connsiteX548" fmla="*/ 1638521 w 7467600"/>
              <a:gd name="connsiteY548" fmla="*/ 1908470 h 6858000"/>
              <a:gd name="connsiteX549" fmla="*/ 1754199 w 7467600"/>
              <a:gd name="connsiteY549" fmla="*/ 2149284 h 6858000"/>
              <a:gd name="connsiteX550" fmla="*/ 1908359 w 7467600"/>
              <a:gd name="connsiteY550" fmla="*/ 2364988 h 6858000"/>
              <a:gd name="connsiteX551" fmla="*/ 1647661 w 7467600"/>
              <a:gd name="connsiteY551" fmla="*/ 1825945 h 6858000"/>
              <a:gd name="connsiteX552" fmla="*/ 1423821 w 7467600"/>
              <a:gd name="connsiteY552" fmla="*/ 1351958 h 6858000"/>
              <a:gd name="connsiteX553" fmla="*/ 1431890 w 7467600"/>
              <a:gd name="connsiteY553" fmla="*/ 1306475 h 6858000"/>
              <a:gd name="connsiteX554" fmla="*/ 1507597 w 7467600"/>
              <a:gd name="connsiteY554" fmla="*/ 1446132 h 6858000"/>
              <a:gd name="connsiteX555" fmla="*/ 1674586 w 7467600"/>
              <a:gd name="connsiteY555" fmla="*/ 1813832 h 6858000"/>
              <a:gd name="connsiteX556" fmla="*/ 1815950 w 7467600"/>
              <a:gd name="connsiteY556" fmla="*/ 2128564 h 6858000"/>
              <a:gd name="connsiteX557" fmla="*/ 1984242 w 7467600"/>
              <a:gd name="connsiteY557" fmla="*/ 2430829 h 6858000"/>
              <a:gd name="connsiteX558" fmla="*/ 2014023 w 7467600"/>
              <a:gd name="connsiteY558" fmla="*/ 2450995 h 6858000"/>
              <a:gd name="connsiteX559" fmla="*/ 1747337 w 7467600"/>
              <a:gd name="connsiteY559" fmla="*/ 1855264 h 6858000"/>
              <a:gd name="connsiteX560" fmla="*/ 1533749 w 7467600"/>
              <a:gd name="connsiteY560" fmla="*/ 1478656 h 6858000"/>
              <a:gd name="connsiteX561" fmla="*/ 1431890 w 7467600"/>
              <a:gd name="connsiteY561" fmla="*/ 1306475 h 6858000"/>
              <a:gd name="connsiteX562" fmla="*/ 5052692 w 7467600"/>
              <a:gd name="connsiteY562" fmla="*/ 1292994 h 6858000"/>
              <a:gd name="connsiteX563" fmla="*/ 5200661 w 7467600"/>
              <a:gd name="connsiteY563" fmla="*/ 1635186 h 6858000"/>
              <a:gd name="connsiteX564" fmla="*/ 5297138 w 7467600"/>
              <a:gd name="connsiteY564" fmla="*/ 1906351 h 6858000"/>
              <a:gd name="connsiteX565" fmla="*/ 5052692 w 7467600"/>
              <a:gd name="connsiteY565" fmla="*/ 1292994 h 6858000"/>
              <a:gd name="connsiteX566" fmla="*/ 5009948 w 7467600"/>
              <a:gd name="connsiteY566" fmla="*/ 1273619 h 6858000"/>
              <a:gd name="connsiteX567" fmla="*/ 5121777 w 7467600"/>
              <a:gd name="connsiteY567" fmla="*/ 1654213 h 6858000"/>
              <a:gd name="connsiteX568" fmla="*/ 5293545 w 7467600"/>
              <a:gd name="connsiteY568" fmla="*/ 2072247 h 6858000"/>
              <a:gd name="connsiteX569" fmla="*/ 5294042 w 7467600"/>
              <a:gd name="connsiteY569" fmla="*/ 2065019 h 6858000"/>
              <a:gd name="connsiteX570" fmla="*/ 5171936 w 7467600"/>
              <a:gd name="connsiteY570" fmla="*/ 1647613 h 6858000"/>
              <a:gd name="connsiteX571" fmla="*/ 5009948 w 7467600"/>
              <a:gd name="connsiteY571" fmla="*/ 1273619 h 6858000"/>
              <a:gd name="connsiteX572" fmla="*/ 655236 w 7467600"/>
              <a:gd name="connsiteY572" fmla="*/ 1268632 h 6858000"/>
              <a:gd name="connsiteX573" fmla="*/ 839521 w 7467600"/>
              <a:gd name="connsiteY573" fmla="*/ 1685315 h 6858000"/>
              <a:gd name="connsiteX574" fmla="*/ 1109416 w 7467600"/>
              <a:gd name="connsiteY574" fmla="*/ 2061663 h 6858000"/>
              <a:gd name="connsiteX575" fmla="*/ 1298300 w 7467600"/>
              <a:gd name="connsiteY575" fmla="*/ 2247742 h 6858000"/>
              <a:gd name="connsiteX576" fmla="*/ 1125871 w 7467600"/>
              <a:gd name="connsiteY576" fmla="*/ 1989513 h 6858000"/>
              <a:gd name="connsiteX577" fmla="*/ 981574 w 7467600"/>
              <a:gd name="connsiteY577" fmla="*/ 1783157 h 6858000"/>
              <a:gd name="connsiteX578" fmla="*/ 922198 w 7467600"/>
              <a:gd name="connsiteY578" fmla="*/ 1677437 h 6858000"/>
              <a:gd name="connsiteX579" fmla="*/ 869293 w 7467600"/>
              <a:gd name="connsiteY579" fmla="*/ 1583214 h 6858000"/>
              <a:gd name="connsiteX580" fmla="*/ 751431 w 7467600"/>
              <a:gd name="connsiteY580" fmla="*/ 1405731 h 6858000"/>
              <a:gd name="connsiteX581" fmla="*/ 655236 w 7467600"/>
              <a:gd name="connsiteY581" fmla="*/ 1268632 h 6858000"/>
              <a:gd name="connsiteX582" fmla="*/ 6516292 w 7467600"/>
              <a:gd name="connsiteY582" fmla="*/ 1263064 h 6858000"/>
              <a:gd name="connsiteX583" fmla="*/ 5736320 w 7467600"/>
              <a:gd name="connsiteY583" fmla="*/ 1501803 h 6858000"/>
              <a:gd name="connsiteX584" fmla="*/ 6516292 w 7467600"/>
              <a:gd name="connsiteY584" fmla="*/ 1263064 h 6858000"/>
              <a:gd name="connsiteX585" fmla="*/ 291466 w 7467600"/>
              <a:gd name="connsiteY585" fmla="*/ 1250369 h 6858000"/>
              <a:gd name="connsiteX586" fmla="*/ 323180 w 7467600"/>
              <a:gd name="connsiteY586" fmla="*/ 1435283 h 6858000"/>
              <a:gd name="connsiteX587" fmla="*/ 349381 w 7467600"/>
              <a:gd name="connsiteY587" fmla="*/ 1875041 h 6858000"/>
              <a:gd name="connsiteX588" fmla="*/ 374363 w 7467600"/>
              <a:gd name="connsiteY588" fmla="*/ 1506494 h 6858000"/>
              <a:gd name="connsiteX589" fmla="*/ 302168 w 7467600"/>
              <a:gd name="connsiteY589" fmla="*/ 1274495 h 6858000"/>
              <a:gd name="connsiteX590" fmla="*/ 291466 w 7467600"/>
              <a:gd name="connsiteY590" fmla="*/ 1250369 h 6858000"/>
              <a:gd name="connsiteX591" fmla="*/ 678222 w 7467600"/>
              <a:gd name="connsiteY591" fmla="*/ 1248670 h 6858000"/>
              <a:gd name="connsiteX592" fmla="*/ 775536 w 7467600"/>
              <a:gd name="connsiteY592" fmla="*/ 1388015 h 6858000"/>
              <a:gd name="connsiteX593" fmla="*/ 894529 w 7467600"/>
              <a:gd name="connsiteY593" fmla="*/ 1567739 h 6858000"/>
              <a:gd name="connsiteX594" fmla="*/ 948000 w 7467600"/>
              <a:gd name="connsiteY594" fmla="*/ 1663088 h 6858000"/>
              <a:gd name="connsiteX595" fmla="*/ 1006812 w 7467600"/>
              <a:gd name="connsiteY595" fmla="*/ 1767683 h 6858000"/>
              <a:gd name="connsiteX596" fmla="*/ 1149133 w 7467600"/>
              <a:gd name="connsiteY596" fmla="*/ 1971513 h 6858000"/>
              <a:gd name="connsiteX597" fmla="*/ 1333952 w 7467600"/>
              <a:gd name="connsiteY597" fmla="*/ 2251620 h 6858000"/>
              <a:gd name="connsiteX598" fmla="*/ 1337329 w 7467600"/>
              <a:gd name="connsiteY598" fmla="*/ 2258350 h 6858000"/>
              <a:gd name="connsiteX599" fmla="*/ 1014726 w 7467600"/>
              <a:gd name="connsiteY599" fmla="*/ 1615556 h 6858000"/>
              <a:gd name="connsiteX600" fmla="*/ 678222 w 7467600"/>
              <a:gd name="connsiteY600" fmla="*/ 1248670 h 6858000"/>
              <a:gd name="connsiteX601" fmla="*/ 6691602 w 7467600"/>
              <a:gd name="connsiteY601" fmla="*/ 1140573 h 6858000"/>
              <a:gd name="connsiteX602" fmla="*/ 6571100 w 7467600"/>
              <a:gd name="connsiteY602" fmla="*/ 1183662 h 6858000"/>
              <a:gd name="connsiteX603" fmla="*/ 6241687 w 7467600"/>
              <a:gd name="connsiteY603" fmla="*/ 1257600 h 6858000"/>
              <a:gd name="connsiteX604" fmla="*/ 5693009 w 7467600"/>
              <a:gd name="connsiteY604" fmla="*/ 1478256 h 6858000"/>
              <a:gd name="connsiteX605" fmla="*/ 6548420 w 7467600"/>
              <a:gd name="connsiteY605" fmla="*/ 1214599 h 6858000"/>
              <a:gd name="connsiteX606" fmla="*/ 6605473 w 7467600"/>
              <a:gd name="connsiteY606" fmla="*/ 1184686 h 6858000"/>
              <a:gd name="connsiteX607" fmla="*/ 6691602 w 7467600"/>
              <a:gd name="connsiteY607" fmla="*/ 1140573 h 6858000"/>
              <a:gd name="connsiteX608" fmla="*/ 4002475 w 7467600"/>
              <a:gd name="connsiteY608" fmla="*/ 1037802 h 6858000"/>
              <a:gd name="connsiteX609" fmla="*/ 4000324 w 7467600"/>
              <a:gd name="connsiteY609" fmla="*/ 1039362 h 6858000"/>
              <a:gd name="connsiteX610" fmla="*/ 4002862 w 7467600"/>
              <a:gd name="connsiteY610" fmla="*/ 1042866 h 6858000"/>
              <a:gd name="connsiteX611" fmla="*/ 4002475 w 7467600"/>
              <a:gd name="connsiteY611" fmla="*/ 1037802 h 6858000"/>
              <a:gd name="connsiteX612" fmla="*/ 506322 w 7467600"/>
              <a:gd name="connsiteY612" fmla="*/ 1020997 h 6858000"/>
              <a:gd name="connsiteX613" fmla="*/ 533068 w 7467600"/>
              <a:gd name="connsiteY613" fmla="*/ 1029409 h 6858000"/>
              <a:gd name="connsiteX614" fmla="*/ 1232525 w 7467600"/>
              <a:gd name="connsiteY614" fmla="*/ 1804675 h 6858000"/>
              <a:gd name="connsiteX615" fmla="*/ 1388858 w 7467600"/>
              <a:gd name="connsiteY615" fmla="*/ 2368011 h 6858000"/>
              <a:gd name="connsiteX616" fmla="*/ 1384098 w 7467600"/>
              <a:gd name="connsiteY616" fmla="*/ 2378125 h 6858000"/>
              <a:gd name="connsiteX617" fmla="*/ 1425393 w 7467600"/>
              <a:gd name="connsiteY617" fmla="*/ 2589124 h 6858000"/>
              <a:gd name="connsiteX618" fmla="*/ 1424001 w 7467600"/>
              <a:gd name="connsiteY618" fmla="*/ 2597541 h 6858000"/>
              <a:gd name="connsiteX619" fmla="*/ 2152729 w 7467600"/>
              <a:gd name="connsiteY619" fmla="*/ 2864487 h 6858000"/>
              <a:gd name="connsiteX620" fmla="*/ 2020609 w 7467600"/>
              <a:gd name="connsiteY620" fmla="*/ 2539671 h 6858000"/>
              <a:gd name="connsiteX621" fmla="*/ 2018920 w 7467600"/>
              <a:gd name="connsiteY621" fmla="*/ 2536309 h 6858000"/>
              <a:gd name="connsiteX622" fmla="*/ 1342441 w 7467600"/>
              <a:gd name="connsiteY622" fmla="*/ 1173017 h 6858000"/>
              <a:gd name="connsiteX623" fmla="*/ 1367925 w 7467600"/>
              <a:gd name="connsiteY623" fmla="*/ 1135648 h 6858000"/>
              <a:gd name="connsiteX624" fmla="*/ 1771401 w 7467600"/>
              <a:gd name="connsiteY624" fmla="*/ 1806673 h 6858000"/>
              <a:gd name="connsiteX625" fmla="*/ 1972385 w 7467600"/>
              <a:gd name="connsiteY625" fmla="*/ 2198735 h 6858000"/>
              <a:gd name="connsiteX626" fmla="*/ 2040892 w 7467600"/>
              <a:gd name="connsiteY626" fmla="*/ 2405205 h 6858000"/>
              <a:gd name="connsiteX627" fmla="*/ 2131689 w 7467600"/>
              <a:gd name="connsiteY627" fmla="*/ 1936926 h 6858000"/>
              <a:gd name="connsiteX628" fmla="*/ 2454820 w 7467600"/>
              <a:gd name="connsiteY628" fmla="*/ 1248808 h 6858000"/>
              <a:gd name="connsiteX629" fmla="*/ 2492512 w 7467600"/>
              <a:gd name="connsiteY629" fmla="*/ 1302920 h 6858000"/>
              <a:gd name="connsiteX630" fmla="*/ 2081216 w 7467600"/>
              <a:gd name="connsiteY630" fmla="*/ 2527513 h 6858000"/>
              <a:gd name="connsiteX631" fmla="*/ 2081211 w 7467600"/>
              <a:gd name="connsiteY631" fmla="*/ 2528916 h 6858000"/>
              <a:gd name="connsiteX632" fmla="*/ 2199067 w 7467600"/>
              <a:gd name="connsiteY632" fmla="*/ 2884061 h 6858000"/>
              <a:gd name="connsiteX633" fmla="*/ 3192586 w 7467600"/>
              <a:gd name="connsiteY633" fmla="*/ 3411496 h 6858000"/>
              <a:gd name="connsiteX634" fmla="*/ 3182620 w 7467600"/>
              <a:gd name="connsiteY634" fmla="*/ 3483279 h 6858000"/>
              <a:gd name="connsiteX635" fmla="*/ 2435119 w 7467600"/>
              <a:gd name="connsiteY635" fmla="*/ 3080173 h 6858000"/>
              <a:gd name="connsiteX636" fmla="*/ 2410152 w 7467600"/>
              <a:gd name="connsiteY636" fmla="*/ 3063751 h 6858000"/>
              <a:gd name="connsiteX637" fmla="*/ 2408099 w 7467600"/>
              <a:gd name="connsiteY637" fmla="*/ 3064403 h 6858000"/>
              <a:gd name="connsiteX638" fmla="*/ 2407218 w 7467600"/>
              <a:gd name="connsiteY638" fmla="*/ 3070324 h 6858000"/>
              <a:gd name="connsiteX639" fmla="*/ 2380138 w 7467600"/>
              <a:gd name="connsiteY639" fmla="*/ 3099341 h 6858000"/>
              <a:gd name="connsiteX640" fmla="*/ 1765923 w 7467600"/>
              <a:gd name="connsiteY640" fmla="*/ 3581043 h 6858000"/>
              <a:gd name="connsiteX641" fmla="*/ 1702258 w 7467600"/>
              <a:gd name="connsiteY641" fmla="*/ 3612286 h 6858000"/>
              <a:gd name="connsiteX642" fmla="*/ 1538370 w 7467600"/>
              <a:gd name="connsiteY642" fmla="*/ 3811804 h 6858000"/>
              <a:gd name="connsiteX643" fmla="*/ 542867 w 7467600"/>
              <a:gd name="connsiteY643" fmla="*/ 4944092 h 6858000"/>
              <a:gd name="connsiteX644" fmla="*/ 515800 w 7467600"/>
              <a:gd name="connsiteY644" fmla="*/ 4862180 h 6858000"/>
              <a:gd name="connsiteX645" fmla="*/ 909145 w 7467600"/>
              <a:gd name="connsiteY645" fmla="*/ 4199225 h 6858000"/>
              <a:gd name="connsiteX646" fmla="*/ 1214067 w 7467600"/>
              <a:gd name="connsiteY646" fmla="*/ 3908561 h 6858000"/>
              <a:gd name="connsiteX647" fmla="*/ 640967 w 7467600"/>
              <a:gd name="connsiteY647" fmla="*/ 4105601 h 6858000"/>
              <a:gd name="connsiteX648" fmla="*/ 112563 w 7467600"/>
              <a:gd name="connsiteY648" fmla="*/ 4396952 h 6858000"/>
              <a:gd name="connsiteX649" fmla="*/ 0 w 7467600"/>
              <a:gd name="connsiteY649" fmla="*/ 4466006 h 6858000"/>
              <a:gd name="connsiteX650" fmla="*/ 0 w 7467600"/>
              <a:gd name="connsiteY650" fmla="*/ 4233763 h 6858000"/>
              <a:gd name="connsiteX651" fmla="*/ 36881 w 7467600"/>
              <a:gd name="connsiteY651" fmla="*/ 4200118 h 6858000"/>
              <a:gd name="connsiteX652" fmla="*/ 910534 w 7467600"/>
              <a:gd name="connsiteY652" fmla="*/ 3629753 h 6858000"/>
              <a:gd name="connsiteX653" fmla="*/ 1578717 w 7467600"/>
              <a:gd name="connsiteY653" fmla="*/ 3575982 h 6858000"/>
              <a:gd name="connsiteX654" fmla="*/ 2338780 w 7467600"/>
              <a:gd name="connsiteY654" fmla="*/ 3033725 h 6858000"/>
              <a:gd name="connsiteX655" fmla="*/ 1807991 w 7467600"/>
              <a:gd name="connsiteY655" fmla="*/ 2807184 h 6858000"/>
              <a:gd name="connsiteX656" fmla="*/ 1416358 w 7467600"/>
              <a:gd name="connsiteY656" fmla="*/ 3112571 h 6858000"/>
              <a:gd name="connsiteX657" fmla="*/ 939066 w 7467600"/>
              <a:gd name="connsiteY657" fmla="*/ 3378798 h 6858000"/>
              <a:gd name="connsiteX658" fmla="*/ 115099 w 7467600"/>
              <a:gd name="connsiteY658" fmla="*/ 3607650 h 6858000"/>
              <a:gd name="connsiteX659" fmla="*/ 97284 w 7467600"/>
              <a:gd name="connsiteY659" fmla="*/ 3520393 h 6858000"/>
              <a:gd name="connsiteX660" fmla="*/ 922050 w 7467600"/>
              <a:gd name="connsiteY660" fmla="*/ 3074867 h 6858000"/>
              <a:gd name="connsiteX661" fmla="*/ 1405265 w 7467600"/>
              <a:gd name="connsiteY661" fmla="*/ 3016319 h 6858000"/>
              <a:gd name="connsiteX662" fmla="*/ 1407512 w 7467600"/>
              <a:gd name="connsiteY662" fmla="*/ 3018001 h 6858000"/>
              <a:gd name="connsiteX663" fmla="*/ 1726266 w 7467600"/>
              <a:gd name="connsiteY663" fmla="*/ 2777274 h 6858000"/>
              <a:gd name="connsiteX664" fmla="*/ 625390 w 7467600"/>
              <a:gd name="connsiteY664" fmla="*/ 2514541 h 6858000"/>
              <a:gd name="connsiteX665" fmla="*/ 619799 w 7467600"/>
              <a:gd name="connsiteY665" fmla="*/ 2527180 h 6858000"/>
              <a:gd name="connsiteX666" fmla="*/ 310030 w 7467600"/>
              <a:gd name="connsiteY666" fmla="*/ 2771818 h 6858000"/>
              <a:gd name="connsiteX667" fmla="*/ 173877 w 7467600"/>
              <a:gd name="connsiteY667" fmla="*/ 2937056 h 6858000"/>
              <a:gd name="connsiteX668" fmla="*/ 77889 w 7467600"/>
              <a:gd name="connsiteY668" fmla="*/ 3138440 h 6858000"/>
              <a:gd name="connsiteX669" fmla="*/ 0 w 7467600"/>
              <a:gd name="connsiteY669" fmla="*/ 3271395 h 6858000"/>
              <a:gd name="connsiteX670" fmla="*/ 0 w 7467600"/>
              <a:gd name="connsiteY670" fmla="*/ 3153002 h 6858000"/>
              <a:gd name="connsiteX671" fmla="*/ 2386 w 7467600"/>
              <a:gd name="connsiteY671" fmla="*/ 3149203 h 6858000"/>
              <a:gd name="connsiteX672" fmla="*/ 89753 w 7467600"/>
              <a:gd name="connsiteY672" fmla="*/ 2987702 h 6858000"/>
              <a:gd name="connsiteX673" fmla="*/ 76869 w 7467600"/>
              <a:gd name="connsiteY673" fmla="*/ 3005404 h 6858000"/>
              <a:gd name="connsiteX674" fmla="*/ 32049 w 7467600"/>
              <a:gd name="connsiteY674" fmla="*/ 3065814 h 6858000"/>
              <a:gd name="connsiteX675" fmla="*/ 0 w 7467600"/>
              <a:gd name="connsiteY675" fmla="*/ 3108744 h 6858000"/>
              <a:gd name="connsiteX676" fmla="*/ 0 w 7467600"/>
              <a:gd name="connsiteY676" fmla="*/ 3058059 h 6858000"/>
              <a:gd name="connsiteX677" fmla="*/ 7610 w 7467600"/>
              <a:gd name="connsiteY677" fmla="*/ 3047889 h 6858000"/>
              <a:gd name="connsiteX678" fmla="*/ 52419 w 7467600"/>
              <a:gd name="connsiteY678" fmla="*/ 2987479 h 6858000"/>
              <a:gd name="connsiteX679" fmla="*/ 59142 w 7467600"/>
              <a:gd name="connsiteY679" fmla="*/ 2978488 h 6858000"/>
              <a:gd name="connsiteX680" fmla="*/ 0 w 7467600"/>
              <a:gd name="connsiteY680" fmla="*/ 3015334 h 6858000"/>
              <a:gd name="connsiteX681" fmla="*/ 0 w 7467600"/>
              <a:gd name="connsiteY681" fmla="*/ 2914286 h 6858000"/>
              <a:gd name="connsiteX682" fmla="*/ 36383 w 7467600"/>
              <a:gd name="connsiteY682" fmla="*/ 2901128 h 6858000"/>
              <a:gd name="connsiteX683" fmla="*/ 156329 w 7467600"/>
              <a:gd name="connsiteY683" fmla="*/ 2840533 h 6858000"/>
              <a:gd name="connsiteX684" fmla="*/ 358355 w 7467600"/>
              <a:gd name="connsiteY684" fmla="*/ 2620471 h 6858000"/>
              <a:gd name="connsiteX685" fmla="*/ 510577 w 7467600"/>
              <a:gd name="connsiteY685" fmla="*/ 2501244 h 6858000"/>
              <a:gd name="connsiteX686" fmla="*/ 211967 w 7467600"/>
              <a:gd name="connsiteY686" fmla="*/ 2479171 h 6858000"/>
              <a:gd name="connsiteX687" fmla="*/ 0 w 7467600"/>
              <a:gd name="connsiteY687" fmla="*/ 2476398 h 6858000"/>
              <a:gd name="connsiteX688" fmla="*/ 0 w 7467600"/>
              <a:gd name="connsiteY688" fmla="*/ 2389189 h 6858000"/>
              <a:gd name="connsiteX689" fmla="*/ 103062 w 7467600"/>
              <a:gd name="connsiteY689" fmla="*/ 2389518 h 6858000"/>
              <a:gd name="connsiteX690" fmla="*/ 510734 w 7467600"/>
              <a:gd name="connsiteY690" fmla="*/ 2416201 h 6858000"/>
              <a:gd name="connsiteX691" fmla="*/ 279257 w 7467600"/>
              <a:gd name="connsiteY691" fmla="*/ 2092102 h 6858000"/>
              <a:gd name="connsiteX692" fmla="*/ 65265 w 7467600"/>
              <a:gd name="connsiteY692" fmla="*/ 2006049 h 6858000"/>
              <a:gd name="connsiteX693" fmla="*/ 0 w 7467600"/>
              <a:gd name="connsiteY693" fmla="*/ 1982532 h 6858000"/>
              <a:gd name="connsiteX694" fmla="*/ 0 w 7467600"/>
              <a:gd name="connsiteY694" fmla="*/ 1912789 h 6858000"/>
              <a:gd name="connsiteX695" fmla="*/ 97460 w 7467600"/>
              <a:gd name="connsiteY695" fmla="*/ 1953725 h 6858000"/>
              <a:gd name="connsiteX696" fmla="*/ 221272 w 7467600"/>
              <a:gd name="connsiteY696" fmla="*/ 1980766 h 6858000"/>
              <a:gd name="connsiteX697" fmla="*/ 116765 w 7467600"/>
              <a:gd name="connsiteY697" fmla="*/ 1911033 h 6858000"/>
              <a:gd name="connsiteX698" fmla="*/ 16405 w 7467600"/>
              <a:gd name="connsiteY698" fmla="*/ 1803412 h 6858000"/>
              <a:gd name="connsiteX699" fmla="*/ 0 w 7467600"/>
              <a:gd name="connsiteY699" fmla="*/ 1784777 h 6858000"/>
              <a:gd name="connsiteX700" fmla="*/ 0 w 7467600"/>
              <a:gd name="connsiteY700" fmla="*/ 1740082 h 6858000"/>
              <a:gd name="connsiteX701" fmla="*/ 39394 w 7467600"/>
              <a:gd name="connsiteY701" fmla="*/ 1784856 h 6858000"/>
              <a:gd name="connsiteX702" fmla="*/ 135813 w 7467600"/>
              <a:gd name="connsiteY702" fmla="*/ 1888838 h 6858000"/>
              <a:gd name="connsiteX703" fmla="*/ 242575 w 7467600"/>
              <a:gd name="connsiteY703" fmla="*/ 1958841 h 6858000"/>
              <a:gd name="connsiteX704" fmla="*/ 82197 w 7467600"/>
              <a:gd name="connsiteY704" fmla="*/ 1754826 h 6858000"/>
              <a:gd name="connsiteX705" fmla="*/ 0 w 7467600"/>
              <a:gd name="connsiteY705" fmla="*/ 1679650 h 6858000"/>
              <a:gd name="connsiteX706" fmla="*/ 0 w 7467600"/>
              <a:gd name="connsiteY706" fmla="*/ 1602463 h 6858000"/>
              <a:gd name="connsiteX707" fmla="*/ 84689 w 7467600"/>
              <a:gd name="connsiteY707" fmla="*/ 1677442 h 6858000"/>
              <a:gd name="connsiteX708" fmla="*/ 298437 w 7467600"/>
              <a:gd name="connsiteY708" fmla="*/ 1968019 h 6858000"/>
              <a:gd name="connsiteX709" fmla="*/ 227269 w 7467600"/>
              <a:gd name="connsiteY709" fmla="*/ 1114064 h 6858000"/>
              <a:gd name="connsiteX710" fmla="*/ 248003 w 7467600"/>
              <a:gd name="connsiteY710" fmla="*/ 1089613 h 6858000"/>
              <a:gd name="connsiteX711" fmla="*/ 427020 w 7467600"/>
              <a:gd name="connsiteY711" fmla="*/ 1619803 h 6858000"/>
              <a:gd name="connsiteX712" fmla="*/ 340345 w 7467600"/>
              <a:gd name="connsiteY712" fmla="*/ 2027739 h 6858000"/>
              <a:gd name="connsiteX713" fmla="*/ 360865 w 7467600"/>
              <a:gd name="connsiteY713" fmla="*/ 2044827 h 6858000"/>
              <a:gd name="connsiteX714" fmla="*/ 560414 w 7467600"/>
              <a:gd name="connsiteY714" fmla="*/ 2421457 h 6858000"/>
              <a:gd name="connsiteX715" fmla="*/ 1359703 w 7467600"/>
              <a:gd name="connsiteY715" fmla="*/ 2578554 h 6858000"/>
              <a:gd name="connsiteX716" fmla="*/ 1359422 w 7467600"/>
              <a:gd name="connsiteY716" fmla="*/ 2577994 h 6858000"/>
              <a:gd name="connsiteX717" fmla="*/ 828701 w 7467600"/>
              <a:gd name="connsiteY717" fmla="*/ 1839520 h 6858000"/>
              <a:gd name="connsiteX718" fmla="*/ 494427 w 7467600"/>
              <a:gd name="connsiteY718" fmla="*/ 1092333 h 6858000"/>
              <a:gd name="connsiteX719" fmla="*/ 506322 w 7467600"/>
              <a:gd name="connsiteY719" fmla="*/ 1020997 h 6858000"/>
              <a:gd name="connsiteX720" fmla="*/ 4570198 w 7467600"/>
              <a:gd name="connsiteY720" fmla="*/ 978081 h 6858000"/>
              <a:gd name="connsiteX721" fmla="*/ 4523691 w 7467600"/>
              <a:gd name="connsiteY721" fmla="*/ 1127776 h 6858000"/>
              <a:gd name="connsiteX722" fmla="*/ 4509875 w 7467600"/>
              <a:gd name="connsiteY722" fmla="*/ 1167552 h 6858000"/>
              <a:gd name="connsiteX723" fmla="*/ 4478168 w 7467600"/>
              <a:gd name="connsiteY723" fmla="*/ 1260735 h 6858000"/>
              <a:gd name="connsiteX724" fmla="*/ 4409309 w 7467600"/>
              <a:gd name="connsiteY724" fmla="*/ 1666996 h 6858000"/>
              <a:gd name="connsiteX725" fmla="*/ 4370031 w 7467600"/>
              <a:gd name="connsiteY725" fmla="*/ 1955666 h 6858000"/>
              <a:gd name="connsiteX726" fmla="*/ 4570198 w 7467600"/>
              <a:gd name="connsiteY726" fmla="*/ 978081 h 6858000"/>
              <a:gd name="connsiteX727" fmla="*/ 4557898 w 7467600"/>
              <a:gd name="connsiteY727" fmla="*/ 900011 h 6858000"/>
              <a:gd name="connsiteX728" fmla="*/ 4344840 w 7467600"/>
              <a:gd name="connsiteY728" fmla="*/ 1922038 h 6858000"/>
              <a:gd name="connsiteX729" fmla="*/ 4378710 w 7467600"/>
              <a:gd name="connsiteY729" fmla="*/ 1665516 h 6858000"/>
              <a:gd name="connsiteX730" fmla="*/ 4448798 w 7467600"/>
              <a:gd name="connsiteY730" fmla="*/ 1253024 h 6858000"/>
              <a:gd name="connsiteX731" fmla="*/ 4480315 w 7467600"/>
              <a:gd name="connsiteY731" fmla="*/ 1158454 h 6858000"/>
              <a:gd name="connsiteX732" fmla="*/ 4494133 w 7467600"/>
              <a:gd name="connsiteY732" fmla="*/ 1118676 h 6858000"/>
              <a:gd name="connsiteX733" fmla="*/ 4557898 w 7467600"/>
              <a:gd name="connsiteY733" fmla="*/ 900011 h 6858000"/>
              <a:gd name="connsiteX734" fmla="*/ 5870151 w 7467600"/>
              <a:gd name="connsiteY734" fmla="*/ 898890 h 6858000"/>
              <a:gd name="connsiteX735" fmla="*/ 5861335 w 7467600"/>
              <a:gd name="connsiteY735" fmla="*/ 899177 h 6858000"/>
              <a:gd name="connsiteX736" fmla="*/ 5843702 w 7467600"/>
              <a:gd name="connsiteY736" fmla="*/ 899748 h 6858000"/>
              <a:gd name="connsiteX737" fmla="*/ 5651107 w 7467600"/>
              <a:gd name="connsiteY737" fmla="*/ 920306 h 6858000"/>
              <a:gd name="connsiteX738" fmla="*/ 5459407 w 7467600"/>
              <a:gd name="connsiteY738" fmla="*/ 940975 h 6858000"/>
              <a:gd name="connsiteX739" fmla="*/ 5374846 w 7467600"/>
              <a:gd name="connsiteY739" fmla="*/ 941988 h 6858000"/>
              <a:gd name="connsiteX740" fmla="*/ 5256105 w 7467600"/>
              <a:gd name="connsiteY740" fmla="*/ 945632 h 6858000"/>
              <a:gd name="connsiteX741" fmla="*/ 5107071 w 7467600"/>
              <a:gd name="connsiteY741" fmla="*/ 969720 h 6858000"/>
              <a:gd name="connsiteX742" fmla="*/ 4998681 w 7467600"/>
              <a:gd name="connsiteY742" fmla="*/ 988771 h 6858000"/>
              <a:gd name="connsiteX743" fmla="*/ 5870151 w 7467600"/>
              <a:gd name="connsiteY743" fmla="*/ 898890 h 6858000"/>
              <a:gd name="connsiteX744" fmla="*/ 5504425 w 7467600"/>
              <a:gd name="connsiteY744" fmla="*/ 848067 h 6858000"/>
              <a:gd name="connsiteX745" fmla="*/ 4968849 w 7467600"/>
              <a:gd name="connsiteY745" fmla="*/ 962318 h 6858000"/>
              <a:gd name="connsiteX746" fmla="*/ 5104039 w 7467600"/>
              <a:gd name="connsiteY746" fmla="*/ 940634 h 6858000"/>
              <a:gd name="connsiteX747" fmla="*/ 5256311 w 7467600"/>
              <a:gd name="connsiteY747" fmla="*/ 916490 h 6858000"/>
              <a:gd name="connsiteX748" fmla="*/ 5377381 w 7467600"/>
              <a:gd name="connsiteY748" fmla="*/ 912671 h 6858000"/>
              <a:gd name="connsiteX749" fmla="*/ 5460148 w 7467600"/>
              <a:gd name="connsiteY749" fmla="*/ 911442 h 6858000"/>
              <a:gd name="connsiteX750" fmla="*/ 5648971 w 7467600"/>
              <a:gd name="connsiteY750" fmla="*/ 891331 h 6858000"/>
              <a:gd name="connsiteX751" fmla="*/ 5844807 w 7467600"/>
              <a:gd name="connsiteY751" fmla="*/ 870718 h 6858000"/>
              <a:gd name="connsiteX752" fmla="*/ 5862975 w 7467600"/>
              <a:gd name="connsiteY752" fmla="*/ 869756 h 6858000"/>
              <a:gd name="connsiteX753" fmla="*/ 5920887 w 7467600"/>
              <a:gd name="connsiteY753" fmla="*/ 865929 h 6858000"/>
              <a:gd name="connsiteX754" fmla="*/ 5504425 w 7467600"/>
              <a:gd name="connsiteY754" fmla="*/ 848067 h 6858000"/>
              <a:gd name="connsiteX755" fmla="*/ 3607114 w 7467600"/>
              <a:gd name="connsiteY755" fmla="*/ 467441 h 6858000"/>
              <a:gd name="connsiteX756" fmla="*/ 3296242 w 7467600"/>
              <a:gd name="connsiteY756" fmla="*/ 807991 h 6858000"/>
              <a:gd name="connsiteX757" fmla="*/ 3174674 w 7467600"/>
              <a:gd name="connsiteY757" fmla="*/ 919759 h 6858000"/>
              <a:gd name="connsiteX758" fmla="*/ 3042978 w 7467600"/>
              <a:gd name="connsiteY758" fmla="*/ 1054894 h 6858000"/>
              <a:gd name="connsiteX759" fmla="*/ 2968914 w 7467600"/>
              <a:gd name="connsiteY759" fmla="*/ 1133756 h 6858000"/>
              <a:gd name="connsiteX760" fmla="*/ 3103823 w 7467600"/>
              <a:gd name="connsiteY760" fmla="*/ 1026814 h 6858000"/>
              <a:gd name="connsiteX761" fmla="*/ 3607114 w 7467600"/>
              <a:gd name="connsiteY761" fmla="*/ 467441 h 6858000"/>
              <a:gd name="connsiteX762" fmla="*/ 3744487 w 7467600"/>
              <a:gd name="connsiteY762" fmla="*/ 383136 h 6858000"/>
              <a:gd name="connsiteX763" fmla="*/ 3970213 w 7467600"/>
              <a:gd name="connsiteY763" fmla="*/ 995559 h 6858000"/>
              <a:gd name="connsiteX764" fmla="*/ 3744487 w 7467600"/>
              <a:gd name="connsiteY764" fmla="*/ 383136 h 6858000"/>
              <a:gd name="connsiteX765" fmla="*/ 3624562 w 7467600"/>
              <a:gd name="connsiteY765" fmla="*/ 367041 h 6858000"/>
              <a:gd name="connsiteX766" fmla="*/ 3489712 w 7467600"/>
              <a:gd name="connsiteY766" fmla="*/ 485386 h 6858000"/>
              <a:gd name="connsiteX767" fmla="*/ 3182994 w 7467600"/>
              <a:gd name="connsiteY767" fmla="*/ 828265 h 6858000"/>
              <a:gd name="connsiteX768" fmla="*/ 2892114 w 7467600"/>
              <a:gd name="connsiteY768" fmla="*/ 1172635 h 6858000"/>
              <a:gd name="connsiteX769" fmla="*/ 3021459 w 7467600"/>
              <a:gd name="connsiteY769" fmla="*/ 1035385 h 6858000"/>
              <a:gd name="connsiteX770" fmla="*/ 3153873 w 7467600"/>
              <a:gd name="connsiteY770" fmla="*/ 898971 h 6858000"/>
              <a:gd name="connsiteX771" fmla="*/ 3276511 w 7467600"/>
              <a:gd name="connsiteY771" fmla="*/ 786423 h 6858000"/>
              <a:gd name="connsiteX772" fmla="*/ 3584154 w 7467600"/>
              <a:gd name="connsiteY772" fmla="*/ 448218 h 6858000"/>
              <a:gd name="connsiteX773" fmla="*/ 3624562 w 7467600"/>
              <a:gd name="connsiteY773" fmla="*/ 367041 h 6858000"/>
              <a:gd name="connsiteX774" fmla="*/ 3766672 w 7467600"/>
              <a:gd name="connsiteY774" fmla="*/ 359429 h 6858000"/>
              <a:gd name="connsiteX775" fmla="*/ 3996338 w 7467600"/>
              <a:gd name="connsiteY775" fmla="*/ 968237 h 6858000"/>
              <a:gd name="connsiteX776" fmla="*/ 3766672 w 7467600"/>
              <a:gd name="connsiteY776" fmla="*/ 359429 h 6858000"/>
              <a:gd name="connsiteX777" fmla="*/ 5805386 w 7467600"/>
              <a:gd name="connsiteY777" fmla="*/ 239240 h 6858000"/>
              <a:gd name="connsiteX778" fmla="*/ 5736947 w 7467600"/>
              <a:gd name="connsiteY778" fmla="*/ 261367 h 6858000"/>
              <a:gd name="connsiteX779" fmla="*/ 5427012 w 7467600"/>
              <a:gd name="connsiteY779" fmla="*/ 311272 h 6858000"/>
              <a:gd name="connsiteX780" fmla="*/ 5147818 w 7467600"/>
              <a:gd name="connsiteY780" fmla="*/ 322112 h 6858000"/>
              <a:gd name="connsiteX781" fmla="*/ 5060854 w 7467600"/>
              <a:gd name="connsiteY781" fmla="*/ 311882 h 6858000"/>
              <a:gd name="connsiteX782" fmla="*/ 4945989 w 7467600"/>
              <a:gd name="connsiteY782" fmla="*/ 300516 h 6858000"/>
              <a:gd name="connsiteX783" fmla="*/ 5410479 w 7467600"/>
              <a:gd name="connsiteY783" fmla="*/ 348434 h 6858000"/>
              <a:gd name="connsiteX784" fmla="*/ 5805386 w 7467600"/>
              <a:gd name="connsiteY784" fmla="*/ 239240 h 6858000"/>
              <a:gd name="connsiteX785" fmla="*/ 5905192 w 7467600"/>
              <a:gd name="connsiteY785" fmla="*/ 163079 h 6858000"/>
              <a:gd name="connsiteX786" fmla="*/ 5865655 w 7467600"/>
              <a:gd name="connsiteY786" fmla="*/ 171901 h 6858000"/>
              <a:gd name="connsiteX787" fmla="*/ 5259740 w 7467600"/>
              <a:gd name="connsiteY787" fmla="*/ 257013 h 6858000"/>
              <a:gd name="connsiteX788" fmla="*/ 5208466 w 7467600"/>
              <a:gd name="connsiteY788" fmla="*/ 257550 h 6858000"/>
              <a:gd name="connsiteX789" fmla="*/ 4980204 w 7467600"/>
              <a:gd name="connsiteY789" fmla="*/ 271903 h 6858000"/>
              <a:gd name="connsiteX790" fmla="*/ 5068068 w 7467600"/>
              <a:gd name="connsiteY790" fmla="*/ 282244 h 6858000"/>
              <a:gd name="connsiteX791" fmla="*/ 5153231 w 7467600"/>
              <a:gd name="connsiteY791" fmla="*/ 292240 h 6858000"/>
              <a:gd name="connsiteX792" fmla="*/ 5426491 w 7467600"/>
              <a:gd name="connsiteY792" fmla="*/ 281128 h 6858000"/>
              <a:gd name="connsiteX793" fmla="*/ 5731212 w 7467600"/>
              <a:gd name="connsiteY793" fmla="*/ 231951 h 6858000"/>
              <a:gd name="connsiteX794" fmla="*/ 5905192 w 7467600"/>
              <a:gd name="connsiteY794" fmla="*/ 163079 h 6858000"/>
              <a:gd name="connsiteX795" fmla="*/ 5944437 w 7467600"/>
              <a:gd name="connsiteY795" fmla="*/ 113829 h 6858000"/>
              <a:gd name="connsiteX796" fmla="*/ 5825032 w 7467600"/>
              <a:gd name="connsiteY796" fmla="*/ 146405 h 6858000"/>
              <a:gd name="connsiteX797" fmla="*/ 4955599 w 7467600"/>
              <a:gd name="connsiteY797" fmla="*/ 247008 h 6858000"/>
              <a:gd name="connsiteX798" fmla="*/ 5210104 w 7467600"/>
              <a:gd name="connsiteY798" fmla="*/ 228123 h 6858000"/>
              <a:gd name="connsiteX799" fmla="*/ 5261015 w 7467600"/>
              <a:gd name="connsiteY799" fmla="*/ 227087 h 6858000"/>
              <a:gd name="connsiteX800" fmla="*/ 5861181 w 7467600"/>
              <a:gd name="connsiteY800" fmla="*/ 143093 h 6858000"/>
              <a:gd name="connsiteX801" fmla="*/ 5961252 w 7467600"/>
              <a:gd name="connsiteY801" fmla="*/ 114820 h 6858000"/>
              <a:gd name="connsiteX802" fmla="*/ 5944437 w 7467600"/>
              <a:gd name="connsiteY802" fmla="*/ 113829 h 6858000"/>
              <a:gd name="connsiteX803" fmla="*/ 3882765 w 7467600"/>
              <a:gd name="connsiteY803" fmla="*/ 0 h 6858000"/>
              <a:gd name="connsiteX804" fmla="*/ 3995099 w 7467600"/>
              <a:gd name="connsiteY804" fmla="*/ 0 h 6858000"/>
              <a:gd name="connsiteX805" fmla="*/ 4163818 w 7467600"/>
              <a:gd name="connsiteY805" fmla="*/ 234104 h 6858000"/>
              <a:gd name="connsiteX806" fmla="*/ 4172099 w 7467600"/>
              <a:gd name="connsiteY806" fmla="*/ 234207 h 6858000"/>
              <a:gd name="connsiteX807" fmla="*/ 4784282 w 7467600"/>
              <a:gd name="connsiteY807" fmla="*/ 276561 h 6858000"/>
              <a:gd name="connsiteX808" fmla="*/ 4801687 w 7467600"/>
              <a:gd name="connsiteY808" fmla="*/ 267764 h 6858000"/>
              <a:gd name="connsiteX809" fmla="*/ 6082788 w 7467600"/>
              <a:gd name="connsiteY809" fmla="*/ 64119 h 6858000"/>
              <a:gd name="connsiteX810" fmla="*/ 6099442 w 7467600"/>
              <a:gd name="connsiteY810" fmla="*/ 82568 h 6858000"/>
              <a:gd name="connsiteX811" fmla="*/ 4804137 w 7467600"/>
              <a:gd name="connsiteY811" fmla="*/ 320931 h 6858000"/>
              <a:gd name="connsiteX812" fmla="*/ 4227047 w 7467600"/>
              <a:gd name="connsiteY812" fmla="*/ 313415 h 6858000"/>
              <a:gd name="connsiteX813" fmla="*/ 4346041 w 7467600"/>
              <a:gd name="connsiteY813" fmla="*/ 456086 h 6858000"/>
              <a:gd name="connsiteX814" fmla="*/ 4870967 w 7467600"/>
              <a:gd name="connsiteY814" fmla="*/ 963061 h 6858000"/>
              <a:gd name="connsiteX815" fmla="*/ 4889647 w 7467600"/>
              <a:gd name="connsiteY815" fmla="*/ 957147 h 6858000"/>
              <a:gd name="connsiteX816" fmla="*/ 5422504 w 7467600"/>
              <a:gd name="connsiteY816" fmla="*/ 805191 h 6858000"/>
              <a:gd name="connsiteX817" fmla="*/ 6087656 w 7467600"/>
              <a:gd name="connsiteY817" fmla="*/ 826703 h 6858000"/>
              <a:gd name="connsiteX818" fmla="*/ 6058717 w 7467600"/>
              <a:gd name="connsiteY818" fmla="*/ 865992 h 6858000"/>
              <a:gd name="connsiteX819" fmla="*/ 4974153 w 7467600"/>
              <a:gd name="connsiteY819" fmla="*/ 1045456 h 6858000"/>
              <a:gd name="connsiteX820" fmla="*/ 5627835 w 7467600"/>
              <a:gd name="connsiteY820" fmla="*/ 1472077 h 6858000"/>
              <a:gd name="connsiteX821" fmla="*/ 5629817 w 7467600"/>
              <a:gd name="connsiteY821" fmla="*/ 1471412 h 6858000"/>
              <a:gd name="connsiteX822" fmla="*/ 5634124 w 7467600"/>
              <a:gd name="connsiteY822" fmla="*/ 1470572 h 6858000"/>
              <a:gd name="connsiteX823" fmla="*/ 5755832 w 7467600"/>
              <a:gd name="connsiteY823" fmla="*/ 1383886 h 6858000"/>
              <a:gd name="connsiteX824" fmla="*/ 6014186 w 7467600"/>
              <a:gd name="connsiteY824" fmla="*/ 1279799 h 6858000"/>
              <a:gd name="connsiteX825" fmla="*/ 6901619 w 7467600"/>
              <a:gd name="connsiteY825" fmla="*/ 1047874 h 6858000"/>
              <a:gd name="connsiteX826" fmla="*/ 6931566 w 7467600"/>
              <a:gd name="connsiteY826" fmla="*/ 1062034 h 6858000"/>
              <a:gd name="connsiteX827" fmla="*/ 5790982 w 7467600"/>
              <a:gd name="connsiteY827" fmla="*/ 1561380 h 6858000"/>
              <a:gd name="connsiteX828" fmla="*/ 6188971 w 7467600"/>
              <a:gd name="connsiteY828" fmla="*/ 1755168 h 6858000"/>
              <a:gd name="connsiteX829" fmla="*/ 6202446 w 7467600"/>
              <a:gd name="connsiteY829" fmla="*/ 1752268 h 6858000"/>
              <a:gd name="connsiteX830" fmla="*/ 7179560 w 7467600"/>
              <a:gd name="connsiteY830" fmla="*/ 1467551 h 6858000"/>
              <a:gd name="connsiteX831" fmla="*/ 7158730 w 7467600"/>
              <a:gd name="connsiteY831" fmla="*/ 1507835 h 6858000"/>
              <a:gd name="connsiteX832" fmla="*/ 6326959 w 7467600"/>
              <a:gd name="connsiteY832" fmla="*/ 1817686 h 6858000"/>
              <a:gd name="connsiteX833" fmla="*/ 6537433 w 7467600"/>
              <a:gd name="connsiteY833" fmla="*/ 1907790 h 6858000"/>
              <a:gd name="connsiteX834" fmla="*/ 6550221 w 7467600"/>
              <a:gd name="connsiteY834" fmla="*/ 1910729 h 6858000"/>
              <a:gd name="connsiteX835" fmla="*/ 6964438 w 7467600"/>
              <a:gd name="connsiteY835" fmla="*/ 2209505 h 6858000"/>
              <a:gd name="connsiteX836" fmla="*/ 7367862 w 7467600"/>
              <a:gd name="connsiteY836" fmla="*/ 2806833 h 6858000"/>
              <a:gd name="connsiteX837" fmla="*/ 7364329 w 7467600"/>
              <a:gd name="connsiteY837" fmla="*/ 2826907 h 6858000"/>
              <a:gd name="connsiteX838" fmla="*/ 7290545 w 7467600"/>
              <a:gd name="connsiteY838" fmla="*/ 2850663 h 6858000"/>
              <a:gd name="connsiteX839" fmla="*/ 6472036 w 7467600"/>
              <a:gd name="connsiteY839" fmla="*/ 1959003 h 6858000"/>
              <a:gd name="connsiteX840" fmla="*/ 5792897 w 7467600"/>
              <a:gd name="connsiteY840" fmla="*/ 1647747 h 6858000"/>
              <a:gd name="connsiteX841" fmla="*/ 5842751 w 7467600"/>
              <a:gd name="connsiteY841" fmla="*/ 1816112 h 6858000"/>
              <a:gd name="connsiteX842" fmla="*/ 5847424 w 7467600"/>
              <a:gd name="connsiteY842" fmla="*/ 1815776 h 6858000"/>
              <a:gd name="connsiteX843" fmla="*/ 6399821 w 7467600"/>
              <a:gd name="connsiteY843" fmla="*/ 2344799 h 6858000"/>
              <a:gd name="connsiteX844" fmla="*/ 6323232 w 7467600"/>
              <a:gd name="connsiteY844" fmla="*/ 2389634 h 6858000"/>
              <a:gd name="connsiteX845" fmla="*/ 5942958 w 7467600"/>
              <a:gd name="connsiteY845" fmla="*/ 2077708 h 6858000"/>
              <a:gd name="connsiteX846" fmla="*/ 5921559 w 7467600"/>
              <a:gd name="connsiteY846" fmla="*/ 2378596 h 6858000"/>
              <a:gd name="connsiteX847" fmla="*/ 5817651 w 7467600"/>
              <a:gd name="connsiteY847" fmla="*/ 3023919 h 6858000"/>
              <a:gd name="connsiteX848" fmla="*/ 5729634 w 7467600"/>
              <a:gd name="connsiteY848" fmla="*/ 3051849 h 6858000"/>
              <a:gd name="connsiteX849" fmla="*/ 5611018 w 7467600"/>
              <a:gd name="connsiteY849" fmla="*/ 2316769 h 6858000"/>
              <a:gd name="connsiteX850" fmla="*/ 5687608 w 7467600"/>
              <a:gd name="connsiteY850" fmla="*/ 2039972 h 6858000"/>
              <a:gd name="connsiteX851" fmla="*/ 5657554 w 7467600"/>
              <a:gd name="connsiteY851" fmla="*/ 1576445 h 6858000"/>
              <a:gd name="connsiteX852" fmla="*/ 5150475 w 7467600"/>
              <a:gd name="connsiteY852" fmla="*/ 1274012 h 6858000"/>
              <a:gd name="connsiteX853" fmla="*/ 5349142 w 7467600"/>
              <a:gd name="connsiteY853" fmla="*/ 2204405 h 6858000"/>
              <a:gd name="connsiteX854" fmla="*/ 5262214 w 7467600"/>
              <a:gd name="connsiteY854" fmla="*/ 2233836 h 6858000"/>
              <a:gd name="connsiteX855" fmla="*/ 4981539 w 7467600"/>
              <a:gd name="connsiteY855" fmla="*/ 1542201 h 6858000"/>
              <a:gd name="connsiteX856" fmla="*/ 4958461 w 7467600"/>
              <a:gd name="connsiteY856" fmla="*/ 1136957 h 6858000"/>
              <a:gd name="connsiteX857" fmla="*/ 4655015 w 7467600"/>
              <a:gd name="connsiteY857" fmla="*/ 891426 h 6858000"/>
              <a:gd name="connsiteX858" fmla="*/ 4348002 w 7467600"/>
              <a:gd name="connsiteY858" fmla="*/ 2205895 h 6858000"/>
              <a:gd name="connsiteX859" fmla="*/ 4262250 w 7467600"/>
              <a:gd name="connsiteY859" fmla="*/ 2219972 h 6858000"/>
              <a:gd name="connsiteX860" fmla="*/ 4550611 w 7467600"/>
              <a:gd name="connsiteY860" fmla="*/ 817540 h 6858000"/>
              <a:gd name="connsiteX861" fmla="*/ 4564418 w 7467600"/>
              <a:gd name="connsiteY861" fmla="*/ 808293 h 6858000"/>
              <a:gd name="connsiteX862" fmla="*/ 4266388 w 7467600"/>
              <a:gd name="connsiteY862" fmla="*/ 500083 h 6858000"/>
              <a:gd name="connsiteX863" fmla="*/ 4032842 w 7467600"/>
              <a:gd name="connsiteY863" fmla="*/ 211809 h 6858000"/>
              <a:gd name="connsiteX864" fmla="*/ 3882765 w 7467600"/>
              <a:gd name="connsiteY864" fmla="*/ 0 h 6858000"/>
              <a:gd name="connsiteX865" fmla="*/ 3721337 w 7467600"/>
              <a:gd name="connsiteY865" fmla="*/ 0 h 6858000"/>
              <a:gd name="connsiteX866" fmla="*/ 3797544 w 7467600"/>
              <a:gd name="connsiteY866" fmla="*/ 0 h 6858000"/>
              <a:gd name="connsiteX867" fmla="*/ 3775734 w 7467600"/>
              <a:gd name="connsiteY867" fmla="*/ 95131 h 6858000"/>
              <a:gd name="connsiteX868" fmla="*/ 3724807 w 7467600"/>
              <a:gd name="connsiteY868" fmla="*/ 272257 h 6858000"/>
              <a:gd name="connsiteX869" fmla="*/ 3726844 w 7467600"/>
              <a:gd name="connsiteY869" fmla="*/ 282988 h 6858000"/>
              <a:gd name="connsiteX870" fmla="*/ 3742664 w 7467600"/>
              <a:gd name="connsiteY870" fmla="*/ 279918 h 6858000"/>
              <a:gd name="connsiteX871" fmla="*/ 4103910 w 7467600"/>
              <a:gd name="connsiteY871" fmla="*/ 1161917 h 6858000"/>
              <a:gd name="connsiteX872" fmla="*/ 4020269 w 7467600"/>
              <a:gd name="connsiteY872" fmla="*/ 1200406 h 6858000"/>
              <a:gd name="connsiteX873" fmla="*/ 3674882 w 7467600"/>
              <a:gd name="connsiteY873" fmla="*/ 488524 h 6858000"/>
              <a:gd name="connsiteX874" fmla="*/ 3132682 w 7467600"/>
              <a:gd name="connsiteY874" fmla="*/ 1072284 h 6858000"/>
              <a:gd name="connsiteX875" fmla="*/ 2716346 w 7467600"/>
              <a:gd name="connsiteY875" fmla="*/ 1276376 h 6858000"/>
              <a:gd name="connsiteX876" fmla="*/ 2716772 w 7467600"/>
              <a:gd name="connsiteY876" fmla="*/ 1255462 h 6858000"/>
              <a:gd name="connsiteX877" fmla="*/ 3471096 w 7467600"/>
              <a:gd name="connsiteY877" fmla="*/ 437072 h 6858000"/>
              <a:gd name="connsiteX878" fmla="*/ 3639057 w 7467600"/>
              <a:gd name="connsiteY878" fmla="*/ 286334 h 6858000"/>
              <a:gd name="connsiteX879" fmla="*/ 3640309 w 7467600"/>
              <a:gd name="connsiteY879" fmla="*/ 284664 h 6858000"/>
              <a:gd name="connsiteX880" fmla="*/ 3646022 w 7467600"/>
              <a:gd name="connsiteY880" fmla="*/ 276711 h 6858000"/>
              <a:gd name="connsiteX881" fmla="*/ 3707943 w 7467600"/>
              <a:gd name="connsiteY881" fmla="*/ 65958 h 6858000"/>
              <a:gd name="connsiteX882" fmla="*/ 3721337 w 7467600"/>
              <a:gd name="connsiteY882" fmla="*/ 0 h 6858000"/>
              <a:gd name="connsiteX883" fmla="*/ 2867960 w 7467600"/>
              <a:gd name="connsiteY883" fmla="*/ 0 h 6858000"/>
              <a:gd name="connsiteX884" fmla="*/ 2926351 w 7467600"/>
              <a:gd name="connsiteY884" fmla="*/ 0 h 6858000"/>
              <a:gd name="connsiteX885" fmla="*/ 2902823 w 7467600"/>
              <a:gd name="connsiteY885" fmla="*/ 262929 h 6858000"/>
              <a:gd name="connsiteX886" fmla="*/ 2940663 w 7467600"/>
              <a:gd name="connsiteY886" fmla="*/ 140884 h 6858000"/>
              <a:gd name="connsiteX887" fmla="*/ 2947039 w 7467600"/>
              <a:gd name="connsiteY887" fmla="*/ 122524 h 6858000"/>
              <a:gd name="connsiteX888" fmla="*/ 2984316 w 7467600"/>
              <a:gd name="connsiteY888" fmla="*/ 0 h 6858000"/>
              <a:gd name="connsiteX889" fmla="*/ 3016114 w 7467600"/>
              <a:gd name="connsiteY889" fmla="*/ 0 h 6858000"/>
              <a:gd name="connsiteX890" fmla="*/ 2979949 w 7467600"/>
              <a:gd name="connsiteY890" fmla="*/ 119274 h 6858000"/>
              <a:gd name="connsiteX891" fmla="*/ 3023879 w 7467600"/>
              <a:gd name="connsiteY891" fmla="*/ 0 h 6858000"/>
              <a:gd name="connsiteX892" fmla="*/ 3105400 w 7467600"/>
              <a:gd name="connsiteY892" fmla="*/ 0 h 6858000"/>
              <a:gd name="connsiteX893" fmla="*/ 3094669 w 7467600"/>
              <a:gd name="connsiteY893" fmla="*/ 30308 h 6858000"/>
              <a:gd name="connsiteX894" fmla="*/ 2901945 w 7467600"/>
              <a:gd name="connsiteY894" fmla="*/ 466538 h 6858000"/>
              <a:gd name="connsiteX895" fmla="*/ 2815209 w 7467600"/>
              <a:gd name="connsiteY895" fmla="*/ 497361 h 6858000"/>
              <a:gd name="connsiteX896" fmla="*/ 2844845 w 7467600"/>
              <a:gd name="connsiteY896" fmla="*/ 127638 h 6858000"/>
              <a:gd name="connsiteX897" fmla="*/ 2867960 w 7467600"/>
              <a:gd name="connsiteY897" fmla="*/ 0 h 6858000"/>
              <a:gd name="connsiteX898" fmla="*/ 1057230 w 7467600"/>
              <a:gd name="connsiteY898" fmla="*/ 0 h 6858000"/>
              <a:gd name="connsiteX899" fmla="*/ 1111003 w 7467600"/>
              <a:gd name="connsiteY899" fmla="*/ 0 h 6858000"/>
              <a:gd name="connsiteX900" fmla="*/ 1125553 w 7467600"/>
              <a:gd name="connsiteY900" fmla="*/ 52588 h 6858000"/>
              <a:gd name="connsiteX901" fmla="*/ 1304276 w 7467600"/>
              <a:gd name="connsiteY901" fmla="*/ 476275 h 6858000"/>
              <a:gd name="connsiteX902" fmla="*/ 1492066 w 7467600"/>
              <a:gd name="connsiteY902" fmla="*/ 886333 h 6858000"/>
              <a:gd name="connsiteX903" fmla="*/ 1423698 w 7467600"/>
              <a:gd name="connsiteY903" fmla="*/ 710817 h 6858000"/>
              <a:gd name="connsiteX904" fmla="*/ 1357609 w 7467600"/>
              <a:gd name="connsiteY904" fmla="*/ 532892 h 6858000"/>
              <a:gd name="connsiteX905" fmla="*/ 1309550 w 7467600"/>
              <a:gd name="connsiteY905" fmla="*/ 374031 h 6858000"/>
              <a:gd name="connsiteX906" fmla="*/ 1193673 w 7467600"/>
              <a:gd name="connsiteY906" fmla="*/ 49533 h 6858000"/>
              <a:gd name="connsiteX907" fmla="*/ 1164391 w 7467600"/>
              <a:gd name="connsiteY907" fmla="*/ 0 h 6858000"/>
              <a:gd name="connsiteX908" fmla="*/ 1200666 w 7467600"/>
              <a:gd name="connsiteY908" fmla="*/ 0 h 6858000"/>
              <a:gd name="connsiteX909" fmla="*/ 1223408 w 7467600"/>
              <a:gd name="connsiteY909" fmla="*/ 38996 h 6858000"/>
              <a:gd name="connsiteX910" fmla="*/ 1339635 w 7467600"/>
              <a:gd name="connsiteY910" fmla="*/ 365517 h 6858000"/>
              <a:gd name="connsiteX911" fmla="*/ 1387469 w 7467600"/>
              <a:gd name="connsiteY911" fmla="*/ 523079 h 6858000"/>
              <a:gd name="connsiteX912" fmla="*/ 1452685 w 7467600"/>
              <a:gd name="connsiteY912" fmla="*/ 699806 h 6858000"/>
              <a:gd name="connsiteX913" fmla="*/ 1492092 w 7467600"/>
              <a:gd name="connsiteY913" fmla="*/ 800424 h 6858000"/>
              <a:gd name="connsiteX914" fmla="*/ 1455302 w 7467600"/>
              <a:gd name="connsiteY914" fmla="*/ 632913 h 6858000"/>
              <a:gd name="connsiteX915" fmla="*/ 1222336 w 7467600"/>
              <a:gd name="connsiteY915" fmla="*/ 9480 h 6858000"/>
              <a:gd name="connsiteX916" fmla="*/ 1214634 w 7467600"/>
              <a:gd name="connsiteY916" fmla="*/ 0 h 6858000"/>
              <a:gd name="connsiteX917" fmla="*/ 1289827 w 7467600"/>
              <a:gd name="connsiteY917" fmla="*/ 0 h 6858000"/>
              <a:gd name="connsiteX918" fmla="*/ 1321076 w 7467600"/>
              <a:gd name="connsiteY918" fmla="*/ 59722 h 6858000"/>
              <a:gd name="connsiteX919" fmla="*/ 1512579 w 7467600"/>
              <a:gd name="connsiteY919" fmla="*/ 626441 h 6858000"/>
              <a:gd name="connsiteX920" fmla="*/ 1506076 w 7467600"/>
              <a:gd name="connsiteY920" fmla="*/ 1089289 h 6858000"/>
              <a:gd name="connsiteX921" fmla="*/ 1486346 w 7467600"/>
              <a:gd name="connsiteY921" fmla="*/ 1079919 h 6858000"/>
              <a:gd name="connsiteX922" fmla="*/ 1070511 w 7467600"/>
              <a:gd name="connsiteY922" fmla="*/ 48609 h 6858000"/>
              <a:gd name="connsiteX923" fmla="*/ 1057230 w 7467600"/>
              <a:gd name="connsiteY923" fmla="*/ 0 h 6858000"/>
              <a:gd name="connsiteX924" fmla="*/ 43151 w 7467600"/>
              <a:gd name="connsiteY924" fmla="*/ 0 h 6858000"/>
              <a:gd name="connsiteX925" fmla="*/ 95283 w 7467600"/>
              <a:gd name="connsiteY925" fmla="*/ 0 h 6858000"/>
              <a:gd name="connsiteX926" fmla="*/ 300708 w 7467600"/>
              <a:gd name="connsiteY926" fmla="*/ 154571 h 6858000"/>
              <a:gd name="connsiteX927" fmla="*/ 530414 w 7467600"/>
              <a:gd name="connsiteY927" fmla="*/ 354673 h 6858000"/>
              <a:gd name="connsiteX928" fmla="*/ 333785 w 7467600"/>
              <a:gd name="connsiteY928" fmla="*/ 161564 h 6858000"/>
              <a:gd name="connsiteX929" fmla="*/ 147005 w 7467600"/>
              <a:gd name="connsiteY929" fmla="*/ 0 h 6858000"/>
              <a:gd name="connsiteX930" fmla="*/ 272509 w 7467600"/>
              <a:gd name="connsiteY930" fmla="*/ 0 h 6858000"/>
              <a:gd name="connsiteX931" fmla="*/ 326276 w 7467600"/>
              <a:gd name="connsiteY931" fmla="*/ 45847 h 6858000"/>
              <a:gd name="connsiteX932" fmla="*/ 823759 w 7467600"/>
              <a:gd name="connsiteY932" fmla="*/ 574145 h 6858000"/>
              <a:gd name="connsiteX933" fmla="*/ 811254 w 7467600"/>
              <a:gd name="connsiteY933" fmla="*/ 665546 h 6858000"/>
              <a:gd name="connsiteX934" fmla="*/ 154042 w 7467600"/>
              <a:gd name="connsiteY934" fmla="*/ 261522 h 6858000"/>
              <a:gd name="connsiteX935" fmla="*/ 13550 w 7467600"/>
              <a:gd name="connsiteY935" fmla="*/ 158423 h 6858000"/>
              <a:gd name="connsiteX936" fmla="*/ 0 w 7467600"/>
              <a:gd name="connsiteY936" fmla="*/ 146618 h 6858000"/>
              <a:gd name="connsiteX937" fmla="*/ 0 w 7467600"/>
              <a:gd name="connsiteY937" fmla="*/ 59161 h 6858000"/>
              <a:gd name="connsiteX938" fmla="*/ 45427 w 7467600"/>
              <a:gd name="connsiteY938" fmla="*/ 101078 h 6858000"/>
              <a:gd name="connsiteX939" fmla="*/ 630103 w 7467600"/>
              <a:gd name="connsiteY939" fmla="*/ 485885 h 6858000"/>
              <a:gd name="connsiteX940" fmla="*/ 532040 w 7467600"/>
              <a:gd name="connsiteY940" fmla="*/ 399359 h 6858000"/>
              <a:gd name="connsiteX941" fmla="*/ 517618 w 7467600"/>
              <a:gd name="connsiteY941" fmla="*/ 385726 h 6858000"/>
              <a:gd name="connsiteX942" fmla="*/ 285074 w 7467600"/>
              <a:gd name="connsiteY942" fmla="*/ 182755 h 6858000"/>
              <a:gd name="connsiteX943" fmla="*/ 43151 w 7467600"/>
              <a:gd name="connsiteY943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467600 w 7467600"/>
              <a:gd name="connsiteY9" fmla="*/ 6683873 h 6858000"/>
              <a:gd name="connsiteX10" fmla="*/ 7289862 w 7467600"/>
              <a:gd name="connsiteY10" fmla="*/ 6659827 h 6858000"/>
              <a:gd name="connsiteX11" fmla="*/ 1019354 w 7467600"/>
              <a:gd name="connsiteY11" fmla="*/ 6315006 h 6858000"/>
              <a:gd name="connsiteX12" fmla="*/ 441046 w 7467600"/>
              <a:gd name="connsiteY12" fmla="*/ 6691153 h 6858000"/>
              <a:gd name="connsiteX13" fmla="*/ 1019354 w 7467600"/>
              <a:gd name="connsiteY13" fmla="*/ 6315006 h 6858000"/>
              <a:gd name="connsiteX14" fmla="*/ 991680 w 7467600"/>
              <a:gd name="connsiteY14" fmla="*/ 6298413 h 6858000"/>
              <a:gd name="connsiteX15" fmla="*/ 409060 w 7467600"/>
              <a:gd name="connsiteY15" fmla="*/ 6671470 h 6858000"/>
              <a:gd name="connsiteX16" fmla="*/ 991680 w 7467600"/>
              <a:gd name="connsiteY16" fmla="*/ 6298413 h 6858000"/>
              <a:gd name="connsiteX17" fmla="*/ 103333 w 7467600"/>
              <a:gd name="connsiteY17" fmla="*/ 5699602 h 6858000"/>
              <a:gd name="connsiteX18" fmla="*/ 233938 w 7467600"/>
              <a:gd name="connsiteY18" fmla="*/ 5809416 h 6858000"/>
              <a:gd name="connsiteX19" fmla="*/ 883580 w 7467600"/>
              <a:gd name="connsiteY19" fmla="*/ 6180710 h 6858000"/>
              <a:gd name="connsiteX20" fmla="*/ 487337 w 7467600"/>
              <a:gd name="connsiteY20" fmla="*/ 5950182 h 6858000"/>
              <a:gd name="connsiteX21" fmla="*/ 354051 w 7467600"/>
              <a:gd name="connsiteY21" fmla="*/ 5854912 h 6858000"/>
              <a:gd name="connsiteX22" fmla="*/ 195436 w 7467600"/>
              <a:gd name="connsiteY22" fmla="*/ 5755068 h 6858000"/>
              <a:gd name="connsiteX23" fmla="*/ 103333 w 7467600"/>
              <a:gd name="connsiteY23" fmla="*/ 5699602 h 6858000"/>
              <a:gd name="connsiteX24" fmla="*/ 5539432 w 7467600"/>
              <a:gd name="connsiteY24" fmla="*/ 5642928 h 6858000"/>
              <a:gd name="connsiteX25" fmla="*/ 5555462 w 7467600"/>
              <a:gd name="connsiteY25" fmla="*/ 5694454 h 6858000"/>
              <a:gd name="connsiteX26" fmla="*/ 5828270 w 7467600"/>
              <a:gd name="connsiteY26" fmla="*/ 6320663 h 6858000"/>
              <a:gd name="connsiteX27" fmla="*/ 5947416 w 7467600"/>
              <a:gd name="connsiteY27" fmla="*/ 6574846 h 6858000"/>
              <a:gd name="connsiteX28" fmla="*/ 5539432 w 7467600"/>
              <a:gd name="connsiteY28" fmla="*/ 5642928 h 6858000"/>
              <a:gd name="connsiteX29" fmla="*/ 51253 w 7467600"/>
              <a:gd name="connsiteY29" fmla="*/ 5631825 h 6858000"/>
              <a:gd name="connsiteX30" fmla="*/ 211622 w 7467600"/>
              <a:gd name="connsiteY30" fmla="*/ 5728803 h 6858000"/>
              <a:gd name="connsiteX31" fmla="*/ 371652 w 7467600"/>
              <a:gd name="connsiteY31" fmla="*/ 5829062 h 6858000"/>
              <a:gd name="connsiteX32" fmla="*/ 505903 w 7467600"/>
              <a:gd name="connsiteY32" fmla="*/ 5925221 h 6858000"/>
              <a:gd name="connsiteX33" fmla="*/ 899240 w 7467600"/>
              <a:gd name="connsiteY33" fmla="*/ 6153068 h 6858000"/>
              <a:gd name="connsiteX34" fmla="*/ 988114 w 7467600"/>
              <a:gd name="connsiteY34" fmla="*/ 6174204 h 6858000"/>
              <a:gd name="connsiteX35" fmla="*/ 845971 w 7467600"/>
              <a:gd name="connsiteY35" fmla="*/ 6067177 h 6858000"/>
              <a:gd name="connsiteX36" fmla="*/ 448057 w 7467600"/>
              <a:gd name="connsiteY36" fmla="*/ 5841376 h 6858000"/>
              <a:gd name="connsiteX37" fmla="*/ 51253 w 7467600"/>
              <a:gd name="connsiteY37" fmla="*/ 5631825 h 6858000"/>
              <a:gd name="connsiteX38" fmla="*/ 2606687 w 7467600"/>
              <a:gd name="connsiteY38" fmla="*/ 5630718 h 6858000"/>
              <a:gd name="connsiteX39" fmla="*/ 2645658 w 7467600"/>
              <a:gd name="connsiteY39" fmla="*/ 6640259 h 6858000"/>
              <a:gd name="connsiteX40" fmla="*/ 2606687 w 7467600"/>
              <a:gd name="connsiteY40" fmla="*/ 5630718 h 6858000"/>
              <a:gd name="connsiteX41" fmla="*/ 3642057 w 7467600"/>
              <a:gd name="connsiteY41" fmla="*/ 5573487 h 6858000"/>
              <a:gd name="connsiteX42" fmla="*/ 3632981 w 7467600"/>
              <a:gd name="connsiteY42" fmla="*/ 5579437 h 6858000"/>
              <a:gd name="connsiteX43" fmla="*/ 3382436 w 7467600"/>
              <a:gd name="connsiteY43" fmla="*/ 5952726 h 6858000"/>
              <a:gd name="connsiteX44" fmla="*/ 3191929 w 7467600"/>
              <a:gd name="connsiteY44" fmla="*/ 6662669 h 6858000"/>
              <a:gd name="connsiteX45" fmla="*/ 3369898 w 7467600"/>
              <a:gd name="connsiteY45" fmla="*/ 6081771 h 6858000"/>
              <a:gd name="connsiteX46" fmla="*/ 3642057 w 7467600"/>
              <a:gd name="connsiteY46" fmla="*/ 5573487 h 6858000"/>
              <a:gd name="connsiteX47" fmla="*/ 2650666 w 7467600"/>
              <a:gd name="connsiteY47" fmla="*/ 5530686 h 6858000"/>
              <a:gd name="connsiteX48" fmla="*/ 2650249 w 7467600"/>
              <a:gd name="connsiteY48" fmla="*/ 5532101 h 6858000"/>
              <a:gd name="connsiteX49" fmla="*/ 2663808 w 7467600"/>
              <a:gd name="connsiteY49" fmla="*/ 6535215 h 6858000"/>
              <a:gd name="connsiteX50" fmla="*/ 2665418 w 7467600"/>
              <a:gd name="connsiteY50" fmla="*/ 6132756 h 6858000"/>
              <a:gd name="connsiteX51" fmla="*/ 2650666 w 7467600"/>
              <a:gd name="connsiteY51" fmla="*/ 5530686 h 6858000"/>
              <a:gd name="connsiteX52" fmla="*/ 2680277 w 7467600"/>
              <a:gd name="connsiteY52" fmla="*/ 5479204 h 6858000"/>
              <a:gd name="connsiteX53" fmla="*/ 2678972 w 7467600"/>
              <a:gd name="connsiteY53" fmla="*/ 5481582 h 6858000"/>
              <a:gd name="connsiteX54" fmla="*/ 2696666 w 7467600"/>
              <a:gd name="connsiteY54" fmla="*/ 6133836 h 6858000"/>
              <a:gd name="connsiteX55" fmla="*/ 2695769 w 7467600"/>
              <a:gd name="connsiteY55" fmla="*/ 6390955 h 6858000"/>
              <a:gd name="connsiteX56" fmla="*/ 2739893 w 7467600"/>
              <a:gd name="connsiteY56" fmla="*/ 6108357 h 6858000"/>
              <a:gd name="connsiteX57" fmla="*/ 2680277 w 7467600"/>
              <a:gd name="connsiteY57" fmla="*/ 5479204 h 6858000"/>
              <a:gd name="connsiteX58" fmla="*/ 1132195 w 7467600"/>
              <a:gd name="connsiteY58" fmla="*/ 5467980 h 6858000"/>
              <a:gd name="connsiteX59" fmla="*/ 1679056 w 7467600"/>
              <a:gd name="connsiteY59" fmla="*/ 5516907 h 6858000"/>
              <a:gd name="connsiteX60" fmla="*/ 2128648 w 7467600"/>
              <a:gd name="connsiteY60" fmla="*/ 5474249 h 6858000"/>
              <a:gd name="connsiteX61" fmla="*/ 1825619 w 7467600"/>
              <a:gd name="connsiteY61" fmla="*/ 5478447 h 6858000"/>
              <a:gd name="connsiteX62" fmla="*/ 1737798 w 7467600"/>
              <a:gd name="connsiteY62" fmla="*/ 5483353 h 6858000"/>
              <a:gd name="connsiteX63" fmla="*/ 1132195 w 7467600"/>
              <a:gd name="connsiteY63" fmla="*/ 5467980 h 6858000"/>
              <a:gd name="connsiteX64" fmla="*/ 1456157 w 7467600"/>
              <a:gd name="connsiteY64" fmla="*/ 5371404 h 6858000"/>
              <a:gd name="connsiteX65" fmla="*/ 1244432 w 7467600"/>
              <a:gd name="connsiteY65" fmla="*/ 5385601 h 6858000"/>
              <a:gd name="connsiteX66" fmla="*/ 973990 w 7467600"/>
              <a:gd name="connsiteY66" fmla="*/ 5424940 h 6858000"/>
              <a:gd name="connsiteX67" fmla="*/ 1103809 w 7467600"/>
              <a:gd name="connsiteY67" fmla="*/ 5433720 h 6858000"/>
              <a:gd name="connsiteX68" fmla="*/ 1123454 w 7467600"/>
              <a:gd name="connsiteY68" fmla="*/ 5435727 h 6858000"/>
              <a:gd name="connsiteX69" fmla="*/ 1737017 w 7467600"/>
              <a:gd name="connsiteY69" fmla="*/ 5452183 h 6858000"/>
              <a:gd name="connsiteX70" fmla="*/ 1824397 w 7467600"/>
              <a:gd name="connsiteY70" fmla="*/ 5447757 h 6858000"/>
              <a:gd name="connsiteX71" fmla="*/ 2070059 w 7467600"/>
              <a:gd name="connsiteY71" fmla="*/ 5441660 h 6858000"/>
              <a:gd name="connsiteX72" fmla="*/ 1456157 w 7467600"/>
              <a:gd name="connsiteY72" fmla="*/ 5371404 h 6858000"/>
              <a:gd name="connsiteX73" fmla="*/ 4988186 w 7467600"/>
              <a:gd name="connsiteY73" fmla="*/ 5216467 h 6858000"/>
              <a:gd name="connsiteX74" fmla="*/ 4777334 w 7467600"/>
              <a:gd name="connsiteY74" fmla="*/ 5406072 h 6858000"/>
              <a:gd name="connsiteX75" fmla="*/ 4718341 w 7467600"/>
              <a:gd name="connsiteY75" fmla="*/ 5468043 h 6858000"/>
              <a:gd name="connsiteX76" fmla="*/ 4604655 w 7467600"/>
              <a:gd name="connsiteY76" fmla="*/ 5583434 h 6858000"/>
              <a:gd name="connsiteX77" fmla="*/ 4565074 w 7467600"/>
              <a:gd name="connsiteY77" fmla="*/ 5618550 h 6858000"/>
              <a:gd name="connsiteX78" fmla="*/ 4988186 w 7467600"/>
              <a:gd name="connsiteY78" fmla="*/ 5216467 h 6858000"/>
              <a:gd name="connsiteX79" fmla="*/ 4978032 w 7467600"/>
              <a:gd name="connsiteY79" fmla="*/ 5183809 h 6858000"/>
              <a:gd name="connsiteX80" fmla="*/ 4463413 w 7467600"/>
              <a:gd name="connsiteY80" fmla="*/ 5615162 h 6858000"/>
              <a:gd name="connsiteX81" fmla="*/ 4358134 w 7467600"/>
              <a:gd name="connsiteY81" fmla="*/ 5742791 h 6858000"/>
              <a:gd name="connsiteX82" fmla="*/ 4376219 w 7467600"/>
              <a:gd name="connsiteY82" fmla="*/ 5729027 h 6858000"/>
              <a:gd name="connsiteX83" fmla="*/ 4582340 w 7467600"/>
              <a:gd name="connsiteY83" fmla="*/ 5561037 h 6858000"/>
              <a:gd name="connsiteX84" fmla="*/ 4694684 w 7467600"/>
              <a:gd name="connsiteY84" fmla="*/ 5447098 h 6858000"/>
              <a:gd name="connsiteX85" fmla="*/ 4754123 w 7467600"/>
              <a:gd name="connsiteY85" fmla="*/ 5384643 h 6858000"/>
              <a:gd name="connsiteX86" fmla="*/ 4978032 w 7467600"/>
              <a:gd name="connsiteY86" fmla="*/ 5183809 h 6858000"/>
              <a:gd name="connsiteX87" fmla="*/ 1903353 w 7467600"/>
              <a:gd name="connsiteY87" fmla="*/ 5044827 h 6858000"/>
              <a:gd name="connsiteX88" fmla="*/ 1936931 w 7467600"/>
              <a:gd name="connsiteY88" fmla="*/ 5093954 h 6858000"/>
              <a:gd name="connsiteX89" fmla="*/ 2195868 w 7467600"/>
              <a:gd name="connsiteY89" fmla="*/ 5396574 h 6858000"/>
              <a:gd name="connsiteX90" fmla="*/ 2088852 w 7467600"/>
              <a:gd name="connsiteY90" fmla="*/ 5166123 h 6858000"/>
              <a:gd name="connsiteX91" fmla="*/ 1958241 w 7467600"/>
              <a:gd name="connsiteY91" fmla="*/ 5067955 h 6858000"/>
              <a:gd name="connsiteX92" fmla="*/ 1903353 w 7467600"/>
              <a:gd name="connsiteY92" fmla="*/ 5044827 h 6858000"/>
              <a:gd name="connsiteX93" fmla="*/ 1979378 w 7467600"/>
              <a:gd name="connsiteY93" fmla="*/ 4769504 h 6858000"/>
              <a:gd name="connsiteX94" fmla="*/ 2882120 w 7467600"/>
              <a:gd name="connsiteY94" fmla="*/ 5064547 h 6858000"/>
              <a:gd name="connsiteX95" fmla="*/ 2793103 w 7467600"/>
              <a:gd name="connsiteY95" fmla="*/ 5039699 h 6858000"/>
              <a:gd name="connsiteX96" fmla="*/ 2770041 w 7467600"/>
              <a:gd name="connsiteY96" fmla="*/ 5033634 h 6858000"/>
              <a:gd name="connsiteX97" fmla="*/ 1979378 w 7467600"/>
              <a:gd name="connsiteY97" fmla="*/ 4769504 h 6858000"/>
              <a:gd name="connsiteX98" fmla="*/ 1927410 w 7467600"/>
              <a:gd name="connsiteY98" fmla="*/ 4716164 h 6858000"/>
              <a:gd name="connsiteX99" fmla="*/ 1959587 w 7467600"/>
              <a:gd name="connsiteY99" fmla="*/ 4728849 h 6858000"/>
              <a:gd name="connsiteX100" fmla="*/ 2777707 w 7467600"/>
              <a:gd name="connsiteY100" fmla="*/ 5003991 h 6858000"/>
              <a:gd name="connsiteX101" fmla="*/ 2800768 w 7467600"/>
              <a:gd name="connsiteY101" fmla="*/ 5010056 h 6858000"/>
              <a:gd name="connsiteX102" fmla="*/ 2879408 w 7467600"/>
              <a:gd name="connsiteY102" fmla="*/ 5031590 h 6858000"/>
              <a:gd name="connsiteX103" fmla="*/ 2862295 w 7467600"/>
              <a:gd name="connsiteY103" fmla="*/ 5022958 h 6858000"/>
              <a:gd name="connsiteX104" fmla="*/ 2813343 w 7467600"/>
              <a:gd name="connsiteY104" fmla="*/ 4998369 h 6858000"/>
              <a:gd name="connsiteX105" fmla="*/ 2646245 w 7467600"/>
              <a:gd name="connsiteY105" fmla="*/ 4930999 h 6858000"/>
              <a:gd name="connsiteX106" fmla="*/ 1999243 w 7467600"/>
              <a:gd name="connsiteY106" fmla="*/ 4730524 h 6858000"/>
              <a:gd name="connsiteX107" fmla="*/ 1979527 w 7467600"/>
              <a:gd name="connsiteY107" fmla="*/ 4726651 h 6858000"/>
              <a:gd name="connsiteX108" fmla="*/ 1927410 w 7467600"/>
              <a:gd name="connsiteY108" fmla="*/ 4716164 h 6858000"/>
              <a:gd name="connsiteX109" fmla="*/ 1997014 w 7467600"/>
              <a:gd name="connsiteY109" fmla="*/ 4698007 h 6858000"/>
              <a:gd name="connsiteX110" fmla="*/ 2005458 w 7467600"/>
              <a:gd name="connsiteY110" fmla="*/ 4699540 h 6858000"/>
              <a:gd name="connsiteX111" fmla="*/ 2657186 w 7467600"/>
              <a:gd name="connsiteY111" fmla="*/ 4901687 h 6858000"/>
              <a:gd name="connsiteX112" fmla="*/ 2826662 w 7467600"/>
              <a:gd name="connsiteY112" fmla="*/ 4970362 h 6858000"/>
              <a:gd name="connsiteX113" fmla="*/ 2876100 w 7467600"/>
              <a:gd name="connsiteY113" fmla="*/ 4995397 h 6858000"/>
              <a:gd name="connsiteX114" fmla="*/ 3042600 w 7467600"/>
              <a:gd name="connsiteY114" fmla="*/ 5059532 h 6858000"/>
              <a:gd name="connsiteX115" fmla="*/ 1997014 w 7467600"/>
              <a:gd name="connsiteY115" fmla="*/ 4698007 h 6858000"/>
              <a:gd name="connsiteX116" fmla="*/ 2305292 w 7467600"/>
              <a:gd name="connsiteY116" fmla="*/ 4219492 h 6858000"/>
              <a:gd name="connsiteX117" fmla="*/ 3360922 w 7467600"/>
              <a:gd name="connsiteY117" fmla="*/ 4529373 h 6858000"/>
              <a:gd name="connsiteX118" fmla="*/ 3492420 w 7467600"/>
              <a:gd name="connsiteY118" fmla="*/ 4510145 h 6858000"/>
              <a:gd name="connsiteX119" fmla="*/ 3364086 w 7467600"/>
              <a:gd name="connsiteY119" fmla="*/ 4480340 h 6858000"/>
              <a:gd name="connsiteX120" fmla="*/ 3225818 w 7467600"/>
              <a:gd name="connsiteY120" fmla="*/ 4411822 h 6858000"/>
              <a:gd name="connsiteX121" fmla="*/ 3129696 w 7467600"/>
              <a:gd name="connsiteY121" fmla="*/ 4360704 h 6858000"/>
              <a:gd name="connsiteX122" fmla="*/ 2814545 w 7467600"/>
              <a:gd name="connsiteY122" fmla="*/ 4282955 h 6858000"/>
              <a:gd name="connsiteX123" fmla="*/ 2305292 w 7467600"/>
              <a:gd name="connsiteY123" fmla="*/ 4219492 h 6858000"/>
              <a:gd name="connsiteX124" fmla="*/ 2626982 w 7467600"/>
              <a:gd name="connsiteY124" fmla="*/ 4206450 h 6858000"/>
              <a:gd name="connsiteX125" fmla="*/ 2490617 w 7467600"/>
              <a:gd name="connsiteY125" fmla="*/ 4206951 h 6858000"/>
              <a:gd name="connsiteX126" fmla="*/ 2819869 w 7467600"/>
              <a:gd name="connsiteY126" fmla="*/ 4252936 h 6858000"/>
              <a:gd name="connsiteX127" fmla="*/ 3143018 w 7467600"/>
              <a:gd name="connsiteY127" fmla="*/ 4332698 h 6858000"/>
              <a:gd name="connsiteX128" fmla="*/ 3241520 w 7467600"/>
              <a:gd name="connsiteY128" fmla="*/ 4385112 h 6858000"/>
              <a:gd name="connsiteX129" fmla="*/ 3374575 w 7467600"/>
              <a:gd name="connsiteY129" fmla="*/ 4451517 h 6858000"/>
              <a:gd name="connsiteX130" fmla="*/ 3505221 w 7467600"/>
              <a:gd name="connsiteY130" fmla="*/ 4480757 h 6858000"/>
              <a:gd name="connsiteX131" fmla="*/ 2626982 w 7467600"/>
              <a:gd name="connsiteY131" fmla="*/ 4206450 h 6858000"/>
              <a:gd name="connsiteX132" fmla="*/ 1310106 w 7467600"/>
              <a:gd name="connsiteY132" fmla="*/ 3943217 h 6858000"/>
              <a:gd name="connsiteX133" fmla="*/ 854994 w 7467600"/>
              <a:gd name="connsiteY133" fmla="*/ 4399136 h 6858000"/>
              <a:gd name="connsiteX134" fmla="*/ 742462 w 7467600"/>
              <a:gd name="connsiteY134" fmla="*/ 4594648 h 6858000"/>
              <a:gd name="connsiteX135" fmla="*/ 820602 w 7467600"/>
              <a:gd name="connsiteY135" fmla="*/ 4485915 h 6858000"/>
              <a:gd name="connsiteX136" fmla="*/ 878295 w 7467600"/>
              <a:gd name="connsiteY136" fmla="*/ 4403594 h 6858000"/>
              <a:gd name="connsiteX137" fmla="*/ 1240607 w 7467600"/>
              <a:gd name="connsiteY137" fmla="*/ 4010401 h 6858000"/>
              <a:gd name="connsiteX138" fmla="*/ 1310106 w 7467600"/>
              <a:gd name="connsiteY138" fmla="*/ 3943217 h 6858000"/>
              <a:gd name="connsiteX139" fmla="*/ 1423113 w 7467600"/>
              <a:gd name="connsiteY139" fmla="*/ 3874565 h 6858000"/>
              <a:gd name="connsiteX140" fmla="*/ 1260565 w 7467600"/>
              <a:gd name="connsiteY140" fmla="*/ 4031982 h 6858000"/>
              <a:gd name="connsiteX141" fmla="*/ 901900 w 7467600"/>
              <a:gd name="connsiteY141" fmla="*/ 4421236 h 6858000"/>
              <a:gd name="connsiteX142" fmla="*/ 845044 w 7467600"/>
              <a:gd name="connsiteY142" fmla="*/ 4502436 h 6858000"/>
              <a:gd name="connsiteX143" fmla="*/ 685926 w 7467600"/>
              <a:gd name="connsiteY143" fmla="*/ 4703069 h 6858000"/>
              <a:gd name="connsiteX144" fmla="*/ 684248 w 7467600"/>
              <a:gd name="connsiteY144" fmla="*/ 4706721 h 6858000"/>
              <a:gd name="connsiteX145" fmla="*/ 1423113 w 7467600"/>
              <a:gd name="connsiteY145" fmla="*/ 3874565 h 6858000"/>
              <a:gd name="connsiteX146" fmla="*/ 3316479 w 7467600"/>
              <a:gd name="connsiteY146" fmla="*/ 3872136 h 6858000"/>
              <a:gd name="connsiteX147" fmla="*/ 3546806 w 7467600"/>
              <a:gd name="connsiteY147" fmla="*/ 4356139 h 6858000"/>
              <a:gd name="connsiteX148" fmla="*/ 3364433 w 7467600"/>
              <a:gd name="connsiteY148" fmla="*/ 3953121 h 6858000"/>
              <a:gd name="connsiteX149" fmla="*/ 3316479 w 7467600"/>
              <a:gd name="connsiteY149" fmla="*/ 3872136 h 6858000"/>
              <a:gd name="connsiteX150" fmla="*/ 3291335 w 7467600"/>
              <a:gd name="connsiteY150" fmla="*/ 3767420 h 6858000"/>
              <a:gd name="connsiteX151" fmla="*/ 3390805 w 7467600"/>
              <a:gd name="connsiteY151" fmla="*/ 3937163 h 6858000"/>
              <a:gd name="connsiteX152" fmla="*/ 3579062 w 7467600"/>
              <a:gd name="connsiteY152" fmla="*/ 4359040 h 6858000"/>
              <a:gd name="connsiteX153" fmla="*/ 3467355 w 7467600"/>
              <a:gd name="connsiteY153" fmla="*/ 3988130 h 6858000"/>
              <a:gd name="connsiteX154" fmla="*/ 3310753 w 7467600"/>
              <a:gd name="connsiteY154" fmla="*/ 3787140 h 6858000"/>
              <a:gd name="connsiteX155" fmla="*/ 3291335 w 7467600"/>
              <a:gd name="connsiteY155" fmla="*/ 3767420 h 6858000"/>
              <a:gd name="connsiteX156" fmla="*/ 1635889 w 7467600"/>
              <a:gd name="connsiteY156" fmla="*/ 3709494 h 6858000"/>
              <a:gd name="connsiteX157" fmla="*/ 1634800 w 7467600"/>
              <a:gd name="connsiteY157" fmla="*/ 3731111 h 6858000"/>
              <a:gd name="connsiteX158" fmla="*/ 1635889 w 7467600"/>
              <a:gd name="connsiteY158" fmla="*/ 3709494 h 6858000"/>
              <a:gd name="connsiteX159" fmla="*/ 1510397 w 7467600"/>
              <a:gd name="connsiteY159" fmla="*/ 3684705 h 6858000"/>
              <a:gd name="connsiteX160" fmla="*/ 1146550 w 7467600"/>
              <a:gd name="connsiteY160" fmla="*/ 3802012 h 6858000"/>
              <a:gd name="connsiteX161" fmla="*/ 698834 w 7467600"/>
              <a:gd name="connsiteY161" fmla="*/ 3952272 h 6858000"/>
              <a:gd name="connsiteX162" fmla="*/ 34256 w 7467600"/>
              <a:gd name="connsiteY162" fmla="*/ 4347603 h 6858000"/>
              <a:gd name="connsiteX163" fmla="*/ 527241 w 7467600"/>
              <a:gd name="connsiteY163" fmla="*/ 4065078 h 6858000"/>
              <a:gd name="connsiteX164" fmla="*/ 1510397 w 7467600"/>
              <a:gd name="connsiteY164" fmla="*/ 3684705 h 6858000"/>
              <a:gd name="connsiteX165" fmla="*/ 1313114 w 7467600"/>
              <a:gd name="connsiteY165" fmla="*/ 3655216 h 6858000"/>
              <a:gd name="connsiteX166" fmla="*/ 1109304 w 7467600"/>
              <a:gd name="connsiteY166" fmla="*/ 3669030 h 6858000"/>
              <a:gd name="connsiteX167" fmla="*/ 8129 w 7467600"/>
              <a:gd name="connsiteY167" fmla="*/ 4330519 h 6858000"/>
              <a:gd name="connsiteX168" fmla="*/ 687572 w 7467600"/>
              <a:gd name="connsiteY168" fmla="*/ 3925629 h 6858000"/>
              <a:gd name="connsiteX169" fmla="*/ 1138365 w 7467600"/>
              <a:gd name="connsiteY169" fmla="*/ 3774515 h 6858000"/>
              <a:gd name="connsiteX170" fmla="*/ 1505579 w 7467600"/>
              <a:gd name="connsiteY170" fmla="*/ 3655526 h 6858000"/>
              <a:gd name="connsiteX171" fmla="*/ 1313114 w 7467600"/>
              <a:gd name="connsiteY171" fmla="*/ 3655216 h 6858000"/>
              <a:gd name="connsiteX172" fmla="*/ 3655073 w 7467600"/>
              <a:gd name="connsiteY172" fmla="*/ 3650884 h 6858000"/>
              <a:gd name="connsiteX173" fmla="*/ 3989938 w 7467600"/>
              <a:gd name="connsiteY173" fmla="*/ 3991685 h 6858000"/>
              <a:gd name="connsiteX174" fmla="*/ 4393907 w 7467600"/>
              <a:gd name="connsiteY174" fmla="*/ 4261258 h 6858000"/>
              <a:gd name="connsiteX175" fmla="*/ 4648051 w 7467600"/>
              <a:gd name="connsiteY175" fmla="*/ 4374051 h 6858000"/>
              <a:gd name="connsiteX176" fmla="*/ 4383389 w 7467600"/>
              <a:gd name="connsiteY176" fmla="*/ 4184369 h 6858000"/>
              <a:gd name="connsiteX177" fmla="*/ 4165508 w 7467600"/>
              <a:gd name="connsiteY177" fmla="*/ 4035196 h 6858000"/>
              <a:gd name="connsiteX178" fmla="*/ 4068162 w 7467600"/>
              <a:gd name="connsiteY178" fmla="*/ 3953394 h 6858000"/>
              <a:gd name="connsiteX179" fmla="*/ 3981416 w 7467600"/>
              <a:gd name="connsiteY179" fmla="*/ 3880482 h 6858000"/>
              <a:gd name="connsiteX180" fmla="*/ 3800147 w 7467600"/>
              <a:gd name="connsiteY180" fmla="*/ 3749872 h 6858000"/>
              <a:gd name="connsiteX181" fmla="*/ 3655073 w 7467600"/>
              <a:gd name="connsiteY181" fmla="*/ 3650884 h 6858000"/>
              <a:gd name="connsiteX182" fmla="*/ 3670252 w 7467600"/>
              <a:gd name="connsiteY182" fmla="*/ 3622798 h 6858000"/>
              <a:gd name="connsiteX183" fmla="*/ 3817258 w 7467600"/>
              <a:gd name="connsiteY183" fmla="*/ 3723577 h 6858000"/>
              <a:gd name="connsiteX184" fmla="*/ 4000461 w 7467600"/>
              <a:gd name="connsiteY184" fmla="*/ 3855966 h 6858000"/>
              <a:gd name="connsiteX185" fmla="*/ 4088180 w 7467600"/>
              <a:gd name="connsiteY185" fmla="*/ 3929774 h 6858000"/>
              <a:gd name="connsiteX186" fmla="*/ 4184555 w 7467600"/>
              <a:gd name="connsiteY186" fmla="*/ 4010683 h 6858000"/>
              <a:gd name="connsiteX187" fmla="*/ 4399563 w 7467600"/>
              <a:gd name="connsiteY187" fmla="*/ 4158106 h 6858000"/>
              <a:gd name="connsiteX188" fmla="*/ 4684469 w 7467600"/>
              <a:gd name="connsiteY188" fmla="*/ 4364680 h 6858000"/>
              <a:gd name="connsiteX189" fmla="*/ 4690271 w 7467600"/>
              <a:gd name="connsiteY189" fmla="*/ 4370034 h 6858000"/>
              <a:gd name="connsiteX190" fmla="*/ 4136093 w 7467600"/>
              <a:gd name="connsiteY190" fmla="*/ 3858466 h 6858000"/>
              <a:gd name="connsiteX191" fmla="*/ 3670252 w 7467600"/>
              <a:gd name="connsiteY191" fmla="*/ 3622798 h 6858000"/>
              <a:gd name="connsiteX192" fmla="*/ 4440129 w 7467600"/>
              <a:gd name="connsiteY192" fmla="*/ 3448571 h 6858000"/>
              <a:gd name="connsiteX193" fmla="*/ 4856525 w 7467600"/>
              <a:gd name="connsiteY193" fmla="*/ 3915351 h 6858000"/>
              <a:gd name="connsiteX194" fmla="*/ 5059055 w 7467600"/>
              <a:gd name="connsiteY194" fmla="*/ 4108918 h 6858000"/>
              <a:gd name="connsiteX195" fmla="*/ 5290070 w 7467600"/>
              <a:gd name="connsiteY195" fmla="*/ 4263619 h 6858000"/>
              <a:gd name="connsiteX196" fmla="*/ 4834991 w 7467600"/>
              <a:gd name="connsiteY196" fmla="*/ 3830985 h 6858000"/>
              <a:gd name="connsiteX197" fmla="*/ 4440129 w 7467600"/>
              <a:gd name="connsiteY197" fmla="*/ 3448571 h 6858000"/>
              <a:gd name="connsiteX198" fmla="*/ 4441737 w 7467600"/>
              <a:gd name="connsiteY198" fmla="*/ 3399734 h 6858000"/>
              <a:gd name="connsiteX199" fmla="*/ 4431236 w 7467600"/>
              <a:gd name="connsiteY199" fmla="*/ 3400954 h 6858000"/>
              <a:gd name="connsiteX200" fmla="*/ 4557150 w 7467600"/>
              <a:gd name="connsiteY200" fmla="*/ 3510023 h 6858000"/>
              <a:gd name="connsiteX201" fmla="*/ 4856936 w 7467600"/>
              <a:gd name="connsiteY201" fmla="*/ 3809146 h 6858000"/>
              <a:gd name="connsiteX202" fmla="*/ 5111996 w 7467600"/>
              <a:gd name="connsiteY202" fmla="*/ 4065759 h 6858000"/>
              <a:gd name="connsiteX203" fmla="*/ 5388878 w 7467600"/>
              <a:gd name="connsiteY203" fmla="*/ 4300185 h 6858000"/>
              <a:gd name="connsiteX204" fmla="*/ 5425556 w 7467600"/>
              <a:gd name="connsiteY204" fmla="*/ 4308967 h 6858000"/>
              <a:gd name="connsiteX205" fmla="*/ 4943646 w 7467600"/>
              <a:gd name="connsiteY205" fmla="*/ 3822916 h 6858000"/>
              <a:gd name="connsiteX206" fmla="*/ 4594837 w 7467600"/>
              <a:gd name="connsiteY206" fmla="*/ 3532274 h 6858000"/>
              <a:gd name="connsiteX207" fmla="*/ 4441737 w 7467600"/>
              <a:gd name="connsiteY207" fmla="*/ 3399734 h 6858000"/>
              <a:gd name="connsiteX208" fmla="*/ 5425834 w 7467600"/>
              <a:gd name="connsiteY208" fmla="*/ 3162785 h 6858000"/>
              <a:gd name="connsiteX209" fmla="*/ 5401644 w 7467600"/>
              <a:gd name="connsiteY209" fmla="*/ 3617847 h 6858000"/>
              <a:gd name="connsiteX210" fmla="*/ 5467256 w 7467600"/>
              <a:gd name="connsiteY210" fmla="*/ 4175494 h 6858000"/>
              <a:gd name="connsiteX211" fmla="*/ 5448069 w 7467600"/>
              <a:gd name="connsiteY211" fmla="*/ 3567554 h 6858000"/>
              <a:gd name="connsiteX212" fmla="*/ 5425834 w 7467600"/>
              <a:gd name="connsiteY212" fmla="*/ 3162785 h 6858000"/>
              <a:gd name="connsiteX213" fmla="*/ 1318687 w 7467600"/>
              <a:gd name="connsiteY213" fmla="*/ 3113840 h 6858000"/>
              <a:gd name="connsiteX214" fmla="*/ 1066793 w 7467600"/>
              <a:gd name="connsiteY214" fmla="*/ 3212171 h 6858000"/>
              <a:gd name="connsiteX215" fmla="*/ 993319 w 7467600"/>
              <a:gd name="connsiteY215" fmla="*/ 3247648 h 6858000"/>
              <a:gd name="connsiteX216" fmla="*/ 853081 w 7467600"/>
              <a:gd name="connsiteY216" fmla="*/ 3312410 h 6858000"/>
              <a:gd name="connsiteX217" fmla="*/ 805957 w 7467600"/>
              <a:gd name="connsiteY217" fmla="*/ 3330443 h 6858000"/>
              <a:gd name="connsiteX218" fmla="*/ 1318687 w 7467600"/>
              <a:gd name="connsiteY218" fmla="*/ 3113840 h 6858000"/>
              <a:gd name="connsiteX219" fmla="*/ 5453702 w 7467600"/>
              <a:gd name="connsiteY219" fmla="*/ 3090882 h 6858000"/>
              <a:gd name="connsiteX220" fmla="*/ 5480135 w 7467600"/>
              <a:gd name="connsiteY220" fmla="*/ 3565802 h 6858000"/>
              <a:gd name="connsiteX221" fmla="*/ 5499023 w 7467600"/>
              <a:gd name="connsiteY221" fmla="*/ 4166310 h 6858000"/>
              <a:gd name="connsiteX222" fmla="*/ 5547022 w 7467600"/>
              <a:gd name="connsiteY222" fmla="*/ 3607838 h 6858000"/>
              <a:gd name="connsiteX223" fmla="*/ 5515964 w 7467600"/>
              <a:gd name="connsiteY223" fmla="*/ 3378541 h 6858000"/>
              <a:gd name="connsiteX224" fmla="*/ 5453702 w 7467600"/>
              <a:gd name="connsiteY224" fmla="*/ 3090882 h 6858000"/>
              <a:gd name="connsiteX225" fmla="*/ 1238695 w 7467600"/>
              <a:gd name="connsiteY225" fmla="*/ 3076820 h 6858000"/>
              <a:gd name="connsiteX226" fmla="*/ 716371 w 7467600"/>
              <a:gd name="connsiteY226" fmla="*/ 3293249 h 6858000"/>
              <a:gd name="connsiteX227" fmla="*/ 579522 w 7467600"/>
              <a:gd name="connsiteY227" fmla="*/ 3371759 h 6858000"/>
              <a:gd name="connsiteX228" fmla="*/ 600288 w 7467600"/>
              <a:gd name="connsiteY228" fmla="*/ 3365555 h 6858000"/>
              <a:gd name="connsiteX229" fmla="*/ 840692 w 7467600"/>
              <a:gd name="connsiteY229" fmla="*/ 3284921 h 6858000"/>
              <a:gd name="connsiteX230" fmla="*/ 979248 w 7467600"/>
              <a:gd name="connsiteY230" fmla="*/ 3221003 h 6858000"/>
              <a:gd name="connsiteX231" fmla="*/ 1053282 w 7467600"/>
              <a:gd name="connsiteY231" fmla="*/ 3185247 h 6858000"/>
              <a:gd name="connsiteX232" fmla="*/ 1320603 w 7467600"/>
              <a:gd name="connsiteY232" fmla="*/ 3081281 h 6858000"/>
              <a:gd name="connsiteX233" fmla="*/ 1238695 w 7467600"/>
              <a:gd name="connsiteY233" fmla="*/ 3076820 h 6858000"/>
              <a:gd name="connsiteX234" fmla="*/ 5425627 w 7467600"/>
              <a:gd name="connsiteY234" fmla="*/ 2954192 h 6858000"/>
              <a:gd name="connsiteX235" fmla="*/ 5470770 w 7467600"/>
              <a:gd name="connsiteY235" fmla="*/ 3005435 h 6858000"/>
              <a:gd name="connsiteX236" fmla="*/ 5519779 w 7467600"/>
              <a:gd name="connsiteY236" fmla="*/ 4359223 h 6858000"/>
              <a:gd name="connsiteX237" fmla="*/ 5520293 w 7467600"/>
              <a:gd name="connsiteY237" fmla="*/ 4360602 h 6858000"/>
              <a:gd name="connsiteX238" fmla="*/ 5767221 w 7467600"/>
              <a:gd name="connsiteY238" fmla="*/ 4665564 h 6858000"/>
              <a:gd name="connsiteX239" fmla="*/ 6937169 w 7467600"/>
              <a:gd name="connsiteY239" fmla="*/ 4815941 h 6858000"/>
              <a:gd name="connsiteX240" fmla="*/ 6953922 w 7467600"/>
              <a:gd name="connsiteY240" fmla="*/ 4890068 h 6858000"/>
              <a:gd name="connsiteX241" fmla="*/ 6071359 w 7467600"/>
              <a:gd name="connsiteY241" fmla="*/ 4770770 h 6858000"/>
              <a:gd name="connsiteX242" fmla="*/ 6038839 w 7467600"/>
              <a:gd name="connsiteY242" fmla="*/ 4764474 h 6858000"/>
              <a:gd name="connsiteX243" fmla="*/ 6038706 w 7467600"/>
              <a:gd name="connsiteY243" fmla="*/ 4763847 h 6858000"/>
              <a:gd name="connsiteX244" fmla="*/ 6037784 w 7467600"/>
              <a:gd name="connsiteY244" fmla="*/ 4764270 h 6858000"/>
              <a:gd name="connsiteX245" fmla="*/ 6038839 w 7467600"/>
              <a:gd name="connsiteY245" fmla="*/ 4764474 h 6858000"/>
              <a:gd name="connsiteX246" fmla="*/ 6040338 w 7467600"/>
              <a:gd name="connsiteY246" fmla="*/ 4771418 h 6858000"/>
              <a:gd name="connsiteX247" fmla="*/ 6024488 w 7467600"/>
              <a:gd name="connsiteY247" fmla="*/ 4809903 h 6858000"/>
              <a:gd name="connsiteX248" fmla="*/ 5599771 w 7467600"/>
              <a:gd name="connsiteY248" fmla="*/ 5509652 h 6858000"/>
              <a:gd name="connsiteX249" fmla="*/ 5548843 w 7467600"/>
              <a:gd name="connsiteY249" fmla="*/ 5563845 h 6858000"/>
              <a:gd name="connsiteX250" fmla="*/ 5940952 w 7467600"/>
              <a:gd name="connsiteY250" fmla="*/ 6250028 h 6858000"/>
              <a:gd name="connsiteX251" fmla="*/ 6043441 w 7467600"/>
              <a:gd name="connsiteY251" fmla="*/ 6665847 h 6858000"/>
              <a:gd name="connsiteX252" fmla="*/ 6093432 w 7467600"/>
              <a:gd name="connsiteY252" fmla="*/ 6858000 h 6858000"/>
              <a:gd name="connsiteX253" fmla="*/ 6034344 w 7467600"/>
              <a:gd name="connsiteY253" fmla="*/ 6858000 h 6858000"/>
              <a:gd name="connsiteX254" fmla="*/ 6026679 w 7467600"/>
              <a:gd name="connsiteY254" fmla="*/ 6836959 h 6858000"/>
              <a:gd name="connsiteX255" fmla="*/ 5800441 w 7467600"/>
              <a:gd name="connsiteY255" fmla="*/ 6335286 h 6858000"/>
              <a:gd name="connsiteX256" fmla="*/ 5526562 w 7467600"/>
              <a:gd name="connsiteY256" fmla="*/ 5705388 h 6858000"/>
              <a:gd name="connsiteX257" fmla="*/ 5519640 w 7467600"/>
              <a:gd name="connsiteY257" fmla="*/ 5683774 h 6858000"/>
              <a:gd name="connsiteX258" fmla="*/ 5844559 w 7467600"/>
              <a:gd name="connsiteY258" fmla="*/ 6553349 h 6858000"/>
              <a:gd name="connsiteX259" fmla="*/ 5975994 w 7467600"/>
              <a:gd name="connsiteY259" fmla="*/ 6858000 h 6858000"/>
              <a:gd name="connsiteX260" fmla="*/ 5898547 w 7467600"/>
              <a:gd name="connsiteY260" fmla="*/ 6858000 h 6858000"/>
              <a:gd name="connsiteX261" fmla="*/ 5682041 w 7467600"/>
              <a:gd name="connsiteY261" fmla="*/ 6355860 h 6858000"/>
              <a:gd name="connsiteX262" fmla="*/ 5461758 w 7467600"/>
              <a:gd name="connsiteY262" fmla="*/ 5820220 h 6858000"/>
              <a:gd name="connsiteX263" fmla="*/ 5237282 w 7467600"/>
              <a:gd name="connsiteY263" fmla="*/ 6579086 h 6858000"/>
              <a:gd name="connsiteX264" fmla="*/ 5115009 w 7467600"/>
              <a:gd name="connsiteY264" fmla="*/ 6858000 h 6858000"/>
              <a:gd name="connsiteX265" fmla="*/ 5028074 w 7467600"/>
              <a:gd name="connsiteY265" fmla="*/ 6858000 h 6858000"/>
              <a:gd name="connsiteX266" fmla="*/ 5079508 w 7467600"/>
              <a:gd name="connsiteY266" fmla="*/ 6749074 h 6858000"/>
              <a:gd name="connsiteX267" fmla="*/ 5371846 w 7467600"/>
              <a:gd name="connsiteY267" fmla="*/ 5924413 h 6858000"/>
              <a:gd name="connsiteX268" fmla="*/ 5270512 w 7467600"/>
              <a:gd name="connsiteY268" fmla="*/ 6138975 h 6858000"/>
              <a:gd name="connsiteX269" fmla="*/ 5062409 w 7467600"/>
              <a:gd name="connsiteY269" fmla="*/ 6653544 h 6858000"/>
              <a:gd name="connsiteX270" fmla="*/ 5036628 w 7467600"/>
              <a:gd name="connsiteY270" fmla="*/ 6754247 h 6858000"/>
              <a:gd name="connsiteX271" fmla="*/ 5009112 w 7467600"/>
              <a:gd name="connsiteY271" fmla="*/ 6858000 h 6858000"/>
              <a:gd name="connsiteX272" fmla="*/ 4976679 w 7467600"/>
              <a:gd name="connsiteY272" fmla="*/ 6858000 h 6858000"/>
              <a:gd name="connsiteX273" fmla="*/ 5006537 w 7467600"/>
              <a:gd name="connsiteY273" fmla="*/ 6747068 h 6858000"/>
              <a:gd name="connsiteX274" fmla="*/ 5032723 w 7467600"/>
              <a:gd name="connsiteY274" fmla="*/ 6644957 h 6858000"/>
              <a:gd name="connsiteX275" fmla="*/ 5242949 w 7467600"/>
              <a:gd name="connsiteY275" fmla="*/ 6125175 h 6858000"/>
              <a:gd name="connsiteX276" fmla="*/ 5286321 w 7467600"/>
              <a:gd name="connsiteY276" fmla="*/ 6033555 h 6858000"/>
              <a:gd name="connsiteX277" fmla="*/ 5008210 w 7467600"/>
              <a:gd name="connsiteY277" fmla="*/ 6649194 h 6858000"/>
              <a:gd name="connsiteX278" fmla="*/ 4986321 w 7467600"/>
              <a:gd name="connsiteY278" fmla="*/ 6765687 h 6858000"/>
              <a:gd name="connsiteX279" fmla="*/ 4973474 w 7467600"/>
              <a:gd name="connsiteY279" fmla="*/ 6858000 h 6858000"/>
              <a:gd name="connsiteX280" fmla="*/ 4907178 w 7467600"/>
              <a:gd name="connsiteY280" fmla="*/ 6858000 h 6858000"/>
              <a:gd name="connsiteX281" fmla="*/ 4910810 w 7467600"/>
              <a:gd name="connsiteY281" fmla="*/ 6829660 h 6858000"/>
              <a:gd name="connsiteX282" fmla="*/ 4987461 w 7467600"/>
              <a:gd name="connsiteY282" fmla="*/ 6432994 h 6858000"/>
              <a:gd name="connsiteX283" fmla="*/ 5179262 w 7467600"/>
              <a:gd name="connsiteY283" fmla="*/ 6035044 h 6858000"/>
              <a:gd name="connsiteX284" fmla="*/ 4689678 w 7467600"/>
              <a:gd name="connsiteY284" fmla="*/ 6440241 h 6858000"/>
              <a:gd name="connsiteX285" fmla="*/ 4477543 w 7467600"/>
              <a:gd name="connsiteY285" fmla="*/ 6674836 h 6858000"/>
              <a:gd name="connsiteX286" fmla="*/ 4329957 w 7467600"/>
              <a:gd name="connsiteY286" fmla="*/ 6858000 h 6858000"/>
              <a:gd name="connsiteX287" fmla="*/ 4218595 w 7467600"/>
              <a:gd name="connsiteY287" fmla="*/ 6858000 h 6858000"/>
              <a:gd name="connsiteX288" fmla="*/ 4368888 w 7467600"/>
              <a:gd name="connsiteY288" fmla="*/ 6668412 h 6858000"/>
              <a:gd name="connsiteX289" fmla="*/ 4563091 w 7467600"/>
              <a:gd name="connsiteY289" fmla="*/ 6442508 h 6858000"/>
              <a:gd name="connsiteX290" fmla="*/ 5387324 w 7467600"/>
              <a:gd name="connsiteY290" fmla="*/ 5705830 h 6858000"/>
              <a:gd name="connsiteX291" fmla="*/ 5073620 w 7467600"/>
              <a:gd name="connsiteY291" fmla="*/ 5955437 h 6858000"/>
              <a:gd name="connsiteX292" fmla="*/ 4689789 w 7467600"/>
              <a:gd name="connsiteY292" fmla="*/ 6268382 h 6858000"/>
              <a:gd name="connsiteX293" fmla="*/ 4418722 w 7467600"/>
              <a:gd name="connsiteY293" fmla="*/ 6570886 h 6858000"/>
              <a:gd name="connsiteX294" fmla="*/ 4214944 w 7467600"/>
              <a:gd name="connsiteY294" fmla="*/ 6858000 h 6858000"/>
              <a:gd name="connsiteX295" fmla="*/ 4177898 w 7467600"/>
              <a:gd name="connsiteY295" fmla="*/ 6858000 h 6858000"/>
              <a:gd name="connsiteX296" fmla="*/ 4391597 w 7467600"/>
              <a:gd name="connsiteY296" fmla="*/ 6556370 h 6858000"/>
              <a:gd name="connsiteX297" fmla="*/ 4668889 w 7467600"/>
              <a:gd name="connsiteY297" fmla="*/ 6246399 h 6858000"/>
              <a:gd name="connsiteX298" fmla="*/ 5055427 w 7467600"/>
              <a:gd name="connsiteY298" fmla="*/ 5931476 h 6858000"/>
              <a:gd name="connsiteX299" fmla="*/ 5371814 w 7467600"/>
              <a:gd name="connsiteY299" fmla="*/ 5678975 h 6858000"/>
              <a:gd name="connsiteX300" fmla="*/ 4987918 w 7467600"/>
              <a:gd name="connsiteY300" fmla="*/ 5838701 h 6858000"/>
              <a:gd name="connsiteX301" fmla="*/ 4317146 w 7467600"/>
              <a:gd name="connsiteY301" fmla="*/ 6587716 h 6858000"/>
              <a:gd name="connsiteX302" fmla="*/ 4171627 w 7467600"/>
              <a:gd name="connsiteY302" fmla="*/ 6858000 h 6858000"/>
              <a:gd name="connsiteX303" fmla="*/ 4081585 w 7467600"/>
              <a:gd name="connsiteY303" fmla="*/ 6858000 h 6858000"/>
              <a:gd name="connsiteX304" fmla="*/ 4238603 w 7467600"/>
              <a:gd name="connsiteY304" fmla="*/ 6559341 h 6858000"/>
              <a:gd name="connsiteX305" fmla="*/ 4778333 w 7467600"/>
              <a:gd name="connsiteY305" fmla="*/ 5873626 h 6858000"/>
              <a:gd name="connsiteX306" fmla="*/ 5414185 w 7467600"/>
              <a:gd name="connsiteY306" fmla="*/ 5573882 h 6858000"/>
              <a:gd name="connsiteX307" fmla="*/ 5959648 w 7467600"/>
              <a:gd name="connsiteY307" fmla="*/ 4760797 h 6858000"/>
              <a:gd name="connsiteX308" fmla="*/ 5355019 w 7467600"/>
              <a:gd name="connsiteY308" fmla="*/ 4734672 h 6858000"/>
              <a:gd name="connsiteX309" fmla="*/ 5083565 w 7467600"/>
              <a:gd name="connsiteY309" fmla="*/ 5179121 h 6858000"/>
              <a:gd name="connsiteX310" fmla="*/ 4713577 w 7467600"/>
              <a:gd name="connsiteY310" fmla="*/ 5616803 h 6858000"/>
              <a:gd name="connsiteX311" fmla="*/ 3989559 w 7467600"/>
              <a:gd name="connsiteY311" fmla="*/ 6145945 h 6858000"/>
              <a:gd name="connsiteX312" fmla="*/ 3939824 w 7467600"/>
              <a:gd name="connsiteY312" fmla="*/ 6066900 h 6858000"/>
              <a:gd name="connsiteX313" fmla="*/ 4584537 w 7467600"/>
              <a:gd name="connsiteY313" fmla="*/ 5324826 h 6858000"/>
              <a:gd name="connsiteX314" fmla="*/ 5037105 w 7467600"/>
              <a:gd name="connsiteY314" fmla="*/ 5088765 h 6858000"/>
              <a:gd name="connsiteX315" fmla="*/ 5039930 w 7467600"/>
              <a:gd name="connsiteY315" fmla="*/ 5089585 h 6858000"/>
              <a:gd name="connsiteX316" fmla="*/ 5263764 w 7467600"/>
              <a:gd name="connsiteY316" fmla="*/ 4735525 h 6858000"/>
              <a:gd name="connsiteX317" fmla="*/ 4086300 w 7467600"/>
              <a:gd name="connsiteY317" fmla="*/ 4884599 h 6858000"/>
              <a:gd name="connsiteX318" fmla="*/ 4085485 w 7467600"/>
              <a:gd name="connsiteY318" fmla="*/ 4899070 h 6858000"/>
              <a:gd name="connsiteX319" fmla="*/ 3871915 w 7467600"/>
              <a:gd name="connsiteY319" fmla="*/ 5253645 h 6858000"/>
              <a:gd name="connsiteX320" fmla="*/ 3799374 w 7467600"/>
              <a:gd name="connsiteY320" fmla="*/ 5466127 h 6858000"/>
              <a:gd name="connsiteX321" fmla="*/ 3498850 w 7467600"/>
              <a:gd name="connsiteY321" fmla="*/ 6661888 h 6858000"/>
              <a:gd name="connsiteX322" fmla="*/ 3399216 w 7467600"/>
              <a:gd name="connsiteY322" fmla="*/ 6858000 h 6858000"/>
              <a:gd name="connsiteX323" fmla="*/ 3303688 w 7467600"/>
              <a:gd name="connsiteY323" fmla="*/ 6858000 h 6858000"/>
              <a:gd name="connsiteX324" fmla="*/ 3391774 w 7467600"/>
              <a:gd name="connsiteY324" fmla="*/ 6697181 h 6858000"/>
              <a:gd name="connsiteX325" fmla="*/ 3735540 w 7467600"/>
              <a:gd name="connsiteY325" fmla="*/ 5546923 h 6858000"/>
              <a:gd name="connsiteX326" fmla="*/ 3729438 w 7467600"/>
              <a:gd name="connsiteY326" fmla="*/ 5569058 h 6858000"/>
              <a:gd name="connsiteX327" fmla="*/ 3707782 w 7467600"/>
              <a:gd name="connsiteY327" fmla="*/ 5644908 h 6858000"/>
              <a:gd name="connsiteX328" fmla="*/ 3583827 w 7467600"/>
              <a:gd name="connsiteY328" fmla="*/ 6039215 h 6858000"/>
              <a:gd name="connsiteX329" fmla="*/ 3547861 w 7467600"/>
              <a:gd name="connsiteY329" fmla="*/ 6129609 h 6858000"/>
              <a:gd name="connsiteX330" fmla="*/ 3490905 w 7467600"/>
              <a:gd name="connsiteY330" fmla="*/ 6277660 h 6858000"/>
              <a:gd name="connsiteX331" fmla="*/ 3455859 w 7467600"/>
              <a:gd name="connsiteY331" fmla="*/ 6391301 h 6858000"/>
              <a:gd name="connsiteX332" fmla="*/ 3429112 w 7467600"/>
              <a:gd name="connsiteY332" fmla="*/ 6479469 h 6858000"/>
              <a:gd name="connsiteX333" fmla="*/ 3304862 w 7467600"/>
              <a:gd name="connsiteY333" fmla="*/ 6796476 h 6858000"/>
              <a:gd name="connsiteX334" fmla="*/ 3276071 w 7467600"/>
              <a:gd name="connsiteY334" fmla="*/ 6858000 h 6858000"/>
              <a:gd name="connsiteX335" fmla="*/ 3240805 w 7467600"/>
              <a:gd name="connsiteY335" fmla="*/ 6858000 h 6858000"/>
              <a:gd name="connsiteX336" fmla="*/ 3275917 w 7467600"/>
              <a:gd name="connsiteY336" fmla="*/ 6783192 h 6858000"/>
              <a:gd name="connsiteX337" fmla="*/ 3399358 w 7467600"/>
              <a:gd name="connsiteY337" fmla="*/ 6469011 h 6858000"/>
              <a:gd name="connsiteX338" fmla="*/ 3425650 w 7467600"/>
              <a:gd name="connsiteY338" fmla="*/ 6381333 h 6858000"/>
              <a:gd name="connsiteX339" fmla="*/ 3460661 w 7467600"/>
              <a:gd name="connsiteY339" fmla="*/ 6266763 h 6858000"/>
              <a:gd name="connsiteX340" fmla="*/ 3518021 w 7467600"/>
              <a:gd name="connsiteY340" fmla="*/ 6117298 h 6858000"/>
              <a:gd name="connsiteX341" fmla="*/ 3554035 w 7467600"/>
              <a:gd name="connsiteY341" fmla="*/ 6027832 h 6858000"/>
              <a:gd name="connsiteX342" fmla="*/ 3677174 w 7467600"/>
              <a:gd name="connsiteY342" fmla="*/ 5636351 h 6858000"/>
              <a:gd name="connsiteX343" fmla="*/ 3698819 w 7467600"/>
              <a:gd name="connsiteY343" fmla="*/ 5560503 h 6858000"/>
              <a:gd name="connsiteX344" fmla="*/ 3702094 w 7467600"/>
              <a:gd name="connsiteY344" fmla="*/ 5549194 h 6858000"/>
              <a:gd name="connsiteX345" fmla="*/ 3398355 w 7467600"/>
              <a:gd name="connsiteY345" fmla="*/ 6094603 h 6858000"/>
              <a:gd name="connsiteX346" fmla="*/ 3193941 w 7467600"/>
              <a:gd name="connsiteY346" fmla="*/ 6798775 h 6858000"/>
              <a:gd name="connsiteX347" fmla="*/ 3184140 w 7467600"/>
              <a:gd name="connsiteY347" fmla="*/ 6858000 h 6858000"/>
              <a:gd name="connsiteX348" fmla="*/ 3099978 w 7467600"/>
              <a:gd name="connsiteY348" fmla="*/ 6858000 h 6858000"/>
              <a:gd name="connsiteX349" fmla="*/ 3101556 w 7467600"/>
              <a:gd name="connsiteY349" fmla="*/ 6843337 h 6858000"/>
              <a:gd name="connsiteX350" fmla="*/ 3370162 w 7467600"/>
              <a:gd name="connsiteY350" fmla="*/ 5785550 h 6858000"/>
              <a:gd name="connsiteX351" fmla="*/ 3746477 w 7467600"/>
              <a:gd name="connsiteY351" fmla="*/ 5377889 h 6858000"/>
              <a:gd name="connsiteX352" fmla="*/ 3863399 w 7467600"/>
              <a:gd name="connsiteY352" fmla="*/ 5087257 h 6858000"/>
              <a:gd name="connsiteX353" fmla="*/ 3968712 w 7467600"/>
              <a:gd name="connsiteY353" fmla="*/ 4913989 h 6858000"/>
              <a:gd name="connsiteX354" fmla="*/ 2792390 w 7467600"/>
              <a:gd name="connsiteY354" fmla="*/ 5382974 h 6858000"/>
              <a:gd name="connsiteX355" fmla="*/ 2714982 w 7467600"/>
              <a:gd name="connsiteY355" fmla="*/ 5427051 h 6858000"/>
              <a:gd name="connsiteX356" fmla="*/ 2813361 w 7467600"/>
              <a:gd name="connsiteY356" fmla="*/ 6023912 h 6858000"/>
              <a:gd name="connsiteX357" fmla="*/ 2688430 w 7467600"/>
              <a:gd name="connsiteY357" fmla="*/ 6801564 h 6858000"/>
              <a:gd name="connsiteX358" fmla="*/ 2629626 w 7467600"/>
              <a:gd name="connsiteY358" fmla="*/ 6763394 h 6858000"/>
              <a:gd name="connsiteX359" fmla="*/ 2565328 w 7467600"/>
              <a:gd name="connsiteY359" fmla="*/ 5516399 h 6858000"/>
              <a:gd name="connsiteX360" fmla="*/ 1922999 w 7467600"/>
              <a:gd name="connsiteY360" fmla="*/ 5980343 h 6858000"/>
              <a:gd name="connsiteX361" fmla="*/ 1950261 w 7467600"/>
              <a:gd name="connsiteY361" fmla="*/ 6405858 h 6858000"/>
              <a:gd name="connsiteX362" fmla="*/ 2365554 w 7467600"/>
              <a:gd name="connsiteY362" fmla="*/ 6759107 h 6858000"/>
              <a:gd name="connsiteX363" fmla="*/ 2424142 w 7467600"/>
              <a:gd name="connsiteY363" fmla="*/ 6858000 h 6858000"/>
              <a:gd name="connsiteX364" fmla="*/ 2395994 w 7467600"/>
              <a:gd name="connsiteY364" fmla="*/ 6858000 h 6858000"/>
              <a:gd name="connsiteX365" fmla="*/ 2392863 w 7467600"/>
              <a:gd name="connsiteY365" fmla="*/ 6852964 h 6858000"/>
              <a:gd name="connsiteX366" fmla="*/ 2017589 w 7467600"/>
              <a:gd name="connsiteY366" fmla="*/ 6493982 h 6858000"/>
              <a:gd name="connsiteX367" fmla="*/ 2147336 w 7467600"/>
              <a:gd name="connsiteY367" fmla="*/ 6594052 h 6858000"/>
              <a:gd name="connsiteX368" fmla="*/ 2207047 w 7467600"/>
              <a:gd name="connsiteY368" fmla="*/ 6654540 h 6858000"/>
              <a:gd name="connsiteX369" fmla="*/ 2299106 w 7467600"/>
              <a:gd name="connsiteY369" fmla="*/ 6778931 h 6858000"/>
              <a:gd name="connsiteX370" fmla="*/ 2314430 w 7467600"/>
              <a:gd name="connsiteY370" fmla="*/ 6801144 h 6858000"/>
              <a:gd name="connsiteX371" fmla="*/ 2352406 w 7467600"/>
              <a:gd name="connsiteY371" fmla="*/ 6858000 h 6858000"/>
              <a:gd name="connsiteX372" fmla="*/ 2314492 w 7467600"/>
              <a:gd name="connsiteY372" fmla="*/ 6858000 h 6858000"/>
              <a:gd name="connsiteX373" fmla="*/ 2288095 w 7467600"/>
              <a:gd name="connsiteY373" fmla="*/ 6818030 h 6858000"/>
              <a:gd name="connsiteX374" fmla="*/ 2272768 w 7467600"/>
              <a:gd name="connsiteY374" fmla="*/ 6795822 h 6858000"/>
              <a:gd name="connsiteX375" fmla="*/ 2182715 w 7467600"/>
              <a:gd name="connsiteY375" fmla="*/ 6675071 h 6858000"/>
              <a:gd name="connsiteX376" fmla="*/ 2032061 w 7467600"/>
              <a:gd name="connsiteY376" fmla="*/ 6541380 h 6858000"/>
              <a:gd name="connsiteX377" fmla="*/ 2257220 w 7467600"/>
              <a:gd name="connsiteY377" fmla="*/ 6826257 h 6858000"/>
              <a:gd name="connsiteX378" fmla="*/ 2281324 w 7467600"/>
              <a:gd name="connsiteY378" fmla="*/ 6858000 h 6858000"/>
              <a:gd name="connsiteX379" fmla="*/ 2242860 w 7467600"/>
              <a:gd name="connsiteY379" fmla="*/ 6858000 h 6858000"/>
              <a:gd name="connsiteX380" fmla="*/ 2232818 w 7467600"/>
              <a:gd name="connsiteY380" fmla="*/ 6844926 h 6858000"/>
              <a:gd name="connsiteX381" fmla="*/ 1990172 w 7467600"/>
              <a:gd name="connsiteY381" fmla="*/ 6542121 h 6858000"/>
              <a:gd name="connsiteX382" fmla="*/ 2124090 w 7467600"/>
              <a:gd name="connsiteY382" fmla="*/ 6761017 h 6858000"/>
              <a:gd name="connsiteX383" fmla="*/ 2200380 w 7467600"/>
              <a:gd name="connsiteY383" fmla="*/ 6858000 h 6858000"/>
              <a:gd name="connsiteX384" fmla="*/ 2147507 w 7467600"/>
              <a:gd name="connsiteY384" fmla="*/ 6858000 h 6858000"/>
              <a:gd name="connsiteX385" fmla="*/ 2070668 w 7467600"/>
              <a:gd name="connsiteY385" fmla="*/ 6761520 h 6858000"/>
              <a:gd name="connsiteX386" fmla="*/ 1975142 w 7467600"/>
              <a:gd name="connsiteY386" fmla="*/ 6585570 h 6858000"/>
              <a:gd name="connsiteX387" fmla="*/ 2050035 w 7467600"/>
              <a:gd name="connsiteY387" fmla="*/ 6813345 h 6858000"/>
              <a:gd name="connsiteX388" fmla="*/ 2063025 w 7467600"/>
              <a:gd name="connsiteY388" fmla="*/ 6858000 h 6858000"/>
              <a:gd name="connsiteX389" fmla="*/ 2021675 w 7467600"/>
              <a:gd name="connsiteY389" fmla="*/ 6858000 h 6858000"/>
              <a:gd name="connsiteX390" fmla="*/ 2019308 w 7467600"/>
              <a:gd name="connsiteY390" fmla="*/ 6847118 h 6858000"/>
              <a:gd name="connsiteX391" fmla="*/ 1938835 w 7467600"/>
              <a:gd name="connsiteY391" fmla="*/ 6551160 h 6858000"/>
              <a:gd name="connsiteX392" fmla="*/ 1953230 w 7467600"/>
              <a:gd name="connsiteY392" fmla="*/ 6759699 h 6858000"/>
              <a:gd name="connsiteX393" fmla="*/ 1956763 w 7467600"/>
              <a:gd name="connsiteY393" fmla="*/ 6778191 h 6858000"/>
              <a:gd name="connsiteX394" fmla="*/ 1967925 w 7467600"/>
              <a:gd name="connsiteY394" fmla="*/ 6858000 h 6858000"/>
              <a:gd name="connsiteX395" fmla="*/ 1936622 w 7467600"/>
              <a:gd name="connsiteY395" fmla="*/ 6858000 h 6858000"/>
              <a:gd name="connsiteX396" fmla="*/ 1926261 w 7467600"/>
              <a:gd name="connsiteY396" fmla="*/ 6784064 h 6858000"/>
              <a:gd name="connsiteX397" fmla="*/ 1922724 w 7467600"/>
              <a:gd name="connsiteY397" fmla="*/ 6765577 h 6858000"/>
              <a:gd name="connsiteX398" fmla="*/ 1904650 w 7467600"/>
              <a:gd name="connsiteY398" fmla="*/ 6639616 h 6858000"/>
              <a:gd name="connsiteX399" fmla="*/ 1885273 w 7467600"/>
              <a:gd name="connsiteY399" fmla="*/ 6858000 h 6858000"/>
              <a:gd name="connsiteX400" fmla="*/ 1854363 w 7467600"/>
              <a:gd name="connsiteY400" fmla="*/ 6858000 h 6858000"/>
              <a:gd name="connsiteX401" fmla="*/ 1880391 w 7467600"/>
              <a:gd name="connsiteY401" fmla="*/ 6603796 h 6858000"/>
              <a:gd name="connsiteX402" fmla="*/ 1818273 w 7467600"/>
              <a:gd name="connsiteY402" fmla="*/ 6715729 h 6858000"/>
              <a:gd name="connsiteX403" fmla="*/ 1794691 w 7467600"/>
              <a:gd name="connsiteY403" fmla="*/ 6843239 h 6858000"/>
              <a:gd name="connsiteX404" fmla="*/ 1794914 w 7467600"/>
              <a:gd name="connsiteY404" fmla="*/ 6858000 h 6858000"/>
              <a:gd name="connsiteX405" fmla="*/ 1746128 w 7467600"/>
              <a:gd name="connsiteY405" fmla="*/ 6858000 h 6858000"/>
              <a:gd name="connsiteX406" fmla="*/ 1753934 w 7467600"/>
              <a:gd name="connsiteY406" fmla="*/ 6724796 h 6858000"/>
              <a:gd name="connsiteX407" fmla="*/ 1792053 w 7467600"/>
              <a:gd name="connsiteY407" fmla="*/ 6572396 h 6858000"/>
              <a:gd name="connsiteX408" fmla="*/ 1862248 w 7467600"/>
              <a:gd name="connsiteY408" fmla="*/ 6266397 h 6858000"/>
              <a:gd name="connsiteX409" fmla="*/ 1862250 w 7467600"/>
              <a:gd name="connsiteY409" fmla="*/ 6033531 h 6858000"/>
              <a:gd name="connsiteX410" fmla="*/ 1211999 w 7467600"/>
              <a:gd name="connsiteY410" fmla="*/ 6683610 h 6858000"/>
              <a:gd name="connsiteX411" fmla="*/ 1213266 w 7467600"/>
              <a:gd name="connsiteY411" fmla="*/ 6691947 h 6858000"/>
              <a:gd name="connsiteX412" fmla="*/ 1203370 w 7467600"/>
              <a:gd name="connsiteY412" fmla="*/ 6850676 h 6858000"/>
              <a:gd name="connsiteX413" fmla="*/ 1203671 w 7467600"/>
              <a:gd name="connsiteY413" fmla="*/ 6858000 h 6858000"/>
              <a:gd name="connsiteX414" fmla="*/ 1143180 w 7467600"/>
              <a:gd name="connsiteY414" fmla="*/ 6858000 h 6858000"/>
              <a:gd name="connsiteX415" fmla="*/ 1142176 w 7467600"/>
              <a:gd name="connsiteY415" fmla="*/ 6766045 h 6858000"/>
              <a:gd name="connsiteX416" fmla="*/ 1067484 w 7467600"/>
              <a:gd name="connsiteY416" fmla="*/ 6858000 h 6858000"/>
              <a:gd name="connsiteX417" fmla="*/ 953928 w 7467600"/>
              <a:gd name="connsiteY417" fmla="*/ 6858000 h 6858000"/>
              <a:gd name="connsiteX418" fmla="*/ 959715 w 7467600"/>
              <a:gd name="connsiteY418" fmla="*/ 6850185 h 6858000"/>
              <a:gd name="connsiteX419" fmla="*/ 1483788 w 7467600"/>
              <a:gd name="connsiteY419" fmla="*/ 6259174 h 6858000"/>
              <a:gd name="connsiteX420" fmla="*/ 1100671 w 7467600"/>
              <a:gd name="connsiteY420" fmla="*/ 6252137 h 6858000"/>
              <a:gd name="connsiteX421" fmla="*/ 1090144 w 7467600"/>
              <a:gd name="connsiteY421" fmla="*/ 6256748 h 6858000"/>
              <a:gd name="connsiteX422" fmla="*/ 1095872 w 7467600"/>
              <a:gd name="connsiteY422" fmla="*/ 6271892 h 6858000"/>
              <a:gd name="connsiteX423" fmla="*/ 262785 w 7467600"/>
              <a:gd name="connsiteY423" fmla="*/ 6845450 h 6858000"/>
              <a:gd name="connsiteX424" fmla="*/ 209968 w 7467600"/>
              <a:gd name="connsiteY424" fmla="*/ 6770713 h 6858000"/>
              <a:gd name="connsiteX425" fmla="*/ 873460 w 7467600"/>
              <a:gd name="connsiteY425" fmla="*/ 6253768 h 6858000"/>
              <a:gd name="connsiteX426" fmla="*/ 192686 w 7467600"/>
              <a:gd name="connsiteY426" fmla="*/ 5849257 h 6858000"/>
              <a:gd name="connsiteX427" fmla="*/ 4696 w 7467600"/>
              <a:gd name="connsiteY427" fmla="*/ 5697668 h 6858000"/>
              <a:gd name="connsiteX428" fmla="*/ 0 w 7467600"/>
              <a:gd name="connsiteY428" fmla="*/ 5689984 h 6858000"/>
              <a:gd name="connsiteX429" fmla="*/ 0 w 7467600"/>
              <a:gd name="connsiteY429" fmla="*/ 5513472 h 6858000"/>
              <a:gd name="connsiteX430" fmla="*/ 174101 w 7467600"/>
              <a:gd name="connsiteY430" fmla="*/ 5620277 h 6858000"/>
              <a:gd name="connsiteX431" fmla="*/ 891800 w 7467600"/>
              <a:gd name="connsiteY431" fmla="*/ 6036935 h 6858000"/>
              <a:gd name="connsiteX432" fmla="*/ 1072219 w 7467600"/>
              <a:gd name="connsiteY432" fmla="*/ 6169443 h 6858000"/>
              <a:gd name="connsiteX433" fmla="*/ 1074117 w 7467600"/>
              <a:gd name="connsiteY433" fmla="*/ 6170301 h 6858000"/>
              <a:gd name="connsiteX434" fmla="*/ 1083114 w 7467600"/>
              <a:gd name="connsiteY434" fmla="*/ 6174131 h 6858000"/>
              <a:gd name="connsiteX435" fmla="*/ 1543010 w 7467600"/>
              <a:gd name="connsiteY435" fmla="*/ 6191140 h 6858000"/>
              <a:gd name="connsiteX436" fmla="*/ 1551080 w 7467600"/>
              <a:gd name="connsiteY436" fmla="*/ 6195006 h 6858000"/>
              <a:gd name="connsiteX437" fmla="*/ 2345443 w 7467600"/>
              <a:gd name="connsiteY437" fmla="*/ 5549882 h 6858000"/>
              <a:gd name="connsiteX438" fmla="*/ 1721499 w 7467600"/>
              <a:gd name="connsiteY438" fmla="*/ 5599969 h 6858000"/>
              <a:gd name="connsiteX439" fmla="*/ 767716 w 7467600"/>
              <a:gd name="connsiteY439" fmla="*/ 5472768 h 6858000"/>
              <a:gd name="connsiteX440" fmla="*/ 722147 w 7467600"/>
              <a:gd name="connsiteY440" fmla="*/ 5393091 h 6858000"/>
              <a:gd name="connsiteX441" fmla="*/ 1485552 w 7467600"/>
              <a:gd name="connsiteY441" fmla="*/ 5313202 h 6858000"/>
              <a:gd name="connsiteX442" fmla="*/ 2143004 w 7467600"/>
              <a:gd name="connsiteY442" fmla="*/ 5402420 h 6858000"/>
              <a:gd name="connsiteX443" fmla="*/ 1933391 w 7467600"/>
              <a:gd name="connsiteY443" fmla="*/ 5156971 h 6858000"/>
              <a:gd name="connsiteX444" fmla="*/ 1827118 w 7467600"/>
              <a:gd name="connsiteY444" fmla="*/ 4968410 h 6858000"/>
              <a:gd name="connsiteX445" fmla="*/ 1837349 w 7467600"/>
              <a:gd name="connsiteY445" fmla="*/ 4956357 h 6858000"/>
              <a:gd name="connsiteX446" fmla="*/ 2162835 w 7467600"/>
              <a:gd name="connsiteY446" fmla="*/ 5187853 h 6858000"/>
              <a:gd name="connsiteX447" fmla="*/ 2257167 w 7467600"/>
              <a:gd name="connsiteY447" fmla="*/ 5462123 h 6858000"/>
              <a:gd name="connsiteX448" fmla="*/ 2261598 w 7467600"/>
              <a:gd name="connsiteY448" fmla="*/ 5467998 h 6858000"/>
              <a:gd name="connsiteX449" fmla="*/ 2437177 w 7467600"/>
              <a:gd name="connsiteY449" fmla="*/ 5479608 h 6858000"/>
              <a:gd name="connsiteX450" fmla="*/ 2445247 w 7467600"/>
              <a:gd name="connsiteY450" fmla="*/ 5483476 h 6858000"/>
              <a:gd name="connsiteX451" fmla="*/ 2743626 w 7467600"/>
              <a:gd name="connsiteY451" fmla="*/ 5304819 h 6858000"/>
              <a:gd name="connsiteX452" fmla="*/ 3048102 w 7467600"/>
              <a:gd name="connsiteY452" fmla="*/ 5150595 h 6858000"/>
              <a:gd name="connsiteX453" fmla="*/ 1799414 w 7467600"/>
              <a:gd name="connsiteY453" fmla="*/ 4694732 h 6858000"/>
              <a:gd name="connsiteX454" fmla="*/ 1771735 w 7467600"/>
              <a:gd name="connsiteY454" fmla="*/ 4619929 h 6858000"/>
              <a:gd name="connsiteX455" fmla="*/ 3104273 w 7467600"/>
              <a:gd name="connsiteY455" fmla="*/ 5076159 h 6858000"/>
              <a:gd name="connsiteX456" fmla="*/ 3113245 w 7467600"/>
              <a:gd name="connsiteY456" fmla="*/ 5090705 h 6858000"/>
              <a:gd name="connsiteX457" fmla="*/ 3126294 w 7467600"/>
              <a:gd name="connsiteY457" fmla="*/ 5114400 h 6858000"/>
              <a:gd name="connsiteX458" fmla="*/ 3937433 w 7467600"/>
              <a:gd name="connsiteY458" fmla="*/ 4830473 h 6858000"/>
              <a:gd name="connsiteX459" fmla="*/ 3590475 w 7467600"/>
              <a:gd name="connsiteY459" fmla="*/ 4597974 h 6858000"/>
              <a:gd name="connsiteX460" fmla="*/ 3100264 w 7467600"/>
              <a:gd name="connsiteY460" fmla="*/ 4579845 h 6858000"/>
              <a:gd name="connsiteX461" fmla="*/ 2183576 w 7467600"/>
              <a:gd name="connsiteY461" fmla="*/ 4227150 h 6858000"/>
              <a:gd name="connsiteX462" fmla="*/ 2151029 w 7467600"/>
              <a:gd name="connsiteY462" fmla="*/ 4146947 h 6858000"/>
              <a:gd name="connsiteX463" fmla="*/ 3563434 w 7467600"/>
              <a:gd name="connsiteY463" fmla="*/ 4469115 h 6858000"/>
              <a:gd name="connsiteX464" fmla="*/ 3177952 w 7467600"/>
              <a:gd name="connsiteY464" fmla="*/ 3657386 h 6858000"/>
              <a:gd name="connsiteX465" fmla="*/ 3189263 w 7467600"/>
              <a:gd name="connsiteY465" fmla="*/ 3625726 h 6858000"/>
              <a:gd name="connsiteX466" fmla="*/ 3560912 w 7467600"/>
              <a:gd name="connsiteY466" fmla="*/ 4079863 h 6858000"/>
              <a:gd name="connsiteX467" fmla="*/ 3626636 w 7467600"/>
              <a:gd name="connsiteY467" fmla="*/ 4512230 h 6858000"/>
              <a:gd name="connsiteX468" fmla="*/ 3653088 w 7467600"/>
              <a:gd name="connsiteY468" fmla="*/ 4521417 h 6858000"/>
              <a:gd name="connsiteX469" fmla="*/ 3988128 w 7467600"/>
              <a:gd name="connsiteY469" fmla="*/ 4817267 h 6858000"/>
              <a:gd name="connsiteX470" fmla="*/ 4830582 w 7467600"/>
              <a:gd name="connsiteY470" fmla="*/ 4676000 h 6858000"/>
              <a:gd name="connsiteX471" fmla="*/ 4830100 w 7467600"/>
              <a:gd name="connsiteY471" fmla="*/ 4675554 h 6858000"/>
              <a:gd name="connsiteX472" fmla="*/ 4036318 w 7467600"/>
              <a:gd name="connsiteY472" fmla="*/ 4147013 h 6858000"/>
              <a:gd name="connsiteX473" fmla="*/ 3432098 w 7467600"/>
              <a:gd name="connsiteY473" fmla="*/ 3537312 h 6858000"/>
              <a:gd name="connsiteX474" fmla="*/ 3446761 w 7467600"/>
              <a:gd name="connsiteY474" fmla="*/ 3461278 h 6858000"/>
              <a:gd name="connsiteX475" fmla="*/ 4419733 w 7467600"/>
              <a:gd name="connsiteY475" fmla="*/ 3963555 h 6858000"/>
              <a:gd name="connsiteX476" fmla="*/ 4781371 w 7467600"/>
              <a:gd name="connsiteY476" fmla="*/ 4458604 h 6858000"/>
              <a:gd name="connsiteX477" fmla="*/ 4780440 w 7467600"/>
              <a:gd name="connsiteY477" fmla="*/ 4470290 h 6858000"/>
              <a:gd name="connsiteX478" fmla="*/ 4898954 w 7467600"/>
              <a:gd name="connsiteY478" fmla="*/ 4662092 h 6858000"/>
              <a:gd name="connsiteX479" fmla="*/ 4900699 w 7467600"/>
              <a:gd name="connsiteY479" fmla="*/ 4670867 h 6858000"/>
              <a:gd name="connsiteX480" fmla="*/ 5714511 w 7467600"/>
              <a:gd name="connsiteY480" fmla="*/ 4663483 h 6858000"/>
              <a:gd name="connsiteX481" fmla="*/ 5464793 w 7467600"/>
              <a:gd name="connsiteY481" fmla="*/ 4393556 h 6858000"/>
              <a:gd name="connsiteX482" fmla="*/ 5461897 w 7467600"/>
              <a:gd name="connsiteY482" fmla="*/ 4390879 h 6858000"/>
              <a:gd name="connsiteX483" fmla="*/ 4294126 w 7467600"/>
              <a:gd name="connsiteY483" fmla="*/ 3303048 h 6858000"/>
              <a:gd name="connsiteX484" fmla="*/ 4305321 w 7467600"/>
              <a:gd name="connsiteY484" fmla="*/ 3256953 h 6858000"/>
              <a:gd name="connsiteX485" fmla="*/ 4949299 w 7467600"/>
              <a:gd name="connsiteY485" fmla="*/ 3766336 h 6858000"/>
              <a:gd name="connsiteX486" fmla="*/ 5291452 w 7467600"/>
              <a:gd name="connsiteY486" fmla="*/ 4076801 h 6858000"/>
              <a:gd name="connsiteX487" fmla="*/ 5434998 w 7467600"/>
              <a:gd name="connsiteY487" fmla="*/ 4254100 h 6858000"/>
              <a:gd name="connsiteX488" fmla="*/ 5351015 w 7467600"/>
              <a:gd name="connsiteY488" fmla="*/ 3760989 h 6858000"/>
              <a:gd name="connsiteX489" fmla="*/ 5413780 w 7467600"/>
              <a:gd name="connsiteY489" fmla="*/ 2966265 h 6858000"/>
              <a:gd name="connsiteX490" fmla="*/ 5425627 w 7467600"/>
              <a:gd name="connsiteY490" fmla="*/ 2954192 h 6858000"/>
              <a:gd name="connsiteX491" fmla="*/ 6604735 w 7467600"/>
              <a:gd name="connsiteY491" fmla="*/ 2041381 h 6858000"/>
              <a:gd name="connsiteX492" fmla="*/ 7204487 w 7467600"/>
              <a:gd name="connsiteY492" fmla="*/ 2742112 h 6858000"/>
              <a:gd name="connsiteX493" fmla="*/ 7131592 w 7467600"/>
              <a:gd name="connsiteY493" fmla="*/ 2672096 h 6858000"/>
              <a:gd name="connsiteX494" fmla="*/ 6996344 w 7467600"/>
              <a:gd name="connsiteY494" fmla="*/ 2518310 h 6858000"/>
              <a:gd name="connsiteX495" fmla="*/ 6735495 w 7467600"/>
              <a:gd name="connsiteY495" fmla="*/ 2196890 h 6858000"/>
              <a:gd name="connsiteX496" fmla="*/ 6721901 w 7467600"/>
              <a:gd name="connsiteY496" fmla="*/ 2179274 h 6858000"/>
              <a:gd name="connsiteX497" fmla="*/ 6604735 w 7467600"/>
              <a:gd name="connsiteY497" fmla="*/ 2041381 h 6858000"/>
              <a:gd name="connsiteX498" fmla="*/ 6591670 w 7467600"/>
              <a:gd name="connsiteY498" fmla="*/ 1988277 h 6858000"/>
              <a:gd name="connsiteX499" fmla="*/ 6747349 w 7467600"/>
              <a:gd name="connsiteY499" fmla="*/ 2160069 h 6858000"/>
              <a:gd name="connsiteX500" fmla="*/ 6760943 w 7467600"/>
              <a:gd name="connsiteY500" fmla="*/ 2177686 h 6858000"/>
              <a:gd name="connsiteX501" fmla="*/ 7021065 w 7467600"/>
              <a:gd name="connsiteY501" fmla="*/ 2498102 h 6858000"/>
              <a:gd name="connsiteX502" fmla="*/ 7155223 w 7467600"/>
              <a:gd name="connsiteY502" fmla="*/ 2650386 h 6858000"/>
              <a:gd name="connsiteX503" fmla="*/ 7203167 w 7467600"/>
              <a:gd name="connsiteY503" fmla="*/ 2697288 h 6858000"/>
              <a:gd name="connsiteX504" fmla="*/ 6937703 w 7467600"/>
              <a:gd name="connsiteY504" fmla="*/ 2321981 h 6858000"/>
              <a:gd name="connsiteX505" fmla="*/ 6591670 w 7467600"/>
              <a:gd name="connsiteY505" fmla="*/ 1988277 h 6858000"/>
              <a:gd name="connsiteX506" fmla="*/ 5798671 w 7467600"/>
              <a:gd name="connsiteY506" fmla="*/ 1981601 h 6858000"/>
              <a:gd name="connsiteX507" fmla="*/ 5754709 w 7467600"/>
              <a:gd name="connsiteY507" fmla="*/ 2071454 h 6858000"/>
              <a:gd name="connsiteX508" fmla="*/ 5763044 w 7467600"/>
              <a:gd name="connsiteY508" fmla="*/ 2842206 h 6858000"/>
              <a:gd name="connsiteX509" fmla="*/ 5764974 w 7467600"/>
              <a:gd name="connsiteY509" fmla="*/ 2799609 h 6858000"/>
              <a:gd name="connsiteX510" fmla="*/ 5767665 w 7467600"/>
              <a:gd name="connsiteY510" fmla="*/ 2666409 h 6858000"/>
              <a:gd name="connsiteX511" fmla="*/ 5763055 w 7467600"/>
              <a:gd name="connsiteY511" fmla="*/ 2579705 h 6858000"/>
              <a:gd name="connsiteX512" fmla="*/ 5758079 w 7467600"/>
              <a:gd name="connsiteY512" fmla="*/ 2492508 h 6858000"/>
              <a:gd name="connsiteX513" fmla="*/ 5779325 w 7467600"/>
              <a:gd name="connsiteY513" fmla="*/ 2197069 h 6858000"/>
              <a:gd name="connsiteX514" fmla="*/ 5798671 w 7467600"/>
              <a:gd name="connsiteY514" fmla="*/ 1981601 h 6858000"/>
              <a:gd name="connsiteX515" fmla="*/ 5829202 w 7467600"/>
              <a:gd name="connsiteY515" fmla="*/ 1971679 h 6858000"/>
              <a:gd name="connsiteX516" fmla="*/ 5809558 w 7467600"/>
              <a:gd name="connsiteY516" fmla="*/ 2198043 h 6858000"/>
              <a:gd name="connsiteX517" fmla="*/ 5788653 w 7467600"/>
              <a:gd name="connsiteY517" fmla="*/ 2489430 h 6858000"/>
              <a:gd name="connsiteX518" fmla="*/ 5793439 w 7467600"/>
              <a:gd name="connsiteY518" fmla="*/ 2575235 h 6858000"/>
              <a:gd name="connsiteX519" fmla="*/ 5796837 w 7467600"/>
              <a:gd name="connsiteY519" fmla="*/ 2637633 h 6858000"/>
              <a:gd name="connsiteX520" fmla="*/ 5818614 w 7467600"/>
              <a:gd name="connsiteY520" fmla="*/ 2473055 h 6858000"/>
              <a:gd name="connsiteX521" fmla="*/ 5829202 w 7467600"/>
              <a:gd name="connsiteY521" fmla="*/ 1971679 h 6858000"/>
              <a:gd name="connsiteX522" fmla="*/ 5911389 w 7467600"/>
              <a:gd name="connsiteY522" fmla="*/ 1898371 h 6858000"/>
              <a:gd name="connsiteX523" fmla="*/ 6237627 w 7467600"/>
              <a:gd name="connsiteY523" fmla="*/ 2231921 h 6858000"/>
              <a:gd name="connsiteX524" fmla="*/ 5911389 w 7467600"/>
              <a:gd name="connsiteY524" fmla="*/ 1898371 h 6858000"/>
              <a:gd name="connsiteX525" fmla="*/ 6944437 w 7467600"/>
              <a:gd name="connsiteY525" fmla="*/ 1575402 h 6858000"/>
              <a:gd name="connsiteX526" fmla="*/ 6304730 w 7467600"/>
              <a:gd name="connsiteY526" fmla="*/ 1766654 h 6858000"/>
              <a:gd name="connsiteX527" fmla="*/ 6944437 w 7467600"/>
              <a:gd name="connsiteY527" fmla="*/ 1575402 h 6858000"/>
              <a:gd name="connsiteX528" fmla="*/ 7019523 w 7467600"/>
              <a:gd name="connsiteY528" fmla="*/ 1519450 h 6858000"/>
              <a:gd name="connsiteX529" fmla="*/ 6298091 w 7467600"/>
              <a:gd name="connsiteY529" fmla="*/ 1737122 h 6858000"/>
              <a:gd name="connsiteX530" fmla="*/ 7019523 w 7467600"/>
              <a:gd name="connsiteY530" fmla="*/ 1519450 h 6858000"/>
              <a:gd name="connsiteX531" fmla="*/ 2399523 w 7467600"/>
              <a:gd name="connsiteY531" fmla="*/ 1428234 h 6858000"/>
              <a:gd name="connsiteX532" fmla="*/ 2224982 w 7467600"/>
              <a:gd name="connsiteY532" fmla="*/ 1826201 h 6858000"/>
              <a:gd name="connsiteX533" fmla="*/ 2096099 w 7467600"/>
              <a:gd name="connsiteY533" fmla="*/ 2345900 h 6858000"/>
              <a:gd name="connsiteX534" fmla="*/ 2283317 w 7467600"/>
              <a:gd name="connsiteY534" fmla="*/ 1796925 h 6858000"/>
              <a:gd name="connsiteX535" fmla="*/ 2399523 w 7467600"/>
              <a:gd name="connsiteY535" fmla="*/ 1428234 h 6858000"/>
              <a:gd name="connsiteX536" fmla="*/ 2448558 w 7467600"/>
              <a:gd name="connsiteY536" fmla="*/ 1373435 h 6858000"/>
              <a:gd name="connsiteX537" fmla="*/ 2312521 w 7467600"/>
              <a:gd name="connsiteY537" fmla="*/ 1806140 h 6858000"/>
              <a:gd name="connsiteX538" fmla="*/ 2127533 w 7467600"/>
              <a:gd name="connsiteY538" fmla="*/ 2348380 h 6858000"/>
              <a:gd name="connsiteX539" fmla="*/ 2358080 w 7467600"/>
              <a:gd name="connsiteY539" fmla="*/ 1866134 h 6858000"/>
              <a:gd name="connsiteX540" fmla="*/ 2407436 w 7467600"/>
              <a:gd name="connsiteY540" fmla="*/ 1651070 h 6858000"/>
              <a:gd name="connsiteX541" fmla="*/ 2448558 w 7467600"/>
              <a:gd name="connsiteY541" fmla="*/ 1373435 h 6858000"/>
              <a:gd name="connsiteX542" fmla="*/ 278707 w 7467600"/>
              <a:gd name="connsiteY542" fmla="*/ 1352270 h 6858000"/>
              <a:gd name="connsiteX543" fmla="*/ 321570 w 7467600"/>
              <a:gd name="connsiteY543" fmla="*/ 1861610 h 6858000"/>
              <a:gd name="connsiteX544" fmla="*/ 294281 w 7467600"/>
              <a:gd name="connsiteY544" fmla="*/ 1440658 h 6858000"/>
              <a:gd name="connsiteX545" fmla="*/ 278707 w 7467600"/>
              <a:gd name="connsiteY545" fmla="*/ 1352270 h 6858000"/>
              <a:gd name="connsiteX546" fmla="*/ 1423821 w 7467600"/>
              <a:gd name="connsiteY546" fmla="*/ 1351958 h 6858000"/>
              <a:gd name="connsiteX547" fmla="*/ 1638521 w 7467600"/>
              <a:gd name="connsiteY547" fmla="*/ 1908470 h 6858000"/>
              <a:gd name="connsiteX548" fmla="*/ 1754199 w 7467600"/>
              <a:gd name="connsiteY548" fmla="*/ 2149284 h 6858000"/>
              <a:gd name="connsiteX549" fmla="*/ 1908359 w 7467600"/>
              <a:gd name="connsiteY549" fmla="*/ 2364988 h 6858000"/>
              <a:gd name="connsiteX550" fmla="*/ 1647661 w 7467600"/>
              <a:gd name="connsiteY550" fmla="*/ 1825945 h 6858000"/>
              <a:gd name="connsiteX551" fmla="*/ 1423821 w 7467600"/>
              <a:gd name="connsiteY551" fmla="*/ 1351958 h 6858000"/>
              <a:gd name="connsiteX552" fmla="*/ 1431890 w 7467600"/>
              <a:gd name="connsiteY552" fmla="*/ 1306475 h 6858000"/>
              <a:gd name="connsiteX553" fmla="*/ 1507597 w 7467600"/>
              <a:gd name="connsiteY553" fmla="*/ 1446132 h 6858000"/>
              <a:gd name="connsiteX554" fmla="*/ 1674586 w 7467600"/>
              <a:gd name="connsiteY554" fmla="*/ 1813832 h 6858000"/>
              <a:gd name="connsiteX555" fmla="*/ 1815950 w 7467600"/>
              <a:gd name="connsiteY555" fmla="*/ 2128564 h 6858000"/>
              <a:gd name="connsiteX556" fmla="*/ 1984242 w 7467600"/>
              <a:gd name="connsiteY556" fmla="*/ 2430829 h 6858000"/>
              <a:gd name="connsiteX557" fmla="*/ 2014023 w 7467600"/>
              <a:gd name="connsiteY557" fmla="*/ 2450995 h 6858000"/>
              <a:gd name="connsiteX558" fmla="*/ 1747337 w 7467600"/>
              <a:gd name="connsiteY558" fmla="*/ 1855264 h 6858000"/>
              <a:gd name="connsiteX559" fmla="*/ 1533749 w 7467600"/>
              <a:gd name="connsiteY559" fmla="*/ 1478656 h 6858000"/>
              <a:gd name="connsiteX560" fmla="*/ 1431890 w 7467600"/>
              <a:gd name="connsiteY560" fmla="*/ 1306475 h 6858000"/>
              <a:gd name="connsiteX561" fmla="*/ 5052692 w 7467600"/>
              <a:gd name="connsiteY561" fmla="*/ 1292994 h 6858000"/>
              <a:gd name="connsiteX562" fmla="*/ 5200661 w 7467600"/>
              <a:gd name="connsiteY562" fmla="*/ 1635186 h 6858000"/>
              <a:gd name="connsiteX563" fmla="*/ 5297138 w 7467600"/>
              <a:gd name="connsiteY563" fmla="*/ 1906351 h 6858000"/>
              <a:gd name="connsiteX564" fmla="*/ 5052692 w 7467600"/>
              <a:gd name="connsiteY564" fmla="*/ 1292994 h 6858000"/>
              <a:gd name="connsiteX565" fmla="*/ 5009948 w 7467600"/>
              <a:gd name="connsiteY565" fmla="*/ 1273619 h 6858000"/>
              <a:gd name="connsiteX566" fmla="*/ 5121777 w 7467600"/>
              <a:gd name="connsiteY566" fmla="*/ 1654213 h 6858000"/>
              <a:gd name="connsiteX567" fmla="*/ 5293545 w 7467600"/>
              <a:gd name="connsiteY567" fmla="*/ 2072247 h 6858000"/>
              <a:gd name="connsiteX568" fmla="*/ 5294042 w 7467600"/>
              <a:gd name="connsiteY568" fmla="*/ 2065019 h 6858000"/>
              <a:gd name="connsiteX569" fmla="*/ 5171936 w 7467600"/>
              <a:gd name="connsiteY569" fmla="*/ 1647613 h 6858000"/>
              <a:gd name="connsiteX570" fmla="*/ 5009948 w 7467600"/>
              <a:gd name="connsiteY570" fmla="*/ 1273619 h 6858000"/>
              <a:gd name="connsiteX571" fmla="*/ 655236 w 7467600"/>
              <a:gd name="connsiteY571" fmla="*/ 1268632 h 6858000"/>
              <a:gd name="connsiteX572" fmla="*/ 839521 w 7467600"/>
              <a:gd name="connsiteY572" fmla="*/ 1685315 h 6858000"/>
              <a:gd name="connsiteX573" fmla="*/ 1109416 w 7467600"/>
              <a:gd name="connsiteY573" fmla="*/ 2061663 h 6858000"/>
              <a:gd name="connsiteX574" fmla="*/ 1298300 w 7467600"/>
              <a:gd name="connsiteY574" fmla="*/ 2247742 h 6858000"/>
              <a:gd name="connsiteX575" fmla="*/ 1125871 w 7467600"/>
              <a:gd name="connsiteY575" fmla="*/ 1989513 h 6858000"/>
              <a:gd name="connsiteX576" fmla="*/ 981574 w 7467600"/>
              <a:gd name="connsiteY576" fmla="*/ 1783157 h 6858000"/>
              <a:gd name="connsiteX577" fmla="*/ 922198 w 7467600"/>
              <a:gd name="connsiteY577" fmla="*/ 1677437 h 6858000"/>
              <a:gd name="connsiteX578" fmla="*/ 869293 w 7467600"/>
              <a:gd name="connsiteY578" fmla="*/ 1583214 h 6858000"/>
              <a:gd name="connsiteX579" fmla="*/ 751431 w 7467600"/>
              <a:gd name="connsiteY579" fmla="*/ 1405731 h 6858000"/>
              <a:gd name="connsiteX580" fmla="*/ 655236 w 7467600"/>
              <a:gd name="connsiteY580" fmla="*/ 1268632 h 6858000"/>
              <a:gd name="connsiteX581" fmla="*/ 6516292 w 7467600"/>
              <a:gd name="connsiteY581" fmla="*/ 1263064 h 6858000"/>
              <a:gd name="connsiteX582" fmla="*/ 5736320 w 7467600"/>
              <a:gd name="connsiteY582" fmla="*/ 1501803 h 6858000"/>
              <a:gd name="connsiteX583" fmla="*/ 6516292 w 7467600"/>
              <a:gd name="connsiteY583" fmla="*/ 1263064 h 6858000"/>
              <a:gd name="connsiteX584" fmla="*/ 291466 w 7467600"/>
              <a:gd name="connsiteY584" fmla="*/ 1250369 h 6858000"/>
              <a:gd name="connsiteX585" fmla="*/ 323180 w 7467600"/>
              <a:gd name="connsiteY585" fmla="*/ 1435283 h 6858000"/>
              <a:gd name="connsiteX586" fmla="*/ 349381 w 7467600"/>
              <a:gd name="connsiteY586" fmla="*/ 1875041 h 6858000"/>
              <a:gd name="connsiteX587" fmla="*/ 374363 w 7467600"/>
              <a:gd name="connsiteY587" fmla="*/ 1506494 h 6858000"/>
              <a:gd name="connsiteX588" fmla="*/ 302168 w 7467600"/>
              <a:gd name="connsiteY588" fmla="*/ 1274495 h 6858000"/>
              <a:gd name="connsiteX589" fmla="*/ 291466 w 7467600"/>
              <a:gd name="connsiteY589" fmla="*/ 1250369 h 6858000"/>
              <a:gd name="connsiteX590" fmla="*/ 678222 w 7467600"/>
              <a:gd name="connsiteY590" fmla="*/ 1248670 h 6858000"/>
              <a:gd name="connsiteX591" fmla="*/ 775536 w 7467600"/>
              <a:gd name="connsiteY591" fmla="*/ 1388015 h 6858000"/>
              <a:gd name="connsiteX592" fmla="*/ 894529 w 7467600"/>
              <a:gd name="connsiteY592" fmla="*/ 1567739 h 6858000"/>
              <a:gd name="connsiteX593" fmla="*/ 948000 w 7467600"/>
              <a:gd name="connsiteY593" fmla="*/ 1663088 h 6858000"/>
              <a:gd name="connsiteX594" fmla="*/ 1006812 w 7467600"/>
              <a:gd name="connsiteY594" fmla="*/ 1767683 h 6858000"/>
              <a:gd name="connsiteX595" fmla="*/ 1149133 w 7467600"/>
              <a:gd name="connsiteY595" fmla="*/ 1971513 h 6858000"/>
              <a:gd name="connsiteX596" fmla="*/ 1333952 w 7467600"/>
              <a:gd name="connsiteY596" fmla="*/ 2251620 h 6858000"/>
              <a:gd name="connsiteX597" fmla="*/ 1337329 w 7467600"/>
              <a:gd name="connsiteY597" fmla="*/ 2258350 h 6858000"/>
              <a:gd name="connsiteX598" fmla="*/ 1014726 w 7467600"/>
              <a:gd name="connsiteY598" fmla="*/ 1615556 h 6858000"/>
              <a:gd name="connsiteX599" fmla="*/ 678222 w 7467600"/>
              <a:gd name="connsiteY599" fmla="*/ 1248670 h 6858000"/>
              <a:gd name="connsiteX600" fmla="*/ 6691602 w 7467600"/>
              <a:gd name="connsiteY600" fmla="*/ 1140573 h 6858000"/>
              <a:gd name="connsiteX601" fmla="*/ 6571100 w 7467600"/>
              <a:gd name="connsiteY601" fmla="*/ 1183662 h 6858000"/>
              <a:gd name="connsiteX602" fmla="*/ 6241687 w 7467600"/>
              <a:gd name="connsiteY602" fmla="*/ 1257600 h 6858000"/>
              <a:gd name="connsiteX603" fmla="*/ 5693009 w 7467600"/>
              <a:gd name="connsiteY603" fmla="*/ 1478256 h 6858000"/>
              <a:gd name="connsiteX604" fmla="*/ 6548420 w 7467600"/>
              <a:gd name="connsiteY604" fmla="*/ 1214599 h 6858000"/>
              <a:gd name="connsiteX605" fmla="*/ 6605473 w 7467600"/>
              <a:gd name="connsiteY605" fmla="*/ 1184686 h 6858000"/>
              <a:gd name="connsiteX606" fmla="*/ 6691602 w 7467600"/>
              <a:gd name="connsiteY606" fmla="*/ 1140573 h 6858000"/>
              <a:gd name="connsiteX607" fmla="*/ 4002475 w 7467600"/>
              <a:gd name="connsiteY607" fmla="*/ 1037802 h 6858000"/>
              <a:gd name="connsiteX608" fmla="*/ 4000324 w 7467600"/>
              <a:gd name="connsiteY608" fmla="*/ 1039362 h 6858000"/>
              <a:gd name="connsiteX609" fmla="*/ 4002862 w 7467600"/>
              <a:gd name="connsiteY609" fmla="*/ 1042866 h 6858000"/>
              <a:gd name="connsiteX610" fmla="*/ 4002475 w 7467600"/>
              <a:gd name="connsiteY610" fmla="*/ 1037802 h 6858000"/>
              <a:gd name="connsiteX611" fmla="*/ 506322 w 7467600"/>
              <a:gd name="connsiteY611" fmla="*/ 1020997 h 6858000"/>
              <a:gd name="connsiteX612" fmla="*/ 533068 w 7467600"/>
              <a:gd name="connsiteY612" fmla="*/ 1029409 h 6858000"/>
              <a:gd name="connsiteX613" fmla="*/ 1232525 w 7467600"/>
              <a:gd name="connsiteY613" fmla="*/ 1804675 h 6858000"/>
              <a:gd name="connsiteX614" fmla="*/ 1388858 w 7467600"/>
              <a:gd name="connsiteY614" fmla="*/ 2368011 h 6858000"/>
              <a:gd name="connsiteX615" fmla="*/ 1384098 w 7467600"/>
              <a:gd name="connsiteY615" fmla="*/ 2378125 h 6858000"/>
              <a:gd name="connsiteX616" fmla="*/ 1425393 w 7467600"/>
              <a:gd name="connsiteY616" fmla="*/ 2589124 h 6858000"/>
              <a:gd name="connsiteX617" fmla="*/ 1424001 w 7467600"/>
              <a:gd name="connsiteY617" fmla="*/ 2597541 h 6858000"/>
              <a:gd name="connsiteX618" fmla="*/ 2152729 w 7467600"/>
              <a:gd name="connsiteY618" fmla="*/ 2864487 h 6858000"/>
              <a:gd name="connsiteX619" fmla="*/ 2020609 w 7467600"/>
              <a:gd name="connsiteY619" fmla="*/ 2539671 h 6858000"/>
              <a:gd name="connsiteX620" fmla="*/ 2018920 w 7467600"/>
              <a:gd name="connsiteY620" fmla="*/ 2536309 h 6858000"/>
              <a:gd name="connsiteX621" fmla="*/ 1342441 w 7467600"/>
              <a:gd name="connsiteY621" fmla="*/ 1173017 h 6858000"/>
              <a:gd name="connsiteX622" fmla="*/ 1367925 w 7467600"/>
              <a:gd name="connsiteY622" fmla="*/ 1135648 h 6858000"/>
              <a:gd name="connsiteX623" fmla="*/ 1771401 w 7467600"/>
              <a:gd name="connsiteY623" fmla="*/ 1806673 h 6858000"/>
              <a:gd name="connsiteX624" fmla="*/ 1972385 w 7467600"/>
              <a:gd name="connsiteY624" fmla="*/ 2198735 h 6858000"/>
              <a:gd name="connsiteX625" fmla="*/ 2040892 w 7467600"/>
              <a:gd name="connsiteY625" fmla="*/ 2405205 h 6858000"/>
              <a:gd name="connsiteX626" fmla="*/ 2131689 w 7467600"/>
              <a:gd name="connsiteY626" fmla="*/ 1936926 h 6858000"/>
              <a:gd name="connsiteX627" fmla="*/ 2454820 w 7467600"/>
              <a:gd name="connsiteY627" fmla="*/ 1248808 h 6858000"/>
              <a:gd name="connsiteX628" fmla="*/ 2492512 w 7467600"/>
              <a:gd name="connsiteY628" fmla="*/ 1302920 h 6858000"/>
              <a:gd name="connsiteX629" fmla="*/ 2081216 w 7467600"/>
              <a:gd name="connsiteY629" fmla="*/ 2527513 h 6858000"/>
              <a:gd name="connsiteX630" fmla="*/ 2081211 w 7467600"/>
              <a:gd name="connsiteY630" fmla="*/ 2528916 h 6858000"/>
              <a:gd name="connsiteX631" fmla="*/ 2199067 w 7467600"/>
              <a:gd name="connsiteY631" fmla="*/ 2884061 h 6858000"/>
              <a:gd name="connsiteX632" fmla="*/ 3192586 w 7467600"/>
              <a:gd name="connsiteY632" fmla="*/ 3411496 h 6858000"/>
              <a:gd name="connsiteX633" fmla="*/ 3182620 w 7467600"/>
              <a:gd name="connsiteY633" fmla="*/ 3483279 h 6858000"/>
              <a:gd name="connsiteX634" fmla="*/ 2435119 w 7467600"/>
              <a:gd name="connsiteY634" fmla="*/ 3080173 h 6858000"/>
              <a:gd name="connsiteX635" fmla="*/ 2410152 w 7467600"/>
              <a:gd name="connsiteY635" fmla="*/ 3063751 h 6858000"/>
              <a:gd name="connsiteX636" fmla="*/ 2408099 w 7467600"/>
              <a:gd name="connsiteY636" fmla="*/ 3064403 h 6858000"/>
              <a:gd name="connsiteX637" fmla="*/ 2407218 w 7467600"/>
              <a:gd name="connsiteY637" fmla="*/ 3070324 h 6858000"/>
              <a:gd name="connsiteX638" fmla="*/ 2380138 w 7467600"/>
              <a:gd name="connsiteY638" fmla="*/ 3099341 h 6858000"/>
              <a:gd name="connsiteX639" fmla="*/ 1765923 w 7467600"/>
              <a:gd name="connsiteY639" fmla="*/ 3581043 h 6858000"/>
              <a:gd name="connsiteX640" fmla="*/ 1702258 w 7467600"/>
              <a:gd name="connsiteY640" fmla="*/ 3612286 h 6858000"/>
              <a:gd name="connsiteX641" fmla="*/ 1538370 w 7467600"/>
              <a:gd name="connsiteY641" fmla="*/ 3811804 h 6858000"/>
              <a:gd name="connsiteX642" fmla="*/ 542867 w 7467600"/>
              <a:gd name="connsiteY642" fmla="*/ 4944092 h 6858000"/>
              <a:gd name="connsiteX643" fmla="*/ 515800 w 7467600"/>
              <a:gd name="connsiteY643" fmla="*/ 4862180 h 6858000"/>
              <a:gd name="connsiteX644" fmla="*/ 909145 w 7467600"/>
              <a:gd name="connsiteY644" fmla="*/ 4199225 h 6858000"/>
              <a:gd name="connsiteX645" fmla="*/ 1214067 w 7467600"/>
              <a:gd name="connsiteY645" fmla="*/ 3908561 h 6858000"/>
              <a:gd name="connsiteX646" fmla="*/ 640967 w 7467600"/>
              <a:gd name="connsiteY646" fmla="*/ 4105601 h 6858000"/>
              <a:gd name="connsiteX647" fmla="*/ 112563 w 7467600"/>
              <a:gd name="connsiteY647" fmla="*/ 4396952 h 6858000"/>
              <a:gd name="connsiteX648" fmla="*/ 0 w 7467600"/>
              <a:gd name="connsiteY648" fmla="*/ 4466006 h 6858000"/>
              <a:gd name="connsiteX649" fmla="*/ 0 w 7467600"/>
              <a:gd name="connsiteY649" fmla="*/ 4233763 h 6858000"/>
              <a:gd name="connsiteX650" fmla="*/ 36881 w 7467600"/>
              <a:gd name="connsiteY650" fmla="*/ 4200118 h 6858000"/>
              <a:gd name="connsiteX651" fmla="*/ 910534 w 7467600"/>
              <a:gd name="connsiteY651" fmla="*/ 3629753 h 6858000"/>
              <a:gd name="connsiteX652" fmla="*/ 1578717 w 7467600"/>
              <a:gd name="connsiteY652" fmla="*/ 3575982 h 6858000"/>
              <a:gd name="connsiteX653" fmla="*/ 2338780 w 7467600"/>
              <a:gd name="connsiteY653" fmla="*/ 3033725 h 6858000"/>
              <a:gd name="connsiteX654" fmla="*/ 1807991 w 7467600"/>
              <a:gd name="connsiteY654" fmla="*/ 2807184 h 6858000"/>
              <a:gd name="connsiteX655" fmla="*/ 1416358 w 7467600"/>
              <a:gd name="connsiteY655" fmla="*/ 3112571 h 6858000"/>
              <a:gd name="connsiteX656" fmla="*/ 939066 w 7467600"/>
              <a:gd name="connsiteY656" fmla="*/ 3378798 h 6858000"/>
              <a:gd name="connsiteX657" fmla="*/ 115099 w 7467600"/>
              <a:gd name="connsiteY657" fmla="*/ 3607650 h 6858000"/>
              <a:gd name="connsiteX658" fmla="*/ 97284 w 7467600"/>
              <a:gd name="connsiteY658" fmla="*/ 3520393 h 6858000"/>
              <a:gd name="connsiteX659" fmla="*/ 922050 w 7467600"/>
              <a:gd name="connsiteY659" fmla="*/ 3074867 h 6858000"/>
              <a:gd name="connsiteX660" fmla="*/ 1405265 w 7467600"/>
              <a:gd name="connsiteY660" fmla="*/ 3016319 h 6858000"/>
              <a:gd name="connsiteX661" fmla="*/ 1407512 w 7467600"/>
              <a:gd name="connsiteY661" fmla="*/ 3018001 h 6858000"/>
              <a:gd name="connsiteX662" fmla="*/ 1726266 w 7467600"/>
              <a:gd name="connsiteY662" fmla="*/ 2777274 h 6858000"/>
              <a:gd name="connsiteX663" fmla="*/ 625390 w 7467600"/>
              <a:gd name="connsiteY663" fmla="*/ 2514541 h 6858000"/>
              <a:gd name="connsiteX664" fmla="*/ 619799 w 7467600"/>
              <a:gd name="connsiteY664" fmla="*/ 2527180 h 6858000"/>
              <a:gd name="connsiteX665" fmla="*/ 310030 w 7467600"/>
              <a:gd name="connsiteY665" fmla="*/ 2771818 h 6858000"/>
              <a:gd name="connsiteX666" fmla="*/ 173877 w 7467600"/>
              <a:gd name="connsiteY666" fmla="*/ 2937056 h 6858000"/>
              <a:gd name="connsiteX667" fmla="*/ 77889 w 7467600"/>
              <a:gd name="connsiteY667" fmla="*/ 3138440 h 6858000"/>
              <a:gd name="connsiteX668" fmla="*/ 0 w 7467600"/>
              <a:gd name="connsiteY668" fmla="*/ 3271395 h 6858000"/>
              <a:gd name="connsiteX669" fmla="*/ 0 w 7467600"/>
              <a:gd name="connsiteY669" fmla="*/ 3153002 h 6858000"/>
              <a:gd name="connsiteX670" fmla="*/ 2386 w 7467600"/>
              <a:gd name="connsiteY670" fmla="*/ 3149203 h 6858000"/>
              <a:gd name="connsiteX671" fmla="*/ 89753 w 7467600"/>
              <a:gd name="connsiteY671" fmla="*/ 2987702 h 6858000"/>
              <a:gd name="connsiteX672" fmla="*/ 76869 w 7467600"/>
              <a:gd name="connsiteY672" fmla="*/ 3005404 h 6858000"/>
              <a:gd name="connsiteX673" fmla="*/ 32049 w 7467600"/>
              <a:gd name="connsiteY673" fmla="*/ 3065814 h 6858000"/>
              <a:gd name="connsiteX674" fmla="*/ 0 w 7467600"/>
              <a:gd name="connsiteY674" fmla="*/ 3108744 h 6858000"/>
              <a:gd name="connsiteX675" fmla="*/ 0 w 7467600"/>
              <a:gd name="connsiteY675" fmla="*/ 3058059 h 6858000"/>
              <a:gd name="connsiteX676" fmla="*/ 7610 w 7467600"/>
              <a:gd name="connsiteY676" fmla="*/ 3047889 h 6858000"/>
              <a:gd name="connsiteX677" fmla="*/ 52419 w 7467600"/>
              <a:gd name="connsiteY677" fmla="*/ 2987479 h 6858000"/>
              <a:gd name="connsiteX678" fmla="*/ 59142 w 7467600"/>
              <a:gd name="connsiteY678" fmla="*/ 2978488 h 6858000"/>
              <a:gd name="connsiteX679" fmla="*/ 0 w 7467600"/>
              <a:gd name="connsiteY679" fmla="*/ 3015334 h 6858000"/>
              <a:gd name="connsiteX680" fmla="*/ 0 w 7467600"/>
              <a:gd name="connsiteY680" fmla="*/ 2914286 h 6858000"/>
              <a:gd name="connsiteX681" fmla="*/ 36383 w 7467600"/>
              <a:gd name="connsiteY681" fmla="*/ 2901128 h 6858000"/>
              <a:gd name="connsiteX682" fmla="*/ 156329 w 7467600"/>
              <a:gd name="connsiteY682" fmla="*/ 2840533 h 6858000"/>
              <a:gd name="connsiteX683" fmla="*/ 358355 w 7467600"/>
              <a:gd name="connsiteY683" fmla="*/ 2620471 h 6858000"/>
              <a:gd name="connsiteX684" fmla="*/ 510577 w 7467600"/>
              <a:gd name="connsiteY684" fmla="*/ 2501244 h 6858000"/>
              <a:gd name="connsiteX685" fmla="*/ 211967 w 7467600"/>
              <a:gd name="connsiteY685" fmla="*/ 2479171 h 6858000"/>
              <a:gd name="connsiteX686" fmla="*/ 0 w 7467600"/>
              <a:gd name="connsiteY686" fmla="*/ 2476398 h 6858000"/>
              <a:gd name="connsiteX687" fmla="*/ 0 w 7467600"/>
              <a:gd name="connsiteY687" fmla="*/ 2389189 h 6858000"/>
              <a:gd name="connsiteX688" fmla="*/ 103062 w 7467600"/>
              <a:gd name="connsiteY688" fmla="*/ 2389518 h 6858000"/>
              <a:gd name="connsiteX689" fmla="*/ 510734 w 7467600"/>
              <a:gd name="connsiteY689" fmla="*/ 2416201 h 6858000"/>
              <a:gd name="connsiteX690" fmla="*/ 279257 w 7467600"/>
              <a:gd name="connsiteY690" fmla="*/ 2092102 h 6858000"/>
              <a:gd name="connsiteX691" fmla="*/ 65265 w 7467600"/>
              <a:gd name="connsiteY691" fmla="*/ 2006049 h 6858000"/>
              <a:gd name="connsiteX692" fmla="*/ 0 w 7467600"/>
              <a:gd name="connsiteY692" fmla="*/ 1982532 h 6858000"/>
              <a:gd name="connsiteX693" fmla="*/ 0 w 7467600"/>
              <a:gd name="connsiteY693" fmla="*/ 1912789 h 6858000"/>
              <a:gd name="connsiteX694" fmla="*/ 97460 w 7467600"/>
              <a:gd name="connsiteY694" fmla="*/ 1953725 h 6858000"/>
              <a:gd name="connsiteX695" fmla="*/ 221272 w 7467600"/>
              <a:gd name="connsiteY695" fmla="*/ 1980766 h 6858000"/>
              <a:gd name="connsiteX696" fmla="*/ 116765 w 7467600"/>
              <a:gd name="connsiteY696" fmla="*/ 1911033 h 6858000"/>
              <a:gd name="connsiteX697" fmla="*/ 16405 w 7467600"/>
              <a:gd name="connsiteY697" fmla="*/ 1803412 h 6858000"/>
              <a:gd name="connsiteX698" fmla="*/ 0 w 7467600"/>
              <a:gd name="connsiteY698" fmla="*/ 1784777 h 6858000"/>
              <a:gd name="connsiteX699" fmla="*/ 0 w 7467600"/>
              <a:gd name="connsiteY699" fmla="*/ 1740082 h 6858000"/>
              <a:gd name="connsiteX700" fmla="*/ 39394 w 7467600"/>
              <a:gd name="connsiteY700" fmla="*/ 1784856 h 6858000"/>
              <a:gd name="connsiteX701" fmla="*/ 135813 w 7467600"/>
              <a:gd name="connsiteY701" fmla="*/ 1888838 h 6858000"/>
              <a:gd name="connsiteX702" fmla="*/ 242575 w 7467600"/>
              <a:gd name="connsiteY702" fmla="*/ 1958841 h 6858000"/>
              <a:gd name="connsiteX703" fmla="*/ 82197 w 7467600"/>
              <a:gd name="connsiteY703" fmla="*/ 1754826 h 6858000"/>
              <a:gd name="connsiteX704" fmla="*/ 0 w 7467600"/>
              <a:gd name="connsiteY704" fmla="*/ 1679650 h 6858000"/>
              <a:gd name="connsiteX705" fmla="*/ 0 w 7467600"/>
              <a:gd name="connsiteY705" fmla="*/ 1602463 h 6858000"/>
              <a:gd name="connsiteX706" fmla="*/ 84689 w 7467600"/>
              <a:gd name="connsiteY706" fmla="*/ 1677442 h 6858000"/>
              <a:gd name="connsiteX707" fmla="*/ 298437 w 7467600"/>
              <a:gd name="connsiteY707" fmla="*/ 1968019 h 6858000"/>
              <a:gd name="connsiteX708" fmla="*/ 227269 w 7467600"/>
              <a:gd name="connsiteY708" fmla="*/ 1114064 h 6858000"/>
              <a:gd name="connsiteX709" fmla="*/ 248003 w 7467600"/>
              <a:gd name="connsiteY709" fmla="*/ 1089613 h 6858000"/>
              <a:gd name="connsiteX710" fmla="*/ 427020 w 7467600"/>
              <a:gd name="connsiteY710" fmla="*/ 1619803 h 6858000"/>
              <a:gd name="connsiteX711" fmla="*/ 340345 w 7467600"/>
              <a:gd name="connsiteY711" fmla="*/ 2027739 h 6858000"/>
              <a:gd name="connsiteX712" fmla="*/ 360865 w 7467600"/>
              <a:gd name="connsiteY712" fmla="*/ 2044827 h 6858000"/>
              <a:gd name="connsiteX713" fmla="*/ 560414 w 7467600"/>
              <a:gd name="connsiteY713" fmla="*/ 2421457 h 6858000"/>
              <a:gd name="connsiteX714" fmla="*/ 1359703 w 7467600"/>
              <a:gd name="connsiteY714" fmla="*/ 2578554 h 6858000"/>
              <a:gd name="connsiteX715" fmla="*/ 1359422 w 7467600"/>
              <a:gd name="connsiteY715" fmla="*/ 2577994 h 6858000"/>
              <a:gd name="connsiteX716" fmla="*/ 828701 w 7467600"/>
              <a:gd name="connsiteY716" fmla="*/ 1839520 h 6858000"/>
              <a:gd name="connsiteX717" fmla="*/ 494427 w 7467600"/>
              <a:gd name="connsiteY717" fmla="*/ 1092333 h 6858000"/>
              <a:gd name="connsiteX718" fmla="*/ 506322 w 7467600"/>
              <a:gd name="connsiteY718" fmla="*/ 1020997 h 6858000"/>
              <a:gd name="connsiteX719" fmla="*/ 4570198 w 7467600"/>
              <a:gd name="connsiteY719" fmla="*/ 978081 h 6858000"/>
              <a:gd name="connsiteX720" fmla="*/ 4523691 w 7467600"/>
              <a:gd name="connsiteY720" fmla="*/ 1127776 h 6858000"/>
              <a:gd name="connsiteX721" fmla="*/ 4509875 w 7467600"/>
              <a:gd name="connsiteY721" fmla="*/ 1167552 h 6858000"/>
              <a:gd name="connsiteX722" fmla="*/ 4478168 w 7467600"/>
              <a:gd name="connsiteY722" fmla="*/ 1260735 h 6858000"/>
              <a:gd name="connsiteX723" fmla="*/ 4409309 w 7467600"/>
              <a:gd name="connsiteY723" fmla="*/ 1666996 h 6858000"/>
              <a:gd name="connsiteX724" fmla="*/ 4370031 w 7467600"/>
              <a:gd name="connsiteY724" fmla="*/ 1955666 h 6858000"/>
              <a:gd name="connsiteX725" fmla="*/ 4570198 w 7467600"/>
              <a:gd name="connsiteY725" fmla="*/ 978081 h 6858000"/>
              <a:gd name="connsiteX726" fmla="*/ 4557898 w 7467600"/>
              <a:gd name="connsiteY726" fmla="*/ 900011 h 6858000"/>
              <a:gd name="connsiteX727" fmla="*/ 4344840 w 7467600"/>
              <a:gd name="connsiteY727" fmla="*/ 1922038 h 6858000"/>
              <a:gd name="connsiteX728" fmla="*/ 4378710 w 7467600"/>
              <a:gd name="connsiteY728" fmla="*/ 1665516 h 6858000"/>
              <a:gd name="connsiteX729" fmla="*/ 4448798 w 7467600"/>
              <a:gd name="connsiteY729" fmla="*/ 1253024 h 6858000"/>
              <a:gd name="connsiteX730" fmla="*/ 4480315 w 7467600"/>
              <a:gd name="connsiteY730" fmla="*/ 1158454 h 6858000"/>
              <a:gd name="connsiteX731" fmla="*/ 4494133 w 7467600"/>
              <a:gd name="connsiteY731" fmla="*/ 1118676 h 6858000"/>
              <a:gd name="connsiteX732" fmla="*/ 4557898 w 7467600"/>
              <a:gd name="connsiteY732" fmla="*/ 900011 h 6858000"/>
              <a:gd name="connsiteX733" fmla="*/ 5870151 w 7467600"/>
              <a:gd name="connsiteY733" fmla="*/ 898890 h 6858000"/>
              <a:gd name="connsiteX734" fmla="*/ 5861335 w 7467600"/>
              <a:gd name="connsiteY734" fmla="*/ 899177 h 6858000"/>
              <a:gd name="connsiteX735" fmla="*/ 5843702 w 7467600"/>
              <a:gd name="connsiteY735" fmla="*/ 899748 h 6858000"/>
              <a:gd name="connsiteX736" fmla="*/ 5651107 w 7467600"/>
              <a:gd name="connsiteY736" fmla="*/ 920306 h 6858000"/>
              <a:gd name="connsiteX737" fmla="*/ 5459407 w 7467600"/>
              <a:gd name="connsiteY737" fmla="*/ 940975 h 6858000"/>
              <a:gd name="connsiteX738" fmla="*/ 5374846 w 7467600"/>
              <a:gd name="connsiteY738" fmla="*/ 941988 h 6858000"/>
              <a:gd name="connsiteX739" fmla="*/ 5256105 w 7467600"/>
              <a:gd name="connsiteY739" fmla="*/ 945632 h 6858000"/>
              <a:gd name="connsiteX740" fmla="*/ 5107071 w 7467600"/>
              <a:gd name="connsiteY740" fmla="*/ 969720 h 6858000"/>
              <a:gd name="connsiteX741" fmla="*/ 4998681 w 7467600"/>
              <a:gd name="connsiteY741" fmla="*/ 988771 h 6858000"/>
              <a:gd name="connsiteX742" fmla="*/ 5870151 w 7467600"/>
              <a:gd name="connsiteY742" fmla="*/ 898890 h 6858000"/>
              <a:gd name="connsiteX743" fmla="*/ 5504425 w 7467600"/>
              <a:gd name="connsiteY743" fmla="*/ 848067 h 6858000"/>
              <a:gd name="connsiteX744" fmla="*/ 4968849 w 7467600"/>
              <a:gd name="connsiteY744" fmla="*/ 962318 h 6858000"/>
              <a:gd name="connsiteX745" fmla="*/ 5104039 w 7467600"/>
              <a:gd name="connsiteY745" fmla="*/ 940634 h 6858000"/>
              <a:gd name="connsiteX746" fmla="*/ 5256311 w 7467600"/>
              <a:gd name="connsiteY746" fmla="*/ 916490 h 6858000"/>
              <a:gd name="connsiteX747" fmla="*/ 5377381 w 7467600"/>
              <a:gd name="connsiteY747" fmla="*/ 912671 h 6858000"/>
              <a:gd name="connsiteX748" fmla="*/ 5460148 w 7467600"/>
              <a:gd name="connsiteY748" fmla="*/ 911442 h 6858000"/>
              <a:gd name="connsiteX749" fmla="*/ 5648971 w 7467600"/>
              <a:gd name="connsiteY749" fmla="*/ 891331 h 6858000"/>
              <a:gd name="connsiteX750" fmla="*/ 5844807 w 7467600"/>
              <a:gd name="connsiteY750" fmla="*/ 870718 h 6858000"/>
              <a:gd name="connsiteX751" fmla="*/ 5862975 w 7467600"/>
              <a:gd name="connsiteY751" fmla="*/ 869756 h 6858000"/>
              <a:gd name="connsiteX752" fmla="*/ 5920887 w 7467600"/>
              <a:gd name="connsiteY752" fmla="*/ 865929 h 6858000"/>
              <a:gd name="connsiteX753" fmla="*/ 5504425 w 7467600"/>
              <a:gd name="connsiteY753" fmla="*/ 848067 h 6858000"/>
              <a:gd name="connsiteX754" fmla="*/ 3607114 w 7467600"/>
              <a:gd name="connsiteY754" fmla="*/ 467441 h 6858000"/>
              <a:gd name="connsiteX755" fmla="*/ 3296242 w 7467600"/>
              <a:gd name="connsiteY755" fmla="*/ 807991 h 6858000"/>
              <a:gd name="connsiteX756" fmla="*/ 3174674 w 7467600"/>
              <a:gd name="connsiteY756" fmla="*/ 919759 h 6858000"/>
              <a:gd name="connsiteX757" fmla="*/ 3042978 w 7467600"/>
              <a:gd name="connsiteY757" fmla="*/ 1054894 h 6858000"/>
              <a:gd name="connsiteX758" fmla="*/ 2968914 w 7467600"/>
              <a:gd name="connsiteY758" fmla="*/ 1133756 h 6858000"/>
              <a:gd name="connsiteX759" fmla="*/ 3103823 w 7467600"/>
              <a:gd name="connsiteY759" fmla="*/ 1026814 h 6858000"/>
              <a:gd name="connsiteX760" fmla="*/ 3607114 w 7467600"/>
              <a:gd name="connsiteY760" fmla="*/ 467441 h 6858000"/>
              <a:gd name="connsiteX761" fmla="*/ 3744487 w 7467600"/>
              <a:gd name="connsiteY761" fmla="*/ 383136 h 6858000"/>
              <a:gd name="connsiteX762" fmla="*/ 3970213 w 7467600"/>
              <a:gd name="connsiteY762" fmla="*/ 995559 h 6858000"/>
              <a:gd name="connsiteX763" fmla="*/ 3744487 w 7467600"/>
              <a:gd name="connsiteY763" fmla="*/ 383136 h 6858000"/>
              <a:gd name="connsiteX764" fmla="*/ 3624562 w 7467600"/>
              <a:gd name="connsiteY764" fmla="*/ 367041 h 6858000"/>
              <a:gd name="connsiteX765" fmla="*/ 3489712 w 7467600"/>
              <a:gd name="connsiteY765" fmla="*/ 485386 h 6858000"/>
              <a:gd name="connsiteX766" fmla="*/ 3182994 w 7467600"/>
              <a:gd name="connsiteY766" fmla="*/ 828265 h 6858000"/>
              <a:gd name="connsiteX767" fmla="*/ 2892114 w 7467600"/>
              <a:gd name="connsiteY767" fmla="*/ 1172635 h 6858000"/>
              <a:gd name="connsiteX768" fmla="*/ 3021459 w 7467600"/>
              <a:gd name="connsiteY768" fmla="*/ 1035385 h 6858000"/>
              <a:gd name="connsiteX769" fmla="*/ 3153873 w 7467600"/>
              <a:gd name="connsiteY769" fmla="*/ 898971 h 6858000"/>
              <a:gd name="connsiteX770" fmla="*/ 3276511 w 7467600"/>
              <a:gd name="connsiteY770" fmla="*/ 786423 h 6858000"/>
              <a:gd name="connsiteX771" fmla="*/ 3584154 w 7467600"/>
              <a:gd name="connsiteY771" fmla="*/ 448218 h 6858000"/>
              <a:gd name="connsiteX772" fmla="*/ 3624562 w 7467600"/>
              <a:gd name="connsiteY772" fmla="*/ 367041 h 6858000"/>
              <a:gd name="connsiteX773" fmla="*/ 3766672 w 7467600"/>
              <a:gd name="connsiteY773" fmla="*/ 359429 h 6858000"/>
              <a:gd name="connsiteX774" fmla="*/ 3996338 w 7467600"/>
              <a:gd name="connsiteY774" fmla="*/ 968237 h 6858000"/>
              <a:gd name="connsiteX775" fmla="*/ 3766672 w 7467600"/>
              <a:gd name="connsiteY775" fmla="*/ 359429 h 6858000"/>
              <a:gd name="connsiteX776" fmla="*/ 5805386 w 7467600"/>
              <a:gd name="connsiteY776" fmla="*/ 239240 h 6858000"/>
              <a:gd name="connsiteX777" fmla="*/ 5736947 w 7467600"/>
              <a:gd name="connsiteY777" fmla="*/ 261367 h 6858000"/>
              <a:gd name="connsiteX778" fmla="*/ 5427012 w 7467600"/>
              <a:gd name="connsiteY778" fmla="*/ 311272 h 6858000"/>
              <a:gd name="connsiteX779" fmla="*/ 5147818 w 7467600"/>
              <a:gd name="connsiteY779" fmla="*/ 322112 h 6858000"/>
              <a:gd name="connsiteX780" fmla="*/ 5060854 w 7467600"/>
              <a:gd name="connsiteY780" fmla="*/ 311882 h 6858000"/>
              <a:gd name="connsiteX781" fmla="*/ 4945989 w 7467600"/>
              <a:gd name="connsiteY781" fmla="*/ 300516 h 6858000"/>
              <a:gd name="connsiteX782" fmla="*/ 5410479 w 7467600"/>
              <a:gd name="connsiteY782" fmla="*/ 348434 h 6858000"/>
              <a:gd name="connsiteX783" fmla="*/ 5805386 w 7467600"/>
              <a:gd name="connsiteY783" fmla="*/ 239240 h 6858000"/>
              <a:gd name="connsiteX784" fmla="*/ 5905192 w 7467600"/>
              <a:gd name="connsiteY784" fmla="*/ 163079 h 6858000"/>
              <a:gd name="connsiteX785" fmla="*/ 5865655 w 7467600"/>
              <a:gd name="connsiteY785" fmla="*/ 171901 h 6858000"/>
              <a:gd name="connsiteX786" fmla="*/ 5259740 w 7467600"/>
              <a:gd name="connsiteY786" fmla="*/ 257013 h 6858000"/>
              <a:gd name="connsiteX787" fmla="*/ 5208466 w 7467600"/>
              <a:gd name="connsiteY787" fmla="*/ 257550 h 6858000"/>
              <a:gd name="connsiteX788" fmla="*/ 4980204 w 7467600"/>
              <a:gd name="connsiteY788" fmla="*/ 271903 h 6858000"/>
              <a:gd name="connsiteX789" fmla="*/ 5068068 w 7467600"/>
              <a:gd name="connsiteY789" fmla="*/ 282244 h 6858000"/>
              <a:gd name="connsiteX790" fmla="*/ 5153231 w 7467600"/>
              <a:gd name="connsiteY790" fmla="*/ 292240 h 6858000"/>
              <a:gd name="connsiteX791" fmla="*/ 5426491 w 7467600"/>
              <a:gd name="connsiteY791" fmla="*/ 281128 h 6858000"/>
              <a:gd name="connsiteX792" fmla="*/ 5731212 w 7467600"/>
              <a:gd name="connsiteY792" fmla="*/ 231951 h 6858000"/>
              <a:gd name="connsiteX793" fmla="*/ 5905192 w 7467600"/>
              <a:gd name="connsiteY793" fmla="*/ 163079 h 6858000"/>
              <a:gd name="connsiteX794" fmla="*/ 5944437 w 7467600"/>
              <a:gd name="connsiteY794" fmla="*/ 113829 h 6858000"/>
              <a:gd name="connsiteX795" fmla="*/ 5825032 w 7467600"/>
              <a:gd name="connsiteY795" fmla="*/ 146405 h 6858000"/>
              <a:gd name="connsiteX796" fmla="*/ 4955599 w 7467600"/>
              <a:gd name="connsiteY796" fmla="*/ 247008 h 6858000"/>
              <a:gd name="connsiteX797" fmla="*/ 5210104 w 7467600"/>
              <a:gd name="connsiteY797" fmla="*/ 228123 h 6858000"/>
              <a:gd name="connsiteX798" fmla="*/ 5261015 w 7467600"/>
              <a:gd name="connsiteY798" fmla="*/ 227087 h 6858000"/>
              <a:gd name="connsiteX799" fmla="*/ 5861181 w 7467600"/>
              <a:gd name="connsiteY799" fmla="*/ 143093 h 6858000"/>
              <a:gd name="connsiteX800" fmla="*/ 5961252 w 7467600"/>
              <a:gd name="connsiteY800" fmla="*/ 114820 h 6858000"/>
              <a:gd name="connsiteX801" fmla="*/ 5944437 w 7467600"/>
              <a:gd name="connsiteY801" fmla="*/ 113829 h 6858000"/>
              <a:gd name="connsiteX802" fmla="*/ 3882765 w 7467600"/>
              <a:gd name="connsiteY802" fmla="*/ 0 h 6858000"/>
              <a:gd name="connsiteX803" fmla="*/ 3995099 w 7467600"/>
              <a:gd name="connsiteY803" fmla="*/ 0 h 6858000"/>
              <a:gd name="connsiteX804" fmla="*/ 4163818 w 7467600"/>
              <a:gd name="connsiteY804" fmla="*/ 234104 h 6858000"/>
              <a:gd name="connsiteX805" fmla="*/ 4172099 w 7467600"/>
              <a:gd name="connsiteY805" fmla="*/ 234207 h 6858000"/>
              <a:gd name="connsiteX806" fmla="*/ 4784282 w 7467600"/>
              <a:gd name="connsiteY806" fmla="*/ 276561 h 6858000"/>
              <a:gd name="connsiteX807" fmla="*/ 4801687 w 7467600"/>
              <a:gd name="connsiteY807" fmla="*/ 267764 h 6858000"/>
              <a:gd name="connsiteX808" fmla="*/ 6082788 w 7467600"/>
              <a:gd name="connsiteY808" fmla="*/ 64119 h 6858000"/>
              <a:gd name="connsiteX809" fmla="*/ 6099442 w 7467600"/>
              <a:gd name="connsiteY809" fmla="*/ 82568 h 6858000"/>
              <a:gd name="connsiteX810" fmla="*/ 4804137 w 7467600"/>
              <a:gd name="connsiteY810" fmla="*/ 320931 h 6858000"/>
              <a:gd name="connsiteX811" fmla="*/ 4227047 w 7467600"/>
              <a:gd name="connsiteY811" fmla="*/ 313415 h 6858000"/>
              <a:gd name="connsiteX812" fmla="*/ 4346041 w 7467600"/>
              <a:gd name="connsiteY812" fmla="*/ 456086 h 6858000"/>
              <a:gd name="connsiteX813" fmla="*/ 4870967 w 7467600"/>
              <a:gd name="connsiteY813" fmla="*/ 963061 h 6858000"/>
              <a:gd name="connsiteX814" fmla="*/ 4889647 w 7467600"/>
              <a:gd name="connsiteY814" fmla="*/ 957147 h 6858000"/>
              <a:gd name="connsiteX815" fmla="*/ 5422504 w 7467600"/>
              <a:gd name="connsiteY815" fmla="*/ 805191 h 6858000"/>
              <a:gd name="connsiteX816" fmla="*/ 6087656 w 7467600"/>
              <a:gd name="connsiteY816" fmla="*/ 826703 h 6858000"/>
              <a:gd name="connsiteX817" fmla="*/ 6058717 w 7467600"/>
              <a:gd name="connsiteY817" fmla="*/ 865992 h 6858000"/>
              <a:gd name="connsiteX818" fmla="*/ 4974153 w 7467600"/>
              <a:gd name="connsiteY818" fmla="*/ 1045456 h 6858000"/>
              <a:gd name="connsiteX819" fmla="*/ 5627835 w 7467600"/>
              <a:gd name="connsiteY819" fmla="*/ 1472077 h 6858000"/>
              <a:gd name="connsiteX820" fmla="*/ 5629817 w 7467600"/>
              <a:gd name="connsiteY820" fmla="*/ 1471412 h 6858000"/>
              <a:gd name="connsiteX821" fmla="*/ 5634124 w 7467600"/>
              <a:gd name="connsiteY821" fmla="*/ 1470572 h 6858000"/>
              <a:gd name="connsiteX822" fmla="*/ 5755832 w 7467600"/>
              <a:gd name="connsiteY822" fmla="*/ 1383886 h 6858000"/>
              <a:gd name="connsiteX823" fmla="*/ 6014186 w 7467600"/>
              <a:gd name="connsiteY823" fmla="*/ 1279799 h 6858000"/>
              <a:gd name="connsiteX824" fmla="*/ 6901619 w 7467600"/>
              <a:gd name="connsiteY824" fmla="*/ 1047874 h 6858000"/>
              <a:gd name="connsiteX825" fmla="*/ 6931566 w 7467600"/>
              <a:gd name="connsiteY825" fmla="*/ 1062034 h 6858000"/>
              <a:gd name="connsiteX826" fmla="*/ 5790982 w 7467600"/>
              <a:gd name="connsiteY826" fmla="*/ 1561380 h 6858000"/>
              <a:gd name="connsiteX827" fmla="*/ 6188971 w 7467600"/>
              <a:gd name="connsiteY827" fmla="*/ 1755168 h 6858000"/>
              <a:gd name="connsiteX828" fmla="*/ 6202446 w 7467600"/>
              <a:gd name="connsiteY828" fmla="*/ 1752268 h 6858000"/>
              <a:gd name="connsiteX829" fmla="*/ 7179560 w 7467600"/>
              <a:gd name="connsiteY829" fmla="*/ 1467551 h 6858000"/>
              <a:gd name="connsiteX830" fmla="*/ 7158730 w 7467600"/>
              <a:gd name="connsiteY830" fmla="*/ 1507835 h 6858000"/>
              <a:gd name="connsiteX831" fmla="*/ 6326959 w 7467600"/>
              <a:gd name="connsiteY831" fmla="*/ 1817686 h 6858000"/>
              <a:gd name="connsiteX832" fmla="*/ 6537433 w 7467600"/>
              <a:gd name="connsiteY832" fmla="*/ 1907790 h 6858000"/>
              <a:gd name="connsiteX833" fmla="*/ 6550221 w 7467600"/>
              <a:gd name="connsiteY833" fmla="*/ 1910729 h 6858000"/>
              <a:gd name="connsiteX834" fmla="*/ 6964438 w 7467600"/>
              <a:gd name="connsiteY834" fmla="*/ 2209505 h 6858000"/>
              <a:gd name="connsiteX835" fmla="*/ 7367862 w 7467600"/>
              <a:gd name="connsiteY835" fmla="*/ 2806833 h 6858000"/>
              <a:gd name="connsiteX836" fmla="*/ 7364329 w 7467600"/>
              <a:gd name="connsiteY836" fmla="*/ 2826907 h 6858000"/>
              <a:gd name="connsiteX837" fmla="*/ 7290545 w 7467600"/>
              <a:gd name="connsiteY837" fmla="*/ 2850663 h 6858000"/>
              <a:gd name="connsiteX838" fmla="*/ 6472036 w 7467600"/>
              <a:gd name="connsiteY838" fmla="*/ 1959003 h 6858000"/>
              <a:gd name="connsiteX839" fmla="*/ 5792897 w 7467600"/>
              <a:gd name="connsiteY839" fmla="*/ 1647747 h 6858000"/>
              <a:gd name="connsiteX840" fmla="*/ 5842751 w 7467600"/>
              <a:gd name="connsiteY840" fmla="*/ 1816112 h 6858000"/>
              <a:gd name="connsiteX841" fmla="*/ 5847424 w 7467600"/>
              <a:gd name="connsiteY841" fmla="*/ 1815776 h 6858000"/>
              <a:gd name="connsiteX842" fmla="*/ 6399821 w 7467600"/>
              <a:gd name="connsiteY842" fmla="*/ 2344799 h 6858000"/>
              <a:gd name="connsiteX843" fmla="*/ 6323232 w 7467600"/>
              <a:gd name="connsiteY843" fmla="*/ 2389634 h 6858000"/>
              <a:gd name="connsiteX844" fmla="*/ 5942958 w 7467600"/>
              <a:gd name="connsiteY844" fmla="*/ 2077708 h 6858000"/>
              <a:gd name="connsiteX845" fmla="*/ 5921559 w 7467600"/>
              <a:gd name="connsiteY845" fmla="*/ 2378596 h 6858000"/>
              <a:gd name="connsiteX846" fmla="*/ 5817651 w 7467600"/>
              <a:gd name="connsiteY846" fmla="*/ 3023919 h 6858000"/>
              <a:gd name="connsiteX847" fmla="*/ 5729634 w 7467600"/>
              <a:gd name="connsiteY847" fmla="*/ 3051849 h 6858000"/>
              <a:gd name="connsiteX848" fmla="*/ 5611018 w 7467600"/>
              <a:gd name="connsiteY848" fmla="*/ 2316769 h 6858000"/>
              <a:gd name="connsiteX849" fmla="*/ 5687608 w 7467600"/>
              <a:gd name="connsiteY849" fmla="*/ 2039972 h 6858000"/>
              <a:gd name="connsiteX850" fmla="*/ 5657554 w 7467600"/>
              <a:gd name="connsiteY850" fmla="*/ 1576445 h 6858000"/>
              <a:gd name="connsiteX851" fmla="*/ 5150475 w 7467600"/>
              <a:gd name="connsiteY851" fmla="*/ 1274012 h 6858000"/>
              <a:gd name="connsiteX852" fmla="*/ 5349142 w 7467600"/>
              <a:gd name="connsiteY852" fmla="*/ 2204405 h 6858000"/>
              <a:gd name="connsiteX853" fmla="*/ 5262214 w 7467600"/>
              <a:gd name="connsiteY853" fmla="*/ 2233836 h 6858000"/>
              <a:gd name="connsiteX854" fmla="*/ 4981539 w 7467600"/>
              <a:gd name="connsiteY854" fmla="*/ 1542201 h 6858000"/>
              <a:gd name="connsiteX855" fmla="*/ 4958461 w 7467600"/>
              <a:gd name="connsiteY855" fmla="*/ 1136957 h 6858000"/>
              <a:gd name="connsiteX856" fmla="*/ 4655015 w 7467600"/>
              <a:gd name="connsiteY856" fmla="*/ 891426 h 6858000"/>
              <a:gd name="connsiteX857" fmla="*/ 4348002 w 7467600"/>
              <a:gd name="connsiteY857" fmla="*/ 2205895 h 6858000"/>
              <a:gd name="connsiteX858" fmla="*/ 4262250 w 7467600"/>
              <a:gd name="connsiteY858" fmla="*/ 2219972 h 6858000"/>
              <a:gd name="connsiteX859" fmla="*/ 4550611 w 7467600"/>
              <a:gd name="connsiteY859" fmla="*/ 817540 h 6858000"/>
              <a:gd name="connsiteX860" fmla="*/ 4564418 w 7467600"/>
              <a:gd name="connsiteY860" fmla="*/ 808293 h 6858000"/>
              <a:gd name="connsiteX861" fmla="*/ 4266388 w 7467600"/>
              <a:gd name="connsiteY861" fmla="*/ 500083 h 6858000"/>
              <a:gd name="connsiteX862" fmla="*/ 4032842 w 7467600"/>
              <a:gd name="connsiteY862" fmla="*/ 211809 h 6858000"/>
              <a:gd name="connsiteX863" fmla="*/ 3882765 w 7467600"/>
              <a:gd name="connsiteY863" fmla="*/ 0 h 6858000"/>
              <a:gd name="connsiteX864" fmla="*/ 3721337 w 7467600"/>
              <a:gd name="connsiteY864" fmla="*/ 0 h 6858000"/>
              <a:gd name="connsiteX865" fmla="*/ 3797544 w 7467600"/>
              <a:gd name="connsiteY865" fmla="*/ 0 h 6858000"/>
              <a:gd name="connsiteX866" fmla="*/ 3775734 w 7467600"/>
              <a:gd name="connsiteY866" fmla="*/ 95131 h 6858000"/>
              <a:gd name="connsiteX867" fmla="*/ 3724807 w 7467600"/>
              <a:gd name="connsiteY867" fmla="*/ 272257 h 6858000"/>
              <a:gd name="connsiteX868" fmla="*/ 3726844 w 7467600"/>
              <a:gd name="connsiteY868" fmla="*/ 282988 h 6858000"/>
              <a:gd name="connsiteX869" fmla="*/ 3742664 w 7467600"/>
              <a:gd name="connsiteY869" fmla="*/ 279918 h 6858000"/>
              <a:gd name="connsiteX870" fmla="*/ 4103910 w 7467600"/>
              <a:gd name="connsiteY870" fmla="*/ 1161917 h 6858000"/>
              <a:gd name="connsiteX871" fmla="*/ 4020269 w 7467600"/>
              <a:gd name="connsiteY871" fmla="*/ 1200406 h 6858000"/>
              <a:gd name="connsiteX872" fmla="*/ 3674882 w 7467600"/>
              <a:gd name="connsiteY872" fmla="*/ 488524 h 6858000"/>
              <a:gd name="connsiteX873" fmla="*/ 3132682 w 7467600"/>
              <a:gd name="connsiteY873" fmla="*/ 1072284 h 6858000"/>
              <a:gd name="connsiteX874" fmla="*/ 2716346 w 7467600"/>
              <a:gd name="connsiteY874" fmla="*/ 1276376 h 6858000"/>
              <a:gd name="connsiteX875" fmla="*/ 2716772 w 7467600"/>
              <a:gd name="connsiteY875" fmla="*/ 1255462 h 6858000"/>
              <a:gd name="connsiteX876" fmla="*/ 3471096 w 7467600"/>
              <a:gd name="connsiteY876" fmla="*/ 437072 h 6858000"/>
              <a:gd name="connsiteX877" fmla="*/ 3639057 w 7467600"/>
              <a:gd name="connsiteY877" fmla="*/ 286334 h 6858000"/>
              <a:gd name="connsiteX878" fmla="*/ 3640309 w 7467600"/>
              <a:gd name="connsiteY878" fmla="*/ 284664 h 6858000"/>
              <a:gd name="connsiteX879" fmla="*/ 3646022 w 7467600"/>
              <a:gd name="connsiteY879" fmla="*/ 276711 h 6858000"/>
              <a:gd name="connsiteX880" fmla="*/ 3707943 w 7467600"/>
              <a:gd name="connsiteY880" fmla="*/ 65958 h 6858000"/>
              <a:gd name="connsiteX881" fmla="*/ 3721337 w 7467600"/>
              <a:gd name="connsiteY881" fmla="*/ 0 h 6858000"/>
              <a:gd name="connsiteX882" fmla="*/ 2867960 w 7467600"/>
              <a:gd name="connsiteY882" fmla="*/ 0 h 6858000"/>
              <a:gd name="connsiteX883" fmla="*/ 2926351 w 7467600"/>
              <a:gd name="connsiteY883" fmla="*/ 0 h 6858000"/>
              <a:gd name="connsiteX884" fmla="*/ 2902823 w 7467600"/>
              <a:gd name="connsiteY884" fmla="*/ 262929 h 6858000"/>
              <a:gd name="connsiteX885" fmla="*/ 2940663 w 7467600"/>
              <a:gd name="connsiteY885" fmla="*/ 140884 h 6858000"/>
              <a:gd name="connsiteX886" fmla="*/ 2947039 w 7467600"/>
              <a:gd name="connsiteY886" fmla="*/ 122524 h 6858000"/>
              <a:gd name="connsiteX887" fmla="*/ 2984316 w 7467600"/>
              <a:gd name="connsiteY887" fmla="*/ 0 h 6858000"/>
              <a:gd name="connsiteX888" fmla="*/ 3016114 w 7467600"/>
              <a:gd name="connsiteY888" fmla="*/ 0 h 6858000"/>
              <a:gd name="connsiteX889" fmla="*/ 2979949 w 7467600"/>
              <a:gd name="connsiteY889" fmla="*/ 119274 h 6858000"/>
              <a:gd name="connsiteX890" fmla="*/ 3023879 w 7467600"/>
              <a:gd name="connsiteY890" fmla="*/ 0 h 6858000"/>
              <a:gd name="connsiteX891" fmla="*/ 3105400 w 7467600"/>
              <a:gd name="connsiteY891" fmla="*/ 0 h 6858000"/>
              <a:gd name="connsiteX892" fmla="*/ 3094669 w 7467600"/>
              <a:gd name="connsiteY892" fmla="*/ 30308 h 6858000"/>
              <a:gd name="connsiteX893" fmla="*/ 2901945 w 7467600"/>
              <a:gd name="connsiteY893" fmla="*/ 466538 h 6858000"/>
              <a:gd name="connsiteX894" fmla="*/ 2815209 w 7467600"/>
              <a:gd name="connsiteY894" fmla="*/ 497361 h 6858000"/>
              <a:gd name="connsiteX895" fmla="*/ 2844845 w 7467600"/>
              <a:gd name="connsiteY895" fmla="*/ 127638 h 6858000"/>
              <a:gd name="connsiteX896" fmla="*/ 2867960 w 7467600"/>
              <a:gd name="connsiteY896" fmla="*/ 0 h 6858000"/>
              <a:gd name="connsiteX897" fmla="*/ 1057230 w 7467600"/>
              <a:gd name="connsiteY897" fmla="*/ 0 h 6858000"/>
              <a:gd name="connsiteX898" fmla="*/ 1111003 w 7467600"/>
              <a:gd name="connsiteY898" fmla="*/ 0 h 6858000"/>
              <a:gd name="connsiteX899" fmla="*/ 1125553 w 7467600"/>
              <a:gd name="connsiteY899" fmla="*/ 52588 h 6858000"/>
              <a:gd name="connsiteX900" fmla="*/ 1304276 w 7467600"/>
              <a:gd name="connsiteY900" fmla="*/ 476275 h 6858000"/>
              <a:gd name="connsiteX901" fmla="*/ 1492066 w 7467600"/>
              <a:gd name="connsiteY901" fmla="*/ 886333 h 6858000"/>
              <a:gd name="connsiteX902" fmla="*/ 1423698 w 7467600"/>
              <a:gd name="connsiteY902" fmla="*/ 710817 h 6858000"/>
              <a:gd name="connsiteX903" fmla="*/ 1357609 w 7467600"/>
              <a:gd name="connsiteY903" fmla="*/ 532892 h 6858000"/>
              <a:gd name="connsiteX904" fmla="*/ 1309550 w 7467600"/>
              <a:gd name="connsiteY904" fmla="*/ 374031 h 6858000"/>
              <a:gd name="connsiteX905" fmla="*/ 1193673 w 7467600"/>
              <a:gd name="connsiteY905" fmla="*/ 49533 h 6858000"/>
              <a:gd name="connsiteX906" fmla="*/ 1164391 w 7467600"/>
              <a:gd name="connsiteY906" fmla="*/ 0 h 6858000"/>
              <a:gd name="connsiteX907" fmla="*/ 1200666 w 7467600"/>
              <a:gd name="connsiteY907" fmla="*/ 0 h 6858000"/>
              <a:gd name="connsiteX908" fmla="*/ 1223408 w 7467600"/>
              <a:gd name="connsiteY908" fmla="*/ 38996 h 6858000"/>
              <a:gd name="connsiteX909" fmla="*/ 1339635 w 7467600"/>
              <a:gd name="connsiteY909" fmla="*/ 365517 h 6858000"/>
              <a:gd name="connsiteX910" fmla="*/ 1387469 w 7467600"/>
              <a:gd name="connsiteY910" fmla="*/ 523079 h 6858000"/>
              <a:gd name="connsiteX911" fmla="*/ 1452685 w 7467600"/>
              <a:gd name="connsiteY911" fmla="*/ 699806 h 6858000"/>
              <a:gd name="connsiteX912" fmla="*/ 1492092 w 7467600"/>
              <a:gd name="connsiteY912" fmla="*/ 800424 h 6858000"/>
              <a:gd name="connsiteX913" fmla="*/ 1455302 w 7467600"/>
              <a:gd name="connsiteY913" fmla="*/ 632913 h 6858000"/>
              <a:gd name="connsiteX914" fmla="*/ 1222336 w 7467600"/>
              <a:gd name="connsiteY914" fmla="*/ 9480 h 6858000"/>
              <a:gd name="connsiteX915" fmla="*/ 1214634 w 7467600"/>
              <a:gd name="connsiteY915" fmla="*/ 0 h 6858000"/>
              <a:gd name="connsiteX916" fmla="*/ 1289827 w 7467600"/>
              <a:gd name="connsiteY916" fmla="*/ 0 h 6858000"/>
              <a:gd name="connsiteX917" fmla="*/ 1321076 w 7467600"/>
              <a:gd name="connsiteY917" fmla="*/ 59722 h 6858000"/>
              <a:gd name="connsiteX918" fmla="*/ 1512579 w 7467600"/>
              <a:gd name="connsiteY918" fmla="*/ 626441 h 6858000"/>
              <a:gd name="connsiteX919" fmla="*/ 1506076 w 7467600"/>
              <a:gd name="connsiteY919" fmla="*/ 1089289 h 6858000"/>
              <a:gd name="connsiteX920" fmla="*/ 1486346 w 7467600"/>
              <a:gd name="connsiteY920" fmla="*/ 1079919 h 6858000"/>
              <a:gd name="connsiteX921" fmla="*/ 1070511 w 7467600"/>
              <a:gd name="connsiteY921" fmla="*/ 48609 h 6858000"/>
              <a:gd name="connsiteX922" fmla="*/ 1057230 w 7467600"/>
              <a:gd name="connsiteY922" fmla="*/ 0 h 6858000"/>
              <a:gd name="connsiteX923" fmla="*/ 43151 w 7467600"/>
              <a:gd name="connsiteY923" fmla="*/ 0 h 6858000"/>
              <a:gd name="connsiteX924" fmla="*/ 95283 w 7467600"/>
              <a:gd name="connsiteY924" fmla="*/ 0 h 6858000"/>
              <a:gd name="connsiteX925" fmla="*/ 300708 w 7467600"/>
              <a:gd name="connsiteY925" fmla="*/ 154571 h 6858000"/>
              <a:gd name="connsiteX926" fmla="*/ 530414 w 7467600"/>
              <a:gd name="connsiteY926" fmla="*/ 354673 h 6858000"/>
              <a:gd name="connsiteX927" fmla="*/ 333785 w 7467600"/>
              <a:gd name="connsiteY927" fmla="*/ 161564 h 6858000"/>
              <a:gd name="connsiteX928" fmla="*/ 147005 w 7467600"/>
              <a:gd name="connsiteY928" fmla="*/ 0 h 6858000"/>
              <a:gd name="connsiteX929" fmla="*/ 272509 w 7467600"/>
              <a:gd name="connsiteY929" fmla="*/ 0 h 6858000"/>
              <a:gd name="connsiteX930" fmla="*/ 326276 w 7467600"/>
              <a:gd name="connsiteY930" fmla="*/ 45847 h 6858000"/>
              <a:gd name="connsiteX931" fmla="*/ 823759 w 7467600"/>
              <a:gd name="connsiteY931" fmla="*/ 574145 h 6858000"/>
              <a:gd name="connsiteX932" fmla="*/ 811254 w 7467600"/>
              <a:gd name="connsiteY932" fmla="*/ 665546 h 6858000"/>
              <a:gd name="connsiteX933" fmla="*/ 154042 w 7467600"/>
              <a:gd name="connsiteY933" fmla="*/ 261522 h 6858000"/>
              <a:gd name="connsiteX934" fmla="*/ 13550 w 7467600"/>
              <a:gd name="connsiteY934" fmla="*/ 158423 h 6858000"/>
              <a:gd name="connsiteX935" fmla="*/ 0 w 7467600"/>
              <a:gd name="connsiteY935" fmla="*/ 146618 h 6858000"/>
              <a:gd name="connsiteX936" fmla="*/ 0 w 7467600"/>
              <a:gd name="connsiteY936" fmla="*/ 59161 h 6858000"/>
              <a:gd name="connsiteX937" fmla="*/ 45427 w 7467600"/>
              <a:gd name="connsiteY937" fmla="*/ 101078 h 6858000"/>
              <a:gd name="connsiteX938" fmla="*/ 630103 w 7467600"/>
              <a:gd name="connsiteY938" fmla="*/ 485885 h 6858000"/>
              <a:gd name="connsiteX939" fmla="*/ 532040 w 7467600"/>
              <a:gd name="connsiteY939" fmla="*/ 399359 h 6858000"/>
              <a:gd name="connsiteX940" fmla="*/ 517618 w 7467600"/>
              <a:gd name="connsiteY940" fmla="*/ 385726 h 6858000"/>
              <a:gd name="connsiteX941" fmla="*/ 285074 w 7467600"/>
              <a:gd name="connsiteY941" fmla="*/ 182755 h 6858000"/>
              <a:gd name="connsiteX942" fmla="*/ 43151 w 7467600"/>
              <a:gd name="connsiteY942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392322 w 7467600"/>
              <a:gd name="connsiteY8" fmla="*/ 6658238 h 6858000"/>
              <a:gd name="connsiteX9" fmla="*/ 7289862 w 7467600"/>
              <a:gd name="connsiteY9" fmla="*/ 6659827 h 6858000"/>
              <a:gd name="connsiteX10" fmla="*/ 1019354 w 7467600"/>
              <a:gd name="connsiteY10" fmla="*/ 6315006 h 6858000"/>
              <a:gd name="connsiteX11" fmla="*/ 441046 w 7467600"/>
              <a:gd name="connsiteY11" fmla="*/ 6691153 h 6858000"/>
              <a:gd name="connsiteX12" fmla="*/ 1019354 w 7467600"/>
              <a:gd name="connsiteY12" fmla="*/ 6315006 h 6858000"/>
              <a:gd name="connsiteX13" fmla="*/ 991680 w 7467600"/>
              <a:gd name="connsiteY13" fmla="*/ 6298413 h 6858000"/>
              <a:gd name="connsiteX14" fmla="*/ 409060 w 7467600"/>
              <a:gd name="connsiteY14" fmla="*/ 6671470 h 6858000"/>
              <a:gd name="connsiteX15" fmla="*/ 991680 w 7467600"/>
              <a:gd name="connsiteY15" fmla="*/ 6298413 h 6858000"/>
              <a:gd name="connsiteX16" fmla="*/ 103333 w 7467600"/>
              <a:gd name="connsiteY16" fmla="*/ 5699602 h 6858000"/>
              <a:gd name="connsiteX17" fmla="*/ 233938 w 7467600"/>
              <a:gd name="connsiteY17" fmla="*/ 5809416 h 6858000"/>
              <a:gd name="connsiteX18" fmla="*/ 883580 w 7467600"/>
              <a:gd name="connsiteY18" fmla="*/ 6180710 h 6858000"/>
              <a:gd name="connsiteX19" fmla="*/ 487337 w 7467600"/>
              <a:gd name="connsiteY19" fmla="*/ 5950182 h 6858000"/>
              <a:gd name="connsiteX20" fmla="*/ 354051 w 7467600"/>
              <a:gd name="connsiteY20" fmla="*/ 5854912 h 6858000"/>
              <a:gd name="connsiteX21" fmla="*/ 195436 w 7467600"/>
              <a:gd name="connsiteY21" fmla="*/ 5755068 h 6858000"/>
              <a:gd name="connsiteX22" fmla="*/ 103333 w 7467600"/>
              <a:gd name="connsiteY22" fmla="*/ 5699602 h 6858000"/>
              <a:gd name="connsiteX23" fmla="*/ 5539432 w 7467600"/>
              <a:gd name="connsiteY23" fmla="*/ 5642928 h 6858000"/>
              <a:gd name="connsiteX24" fmla="*/ 5555462 w 7467600"/>
              <a:gd name="connsiteY24" fmla="*/ 5694454 h 6858000"/>
              <a:gd name="connsiteX25" fmla="*/ 5828270 w 7467600"/>
              <a:gd name="connsiteY25" fmla="*/ 6320663 h 6858000"/>
              <a:gd name="connsiteX26" fmla="*/ 5947416 w 7467600"/>
              <a:gd name="connsiteY26" fmla="*/ 6574846 h 6858000"/>
              <a:gd name="connsiteX27" fmla="*/ 5539432 w 7467600"/>
              <a:gd name="connsiteY27" fmla="*/ 5642928 h 6858000"/>
              <a:gd name="connsiteX28" fmla="*/ 51253 w 7467600"/>
              <a:gd name="connsiteY28" fmla="*/ 5631825 h 6858000"/>
              <a:gd name="connsiteX29" fmla="*/ 211622 w 7467600"/>
              <a:gd name="connsiteY29" fmla="*/ 5728803 h 6858000"/>
              <a:gd name="connsiteX30" fmla="*/ 371652 w 7467600"/>
              <a:gd name="connsiteY30" fmla="*/ 5829062 h 6858000"/>
              <a:gd name="connsiteX31" fmla="*/ 505903 w 7467600"/>
              <a:gd name="connsiteY31" fmla="*/ 5925221 h 6858000"/>
              <a:gd name="connsiteX32" fmla="*/ 899240 w 7467600"/>
              <a:gd name="connsiteY32" fmla="*/ 6153068 h 6858000"/>
              <a:gd name="connsiteX33" fmla="*/ 988114 w 7467600"/>
              <a:gd name="connsiteY33" fmla="*/ 6174204 h 6858000"/>
              <a:gd name="connsiteX34" fmla="*/ 845971 w 7467600"/>
              <a:gd name="connsiteY34" fmla="*/ 6067177 h 6858000"/>
              <a:gd name="connsiteX35" fmla="*/ 448057 w 7467600"/>
              <a:gd name="connsiteY35" fmla="*/ 5841376 h 6858000"/>
              <a:gd name="connsiteX36" fmla="*/ 51253 w 7467600"/>
              <a:gd name="connsiteY36" fmla="*/ 5631825 h 6858000"/>
              <a:gd name="connsiteX37" fmla="*/ 2606687 w 7467600"/>
              <a:gd name="connsiteY37" fmla="*/ 5630718 h 6858000"/>
              <a:gd name="connsiteX38" fmla="*/ 2645658 w 7467600"/>
              <a:gd name="connsiteY38" fmla="*/ 6640259 h 6858000"/>
              <a:gd name="connsiteX39" fmla="*/ 2606687 w 7467600"/>
              <a:gd name="connsiteY39" fmla="*/ 5630718 h 6858000"/>
              <a:gd name="connsiteX40" fmla="*/ 3642057 w 7467600"/>
              <a:gd name="connsiteY40" fmla="*/ 5573487 h 6858000"/>
              <a:gd name="connsiteX41" fmla="*/ 3632981 w 7467600"/>
              <a:gd name="connsiteY41" fmla="*/ 5579437 h 6858000"/>
              <a:gd name="connsiteX42" fmla="*/ 3382436 w 7467600"/>
              <a:gd name="connsiteY42" fmla="*/ 5952726 h 6858000"/>
              <a:gd name="connsiteX43" fmla="*/ 3191929 w 7467600"/>
              <a:gd name="connsiteY43" fmla="*/ 6662669 h 6858000"/>
              <a:gd name="connsiteX44" fmla="*/ 3369898 w 7467600"/>
              <a:gd name="connsiteY44" fmla="*/ 6081771 h 6858000"/>
              <a:gd name="connsiteX45" fmla="*/ 3642057 w 7467600"/>
              <a:gd name="connsiteY45" fmla="*/ 5573487 h 6858000"/>
              <a:gd name="connsiteX46" fmla="*/ 2650666 w 7467600"/>
              <a:gd name="connsiteY46" fmla="*/ 5530686 h 6858000"/>
              <a:gd name="connsiteX47" fmla="*/ 2650249 w 7467600"/>
              <a:gd name="connsiteY47" fmla="*/ 5532101 h 6858000"/>
              <a:gd name="connsiteX48" fmla="*/ 2663808 w 7467600"/>
              <a:gd name="connsiteY48" fmla="*/ 6535215 h 6858000"/>
              <a:gd name="connsiteX49" fmla="*/ 2665418 w 7467600"/>
              <a:gd name="connsiteY49" fmla="*/ 6132756 h 6858000"/>
              <a:gd name="connsiteX50" fmla="*/ 2650666 w 7467600"/>
              <a:gd name="connsiteY50" fmla="*/ 5530686 h 6858000"/>
              <a:gd name="connsiteX51" fmla="*/ 2680277 w 7467600"/>
              <a:gd name="connsiteY51" fmla="*/ 5479204 h 6858000"/>
              <a:gd name="connsiteX52" fmla="*/ 2678972 w 7467600"/>
              <a:gd name="connsiteY52" fmla="*/ 5481582 h 6858000"/>
              <a:gd name="connsiteX53" fmla="*/ 2696666 w 7467600"/>
              <a:gd name="connsiteY53" fmla="*/ 6133836 h 6858000"/>
              <a:gd name="connsiteX54" fmla="*/ 2695769 w 7467600"/>
              <a:gd name="connsiteY54" fmla="*/ 6390955 h 6858000"/>
              <a:gd name="connsiteX55" fmla="*/ 2739893 w 7467600"/>
              <a:gd name="connsiteY55" fmla="*/ 6108357 h 6858000"/>
              <a:gd name="connsiteX56" fmla="*/ 2680277 w 7467600"/>
              <a:gd name="connsiteY56" fmla="*/ 5479204 h 6858000"/>
              <a:gd name="connsiteX57" fmla="*/ 1132195 w 7467600"/>
              <a:gd name="connsiteY57" fmla="*/ 5467980 h 6858000"/>
              <a:gd name="connsiteX58" fmla="*/ 1679056 w 7467600"/>
              <a:gd name="connsiteY58" fmla="*/ 5516907 h 6858000"/>
              <a:gd name="connsiteX59" fmla="*/ 2128648 w 7467600"/>
              <a:gd name="connsiteY59" fmla="*/ 5474249 h 6858000"/>
              <a:gd name="connsiteX60" fmla="*/ 1825619 w 7467600"/>
              <a:gd name="connsiteY60" fmla="*/ 5478447 h 6858000"/>
              <a:gd name="connsiteX61" fmla="*/ 1737798 w 7467600"/>
              <a:gd name="connsiteY61" fmla="*/ 5483353 h 6858000"/>
              <a:gd name="connsiteX62" fmla="*/ 1132195 w 7467600"/>
              <a:gd name="connsiteY62" fmla="*/ 5467980 h 6858000"/>
              <a:gd name="connsiteX63" fmla="*/ 1456157 w 7467600"/>
              <a:gd name="connsiteY63" fmla="*/ 5371404 h 6858000"/>
              <a:gd name="connsiteX64" fmla="*/ 1244432 w 7467600"/>
              <a:gd name="connsiteY64" fmla="*/ 5385601 h 6858000"/>
              <a:gd name="connsiteX65" fmla="*/ 973990 w 7467600"/>
              <a:gd name="connsiteY65" fmla="*/ 5424940 h 6858000"/>
              <a:gd name="connsiteX66" fmla="*/ 1103809 w 7467600"/>
              <a:gd name="connsiteY66" fmla="*/ 5433720 h 6858000"/>
              <a:gd name="connsiteX67" fmla="*/ 1123454 w 7467600"/>
              <a:gd name="connsiteY67" fmla="*/ 5435727 h 6858000"/>
              <a:gd name="connsiteX68" fmla="*/ 1737017 w 7467600"/>
              <a:gd name="connsiteY68" fmla="*/ 5452183 h 6858000"/>
              <a:gd name="connsiteX69" fmla="*/ 1824397 w 7467600"/>
              <a:gd name="connsiteY69" fmla="*/ 5447757 h 6858000"/>
              <a:gd name="connsiteX70" fmla="*/ 2070059 w 7467600"/>
              <a:gd name="connsiteY70" fmla="*/ 5441660 h 6858000"/>
              <a:gd name="connsiteX71" fmla="*/ 1456157 w 7467600"/>
              <a:gd name="connsiteY71" fmla="*/ 5371404 h 6858000"/>
              <a:gd name="connsiteX72" fmla="*/ 4988186 w 7467600"/>
              <a:gd name="connsiteY72" fmla="*/ 5216467 h 6858000"/>
              <a:gd name="connsiteX73" fmla="*/ 4777334 w 7467600"/>
              <a:gd name="connsiteY73" fmla="*/ 5406072 h 6858000"/>
              <a:gd name="connsiteX74" fmla="*/ 4718341 w 7467600"/>
              <a:gd name="connsiteY74" fmla="*/ 5468043 h 6858000"/>
              <a:gd name="connsiteX75" fmla="*/ 4604655 w 7467600"/>
              <a:gd name="connsiteY75" fmla="*/ 5583434 h 6858000"/>
              <a:gd name="connsiteX76" fmla="*/ 4565074 w 7467600"/>
              <a:gd name="connsiteY76" fmla="*/ 5618550 h 6858000"/>
              <a:gd name="connsiteX77" fmla="*/ 4988186 w 7467600"/>
              <a:gd name="connsiteY77" fmla="*/ 5216467 h 6858000"/>
              <a:gd name="connsiteX78" fmla="*/ 4978032 w 7467600"/>
              <a:gd name="connsiteY78" fmla="*/ 5183809 h 6858000"/>
              <a:gd name="connsiteX79" fmla="*/ 4463413 w 7467600"/>
              <a:gd name="connsiteY79" fmla="*/ 5615162 h 6858000"/>
              <a:gd name="connsiteX80" fmla="*/ 4358134 w 7467600"/>
              <a:gd name="connsiteY80" fmla="*/ 5742791 h 6858000"/>
              <a:gd name="connsiteX81" fmla="*/ 4376219 w 7467600"/>
              <a:gd name="connsiteY81" fmla="*/ 5729027 h 6858000"/>
              <a:gd name="connsiteX82" fmla="*/ 4582340 w 7467600"/>
              <a:gd name="connsiteY82" fmla="*/ 5561037 h 6858000"/>
              <a:gd name="connsiteX83" fmla="*/ 4694684 w 7467600"/>
              <a:gd name="connsiteY83" fmla="*/ 5447098 h 6858000"/>
              <a:gd name="connsiteX84" fmla="*/ 4754123 w 7467600"/>
              <a:gd name="connsiteY84" fmla="*/ 5384643 h 6858000"/>
              <a:gd name="connsiteX85" fmla="*/ 4978032 w 7467600"/>
              <a:gd name="connsiteY85" fmla="*/ 5183809 h 6858000"/>
              <a:gd name="connsiteX86" fmla="*/ 1903353 w 7467600"/>
              <a:gd name="connsiteY86" fmla="*/ 5044827 h 6858000"/>
              <a:gd name="connsiteX87" fmla="*/ 1936931 w 7467600"/>
              <a:gd name="connsiteY87" fmla="*/ 5093954 h 6858000"/>
              <a:gd name="connsiteX88" fmla="*/ 2195868 w 7467600"/>
              <a:gd name="connsiteY88" fmla="*/ 5396574 h 6858000"/>
              <a:gd name="connsiteX89" fmla="*/ 2088852 w 7467600"/>
              <a:gd name="connsiteY89" fmla="*/ 5166123 h 6858000"/>
              <a:gd name="connsiteX90" fmla="*/ 1958241 w 7467600"/>
              <a:gd name="connsiteY90" fmla="*/ 5067955 h 6858000"/>
              <a:gd name="connsiteX91" fmla="*/ 1903353 w 7467600"/>
              <a:gd name="connsiteY91" fmla="*/ 5044827 h 6858000"/>
              <a:gd name="connsiteX92" fmla="*/ 1979378 w 7467600"/>
              <a:gd name="connsiteY92" fmla="*/ 4769504 h 6858000"/>
              <a:gd name="connsiteX93" fmla="*/ 2882120 w 7467600"/>
              <a:gd name="connsiteY93" fmla="*/ 5064547 h 6858000"/>
              <a:gd name="connsiteX94" fmla="*/ 2793103 w 7467600"/>
              <a:gd name="connsiteY94" fmla="*/ 5039699 h 6858000"/>
              <a:gd name="connsiteX95" fmla="*/ 2770041 w 7467600"/>
              <a:gd name="connsiteY95" fmla="*/ 5033634 h 6858000"/>
              <a:gd name="connsiteX96" fmla="*/ 1979378 w 7467600"/>
              <a:gd name="connsiteY96" fmla="*/ 4769504 h 6858000"/>
              <a:gd name="connsiteX97" fmla="*/ 1927410 w 7467600"/>
              <a:gd name="connsiteY97" fmla="*/ 4716164 h 6858000"/>
              <a:gd name="connsiteX98" fmla="*/ 1959587 w 7467600"/>
              <a:gd name="connsiteY98" fmla="*/ 4728849 h 6858000"/>
              <a:gd name="connsiteX99" fmla="*/ 2777707 w 7467600"/>
              <a:gd name="connsiteY99" fmla="*/ 5003991 h 6858000"/>
              <a:gd name="connsiteX100" fmla="*/ 2800768 w 7467600"/>
              <a:gd name="connsiteY100" fmla="*/ 5010056 h 6858000"/>
              <a:gd name="connsiteX101" fmla="*/ 2879408 w 7467600"/>
              <a:gd name="connsiteY101" fmla="*/ 5031590 h 6858000"/>
              <a:gd name="connsiteX102" fmla="*/ 2862295 w 7467600"/>
              <a:gd name="connsiteY102" fmla="*/ 5022958 h 6858000"/>
              <a:gd name="connsiteX103" fmla="*/ 2813343 w 7467600"/>
              <a:gd name="connsiteY103" fmla="*/ 4998369 h 6858000"/>
              <a:gd name="connsiteX104" fmla="*/ 2646245 w 7467600"/>
              <a:gd name="connsiteY104" fmla="*/ 4930999 h 6858000"/>
              <a:gd name="connsiteX105" fmla="*/ 1999243 w 7467600"/>
              <a:gd name="connsiteY105" fmla="*/ 4730524 h 6858000"/>
              <a:gd name="connsiteX106" fmla="*/ 1979527 w 7467600"/>
              <a:gd name="connsiteY106" fmla="*/ 4726651 h 6858000"/>
              <a:gd name="connsiteX107" fmla="*/ 1927410 w 7467600"/>
              <a:gd name="connsiteY107" fmla="*/ 4716164 h 6858000"/>
              <a:gd name="connsiteX108" fmla="*/ 1997014 w 7467600"/>
              <a:gd name="connsiteY108" fmla="*/ 4698007 h 6858000"/>
              <a:gd name="connsiteX109" fmla="*/ 2005458 w 7467600"/>
              <a:gd name="connsiteY109" fmla="*/ 4699540 h 6858000"/>
              <a:gd name="connsiteX110" fmla="*/ 2657186 w 7467600"/>
              <a:gd name="connsiteY110" fmla="*/ 4901687 h 6858000"/>
              <a:gd name="connsiteX111" fmla="*/ 2826662 w 7467600"/>
              <a:gd name="connsiteY111" fmla="*/ 4970362 h 6858000"/>
              <a:gd name="connsiteX112" fmla="*/ 2876100 w 7467600"/>
              <a:gd name="connsiteY112" fmla="*/ 4995397 h 6858000"/>
              <a:gd name="connsiteX113" fmla="*/ 3042600 w 7467600"/>
              <a:gd name="connsiteY113" fmla="*/ 5059532 h 6858000"/>
              <a:gd name="connsiteX114" fmla="*/ 1997014 w 7467600"/>
              <a:gd name="connsiteY114" fmla="*/ 4698007 h 6858000"/>
              <a:gd name="connsiteX115" fmla="*/ 2305292 w 7467600"/>
              <a:gd name="connsiteY115" fmla="*/ 4219492 h 6858000"/>
              <a:gd name="connsiteX116" fmla="*/ 3360922 w 7467600"/>
              <a:gd name="connsiteY116" fmla="*/ 4529373 h 6858000"/>
              <a:gd name="connsiteX117" fmla="*/ 3492420 w 7467600"/>
              <a:gd name="connsiteY117" fmla="*/ 4510145 h 6858000"/>
              <a:gd name="connsiteX118" fmla="*/ 3364086 w 7467600"/>
              <a:gd name="connsiteY118" fmla="*/ 4480340 h 6858000"/>
              <a:gd name="connsiteX119" fmla="*/ 3225818 w 7467600"/>
              <a:gd name="connsiteY119" fmla="*/ 4411822 h 6858000"/>
              <a:gd name="connsiteX120" fmla="*/ 3129696 w 7467600"/>
              <a:gd name="connsiteY120" fmla="*/ 4360704 h 6858000"/>
              <a:gd name="connsiteX121" fmla="*/ 2814545 w 7467600"/>
              <a:gd name="connsiteY121" fmla="*/ 4282955 h 6858000"/>
              <a:gd name="connsiteX122" fmla="*/ 2305292 w 7467600"/>
              <a:gd name="connsiteY122" fmla="*/ 4219492 h 6858000"/>
              <a:gd name="connsiteX123" fmla="*/ 2626982 w 7467600"/>
              <a:gd name="connsiteY123" fmla="*/ 4206450 h 6858000"/>
              <a:gd name="connsiteX124" fmla="*/ 2490617 w 7467600"/>
              <a:gd name="connsiteY124" fmla="*/ 4206951 h 6858000"/>
              <a:gd name="connsiteX125" fmla="*/ 2819869 w 7467600"/>
              <a:gd name="connsiteY125" fmla="*/ 4252936 h 6858000"/>
              <a:gd name="connsiteX126" fmla="*/ 3143018 w 7467600"/>
              <a:gd name="connsiteY126" fmla="*/ 4332698 h 6858000"/>
              <a:gd name="connsiteX127" fmla="*/ 3241520 w 7467600"/>
              <a:gd name="connsiteY127" fmla="*/ 4385112 h 6858000"/>
              <a:gd name="connsiteX128" fmla="*/ 3374575 w 7467600"/>
              <a:gd name="connsiteY128" fmla="*/ 4451517 h 6858000"/>
              <a:gd name="connsiteX129" fmla="*/ 3505221 w 7467600"/>
              <a:gd name="connsiteY129" fmla="*/ 4480757 h 6858000"/>
              <a:gd name="connsiteX130" fmla="*/ 2626982 w 7467600"/>
              <a:gd name="connsiteY130" fmla="*/ 4206450 h 6858000"/>
              <a:gd name="connsiteX131" fmla="*/ 1310106 w 7467600"/>
              <a:gd name="connsiteY131" fmla="*/ 3943217 h 6858000"/>
              <a:gd name="connsiteX132" fmla="*/ 854994 w 7467600"/>
              <a:gd name="connsiteY132" fmla="*/ 4399136 h 6858000"/>
              <a:gd name="connsiteX133" fmla="*/ 742462 w 7467600"/>
              <a:gd name="connsiteY133" fmla="*/ 4594648 h 6858000"/>
              <a:gd name="connsiteX134" fmla="*/ 820602 w 7467600"/>
              <a:gd name="connsiteY134" fmla="*/ 4485915 h 6858000"/>
              <a:gd name="connsiteX135" fmla="*/ 878295 w 7467600"/>
              <a:gd name="connsiteY135" fmla="*/ 4403594 h 6858000"/>
              <a:gd name="connsiteX136" fmla="*/ 1240607 w 7467600"/>
              <a:gd name="connsiteY136" fmla="*/ 4010401 h 6858000"/>
              <a:gd name="connsiteX137" fmla="*/ 1310106 w 7467600"/>
              <a:gd name="connsiteY137" fmla="*/ 3943217 h 6858000"/>
              <a:gd name="connsiteX138" fmla="*/ 1423113 w 7467600"/>
              <a:gd name="connsiteY138" fmla="*/ 3874565 h 6858000"/>
              <a:gd name="connsiteX139" fmla="*/ 1260565 w 7467600"/>
              <a:gd name="connsiteY139" fmla="*/ 4031982 h 6858000"/>
              <a:gd name="connsiteX140" fmla="*/ 901900 w 7467600"/>
              <a:gd name="connsiteY140" fmla="*/ 4421236 h 6858000"/>
              <a:gd name="connsiteX141" fmla="*/ 845044 w 7467600"/>
              <a:gd name="connsiteY141" fmla="*/ 4502436 h 6858000"/>
              <a:gd name="connsiteX142" fmla="*/ 685926 w 7467600"/>
              <a:gd name="connsiteY142" fmla="*/ 4703069 h 6858000"/>
              <a:gd name="connsiteX143" fmla="*/ 684248 w 7467600"/>
              <a:gd name="connsiteY143" fmla="*/ 4706721 h 6858000"/>
              <a:gd name="connsiteX144" fmla="*/ 1423113 w 7467600"/>
              <a:gd name="connsiteY144" fmla="*/ 3874565 h 6858000"/>
              <a:gd name="connsiteX145" fmla="*/ 3316479 w 7467600"/>
              <a:gd name="connsiteY145" fmla="*/ 3872136 h 6858000"/>
              <a:gd name="connsiteX146" fmla="*/ 3546806 w 7467600"/>
              <a:gd name="connsiteY146" fmla="*/ 4356139 h 6858000"/>
              <a:gd name="connsiteX147" fmla="*/ 3364433 w 7467600"/>
              <a:gd name="connsiteY147" fmla="*/ 3953121 h 6858000"/>
              <a:gd name="connsiteX148" fmla="*/ 3316479 w 7467600"/>
              <a:gd name="connsiteY148" fmla="*/ 3872136 h 6858000"/>
              <a:gd name="connsiteX149" fmla="*/ 3291335 w 7467600"/>
              <a:gd name="connsiteY149" fmla="*/ 3767420 h 6858000"/>
              <a:gd name="connsiteX150" fmla="*/ 3390805 w 7467600"/>
              <a:gd name="connsiteY150" fmla="*/ 3937163 h 6858000"/>
              <a:gd name="connsiteX151" fmla="*/ 3579062 w 7467600"/>
              <a:gd name="connsiteY151" fmla="*/ 4359040 h 6858000"/>
              <a:gd name="connsiteX152" fmla="*/ 3467355 w 7467600"/>
              <a:gd name="connsiteY152" fmla="*/ 3988130 h 6858000"/>
              <a:gd name="connsiteX153" fmla="*/ 3310753 w 7467600"/>
              <a:gd name="connsiteY153" fmla="*/ 3787140 h 6858000"/>
              <a:gd name="connsiteX154" fmla="*/ 3291335 w 7467600"/>
              <a:gd name="connsiteY154" fmla="*/ 3767420 h 6858000"/>
              <a:gd name="connsiteX155" fmla="*/ 1635889 w 7467600"/>
              <a:gd name="connsiteY155" fmla="*/ 3709494 h 6858000"/>
              <a:gd name="connsiteX156" fmla="*/ 1634800 w 7467600"/>
              <a:gd name="connsiteY156" fmla="*/ 3731111 h 6858000"/>
              <a:gd name="connsiteX157" fmla="*/ 1635889 w 7467600"/>
              <a:gd name="connsiteY157" fmla="*/ 3709494 h 6858000"/>
              <a:gd name="connsiteX158" fmla="*/ 1510397 w 7467600"/>
              <a:gd name="connsiteY158" fmla="*/ 3684705 h 6858000"/>
              <a:gd name="connsiteX159" fmla="*/ 1146550 w 7467600"/>
              <a:gd name="connsiteY159" fmla="*/ 3802012 h 6858000"/>
              <a:gd name="connsiteX160" fmla="*/ 698834 w 7467600"/>
              <a:gd name="connsiteY160" fmla="*/ 3952272 h 6858000"/>
              <a:gd name="connsiteX161" fmla="*/ 34256 w 7467600"/>
              <a:gd name="connsiteY161" fmla="*/ 4347603 h 6858000"/>
              <a:gd name="connsiteX162" fmla="*/ 527241 w 7467600"/>
              <a:gd name="connsiteY162" fmla="*/ 4065078 h 6858000"/>
              <a:gd name="connsiteX163" fmla="*/ 1510397 w 7467600"/>
              <a:gd name="connsiteY163" fmla="*/ 3684705 h 6858000"/>
              <a:gd name="connsiteX164" fmla="*/ 1313114 w 7467600"/>
              <a:gd name="connsiteY164" fmla="*/ 3655216 h 6858000"/>
              <a:gd name="connsiteX165" fmla="*/ 1109304 w 7467600"/>
              <a:gd name="connsiteY165" fmla="*/ 3669030 h 6858000"/>
              <a:gd name="connsiteX166" fmla="*/ 8129 w 7467600"/>
              <a:gd name="connsiteY166" fmla="*/ 4330519 h 6858000"/>
              <a:gd name="connsiteX167" fmla="*/ 687572 w 7467600"/>
              <a:gd name="connsiteY167" fmla="*/ 3925629 h 6858000"/>
              <a:gd name="connsiteX168" fmla="*/ 1138365 w 7467600"/>
              <a:gd name="connsiteY168" fmla="*/ 3774515 h 6858000"/>
              <a:gd name="connsiteX169" fmla="*/ 1505579 w 7467600"/>
              <a:gd name="connsiteY169" fmla="*/ 3655526 h 6858000"/>
              <a:gd name="connsiteX170" fmla="*/ 1313114 w 7467600"/>
              <a:gd name="connsiteY170" fmla="*/ 3655216 h 6858000"/>
              <a:gd name="connsiteX171" fmla="*/ 3655073 w 7467600"/>
              <a:gd name="connsiteY171" fmla="*/ 3650884 h 6858000"/>
              <a:gd name="connsiteX172" fmla="*/ 3989938 w 7467600"/>
              <a:gd name="connsiteY172" fmla="*/ 3991685 h 6858000"/>
              <a:gd name="connsiteX173" fmla="*/ 4393907 w 7467600"/>
              <a:gd name="connsiteY173" fmla="*/ 4261258 h 6858000"/>
              <a:gd name="connsiteX174" fmla="*/ 4648051 w 7467600"/>
              <a:gd name="connsiteY174" fmla="*/ 4374051 h 6858000"/>
              <a:gd name="connsiteX175" fmla="*/ 4383389 w 7467600"/>
              <a:gd name="connsiteY175" fmla="*/ 4184369 h 6858000"/>
              <a:gd name="connsiteX176" fmla="*/ 4165508 w 7467600"/>
              <a:gd name="connsiteY176" fmla="*/ 4035196 h 6858000"/>
              <a:gd name="connsiteX177" fmla="*/ 4068162 w 7467600"/>
              <a:gd name="connsiteY177" fmla="*/ 3953394 h 6858000"/>
              <a:gd name="connsiteX178" fmla="*/ 3981416 w 7467600"/>
              <a:gd name="connsiteY178" fmla="*/ 3880482 h 6858000"/>
              <a:gd name="connsiteX179" fmla="*/ 3800147 w 7467600"/>
              <a:gd name="connsiteY179" fmla="*/ 3749872 h 6858000"/>
              <a:gd name="connsiteX180" fmla="*/ 3655073 w 7467600"/>
              <a:gd name="connsiteY180" fmla="*/ 3650884 h 6858000"/>
              <a:gd name="connsiteX181" fmla="*/ 3670252 w 7467600"/>
              <a:gd name="connsiteY181" fmla="*/ 3622798 h 6858000"/>
              <a:gd name="connsiteX182" fmla="*/ 3817258 w 7467600"/>
              <a:gd name="connsiteY182" fmla="*/ 3723577 h 6858000"/>
              <a:gd name="connsiteX183" fmla="*/ 4000461 w 7467600"/>
              <a:gd name="connsiteY183" fmla="*/ 3855966 h 6858000"/>
              <a:gd name="connsiteX184" fmla="*/ 4088180 w 7467600"/>
              <a:gd name="connsiteY184" fmla="*/ 3929774 h 6858000"/>
              <a:gd name="connsiteX185" fmla="*/ 4184555 w 7467600"/>
              <a:gd name="connsiteY185" fmla="*/ 4010683 h 6858000"/>
              <a:gd name="connsiteX186" fmla="*/ 4399563 w 7467600"/>
              <a:gd name="connsiteY186" fmla="*/ 4158106 h 6858000"/>
              <a:gd name="connsiteX187" fmla="*/ 4684469 w 7467600"/>
              <a:gd name="connsiteY187" fmla="*/ 4364680 h 6858000"/>
              <a:gd name="connsiteX188" fmla="*/ 4690271 w 7467600"/>
              <a:gd name="connsiteY188" fmla="*/ 4370034 h 6858000"/>
              <a:gd name="connsiteX189" fmla="*/ 4136093 w 7467600"/>
              <a:gd name="connsiteY189" fmla="*/ 3858466 h 6858000"/>
              <a:gd name="connsiteX190" fmla="*/ 3670252 w 7467600"/>
              <a:gd name="connsiteY190" fmla="*/ 3622798 h 6858000"/>
              <a:gd name="connsiteX191" fmla="*/ 4440129 w 7467600"/>
              <a:gd name="connsiteY191" fmla="*/ 3448571 h 6858000"/>
              <a:gd name="connsiteX192" fmla="*/ 4856525 w 7467600"/>
              <a:gd name="connsiteY192" fmla="*/ 3915351 h 6858000"/>
              <a:gd name="connsiteX193" fmla="*/ 5059055 w 7467600"/>
              <a:gd name="connsiteY193" fmla="*/ 4108918 h 6858000"/>
              <a:gd name="connsiteX194" fmla="*/ 5290070 w 7467600"/>
              <a:gd name="connsiteY194" fmla="*/ 4263619 h 6858000"/>
              <a:gd name="connsiteX195" fmla="*/ 4834991 w 7467600"/>
              <a:gd name="connsiteY195" fmla="*/ 3830985 h 6858000"/>
              <a:gd name="connsiteX196" fmla="*/ 4440129 w 7467600"/>
              <a:gd name="connsiteY196" fmla="*/ 3448571 h 6858000"/>
              <a:gd name="connsiteX197" fmla="*/ 4441737 w 7467600"/>
              <a:gd name="connsiteY197" fmla="*/ 3399734 h 6858000"/>
              <a:gd name="connsiteX198" fmla="*/ 4431236 w 7467600"/>
              <a:gd name="connsiteY198" fmla="*/ 3400954 h 6858000"/>
              <a:gd name="connsiteX199" fmla="*/ 4557150 w 7467600"/>
              <a:gd name="connsiteY199" fmla="*/ 3510023 h 6858000"/>
              <a:gd name="connsiteX200" fmla="*/ 4856936 w 7467600"/>
              <a:gd name="connsiteY200" fmla="*/ 3809146 h 6858000"/>
              <a:gd name="connsiteX201" fmla="*/ 5111996 w 7467600"/>
              <a:gd name="connsiteY201" fmla="*/ 4065759 h 6858000"/>
              <a:gd name="connsiteX202" fmla="*/ 5388878 w 7467600"/>
              <a:gd name="connsiteY202" fmla="*/ 4300185 h 6858000"/>
              <a:gd name="connsiteX203" fmla="*/ 5425556 w 7467600"/>
              <a:gd name="connsiteY203" fmla="*/ 4308967 h 6858000"/>
              <a:gd name="connsiteX204" fmla="*/ 4943646 w 7467600"/>
              <a:gd name="connsiteY204" fmla="*/ 3822916 h 6858000"/>
              <a:gd name="connsiteX205" fmla="*/ 4594837 w 7467600"/>
              <a:gd name="connsiteY205" fmla="*/ 3532274 h 6858000"/>
              <a:gd name="connsiteX206" fmla="*/ 4441737 w 7467600"/>
              <a:gd name="connsiteY206" fmla="*/ 3399734 h 6858000"/>
              <a:gd name="connsiteX207" fmla="*/ 5425834 w 7467600"/>
              <a:gd name="connsiteY207" fmla="*/ 3162785 h 6858000"/>
              <a:gd name="connsiteX208" fmla="*/ 5401644 w 7467600"/>
              <a:gd name="connsiteY208" fmla="*/ 3617847 h 6858000"/>
              <a:gd name="connsiteX209" fmla="*/ 5467256 w 7467600"/>
              <a:gd name="connsiteY209" fmla="*/ 4175494 h 6858000"/>
              <a:gd name="connsiteX210" fmla="*/ 5448069 w 7467600"/>
              <a:gd name="connsiteY210" fmla="*/ 3567554 h 6858000"/>
              <a:gd name="connsiteX211" fmla="*/ 5425834 w 7467600"/>
              <a:gd name="connsiteY211" fmla="*/ 3162785 h 6858000"/>
              <a:gd name="connsiteX212" fmla="*/ 1318687 w 7467600"/>
              <a:gd name="connsiteY212" fmla="*/ 3113840 h 6858000"/>
              <a:gd name="connsiteX213" fmla="*/ 1066793 w 7467600"/>
              <a:gd name="connsiteY213" fmla="*/ 3212171 h 6858000"/>
              <a:gd name="connsiteX214" fmla="*/ 993319 w 7467600"/>
              <a:gd name="connsiteY214" fmla="*/ 3247648 h 6858000"/>
              <a:gd name="connsiteX215" fmla="*/ 853081 w 7467600"/>
              <a:gd name="connsiteY215" fmla="*/ 3312410 h 6858000"/>
              <a:gd name="connsiteX216" fmla="*/ 805957 w 7467600"/>
              <a:gd name="connsiteY216" fmla="*/ 3330443 h 6858000"/>
              <a:gd name="connsiteX217" fmla="*/ 1318687 w 7467600"/>
              <a:gd name="connsiteY217" fmla="*/ 3113840 h 6858000"/>
              <a:gd name="connsiteX218" fmla="*/ 5453702 w 7467600"/>
              <a:gd name="connsiteY218" fmla="*/ 3090882 h 6858000"/>
              <a:gd name="connsiteX219" fmla="*/ 5480135 w 7467600"/>
              <a:gd name="connsiteY219" fmla="*/ 3565802 h 6858000"/>
              <a:gd name="connsiteX220" fmla="*/ 5499023 w 7467600"/>
              <a:gd name="connsiteY220" fmla="*/ 4166310 h 6858000"/>
              <a:gd name="connsiteX221" fmla="*/ 5547022 w 7467600"/>
              <a:gd name="connsiteY221" fmla="*/ 3607838 h 6858000"/>
              <a:gd name="connsiteX222" fmla="*/ 5515964 w 7467600"/>
              <a:gd name="connsiteY222" fmla="*/ 3378541 h 6858000"/>
              <a:gd name="connsiteX223" fmla="*/ 5453702 w 7467600"/>
              <a:gd name="connsiteY223" fmla="*/ 3090882 h 6858000"/>
              <a:gd name="connsiteX224" fmla="*/ 1238695 w 7467600"/>
              <a:gd name="connsiteY224" fmla="*/ 3076820 h 6858000"/>
              <a:gd name="connsiteX225" fmla="*/ 716371 w 7467600"/>
              <a:gd name="connsiteY225" fmla="*/ 3293249 h 6858000"/>
              <a:gd name="connsiteX226" fmla="*/ 579522 w 7467600"/>
              <a:gd name="connsiteY226" fmla="*/ 3371759 h 6858000"/>
              <a:gd name="connsiteX227" fmla="*/ 600288 w 7467600"/>
              <a:gd name="connsiteY227" fmla="*/ 3365555 h 6858000"/>
              <a:gd name="connsiteX228" fmla="*/ 840692 w 7467600"/>
              <a:gd name="connsiteY228" fmla="*/ 3284921 h 6858000"/>
              <a:gd name="connsiteX229" fmla="*/ 979248 w 7467600"/>
              <a:gd name="connsiteY229" fmla="*/ 3221003 h 6858000"/>
              <a:gd name="connsiteX230" fmla="*/ 1053282 w 7467600"/>
              <a:gd name="connsiteY230" fmla="*/ 3185247 h 6858000"/>
              <a:gd name="connsiteX231" fmla="*/ 1320603 w 7467600"/>
              <a:gd name="connsiteY231" fmla="*/ 3081281 h 6858000"/>
              <a:gd name="connsiteX232" fmla="*/ 1238695 w 7467600"/>
              <a:gd name="connsiteY232" fmla="*/ 3076820 h 6858000"/>
              <a:gd name="connsiteX233" fmla="*/ 5425627 w 7467600"/>
              <a:gd name="connsiteY233" fmla="*/ 2954192 h 6858000"/>
              <a:gd name="connsiteX234" fmla="*/ 5470770 w 7467600"/>
              <a:gd name="connsiteY234" fmla="*/ 3005435 h 6858000"/>
              <a:gd name="connsiteX235" fmla="*/ 5519779 w 7467600"/>
              <a:gd name="connsiteY235" fmla="*/ 4359223 h 6858000"/>
              <a:gd name="connsiteX236" fmla="*/ 5520293 w 7467600"/>
              <a:gd name="connsiteY236" fmla="*/ 4360602 h 6858000"/>
              <a:gd name="connsiteX237" fmla="*/ 5767221 w 7467600"/>
              <a:gd name="connsiteY237" fmla="*/ 4665564 h 6858000"/>
              <a:gd name="connsiteX238" fmla="*/ 6937169 w 7467600"/>
              <a:gd name="connsiteY238" fmla="*/ 4815941 h 6858000"/>
              <a:gd name="connsiteX239" fmla="*/ 6953922 w 7467600"/>
              <a:gd name="connsiteY239" fmla="*/ 4890068 h 6858000"/>
              <a:gd name="connsiteX240" fmla="*/ 6071359 w 7467600"/>
              <a:gd name="connsiteY240" fmla="*/ 4770770 h 6858000"/>
              <a:gd name="connsiteX241" fmla="*/ 6038839 w 7467600"/>
              <a:gd name="connsiteY241" fmla="*/ 4764474 h 6858000"/>
              <a:gd name="connsiteX242" fmla="*/ 6038706 w 7467600"/>
              <a:gd name="connsiteY242" fmla="*/ 4763847 h 6858000"/>
              <a:gd name="connsiteX243" fmla="*/ 6037784 w 7467600"/>
              <a:gd name="connsiteY243" fmla="*/ 4764270 h 6858000"/>
              <a:gd name="connsiteX244" fmla="*/ 6038839 w 7467600"/>
              <a:gd name="connsiteY244" fmla="*/ 4764474 h 6858000"/>
              <a:gd name="connsiteX245" fmla="*/ 6040338 w 7467600"/>
              <a:gd name="connsiteY245" fmla="*/ 4771418 h 6858000"/>
              <a:gd name="connsiteX246" fmla="*/ 6024488 w 7467600"/>
              <a:gd name="connsiteY246" fmla="*/ 4809903 h 6858000"/>
              <a:gd name="connsiteX247" fmla="*/ 5599771 w 7467600"/>
              <a:gd name="connsiteY247" fmla="*/ 5509652 h 6858000"/>
              <a:gd name="connsiteX248" fmla="*/ 5548843 w 7467600"/>
              <a:gd name="connsiteY248" fmla="*/ 5563845 h 6858000"/>
              <a:gd name="connsiteX249" fmla="*/ 5940952 w 7467600"/>
              <a:gd name="connsiteY249" fmla="*/ 6250028 h 6858000"/>
              <a:gd name="connsiteX250" fmla="*/ 6043441 w 7467600"/>
              <a:gd name="connsiteY250" fmla="*/ 6665847 h 6858000"/>
              <a:gd name="connsiteX251" fmla="*/ 6093432 w 7467600"/>
              <a:gd name="connsiteY251" fmla="*/ 6858000 h 6858000"/>
              <a:gd name="connsiteX252" fmla="*/ 6034344 w 7467600"/>
              <a:gd name="connsiteY252" fmla="*/ 6858000 h 6858000"/>
              <a:gd name="connsiteX253" fmla="*/ 6026679 w 7467600"/>
              <a:gd name="connsiteY253" fmla="*/ 6836959 h 6858000"/>
              <a:gd name="connsiteX254" fmla="*/ 5800441 w 7467600"/>
              <a:gd name="connsiteY254" fmla="*/ 6335286 h 6858000"/>
              <a:gd name="connsiteX255" fmla="*/ 5526562 w 7467600"/>
              <a:gd name="connsiteY255" fmla="*/ 5705388 h 6858000"/>
              <a:gd name="connsiteX256" fmla="*/ 5519640 w 7467600"/>
              <a:gd name="connsiteY256" fmla="*/ 5683774 h 6858000"/>
              <a:gd name="connsiteX257" fmla="*/ 5844559 w 7467600"/>
              <a:gd name="connsiteY257" fmla="*/ 6553349 h 6858000"/>
              <a:gd name="connsiteX258" fmla="*/ 5975994 w 7467600"/>
              <a:gd name="connsiteY258" fmla="*/ 6858000 h 6858000"/>
              <a:gd name="connsiteX259" fmla="*/ 5898547 w 7467600"/>
              <a:gd name="connsiteY259" fmla="*/ 6858000 h 6858000"/>
              <a:gd name="connsiteX260" fmla="*/ 5682041 w 7467600"/>
              <a:gd name="connsiteY260" fmla="*/ 6355860 h 6858000"/>
              <a:gd name="connsiteX261" fmla="*/ 5461758 w 7467600"/>
              <a:gd name="connsiteY261" fmla="*/ 5820220 h 6858000"/>
              <a:gd name="connsiteX262" fmla="*/ 5237282 w 7467600"/>
              <a:gd name="connsiteY262" fmla="*/ 6579086 h 6858000"/>
              <a:gd name="connsiteX263" fmla="*/ 5115009 w 7467600"/>
              <a:gd name="connsiteY263" fmla="*/ 6858000 h 6858000"/>
              <a:gd name="connsiteX264" fmla="*/ 5028074 w 7467600"/>
              <a:gd name="connsiteY264" fmla="*/ 6858000 h 6858000"/>
              <a:gd name="connsiteX265" fmla="*/ 5079508 w 7467600"/>
              <a:gd name="connsiteY265" fmla="*/ 6749074 h 6858000"/>
              <a:gd name="connsiteX266" fmla="*/ 5371846 w 7467600"/>
              <a:gd name="connsiteY266" fmla="*/ 5924413 h 6858000"/>
              <a:gd name="connsiteX267" fmla="*/ 5270512 w 7467600"/>
              <a:gd name="connsiteY267" fmla="*/ 6138975 h 6858000"/>
              <a:gd name="connsiteX268" fmla="*/ 5062409 w 7467600"/>
              <a:gd name="connsiteY268" fmla="*/ 6653544 h 6858000"/>
              <a:gd name="connsiteX269" fmla="*/ 5036628 w 7467600"/>
              <a:gd name="connsiteY269" fmla="*/ 6754247 h 6858000"/>
              <a:gd name="connsiteX270" fmla="*/ 5009112 w 7467600"/>
              <a:gd name="connsiteY270" fmla="*/ 6858000 h 6858000"/>
              <a:gd name="connsiteX271" fmla="*/ 4976679 w 7467600"/>
              <a:gd name="connsiteY271" fmla="*/ 6858000 h 6858000"/>
              <a:gd name="connsiteX272" fmla="*/ 5006537 w 7467600"/>
              <a:gd name="connsiteY272" fmla="*/ 6747068 h 6858000"/>
              <a:gd name="connsiteX273" fmla="*/ 5032723 w 7467600"/>
              <a:gd name="connsiteY273" fmla="*/ 6644957 h 6858000"/>
              <a:gd name="connsiteX274" fmla="*/ 5242949 w 7467600"/>
              <a:gd name="connsiteY274" fmla="*/ 6125175 h 6858000"/>
              <a:gd name="connsiteX275" fmla="*/ 5286321 w 7467600"/>
              <a:gd name="connsiteY275" fmla="*/ 6033555 h 6858000"/>
              <a:gd name="connsiteX276" fmla="*/ 5008210 w 7467600"/>
              <a:gd name="connsiteY276" fmla="*/ 6649194 h 6858000"/>
              <a:gd name="connsiteX277" fmla="*/ 4986321 w 7467600"/>
              <a:gd name="connsiteY277" fmla="*/ 6765687 h 6858000"/>
              <a:gd name="connsiteX278" fmla="*/ 4973474 w 7467600"/>
              <a:gd name="connsiteY278" fmla="*/ 6858000 h 6858000"/>
              <a:gd name="connsiteX279" fmla="*/ 4907178 w 7467600"/>
              <a:gd name="connsiteY279" fmla="*/ 6858000 h 6858000"/>
              <a:gd name="connsiteX280" fmla="*/ 4910810 w 7467600"/>
              <a:gd name="connsiteY280" fmla="*/ 6829660 h 6858000"/>
              <a:gd name="connsiteX281" fmla="*/ 4987461 w 7467600"/>
              <a:gd name="connsiteY281" fmla="*/ 6432994 h 6858000"/>
              <a:gd name="connsiteX282" fmla="*/ 5179262 w 7467600"/>
              <a:gd name="connsiteY282" fmla="*/ 6035044 h 6858000"/>
              <a:gd name="connsiteX283" fmla="*/ 4689678 w 7467600"/>
              <a:gd name="connsiteY283" fmla="*/ 6440241 h 6858000"/>
              <a:gd name="connsiteX284" fmla="*/ 4477543 w 7467600"/>
              <a:gd name="connsiteY284" fmla="*/ 6674836 h 6858000"/>
              <a:gd name="connsiteX285" fmla="*/ 4329957 w 7467600"/>
              <a:gd name="connsiteY285" fmla="*/ 6858000 h 6858000"/>
              <a:gd name="connsiteX286" fmla="*/ 4218595 w 7467600"/>
              <a:gd name="connsiteY286" fmla="*/ 6858000 h 6858000"/>
              <a:gd name="connsiteX287" fmla="*/ 4368888 w 7467600"/>
              <a:gd name="connsiteY287" fmla="*/ 6668412 h 6858000"/>
              <a:gd name="connsiteX288" fmla="*/ 4563091 w 7467600"/>
              <a:gd name="connsiteY288" fmla="*/ 6442508 h 6858000"/>
              <a:gd name="connsiteX289" fmla="*/ 5387324 w 7467600"/>
              <a:gd name="connsiteY289" fmla="*/ 5705830 h 6858000"/>
              <a:gd name="connsiteX290" fmla="*/ 5073620 w 7467600"/>
              <a:gd name="connsiteY290" fmla="*/ 5955437 h 6858000"/>
              <a:gd name="connsiteX291" fmla="*/ 4689789 w 7467600"/>
              <a:gd name="connsiteY291" fmla="*/ 6268382 h 6858000"/>
              <a:gd name="connsiteX292" fmla="*/ 4418722 w 7467600"/>
              <a:gd name="connsiteY292" fmla="*/ 6570886 h 6858000"/>
              <a:gd name="connsiteX293" fmla="*/ 4214944 w 7467600"/>
              <a:gd name="connsiteY293" fmla="*/ 6858000 h 6858000"/>
              <a:gd name="connsiteX294" fmla="*/ 4177898 w 7467600"/>
              <a:gd name="connsiteY294" fmla="*/ 6858000 h 6858000"/>
              <a:gd name="connsiteX295" fmla="*/ 4391597 w 7467600"/>
              <a:gd name="connsiteY295" fmla="*/ 6556370 h 6858000"/>
              <a:gd name="connsiteX296" fmla="*/ 4668889 w 7467600"/>
              <a:gd name="connsiteY296" fmla="*/ 6246399 h 6858000"/>
              <a:gd name="connsiteX297" fmla="*/ 5055427 w 7467600"/>
              <a:gd name="connsiteY297" fmla="*/ 5931476 h 6858000"/>
              <a:gd name="connsiteX298" fmla="*/ 5371814 w 7467600"/>
              <a:gd name="connsiteY298" fmla="*/ 5678975 h 6858000"/>
              <a:gd name="connsiteX299" fmla="*/ 4987918 w 7467600"/>
              <a:gd name="connsiteY299" fmla="*/ 5838701 h 6858000"/>
              <a:gd name="connsiteX300" fmla="*/ 4317146 w 7467600"/>
              <a:gd name="connsiteY300" fmla="*/ 6587716 h 6858000"/>
              <a:gd name="connsiteX301" fmla="*/ 4171627 w 7467600"/>
              <a:gd name="connsiteY301" fmla="*/ 6858000 h 6858000"/>
              <a:gd name="connsiteX302" fmla="*/ 4081585 w 7467600"/>
              <a:gd name="connsiteY302" fmla="*/ 6858000 h 6858000"/>
              <a:gd name="connsiteX303" fmla="*/ 4238603 w 7467600"/>
              <a:gd name="connsiteY303" fmla="*/ 6559341 h 6858000"/>
              <a:gd name="connsiteX304" fmla="*/ 4778333 w 7467600"/>
              <a:gd name="connsiteY304" fmla="*/ 5873626 h 6858000"/>
              <a:gd name="connsiteX305" fmla="*/ 5414185 w 7467600"/>
              <a:gd name="connsiteY305" fmla="*/ 5573882 h 6858000"/>
              <a:gd name="connsiteX306" fmla="*/ 5959648 w 7467600"/>
              <a:gd name="connsiteY306" fmla="*/ 4760797 h 6858000"/>
              <a:gd name="connsiteX307" fmla="*/ 5355019 w 7467600"/>
              <a:gd name="connsiteY307" fmla="*/ 4734672 h 6858000"/>
              <a:gd name="connsiteX308" fmla="*/ 5083565 w 7467600"/>
              <a:gd name="connsiteY308" fmla="*/ 5179121 h 6858000"/>
              <a:gd name="connsiteX309" fmla="*/ 4713577 w 7467600"/>
              <a:gd name="connsiteY309" fmla="*/ 5616803 h 6858000"/>
              <a:gd name="connsiteX310" fmla="*/ 3989559 w 7467600"/>
              <a:gd name="connsiteY310" fmla="*/ 6145945 h 6858000"/>
              <a:gd name="connsiteX311" fmla="*/ 3939824 w 7467600"/>
              <a:gd name="connsiteY311" fmla="*/ 6066900 h 6858000"/>
              <a:gd name="connsiteX312" fmla="*/ 4584537 w 7467600"/>
              <a:gd name="connsiteY312" fmla="*/ 5324826 h 6858000"/>
              <a:gd name="connsiteX313" fmla="*/ 5037105 w 7467600"/>
              <a:gd name="connsiteY313" fmla="*/ 5088765 h 6858000"/>
              <a:gd name="connsiteX314" fmla="*/ 5039930 w 7467600"/>
              <a:gd name="connsiteY314" fmla="*/ 5089585 h 6858000"/>
              <a:gd name="connsiteX315" fmla="*/ 5263764 w 7467600"/>
              <a:gd name="connsiteY315" fmla="*/ 4735525 h 6858000"/>
              <a:gd name="connsiteX316" fmla="*/ 4086300 w 7467600"/>
              <a:gd name="connsiteY316" fmla="*/ 4884599 h 6858000"/>
              <a:gd name="connsiteX317" fmla="*/ 4085485 w 7467600"/>
              <a:gd name="connsiteY317" fmla="*/ 4899070 h 6858000"/>
              <a:gd name="connsiteX318" fmla="*/ 3871915 w 7467600"/>
              <a:gd name="connsiteY318" fmla="*/ 5253645 h 6858000"/>
              <a:gd name="connsiteX319" fmla="*/ 3799374 w 7467600"/>
              <a:gd name="connsiteY319" fmla="*/ 5466127 h 6858000"/>
              <a:gd name="connsiteX320" fmla="*/ 3498850 w 7467600"/>
              <a:gd name="connsiteY320" fmla="*/ 6661888 h 6858000"/>
              <a:gd name="connsiteX321" fmla="*/ 3399216 w 7467600"/>
              <a:gd name="connsiteY321" fmla="*/ 6858000 h 6858000"/>
              <a:gd name="connsiteX322" fmla="*/ 3303688 w 7467600"/>
              <a:gd name="connsiteY322" fmla="*/ 6858000 h 6858000"/>
              <a:gd name="connsiteX323" fmla="*/ 3391774 w 7467600"/>
              <a:gd name="connsiteY323" fmla="*/ 6697181 h 6858000"/>
              <a:gd name="connsiteX324" fmla="*/ 3735540 w 7467600"/>
              <a:gd name="connsiteY324" fmla="*/ 5546923 h 6858000"/>
              <a:gd name="connsiteX325" fmla="*/ 3729438 w 7467600"/>
              <a:gd name="connsiteY325" fmla="*/ 5569058 h 6858000"/>
              <a:gd name="connsiteX326" fmla="*/ 3707782 w 7467600"/>
              <a:gd name="connsiteY326" fmla="*/ 5644908 h 6858000"/>
              <a:gd name="connsiteX327" fmla="*/ 3583827 w 7467600"/>
              <a:gd name="connsiteY327" fmla="*/ 6039215 h 6858000"/>
              <a:gd name="connsiteX328" fmla="*/ 3547861 w 7467600"/>
              <a:gd name="connsiteY328" fmla="*/ 6129609 h 6858000"/>
              <a:gd name="connsiteX329" fmla="*/ 3490905 w 7467600"/>
              <a:gd name="connsiteY329" fmla="*/ 6277660 h 6858000"/>
              <a:gd name="connsiteX330" fmla="*/ 3455859 w 7467600"/>
              <a:gd name="connsiteY330" fmla="*/ 6391301 h 6858000"/>
              <a:gd name="connsiteX331" fmla="*/ 3429112 w 7467600"/>
              <a:gd name="connsiteY331" fmla="*/ 6479469 h 6858000"/>
              <a:gd name="connsiteX332" fmla="*/ 3304862 w 7467600"/>
              <a:gd name="connsiteY332" fmla="*/ 6796476 h 6858000"/>
              <a:gd name="connsiteX333" fmla="*/ 3276071 w 7467600"/>
              <a:gd name="connsiteY333" fmla="*/ 6858000 h 6858000"/>
              <a:gd name="connsiteX334" fmla="*/ 3240805 w 7467600"/>
              <a:gd name="connsiteY334" fmla="*/ 6858000 h 6858000"/>
              <a:gd name="connsiteX335" fmla="*/ 3275917 w 7467600"/>
              <a:gd name="connsiteY335" fmla="*/ 6783192 h 6858000"/>
              <a:gd name="connsiteX336" fmla="*/ 3399358 w 7467600"/>
              <a:gd name="connsiteY336" fmla="*/ 6469011 h 6858000"/>
              <a:gd name="connsiteX337" fmla="*/ 3425650 w 7467600"/>
              <a:gd name="connsiteY337" fmla="*/ 6381333 h 6858000"/>
              <a:gd name="connsiteX338" fmla="*/ 3460661 w 7467600"/>
              <a:gd name="connsiteY338" fmla="*/ 6266763 h 6858000"/>
              <a:gd name="connsiteX339" fmla="*/ 3518021 w 7467600"/>
              <a:gd name="connsiteY339" fmla="*/ 6117298 h 6858000"/>
              <a:gd name="connsiteX340" fmla="*/ 3554035 w 7467600"/>
              <a:gd name="connsiteY340" fmla="*/ 6027832 h 6858000"/>
              <a:gd name="connsiteX341" fmla="*/ 3677174 w 7467600"/>
              <a:gd name="connsiteY341" fmla="*/ 5636351 h 6858000"/>
              <a:gd name="connsiteX342" fmla="*/ 3698819 w 7467600"/>
              <a:gd name="connsiteY342" fmla="*/ 5560503 h 6858000"/>
              <a:gd name="connsiteX343" fmla="*/ 3702094 w 7467600"/>
              <a:gd name="connsiteY343" fmla="*/ 5549194 h 6858000"/>
              <a:gd name="connsiteX344" fmla="*/ 3398355 w 7467600"/>
              <a:gd name="connsiteY344" fmla="*/ 6094603 h 6858000"/>
              <a:gd name="connsiteX345" fmla="*/ 3193941 w 7467600"/>
              <a:gd name="connsiteY345" fmla="*/ 6798775 h 6858000"/>
              <a:gd name="connsiteX346" fmla="*/ 3184140 w 7467600"/>
              <a:gd name="connsiteY346" fmla="*/ 6858000 h 6858000"/>
              <a:gd name="connsiteX347" fmla="*/ 3099978 w 7467600"/>
              <a:gd name="connsiteY347" fmla="*/ 6858000 h 6858000"/>
              <a:gd name="connsiteX348" fmla="*/ 3101556 w 7467600"/>
              <a:gd name="connsiteY348" fmla="*/ 6843337 h 6858000"/>
              <a:gd name="connsiteX349" fmla="*/ 3370162 w 7467600"/>
              <a:gd name="connsiteY349" fmla="*/ 5785550 h 6858000"/>
              <a:gd name="connsiteX350" fmla="*/ 3746477 w 7467600"/>
              <a:gd name="connsiteY350" fmla="*/ 5377889 h 6858000"/>
              <a:gd name="connsiteX351" fmla="*/ 3863399 w 7467600"/>
              <a:gd name="connsiteY351" fmla="*/ 5087257 h 6858000"/>
              <a:gd name="connsiteX352" fmla="*/ 3968712 w 7467600"/>
              <a:gd name="connsiteY352" fmla="*/ 4913989 h 6858000"/>
              <a:gd name="connsiteX353" fmla="*/ 2792390 w 7467600"/>
              <a:gd name="connsiteY353" fmla="*/ 5382974 h 6858000"/>
              <a:gd name="connsiteX354" fmla="*/ 2714982 w 7467600"/>
              <a:gd name="connsiteY354" fmla="*/ 5427051 h 6858000"/>
              <a:gd name="connsiteX355" fmla="*/ 2813361 w 7467600"/>
              <a:gd name="connsiteY355" fmla="*/ 6023912 h 6858000"/>
              <a:gd name="connsiteX356" fmla="*/ 2688430 w 7467600"/>
              <a:gd name="connsiteY356" fmla="*/ 6801564 h 6858000"/>
              <a:gd name="connsiteX357" fmla="*/ 2629626 w 7467600"/>
              <a:gd name="connsiteY357" fmla="*/ 6763394 h 6858000"/>
              <a:gd name="connsiteX358" fmla="*/ 2565328 w 7467600"/>
              <a:gd name="connsiteY358" fmla="*/ 5516399 h 6858000"/>
              <a:gd name="connsiteX359" fmla="*/ 1922999 w 7467600"/>
              <a:gd name="connsiteY359" fmla="*/ 5980343 h 6858000"/>
              <a:gd name="connsiteX360" fmla="*/ 1950261 w 7467600"/>
              <a:gd name="connsiteY360" fmla="*/ 6405858 h 6858000"/>
              <a:gd name="connsiteX361" fmla="*/ 2365554 w 7467600"/>
              <a:gd name="connsiteY361" fmla="*/ 6759107 h 6858000"/>
              <a:gd name="connsiteX362" fmla="*/ 2424142 w 7467600"/>
              <a:gd name="connsiteY362" fmla="*/ 6858000 h 6858000"/>
              <a:gd name="connsiteX363" fmla="*/ 2395994 w 7467600"/>
              <a:gd name="connsiteY363" fmla="*/ 6858000 h 6858000"/>
              <a:gd name="connsiteX364" fmla="*/ 2392863 w 7467600"/>
              <a:gd name="connsiteY364" fmla="*/ 6852964 h 6858000"/>
              <a:gd name="connsiteX365" fmla="*/ 2017589 w 7467600"/>
              <a:gd name="connsiteY365" fmla="*/ 6493982 h 6858000"/>
              <a:gd name="connsiteX366" fmla="*/ 2147336 w 7467600"/>
              <a:gd name="connsiteY366" fmla="*/ 6594052 h 6858000"/>
              <a:gd name="connsiteX367" fmla="*/ 2207047 w 7467600"/>
              <a:gd name="connsiteY367" fmla="*/ 6654540 h 6858000"/>
              <a:gd name="connsiteX368" fmla="*/ 2299106 w 7467600"/>
              <a:gd name="connsiteY368" fmla="*/ 6778931 h 6858000"/>
              <a:gd name="connsiteX369" fmla="*/ 2314430 w 7467600"/>
              <a:gd name="connsiteY369" fmla="*/ 6801144 h 6858000"/>
              <a:gd name="connsiteX370" fmla="*/ 2352406 w 7467600"/>
              <a:gd name="connsiteY370" fmla="*/ 6858000 h 6858000"/>
              <a:gd name="connsiteX371" fmla="*/ 2314492 w 7467600"/>
              <a:gd name="connsiteY371" fmla="*/ 6858000 h 6858000"/>
              <a:gd name="connsiteX372" fmla="*/ 2288095 w 7467600"/>
              <a:gd name="connsiteY372" fmla="*/ 6818030 h 6858000"/>
              <a:gd name="connsiteX373" fmla="*/ 2272768 w 7467600"/>
              <a:gd name="connsiteY373" fmla="*/ 6795822 h 6858000"/>
              <a:gd name="connsiteX374" fmla="*/ 2182715 w 7467600"/>
              <a:gd name="connsiteY374" fmla="*/ 6675071 h 6858000"/>
              <a:gd name="connsiteX375" fmla="*/ 2032061 w 7467600"/>
              <a:gd name="connsiteY375" fmla="*/ 6541380 h 6858000"/>
              <a:gd name="connsiteX376" fmla="*/ 2257220 w 7467600"/>
              <a:gd name="connsiteY376" fmla="*/ 6826257 h 6858000"/>
              <a:gd name="connsiteX377" fmla="*/ 2281324 w 7467600"/>
              <a:gd name="connsiteY377" fmla="*/ 6858000 h 6858000"/>
              <a:gd name="connsiteX378" fmla="*/ 2242860 w 7467600"/>
              <a:gd name="connsiteY378" fmla="*/ 6858000 h 6858000"/>
              <a:gd name="connsiteX379" fmla="*/ 2232818 w 7467600"/>
              <a:gd name="connsiteY379" fmla="*/ 6844926 h 6858000"/>
              <a:gd name="connsiteX380" fmla="*/ 1990172 w 7467600"/>
              <a:gd name="connsiteY380" fmla="*/ 6542121 h 6858000"/>
              <a:gd name="connsiteX381" fmla="*/ 2124090 w 7467600"/>
              <a:gd name="connsiteY381" fmla="*/ 6761017 h 6858000"/>
              <a:gd name="connsiteX382" fmla="*/ 2200380 w 7467600"/>
              <a:gd name="connsiteY382" fmla="*/ 6858000 h 6858000"/>
              <a:gd name="connsiteX383" fmla="*/ 2147507 w 7467600"/>
              <a:gd name="connsiteY383" fmla="*/ 6858000 h 6858000"/>
              <a:gd name="connsiteX384" fmla="*/ 2070668 w 7467600"/>
              <a:gd name="connsiteY384" fmla="*/ 6761520 h 6858000"/>
              <a:gd name="connsiteX385" fmla="*/ 1975142 w 7467600"/>
              <a:gd name="connsiteY385" fmla="*/ 6585570 h 6858000"/>
              <a:gd name="connsiteX386" fmla="*/ 2050035 w 7467600"/>
              <a:gd name="connsiteY386" fmla="*/ 6813345 h 6858000"/>
              <a:gd name="connsiteX387" fmla="*/ 2063025 w 7467600"/>
              <a:gd name="connsiteY387" fmla="*/ 6858000 h 6858000"/>
              <a:gd name="connsiteX388" fmla="*/ 2021675 w 7467600"/>
              <a:gd name="connsiteY388" fmla="*/ 6858000 h 6858000"/>
              <a:gd name="connsiteX389" fmla="*/ 2019308 w 7467600"/>
              <a:gd name="connsiteY389" fmla="*/ 6847118 h 6858000"/>
              <a:gd name="connsiteX390" fmla="*/ 1938835 w 7467600"/>
              <a:gd name="connsiteY390" fmla="*/ 6551160 h 6858000"/>
              <a:gd name="connsiteX391" fmla="*/ 1953230 w 7467600"/>
              <a:gd name="connsiteY391" fmla="*/ 6759699 h 6858000"/>
              <a:gd name="connsiteX392" fmla="*/ 1956763 w 7467600"/>
              <a:gd name="connsiteY392" fmla="*/ 6778191 h 6858000"/>
              <a:gd name="connsiteX393" fmla="*/ 1967925 w 7467600"/>
              <a:gd name="connsiteY393" fmla="*/ 6858000 h 6858000"/>
              <a:gd name="connsiteX394" fmla="*/ 1936622 w 7467600"/>
              <a:gd name="connsiteY394" fmla="*/ 6858000 h 6858000"/>
              <a:gd name="connsiteX395" fmla="*/ 1926261 w 7467600"/>
              <a:gd name="connsiteY395" fmla="*/ 6784064 h 6858000"/>
              <a:gd name="connsiteX396" fmla="*/ 1922724 w 7467600"/>
              <a:gd name="connsiteY396" fmla="*/ 6765577 h 6858000"/>
              <a:gd name="connsiteX397" fmla="*/ 1904650 w 7467600"/>
              <a:gd name="connsiteY397" fmla="*/ 6639616 h 6858000"/>
              <a:gd name="connsiteX398" fmla="*/ 1885273 w 7467600"/>
              <a:gd name="connsiteY398" fmla="*/ 6858000 h 6858000"/>
              <a:gd name="connsiteX399" fmla="*/ 1854363 w 7467600"/>
              <a:gd name="connsiteY399" fmla="*/ 6858000 h 6858000"/>
              <a:gd name="connsiteX400" fmla="*/ 1880391 w 7467600"/>
              <a:gd name="connsiteY400" fmla="*/ 6603796 h 6858000"/>
              <a:gd name="connsiteX401" fmla="*/ 1818273 w 7467600"/>
              <a:gd name="connsiteY401" fmla="*/ 6715729 h 6858000"/>
              <a:gd name="connsiteX402" fmla="*/ 1794691 w 7467600"/>
              <a:gd name="connsiteY402" fmla="*/ 6843239 h 6858000"/>
              <a:gd name="connsiteX403" fmla="*/ 1794914 w 7467600"/>
              <a:gd name="connsiteY403" fmla="*/ 6858000 h 6858000"/>
              <a:gd name="connsiteX404" fmla="*/ 1746128 w 7467600"/>
              <a:gd name="connsiteY404" fmla="*/ 6858000 h 6858000"/>
              <a:gd name="connsiteX405" fmla="*/ 1753934 w 7467600"/>
              <a:gd name="connsiteY405" fmla="*/ 6724796 h 6858000"/>
              <a:gd name="connsiteX406" fmla="*/ 1792053 w 7467600"/>
              <a:gd name="connsiteY406" fmla="*/ 6572396 h 6858000"/>
              <a:gd name="connsiteX407" fmla="*/ 1862248 w 7467600"/>
              <a:gd name="connsiteY407" fmla="*/ 6266397 h 6858000"/>
              <a:gd name="connsiteX408" fmla="*/ 1862250 w 7467600"/>
              <a:gd name="connsiteY408" fmla="*/ 6033531 h 6858000"/>
              <a:gd name="connsiteX409" fmla="*/ 1211999 w 7467600"/>
              <a:gd name="connsiteY409" fmla="*/ 6683610 h 6858000"/>
              <a:gd name="connsiteX410" fmla="*/ 1213266 w 7467600"/>
              <a:gd name="connsiteY410" fmla="*/ 6691947 h 6858000"/>
              <a:gd name="connsiteX411" fmla="*/ 1203370 w 7467600"/>
              <a:gd name="connsiteY411" fmla="*/ 6850676 h 6858000"/>
              <a:gd name="connsiteX412" fmla="*/ 1203671 w 7467600"/>
              <a:gd name="connsiteY412" fmla="*/ 6858000 h 6858000"/>
              <a:gd name="connsiteX413" fmla="*/ 1143180 w 7467600"/>
              <a:gd name="connsiteY413" fmla="*/ 6858000 h 6858000"/>
              <a:gd name="connsiteX414" fmla="*/ 1142176 w 7467600"/>
              <a:gd name="connsiteY414" fmla="*/ 6766045 h 6858000"/>
              <a:gd name="connsiteX415" fmla="*/ 1067484 w 7467600"/>
              <a:gd name="connsiteY415" fmla="*/ 6858000 h 6858000"/>
              <a:gd name="connsiteX416" fmla="*/ 953928 w 7467600"/>
              <a:gd name="connsiteY416" fmla="*/ 6858000 h 6858000"/>
              <a:gd name="connsiteX417" fmla="*/ 959715 w 7467600"/>
              <a:gd name="connsiteY417" fmla="*/ 6850185 h 6858000"/>
              <a:gd name="connsiteX418" fmla="*/ 1483788 w 7467600"/>
              <a:gd name="connsiteY418" fmla="*/ 6259174 h 6858000"/>
              <a:gd name="connsiteX419" fmla="*/ 1100671 w 7467600"/>
              <a:gd name="connsiteY419" fmla="*/ 6252137 h 6858000"/>
              <a:gd name="connsiteX420" fmla="*/ 1090144 w 7467600"/>
              <a:gd name="connsiteY420" fmla="*/ 6256748 h 6858000"/>
              <a:gd name="connsiteX421" fmla="*/ 1095872 w 7467600"/>
              <a:gd name="connsiteY421" fmla="*/ 6271892 h 6858000"/>
              <a:gd name="connsiteX422" fmla="*/ 262785 w 7467600"/>
              <a:gd name="connsiteY422" fmla="*/ 6845450 h 6858000"/>
              <a:gd name="connsiteX423" fmla="*/ 209968 w 7467600"/>
              <a:gd name="connsiteY423" fmla="*/ 6770713 h 6858000"/>
              <a:gd name="connsiteX424" fmla="*/ 873460 w 7467600"/>
              <a:gd name="connsiteY424" fmla="*/ 6253768 h 6858000"/>
              <a:gd name="connsiteX425" fmla="*/ 192686 w 7467600"/>
              <a:gd name="connsiteY425" fmla="*/ 5849257 h 6858000"/>
              <a:gd name="connsiteX426" fmla="*/ 4696 w 7467600"/>
              <a:gd name="connsiteY426" fmla="*/ 5697668 h 6858000"/>
              <a:gd name="connsiteX427" fmla="*/ 0 w 7467600"/>
              <a:gd name="connsiteY427" fmla="*/ 5689984 h 6858000"/>
              <a:gd name="connsiteX428" fmla="*/ 0 w 7467600"/>
              <a:gd name="connsiteY428" fmla="*/ 5513472 h 6858000"/>
              <a:gd name="connsiteX429" fmla="*/ 174101 w 7467600"/>
              <a:gd name="connsiteY429" fmla="*/ 5620277 h 6858000"/>
              <a:gd name="connsiteX430" fmla="*/ 891800 w 7467600"/>
              <a:gd name="connsiteY430" fmla="*/ 6036935 h 6858000"/>
              <a:gd name="connsiteX431" fmla="*/ 1072219 w 7467600"/>
              <a:gd name="connsiteY431" fmla="*/ 6169443 h 6858000"/>
              <a:gd name="connsiteX432" fmla="*/ 1074117 w 7467600"/>
              <a:gd name="connsiteY432" fmla="*/ 6170301 h 6858000"/>
              <a:gd name="connsiteX433" fmla="*/ 1083114 w 7467600"/>
              <a:gd name="connsiteY433" fmla="*/ 6174131 h 6858000"/>
              <a:gd name="connsiteX434" fmla="*/ 1543010 w 7467600"/>
              <a:gd name="connsiteY434" fmla="*/ 6191140 h 6858000"/>
              <a:gd name="connsiteX435" fmla="*/ 1551080 w 7467600"/>
              <a:gd name="connsiteY435" fmla="*/ 6195006 h 6858000"/>
              <a:gd name="connsiteX436" fmla="*/ 2345443 w 7467600"/>
              <a:gd name="connsiteY436" fmla="*/ 5549882 h 6858000"/>
              <a:gd name="connsiteX437" fmla="*/ 1721499 w 7467600"/>
              <a:gd name="connsiteY437" fmla="*/ 5599969 h 6858000"/>
              <a:gd name="connsiteX438" fmla="*/ 767716 w 7467600"/>
              <a:gd name="connsiteY438" fmla="*/ 5472768 h 6858000"/>
              <a:gd name="connsiteX439" fmla="*/ 722147 w 7467600"/>
              <a:gd name="connsiteY439" fmla="*/ 5393091 h 6858000"/>
              <a:gd name="connsiteX440" fmla="*/ 1485552 w 7467600"/>
              <a:gd name="connsiteY440" fmla="*/ 5313202 h 6858000"/>
              <a:gd name="connsiteX441" fmla="*/ 2143004 w 7467600"/>
              <a:gd name="connsiteY441" fmla="*/ 5402420 h 6858000"/>
              <a:gd name="connsiteX442" fmla="*/ 1933391 w 7467600"/>
              <a:gd name="connsiteY442" fmla="*/ 5156971 h 6858000"/>
              <a:gd name="connsiteX443" fmla="*/ 1827118 w 7467600"/>
              <a:gd name="connsiteY443" fmla="*/ 4968410 h 6858000"/>
              <a:gd name="connsiteX444" fmla="*/ 1837349 w 7467600"/>
              <a:gd name="connsiteY444" fmla="*/ 4956357 h 6858000"/>
              <a:gd name="connsiteX445" fmla="*/ 2162835 w 7467600"/>
              <a:gd name="connsiteY445" fmla="*/ 5187853 h 6858000"/>
              <a:gd name="connsiteX446" fmla="*/ 2257167 w 7467600"/>
              <a:gd name="connsiteY446" fmla="*/ 5462123 h 6858000"/>
              <a:gd name="connsiteX447" fmla="*/ 2261598 w 7467600"/>
              <a:gd name="connsiteY447" fmla="*/ 5467998 h 6858000"/>
              <a:gd name="connsiteX448" fmla="*/ 2437177 w 7467600"/>
              <a:gd name="connsiteY448" fmla="*/ 5479608 h 6858000"/>
              <a:gd name="connsiteX449" fmla="*/ 2445247 w 7467600"/>
              <a:gd name="connsiteY449" fmla="*/ 5483476 h 6858000"/>
              <a:gd name="connsiteX450" fmla="*/ 2743626 w 7467600"/>
              <a:gd name="connsiteY450" fmla="*/ 5304819 h 6858000"/>
              <a:gd name="connsiteX451" fmla="*/ 3048102 w 7467600"/>
              <a:gd name="connsiteY451" fmla="*/ 5150595 h 6858000"/>
              <a:gd name="connsiteX452" fmla="*/ 1799414 w 7467600"/>
              <a:gd name="connsiteY452" fmla="*/ 4694732 h 6858000"/>
              <a:gd name="connsiteX453" fmla="*/ 1771735 w 7467600"/>
              <a:gd name="connsiteY453" fmla="*/ 4619929 h 6858000"/>
              <a:gd name="connsiteX454" fmla="*/ 3104273 w 7467600"/>
              <a:gd name="connsiteY454" fmla="*/ 5076159 h 6858000"/>
              <a:gd name="connsiteX455" fmla="*/ 3113245 w 7467600"/>
              <a:gd name="connsiteY455" fmla="*/ 5090705 h 6858000"/>
              <a:gd name="connsiteX456" fmla="*/ 3126294 w 7467600"/>
              <a:gd name="connsiteY456" fmla="*/ 5114400 h 6858000"/>
              <a:gd name="connsiteX457" fmla="*/ 3937433 w 7467600"/>
              <a:gd name="connsiteY457" fmla="*/ 4830473 h 6858000"/>
              <a:gd name="connsiteX458" fmla="*/ 3590475 w 7467600"/>
              <a:gd name="connsiteY458" fmla="*/ 4597974 h 6858000"/>
              <a:gd name="connsiteX459" fmla="*/ 3100264 w 7467600"/>
              <a:gd name="connsiteY459" fmla="*/ 4579845 h 6858000"/>
              <a:gd name="connsiteX460" fmla="*/ 2183576 w 7467600"/>
              <a:gd name="connsiteY460" fmla="*/ 4227150 h 6858000"/>
              <a:gd name="connsiteX461" fmla="*/ 2151029 w 7467600"/>
              <a:gd name="connsiteY461" fmla="*/ 4146947 h 6858000"/>
              <a:gd name="connsiteX462" fmla="*/ 3563434 w 7467600"/>
              <a:gd name="connsiteY462" fmla="*/ 4469115 h 6858000"/>
              <a:gd name="connsiteX463" fmla="*/ 3177952 w 7467600"/>
              <a:gd name="connsiteY463" fmla="*/ 3657386 h 6858000"/>
              <a:gd name="connsiteX464" fmla="*/ 3189263 w 7467600"/>
              <a:gd name="connsiteY464" fmla="*/ 3625726 h 6858000"/>
              <a:gd name="connsiteX465" fmla="*/ 3560912 w 7467600"/>
              <a:gd name="connsiteY465" fmla="*/ 4079863 h 6858000"/>
              <a:gd name="connsiteX466" fmla="*/ 3626636 w 7467600"/>
              <a:gd name="connsiteY466" fmla="*/ 4512230 h 6858000"/>
              <a:gd name="connsiteX467" fmla="*/ 3653088 w 7467600"/>
              <a:gd name="connsiteY467" fmla="*/ 4521417 h 6858000"/>
              <a:gd name="connsiteX468" fmla="*/ 3988128 w 7467600"/>
              <a:gd name="connsiteY468" fmla="*/ 4817267 h 6858000"/>
              <a:gd name="connsiteX469" fmla="*/ 4830582 w 7467600"/>
              <a:gd name="connsiteY469" fmla="*/ 4676000 h 6858000"/>
              <a:gd name="connsiteX470" fmla="*/ 4830100 w 7467600"/>
              <a:gd name="connsiteY470" fmla="*/ 4675554 h 6858000"/>
              <a:gd name="connsiteX471" fmla="*/ 4036318 w 7467600"/>
              <a:gd name="connsiteY471" fmla="*/ 4147013 h 6858000"/>
              <a:gd name="connsiteX472" fmla="*/ 3432098 w 7467600"/>
              <a:gd name="connsiteY472" fmla="*/ 3537312 h 6858000"/>
              <a:gd name="connsiteX473" fmla="*/ 3446761 w 7467600"/>
              <a:gd name="connsiteY473" fmla="*/ 3461278 h 6858000"/>
              <a:gd name="connsiteX474" fmla="*/ 4419733 w 7467600"/>
              <a:gd name="connsiteY474" fmla="*/ 3963555 h 6858000"/>
              <a:gd name="connsiteX475" fmla="*/ 4781371 w 7467600"/>
              <a:gd name="connsiteY475" fmla="*/ 4458604 h 6858000"/>
              <a:gd name="connsiteX476" fmla="*/ 4780440 w 7467600"/>
              <a:gd name="connsiteY476" fmla="*/ 4470290 h 6858000"/>
              <a:gd name="connsiteX477" fmla="*/ 4898954 w 7467600"/>
              <a:gd name="connsiteY477" fmla="*/ 4662092 h 6858000"/>
              <a:gd name="connsiteX478" fmla="*/ 4900699 w 7467600"/>
              <a:gd name="connsiteY478" fmla="*/ 4670867 h 6858000"/>
              <a:gd name="connsiteX479" fmla="*/ 5714511 w 7467600"/>
              <a:gd name="connsiteY479" fmla="*/ 4663483 h 6858000"/>
              <a:gd name="connsiteX480" fmla="*/ 5464793 w 7467600"/>
              <a:gd name="connsiteY480" fmla="*/ 4393556 h 6858000"/>
              <a:gd name="connsiteX481" fmla="*/ 5461897 w 7467600"/>
              <a:gd name="connsiteY481" fmla="*/ 4390879 h 6858000"/>
              <a:gd name="connsiteX482" fmla="*/ 4294126 w 7467600"/>
              <a:gd name="connsiteY482" fmla="*/ 3303048 h 6858000"/>
              <a:gd name="connsiteX483" fmla="*/ 4305321 w 7467600"/>
              <a:gd name="connsiteY483" fmla="*/ 3256953 h 6858000"/>
              <a:gd name="connsiteX484" fmla="*/ 4949299 w 7467600"/>
              <a:gd name="connsiteY484" fmla="*/ 3766336 h 6858000"/>
              <a:gd name="connsiteX485" fmla="*/ 5291452 w 7467600"/>
              <a:gd name="connsiteY485" fmla="*/ 4076801 h 6858000"/>
              <a:gd name="connsiteX486" fmla="*/ 5434998 w 7467600"/>
              <a:gd name="connsiteY486" fmla="*/ 4254100 h 6858000"/>
              <a:gd name="connsiteX487" fmla="*/ 5351015 w 7467600"/>
              <a:gd name="connsiteY487" fmla="*/ 3760989 h 6858000"/>
              <a:gd name="connsiteX488" fmla="*/ 5413780 w 7467600"/>
              <a:gd name="connsiteY488" fmla="*/ 2966265 h 6858000"/>
              <a:gd name="connsiteX489" fmla="*/ 5425627 w 7467600"/>
              <a:gd name="connsiteY489" fmla="*/ 2954192 h 6858000"/>
              <a:gd name="connsiteX490" fmla="*/ 6604735 w 7467600"/>
              <a:gd name="connsiteY490" fmla="*/ 2041381 h 6858000"/>
              <a:gd name="connsiteX491" fmla="*/ 7204487 w 7467600"/>
              <a:gd name="connsiteY491" fmla="*/ 2742112 h 6858000"/>
              <a:gd name="connsiteX492" fmla="*/ 7131592 w 7467600"/>
              <a:gd name="connsiteY492" fmla="*/ 2672096 h 6858000"/>
              <a:gd name="connsiteX493" fmla="*/ 6996344 w 7467600"/>
              <a:gd name="connsiteY493" fmla="*/ 2518310 h 6858000"/>
              <a:gd name="connsiteX494" fmla="*/ 6735495 w 7467600"/>
              <a:gd name="connsiteY494" fmla="*/ 2196890 h 6858000"/>
              <a:gd name="connsiteX495" fmla="*/ 6721901 w 7467600"/>
              <a:gd name="connsiteY495" fmla="*/ 2179274 h 6858000"/>
              <a:gd name="connsiteX496" fmla="*/ 6604735 w 7467600"/>
              <a:gd name="connsiteY496" fmla="*/ 2041381 h 6858000"/>
              <a:gd name="connsiteX497" fmla="*/ 6591670 w 7467600"/>
              <a:gd name="connsiteY497" fmla="*/ 1988277 h 6858000"/>
              <a:gd name="connsiteX498" fmla="*/ 6747349 w 7467600"/>
              <a:gd name="connsiteY498" fmla="*/ 2160069 h 6858000"/>
              <a:gd name="connsiteX499" fmla="*/ 6760943 w 7467600"/>
              <a:gd name="connsiteY499" fmla="*/ 2177686 h 6858000"/>
              <a:gd name="connsiteX500" fmla="*/ 7021065 w 7467600"/>
              <a:gd name="connsiteY500" fmla="*/ 2498102 h 6858000"/>
              <a:gd name="connsiteX501" fmla="*/ 7155223 w 7467600"/>
              <a:gd name="connsiteY501" fmla="*/ 2650386 h 6858000"/>
              <a:gd name="connsiteX502" fmla="*/ 7203167 w 7467600"/>
              <a:gd name="connsiteY502" fmla="*/ 2697288 h 6858000"/>
              <a:gd name="connsiteX503" fmla="*/ 6937703 w 7467600"/>
              <a:gd name="connsiteY503" fmla="*/ 2321981 h 6858000"/>
              <a:gd name="connsiteX504" fmla="*/ 6591670 w 7467600"/>
              <a:gd name="connsiteY504" fmla="*/ 1988277 h 6858000"/>
              <a:gd name="connsiteX505" fmla="*/ 5798671 w 7467600"/>
              <a:gd name="connsiteY505" fmla="*/ 1981601 h 6858000"/>
              <a:gd name="connsiteX506" fmla="*/ 5754709 w 7467600"/>
              <a:gd name="connsiteY506" fmla="*/ 2071454 h 6858000"/>
              <a:gd name="connsiteX507" fmla="*/ 5763044 w 7467600"/>
              <a:gd name="connsiteY507" fmla="*/ 2842206 h 6858000"/>
              <a:gd name="connsiteX508" fmla="*/ 5764974 w 7467600"/>
              <a:gd name="connsiteY508" fmla="*/ 2799609 h 6858000"/>
              <a:gd name="connsiteX509" fmla="*/ 5767665 w 7467600"/>
              <a:gd name="connsiteY509" fmla="*/ 2666409 h 6858000"/>
              <a:gd name="connsiteX510" fmla="*/ 5763055 w 7467600"/>
              <a:gd name="connsiteY510" fmla="*/ 2579705 h 6858000"/>
              <a:gd name="connsiteX511" fmla="*/ 5758079 w 7467600"/>
              <a:gd name="connsiteY511" fmla="*/ 2492508 h 6858000"/>
              <a:gd name="connsiteX512" fmla="*/ 5779325 w 7467600"/>
              <a:gd name="connsiteY512" fmla="*/ 2197069 h 6858000"/>
              <a:gd name="connsiteX513" fmla="*/ 5798671 w 7467600"/>
              <a:gd name="connsiteY513" fmla="*/ 1981601 h 6858000"/>
              <a:gd name="connsiteX514" fmla="*/ 5829202 w 7467600"/>
              <a:gd name="connsiteY514" fmla="*/ 1971679 h 6858000"/>
              <a:gd name="connsiteX515" fmla="*/ 5809558 w 7467600"/>
              <a:gd name="connsiteY515" fmla="*/ 2198043 h 6858000"/>
              <a:gd name="connsiteX516" fmla="*/ 5788653 w 7467600"/>
              <a:gd name="connsiteY516" fmla="*/ 2489430 h 6858000"/>
              <a:gd name="connsiteX517" fmla="*/ 5793439 w 7467600"/>
              <a:gd name="connsiteY517" fmla="*/ 2575235 h 6858000"/>
              <a:gd name="connsiteX518" fmla="*/ 5796837 w 7467600"/>
              <a:gd name="connsiteY518" fmla="*/ 2637633 h 6858000"/>
              <a:gd name="connsiteX519" fmla="*/ 5818614 w 7467600"/>
              <a:gd name="connsiteY519" fmla="*/ 2473055 h 6858000"/>
              <a:gd name="connsiteX520" fmla="*/ 5829202 w 7467600"/>
              <a:gd name="connsiteY520" fmla="*/ 1971679 h 6858000"/>
              <a:gd name="connsiteX521" fmla="*/ 5911389 w 7467600"/>
              <a:gd name="connsiteY521" fmla="*/ 1898371 h 6858000"/>
              <a:gd name="connsiteX522" fmla="*/ 6237627 w 7467600"/>
              <a:gd name="connsiteY522" fmla="*/ 2231921 h 6858000"/>
              <a:gd name="connsiteX523" fmla="*/ 5911389 w 7467600"/>
              <a:gd name="connsiteY523" fmla="*/ 1898371 h 6858000"/>
              <a:gd name="connsiteX524" fmla="*/ 6944437 w 7467600"/>
              <a:gd name="connsiteY524" fmla="*/ 1575402 h 6858000"/>
              <a:gd name="connsiteX525" fmla="*/ 6304730 w 7467600"/>
              <a:gd name="connsiteY525" fmla="*/ 1766654 h 6858000"/>
              <a:gd name="connsiteX526" fmla="*/ 6944437 w 7467600"/>
              <a:gd name="connsiteY526" fmla="*/ 1575402 h 6858000"/>
              <a:gd name="connsiteX527" fmla="*/ 7019523 w 7467600"/>
              <a:gd name="connsiteY527" fmla="*/ 1519450 h 6858000"/>
              <a:gd name="connsiteX528" fmla="*/ 6298091 w 7467600"/>
              <a:gd name="connsiteY528" fmla="*/ 1737122 h 6858000"/>
              <a:gd name="connsiteX529" fmla="*/ 7019523 w 7467600"/>
              <a:gd name="connsiteY529" fmla="*/ 1519450 h 6858000"/>
              <a:gd name="connsiteX530" fmla="*/ 2399523 w 7467600"/>
              <a:gd name="connsiteY530" fmla="*/ 1428234 h 6858000"/>
              <a:gd name="connsiteX531" fmla="*/ 2224982 w 7467600"/>
              <a:gd name="connsiteY531" fmla="*/ 1826201 h 6858000"/>
              <a:gd name="connsiteX532" fmla="*/ 2096099 w 7467600"/>
              <a:gd name="connsiteY532" fmla="*/ 2345900 h 6858000"/>
              <a:gd name="connsiteX533" fmla="*/ 2283317 w 7467600"/>
              <a:gd name="connsiteY533" fmla="*/ 1796925 h 6858000"/>
              <a:gd name="connsiteX534" fmla="*/ 2399523 w 7467600"/>
              <a:gd name="connsiteY534" fmla="*/ 1428234 h 6858000"/>
              <a:gd name="connsiteX535" fmla="*/ 2448558 w 7467600"/>
              <a:gd name="connsiteY535" fmla="*/ 1373435 h 6858000"/>
              <a:gd name="connsiteX536" fmla="*/ 2312521 w 7467600"/>
              <a:gd name="connsiteY536" fmla="*/ 1806140 h 6858000"/>
              <a:gd name="connsiteX537" fmla="*/ 2127533 w 7467600"/>
              <a:gd name="connsiteY537" fmla="*/ 2348380 h 6858000"/>
              <a:gd name="connsiteX538" fmla="*/ 2358080 w 7467600"/>
              <a:gd name="connsiteY538" fmla="*/ 1866134 h 6858000"/>
              <a:gd name="connsiteX539" fmla="*/ 2407436 w 7467600"/>
              <a:gd name="connsiteY539" fmla="*/ 1651070 h 6858000"/>
              <a:gd name="connsiteX540" fmla="*/ 2448558 w 7467600"/>
              <a:gd name="connsiteY540" fmla="*/ 1373435 h 6858000"/>
              <a:gd name="connsiteX541" fmla="*/ 278707 w 7467600"/>
              <a:gd name="connsiteY541" fmla="*/ 1352270 h 6858000"/>
              <a:gd name="connsiteX542" fmla="*/ 321570 w 7467600"/>
              <a:gd name="connsiteY542" fmla="*/ 1861610 h 6858000"/>
              <a:gd name="connsiteX543" fmla="*/ 294281 w 7467600"/>
              <a:gd name="connsiteY543" fmla="*/ 1440658 h 6858000"/>
              <a:gd name="connsiteX544" fmla="*/ 278707 w 7467600"/>
              <a:gd name="connsiteY544" fmla="*/ 1352270 h 6858000"/>
              <a:gd name="connsiteX545" fmla="*/ 1423821 w 7467600"/>
              <a:gd name="connsiteY545" fmla="*/ 1351958 h 6858000"/>
              <a:gd name="connsiteX546" fmla="*/ 1638521 w 7467600"/>
              <a:gd name="connsiteY546" fmla="*/ 1908470 h 6858000"/>
              <a:gd name="connsiteX547" fmla="*/ 1754199 w 7467600"/>
              <a:gd name="connsiteY547" fmla="*/ 2149284 h 6858000"/>
              <a:gd name="connsiteX548" fmla="*/ 1908359 w 7467600"/>
              <a:gd name="connsiteY548" fmla="*/ 2364988 h 6858000"/>
              <a:gd name="connsiteX549" fmla="*/ 1647661 w 7467600"/>
              <a:gd name="connsiteY549" fmla="*/ 1825945 h 6858000"/>
              <a:gd name="connsiteX550" fmla="*/ 1423821 w 7467600"/>
              <a:gd name="connsiteY550" fmla="*/ 1351958 h 6858000"/>
              <a:gd name="connsiteX551" fmla="*/ 1431890 w 7467600"/>
              <a:gd name="connsiteY551" fmla="*/ 1306475 h 6858000"/>
              <a:gd name="connsiteX552" fmla="*/ 1507597 w 7467600"/>
              <a:gd name="connsiteY552" fmla="*/ 1446132 h 6858000"/>
              <a:gd name="connsiteX553" fmla="*/ 1674586 w 7467600"/>
              <a:gd name="connsiteY553" fmla="*/ 1813832 h 6858000"/>
              <a:gd name="connsiteX554" fmla="*/ 1815950 w 7467600"/>
              <a:gd name="connsiteY554" fmla="*/ 2128564 h 6858000"/>
              <a:gd name="connsiteX555" fmla="*/ 1984242 w 7467600"/>
              <a:gd name="connsiteY555" fmla="*/ 2430829 h 6858000"/>
              <a:gd name="connsiteX556" fmla="*/ 2014023 w 7467600"/>
              <a:gd name="connsiteY556" fmla="*/ 2450995 h 6858000"/>
              <a:gd name="connsiteX557" fmla="*/ 1747337 w 7467600"/>
              <a:gd name="connsiteY557" fmla="*/ 1855264 h 6858000"/>
              <a:gd name="connsiteX558" fmla="*/ 1533749 w 7467600"/>
              <a:gd name="connsiteY558" fmla="*/ 1478656 h 6858000"/>
              <a:gd name="connsiteX559" fmla="*/ 1431890 w 7467600"/>
              <a:gd name="connsiteY559" fmla="*/ 1306475 h 6858000"/>
              <a:gd name="connsiteX560" fmla="*/ 5052692 w 7467600"/>
              <a:gd name="connsiteY560" fmla="*/ 1292994 h 6858000"/>
              <a:gd name="connsiteX561" fmla="*/ 5200661 w 7467600"/>
              <a:gd name="connsiteY561" fmla="*/ 1635186 h 6858000"/>
              <a:gd name="connsiteX562" fmla="*/ 5297138 w 7467600"/>
              <a:gd name="connsiteY562" fmla="*/ 1906351 h 6858000"/>
              <a:gd name="connsiteX563" fmla="*/ 5052692 w 7467600"/>
              <a:gd name="connsiteY563" fmla="*/ 1292994 h 6858000"/>
              <a:gd name="connsiteX564" fmla="*/ 5009948 w 7467600"/>
              <a:gd name="connsiteY564" fmla="*/ 1273619 h 6858000"/>
              <a:gd name="connsiteX565" fmla="*/ 5121777 w 7467600"/>
              <a:gd name="connsiteY565" fmla="*/ 1654213 h 6858000"/>
              <a:gd name="connsiteX566" fmla="*/ 5293545 w 7467600"/>
              <a:gd name="connsiteY566" fmla="*/ 2072247 h 6858000"/>
              <a:gd name="connsiteX567" fmla="*/ 5294042 w 7467600"/>
              <a:gd name="connsiteY567" fmla="*/ 2065019 h 6858000"/>
              <a:gd name="connsiteX568" fmla="*/ 5171936 w 7467600"/>
              <a:gd name="connsiteY568" fmla="*/ 1647613 h 6858000"/>
              <a:gd name="connsiteX569" fmla="*/ 5009948 w 7467600"/>
              <a:gd name="connsiteY569" fmla="*/ 1273619 h 6858000"/>
              <a:gd name="connsiteX570" fmla="*/ 655236 w 7467600"/>
              <a:gd name="connsiteY570" fmla="*/ 1268632 h 6858000"/>
              <a:gd name="connsiteX571" fmla="*/ 839521 w 7467600"/>
              <a:gd name="connsiteY571" fmla="*/ 1685315 h 6858000"/>
              <a:gd name="connsiteX572" fmla="*/ 1109416 w 7467600"/>
              <a:gd name="connsiteY572" fmla="*/ 2061663 h 6858000"/>
              <a:gd name="connsiteX573" fmla="*/ 1298300 w 7467600"/>
              <a:gd name="connsiteY573" fmla="*/ 2247742 h 6858000"/>
              <a:gd name="connsiteX574" fmla="*/ 1125871 w 7467600"/>
              <a:gd name="connsiteY574" fmla="*/ 1989513 h 6858000"/>
              <a:gd name="connsiteX575" fmla="*/ 981574 w 7467600"/>
              <a:gd name="connsiteY575" fmla="*/ 1783157 h 6858000"/>
              <a:gd name="connsiteX576" fmla="*/ 922198 w 7467600"/>
              <a:gd name="connsiteY576" fmla="*/ 1677437 h 6858000"/>
              <a:gd name="connsiteX577" fmla="*/ 869293 w 7467600"/>
              <a:gd name="connsiteY577" fmla="*/ 1583214 h 6858000"/>
              <a:gd name="connsiteX578" fmla="*/ 751431 w 7467600"/>
              <a:gd name="connsiteY578" fmla="*/ 1405731 h 6858000"/>
              <a:gd name="connsiteX579" fmla="*/ 655236 w 7467600"/>
              <a:gd name="connsiteY579" fmla="*/ 1268632 h 6858000"/>
              <a:gd name="connsiteX580" fmla="*/ 6516292 w 7467600"/>
              <a:gd name="connsiteY580" fmla="*/ 1263064 h 6858000"/>
              <a:gd name="connsiteX581" fmla="*/ 5736320 w 7467600"/>
              <a:gd name="connsiteY581" fmla="*/ 1501803 h 6858000"/>
              <a:gd name="connsiteX582" fmla="*/ 6516292 w 7467600"/>
              <a:gd name="connsiteY582" fmla="*/ 1263064 h 6858000"/>
              <a:gd name="connsiteX583" fmla="*/ 291466 w 7467600"/>
              <a:gd name="connsiteY583" fmla="*/ 1250369 h 6858000"/>
              <a:gd name="connsiteX584" fmla="*/ 323180 w 7467600"/>
              <a:gd name="connsiteY584" fmla="*/ 1435283 h 6858000"/>
              <a:gd name="connsiteX585" fmla="*/ 349381 w 7467600"/>
              <a:gd name="connsiteY585" fmla="*/ 1875041 h 6858000"/>
              <a:gd name="connsiteX586" fmla="*/ 374363 w 7467600"/>
              <a:gd name="connsiteY586" fmla="*/ 1506494 h 6858000"/>
              <a:gd name="connsiteX587" fmla="*/ 302168 w 7467600"/>
              <a:gd name="connsiteY587" fmla="*/ 1274495 h 6858000"/>
              <a:gd name="connsiteX588" fmla="*/ 291466 w 7467600"/>
              <a:gd name="connsiteY588" fmla="*/ 1250369 h 6858000"/>
              <a:gd name="connsiteX589" fmla="*/ 678222 w 7467600"/>
              <a:gd name="connsiteY589" fmla="*/ 1248670 h 6858000"/>
              <a:gd name="connsiteX590" fmla="*/ 775536 w 7467600"/>
              <a:gd name="connsiteY590" fmla="*/ 1388015 h 6858000"/>
              <a:gd name="connsiteX591" fmla="*/ 894529 w 7467600"/>
              <a:gd name="connsiteY591" fmla="*/ 1567739 h 6858000"/>
              <a:gd name="connsiteX592" fmla="*/ 948000 w 7467600"/>
              <a:gd name="connsiteY592" fmla="*/ 1663088 h 6858000"/>
              <a:gd name="connsiteX593" fmla="*/ 1006812 w 7467600"/>
              <a:gd name="connsiteY593" fmla="*/ 1767683 h 6858000"/>
              <a:gd name="connsiteX594" fmla="*/ 1149133 w 7467600"/>
              <a:gd name="connsiteY594" fmla="*/ 1971513 h 6858000"/>
              <a:gd name="connsiteX595" fmla="*/ 1333952 w 7467600"/>
              <a:gd name="connsiteY595" fmla="*/ 2251620 h 6858000"/>
              <a:gd name="connsiteX596" fmla="*/ 1337329 w 7467600"/>
              <a:gd name="connsiteY596" fmla="*/ 2258350 h 6858000"/>
              <a:gd name="connsiteX597" fmla="*/ 1014726 w 7467600"/>
              <a:gd name="connsiteY597" fmla="*/ 1615556 h 6858000"/>
              <a:gd name="connsiteX598" fmla="*/ 678222 w 7467600"/>
              <a:gd name="connsiteY598" fmla="*/ 1248670 h 6858000"/>
              <a:gd name="connsiteX599" fmla="*/ 6691602 w 7467600"/>
              <a:gd name="connsiteY599" fmla="*/ 1140573 h 6858000"/>
              <a:gd name="connsiteX600" fmla="*/ 6571100 w 7467600"/>
              <a:gd name="connsiteY600" fmla="*/ 1183662 h 6858000"/>
              <a:gd name="connsiteX601" fmla="*/ 6241687 w 7467600"/>
              <a:gd name="connsiteY601" fmla="*/ 1257600 h 6858000"/>
              <a:gd name="connsiteX602" fmla="*/ 5693009 w 7467600"/>
              <a:gd name="connsiteY602" fmla="*/ 1478256 h 6858000"/>
              <a:gd name="connsiteX603" fmla="*/ 6548420 w 7467600"/>
              <a:gd name="connsiteY603" fmla="*/ 1214599 h 6858000"/>
              <a:gd name="connsiteX604" fmla="*/ 6605473 w 7467600"/>
              <a:gd name="connsiteY604" fmla="*/ 1184686 h 6858000"/>
              <a:gd name="connsiteX605" fmla="*/ 6691602 w 7467600"/>
              <a:gd name="connsiteY605" fmla="*/ 1140573 h 6858000"/>
              <a:gd name="connsiteX606" fmla="*/ 4002475 w 7467600"/>
              <a:gd name="connsiteY606" fmla="*/ 1037802 h 6858000"/>
              <a:gd name="connsiteX607" fmla="*/ 4000324 w 7467600"/>
              <a:gd name="connsiteY607" fmla="*/ 1039362 h 6858000"/>
              <a:gd name="connsiteX608" fmla="*/ 4002862 w 7467600"/>
              <a:gd name="connsiteY608" fmla="*/ 1042866 h 6858000"/>
              <a:gd name="connsiteX609" fmla="*/ 4002475 w 7467600"/>
              <a:gd name="connsiteY609" fmla="*/ 1037802 h 6858000"/>
              <a:gd name="connsiteX610" fmla="*/ 506322 w 7467600"/>
              <a:gd name="connsiteY610" fmla="*/ 1020997 h 6858000"/>
              <a:gd name="connsiteX611" fmla="*/ 533068 w 7467600"/>
              <a:gd name="connsiteY611" fmla="*/ 1029409 h 6858000"/>
              <a:gd name="connsiteX612" fmla="*/ 1232525 w 7467600"/>
              <a:gd name="connsiteY612" fmla="*/ 1804675 h 6858000"/>
              <a:gd name="connsiteX613" fmla="*/ 1388858 w 7467600"/>
              <a:gd name="connsiteY613" fmla="*/ 2368011 h 6858000"/>
              <a:gd name="connsiteX614" fmla="*/ 1384098 w 7467600"/>
              <a:gd name="connsiteY614" fmla="*/ 2378125 h 6858000"/>
              <a:gd name="connsiteX615" fmla="*/ 1425393 w 7467600"/>
              <a:gd name="connsiteY615" fmla="*/ 2589124 h 6858000"/>
              <a:gd name="connsiteX616" fmla="*/ 1424001 w 7467600"/>
              <a:gd name="connsiteY616" fmla="*/ 2597541 h 6858000"/>
              <a:gd name="connsiteX617" fmla="*/ 2152729 w 7467600"/>
              <a:gd name="connsiteY617" fmla="*/ 2864487 h 6858000"/>
              <a:gd name="connsiteX618" fmla="*/ 2020609 w 7467600"/>
              <a:gd name="connsiteY618" fmla="*/ 2539671 h 6858000"/>
              <a:gd name="connsiteX619" fmla="*/ 2018920 w 7467600"/>
              <a:gd name="connsiteY619" fmla="*/ 2536309 h 6858000"/>
              <a:gd name="connsiteX620" fmla="*/ 1342441 w 7467600"/>
              <a:gd name="connsiteY620" fmla="*/ 1173017 h 6858000"/>
              <a:gd name="connsiteX621" fmla="*/ 1367925 w 7467600"/>
              <a:gd name="connsiteY621" fmla="*/ 1135648 h 6858000"/>
              <a:gd name="connsiteX622" fmla="*/ 1771401 w 7467600"/>
              <a:gd name="connsiteY622" fmla="*/ 1806673 h 6858000"/>
              <a:gd name="connsiteX623" fmla="*/ 1972385 w 7467600"/>
              <a:gd name="connsiteY623" fmla="*/ 2198735 h 6858000"/>
              <a:gd name="connsiteX624" fmla="*/ 2040892 w 7467600"/>
              <a:gd name="connsiteY624" fmla="*/ 2405205 h 6858000"/>
              <a:gd name="connsiteX625" fmla="*/ 2131689 w 7467600"/>
              <a:gd name="connsiteY625" fmla="*/ 1936926 h 6858000"/>
              <a:gd name="connsiteX626" fmla="*/ 2454820 w 7467600"/>
              <a:gd name="connsiteY626" fmla="*/ 1248808 h 6858000"/>
              <a:gd name="connsiteX627" fmla="*/ 2492512 w 7467600"/>
              <a:gd name="connsiteY627" fmla="*/ 1302920 h 6858000"/>
              <a:gd name="connsiteX628" fmla="*/ 2081216 w 7467600"/>
              <a:gd name="connsiteY628" fmla="*/ 2527513 h 6858000"/>
              <a:gd name="connsiteX629" fmla="*/ 2081211 w 7467600"/>
              <a:gd name="connsiteY629" fmla="*/ 2528916 h 6858000"/>
              <a:gd name="connsiteX630" fmla="*/ 2199067 w 7467600"/>
              <a:gd name="connsiteY630" fmla="*/ 2884061 h 6858000"/>
              <a:gd name="connsiteX631" fmla="*/ 3192586 w 7467600"/>
              <a:gd name="connsiteY631" fmla="*/ 3411496 h 6858000"/>
              <a:gd name="connsiteX632" fmla="*/ 3182620 w 7467600"/>
              <a:gd name="connsiteY632" fmla="*/ 3483279 h 6858000"/>
              <a:gd name="connsiteX633" fmla="*/ 2435119 w 7467600"/>
              <a:gd name="connsiteY633" fmla="*/ 3080173 h 6858000"/>
              <a:gd name="connsiteX634" fmla="*/ 2410152 w 7467600"/>
              <a:gd name="connsiteY634" fmla="*/ 3063751 h 6858000"/>
              <a:gd name="connsiteX635" fmla="*/ 2408099 w 7467600"/>
              <a:gd name="connsiteY635" fmla="*/ 3064403 h 6858000"/>
              <a:gd name="connsiteX636" fmla="*/ 2407218 w 7467600"/>
              <a:gd name="connsiteY636" fmla="*/ 3070324 h 6858000"/>
              <a:gd name="connsiteX637" fmla="*/ 2380138 w 7467600"/>
              <a:gd name="connsiteY637" fmla="*/ 3099341 h 6858000"/>
              <a:gd name="connsiteX638" fmla="*/ 1765923 w 7467600"/>
              <a:gd name="connsiteY638" fmla="*/ 3581043 h 6858000"/>
              <a:gd name="connsiteX639" fmla="*/ 1702258 w 7467600"/>
              <a:gd name="connsiteY639" fmla="*/ 3612286 h 6858000"/>
              <a:gd name="connsiteX640" fmla="*/ 1538370 w 7467600"/>
              <a:gd name="connsiteY640" fmla="*/ 3811804 h 6858000"/>
              <a:gd name="connsiteX641" fmla="*/ 542867 w 7467600"/>
              <a:gd name="connsiteY641" fmla="*/ 4944092 h 6858000"/>
              <a:gd name="connsiteX642" fmla="*/ 515800 w 7467600"/>
              <a:gd name="connsiteY642" fmla="*/ 4862180 h 6858000"/>
              <a:gd name="connsiteX643" fmla="*/ 909145 w 7467600"/>
              <a:gd name="connsiteY643" fmla="*/ 4199225 h 6858000"/>
              <a:gd name="connsiteX644" fmla="*/ 1214067 w 7467600"/>
              <a:gd name="connsiteY644" fmla="*/ 3908561 h 6858000"/>
              <a:gd name="connsiteX645" fmla="*/ 640967 w 7467600"/>
              <a:gd name="connsiteY645" fmla="*/ 4105601 h 6858000"/>
              <a:gd name="connsiteX646" fmla="*/ 112563 w 7467600"/>
              <a:gd name="connsiteY646" fmla="*/ 4396952 h 6858000"/>
              <a:gd name="connsiteX647" fmla="*/ 0 w 7467600"/>
              <a:gd name="connsiteY647" fmla="*/ 4466006 h 6858000"/>
              <a:gd name="connsiteX648" fmla="*/ 0 w 7467600"/>
              <a:gd name="connsiteY648" fmla="*/ 4233763 h 6858000"/>
              <a:gd name="connsiteX649" fmla="*/ 36881 w 7467600"/>
              <a:gd name="connsiteY649" fmla="*/ 4200118 h 6858000"/>
              <a:gd name="connsiteX650" fmla="*/ 910534 w 7467600"/>
              <a:gd name="connsiteY650" fmla="*/ 3629753 h 6858000"/>
              <a:gd name="connsiteX651" fmla="*/ 1578717 w 7467600"/>
              <a:gd name="connsiteY651" fmla="*/ 3575982 h 6858000"/>
              <a:gd name="connsiteX652" fmla="*/ 2338780 w 7467600"/>
              <a:gd name="connsiteY652" fmla="*/ 3033725 h 6858000"/>
              <a:gd name="connsiteX653" fmla="*/ 1807991 w 7467600"/>
              <a:gd name="connsiteY653" fmla="*/ 2807184 h 6858000"/>
              <a:gd name="connsiteX654" fmla="*/ 1416358 w 7467600"/>
              <a:gd name="connsiteY654" fmla="*/ 3112571 h 6858000"/>
              <a:gd name="connsiteX655" fmla="*/ 939066 w 7467600"/>
              <a:gd name="connsiteY655" fmla="*/ 3378798 h 6858000"/>
              <a:gd name="connsiteX656" fmla="*/ 115099 w 7467600"/>
              <a:gd name="connsiteY656" fmla="*/ 3607650 h 6858000"/>
              <a:gd name="connsiteX657" fmla="*/ 97284 w 7467600"/>
              <a:gd name="connsiteY657" fmla="*/ 3520393 h 6858000"/>
              <a:gd name="connsiteX658" fmla="*/ 922050 w 7467600"/>
              <a:gd name="connsiteY658" fmla="*/ 3074867 h 6858000"/>
              <a:gd name="connsiteX659" fmla="*/ 1405265 w 7467600"/>
              <a:gd name="connsiteY659" fmla="*/ 3016319 h 6858000"/>
              <a:gd name="connsiteX660" fmla="*/ 1407512 w 7467600"/>
              <a:gd name="connsiteY660" fmla="*/ 3018001 h 6858000"/>
              <a:gd name="connsiteX661" fmla="*/ 1726266 w 7467600"/>
              <a:gd name="connsiteY661" fmla="*/ 2777274 h 6858000"/>
              <a:gd name="connsiteX662" fmla="*/ 625390 w 7467600"/>
              <a:gd name="connsiteY662" fmla="*/ 2514541 h 6858000"/>
              <a:gd name="connsiteX663" fmla="*/ 619799 w 7467600"/>
              <a:gd name="connsiteY663" fmla="*/ 2527180 h 6858000"/>
              <a:gd name="connsiteX664" fmla="*/ 310030 w 7467600"/>
              <a:gd name="connsiteY664" fmla="*/ 2771818 h 6858000"/>
              <a:gd name="connsiteX665" fmla="*/ 173877 w 7467600"/>
              <a:gd name="connsiteY665" fmla="*/ 2937056 h 6858000"/>
              <a:gd name="connsiteX666" fmla="*/ 77889 w 7467600"/>
              <a:gd name="connsiteY666" fmla="*/ 3138440 h 6858000"/>
              <a:gd name="connsiteX667" fmla="*/ 0 w 7467600"/>
              <a:gd name="connsiteY667" fmla="*/ 3271395 h 6858000"/>
              <a:gd name="connsiteX668" fmla="*/ 0 w 7467600"/>
              <a:gd name="connsiteY668" fmla="*/ 3153002 h 6858000"/>
              <a:gd name="connsiteX669" fmla="*/ 2386 w 7467600"/>
              <a:gd name="connsiteY669" fmla="*/ 3149203 h 6858000"/>
              <a:gd name="connsiteX670" fmla="*/ 89753 w 7467600"/>
              <a:gd name="connsiteY670" fmla="*/ 2987702 h 6858000"/>
              <a:gd name="connsiteX671" fmla="*/ 76869 w 7467600"/>
              <a:gd name="connsiteY671" fmla="*/ 3005404 h 6858000"/>
              <a:gd name="connsiteX672" fmla="*/ 32049 w 7467600"/>
              <a:gd name="connsiteY672" fmla="*/ 3065814 h 6858000"/>
              <a:gd name="connsiteX673" fmla="*/ 0 w 7467600"/>
              <a:gd name="connsiteY673" fmla="*/ 3108744 h 6858000"/>
              <a:gd name="connsiteX674" fmla="*/ 0 w 7467600"/>
              <a:gd name="connsiteY674" fmla="*/ 3058059 h 6858000"/>
              <a:gd name="connsiteX675" fmla="*/ 7610 w 7467600"/>
              <a:gd name="connsiteY675" fmla="*/ 3047889 h 6858000"/>
              <a:gd name="connsiteX676" fmla="*/ 52419 w 7467600"/>
              <a:gd name="connsiteY676" fmla="*/ 2987479 h 6858000"/>
              <a:gd name="connsiteX677" fmla="*/ 59142 w 7467600"/>
              <a:gd name="connsiteY677" fmla="*/ 2978488 h 6858000"/>
              <a:gd name="connsiteX678" fmla="*/ 0 w 7467600"/>
              <a:gd name="connsiteY678" fmla="*/ 3015334 h 6858000"/>
              <a:gd name="connsiteX679" fmla="*/ 0 w 7467600"/>
              <a:gd name="connsiteY679" fmla="*/ 2914286 h 6858000"/>
              <a:gd name="connsiteX680" fmla="*/ 36383 w 7467600"/>
              <a:gd name="connsiteY680" fmla="*/ 2901128 h 6858000"/>
              <a:gd name="connsiteX681" fmla="*/ 156329 w 7467600"/>
              <a:gd name="connsiteY681" fmla="*/ 2840533 h 6858000"/>
              <a:gd name="connsiteX682" fmla="*/ 358355 w 7467600"/>
              <a:gd name="connsiteY682" fmla="*/ 2620471 h 6858000"/>
              <a:gd name="connsiteX683" fmla="*/ 510577 w 7467600"/>
              <a:gd name="connsiteY683" fmla="*/ 2501244 h 6858000"/>
              <a:gd name="connsiteX684" fmla="*/ 211967 w 7467600"/>
              <a:gd name="connsiteY684" fmla="*/ 2479171 h 6858000"/>
              <a:gd name="connsiteX685" fmla="*/ 0 w 7467600"/>
              <a:gd name="connsiteY685" fmla="*/ 2476398 h 6858000"/>
              <a:gd name="connsiteX686" fmla="*/ 0 w 7467600"/>
              <a:gd name="connsiteY686" fmla="*/ 2389189 h 6858000"/>
              <a:gd name="connsiteX687" fmla="*/ 103062 w 7467600"/>
              <a:gd name="connsiteY687" fmla="*/ 2389518 h 6858000"/>
              <a:gd name="connsiteX688" fmla="*/ 510734 w 7467600"/>
              <a:gd name="connsiteY688" fmla="*/ 2416201 h 6858000"/>
              <a:gd name="connsiteX689" fmla="*/ 279257 w 7467600"/>
              <a:gd name="connsiteY689" fmla="*/ 2092102 h 6858000"/>
              <a:gd name="connsiteX690" fmla="*/ 65265 w 7467600"/>
              <a:gd name="connsiteY690" fmla="*/ 2006049 h 6858000"/>
              <a:gd name="connsiteX691" fmla="*/ 0 w 7467600"/>
              <a:gd name="connsiteY691" fmla="*/ 1982532 h 6858000"/>
              <a:gd name="connsiteX692" fmla="*/ 0 w 7467600"/>
              <a:gd name="connsiteY692" fmla="*/ 1912789 h 6858000"/>
              <a:gd name="connsiteX693" fmla="*/ 97460 w 7467600"/>
              <a:gd name="connsiteY693" fmla="*/ 1953725 h 6858000"/>
              <a:gd name="connsiteX694" fmla="*/ 221272 w 7467600"/>
              <a:gd name="connsiteY694" fmla="*/ 1980766 h 6858000"/>
              <a:gd name="connsiteX695" fmla="*/ 116765 w 7467600"/>
              <a:gd name="connsiteY695" fmla="*/ 1911033 h 6858000"/>
              <a:gd name="connsiteX696" fmla="*/ 16405 w 7467600"/>
              <a:gd name="connsiteY696" fmla="*/ 1803412 h 6858000"/>
              <a:gd name="connsiteX697" fmla="*/ 0 w 7467600"/>
              <a:gd name="connsiteY697" fmla="*/ 1784777 h 6858000"/>
              <a:gd name="connsiteX698" fmla="*/ 0 w 7467600"/>
              <a:gd name="connsiteY698" fmla="*/ 1740082 h 6858000"/>
              <a:gd name="connsiteX699" fmla="*/ 39394 w 7467600"/>
              <a:gd name="connsiteY699" fmla="*/ 1784856 h 6858000"/>
              <a:gd name="connsiteX700" fmla="*/ 135813 w 7467600"/>
              <a:gd name="connsiteY700" fmla="*/ 1888838 h 6858000"/>
              <a:gd name="connsiteX701" fmla="*/ 242575 w 7467600"/>
              <a:gd name="connsiteY701" fmla="*/ 1958841 h 6858000"/>
              <a:gd name="connsiteX702" fmla="*/ 82197 w 7467600"/>
              <a:gd name="connsiteY702" fmla="*/ 1754826 h 6858000"/>
              <a:gd name="connsiteX703" fmla="*/ 0 w 7467600"/>
              <a:gd name="connsiteY703" fmla="*/ 1679650 h 6858000"/>
              <a:gd name="connsiteX704" fmla="*/ 0 w 7467600"/>
              <a:gd name="connsiteY704" fmla="*/ 1602463 h 6858000"/>
              <a:gd name="connsiteX705" fmla="*/ 84689 w 7467600"/>
              <a:gd name="connsiteY705" fmla="*/ 1677442 h 6858000"/>
              <a:gd name="connsiteX706" fmla="*/ 298437 w 7467600"/>
              <a:gd name="connsiteY706" fmla="*/ 1968019 h 6858000"/>
              <a:gd name="connsiteX707" fmla="*/ 227269 w 7467600"/>
              <a:gd name="connsiteY707" fmla="*/ 1114064 h 6858000"/>
              <a:gd name="connsiteX708" fmla="*/ 248003 w 7467600"/>
              <a:gd name="connsiteY708" fmla="*/ 1089613 h 6858000"/>
              <a:gd name="connsiteX709" fmla="*/ 427020 w 7467600"/>
              <a:gd name="connsiteY709" fmla="*/ 1619803 h 6858000"/>
              <a:gd name="connsiteX710" fmla="*/ 340345 w 7467600"/>
              <a:gd name="connsiteY710" fmla="*/ 2027739 h 6858000"/>
              <a:gd name="connsiteX711" fmla="*/ 360865 w 7467600"/>
              <a:gd name="connsiteY711" fmla="*/ 2044827 h 6858000"/>
              <a:gd name="connsiteX712" fmla="*/ 560414 w 7467600"/>
              <a:gd name="connsiteY712" fmla="*/ 2421457 h 6858000"/>
              <a:gd name="connsiteX713" fmla="*/ 1359703 w 7467600"/>
              <a:gd name="connsiteY713" fmla="*/ 2578554 h 6858000"/>
              <a:gd name="connsiteX714" fmla="*/ 1359422 w 7467600"/>
              <a:gd name="connsiteY714" fmla="*/ 2577994 h 6858000"/>
              <a:gd name="connsiteX715" fmla="*/ 828701 w 7467600"/>
              <a:gd name="connsiteY715" fmla="*/ 1839520 h 6858000"/>
              <a:gd name="connsiteX716" fmla="*/ 494427 w 7467600"/>
              <a:gd name="connsiteY716" fmla="*/ 1092333 h 6858000"/>
              <a:gd name="connsiteX717" fmla="*/ 506322 w 7467600"/>
              <a:gd name="connsiteY717" fmla="*/ 1020997 h 6858000"/>
              <a:gd name="connsiteX718" fmla="*/ 4570198 w 7467600"/>
              <a:gd name="connsiteY718" fmla="*/ 978081 h 6858000"/>
              <a:gd name="connsiteX719" fmla="*/ 4523691 w 7467600"/>
              <a:gd name="connsiteY719" fmla="*/ 1127776 h 6858000"/>
              <a:gd name="connsiteX720" fmla="*/ 4509875 w 7467600"/>
              <a:gd name="connsiteY720" fmla="*/ 1167552 h 6858000"/>
              <a:gd name="connsiteX721" fmla="*/ 4478168 w 7467600"/>
              <a:gd name="connsiteY721" fmla="*/ 1260735 h 6858000"/>
              <a:gd name="connsiteX722" fmla="*/ 4409309 w 7467600"/>
              <a:gd name="connsiteY722" fmla="*/ 1666996 h 6858000"/>
              <a:gd name="connsiteX723" fmla="*/ 4370031 w 7467600"/>
              <a:gd name="connsiteY723" fmla="*/ 1955666 h 6858000"/>
              <a:gd name="connsiteX724" fmla="*/ 4570198 w 7467600"/>
              <a:gd name="connsiteY724" fmla="*/ 978081 h 6858000"/>
              <a:gd name="connsiteX725" fmla="*/ 4557898 w 7467600"/>
              <a:gd name="connsiteY725" fmla="*/ 900011 h 6858000"/>
              <a:gd name="connsiteX726" fmla="*/ 4344840 w 7467600"/>
              <a:gd name="connsiteY726" fmla="*/ 1922038 h 6858000"/>
              <a:gd name="connsiteX727" fmla="*/ 4378710 w 7467600"/>
              <a:gd name="connsiteY727" fmla="*/ 1665516 h 6858000"/>
              <a:gd name="connsiteX728" fmla="*/ 4448798 w 7467600"/>
              <a:gd name="connsiteY728" fmla="*/ 1253024 h 6858000"/>
              <a:gd name="connsiteX729" fmla="*/ 4480315 w 7467600"/>
              <a:gd name="connsiteY729" fmla="*/ 1158454 h 6858000"/>
              <a:gd name="connsiteX730" fmla="*/ 4494133 w 7467600"/>
              <a:gd name="connsiteY730" fmla="*/ 1118676 h 6858000"/>
              <a:gd name="connsiteX731" fmla="*/ 4557898 w 7467600"/>
              <a:gd name="connsiteY731" fmla="*/ 900011 h 6858000"/>
              <a:gd name="connsiteX732" fmla="*/ 5870151 w 7467600"/>
              <a:gd name="connsiteY732" fmla="*/ 898890 h 6858000"/>
              <a:gd name="connsiteX733" fmla="*/ 5861335 w 7467600"/>
              <a:gd name="connsiteY733" fmla="*/ 899177 h 6858000"/>
              <a:gd name="connsiteX734" fmla="*/ 5843702 w 7467600"/>
              <a:gd name="connsiteY734" fmla="*/ 899748 h 6858000"/>
              <a:gd name="connsiteX735" fmla="*/ 5651107 w 7467600"/>
              <a:gd name="connsiteY735" fmla="*/ 920306 h 6858000"/>
              <a:gd name="connsiteX736" fmla="*/ 5459407 w 7467600"/>
              <a:gd name="connsiteY736" fmla="*/ 940975 h 6858000"/>
              <a:gd name="connsiteX737" fmla="*/ 5374846 w 7467600"/>
              <a:gd name="connsiteY737" fmla="*/ 941988 h 6858000"/>
              <a:gd name="connsiteX738" fmla="*/ 5256105 w 7467600"/>
              <a:gd name="connsiteY738" fmla="*/ 945632 h 6858000"/>
              <a:gd name="connsiteX739" fmla="*/ 5107071 w 7467600"/>
              <a:gd name="connsiteY739" fmla="*/ 969720 h 6858000"/>
              <a:gd name="connsiteX740" fmla="*/ 4998681 w 7467600"/>
              <a:gd name="connsiteY740" fmla="*/ 988771 h 6858000"/>
              <a:gd name="connsiteX741" fmla="*/ 5870151 w 7467600"/>
              <a:gd name="connsiteY741" fmla="*/ 898890 h 6858000"/>
              <a:gd name="connsiteX742" fmla="*/ 5504425 w 7467600"/>
              <a:gd name="connsiteY742" fmla="*/ 848067 h 6858000"/>
              <a:gd name="connsiteX743" fmla="*/ 4968849 w 7467600"/>
              <a:gd name="connsiteY743" fmla="*/ 962318 h 6858000"/>
              <a:gd name="connsiteX744" fmla="*/ 5104039 w 7467600"/>
              <a:gd name="connsiteY744" fmla="*/ 940634 h 6858000"/>
              <a:gd name="connsiteX745" fmla="*/ 5256311 w 7467600"/>
              <a:gd name="connsiteY745" fmla="*/ 916490 h 6858000"/>
              <a:gd name="connsiteX746" fmla="*/ 5377381 w 7467600"/>
              <a:gd name="connsiteY746" fmla="*/ 912671 h 6858000"/>
              <a:gd name="connsiteX747" fmla="*/ 5460148 w 7467600"/>
              <a:gd name="connsiteY747" fmla="*/ 911442 h 6858000"/>
              <a:gd name="connsiteX748" fmla="*/ 5648971 w 7467600"/>
              <a:gd name="connsiteY748" fmla="*/ 891331 h 6858000"/>
              <a:gd name="connsiteX749" fmla="*/ 5844807 w 7467600"/>
              <a:gd name="connsiteY749" fmla="*/ 870718 h 6858000"/>
              <a:gd name="connsiteX750" fmla="*/ 5862975 w 7467600"/>
              <a:gd name="connsiteY750" fmla="*/ 869756 h 6858000"/>
              <a:gd name="connsiteX751" fmla="*/ 5920887 w 7467600"/>
              <a:gd name="connsiteY751" fmla="*/ 865929 h 6858000"/>
              <a:gd name="connsiteX752" fmla="*/ 5504425 w 7467600"/>
              <a:gd name="connsiteY752" fmla="*/ 848067 h 6858000"/>
              <a:gd name="connsiteX753" fmla="*/ 3607114 w 7467600"/>
              <a:gd name="connsiteY753" fmla="*/ 467441 h 6858000"/>
              <a:gd name="connsiteX754" fmla="*/ 3296242 w 7467600"/>
              <a:gd name="connsiteY754" fmla="*/ 807991 h 6858000"/>
              <a:gd name="connsiteX755" fmla="*/ 3174674 w 7467600"/>
              <a:gd name="connsiteY755" fmla="*/ 919759 h 6858000"/>
              <a:gd name="connsiteX756" fmla="*/ 3042978 w 7467600"/>
              <a:gd name="connsiteY756" fmla="*/ 1054894 h 6858000"/>
              <a:gd name="connsiteX757" fmla="*/ 2968914 w 7467600"/>
              <a:gd name="connsiteY757" fmla="*/ 1133756 h 6858000"/>
              <a:gd name="connsiteX758" fmla="*/ 3103823 w 7467600"/>
              <a:gd name="connsiteY758" fmla="*/ 1026814 h 6858000"/>
              <a:gd name="connsiteX759" fmla="*/ 3607114 w 7467600"/>
              <a:gd name="connsiteY759" fmla="*/ 467441 h 6858000"/>
              <a:gd name="connsiteX760" fmla="*/ 3744487 w 7467600"/>
              <a:gd name="connsiteY760" fmla="*/ 383136 h 6858000"/>
              <a:gd name="connsiteX761" fmla="*/ 3970213 w 7467600"/>
              <a:gd name="connsiteY761" fmla="*/ 995559 h 6858000"/>
              <a:gd name="connsiteX762" fmla="*/ 3744487 w 7467600"/>
              <a:gd name="connsiteY762" fmla="*/ 383136 h 6858000"/>
              <a:gd name="connsiteX763" fmla="*/ 3624562 w 7467600"/>
              <a:gd name="connsiteY763" fmla="*/ 367041 h 6858000"/>
              <a:gd name="connsiteX764" fmla="*/ 3489712 w 7467600"/>
              <a:gd name="connsiteY764" fmla="*/ 485386 h 6858000"/>
              <a:gd name="connsiteX765" fmla="*/ 3182994 w 7467600"/>
              <a:gd name="connsiteY765" fmla="*/ 828265 h 6858000"/>
              <a:gd name="connsiteX766" fmla="*/ 2892114 w 7467600"/>
              <a:gd name="connsiteY766" fmla="*/ 1172635 h 6858000"/>
              <a:gd name="connsiteX767" fmla="*/ 3021459 w 7467600"/>
              <a:gd name="connsiteY767" fmla="*/ 1035385 h 6858000"/>
              <a:gd name="connsiteX768" fmla="*/ 3153873 w 7467600"/>
              <a:gd name="connsiteY768" fmla="*/ 898971 h 6858000"/>
              <a:gd name="connsiteX769" fmla="*/ 3276511 w 7467600"/>
              <a:gd name="connsiteY769" fmla="*/ 786423 h 6858000"/>
              <a:gd name="connsiteX770" fmla="*/ 3584154 w 7467600"/>
              <a:gd name="connsiteY770" fmla="*/ 448218 h 6858000"/>
              <a:gd name="connsiteX771" fmla="*/ 3624562 w 7467600"/>
              <a:gd name="connsiteY771" fmla="*/ 367041 h 6858000"/>
              <a:gd name="connsiteX772" fmla="*/ 3766672 w 7467600"/>
              <a:gd name="connsiteY772" fmla="*/ 359429 h 6858000"/>
              <a:gd name="connsiteX773" fmla="*/ 3996338 w 7467600"/>
              <a:gd name="connsiteY773" fmla="*/ 968237 h 6858000"/>
              <a:gd name="connsiteX774" fmla="*/ 3766672 w 7467600"/>
              <a:gd name="connsiteY774" fmla="*/ 359429 h 6858000"/>
              <a:gd name="connsiteX775" fmla="*/ 5805386 w 7467600"/>
              <a:gd name="connsiteY775" fmla="*/ 239240 h 6858000"/>
              <a:gd name="connsiteX776" fmla="*/ 5736947 w 7467600"/>
              <a:gd name="connsiteY776" fmla="*/ 261367 h 6858000"/>
              <a:gd name="connsiteX777" fmla="*/ 5427012 w 7467600"/>
              <a:gd name="connsiteY777" fmla="*/ 311272 h 6858000"/>
              <a:gd name="connsiteX778" fmla="*/ 5147818 w 7467600"/>
              <a:gd name="connsiteY778" fmla="*/ 322112 h 6858000"/>
              <a:gd name="connsiteX779" fmla="*/ 5060854 w 7467600"/>
              <a:gd name="connsiteY779" fmla="*/ 311882 h 6858000"/>
              <a:gd name="connsiteX780" fmla="*/ 4945989 w 7467600"/>
              <a:gd name="connsiteY780" fmla="*/ 300516 h 6858000"/>
              <a:gd name="connsiteX781" fmla="*/ 5410479 w 7467600"/>
              <a:gd name="connsiteY781" fmla="*/ 348434 h 6858000"/>
              <a:gd name="connsiteX782" fmla="*/ 5805386 w 7467600"/>
              <a:gd name="connsiteY782" fmla="*/ 239240 h 6858000"/>
              <a:gd name="connsiteX783" fmla="*/ 5905192 w 7467600"/>
              <a:gd name="connsiteY783" fmla="*/ 163079 h 6858000"/>
              <a:gd name="connsiteX784" fmla="*/ 5865655 w 7467600"/>
              <a:gd name="connsiteY784" fmla="*/ 171901 h 6858000"/>
              <a:gd name="connsiteX785" fmla="*/ 5259740 w 7467600"/>
              <a:gd name="connsiteY785" fmla="*/ 257013 h 6858000"/>
              <a:gd name="connsiteX786" fmla="*/ 5208466 w 7467600"/>
              <a:gd name="connsiteY786" fmla="*/ 257550 h 6858000"/>
              <a:gd name="connsiteX787" fmla="*/ 4980204 w 7467600"/>
              <a:gd name="connsiteY787" fmla="*/ 271903 h 6858000"/>
              <a:gd name="connsiteX788" fmla="*/ 5068068 w 7467600"/>
              <a:gd name="connsiteY788" fmla="*/ 282244 h 6858000"/>
              <a:gd name="connsiteX789" fmla="*/ 5153231 w 7467600"/>
              <a:gd name="connsiteY789" fmla="*/ 292240 h 6858000"/>
              <a:gd name="connsiteX790" fmla="*/ 5426491 w 7467600"/>
              <a:gd name="connsiteY790" fmla="*/ 281128 h 6858000"/>
              <a:gd name="connsiteX791" fmla="*/ 5731212 w 7467600"/>
              <a:gd name="connsiteY791" fmla="*/ 231951 h 6858000"/>
              <a:gd name="connsiteX792" fmla="*/ 5905192 w 7467600"/>
              <a:gd name="connsiteY792" fmla="*/ 163079 h 6858000"/>
              <a:gd name="connsiteX793" fmla="*/ 5944437 w 7467600"/>
              <a:gd name="connsiteY793" fmla="*/ 113829 h 6858000"/>
              <a:gd name="connsiteX794" fmla="*/ 5825032 w 7467600"/>
              <a:gd name="connsiteY794" fmla="*/ 146405 h 6858000"/>
              <a:gd name="connsiteX795" fmla="*/ 4955599 w 7467600"/>
              <a:gd name="connsiteY795" fmla="*/ 247008 h 6858000"/>
              <a:gd name="connsiteX796" fmla="*/ 5210104 w 7467600"/>
              <a:gd name="connsiteY796" fmla="*/ 228123 h 6858000"/>
              <a:gd name="connsiteX797" fmla="*/ 5261015 w 7467600"/>
              <a:gd name="connsiteY797" fmla="*/ 227087 h 6858000"/>
              <a:gd name="connsiteX798" fmla="*/ 5861181 w 7467600"/>
              <a:gd name="connsiteY798" fmla="*/ 143093 h 6858000"/>
              <a:gd name="connsiteX799" fmla="*/ 5961252 w 7467600"/>
              <a:gd name="connsiteY799" fmla="*/ 114820 h 6858000"/>
              <a:gd name="connsiteX800" fmla="*/ 5944437 w 7467600"/>
              <a:gd name="connsiteY800" fmla="*/ 113829 h 6858000"/>
              <a:gd name="connsiteX801" fmla="*/ 3882765 w 7467600"/>
              <a:gd name="connsiteY801" fmla="*/ 0 h 6858000"/>
              <a:gd name="connsiteX802" fmla="*/ 3995099 w 7467600"/>
              <a:gd name="connsiteY802" fmla="*/ 0 h 6858000"/>
              <a:gd name="connsiteX803" fmla="*/ 4163818 w 7467600"/>
              <a:gd name="connsiteY803" fmla="*/ 234104 h 6858000"/>
              <a:gd name="connsiteX804" fmla="*/ 4172099 w 7467600"/>
              <a:gd name="connsiteY804" fmla="*/ 234207 h 6858000"/>
              <a:gd name="connsiteX805" fmla="*/ 4784282 w 7467600"/>
              <a:gd name="connsiteY805" fmla="*/ 276561 h 6858000"/>
              <a:gd name="connsiteX806" fmla="*/ 4801687 w 7467600"/>
              <a:gd name="connsiteY806" fmla="*/ 267764 h 6858000"/>
              <a:gd name="connsiteX807" fmla="*/ 6082788 w 7467600"/>
              <a:gd name="connsiteY807" fmla="*/ 64119 h 6858000"/>
              <a:gd name="connsiteX808" fmla="*/ 6099442 w 7467600"/>
              <a:gd name="connsiteY808" fmla="*/ 82568 h 6858000"/>
              <a:gd name="connsiteX809" fmla="*/ 4804137 w 7467600"/>
              <a:gd name="connsiteY809" fmla="*/ 320931 h 6858000"/>
              <a:gd name="connsiteX810" fmla="*/ 4227047 w 7467600"/>
              <a:gd name="connsiteY810" fmla="*/ 313415 h 6858000"/>
              <a:gd name="connsiteX811" fmla="*/ 4346041 w 7467600"/>
              <a:gd name="connsiteY811" fmla="*/ 456086 h 6858000"/>
              <a:gd name="connsiteX812" fmla="*/ 4870967 w 7467600"/>
              <a:gd name="connsiteY812" fmla="*/ 963061 h 6858000"/>
              <a:gd name="connsiteX813" fmla="*/ 4889647 w 7467600"/>
              <a:gd name="connsiteY813" fmla="*/ 957147 h 6858000"/>
              <a:gd name="connsiteX814" fmla="*/ 5422504 w 7467600"/>
              <a:gd name="connsiteY814" fmla="*/ 805191 h 6858000"/>
              <a:gd name="connsiteX815" fmla="*/ 6087656 w 7467600"/>
              <a:gd name="connsiteY815" fmla="*/ 826703 h 6858000"/>
              <a:gd name="connsiteX816" fmla="*/ 6058717 w 7467600"/>
              <a:gd name="connsiteY816" fmla="*/ 865992 h 6858000"/>
              <a:gd name="connsiteX817" fmla="*/ 4974153 w 7467600"/>
              <a:gd name="connsiteY817" fmla="*/ 1045456 h 6858000"/>
              <a:gd name="connsiteX818" fmla="*/ 5627835 w 7467600"/>
              <a:gd name="connsiteY818" fmla="*/ 1472077 h 6858000"/>
              <a:gd name="connsiteX819" fmla="*/ 5629817 w 7467600"/>
              <a:gd name="connsiteY819" fmla="*/ 1471412 h 6858000"/>
              <a:gd name="connsiteX820" fmla="*/ 5634124 w 7467600"/>
              <a:gd name="connsiteY820" fmla="*/ 1470572 h 6858000"/>
              <a:gd name="connsiteX821" fmla="*/ 5755832 w 7467600"/>
              <a:gd name="connsiteY821" fmla="*/ 1383886 h 6858000"/>
              <a:gd name="connsiteX822" fmla="*/ 6014186 w 7467600"/>
              <a:gd name="connsiteY822" fmla="*/ 1279799 h 6858000"/>
              <a:gd name="connsiteX823" fmla="*/ 6901619 w 7467600"/>
              <a:gd name="connsiteY823" fmla="*/ 1047874 h 6858000"/>
              <a:gd name="connsiteX824" fmla="*/ 6931566 w 7467600"/>
              <a:gd name="connsiteY824" fmla="*/ 1062034 h 6858000"/>
              <a:gd name="connsiteX825" fmla="*/ 5790982 w 7467600"/>
              <a:gd name="connsiteY825" fmla="*/ 1561380 h 6858000"/>
              <a:gd name="connsiteX826" fmla="*/ 6188971 w 7467600"/>
              <a:gd name="connsiteY826" fmla="*/ 1755168 h 6858000"/>
              <a:gd name="connsiteX827" fmla="*/ 6202446 w 7467600"/>
              <a:gd name="connsiteY827" fmla="*/ 1752268 h 6858000"/>
              <a:gd name="connsiteX828" fmla="*/ 7179560 w 7467600"/>
              <a:gd name="connsiteY828" fmla="*/ 1467551 h 6858000"/>
              <a:gd name="connsiteX829" fmla="*/ 7158730 w 7467600"/>
              <a:gd name="connsiteY829" fmla="*/ 1507835 h 6858000"/>
              <a:gd name="connsiteX830" fmla="*/ 6326959 w 7467600"/>
              <a:gd name="connsiteY830" fmla="*/ 1817686 h 6858000"/>
              <a:gd name="connsiteX831" fmla="*/ 6537433 w 7467600"/>
              <a:gd name="connsiteY831" fmla="*/ 1907790 h 6858000"/>
              <a:gd name="connsiteX832" fmla="*/ 6550221 w 7467600"/>
              <a:gd name="connsiteY832" fmla="*/ 1910729 h 6858000"/>
              <a:gd name="connsiteX833" fmla="*/ 6964438 w 7467600"/>
              <a:gd name="connsiteY833" fmla="*/ 2209505 h 6858000"/>
              <a:gd name="connsiteX834" fmla="*/ 7367862 w 7467600"/>
              <a:gd name="connsiteY834" fmla="*/ 2806833 h 6858000"/>
              <a:gd name="connsiteX835" fmla="*/ 7364329 w 7467600"/>
              <a:gd name="connsiteY835" fmla="*/ 2826907 h 6858000"/>
              <a:gd name="connsiteX836" fmla="*/ 7290545 w 7467600"/>
              <a:gd name="connsiteY836" fmla="*/ 2850663 h 6858000"/>
              <a:gd name="connsiteX837" fmla="*/ 6472036 w 7467600"/>
              <a:gd name="connsiteY837" fmla="*/ 1959003 h 6858000"/>
              <a:gd name="connsiteX838" fmla="*/ 5792897 w 7467600"/>
              <a:gd name="connsiteY838" fmla="*/ 1647747 h 6858000"/>
              <a:gd name="connsiteX839" fmla="*/ 5842751 w 7467600"/>
              <a:gd name="connsiteY839" fmla="*/ 1816112 h 6858000"/>
              <a:gd name="connsiteX840" fmla="*/ 5847424 w 7467600"/>
              <a:gd name="connsiteY840" fmla="*/ 1815776 h 6858000"/>
              <a:gd name="connsiteX841" fmla="*/ 6399821 w 7467600"/>
              <a:gd name="connsiteY841" fmla="*/ 2344799 h 6858000"/>
              <a:gd name="connsiteX842" fmla="*/ 6323232 w 7467600"/>
              <a:gd name="connsiteY842" fmla="*/ 2389634 h 6858000"/>
              <a:gd name="connsiteX843" fmla="*/ 5942958 w 7467600"/>
              <a:gd name="connsiteY843" fmla="*/ 2077708 h 6858000"/>
              <a:gd name="connsiteX844" fmla="*/ 5921559 w 7467600"/>
              <a:gd name="connsiteY844" fmla="*/ 2378596 h 6858000"/>
              <a:gd name="connsiteX845" fmla="*/ 5817651 w 7467600"/>
              <a:gd name="connsiteY845" fmla="*/ 3023919 h 6858000"/>
              <a:gd name="connsiteX846" fmla="*/ 5729634 w 7467600"/>
              <a:gd name="connsiteY846" fmla="*/ 3051849 h 6858000"/>
              <a:gd name="connsiteX847" fmla="*/ 5611018 w 7467600"/>
              <a:gd name="connsiteY847" fmla="*/ 2316769 h 6858000"/>
              <a:gd name="connsiteX848" fmla="*/ 5687608 w 7467600"/>
              <a:gd name="connsiteY848" fmla="*/ 2039972 h 6858000"/>
              <a:gd name="connsiteX849" fmla="*/ 5657554 w 7467600"/>
              <a:gd name="connsiteY849" fmla="*/ 1576445 h 6858000"/>
              <a:gd name="connsiteX850" fmla="*/ 5150475 w 7467600"/>
              <a:gd name="connsiteY850" fmla="*/ 1274012 h 6858000"/>
              <a:gd name="connsiteX851" fmla="*/ 5349142 w 7467600"/>
              <a:gd name="connsiteY851" fmla="*/ 2204405 h 6858000"/>
              <a:gd name="connsiteX852" fmla="*/ 5262214 w 7467600"/>
              <a:gd name="connsiteY852" fmla="*/ 2233836 h 6858000"/>
              <a:gd name="connsiteX853" fmla="*/ 4981539 w 7467600"/>
              <a:gd name="connsiteY853" fmla="*/ 1542201 h 6858000"/>
              <a:gd name="connsiteX854" fmla="*/ 4958461 w 7467600"/>
              <a:gd name="connsiteY854" fmla="*/ 1136957 h 6858000"/>
              <a:gd name="connsiteX855" fmla="*/ 4655015 w 7467600"/>
              <a:gd name="connsiteY855" fmla="*/ 891426 h 6858000"/>
              <a:gd name="connsiteX856" fmla="*/ 4348002 w 7467600"/>
              <a:gd name="connsiteY856" fmla="*/ 2205895 h 6858000"/>
              <a:gd name="connsiteX857" fmla="*/ 4262250 w 7467600"/>
              <a:gd name="connsiteY857" fmla="*/ 2219972 h 6858000"/>
              <a:gd name="connsiteX858" fmla="*/ 4550611 w 7467600"/>
              <a:gd name="connsiteY858" fmla="*/ 817540 h 6858000"/>
              <a:gd name="connsiteX859" fmla="*/ 4564418 w 7467600"/>
              <a:gd name="connsiteY859" fmla="*/ 808293 h 6858000"/>
              <a:gd name="connsiteX860" fmla="*/ 4266388 w 7467600"/>
              <a:gd name="connsiteY860" fmla="*/ 500083 h 6858000"/>
              <a:gd name="connsiteX861" fmla="*/ 4032842 w 7467600"/>
              <a:gd name="connsiteY861" fmla="*/ 211809 h 6858000"/>
              <a:gd name="connsiteX862" fmla="*/ 3882765 w 7467600"/>
              <a:gd name="connsiteY862" fmla="*/ 0 h 6858000"/>
              <a:gd name="connsiteX863" fmla="*/ 3721337 w 7467600"/>
              <a:gd name="connsiteY863" fmla="*/ 0 h 6858000"/>
              <a:gd name="connsiteX864" fmla="*/ 3797544 w 7467600"/>
              <a:gd name="connsiteY864" fmla="*/ 0 h 6858000"/>
              <a:gd name="connsiteX865" fmla="*/ 3775734 w 7467600"/>
              <a:gd name="connsiteY865" fmla="*/ 95131 h 6858000"/>
              <a:gd name="connsiteX866" fmla="*/ 3724807 w 7467600"/>
              <a:gd name="connsiteY866" fmla="*/ 272257 h 6858000"/>
              <a:gd name="connsiteX867" fmla="*/ 3726844 w 7467600"/>
              <a:gd name="connsiteY867" fmla="*/ 282988 h 6858000"/>
              <a:gd name="connsiteX868" fmla="*/ 3742664 w 7467600"/>
              <a:gd name="connsiteY868" fmla="*/ 279918 h 6858000"/>
              <a:gd name="connsiteX869" fmla="*/ 4103910 w 7467600"/>
              <a:gd name="connsiteY869" fmla="*/ 1161917 h 6858000"/>
              <a:gd name="connsiteX870" fmla="*/ 4020269 w 7467600"/>
              <a:gd name="connsiteY870" fmla="*/ 1200406 h 6858000"/>
              <a:gd name="connsiteX871" fmla="*/ 3674882 w 7467600"/>
              <a:gd name="connsiteY871" fmla="*/ 488524 h 6858000"/>
              <a:gd name="connsiteX872" fmla="*/ 3132682 w 7467600"/>
              <a:gd name="connsiteY872" fmla="*/ 1072284 h 6858000"/>
              <a:gd name="connsiteX873" fmla="*/ 2716346 w 7467600"/>
              <a:gd name="connsiteY873" fmla="*/ 1276376 h 6858000"/>
              <a:gd name="connsiteX874" fmla="*/ 2716772 w 7467600"/>
              <a:gd name="connsiteY874" fmla="*/ 1255462 h 6858000"/>
              <a:gd name="connsiteX875" fmla="*/ 3471096 w 7467600"/>
              <a:gd name="connsiteY875" fmla="*/ 437072 h 6858000"/>
              <a:gd name="connsiteX876" fmla="*/ 3639057 w 7467600"/>
              <a:gd name="connsiteY876" fmla="*/ 286334 h 6858000"/>
              <a:gd name="connsiteX877" fmla="*/ 3640309 w 7467600"/>
              <a:gd name="connsiteY877" fmla="*/ 284664 h 6858000"/>
              <a:gd name="connsiteX878" fmla="*/ 3646022 w 7467600"/>
              <a:gd name="connsiteY878" fmla="*/ 276711 h 6858000"/>
              <a:gd name="connsiteX879" fmla="*/ 3707943 w 7467600"/>
              <a:gd name="connsiteY879" fmla="*/ 65958 h 6858000"/>
              <a:gd name="connsiteX880" fmla="*/ 3721337 w 7467600"/>
              <a:gd name="connsiteY880" fmla="*/ 0 h 6858000"/>
              <a:gd name="connsiteX881" fmla="*/ 2867960 w 7467600"/>
              <a:gd name="connsiteY881" fmla="*/ 0 h 6858000"/>
              <a:gd name="connsiteX882" fmla="*/ 2926351 w 7467600"/>
              <a:gd name="connsiteY882" fmla="*/ 0 h 6858000"/>
              <a:gd name="connsiteX883" fmla="*/ 2902823 w 7467600"/>
              <a:gd name="connsiteY883" fmla="*/ 262929 h 6858000"/>
              <a:gd name="connsiteX884" fmla="*/ 2940663 w 7467600"/>
              <a:gd name="connsiteY884" fmla="*/ 140884 h 6858000"/>
              <a:gd name="connsiteX885" fmla="*/ 2947039 w 7467600"/>
              <a:gd name="connsiteY885" fmla="*/ 122524 h 6858000"/>
              <a:gd name="connsiteX886" fmla="*/ 2984316 w 7467600"/>
              <a:gd name="connsiteY886" fmla="*/ 0 h 6858000"/>
              <a:gd name="connsiteX887" fmla="*/ 3016114 w 7467600"/>
              <a:gd name="connsiteY887" fmla="*/ 0 h 6858000"/>
              <a:gd name="connsiteX888" fmla="*/ 2979949 w 7467600"/>
              <a:gd name="connsiteY888" fmla="*/ 119274 h 6858000"/>
              <a:gd name="connsiteX889" fmla="*/ 3023879 w 7467600"/>
              <a:gd name="connsiteY889" fmla="*/ 0 h 6858000"/>
              <a:gd name="connsiteX890" fmla="*/ 3105400 w 7467600"/>
              <a:gd name="connsiteY890" fmla="*/ 0 h 6858000"/>
              <a:gd name="connsiteX891" fmla="*/ 3094669 w 7467600"/>
              <a:gd name="connsiteY891" fmla="*/ 30308 h 6858000"/>
              <a:gd name="connsiteX892" fmla="*/ 2901945 w 7467600"/>
              <a:gd name="connsiteY892" fmla="*/ 466538 h 6858000"/>
              <a:gd name="connsiteX893" fmla="*/ 2815209 w 7467600"/>
              <a:gd name="connsiteY893" fmla="*/ 497361 h 6858000"/>
              <a:gd name="connsiteX894" fmla="*/ 2844845 w 7467600"/>
              <a:gd name="connsiteY894" fmla="*/ 127638 h 6858000"/>
              <a:gd name="connsiteX895" fmla="*/ 2867960 w 7467600"/>
              <a:gd name="connsiteY895" fmla="*/ 0 h 6858000"/>
              <a:gd name="connsiteX896" fmla="*/ 1057230 w 7467600"/>
              <a:gd name="connsiteY896" fmla="*/ 0 h 6858000"/>
              <a:gd name="connsiteX897" fmla="*/ 1111003 w 7467600"/>
              <a:gd name="connsiteY897" fmla="*/ 0 h 6858000"/>
              <a:gd name="connsiteX898" fmla="*/ 1125553 w 7467600"/>
              <a:gd name="connsiteY898" fmla="*/ 52588 h 6858000"/>
              <a:gd name="connsiteX899" fmla="*/ 1304276 w 7467600"/>
              <a:gd name="connsiteY899" fmla="*/ 476275 h 6858000"/>
              <a:gd name="connsiteX900" fmla="*/ 1492066 w 7467600"/>
              <a:gd name="connsiteY900" fmla="*/ 886333 h 6858000"/>
              <a:gd name="connsiteX901" fmla="*/ 1423698 w 7467600"/>
              <a:gd name="connsiteY901" fmla="*/ 710817 h 6858000"/>
              <a:gd name="connsiteX902" fmla="*/ 1357609 w 7467600"/>
              <a:gd name="connsiteY902" fmla="*/ 532892 h 6858000"/>
              <a:gd name="connsiteX903" fmla="*/ 1309550 w 7467600"/>
              <a:gd name="connsiteY903" fmla="*/ 374031 h 6858000"/>
              <a:gd name="connsiteX904" fmla="*/ 1193673 w 7467600"/>
              <a:gd name="connsiteY904" fmla="*/ 49533 h 6858000"/>
              <a:gd name="connsiteX905" fmla="*/ 1164391 w 7467600"/>
              <a:gd name="connsiteY905" fmla="*/ 0 h 6858000"/>
              <a:gd name="connsiteX906" fmla="*/ 1200666 w 7467600"/>
              <a:gd name="connsiteY906" fmla="*/ 0 h 6858000"/>
              <a:gd name="connsiteX907" fmla="*/ 1223408 w 7467600"/>
              <a:gd name="connsiteY907" fmla="*/ 38996 h 6858000"/>
              <a:gd name="connsiteX908" fmla="*/ 1339635 w 7467600"/>
              <a:gd name="connsiteY908" fmla="*/ 365517 h 6858000"/>
              <a:gd name="connsiteX909" fmla="*/ 1387469 w 7467600"/>
              <a:gd name="connsiteY909" fmla="*/ 523079 h 6858000"/>
              <a:gd name="connsiteX910" fmla="*/ 1452685 w 7467600"/>
              <a:gd name="connsiteY910" fmla="*/ 699806 h 6858000"/>
              <a:gd name="connsiteX911" fmla="*/ 1492092 w 7467600"/>
              <a:gd name="connsiteY911" fmla="*/ 800424 h 6858000"/>
              <a:gd name="connsiteX912" fmla="*/ 1455302 w 7467600"/>
              <a:gd name="connsiteY912" fmla="*/ 632913 h 6858000"/>
              <a:gd name="connsiteX913" fmla="*/ 1222336 w 7467600"/>
              <a:gd name="connsiteY913" fmla="*/ 9480 h 6858000"/>
              <a:gd name="connsiteX914" fmla="*/ 1214634 w 7467600"/>
              <a:gd name="connsiteY914" fmla="*/ 0 h 6858000"/>
              <a:gd name="connsiteX915" fmla="*/ 1289827 w 7467600"/>
              <a:gd name="connsiteY915" fmla="*/ 0 h 6858000"/>
              <a:gd name="connsiteX916" fmla="*/ 1321076 w 7467600"/>
              <a:gd name="connsiteY916" fmla="*/ 59722 h 6858000"/>
              <a:gd name="connsiteX917" fmla="*/ 1512579 w 7467600"/>
              <a:gd name="connsiteY917" fmla="*/ 626441 h 6858000"/>
              <a:gd name="connsiteX918" fmla="*/ 1506076 w 7467600"/>
              <a:gd name="connsiteY918" fmla="*/ 1089289 h 6858000"/>
              <a:gd name="connsiteX919" fmla="*/ 1486346 w 7467600"/>
              <a:gd name="connsiteY919" fmla="*/ 1079919 h 6858000"/>
              <a:gd name="connsiteX920" fmla="*/ 1070511 w 7467600"/>
              <a:gd name="connsiteY920" fmla="*/ 48609 h 6858000"/>
              <a:gd name="connsiteX921" fmla="*/ 1057230 w 7467600"/>
              <a:gd name="connsiteY921" fmla="*/ 0 h 6858000"/>
              <a:gd name="connsiteX922" fmla="*/ 43151 w 7467600"/>
              <a:gd name="connsiteY922" fmla="*/ 0 h 6858000"/>
              <a:gd name="connsiteX923" fmla="*/ 95283 w 7467600"/>
              <a:gd name="connsiteY923" fmla="*/ 0 h 6858000"/>
              <a:gd name="connsiteX924" fmla="*/ 300708 w 7467600"/>
              <a:gd name="connsiteY924" fmla="*/ 154571 h 6858000"/>
              <a:gd name="connsiteX925" fmla="*/ 530414 w 7467600"/>
              <a:gd name="connsiteY925" fmla="*/ 354673 h 6858000"/>
              <a:gd name="connsiteX926" fmla="*/ 333785 w 7467600"/>
              <a:gd name="connsiteY926" fmla="*/ 161564 h 6858000"/>
              <a:gd name="connsiteX927" fmla="*/ 147005 w 7467600"/>
              <a:gd name="connsiteY927" fmla="*/ 0 h 6858000"/>
              <a:gd name="connsiteX928" fmla="*/ 272509 w 7467600"/>
              <a:gd name="connsiteY928" fmla="*/ 0 h 6858000"/>
              <a:gd name="connsiteX929" fmla="*/ 326276 w 7467600"/>
              <a:gd name="connsiteY929" fmla="*/ 45847 h 6858000"/>
              <a:gd name="connsiteX930" fmla="*/ 823759 w 7467600"/>
              <a:gd name="connsiteY930" fmla="*/ 574145 h 6858000"/>
              <a:gd name="connsiteX931" fmla="*/ 811254 w 7467600"/>
              <a:gd name="connsiteY931" fmla="*/ 665546 h 6858000"/>
              <a:gd name="connsiteX932" fmla="*/ 154042 w 7467600"/>
              <a:gd name="connsiteY932" fmla="*/ 261522 h 6858000"/>
              <a:gd name="connsiteX933" fmla="*/ 13550 w 7467600"/>
              <a:gd name="connsiteY933" fmla="*/ 158423 h 6858000"/>
              <a:gd name="connsiteX934" fmla="*/ 0 w 7467600"/>
              <a:gd name="connsiteY934" fmla="*/ 146618 h 6858000"/>
              <a:gd name="connsiteX935" fmla="*/ 0 w 7467600"/>
              <a:gd name="connsiteY935" fmla="*/ 59161 h 6858000"/>
              <a:gd name="connsiteX936" fmla="*/ 45427 w 7467600"/>
              <a:gd name="connsiteY936" fmla="*/ 101078 h 6858000"/>
              <a:gd name="connsiteX937" fmla="*/ 630103 w 7467600"/>
              <a:gd name="connsiteY937" fmla="*/ 485885 h 6858000"/>
              <a:gd name="connsiteX938" fmla="*/ 532040 w 7467600"/>
              <a:gd name="connsiteY938" fmla="*/ 399359 h 6858000"/>
              <a:gd name="connsiteX939" fmla="*/ 517618 w 7467600"/>
              <a:gd name="connsiteY939" fmla="*/ 385726 h 6858000"/>
              <a:gd name="connsiteX940" fmla="*/ 285074 w 7467600"/>
              <a:gd name="connsiteY940" fmla="*/ 182755 h 6858000"/>
              <a:gd name="connsiteX941" fmla="*/ 43151 w 7467600"/>
              <a:gd name="connsiteY941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289862 w 7467600"/>
              <a:gd name="connsiteY4" fmla="*/ 665982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7289862 w 7467600"/>
              <a:gd name="connsiteY8" fmla="*/ 6659827 h 6858000"/>
              <a:gd name="connsiteX9" fmla="*/ 1019354 w 7467600"/>
              <a:gd name="connsiteY9" fmla="*/ 6315006 h 6858000"/>
              <a:gd name="connsiteX10" fmla="*/ 441046 w 7467600"/>
              <a:gd name="connsiteY10" fmla="*/ 6691153 h 6858000"/>
              <a:gd name="connsiteX11" fmla="*/ 1019354 w 7467600"/>
              <a:gd name="connsiteY11" fmla="*/ 6315006 h 6858000"/>
              <a:gd name="connsiteX12" fmla="*/ 991680 w 7467600"/>
              <a:gd name="connsiteY12" fmla="*/ 6298413 h 6858000"/>
              <a:gd name="connsiteX13" fmla="*/ 409060 w 7467600"/>
              <a:gd name="connsiteY13" fmla="*/ 6671470 h 6858000"/>
              <a:gd name="connsiteX14" fmla="*/ 991680 w 7467600"/>
              <a:gd name="connsiteY14" fmla="*/ 6298413 h 6858000"/>
              <a:gd name="connsiteX15" fmla="*/ 103333 w 7467600"/>
              <a:gd name="connsiteY15" fmla="*/ 5699602 h 6858000"/>
              <a:gd name="connsiteX16" fmla="*/ 233938 w 7467600"/>
              <a:gd name="connsiteY16" fmla="*/ 5809416 h 6858000"/>
              <a:gd name="connsiteX17" fmla="*/ 883580 w 7467600"/>
              <a:gd name="connsiteY17" fmla="*/ 6180710 h 6858000"/>
              <a:gd name="connsiteX18" fmla="*/ 487337 w 7467600"/>
              <a:gd name="connsiteY18" fmla="*/ 5950182 h 6858000"/>
              <a:gd name="connsiteX19" fmla="*/ 354051 w 7467600"/>
              <a:gd name="connsiteY19" fmla="*/ 5854912 h 6858000"/>
              <a:gd name="connsiteX20" fmla="*/ 195436 w 7467600"/>
              <a:gd name="connsiteY20" fmla="*/ 5755068 h 6858000"/>
              <a:gd name="connsiteX21" fmla="*/ 103333 w 7467600"/>
              <a:gd name="connsiteY21" fmla="*/ 5699602 h 6858000"/>
              <a:gd name="connsiteX22" fmla="*/ 5539432 w 7467600"/>
              <a:gd name="connsiteY22" fmla="*/ 5642928 h 6858000"/>
              <a:gd name="connsiteX23" fmla="*/ 5555462 w 7467600"/>
              <a:gd name="connsiteY23" fmla="*/ 5694454 h 6858000"/>
              <a:gd name="connsiteX24" fmla="*/ 5828270 w 7467600"/>
              <a:gd name="connsiteY24" fmla="*/ 6320663 h 6858000"/>
              <a:gd name="connsiteX25" fmla="*/ 5947416 w 7467600"/>
              <a:gd name="connsiteY25" fmla="*/ 6574846 h 6858000"/>
              <a:gd name="connsiteX26" fmla="*/ 5539432 w 7467600"/>
              <a:gd name="connsiteY26" fmla="*/ 5642928 h 6858000"/>
              <a:gd name="connsiteX27" fmla="*/ 51253 w 7467600"/>
              <a:gd name="connsiteY27" fmla="*/ 5631825 h 6858000"/>
              <a:gd name="connsiteX28" fmla="*/ 211622 w 7467600"/>
              <a:gd name="connsiteY28" fmla="*/ 5728803 h 6858000"/>
              <a:gd name="connsiteX29" fmla="*/ 371652 w 7467600"/>
              <a:gd name="connsiteY29" fmla="*/ 5829062 h 6858000"/>
              <a:gd name="connsiteX30" fmla="*/ 505903 w 7467600"/>
              <a:gd name="connsiteY30" fmla="*/ 5925221 h 6858000"/>
              <a:gd name="connsiteX31" fmla="*/ 899240 w 7467600"/>
              <a:gd name="connsiteY31" fmla="*/ 6153068 h 6858000"/>
              <a:gd name="connsiteX32" fmla="*/ 988114 w 7467600"/>
              <a:gd name="connsiteY32" fmla="*/ 6174204 h 6858000"/>
              <a:gd name="connsiteX33" fmla="*/ 845971 w 7467600"/>
              <a:gd name="connsiteY33" fmla="*/ 6067177 h 6858000"/>
              <a:gd name="connsiteX34" fmla="*/ 448057 w 7467600"/>
              <a:gd name="connsiteY34" fmla="*/ 5841376 h 6858000"/>
              <a:gd name="connsiteX35" fmla="*/ 51253 w 7467600"/>
              <a:gd name="connsiteY35" fmla="*/ 5631825 h 6858000"/>
              <a:gd name="connsiteX36" fmla="*/ 2606687 w 7467600"/>
              <a:gd name="connsiteY36" fmla="*/ 5630718 h 6858000"/>
              <a:gd name="connsiteX37" fmla="*/ 2645658 w 7467600"/>
              <a:gd name="connsiteY37" fmla="*/ 6640259 h 6858000"/>
              <a:gd name="connsiteX38" fmla="*/ 2606687 w 7467600"/>
              <a:gd name="connsiteY38" fmla="*/ 5630718 h 6858000"/>
              <a:gd name="connsiteX39" fmla="*/ 3642057 w 7467600"/>
              <a:gd name="connsiteY39" fmla="*/ 5573487 h 6858000"/>
              <a:gd name="connsiteX40" fmla="*/ 3632981 w 7467600"/>
              <a:gd name="connsiteY40" fmla="*/ 5579437 h 6858000"/>
              <a:gd name="connsiteX41" fmla="*/ 3382436 w 7467600"/>
              <a:gd name="connsiteY41" fmla="*/ 5952726 h 6858000"/>
              <a:gd name="connsiteX42" fmla="*/ 3191929 w 7467600"/>
              <a:gd name="connsiteY42" fmla="*/ 6662669 h 6858000"/>
              <a:gd name="connsiteX43" fmla="*/ 3369898 w 7467600"/>
              <a:gd name="connsiteY43" fmla="*/ 6081771 h 6858000"/>
              <a:gd name="connsiteX44" fmla="*/ 3642057 w 7467600"/>
              <a:gd name="connsiteY44" fmla="*/ 5573487 h 6858000"/>
              <a:gd name="connsiteX45" fmla="*/ 2650666 w 7467600"/>
              <a:gd name="connsiteY45" fmla="*/ 5530686 h 6858000"/>
              <a:gd name="connsiteX46" fmla="*/ 2650249 w 7467600"/>
              <a:gd name="connsiteY46" fmla="*/ 5532101 h 6858000"/>
              <a:gd name="connsiteX47" fmla="*/ 2663808 w 7467600"/>
              <a:gd name="connsiteY47" fmla="*/ 6535215 h 6858000"/>
              <a:gd name="connsiteX48" fmla="*/ 2665418 w 7467600"/>
              <a:gd name="connsiteY48" fmla="*/ 6132756 h 6858000"/>
              <a:gd name="connsiteX49" fmla="*/ 2650666 w 7467600"/>
              <a:gd name="connsiteY49" fmla="*/ 5530686 h 6858000"/>
              <a:gd name="connsiteX50" fmla="*/ 2680277 w 7467600"/>
              <a:gd name="connsiteY50" fmla="*/ 5479204 h 6858000"/>
              <a:gd name="connsiteX51" fmla="*/ 2678972 w 7467600"/>
              <a:gd name="connsiteY51" fmla="*/ 5481582 h 6858000"/>
              <a:gd name="connsiteX52" fmla="*/ 2696666 w 7467600"/>
              <a:gd name="connsiteY52" fmla="*/ 6133836 h 6858000"/>
              <a:gd name="connsiteX53" fmla="*/ 2695769 w 7467600"/>
              <a:gd name="connsiteY53" fmla="*/ 6390955 h 6858000"/>
              <a:gd name="connsiteX54" fmla="*/ 2739893 w 7467600"/>
              <a:gd name="connsiteY54" fmla="*/ 6108357 h 6858000"/>
              <a:gd name="connsiteX55" fmla="*/ 2680277 w 7467600"/>
              <a:gd name="connsiteY55" fmla="*/ 5479204 h 6858000"/>
              <a:gd name="connsiteX56" fmla="*/ 1132195 w 7467600"/>
              <a:gd name="connsiteY56" fmla="*/ 5467980 h 6858000"/>
              <a:gd name="connsiteX57" fmla="*/ 1679056 w 7467600"/>
              <a:gd name="connsiteY57" fmla="*/ 5516907 h 6858000"/>
              <a:gd name="connsiteX58" fmla="*/ 2128648 w 7467600"/>
              <a:gd name="connsiteY58" fmla="*/ 5474249 h 6858000"/>
              <a:gd name="connsiteX59" fmla="*/ 1825619 w 7467600"/>
              <a:gd name="connsiteY59" fmla="*/ 5478447 h 6858000"/>
              <a:gd name="connsiteX60" fmla="*/ 1737798 w 7467600"/>
              <a:gd name="connsiteY60" fmla="*/ 5483353 h 6858000"/>
              <a:gd name="connsiteX61" fmla="*/ 1132195 w 7467600"/>
              <a:gd name="connsiteY61" fmla="*/ 5467980 h 6858000"/>
              <a:gd name="connsiteX62" fmla="*/ 1456157 w 7467600"/>
              <a:gd name="connsiteY62" fmla="*/ 5371404 h 6858000"/>
              <a:gd name="connsiteX63" fmla="*/ 1244432 w 7467600"/>
              <a:gd name="connsiteY63" fmla="*/ 5385601 h 6858000"/>
              <a:gd name="connsiteX64" fmla="*/ 973990 w 7467600"/>
              <a:gd name="connsiteY64" fmla="*/ 5424940 h 6858000"/>
              <a:gd name="connsiteX65" fmla="*/ 1103809 w 7467600"/>
              <a:gd name="connsiteY65" fmla="*/ 5433720 h 6858000"/>
              <a:gd name="connsiteX66" fmla="*/ 1123454 w 7467600"/>
              <a:gd name="connsiteY66" fmla="*/ 5435727 h 6858000"/>
              <a:gd name="connsiteX67" fmla="*/ 1737017 w 7467600"/>
              <a:gd name="connsiteY67" fmla="*/ 5452183 h 6858000"/>
              <a:gd name="connsiteX68" fmla="*/ 1824397 w 7467600"/>
              <a:gd name="connsiteY68" fmla="*/ 5447757 h 6858000"/>
              <a:gd name="connsiteX69" fmla="*/ 2070059 w 7467600"/>
              <a:gd name="connsiteY69" fmla="*/ 5441660 h 6858000"/>
              <a:gd name="connsiteX70" fmla="*/ 1456157 w 7467600"/>
              <a:gd name="connsiteY70" fmla="*/ 5371404 h 6858000"/>
              <a:gd name="connsiteX71" fmla="*/ 4988186 w 7467600"/>
              <a:gd name="connsiteY71" fmla="*/ 5216467 h 6858000"/>
              <a:gd name="connsiteX72" fmla="*/ 4777334 w 7467600"/>
              <a:gd name="connsiteY72" fmla="*/ 5406072 h 6858000"/>
              <a:gd name="connsiteX73" fmla="*/ 4718341 w 7467600"/>
              <a:gd name="connsiteY73" fmla="*/ 5468043 h 6858000"/>
              <a:gd name="connsiteX74" fmla="*/ 4604655 w 7467600"/>
              <a:gd name="connsiteY74" fmla="*/ 5583434 h 6858000"/>
              <a:gd name="connsiteX75" fmla="*/ 4565074 w 7467600"/>
              <a:gd name="connsiteY75" fmla="*/ 5618550 h 6858000"/>
              <a:gd name="connsiteX76" fmla="*/ 4988186 w 7467600"/>
              <a:gd name="connsiteY76" fmla="*/ 5216467 h 6858000"/>
              <a:gd name="connsiteX77" fmla="*/ 4978032 w 7467600"/>
              <a:gd name="connsiteY77" fmla="*/ 5183809 h 6858000"/>
              <a:gd name="connsiteX78" fmla="*/ 4463413 w 7467600"/>
              <a:gd name="connsiteY78" fmla="*/ 5615162 h 6858000"/>
              <a:gd name="connsiteX79" fmla="*/ 4358134 w 7467600"/>
              <a:gd name="connsiteY79" fmla="*/ 5742791 h 6858000"/>
              <a:gd name="connsiteX80" fmla="*/ 4376219 w 7467600"/>
              <a:gd name="connsiteY80" fmla="*/ 5729027 h 6858000"/>
              <a:gd name="connsiteX81" fmla="*/ 4582340 w 7467600"/>
              <a:gd name="connsiteY81" fmla="*/ 5561037 h 6858000"/>
              <a:gd name="connsiteX82" fmla="*/ 4694684 w 7467600"/>
              <a:gd name="connsiteY82" fmla="*/ 5447098 h 6858000"/>
              <a:gd name="connsiteX83" fmla="*/ 4754123 w 7467600"/>
              <a:gd name="connsiteY83" fmla="*/ 5384643 h 6858000"/>
              <a:gd name="connsiteX84" fmla="*/ 4978032 w 7467600"/>
              <a:gd name="connsiteY84" fmla="*/ 5183809 h 6858000"/>
              <a:gd name="connsiteX85" fmla="*/ 1903353 w 7467600"/>
              <a:gd name="connsiteY85" fmla="*/ 5044827 h 6858000"/>
              <a:gd name="connsiteX86" fmla="*/ 1936931 w 7467600"/>
              <a:gd name="connsiteY86" fmla="*/ 5093954 h 6858000"/>
              <a:gd name="connsiteX87" fmla="*/ 2195868 w 7467600"/>
              <a:gd name="connsiteY87" fmla="*/ 5396574 h 6858000"/>
              <a:gd name="connsiteX88" fmla="*/ 2088852 w 7467600"/>
              <a:gd name="connsiteY88" fmla="*/ 5166123 h 6858000"/>
              <a:gd name="connsiteX89" fmla="*/ 1958241 w 7467600"/>
              <a:gd name="connsiteY89" fmla="*/ 5067955 h 6858000"/>
              <a:gd name="connsiteX90" fmla="*/ 1903353 w 7467600"/>
              <a:gd name="connsiteY90" fmla="*/ 5044827 h 6858000"/>
              <a:gd name="connsiteX91" fmla="*/ 1979378 w 7467600"/>
              <a:gd name="connsiteY91" fmla="*/ 4769504 h 6858000"/>
              <a:gd name="connsiteX92" fmla="*/ 2882120 w 7467600"/>
              <a:gd name="connsiteY92" fmla="*/ 5064547 h 6858000"/>
              <a:gd name="connsiteX93" fmla="*/ 2793103 w 7467600"/>
              <a:gd name="connsiteY93" fmla="*/ 5039699 h 6858000"/>
              <a:gd name="connsiteX94" fmla="*/ 2770041 w 7467600"/>
              <a:gd name="connsiteY94" fmla="*/ 5033634 h 6858000"/>
              <a:gd name="connsiteX95" fmla="*/ 1979378 w 7467600"/>
              <a:gd name="connsiteY95" fmla="*/ 4769504 h 6858000"/>
              <a:gd name="connsiteX96" fmla="*/ 1927410 w 7467600"/>
              <a:gd name="connsiteY96" fmla="*/ 4716164 h 6858000"/>
              <a:gd name="connsiteX97" fmla="*/ 1959587 w 7467600"/>
              <a:gd name="connsiteY97" fmla="*/ 4728849 h 6858000"/>
              <a:gd name="connsiteX98" fmla="*/ 2777707 w 7467600"/>
              <a:gd name="connsiteY98" fmla="*/ 5003991 h 6858000"/>
              <a:gd name="connsiteX99" fmla="*/ 2800768 w 7467600"/>
              <a:gd name="connsiteY99" fmla="*/ 5010056 h 6858000"/>
              <a:gd name="connsiteX100" fmla="*/ 2879408 w 7467600"/>
              <a:gd name="connsiteY100" fmla="*/ 5031590 h 6858000"/>
              <a:gd name="connsiteX101" fmla="*/ 2862295 w 7467600"/>
              <a:gd name="connsiteY101" fmla="*/ 5022958 h 6858000"/>
              <a:gd name="connsiteX102" fmla="*/ 2813343 w 7467600"/>
              <a:gd name="connsiteY102" fmla="*/ 4998369 h 6858000"/>
              <a:gd name="connsiteX103" fmla="*/ 2646245 w 7467600"/>
              <a:gd name="connsiteY103" fmla="*/ 4930999 h 6858000"/>
              <a:gd name="connsiteX104" fmla="*/ 1999243 w 7467600"/>
              <a:gd name="connsiteY104" fmla="*/ 4730524 h 6858000"/>
              <a:gd name="connsiteX105" fmla="*/ 1979527 w 7467600"/>
              <a:gd name="connsiteY105" fmla="*/ 4726651 h 6858000"/>
              <a:gd name="connsiteX106" fmla="*/ 1927410 w 7467600"/>
              <a:gd name="connsiteY106" fmla="*/ 4716164 h 6858000"/>
              <a:gd name="connsiteX107" fmla="*/ 1997014 w 7467600"/>
              <a:gd name="connsiteY107" fmla="*/ 4698007 h 6858000"/>
              <a:gd name="connsiteX108" fmla="*/ 2005458 w 7467600"/>
              <a:gd name="connsiteY108" fmla="*/ 4699540 h 6858000"/>
              <a:gd name="connsiteX109" fmla="*/ 2657186 w 7467600"/>
              <a:gd name="connsiteY109" fmla="*/ 4901687 h 6858000"/>
              <a:gd name="connsiteX110" fmla="*/ 2826662 w 7467600"/>
              <a:gd name="connsiteY110" fmla="*/ 4970362 h 6858000"/>
              <a:gd name="connsiteX111" fmla="*/ 2876100 w 7467600"/>
              <a:gd name="connsiteY111" fmla="*/ 4995397 h 6858000"/>
              <a:gd name="connsiteX112" fmla="*/ 3042600 w 7467600"/>
              <a:gd name="connsiteY112" fmla="*/ 5059532 h 6858000"/>
              <a:gd name="connsiteX113" fmla="*/ 1997014 w 7467600"/>
              <a:gd name="connsiteY113" fmla="*/ 4698007 h 6858000"/>
              <a:gd name="connsiteX114" fmla="*/ 2305292 w 7467600"/>
              <a:gd name="connsiteY114" fmla="*/ 4219492 h 6858000"/>
              <a:gd name="connsiteX115" fmla="*/ 3360922 w 7467600"/>
              <a:gd name="connsiteY115" fmla="*/ 4529373 h 6858000"/>
              <a:gd name="connsiteX116" fmla="*/ 3492420 w 7467600"/>
              <a:gd name="connsiteY116" fmla="*/ 4510145 h 6858000"/>
              <a:gd name="connsiteX117" fmla="*/ 3364086 w 7467600"/>
              <a:gd name="connsiteY117" fmla="*/ 4480340 h 6858000"/>
              <a:gd name="connsiteX118" fmla="*/ 3225818 w 7467600"/>
              <a:gd name="connsiteY118" fmla="*/ 4411822 h 6858000"/>
              <a:gd name="connsiteX119" fmla="*/ 3129696 w 7467600"/>
              <a:gd name="connsiteY119" fmla="*/ 4360704 h 6858000"/>
              <a:gd name="connsiteX120" fmla="*/ 2814545 w 7467600"/>
              <a:gd name="connsiteY120" fmla="*/ 4282955 h 6858000"/>
              <a:gd name="connsiteX121" fmla="*/ 2305292 w 7467600"/>
              <a:gd name="connsiteY121" fmla="*/ 4219492 h 6858000"/>
              <a:gd name="connsiteX122" fmla="*/ 2626982 w 7467600"/>
              <a:gd name="connsiteY122" fmla="*/ 4206450 h 6858000"/>
              <a:gd name="connsiteX123" fmla="*/ 2490617 w 7467600"/>
              <a:gd name="connsiteY123" fmla="*/ 4206951 h 6858000"/>
              <a:gd name="connsiteX124" fmla="*/ 2819869 w 7467600"/>
              <a:gd name="connsiteY124" fmla="*/ 4252936 h 6858000"/>
              <a:gd name="connsiteX125" fmla="*/ 3143018 w 7467600"/>
              <a:gd name="connsiteY125" fmla="*/ 4332698 h 6858000"/>
              <a:gd name="connsiteX126" fmla="*/ 3241520 w 7467600"/>
              <a:gd name="connsiteY126" fmla="*/ 4385112 h 6858000"/>
              <a:gd name="connsiteX127" fmla="*/ 3374575 w 7467600"/>
              <a:gd name="connsiteY127" fmla="*/ 4451517 h 6858000"/>
              <a:gd name="connsiteX128" fmla="*/ 3505221 w 7467600"/>
              <a:gd name="connsiteY128" fmla="*/ 4480757 h 6858000"/>
              <a:gd name="connsiteX129" fmla="*/ 2626982 w 7467600"/>
              <a:gd name="connsiteY129" fmla="*/ 4206450 h 6858000"/>
              <a:gd name="connsiteX130" fmla="*/ 1310106 w 7467600"/>
              <a:gd name="connsiteY130" fmla="*/ 3943217 h 6858000"/>
              <a:gd name="connsiteX131" fmla="*/ 854994 w 7467600"/>
              <a:gd name="connsiteY131" fmla="*/ 4399136 h 6858000"/>
              <a:gd name="connsiteX132" fmla="*/ 742462 w 7467600"/>
              <a:gd name="connsiteY132" fmla="*/ 4594648 h 6858000"/>
              <a:gd name="connsiteX133" fmla="*/ 820602 w 7467600"/>
              <a:gd name="connsiteY133" fmla="*/ 4485915 h 6858000"/>
              <a:gd name="connsiteX134" fmla="*/ 878295 w 7467600"/>
              <a:gd name="connsiteY134" fmla="*/ 4403594 h 6858000"/>
              <a:gd name="connsiteX135" fmla="*/ 1240607 w 7467600"/>
              <a:gd name="connsiteY135" fmla="*/ 4010401 h 6858000"/>
              <a:gd name="connsiteX136" fmla="*/ 1310106 w 7467600"/>
              <a:gd name="connsiteY136" fmla="*/ 3943217 h 6858000"/>
              <a:gd name="connsiteX137" fmla="*/ 1423113 w 7467600"/>
              <a:gd name="connsiteY137" fmla="*/ 3874565 h 6858000"/>
              <a:gd name="connsiteX138" fmla="*/ 1260565 w 7467600"/>
              <a:gd name="connsiteY138" fmla="*/ 4031982 h 6858000"/>
              <a:gd name="connsiteX139" fmla="*/ 901900 w 7467600"/>
              <a:gd name="connsiteY139" fmla="*/ 4421236 h 6858000"/>
              <a:gd name="connsiteX140" fmla="*/ 845044 w 7467600"/>
              <a:gd name="connsiteY140" fmla="*/ 4502436 h 6858000"/>
              <a:gd name="connsiteX141" fmla="*/ 685926 w 7467600"/>
              <a:gd name="connsiteY141" fmla="*/ 4703069 h 6858000"/>
              <a:gd name="connsiteX142" fmla="*/ 684248 w 7467600"/>
              <a:gd name="connsiteY142" fmla="*/ 4706721 h 6858000"/>
              <a:gd name="connsiteX143" fmla="*/ 1423113 w 7467600"/>
              <a:gd name="connsiteY143" fmla="*/ 3874565 h 6858000"/>
              <a:gd name="connsiteX144" fmla="*/ 3316479 w 7467600"/>
              <a:gd name="connsiteY144" fmla="*/ 3872136 h 6858000"/>
              <a:gd name="connsiteX145" fmla="*/ 3546806 w 7467600"/>
              <a:gd name="connsiteY145" fmla="*/ 4356139 h 6858000"/>
              <a:gd name="connsiteX146" fmla="*/ 3364433 w 7467600"/>
              <a:gd name="connsiteY146" fmla="*/ 3953121 h 6858000"/>
              <a:gd name="connsiteX147" fmla="*/ 3316479 w 7467600"/>
              <a:gd name="connsiteY147" fmla="*/ 3872136 h 6858000"/>
              <a:gd name="connsiteX148" fmla="*/ 3291335 w 7467600"/>
              <a:gd name="connsiteY148" fmla="*/ 3767420 h 6858000"/>
              <a:gd name="connsiteX149" fmla="*/ 3390805 w 7467600"/>
              <a:gd name="connsiteY149" fmla="*/ 3937163 h 6858000"/>
              <a:gd name="connsiteX150" fmla="*/ 3579062 w 7467600"/>
              <a:gd name="connsiteY150" fmla="*/ 4359040 h 6858000"/>
              <a:gd name="connsiteX151" fmla="*/ 3467355 w 7467600"/>
              <a:gd name="connsiteY151" fmla="*/ 3988130 h 6858000"/>
              <a:gd name="connsiteX152" fmla="*/ 3310753 w 7467600"/>
              <a:gd name="connsiteY152" fmla="*/ 3787140 h 6858000"/>
              <a:gd name="connsiteX153" fmla="*/ 3291335 w 7467600"/>
              <a:gd name="connsiteY153" fmla="*/ 3767420 h 6858000"/>
              <a:gd name="connsiteX154" fmla="*/ 1635889 w 7467600"/>
              <a:gd name="connsiteY154" fmla="*/ 3709494 h 6858000"/>
              <a:gd name="connsiteX155" fmla="*/ 1634800 w 7467600"/>
              <a:gd name="connsiteY155" fmla="*/ 3731111 h 6858000"/>
              <a:gd name="connsiteX156" fmla="*/ 1635889 w 7467600"/>
              <a:gd name="connsiteY156" fmla="*/ 3709494 h 6858000"/>
              <a:gd name="connsiteX157" fmla="*/ 1510397 w 7467600"/>
              <a:gd name="connsiteY157" fmla="*/ 3684705 h 6858000"/>
              <a:gd name="connsiteX158" fmla="*/ 1146550 w 7467600"/>
              <a:gd name="connsiteY158" fmla="*/ 3802012 h 6858000"/>
              <a:gd name="connsiteX159" fmla="*/ 698834 w 7467600"/>
              <a:gd name="connsiteY159" fmla="*/ 3952272 h 6858000"/>
              <a:gd name="connsiteX160" fmla="*/ 34256 w 7467600"/>
              <a:gd name="connsiteY160" fmla="*/ 4347603 h 6858000"/>
              <a:gd name="connsiteX161" fmla="*/ 527241 w 7467600"/>
              <a:gd name="connsiteY161" fmla="*/ 4065078 h 6858000"/>
              <a:gd name="connsiteX162" fmla="*/ 1510397 w 7467600"/>
              <a:gd name="connsiteY162" fmla="*/ 3684705 h 6858000"/>
              <a:gd name="connsiteX163" fmla="*/ 1313114 w 7467600"/>
              <a:gd name="connsiteY163" fmla="*/ 3655216 h 6858000"/>
              <a:gd name="connsiteX164" fmla="*/ 1109304 w 7467600"/>
              <a:gd name="connsiteY164" fmla="*/ 3669030 h 6858000"/>
              <a:gd name="connsiteX165" fmla="*/ 8129 w 7467600"/>
              <a:gd name="connsiteY165" fmla="*/ 4330519 h 6858000"/>
              <a:gd name="connsiteX166" fmla="*/ 687572 w 7467600"/>
              <a:gd name="connsiteY166" fmla="*/ 3925629 h 6858000"/>
              <a:gd name="connsiteX167" fmla="*/ 1138365 w 7467600"/>
              <a:gd name="connsiteY167" fmla="*/ 3774515 h 6858000"/>
              <a:gd name="connsiteX168" fmla="*/ 1505579 w 7467600"/>
              <a:gd name="connsiteY168" fmla="*/ 3655526 h 6858000"/>
              <a:gd name="connsiteX169" fmla="*/ 1313114 w 7467600"/>
              <a:gd name="connsiteY169" fmla="*/ 3655216 h 6858000"/>
              <a:gd name="connsiteX170" fmla="*/ 3655073 w 7467600"/>
              <a:gd name="connsiteY170" fmla="*/ 3650884 h 6858000"/>
              <a:gd name="connsiteX171" fmla="*/ 3989938 w 7467600"/>
              <a:gd name="connsiteY171" fmla="*/ 3991685 h 6858000"/>
              <a:gd name="connsiteX172" fmla="*/ 4393907 w 7467600"/>
              <a:gd name="connsiteY172" fmla="*/ 4261258 h 6858000"/>
              <a:gd name="connsiteX173" fmla="*/ 4648051 w 7467600"/>
              <a:gd name="connsiteY173" fmla="*/ 4374051 h 6858000"/>
              <a:gd name="connsiteX174" fmla="*/ 4383389 w 7467600"/>
              <a:gd name="connsiteY174" fmla="*/ 4184369 h 6858000"/>
              <a:gd name="connsiteX175" fmla="*/ 4165508 w 7467600"/>
              <a:gd name="connsiteY175" fmla="*/ 4035196 h 6858000"/>
              <a:gd name="connsiteX176" fmla="*/ 4068162 w 7467600"/>
              <a:gd name="connsiteY176" fmla="*/ 3953394 h 6858000"/>
              <a:gd name="connsiteX177" fmla="*/ 3981416 w 7467600"/>
              <a:gd name="connsiteY177" fmla="*/ 3880482 h 6858000"/>
              <a:gd name="connsiteX178" fmla="*/ 3800147 w 7467600"/>
              <a:gd name="connsiteY178" fmla="*/ 3749872 h 6858000"/>
              <a:gd name="connsiteX179" fmla="*/ 3655073 w 7467600"/>
              <a:gd name="connsiteY179" fmla="*/ 3650884 h 6858000"/>
              <a:gd name="connsiteX180" fmla="*/ 3670252 w 7467600"/>
              <a:gd name="connsiteY180" fmla="*/ 3622798 h 6858000"/>
              <a:gd name="connsiteX181" fmla="*/ 3817258 w 7467600"/>
              <a:gd name="connsiteY181" fmla="*/ 3723577 h 6858000"/>
              <a:gd name="connsiteX182" fmla="*/ 4000461 w 7467600"/>
              <a:gd name="connsiteY182" fmla="*/ 3855966 h 6858000"/>
              <a:gd name="connsiteX183" fmla="*/ 4088180 w 7467600"/>
              <a:gd name="connsiteY183" fmla="*/ 3929774 h 6858000"/>
              <a:gd name="connsiteX184" fmla="*/ 4184555 w 7467600"/>
              <a:gd name="connsiteY184" fmla="*/ 4010683 h 6858000"/>
              <a:gd name="connsiteX185" fmla="*/ 4399563 w 7467600"/>
              <a:gd name="connsiteY185" fmla="*/ 4158106 h 6858000"/>
              <a:gd name="connsiteX186" fmla="*/ 4684469 w 7467600"/>
              <a:gd name="connsiteY186" fmla="*/ 4364680 h 6858000"/>
              <a:gd name="connsiteX187" fmla="*/ 4690271 w 7467600"/>
              <a:gd name="connsiteY187" fmla="*/ 4370034 h 6858000"/>
              <a:gd name="connsiteX188" fmla="*/ 4136093 w 7467600"/>
              <a:gd name="connsiteY188" fmla="*/ 3858466 h 6858000"/>
              <a:gd name="connsiteX189" fmla="*/ 3670252 w 7467600"/>
              <a:gd name="connsiteY189" fmla="*/ 3622798 h 6858000"/>
              <a:gd name="connsiteX190" fmla="*/ 4440129 w 7467600"/>
              <a:gd name="connsiteY190" fmla="*/ 3448571 h 6858000"/>
              <a:gd name="connsiteX191" fmla="*/ 4856525 w 7467600"/>
              <a:gd name="connsiteY191" fmla="*/ 3915351 h 6858000"/>
              <a:gd name="connsiteX192" fmla="*/ 5059055 w 7467600"/>
              <a:gd name="connsiteY192" fmla="*/ 4108918 h 6858000"/>
              <a:gd name="connsiteX193" fmla="*/ 5290070 w 7467600"/>
              <a:gd name="connsiteY193" fmla="*/ 4263619 h 6858000"/>
              <a:gd name="connsiteX194" fmla="*/ 4834991 w 7467600"/>
              <a:gd name="connsiteY194" fmla="*/ 3830985 h 6858000"/>
              <a:gd name="connsiteX195" fmla="*/ 4440129 w 7467600"/>
              <a:gd name="connsiteY195" fmla="*/ 3448571 h 6858000"/>
              <a:gd name="connsiteX196" fmla="*/ 4441737 w 7467600"/>
              <a:gd name="connsiteY196" fmla="*/ 3399734 h 6858000"/>
              <a:gd name="connsiteX197" fmla="*/ 4431236 w 7467600"/>
              <a:gd name="connsiteY197" fmla="*/ 3400954 h 6858000"/>
              <a:gd name="connsiteX198" fmla="*/ 4557150 w 7467600"/>
              <a:gd name="connsiteY198" fmla="*/ 3510023 h 6858000"/>
              <a:gd name="connsiteX199" fmla="*/ 4856936 w 7467600"/>
              <a:gd name="connsiteY199" fmla="*/ 3809146 h 6858000"/>
              <a:gd name="connsiteX200" fmla="*/ 5111996 w 7467600"/>
              <a:gd name="connsiteY200" fmla="*/ 4065759 h 6858000"/>
              <a:gd name="connsiteX201" fmla="*/ 5388878 w 7467600"/>
              <a:gd name="connsiteY201" fmla="*/ 4300185 h 6858000"/>
              <a:gd name="connsiteX202" fmla="*/ 5425556 w 7467600"/>
              <a:gd name="connsiteY202" fmla="*/ 4308967 h 6858000"/>
              <a:gd name="connsiteX203" fmla="*/ 4943646 w 7467600"/>
              <a:gd name="connsiteY203" fmla="*/ 3822916 h 6858000"/>
              <a:gd name="connsiteX204" fmla="*/ 4594837 w 7467600"/>
              <a:gd name="connsiteY204" fmla="*/ 3532274 h 6858000"/>
              <a:gd name="connsiteX205" fmla="*/ 4441737 w 7467600"/>
              <a:gd name="connsiteY205" fmla="*/ 3399734 h 6858000"/>
              <a:gd name="connsiteX206" fmla="*/ 5425834 w 7467600"/>
              <a:gd name="connsiteY206" fmla="*/ 3162785 h 6858000"/>
              <a:gd name="connsiteX207" fmla="*/ 5401644 w 7467600"/>
              <a:gd name="connsiteY207" fmla="*/ 3617847 h 6858000"/>
              <a:gd name="connsiteX208" fmla="*/ 5467256 w 7467600"/>
              <a:gd name="connsiteY208" fmla="*/ 4175494 h 6858000"/>
              <a:gd name="connsiteX209" fmla="*/ 5448069 w 7467600"/>
              <a:gd name="connsiteY209" fmla="*/ 3567554 h 6858000"/>
              <a:gd name="connsiteX210" fmla="*/ 5425834 w 7467600"/>
              <a:gd name="connsiteY210" fmla="*/ 3162785 h 6858000"/>
              <a:gd name="connsiteX211" fmla="*/ 1318687 w 7467600"/>
              <a:gd name="connsiteY211" fmla="*/ 3113840 h 6858000"/>
              <a:gd name="connsiteX212" fmla="*/ 1066793 w 7467600"/>
              <a:gd name="connsiteY212" fmla="*/ 3212171 h 6858000"/>
              <a:gd name="connsiteX213" fmla="*/ 993319 w 7467600"/>
              <a:gd name="connsiteY213" fmla="*/ 3247648 h 6858000"/>
              <a:gd name="connsiteX214" fmla="*/ 853081 w 7467600"/>
              <a:gd name="connsiteY214" fmla="*/ 3312410 h 6858000"/>
              <a:gd name="connsiteX215" fmla="*/ 805957 w 7467600"/>
              <a:gd name="connsiteY215" fmla="*/ 3330443 h 6858000"/>
              <a:gd name="connsiteX216" fmla="*/ 1318687 w 7467600"/>
              <a:gd name="connsiteY216" fmla="*/ 3113840 h 6858000"/>
              <a:gd name="connsiteX217" fmla="*/ 5453702 w 7467600"/>
              <a:gd name="connsiteY217" fmla="*/ 3090882 h 6858000"/>
              <a:gd name="connsiteX218" fmla="*/ 5480135 w 7467600"/>
              <a:gd name="connsiteY218" fmla="*/ 3565802 h 6858000"/>
              <a:gd name="connsiteX219" fmla="*/ 5499023 w 7467600"/>
              <a:gd name="connsiteY219" fmla="*/ 4166310 h 6858000"/>
              <a:gd name="connsiteX220" fmla="*/ 5547022 w 7467600"/>
              <a:gd name="connsiteY220" fmla="*/ 3607838 h 6858000"/>
              <a:gd name="connsiteX221" fmla="*/ 5515964 w 7467600"/>
              <a:gd name="connsiteY221" fmla="*/ 3378541 h 6858000"/>
              <a:gd name="connsiteX222" fmla="*/ 5453702 w 7467600"/>
              <a:gd name="connsiteY222" fmla="*/ 3090882 h 6858000"/>
              <a:gd name="connsiteX223" fmla="*/ 1238695 w 7467600"/>
              <a:gd name="connsiteY223" fmla="*/ 3076820 h 6858000"/>
              <a:gd name="connsiteX224" fmla="*/ 716371 w 7467600"/>
              <a:gd name="connsiteY224" fmla="*/ 3293249 h 6858000"/>
              <a:gd name="connsiteX225" fmla="*/ 579522 w 7467600"/>
              <a:gd name="connsiteY225" fmla="*/ 3371759 h 6858000"/>
              <a:gd name="connsiteX226" fmla="*/ 600288 w 7467600"/>
              <a:gd name="connsiteY226" fmla="*/ 3365555 h 6858000"/>
              <a:gd name="connsiteX227" fmla="*/ 840692 w 7467600"/>
              <a:gd name="connsiteY227" fmla="*/ 3284921 h 6858000"/>
              <a:gd name="connsiteX228" fmla="*/ 979248 w 7467600"/>
              <a:gd name="connsiteY228" fmla="*/ 3221003 h 6858000"/>
              <a:gd name="connsiteX229" fmla="*/ 1053282 w 7467600"/>
              <a:gd name="connsiteY229" fmla="*/ 3185247 h 6858000"/>
              <a:gd name="connsiteX230" fmla="*/ 1320603 w 7467600"/>
              <a:gd name="connsiteY230" fmla="*/ 3081281 h 6858000"/>
              <a:gd name="connsiteX231" fmla="*/ 1238695 w 7467600"/>
              <a:gd name="connsiteY231" fmla="*/ 3076820 h 6858000"/>
              <a:gd name="connsiteX232" fmla="*/ 5425627 w 7467600"/>
              <a:gd name="connsiteY232" fmla="*/ 2954192 h 6858000"/>
              <a:gd name="connsiteX233" fmla="*/ 5470770 w 7467600"/>
              <a:gd name="connsiteY233" fmla="*/ 3005435 h 6858000"/>
              <a:gd name="connsiteX234" fmla="*/ 5519779 w 7467600"/>
              <a:gd name="connsiteY234" fmla="*/ 4359223 h 6858000"/>
              <a:gd name="connsiteX235" fmla="*/ 5520293 w 7467600"/>
              <a:gd name="connsiteY235" fmla="*/ 4360602 h 6858000"/>
              <a:gd name="connsiteX236" fmla="*/ 5767221 w 7467600"/>
              <a:gd name="connsiteY236" fmla="*/ 4665564 h 6858000"/>
              <a:gd name="connsiteX237" fmla="*/ 6937169 w 7467600"/>
              <a:gd name="connsiteY237" fmla="*/ 4815941 h 6858000"/>
              <a:gd name="connsiteX238" fmla="*/ 6953922 w 7467600"/>
              <a:gd name="connsiteY238" fmla="*/ 4890068 h 6858000"/>
              <a:gd name="connsiteX239" fmla="*/ 6071359 w 7467600"/>
              <a:gd name="connsiteY239" fmla="*/ 4770770 h 6858000"/>
              <a:gd name="connsiteX240" fmla="*/ 6038839 w 7467600"/>
              <a:gd name="connsiteY240" fmla="*/ 4764474 h 6858000"/>
              <a:gd name="connsiteX241" fmla="*/ 6038706 w 7467600"/>
              <a:gd name="connsiteY241" fmla="*/ 4763847 h 6858000"/>
              <a:gd name="connsiteX242" fmla="*/ 6037784 w 7467600"/>
              <a:gd name="connsiteY242" fmla="*/ 4764270 h 6858000"/>
              <a:gd name="connsiteX243" fmla="*/ 6038839 w 7467600"/>
              <a:gd name="connsiteY243" fmla="*/ 4764474 h 6858000"/>
              <a:gd name="connsiteX244" fmla="*/ 6040338 w 7467600"/>
              <a:gd name="connsiteY244" fmla="*/ 4771418 h 6858000"/>
              <a:gd name="connsiteX245" fmla="*/ 6024488 w 7467600"/>
              <a:gd name="connsiteY245" fmla="*/ 4809903 h 6858000"/>
              <a:gd name="connsiteX246" fmla="*/ 5599771 w 7467600"/>
              <a:gd name="connsiteY246" fmla="*/ 5509652 h 6858000"/>
              <a:gd name="connsiteX247" fmla="*/ 5548843 w 7467600"/>
              <a:gd name="connsiteY247" fmla="*/ 5563845 h 6858000"/>
              <a:gd name="connsiteX248" fmla="*/ 5940952 w 7467600"/>
              <a:gd name="connsiteY248" fmla="*/ 6250028 h 6858000"/>
              <a:gd name="connsiteX249" fmla="*/ 6043441 w 7467600"/>
              <a:gd name="connsiteY249" fmla="*/ 6665847 h 6858000"/>
              <a:gd name="connsiteX250" fmla="*/ 6093432 w 7467600"/>
              <a:gd name="connsiteY250" fmla="*/ 6858000 h 6858000"/>
              <a:gd name="connsiteX251" fmla="*/ 6034344 w 7467600"/>
              <a:gd name="connsiteY251" fmla="*/ 6858000 h 6858000"/>
              <a:gd name="connsiteX252" fmla="*/ 6026679 w 7467600"/>
              <a:gd name="connsiteY252" fmla="*/ 6836959 h 6858000"/>
              <a:gd name="connsiteX253" fmla="*/ 5800441 w 7467600"/>
              <a:gd name="connsiteY253" fmla="*/ 6335286 h 6858000"/>
              <a:gd name="connsiteX254" fmla="*/ 5526562 w 7467600"/>
              <a:gd name="connsiteY254" fmla="*/ 5705388 h 6858000"/>
              <a:gd name="connsiteX255" fmla="*/ 5519640 w 7467600"/>
              <a:gd name="connsiteY255" fmla="*/ 5683774 h 6858000"/>
              <a:gd name="connsiteX256" fmla="*/ 5844559 w 7467600"/>
              <a:gd name="connsiteY256" fmla="*/ 6553349 h 6858000"/>
              <a:gd name="connsiteX257" fmla="*/ 5975994 w 7467600"/>
              <a:gd name="connsiteY257" fmla="*/ 6858000 h 6858000"/>
              <a:gd name="connsiteX258" fmla="*/ 5898547 w 7467600"/>
              <a:gd name="connsiteY258" fmla="*/ 6858000 h 6858000"/>
              <a:gd name="connsiteX259" fmla="*/ 5682041 w 7467600"/>
              <a:gd name="connsiteY259" fmla="*/ 6355860 h 6858000"/>
              <a:gd name="connsiteX260" fmla="*/ 5461758 w 7467600"/>
              <a:gd name="connsiteY260" fmla="*/ 5820220 h 6858000"/>
              <a:gd name="connsiteX261" fmla="*/ 5237282 w 7467600"/>
              <a:gd name="connsiteY261" fmla="*/ 6579086 h 6858000"/>
              <a:gd name="connsiteX262" fmla="*/ 5115009 w 7467600"/>
              <a:gd name="connsiteY262" fmla="*/ 6858000 h 6858000"/>
              <a:gd name="connsiteX263" fmla="*/ 5028074 w 7467600"/>
              <a:gd name="connsiteY263" fmla="*/ 6858000 h 6858000"/>
              <a:gd name="connsiteX264" fmla="*/ 5079508 w 7467600"/>
              <a:gd name="connsiteY264" fmla="*/ 6749074 h 6858000"/>
              <a:gd name="connsiteX265" fmla="*/ 5371846 w 7467600"/>
              <a:gd name="connsiteY265" fmla="*/ 5924413 h 6858000"/>
              <a:gd name="connsiteX266" fmla="*/ 5270512 w 7467600"/>
              <a:gd name="connsiteY266" fmla="*/ 6138975 h 6858000"/>
              <a:gd name="connsiteX267" fmla="*/ 5062409 w 7467600"/>
              <a:gd name="connsiteY267" fmla="*/ 6653544 h 6858000"/>
              <a:gd name="connsiteX268" fmla="*/ 5036628 w 7467600"/>
              <a:gd name="connsiteY268" fmla="*/ 6754247 h 6858000"/>
              <a:gd name="connsiteX269" fmla="*/ 5009112 w 7467600"/>
              <a:gd name="connsiteY269" fmla="*/ 6858000 h 6858000"/>
              <a:gd name="connsiteX270" fmla="*/ 4976679 w 7467600"/>
              <a:gd name="connsiteY270" fmla="*/ 6858000 h 6858000"/>
              <a:gd name="connsiteX271" fmla="*/ 5006537 w 7467600"/>
              <a:gd name="connsiteY271" fmla="*/ 6747068 h 6858000"/>
              <a:gd name="connsiteX272" fmla="*/ 5032723 w 7467600"/>
              <a:gd name="connsiteY272" fmla="*/ 6644957 h 6858000"/>
              <a:gd name="connsiteX273" fmla="*/ 5242949 w 7467600"/>
              <a:gd name="connsiteY273" fmla="*/ 6125175 h 6858000"/>
              <a:gd name="connsiteX274" fmla="*/ 5286321 w 7467600"/>
              <a:gd name="connsiteY274" fmla="*/ 6033555 h 6858000"/>
              <a:gd name="connsiteX275" fmla="*/ 5008210 w 7467600"/>
              <a:gd name="connsiteY275" fmla="*/ 6649194 h 6858000"/>
              <a:gd name="connsiteX276" fmla="*/ 4986321 w 7467600"/>
              <a:gd name="connsiteY276" fmla="*/ 6765687 h 6858000"/>
              <a:gd name="connsiteX277" fmla="*/ 4973474 w 7467600"/>
              <a:gd name="connsiteY277" fmla="*/ 6858000 h 6858000"/>
              <a:gd name="connsiteX278" fmla="*/ 4907178 w 7467600"/>
              <a:gd name="connsiteY278" fmla="*/ 6858000 h 6858000"/>
              <a:gd name="connsiteX279" fmla="*/ 4910810 w 7467600"/>
              <a:gd name="connsiteY279" fmla="*/ 6829660 h 6858000"/>
              <a:gd name="connsiteX280" fmla="*/ 4987461 w 7467600"/>
              <a:gd name="connsiteY280" fmla="*/ 6432994 h 6858000"/>
              <a:gd name="connsiteX281" fmla="*/ 5179262 w 7467600"/>
              <a:gd name="connsiteY281" fmla="*/ 6035044 h 6858000"/>
              <a:gd name="connsiteX282" fmla="*/ 4689678 w 7467600"/>
              <a:gd name="connsiteY282" fmla="*/ 6440241 h 6858000"/>
              <a:gd name="connsiteX283" fmla="*/ 4477543 w 7467600"/>
              <a:gd name="connsiteY283" fmla="*/ 6674836 h 6858000"/>
              <a:gd name="connsiteX284" fmla="*/ 4329957 w 7467600"/>
              <a:gd name="connsiteY284" fmla="*/ 6858000 h 6858000"/>
              <a:gd name="connsiteX285" fmla="*/ 4218595 w 7467600"/>
              <a:gd name="connsiteY285" fmla="*/ 6858000 h 6858000"/>
              <a:gd name="connsiteX286" fmla="*/ 4368888 w 7467600"/>
              <a:gd name="connsiteY286" fmla="*/ 6668412 h 6858000"/>
              <a:gd name="connsiteX287" fmla="*/ 4563091 w 7467600"/>
              <a:gd name="connsiteY287" fmla="*/ 6442508 h 6858000"/>
              <a:gd name="connsiteX288" fmla="*/ 5387324 w 7467600"/>
              <a:gd name="connsiteY288" fmla="*/ 5705830 h 6858000"/>
              <a:gd name="connsiteX289" fmla="*/ 5073620 w 7467600"/>
              <a:gd name="connsiteY289" fmla="*/ 5955437 h 6858000"/>
              <a:gd name="connsiteX290" fmla="*/ 4689789 w 7467600"/>
              <a:gd name="connsiteY290" fmla="*/ 6268382 h 6858000"/>
              <a:gd name="connsiteX291" fmla="*/ 4418722 w 7467600"/>
              <a:gd name="connsiteY291" fmla="*/ 6570886 h 6858000"/>
              <a:gd name="connsiteX292" fmla="*/ 4214944 w 7467600"/>
              <a:gd name="connsiteY292" fmla="*/ 6858000 h 6858000"/>
              <a:gd name="connsiteX293" fmla="*/ 4177898 w 7467600"/>
              <a:gd name="connsiteY293" fmla="*/ 6858000 h 6858000"/>
              <a:gd name="connsiteX294" fmla="*/ 4391597 w 7467600"/>
              <a:gd name="connsiteY294" fmla="*/ 6556370 h 6858000"/>
              <a:gd name="connsiteX295" fmla="*/ 4668889 w 7467600"/>
              <a:gd name="connsiteY295" fmla="*/ 6246399 h 6858000"/>
              <a:gd name="connsiteX296" fmla="*/ 5055427 w 7467600"/>
              <a:gd name="connsiteY296" fmla="*/ 5931476 h 6858000"/>
              <a:gd name="connsiteX297" fmla="*/ 5371814 w 7467600"/>
              <a:gd name="connsiteY297" fmla="*/ 5678975 h 6858000"/>
              <a:gd name="connsiteX298" fmla="*/ 4987918 w 7467600"/>
              <a:gd name="connsiteY298" fmla="*/ 5838701 h 6858000"/>
              <a:gd name="connsiteX299" fmla="*/ 4317146 w 7467600"/>
              <a:gd name="connsiteY299" fmla="*/ 6587716 h 6858000"/>
              <a:gd name="connsiteX300" fmla="*/ 4171627 w 7467600"/>
              <a:gd name="connsiteY300" fmla="*/ 6858000 h 6858000"/>
              <a:gd name="connsiteX301" fmla="*/ 4081585 w 7467600"/>
              <a:gd name="connsiteY301" fmla="*/ 6858000 h 6858000"/>
              <a:gd name="connsiteX302" fmla="*/ 4238603 w 7467600"/>
              <a:gd name="connsiteY302" fmla="*/ 6559341 h 6858000"/>
              <a:gd name="connsiteX303" fmla="*/ 4778333 w 7467600"/>
              <a:gd name="connsiteY303" fmla="*/ 5873626 h 6858000"/>
              <a:gd name="connsiteX304" fmla="*/ 5414185 w 7467600"/>
              <a:gd name="connsiteY304" fmla="*/ 5573882 h 6858000"/>
              <a:gd name="connsiteX305" fmla="*/ 5959648 w 7467600"/>
              <a:gd name="connsiteY305" fmla="*/ 4760797 h 6858000"/>
              <a:gd name="connsiteX306" fmla="*/ 5355019 w 7467600"/>
              <a:gd name="connsiteY306" fmla="*/ 4734672 h 6858000"/>
              <a:gd name="connsiteX307" fmla="*/ 5083565 w 7467600"/>
              <a:gd name="connsiteY307" fmla="*/ 5179121 h 6858000"/>
              <a:gd name="connsiteX308" fmla="*/ 4713577 w 7467600"/>
              <a:gd name="connsiteY308" fmla="*/ 5616803 h 6858000"/>
              <a:gd name="connsiteX309" fmla="*/ 3989559 w 7467600"/>
              <a:gd name="connsiteY309" fmla="*/ 6145945 h 6858000"/>
              <a:gd name="connsiteX310" fmla="*/ 3939824 w 7467600"/>
              <a:gd name="connsiteY310" fmla="*/ 6066900 h 6858000"/>
              <a:gd name="connsiteX311" fmla="*/ 4584537 w 7467600"/>
              <a:gd name="connsiteY311" fmla="*/ 5324826 h 6858000"/>
              <a:gd name="connsiteX312" fmla="*/ 5037105 w 7467600"/>
              <a:gd name="connsiteY312" fmla="*/ 5088765 h 6858000"/>
              <a:gd name="connsiteX313" fmla="*/ 5039930 w 7467600"/>
              <a:gd name="connsiteY313" fmla="*/ 5089585 h 6858000"/>
              <a:gd name="connsiteX314" fmla="*/ 5263764 w 7467600"/>
              <a:gd name="connsiteY314" fmla="*/ 4735525 h 6858000"/>
              <a:gd name="connsiteX315" fmla="*/ 4086300 w 7467600"/>
              <a:gd name="connsiteY315" fmla="*/ 4884599 h 6858000"/>
              <a:gd name="connsiteX316" fmla="*/ 4085485 w 7467600"/>
              <a:gd name="connsiteY316" fmla="*/ 4899070 h 6858000"/>
              <a:gd name="connsiteX317" fmla="*/ 3871915 w 7467600"/>
              <a:gd name="connsiteY317" fmla="*/ 5253645 h 6858000"/>
              <a:gd name="connsiteX318" fmla="*/ 3799374 w 7467600"/>
              <a:gd name="connsiteY318" fmla="*/ 5466127 h 6858000"/>
              <a:gd name="connsiteX319" fmla="*/ 3498850 w 7467600"/>
              <a:gd name="connsiteY319" fmla="*/ 6661888 h 6858000"/>
              <a:gd name="connsiteX320" fmla="*/ 3399216 w 7467600"/>
              <a:gd name="connsiteY320" fmla="*/ 6858000 h 6858000"/>
              <a:gd name="connsiteX321" fmla="*/ 3303688 w 7467600"/>
              <a:gd name="connsiteY321" fmla="*/ 6858000 h 6858000"/>
              <a:gd name="connsiteX322" fmla="*/ 3391774 w 7467600"/>
              <a:gd name="connsiteY322" fmla="*/ 6697181 h 6858000"/>
              <a:gd name="connsiteX323" fmla="*/ 3735540 w 7467600"/>
              <a:gd name="connsiteY323" fmla="*/ 5546923 h 6858000"/>
              <a:gd name="connsiteX324" fmla="*/ 3729438 w 7467600"/>
              <a:gd name="connsiteY324" fmla="*/ 5569058 h 6858000"/>
              <a:gd name="connsiteX325" fmla="*/ 3707782 w 7467600"/>
              <a:gd name="connsiteY325" fmla="*/ 5644908 h 6858000"/>
              <a:gd name="connsiteX326" fmla="*/ 3583827 w 7467600"/>
              <a:gd name="connsiteY326" fmla="*/ 6039215 h 6858000"/>
              <a:gd name="connsiteX327" fmla="*/ 3547861 w 7467600"/>
              <a:gd name="connsiteY327" fmla="*/ 6129609 h 6858000"/>
              <a:gd name="connsiteX328" fmla="*/ 3490905 w 7467600"/>
              <a:gd name="connsiteY328" fmla="*/ 6277660 h 6858000"/>
              <a:gd name="connsiteX329" fmla="*/ 3455859 w 7467600"/>
              <a:gd name="connsiteY329" fmla="*/ 6391301 h 6858000"/>
              <a:gd name="connsiteX330" fmla="*/ 3429112 w 7467600"/>
              <a:gd name="connsiteY330" fmla="*/ 6479469 h 6858000"/>
              <a:gd name="connsiteX331" fmla="*/ 3304862 w 7467600"/>
              <a:gd name="connsiteY331" fmla="*/ 6796476 h 6858000"/>
              <a:gd name="connsiteX332" fmla="*/ 3276071 w 7467600"/>
              <a:gd name="connsiteY332" fmla="*/ 6858000 h 6858000"/>
              <a:gd name="connsiteX333" fmla="*/ 3240805 w 7467600"/>
              <a:gd name="connsiteY333" fmla="*/ 6858000 h 6858000"/>
              <a:gd name="connsiteX334" fmla="*/ 3275917 w 7467600"/>
              <a:gd name="connsiteY334" fmla="*/ 6783192 h 6858000"/>
              <a:gd name="connsiteX335" fmla="*/ 3399358 w 7467600"/>
              <a:gd name="connsiteY335" fmla="*/ 6469011 h 6858000"/>
              <a:gd name="connsiteX336" fmla="*/ 3425650 w 7467600"/>
              <a:gd name="connsiteY336" fmla="*/ 6381333 h 6858000"/>
              <a:gd name="connsiteX337" fmla="*/ 3460661 w 7467600"/>
              <a:gd name="connsiteY337" fmla="*/ 6266763 h 6858000"/>
              <a:gd name="connsiteX338" fmla="*/ 3518021 w 7467600"/>
              <a:gd name="connsiteY338" fmla="*/ 6117298 h 6858000"/>
              <a:gd name="connsiteX339" fmla="*/ 3554035 w 7467600"/>
              <a:gd name="connsiteY339" fmla="*/ 6027832 h 6858000"/>
              <a:gd name="connsiteX340" fmla="*/ 3677174 w 7467600"/>
              <a:gd name="connsiteY340" fmla="*/ 5636351 h 6858000"/>
              <a:gd name="connsiteX341" fmla="*/ 3698819 w 7467600"/>
              <a:gd name="connsiteY341" fmla="*/ 5560503 h 6858000"/>
              <a:gd name="connsiteX342" fmla="*/ 3702094 w 7467600"/>
              <a:gd name="connsiteY342" fmla="*/ 5549194 h 6858000"/>
              <a:gd name="connsiteX343" fmla="*/ 3398355 w 7467600"/>
              <a:gd name="connsiteY343" fmla="*/ 6094603 h 6858000"/>
              <a:gd name="connsiteX344" fmla="*/ 3193941 w 7467600"/>
              <a:gd name="connsiteY344" fmla="*/ 6798775 h 6858000"/>
              <a:gd name="connsiteX345" fmla="*/ 3184140 w 7467600"/>
              <a:gd name="connsiteY345" fmla="*/ 6858000 h 6858000"/>
              <a:gd name="connsiteX346" fmla="*/ 3099978 w 7467600"/>
              <a:gd name="connsiteY346" fmla="*/ 6858000 h 6858000"/>
              <a:gd name="connsiteX347" fmla="*/ 3101556 w 7467600"/>
              <a:gd name="connsiteY347" fmla="*/ 6843337 h 6858000"/>
              <a:gd name="connsiteX348" fmla="*/ 3370162 w 7467600"/>
              <a:gd name="connsiteY348" fmla="*/ 5785550 h 6858000"/>
              <a:gd name="connsiteX349" fmla="*/ 3746477 w 7467600"/>
              <a:gd name="connsiteY349" fmla="*/ 5377889 h 6858000"/>
              <a:gd name="connsiteX350" fmla="*/ 3863399 w 7467600"/>
              <a:gd name="connsiteY350" fmla="*/ 5087257 h 6858000"/>
              <a:gd name="connsiteX351" fmla="*/ 3968712 w 7467600"/>
              <a:gd name="connsiteY351" fmla="*/ 4913989 h 6858000"/>
              <a:gd name="connsiteX352" fmla="*/ 2792390 w 7467600"/>
              <a:gd name="connsiteY352" fmla="*/ 5382974 h 6858000"/>
              <a:gd name="connsiteX353" fmla="*/ 2714982 w 7467600"/>
              <a:gd name="connsiteY353" fmla="*/ 5427051 h 6858000"/>
              <a:gd name="connsiteX354" fmla="*/ 2813361 w 7467600"/>
              <a:gd name="connsiteY354" fmla="*/ 6023912 h 6858000"/>
              <a:gd name="connsiteX355" fmla="*/ 2688430 w 7467600"/>
              <a:gd name="connsiteY355" fmla="*/ 6801564 h 6858000"/>
              <a:gd name="connsiteX356" fmla="*/ 2629626 w 7467600"/>
              <a:gd name="connsiteY356" fmla="*/ 6763394 h 6858000"/>
              <a:gd name="connsiteX357" fmla="*/ 2565328 w 7467600"/>
              <a:gd name="connsiteY357" fmla="*/ 5516399 h 6858000"/>
              <a:gd name="connsiteX358" fmla="*/ 1922999 w 7467600"/>
              <a:gd name="connsiteY358" fmla="*/ 5980343 h 6858000"/>
              <a:gd name="connsiteX359" fmla="*/ 1950261 w 7467600"/>
              <a:gd name="connsiteY359" fmla="*/ 6405858 h 6858000"/>
              <a:gd name="connsiteX360" fmla="*/ 2365554 w 7467600"/>
              <a:gd name="connsiteY360" fmla="*/ 6759107 h 6858000"/>
              <a:gd name="connsiteX361" fmla="*/ 2424142 w 7467600"/>
              <a:gd name="connsiteY361" fmla="*/ 6858000 h 6858000"/>
              <a:gd name="connsiteX362" fmla="*/ 2395994 w 7467600"/>
              <a:gd name="connsiteY362" fmla="*/ 6858000 h 6858000"/>
              <a:gd name="connsiteX363" fmla="*/ 2392863 w 7467600"/>
              <a:gd name="connsiteY363" fmla="*/ 6852964 h 6858000"/>
              <a:gd name="connsiteX364" fmla="*/ 2017589 w 7467600"/>
              <a:gd name="connsiteY364" fmla="*/ 6493982 h 6858000"/>
              <a:gd name="connsiteX365" fmla="*/ 2147336 w 7467600"/>
              <a:gd name="connsiteY365" fmla="*/ 6594052 h 6858000"/>
              <a:gd name="connsiteX366" fmla="*/ 2207047 w 7467600"/>
              <a:gd name="connsiteY366" fmla="*/ 6654540 h 6858000"/>
              <a:gd name="connsiteX367" fmla="*/ 2299106 w 7467600"/>
              <a:gd name="connsiteY367" fmla="*/ 6778931 h 6858000"/>
              <a:gd name="connsiteX368" fmla="*/ 2314430 w 7467600"/>
              <a:gd name="connsiteY368" fmla="*/ 6801144 h 6858000"/>
              <a:gd name="connsiteX369" fmla="*/ 2352406 w 7467600"/>
              <a:gd name="connsiteY369" fmla="*/ 6858000 h 6858000"/>
              <a:gd name="connsiteX370" fmla="*/ 2314492 w 7467600"/>
              <a:gd name="connsiteY370" fmla="*/ 6858000 h 6858000"/>
              <a:gd name="connsiteX371" fmla="*/ 2288095 w 7467600"/>
              <a:gd name="connsiteY371" fmla="*/ 6818030 h 6858000"/>
              <a:gd name="connsiteX372" fmla="*/ 2272768 w 7467600"/>
              <a:gd name="connsiteY372" fmla="*/ 6795822 h 6858000"/>
              <a:gd name="connsiteX373" fmla="*/ 2182715 w 7467600"/>
              <a:gd name="connsiteY373" fmla="*/ 6675071 h 6858000"/>
              <a:gd name="connsiteX374" fmla="*/ 2032061 w 7467600"/>
              <a:gd name="connsiteY374" fmla="*/ 6541380 h 6858000"/>
              <a:gd name="connsiteX375" fmla="*/ 2257220 w 7467600"/>
              <a:gd name="connsiteY375" fmla="*/ 6826257 h 6858000"/>
              <a:gd name="connsiteX376" fmla="*/ 2281324 w 7467600"/>
              <a:gd name="connsiteY376" fmla="*/ 6858000 h 6858000"/>
              <a:gd name="connsiteX377" fmla="*/ 2242860 w 7467600"/>
              <a:gd name="connsiteY377" fmla="*/ 6858000 h 6858000"/>
              <a:gd name="connsiteX378" fmla="*/ 2232818 w 7467600"/>
              <a:gd name="connsiteY378" fmla="*/ 6844926 h 6858000"/>
              <a:gd name="connsiteX379" fmla="*/ 1990172 w 7467600"/>
              <a:gd name="connsiteY379" fmla="*/ 6542121 h 6858000"/>
              <a:gd name="connsiteX380" fmla="*/ 2124090 w 7467600"/>
              <a:gd name="connsiteY380" fmla="*/ 6761017 h 6858000"/>
              <a:gd name="connsiteX381" fmla="*/ 2200380 w 7467600"/>
              <a:gd name="connsiteY381" fmla="*/ 6858000 h 6858000"/>
              <a:gd name="connsiteX382" fmla="*/ 2147507 w 7467600"/>
              <a:gd name="connsiteY382" fmla="*/ 6858000 h 6858000"/>
              <a:gd name="connsiteX383" fmla="*/ 2070668 w 7467600"/>
              <a:gd name="connsiteY383" fmla="*/ 6761520 h 6858000"/>
              <a:gd name="connsiteX384" fmla="*/ 1975142 w 7467600"/>
              <a:gd name="connsiteY384" fmla="*/ 6585570 h 6858000"/>
              <a:gd name="connsiteX385" fmla="*/ 2050035 w 7467600"/>
              <a:gd name="connsiteY385" fmla="*/ 6813345 h 6858000"/>
              <a:gd name="connsiteX386" fmla="*/ 2063025 w 7467600"/>
              <a:gd name="connsiteY386" fmla="*/ 6858000 h 6858000"/>
              <a:gd name="connsiteX387" fmla="*/ 2021675 w 7467600"/>
              <a:gd name="connsiteY387" fmla="*/ 6858000 h 6858000"/>
              <a:gd name="connsiteX388" fmla="*/ 2019308 w 7467600"/>
              <a:gd name="connsiteY388" fmla="*/ 6847118 h 6858000"/>
              <a:gd name="connsiteX389" fmla="*/ 1938835 w 7467600"/>
              <a:gd name="connsiteY389" fmla="*/ 6551160 h 6858000"/>
              <a:gd name="connsiteX390" fmla="*/ 1953230 w 7467600"/>
              <a:gd name="connsiteY390" fmla="*/ 6759699 h 6858000"/>
              <a:gd name="connsiteX391" fmla="*/ 1956763 w 7467600"/>
              <a:gd name="connsiteY391" fmla="*/ 6778191 h 6858000"/>
              <a:gd name="connsiteX392" fmla="*/ 1967925 w 7467600"/>
              <a:gd name="connsiteY392" fmla="*/ 6858000 h 6858000"/>
              <a:gd name="connsiteX393" fmla="*/ 1936622 w 7467600"/>
              <a:gd name="connsiteY393" fmla="*/ 6858000 h 6858000"/>
              <a:gd name="connsiteX394" fmla="*/ 1926261 w 7467600"/>
              <a:gd name="connsiteY394" fmla="*/ 6784064 h 6858000"/>
              <a:gd name="connsiteX395" fmla="*/ 1922724 w 7467600"/>
              <a:gd name="connsiteY395" fmla="*/ 6765577 h 6858000"/>
              <a:gd name="connsiteX396" fmla="*/ 1904650 w 7467600"/>
              <a:gd name="connsiteY396" fmla="*/ 6639616 h 6858000"/>
              <a:gd name="connsiteX397" fmla="*/ 1885273 w 7467600"/>
              <a:gd name="connsiteY397" fmla="*/ 6858000 h 6858000"/>
              <a:gd name="connsiteX398" fmla="*/ 1854363 w 7467600"/>
              <a:gd name="connsiteY398" fmla="*/ 6858000 h 6858000"/>
              <a:gd name="connsiteX399" fmla="*/ 1880391 w 7467600"/>
              <a:gd name="connsiteY399" fmla="*/ 6603796 h 6858000"/>
              <a:gd name="connsiteX400" fmla="*/ 1818273 w 7467600"/>
              <a:gd name="connsiteY400" fmla="*/ 6715729 h 6858000"/>
              <a:gd name="connsiteX401" fmla="*/ 1794691 w 7467600"/>
              <a:gd name="connsiteY401" fmla="*/ 6843239 h 6858000"/>
              <a:gd name="connsiteX402" fmla="*/ 1794914 w 7467600"/>
              <a:gd name="connsiteY402" fmla="*/ 6858000 h 6858000"/>
              <a:gd name="connsiteX403" fmla="*/ 1746128 w 7467600"/>
              <a:gd name="connsiteY403" fmla="*/ 6858000 h 6858000"/>
              <a:gd name="connsiteX404" fmla="*/ 1753934 w 7467600"/>
              <a:gd name="connsiteY404" fmla="*/ 6724796 h 6858000"/>
              <a:gd name="connsiteX405" fmla="*/ 1792053 w 7467600"/>
              <a:gd name="connsiteY405" fmla="*/ 6572396 h 6858000"/>
              <a:gd name="connsiteX406" fmla="*/ 1862248 w 7467600"/>
              <a:gd name="connsiteY406" fmla="*/ 6266397 h 6858000"/>
              <a:gd name="connsiteX407" fmla="*/ 1862250 w 7467600"/>
              <a:gd name="connsiteY407" fmla="*/ 6033531 h 6858000"/>
              <a:gd name="connsiteX408" fmla="*/ 1211999 w 7467600"/>
              <a:gd name="connsiteY408" fmla="*/ 6683610 h 6858000"/>
              <a:gd name="connsiteX409" fmla="*/ 1213266 w 7467600"/>
              <a:gd name="connsiteY409" fmla="*/ 6691947 h 6858000"/>
              <a:gd name="connsiteX410" fmla="*/ 1203370 w 7467600"/>
              <a:gd name="connsiteY410" fmla="*/ 6850676 h 6858000"/>
              <a:gd name="connsiteX411" fmla="*/ 1203671 w 7467600"/>
              <a:gd name="connsiteY411" fmla="*/ 6858000 h 6858000"/>
              <a:gd name="connsiteX412" fmla="*/ 1143180 w 7467600"/>
              <a:gd name="connsiteY412" fmla="*/ 6858000 h 6858000"/>
              <a:gd name="connsiteX413" fmla="*/ 1142176 w 7467600"/>
              <a:gd name="connsiteY413" fmla="*/ 6766045 h 6858000"/>
              <a:gd name="connsiteX414" fmla="*/ 1067484 w 7467600"/>
              <a:gd name="connsiteY414" fmla="*/ 6858000 h 6858000"/>
              <a:gd name="connsiteX415" fmla="*/ 953928 w 7467600"/>
              <a:gd name="connsiteY415" fmla="*/ 6858000 h 6858000"/>
              <a:gd name="connsiteX416" fmla="*/ 959715 w 7467600"/>
              <a:gd name="connsiteY416" fmla="*/ 6850185 h 6858000"/>
              <a:gd name="connsiteX417" fmla="*/ 1483788 w 7467600"/>
              <a:gd name="connsiteY417" fmla="*/ 6259174 h 6858000"/>
              <a:gd name="connsiteX418" fmla="*/ 1100671 w 7467600"/>
              <a:gd name="connsiteY418" fmla="*/ 6252137 h 6858000"/>
              <a:gd name="connsiteX419" fmla="*/ 1090144 w 7467600"/>
              <a:gd name="connsiteY419" fmla="*/ 6256748 h 6858000"/>
              <a:gd name="connsiteX420" fmla="*/ 1095872 w 7467600"/>
              <a:gd name="connsiteY420" fmla="*/ 6271892 h 6858000"/>
              <a:gd name="connsiteX421" fmla="*/ 262785 w 7467600"/>
              <a:gd name="connsiteY421" fmla="*/ 6845450 h 6858000"/>
              <a:gd name="connsiteX422" fmla="*/ 209968 w 7467600"/>
              <a:gd name="connsiteY422" fmla="*/ 6770713 h 6858000"/>
              <a:gd name="connsiteX423" fmla="*/ 873460 w 7467600"/>
              <a:gd name="connsiteY423" fmla="*/ 6253768 h 6858000"/>
              <a:gd name="connsiteX424" fmla="*/ 192686 w 7467600"/>
              <a:gd name="connsiteY424" fmla="*/ 5849257 h 6858000"/>
              <a:gd name="connsiteX425" fmla="*/ 4696 w 7467600"/>
              <a:gd name="connsiteY425" fmla="*/ 5697668 h 6858000"/>
              <a:gd name="connsiteX426" fmla="*/ 0 w 7467600"/>
              <a:gd name="connsiteY426" fmla="*/ 5689984 h 6858000"/>
              <a:gd name="connsiteX427" fmla="*/ 0 w 7467600"/>
              <a:gd name="connsiteY427" fmla="*/ 5513472 h 6858000"/>
              <a:gd name="connsiteX428" fmla="*/ 174101 w 7467600"/>
              <a:gd name="connsiteY428" fmla="*/ 5620277 h 6858000"/>
              <a:gd name="connsiteX429" fmla="*/ 891800 w 7467600"/>
              <a:gd name="connsiteY429" fmla="*/ 6036935 h 6858000"/>
              <a:gd name="connsiteX430" fmla="*/ 1072219 w 7467600"/>
              <a:gd name="connsiteY430" fmla="*/ 6169443 h 6858000"/>
              <a:gd name="connsiteX431" fmla="*/ 1074117 w 7467600"/>
              <a:gd name="connsiteY431" fmla="*/ 6170301 h 6858000"/>
              <a:gd name="connsiteX432" fmla="*/ 1083114 w 7467600"/>
              <a:gd name="connsiteY432" fmla="*/ 6174131 h 6858000"/>
              <a:gd name="connsiteX433" fmla="*/ 1543010 w 7467600"/>
              <a:gd name="connsiteY433" fmla="*/ 6191140 h 6858000"/>
              <a:gd name="connsiteX434" fmla="*/ 1551080 w 7467600"/>
              <a:gd name="connsiteY434" fmla="*/ 6195006 h 6858000"/>
              <a:gd name="connsiteX435" fmla="*/ 2345443 w 7467600"/>
              <a:gd name="connsiteY435" fmla="*/ 5549882 h 6858000"/>
              <a:gd name="connsiteX436" fmla="*/ 1721499 w 7467600"/>
              <a:gd name="connsiteY436" fmla="*/ 5599969 h 6858000"/>
              <a:gd name="connsiteX437" fmla="*/ 767716 w 7467600"/>
              <a:gd name="connsiteY437" fmla="*/ 5472768 h 6858000"/>
              <a:gd name="connsiteX438" fmla="*/ 722147 w 7467600"/>
              <a:gd name="connsiteY438" fmla="*/ 5393091 h 6858000"/>
              <a:gd name="connsiteX439" fmla="*/ 1485552 w 7467600"/>
              <a:gd name="connsiteY439" fmla="*/ 5313202 h 6858000"/>
              <a:gd name="connsiteX440" fmla="*/ 2143004 w 7467600"/>
              <a:gd name="connsiteY440" fmla="*/ 5402420 h 6858000"/>
              <a:gd name="connsiteX441" fmla="*/ 1933391 w 7467600"/>
              <a:gd name="connsiteY441" fmla="*/ 5156971 h 6858000"/>
              <a:gd name="connsiteX442" fmla="*/ 1827118 w 7467600"/>
              <a:gd name="connsiteY442" fmla="*/ 4968410 h 6858000"/>
              <a:gd name="connsiteX443" fmla="*/ 1837349 w 7467600"/>
              <a:gd name="connsiteY443" fmla="*/ 4956357 h 6858000"/>
              <a:gd name="connsiteX444" fmla="*/ 2162835 w 7467600"/>
              <a:gd name="connsiteY444" fmla="*/ 5187853 h 6858000"/>
              <a:gd name="connsiteX445" fmla="*/ 2257167 w 7467600"/>
              <a:gd name="connsiteY445" fmla="*/ 5462123 h 6858000"/>
              <a:gd name="connsiteX446" fmla="*/ 2261598 w 7467600"/>
              <a:gd name="connsiteY446" fmla="*/ 5467998 h 6858000"/>
              <a:gd name="connsiteX447" fmla="*/ 2437177 w 7467600"/>
              <a:gd name="connsiteY447" fmla="*/ 5479608 h 6858000"/>
              <a:gd name="connsiteX448" fmla="*/ 2445247 w 7467600"/>
              <a:gd name="connsiteY448" fmla="*/ 5483476 h 6858000"/>
              <a:gd name="connsiteX449" fmla="*/ 2743626 w 7467600"/>
              <a:gd name="connsiteY449" fmla="*/ 5304819 h 6858000"/>
              <a:gd name="connsiteX450" fmla="*/ 3048102 w 7467600"/>
              <a:gd name="connsiteY450" fmla="*/ 5150595 h 6858000"/>
              <a:gd name="connsiteX451" fmla="*/ 1799414 w 7467600"/>
              <a:gd name="connsiteY451" fmla="*/ 4694732 h 6858000"/>
              <a:gd name="connsiteX452" fmla="*/ 1771735 w 7467600"/>
              <a:gd name="connsiteY452" fmla="*/ 4619929 h 6858000"/>
              <a:gd name="connsiteX453" fmla="*/ 3104273 w 7467600"/>
              <a:gd name="connsiteY453" fmla="*/ 5076159 h 6858000"/>
              <a:gd name="connsiteX454" fmla="*/ 3113245 w 7467600"/>
              <a:gd name="connsiteY454" fmla="*/ 5090705 h 6858000"/>
              <a:gd name="connsiteX455" fmla="*/ 3126294 w 7467600"/>
              <a:gd name="connsiteY455" fmla="*/ 5114400 h 6858000"/>
              <a:gd name="connsiteX456" fmla="*/ 3937433 w 7467600"/>
              <a:gd name="connsiteY456" fmla="*/ 4830473 h 6858000"/>
              <a:gd name="connsiteX457" fmla="*/ 3590475 w 7467600"/>
              <a:gd name="connsiteY457" fmla="*/ 4597974 h 6858000"/>
              <a:gd name="connsiteX458" fmla="*/ 3100264 w 7467600"/>
              <a:gd name="connsiteY458" fmla="*/ 4579845 h 6858000"/>
              <a:gd name="connsiteX459" fmla="*/ 2183576 w 7467600"/>
              <a:gd name="connsiteY459" fmla="*/ 4227150 h 6858000"/>
              <a:gd name="connsiteX460" fmla="*/ 2151029 w 7467600"/>
              <a:gd name="connsiteY460" fmla="*/ 4146947 h 6858000"/>
              <a:gd name="connsiteX461" fmla="*/ 3563434 w 7467600"/>
              <a:gd name="connsiteY461" fmla="*/ 4469115 h 6858000"/>
              <a:gd name="connsiteX462" fmla="*/ 3177952 w 7467600"/>
              <a:gd name="connsiteY462" fmla="*/ 3657386 h 6858000"/>
              <a:gd name="connsiteX463" fmla="*/ 3189263 w 7467600"/>
              <a:gd name="connsiteY463" fmla="*/ 3625726 h 6858000"/>
              <a:gd name="connsiteX464" fmla="*/ 3560912 w 7467600"/>
              <a:gd name="connsiteY464" fmla="*/ 4079863 h 6858000"/>
              <a:gd name="connsiteX465" fmla="*/ 3626636 w 7467600"/>
              <a:gd name="connsiteY465" fmla="*/ 4512230 h 6858000"/>
              <a:gd name="connsiteX466" fmla="*/ 3653088 w 7467600"/>
              <a:gd name="connsiteY466" fmla="*/ 4521417 h 6858000"/>
              <a:gd name="connsiteX467" fmla="*/ 3988128 w 7467600"/>
              <a:gd name="connsiteY467" fmla="*/ 4817267 h 6858000"/>
              <a:gd name="connsiteX468" fmla="*/ 4830582 w 7467600"/>
              <a:gd name="connsiteY468" fmla="*/ 4676000 h 6858000"/>
              <a:gd name="connsiteX469" fmla="*/ 4830100 w 7467600"/>
              <a:gd name="connsiteY469" fmla="*/ 4675554 h 6858000"/>
              <a:gd name="connsiteX470" fmla="*/ 4036318 w 7467600"/>
              <a:gd name="connsiteY470" fmla="*/ 4147013 h 6858000"/>
              <a:gd name="connsiteX471" fmla="*/ 3432098 w 7467600"/>
              <a:gd name="connsiteY471" fmla="*/ 3537312 h 6858000"/>
              <a:gd name="connsiteX472" fmla="*/ 3446761 w 7467600"/>
              <a:gd name="connsiteY472" fmla="*/ 3461278 h 6858000"/>
              <a:gd name="connsiteX473" fmla="*/ 4419733 w 7467600"/>
              <a:gd name="connsiteY473" fmla="*/ 3963555 h 6858000"/>
              <a:gd name="connsiteX474" fmla="*/ 4781371 w 7467600"/>
              <a:gd name="connsiteY474" fmla="*/ 4458604 h 6858000"/>
              <a:gd name="connsiteX475" fmla="*/ 4780440 w 7467600"/>
              <a:gd name="connsiteY475" fmla="*/ 4470290 h 6858000"/>
              <a:gd name="connsiteX476" fmla="*/ 4898954 w 7467600"/>
              <a:gd name="connsiteY476" fmla="*/ 4662092 h 6858000"/>
              <a:gd name="connsiteX477" fmla="*/ 4900699 w 7467600"/>
              <a:gd name="connsiteY477" fmla="*/ 4670867 h 6858000"/>
              <a:gd name="connsiteX478" fmla="*/ 5714511 w 7467600"/>
              <a:gd name="connsiteY478" fmla="*/ 4663483 h 6858000"/>
              <a:gd name="connsiteX479" fmla="*/ 5464793 w 7467600"/>
              <a:gd name="connsiteY479" fmla="*/ 4393556 h 6858000"/>
              <a:gd name="connsiteX480" fmla="*/ 5461897 w 7467600"/>
              <a:gd name="connsiteY480" fmla="*/ 4390879 h 6858000"/>
              <a:gd name="connsiteX481" fmla="*/ 4294126 w 7467600"/>
              <a:gd name="connsiteY481" fmla="*/ 3303048 h 6858000"/>
              <a:gd name="connsiteX482" fmla="*/ 4305321 w 7467600"/>
              <a:gd name="connsiteY482" fmla="*/ 3256953 h 6858000"/>
              <a:gd name="connsiteX483" fmla="*/ 4949299 w 7467600"/>
              <a:gd name="connsiteY483" fmla="*/ 3766336 h 6858000"/>
              <a:gd name="connsiteX484" fmla="*/ 5291452 w 7467600"/>
              <a:gd name="connsiteY484" fmla="*/ 4076801 h 6858000"/>
              <a:gd name="connsiteX485" fmla="*/ 5434998 w 7467600"/>
              <a:gd name="connsiteY485" fmla="*/ 4254100 h 6858000"/>
              <a:gd name="connsiteX486" fmla="*/ 5351015 w 7467600"/>
              <a:gd name="connsiteY486" fmla="*/ 3760989 h 6858000"/>
              <a:gd name="connsiteX487" fmla="*/ 5413780 w 7467600"/>
              <a:gd name="connsiteY487" fmla="*/ 2966265 h 6858000"/>
              <a:gd name="connsiteX488" fmla="*/ 5425627 w 7467600"/>
              <a:gd name="connsiteY488" fmla="*/ 2954192 h 6858000"/>
              <a:gd name="connsiteX489" fmla="*/ 6604735 w 7467600"/>
              <a:gd name="connsiteY489" fmla="*/ 2041381 h 6858000"/>
              <a:gd name="connsiteX490" fmla="*/ 7204487 w 7467600"/>
              <a:gd name="connsiteY490" fmla="*/ 2742112 h 6858000"/>
              <a:gd name="connsiteX491" fmla="*/ 7131592 w 7467600"/>
              <a:gd name="connsiteY491" fmla="*/ 2672096 h 6858000"/>
              <a:gd name="connsiteX492" fmla="*/ 6996344 w 7467600"/>
              <a:gd name="connsiteY492" fmla="*/ 2518310 h 6858000"/>
              <a:gd name="connsiteX493" fmla="*/ 6735495 w 7467600"/>
              <a:gd name="connsiteY493" fmla="*/ 2196890 h 6858000"/>
              <a:gd name="connsiteX494" fmla="*/ 6721901 w 7467600"/>
              <a:gd name="connsiteY494" fmla="*/ 2179274 h 6858000"/>
              <a:gd name="connsiteX495" fmla="*/ 6604735 w 7467600"/>
              <a:gd name="connsiteY495" fmla="*/ 2041381 h 6858000"/>
              <a:gd name="connsiteX496" fmla="*/ 6591670 w 7467600"/>
              <a:gd name="connsiteY496" fmla="*/ 1988277 h 6858000"/>
              <a:gd name="connsiteX497" fmla="*/ 6747349 w 7467600"/>
              <a:gd name="connsiteY497" fmla="*/ 2160069 h 6858000"/>
              <a:gd name="connsiteX498" fmla="*/ 6760943 w 7467600"/>
              <a:gd name="connsiteY498" fmla="*/ 2177686 h 6858000"/>
              <a:gd name="connsiteX499" fmla="*/ 7021065 w 7467600"/>
              <a:gd name="connsiteY499" fmla="*/ 2498102 h 6858000"/>
              <a:gd name="connsiteX500" fmla="*/ 7155223 w 7467600"/>
              <a:gd name="connsiteY500" fmla="*/ 2650386 h 6858000"/>
              <a:gd name="connsiteX501" fmla="*/ 7203167 w 7467600"/>
              <a:gd name="connsiteY501" fmla="*/ 2697288 h 6858000"/>
              <a:gd name="connsiteX502" fmla="*/ 6937703 w 7467600"/>
              <a:gd name="connsiteY502" fmla="*/ 2321981 h 6858000"/>
              <a:gd name="connsiteX503" fmla="*/ 6591670 w 7467600"/>
              <a:gd name="connsiteY503" fmla="*/ 1988277 h 6858000"/>
              <a:gd name="connsiteX504" fmla="*/ 5798671 w 7467600"/>
              <a:gd name="connsiteY504" fmla="*/ 1981601 h 6858000"/>
              <a:gd name="connsiteX505" fmla="*/ 5754709 w 7467600"/>
              <a:gd name="connsiteY505" fmla="*/ 2071454 h 6858000"/>
              <a:gd name="connsiteX506" fmla="*/ 5763044 w 7467600"/>
              <a:gd name="connsiteY506" fmla="*/ 2842206 h 6858000"/>
              <a:gd name="connsiteX507" fmla="*/ 5764974 w 7467600"/>
              <a:gd name="connsiteY507" fmla="*/ 2799609 h 6858000"/>
              <a:gd name="connsiteX508" fmla="*/ 5767665 w 7467600"/>
              <a:gd name="connsiteY508" fmla="*/ 2666409 h 6858000"/>
              <a:gd name="connsiteX509" fmla="*/ 5763055 w 7467600"/>
              <a:gd name="connsiteY509" fmla="*/ 2579705 h 6858000"/>
              <a:gd name="connsiteX510" fmla="*/ 5758079 w 7467600"/>
              <a:gd name="connsiteY510" fmla="*/ 2492508 h 6858000"/>
              <a:gd name="connsiteX511" fmla="*/ 5779325 w 7467600"/>
              <a:gd name="connsiteY511" fmla="*/ 2197069 h 6858000"/>
              <a:gd name="connsiteX512" fmla="*/ 5798671 w 7467600"/>
              <a:gd name="connsiteY512" fmla="*/ 1981601 h 6858000"/>
              <a:gd name="connsiteX513" fmla="*/ 5829202 w 7467600"/>
              <a:gd name="connsiteY513" fmla="*/ 1971679 h 6858000"/>
              <a:gd name="connsiteX514" fmla="*/ 5809558 w 7467600"/>
              <a:gd name="connsiteY514" fmla="*/ 2198043 h 6858000"/>
              <a:gd name="connsiteX515" fmla="*/ 5788653 w 7467600"/>
              <a:gd name="connsiteY515" fmla="*/ 2489430 h 6858000"/>
              <a:gd name="connsiteX516" fmla="*/ 5793439 w 7467600"/>
              <a:gd name="connsiteY516" fmla="*/ 2575235 h 6858000"/>
              <a:gd name="connsiteX517" fmla="*/ 5796837 w 7467600"/>
              <a:gd name="connsiteY517" fmla="*/ 2637633 h 6858000"/>
              <a:gd name="connsiteX518" fmla="*/ 5818614 w 7467600"/>
              <a:gd name="connsiteY518" fmla="*/ 2473055 h 6858000"/>
              <a:gd name="connsiteX519" fmla="*/ 5829202 w 7467600"/>
              <a:gd name="connsiteY519" fmla="*/ 1971679 h 6858000"/>
              <a:gd name="connsiteX520" fmla="*/ 5911389 w 7467600"/>
              <a:gd name="connsiteY520" fmla="*/ 1898371 h 6858000"/>
              <a:gd name="connsiteX521" fmla="*/ 6237627 w 7467600"/>
              <a:gd name="connsiteY521" fmla="*/ 2231921 h 6858000"/>
              <a:gd name="connsiteX522" fmla="*/ 5911389 w 7467600"/>
              <a:gd name="connsiteY522" fmla="*/ 1898371 h 6858000"/>
              <a:gd name="connsiteX523" fmla="*/ 6944437 w 7467600"/>
              <a:gd name="connsiteY523" fmla="*/ 1575402 h 6858000"/>
              <a:gd name="connsiteX524" fmla="*/ 6304730 w 7467600"/>
              <a:gd name="connsiteY524" fmla="*/ 1766654 h 6858000"/>
              <a:gd name="connsiteX525" fmla="*/ 6944437 w 7467600"/>
              <a:gd name="connsiteY525" fmla="*/ 1575402 h 6858000"/>
              <a:gd name="connsiteX526" fmla="*/ 7019523 w 7467600"/>
              <a:gd name="connsiteY526" fmla="*/ 1519450 h 6858000"/>
              <a:gd name="connsiteX527" fmla="*/ 6298091 w 7467600"/>
              <a:gd name="connsiteY527" fmla="*/ 1737122 h 6858000"/>
              <a:gd name="connsiteX528" fmla="*/ 7019523 w 7467600"/>
              <a:gd name="connsiteY528" fmla="*/ 1519450 h 6858000"/>
              <a:gd name="connsiteX529" fmla="*/ 2399523 w 7467600"/>
              <a:gd name="connsiteY529" fmla="*/ 1428234 h 6858000"/>
              <a:gd name="connsiteX530" fmla="*/ 2224982 w 7467600"/>
              <a:gd name="connsiteY530" fmla="*/ 1826201 h 6858000"/>
              <a:gd name="connsiteX531" fmla="*/ 2096099 w 7467600"/>
              <a:gd name="connsiteY531" fmla="*/ 2345900 h 6858000"/>
              <a:gd name="connsiteX532" fmla="*/ 2283317 w 7467600"/>
              <a:gd name="connsiteY532" fmla="*/ 1796925 h 6858000"/>
              <a:gd name="connsiteX533" fmla="*/ 2399523 w 7467600"/>
              <a:gd name="connsiteY533" fmla="*/ 1428234 h 6858000"/>
              <a:gd name="connsiteX534" fmla="*/ 2448558 w 7467600"/>
              <a:gd name="connsiteY534" fmla="*/ 1373435 h 6858000"/>
              <a:gd name="connsiteX535" fmla="*/ 2312521 w 7467600"/>
              <a:gd name="connsiteY535" fmla="*/ 1806140 h 6858000"/>
              <a:gd name="connsiteX536" fmla="*/ 2127533 w 7467600"/>
              <a:gd name="connsiteY536" fmla="*/ 2348380 h 6858000"/>
              <a:gd name="connsiteX537" fmla="*/ 2358080 w 7467600"/>
              <a:gd name="connsiteY537" fmla="*/ 1866134 h 6858000"/>
              <a:gd name="connsiteX538" fmla="*/ 2407436 w 7467600"/>
              <a:gd name="connsiteY538" fmla="*/ 1651070 h 6858000"/>
              <a:gd name="connsiteX539" fmla="*/ 2448558 w 7467600"/>
              <a:gd name="connsiteY539" fmla="*/ 1373435 h 6858000"/>
              <a:gd name="connsiteX540" fmla="*/ 278707 w 7467600"/>
              <a:gd name="connsiteY540" fmla="*/ 1352270 h 6858000"/>
              <a:gd name="connsiteX541" fmla="*/ 321570 w 7467600"/>
              <a:gd name="connsiteY541" fmla="*/ 1861610 h 6858000"/>
              <a:gd name="connsiteX542" fmla="*/ 294281 w 7467600"/>
              <a:gd name="connsiteY542" fmla="*/ 1440658 h 6858000"/>
              <a:gd name="connsiteX543" fmla="*/ 278707 w 7467600"/>
              <a:gd name="connsiteY543" fmla="*/ 1352270 h 6858000"/>
              <a:gd name="connsiteX544" fmla="*/ 1423821 w 7467600"/>
              <a:gd name="connsiteY544" fmla="*/ 1351958 h 6858000"/>
              <a:gd name="connsiteX545" fmla="*/ 1638521 w 7467600"/>
              <a:gd name="connsiteY545" fmla="*/ 1908470 h 6858000"/>
              <a:gd name="connsiteX546" fmla="*/ 1754199 w 7467600"/>
              <a:gd name="connsiteY546" fmla="*/ 2149284 h 6858000"/>
              <a:gd name="connsiteX547" fmla="*/ 1908359 w 7467600"/>
              <a:gd name="connsiteY547" fmla="*/ 2364988 h 6858000"/>
              <a:gd name="connsiteX548" fmla="*/ 1647661 w 7467600"/>
              <a:gd name="connsiteY548" fmla="*/ 1825945 h 6858000"/>
              <a:gd name="connsiteX549" fmla="*/ 1423821 w 7467600"/>
              <a:gd name="connsiteY549" fmla="*/ 1351958 h 6858000"/>
              <a:gd name="connsiteX550" fmla="*/ 1431890 w 7467600"/>
              <a:gd name="connsiteY550" fmla="*/ 1306475 h 6858000"/>
              <a:gd name="connsiteX551" fmla="*/ 1507597 w 7467600"/>
              <a:gd name="connsiteY551" fmla="*/ 1446132 h 6858000"/>
              <a:gd name="connsiteX552" fmla="*/ 1674586 w 7467600"/>
              <a:gd name="connsiteY552" fmla="*/ 1813832 h 6858000"/>
              <a:gd name="connsiteX553" fmla="*/ 1815950 w 7467600"/>
              <a:gd name="connsiteY553" fmla="*/ 2128564 h 6858000"/>
              <a:gd name="connsiteX554" fmla="*/ 1984242 w 7467600"/>
              <a:gd name="connsiteY554" fmla="*/ 2430829 h 6858000"/>
              <a:gd name="connsiteX555" fmla="*/ 2014023 w 7467600"/>
              <a:gd name="connsiteY555" fmla="*/ 2450995 h 6858000"/>
              <a:gd name="connsiteX556" fmla="*/ 1747337 w 7467600"/>
              <a:gd name="connsiteY556" fmla="*/ 1855264 h 6858000"/>
              <a:gd name="connsiteX557" fmla="*/ 1533749 w 7467600"/>
              <a:gd name="connsiteY557" fmla="*/ 1478656 h 6858000"/>
              <a:gd name="connsiteX558" fmla="*/ 1431890 w 7467600"/>
              <a:gd name="connsiteY558" fmla="*/ 1306475 h 6858000"/>
              <a:gd name="connsiteX559" fmla="*/ 5052692 w 7467600"/>
              <a:gd name="connsiteY559" fmla="*/ 1292994 h 6858000"/>
              <a:gd name="connsiteX560" fmla="*/ 5200661 w 7467600"/>
              <a:gd name="connsiteY560" fmla="*/ 1635186 h 6858000"/>
              <a:gd name="connsiteX561" fmla="*/ 5297138 w 7467600"/>
              <a:gd name="connsiteY561" fmla="*/ 1906351 h 6858000"/>
              <a:gd name="connsiteX562" fmla="*/ 5052692 w 7467600"/>
              <a:gd name="connsiteY562" fmla="*/ 1292994 h 6858000"/>
              <a:gd name="connsiteX563" fmla="*/ 5009948 w 7467600"/>
              <a:gd name="connsiteY563" fmla="*/ 1273619 h 6858000"/>
              <a:gd name="connsiteX564" fmla="*/ 5121777 w 7467600"/>
              <a:gd name="connsiteY564" fmla="*/ 1654213 h 6858000"/>
              <a:gd name="connsiteX565" fmla="*/ 5293545 w 7467600"/>
              <a:gd name="connsiteY565" fmla="*/ 2072247 h 6858000"/>
              <a:gd name="connsiteX566" fmla="*/ 5294042 w 7467600"/>
              <a:gd name="connsiteY566" fmla="*/ 2065019 h 6858000"/>
              <a:gd name="connsiteX567" fmla="*/ 5171936 w 7467600"/>
              <a:gd name="connsiteY567" fmla="*/ 1647613 h 6858000"/>
              <a:gd name="connsiteX568" fmla="*/ 5009948 w 7467600"/>
              <a:gd name="connsiteY568" fmla="*/ 1273619 h 6858000"/>
              <a:gd name="connsiteX569" fmla="*/ 655236 w 7467600"/>
              <a:gd name="connsiteY569" fmla="*/ 1268632 h 6858000"/>
              <a:gd name="connsiteX570" fmla="*/ 839521 w 7467600"/>
              <a:gd name="connsiteY570" fmla="*/ 1685315 h 6858000"/>
              <a:gd name="connsiteX571" fmla="*/ 1109416 w 7467600"/>
              <a:gd name="connsiteY571" fmla="*/ 2061663 h 6858000"/>
              <a:gd name="connsiteX572" fmla="*/ 1298300 w 7467600"/>
              <a:gd name="connsiteY572" fmla="*/ 2247742 h 6858000"/>
              <a:gd name="connsiteX573" fmla="*/ 1125871 w 7467600"/>
              <a:gd name="connsiteY573" fmla="*/ 1989513 h 6858000"/>
              <a:gd name="connsiteX574" fmla="*/ 981574 w 7467600"/>
              <a:gd name="connsiteY574" fmla="*/ 1783157 h 6858000"/>
              <a:gd name="connsiteX575" fmla="*/ 922198 w 7467600"/>
              <a:gd name="connsiteY575" fmla="*/ 1677437 h 6858000"/>
              <a:gd name="connsiteX576" fmla="*/ 869293 w 7467600"/>
              <a:gd name="connsiteY576" fmla="*/ 1583214 h 6858000"/>
              <a:gd name="connsiteX577" fmla="*/ 751431 w 7467600"/>
              <a:gd name="connsiteY577" fmla="*/ 1405731 h 6858000"/>
              <a:gd name="connsiteX578" fmla="*/ 655236 w 7467600"/>
              <a:gd name="connsiteY578" fmla="*/ 1268632 h 6858000"/>
              <a:gd name="connsiteX579" fmla="*/ 6516292 w 7467600"/>
              <a:gd name="connsiteY579" fmla="*/ 1263064 h 6858000"/>
              <a:gd name="connsiteX580" fmla="*/ 5736320 w 7467600"/>
              <a:gd name="connsiteY580" fmla="*/ 1501803 h 6858000"/>
              <a:gd name="connsiteX581" fmla="*/ 6516292 w 7467600"/>
              <a:gd name="connsiteY581" fmla="*/ 1263064 h 6858000"/>
              <a:gd name="connsiteX582" fmla="*/ 291466 w 7467600"/>
              <a:gd name="connsiteY582" fmla="*/ 1250369 h 6858000"/>
              <a:gd name="connsiteX583" fmla="*/ 323180 w 7467600"/>
              <a:gd name="connsiteY583" fmla="*/ 1435283 h 6858000"/>
              <a:gd name="connsiteX584" fmla="*/ 349381 w 7467600"/>
              <a:gd name="connsiteY584" fmla="*/ 1875041 h 6858000"/>
              <a:gd name="connsiteX585" fmla="*/ 374363 w 7467600"/>
              <a:gd name="connsiteY585" fmla="*/ 1506494 h 6858000"/>
              <a:gd name="connsiteX586" fmla="*/ 302168 w 7467600"/>
              <a:gd name="connsiteY586" fmla="*/ 1274495 h 6858000"/>
              <a:gd name="connsiteX587" fmla="*/ 291466 w 7467600"/>
              <a:gd name="connsiteY587" fmla="*/ 1250369 h 6858000"/>
              <a:gd name="connsiteX588" fmla="*/ 678222 w 7467600"/>
              <a:gd name="connsiteY588" fmla="*/ 1248670 h 6858000"/>
              <a:gd name="connsiteX589" fmla="*/ 775536 w 7467600"/>
              <a:gd name="connsiteY589" fmla="*/ 1388015 h 6858000"/>
              <a:gd name="connsiteX590" fmla="*/ 894529 w 7467600"/>
              <a:gd name="connsiteY590" fmla="*/ 1567739 h 6858000"/>
              <a:gd name="connsiteX591" fmla="*/ 948000 w 7467600"/>
              <a:gd name="connsiteY591" fmla="*/ 1663088 h 6858000"/>
              <a:gd name="connsiteX592" fmla="*/ 1006812 w 7467600"/>
              <a:gd name="connsiteY592" fmla="*/ 1767683 h 6858000"/>
              <a:gd name="connsiteX593" fmla="*/ 1149133 w 7467600"/>
              <a:gd name="connsiteY593" fmla="*/ 1971513 h 6858000"/>
              <a:gd name="connsiteX594" fmla="*/ 1333952 w 7467600"/>
              <a:gd name="connsiteY594" fmla="*/ 2251620 h 6858000"/>
              <a:gd name="connsiteX595" fmla="*/ 1337329 w 7467600"/>
              <a:gd name="connsiteY595" fmla="*/ 2258350 h 6858000"/>
              <a:gd name="connsiteX596" fmla="*/ 1014726 w 7467600"/>
              <a:gd name="connsiteY596" fmla="*/ 1615556 h 6858000"/>
              <a:gd name="connsiteX597" fmla="*/ 678222 w 7467600"/>
              <a:gd name="connsiteY597" fmla="*/ 1248670 h 6858000"/>
              <a:gd name="connsiteX598" fmla="*/ 6691602 w 7467600"/>
              <a:gd name="connsiteY598" fmla="*/ 1140573 h 6858000"/>
              <a:gd name="connsiteX599" fmla="*/ 6571100 w 7467600"/>
              <a:gd name="connsiteY599" fmla="*/ 1183662 h 6858000"/>
              <a:gd name="connsiteX600" fmla="*/ 6241687 w 7467600"/>
              <a:gd name="connsiteY600" fmla="*/ 1257600 h 6858000"/>
              <a:gd name="connsiteX601" fmla="*/ 5693009 w 7467600"/>
              <a:gd name="connsiteY601" fmla="*/ 1478256 h 6858000"/>
              <a:gd name="connsiteX602" fmla="*/ 6548420 w 7467600"/>
              <a:gd name="connsiteY602" fmla="*/ 1214599 h 6858000"/>
              <a:gd name="connsiteX603" fmla="*/ 6605473 w 7467600"/>
              <a:gd name="connsiteY603" fmla="*/ 1184686 h 6858000"/>
              <a:gd name="connsiteX604" fmla="*/ 6691602 w 7467600"/>
              <a:gd name="connsiteY604" fmla="*/ 1140573 h 6858000"/>
              <a:gd name="connsiteX605" fmla="*/ 4002475 w 7467600"/>
              <a:gd name="connsiteY605" fmla="*/ 1037802 h 6858000"/>
              <a:gd name="connsiteX606" fmla="*/ 4000324 w 7467600"/>
              <a:gd name="connsiteY606" fmla="*/ 1039362 h 6858000"/>
              <a:gd name="connsiteX607" fmla="*/ 4002862 w 7467600"/>
              <a:gd name="connsiteY607" fmla="*/ 1042866 h 6858000"/>
              <a:gd name="connsiteX608" fmla="*/ 4002475 w 7467600"/>
              <a:gd name="connsiteY608" fmla="*/ 1037802 h 6858000"/>
              <a:gd name="connsiteX609" fmla="*/ 506322 w 7467600"/>
              <a:gd name="connsiteY609" fmla="*/ 1020997 h 6858000"/>
              <a:gd name="connsiteX610" fmla="*/ 533068 w 7467600"/>
              <a:gd name="connsiteY610" fmla="*/ 1029409 h 6858000"/>
              <a:gd name="connsiteX611" fmla="*/ 1232525 w 7467600"/>
              <a:gd name="connsiteY611" fmla="*/ 1804675 h 6858000"/>
              <a:gd name="connsiteX612" fmla="*/ 1388858 w 7467600"/>
              <a:gd name="connsiteY612" fmla="*/ 2368011 h 6858000"/>
              <a:gd name="connsiteX613" fmla="*/ 1384098 w 7467600"/>
              <a:gd name="connsiteY613" fmla="*/ 2378125 h 6858000"/>
              <a:gd name="connsiteX614" fmla="*/ 1425393 w 7467600"/>
              <a:gd name="connsiteY614" fmla="*/ 2589124 h 6858000"/>
              <a:gd name="connsiteX615" fmla="*/ 1424001 w 7467600"/>
              <a:gd name="connsiteY615" fmla="*/ 2597541 h 6858000"/>
              <a:gd name="connsiteX616" fmla="*/ 2152729 w 7467600"/>
              <a:gd name="connsiteY616" fmla="*/ 2864487 h 6858000"/>
              <a:gd name="connsiteX617" fmla="*/ 2020609 w 7467600"/>
              <a:gd name="connsiteY617" fmla="*/ 2539671 h 6858000"/>
              <a:gd name="connsiteX618" fmla="*/ 2018920 w 7467600"/>
              <a:gd name="connsiteY618" fmla="*/ 2536309 h 6858000"/>
              <a:gd name="connsiteX619" fmla="*/ 1342441 w 7467600"/>
              <a:gd name="connsiteY619" fmla="*/ 1173017 h 6858000"/>
              <a:gd name="connsiteX620" fmla="*/ 1367925 w 7467600"/>
              <a:gd name="connsiteY620" fmla="*/ 1135648 h 6858000"/>
              <a:gd name="connsiteX621" fmla="*/ 1771401 w 7467600"/>
              <a:gd name="connsiteY621" fmla="*/ 1806673 h 6858000"/>
              <a:gd name="connsiteX622" fmla="*/ 1972385 w 7467600"/>
              <a:gd name="connsiteY622" fmla="*/ 2198735 h 6858000"/>
              <a:gd name="connsiteX623" fmla="*/ 2040892 w 7467600"/>
              <a:gd name="connsiteY623" fmla="*/ 2405205 h 6858000"/>
              <a:gd name="connsiteX624" fmla="*/ 2131689 w 7467600"/>
              <a:gd name="connsiteY624" fmla="*/ 1936926 h 6858000"/>
              <a:gd name="connsiteX625" fmla="*/ 2454820 w 7467600"/>
              <a:gd name="connsiteY625" fmla="*/ 1248808 h 6858000"/>
              <a:gd name="connsiteX626" fmla="*/ 2492512 w 7467600"/>
              <a:gd name="connsiteY626" fmla="*/ 1302920 h 6858000"/>
              <a:gd name="connsiteX627" fmla="*/ 2081216 w 7467600"/>
              <a:gd name="connsiteY627" fmla="*/ 2527513 h 6858000"/>
              <a:gd name="connsiteX628" fmla="*/ 2081211 w 7467600"/>
              <a:gd name="connsiteY628" fmla="*/ 2528916 h 6858000"/>
              <a:gd name="connsiteX629" fmla="*/ 2199067 w 7467600"/>
              <a:gd name="connsiteY629" fmla="*/ 2884061 h 6858000"/>
              <a:gd name="connsiteX630" fmla="*/ 3192586 w 7467600"/>
              <a:gd name="connsiteY630" fmla="*/ 3411496 h 6858000"/>
              <a:gd name="connsiteX631" fmla="*/ 3182620 w 7467600"/>
              <a:gd name="connsiteY631" fmla="*/ 3483279 h 6858000"/>
              <a:gd name="connsiteX632" fmla="*/ 2435119 w 7467600"/>
              <a:gd name="connsiteY632" fmla="*/ 3080173 h 6858000"/>
              <a:gd name="connsiteX633" fmla="*/ 2410152 w 7467600"/>
              <a:gd name="connsiteY633" fmla="*/ 3063751 h 6858000"/>
              <a:gd name="connsiteX634" fmla="*/ 2408099 w 7467600"/>
              <a:gd name="connsiteY634" fmla="*/ 3064403 h 6858000"/>
              <a:gd name="connsiteX635" fmla="*/ 2407218 w 7467600"/>
              <a:gd name="connsiteY635" fmla="*/ 3070324 h 6858000"/>
              <a:gd name="connsiteX636" fmla="*/ 2380138 w 7467600"/>
              <a:gd name="connsiteY636" fmla="*/ 3099341 h 6858000"/>
              <a:gd name="connsiteX637" fmla="*/ 1765923 w 7467600"/>
              <a:gd name="connsiteY637" fmla="*/ 3581043 h 6858000"/>
              <a:gd name="connsiteX638" fmla="*/ 1702258 w 7467600"/>
              <a:gd name="connsiteY638" fmla="*/ 3612286 h 6858000"/>
              <a:gd name="connsiteX639" fmla="*/ 1538370 w 7467600"/>
              <a:gd name="connsiteY639" fmla="*/ 3811804 h 6858000"/>
              <a:gd name="connsiteX640" fmla="*/ 542867 w 7467600"/>
              <a:gd name="connsiteY640" fmla="*/ 4944092 h 6858000"/>
              <a:gd name="connsiteX641" fmla="*/ 515800 w 7467600"/>
              <a:gd name="connsiteY641" fmla="*/ 4862180 h 6858000"/>
              <a:gd name="connsiteX642" fmla="*/ 909145 w 7467600"/>
              <a:gd name="connsiteY642" fmla="*/ 4199225 h 6858000"/>
              <a:gd name="connsiteX643" fmla="*/ 1214067 w 7467600"/>
              <a:gd name="connsiteY643" fmla="*/ 3908561 h 6858000"/>
              <a:gd name="connsiteX644" fmla="*/ 640967 w 7467600"/>
              <a:gd name="connsiteY644" fmla="*/ 4105601 h 6858000"/>
              <a:gd name="connsiteX645" fmla="*/ 112563 w 7467600"/>
              <a:gd name="connsiteY645" fmla="*/ 4396952 h 6858000"/>
              <a:gd name="connsiteX646" fmla="*/ 0 w 7467600"/>
              <a:gd name="connsiteY646" fmla="*/ 4466006 h 6858000"/>
              <a:gd name="connsiteX647" fmla="*/ 0 w 7467600"/>
              <a:gd name="connsiteY647" fmla="*/ 4233763 h 6858000"/>
              <a:gd name="connsiteX648" fmla="*/ 36881 w 7467600"/>
              <a:gd name="connsiteY648" fmla="*/ 4200118 h 6858000"/>
              <a:gd name="connsiteX649" fmla="*/ 910534 w 7467600"/>
              <a:gd name="connsiteY649" fmla="*/ 3629753 h 6858000"/>
              <a:gd name="connsiteX650" fmla="*/ 1578717 w 7467600"/>
              <a:gd name="connsiteY650" fmla="*/ 3575982 h 6858000"/>
              <a:gd name="connsiteX651" fmla="*/ 2338780 w 7467600"/>
              <a:gd name="connsiteY651" fmla="*/ 3033725 h 6858000"/>
              <a:gd name="connsiteX652" fmla="*/ 1807991 w 7467600"/>
              <a:gd name="connsiteY652" fmla="*/ 2807184 h 6858000"/>
              <a:gd name="connsiteX653" fmla="*/ 1416358 w 7467600"/>
              <a:gd name="connsiteY653" fmla="*/ 3112571 h 6858000"/>
              <a:gd name="connsiteX654" fmla="*/ 939066 w 7467600"/>
              <a:gd name="connsiteY654" fmla="*/ 3378798 h 6858000"/>
              <a:gd name="connsiteX655" fmla="*/ 115099 w 7467600"/>
              <a:gd name="connsiteY655" fmla="*/ 3607650 h 6858000"/>
              <a:gd name="connsiteX656" fmla="*/ 97284 w 7467600"/>
              <a:gd name="connsiteY656" fmla="*/ 3520393 h 6858000"/>
              <a:gd name="connsiteX657" fmla="*/ 922050 w 7467600"/>
              <a:gd name="connsiteY657" fmla="*/ 3074867 h 6858000"/>
              <a:gd name="connsiteX658" fmla="*/ 1405265 w 7467600"/>
              <a:gd name="connsiteY658" fmla="*/ 3016319 h 6858000"/>
              <a:gd name="connsiteX659" fmla="*/ 1407512 w 7467600"/>
              <a:gd name="connsiteY659" fmla="*/ 3018001 h 6858000"/>
              <a:gd name="connsiteX660" fmla="*/ 1726266 w 7467600"/>
              <a:gd name="connsiteY660" fmla="*/ 2777274 h 6858000"/>
              <a:gd name="connsiteX661" fmla="*/ 625390 w 7467600"/>
              <a:gd name="connsiteY661" fmla="*/ 2514541 h 6858000"/>
              <a:gd name="connsiteX662" fmla="*/ 619799 w 7467600"/>
              <a:gd name="connsiteY662" fmla="*/ 2527180 h 6858000"/>
              <a:gd name="connsiteX663" fmla="*/ 310030 w 7467600"/>
              <a:gd name="connsiteY663" fmla="*/ 2771818 h 6858000"/>
              <a:gd name="connsiteX664" fmla="*/ 173877 w 7467600"/>
              <a:gd name="connsiteY664" fmla="*/ 2937056 h 6858000"/>
              <a:gd name="connsiteX665" fmla="*/ 77889 w 7467600"/>
              <a:gd name="connsiteY665" fmla="*/ 3138440 h 6858000"/>
              <a:gd name="connsiteX666" fmla="*/ 0 w 7467600"/>
              <a:gd name="connsiteY666" fmla="*/ 3271395 h 6858000"/>
              <a:gd name="connsiteX667" fmla="*/ 0 w 7467600"/>
              <a:gd name="connsiteY667" fmla="*/ 3153002 h 6858000"/>
              <a:gd name="connsiteX668" fmla="*/ 2386 w 7467600"/>
              <a:gd name="connsiteY668" fmla="*/ 3149203 h 6858000"/>
              <a:gd name="connsiteX669" fmla="*/ 89753 w 7467600"/>
              <a:gd name="connsiteY669" fmla="*/ 2987702 h 6858000"/>
              <a:gd name="connsiteX670" fmla="*/ 76869 w 7467600"/>
              <a:gd name="connsiteY670" fmla="*/ 3005404 h 6858000"/>
              <a:gd name="connsiteX671" fmla="*/ 32049 w 7467600"/>
              <a:gd name="connsiteY671" fmla="*/ 3065814 h 6858000"/>
              <a:gd name="connsiteX672" fmla="*/ 0 w 7467600"/>
              <a:gd name="connsiteY672" fmla="*/ 3108744 h 6858000"/>
              <a:gd name="connsiteX673" fmla="*/ 0 w 7467600"/>
              <a:gd name="connsiteY673" fmla="*/ 3058059 h 6858000"/>
              <a:gd name="connsiteX674" fmla="*/ 7610 w 7467600"/>
              <a:gd name="connsiteY674" fmla="*/ 3047889 h 6858000"/>
              <a:gd name="connsiteX675" fmla="*/ 52419 w 7467600"/>
              <a:gd name="connsiteY675" fmla="*/ 2987479 h 6858000"/>
              <a:gd name="connsiteX676" fmla="*/ 59142 w 7467600"/>
              <a:gd name="connsiteY676" fmla="*/ 2978488 h 6858000"/>
              <a:gd name="connsiteX677" fmla="*/ 0 w 7467600"/>
              <a:gd name="connsiteY677" fmla="*/ 3015334 h 6858000"/>
              <a:gd name="connsiteX678" fmla="*/ 0 w 7467600"/>
              <a:gd name="connsiteY678" fmla="*/ 2914286 h 6858000"/>
              <a:gd name="connsiteX679" fmla="*/ 36383 w 7467600"/>
              <a:gd name="connsiteY679" fmla="*/ 2901128 h 6858000"/>
              <a:gd name="connsiteX680" fmla="*/ 156329 w 7467600"/>
              <a:gd name="connsiteY680" fmla="*/ 2840533 h 6858000"/>
              <a:gd name="connsiteX681" fmla="*/ 358355 w 7467600"/>
              <a:gd name="connsiteY681" fmla="*/ 2620471 h 6858000"/>
              <a:gd name="connsiteX682" fmla="*/ 510577 w 7467600"/>
              <a:gd name="connsiteY682" fmla="*/ 2501244 h 6858000"/>
              <a:gd name="connsiteX683" fmla="*/ 211967 w 7467600"/>
              <a:gd name="connsiteY683" fmla="*/ 2479171 h 6858000"/>
              <a:gd name="connsiteX684" fmla="*/ 0 w 7467600"/>
              <a:gd name="connsiteY684" fmla="*/ 2476398 h 6858000"/>
              <a:gd name="connsiteX685" fmla="*/ 0 w 7467600"/>
              <a:gd name="connsiteY685" fmla="*/ 2389189 h 6858000"/>
              <a:gd name="connsiteX686" fmla="*/ 103062 w 7467600"/>
              <a:gd name="connsiteY686" fmla="*/ 2389518 h 6858000"/>
              <a:gd name="connsiteX687" fmla="*/ 510734 w 7467600"/>
              <a:gd name="connsiteY687" fmla="*/ 2416201 h 6858000"/>
              <a:gd name="connsiteX688" fmla="*/ 279257 w 7467600"/>
              <a:gd name="connsiteY688" fmla="*/ 2092102 h 6858000"/>
              <a:gd name="connsiteX689" fmla="*/ 65265 w 7467600"/>
              <a:gd name="connsiteY689" fmla="*/ 2006049 h 6858000"/>
              <a:gd name="connsiteX690" fmla="*/ 0 w 7467600"/>
              <a:gd name="connsiteY690" fmla="*/ 1982532 h 6858000"/>
              <a:gd name="connsiteX691" fmla="*/ 0 w 7467600"/>
              <a:gd name="connsiteY691" fmla="*/ 1912789 h 6858000"/>
              <a:gd name="connsiteX692" fmla="*/ 97460 w 7467600"/>
              <a:gd name="connsiteY692" fmla="*/ 1953725 h 6858000"/>
              <a:gd name="connsiteX693" fmla="*/ 221272 w 7467600"/>
              <a:gd name="connsiteY693" fmla="*/ 1980766 h 6858000"/>
              <a:gd name="connsiteX694" fmla="*/ 116765 w 7467600"/>
              <a:gd name="connsiteY694" fmla="*/ 1911033 h 6858000"/>
              <a:gd name="connsiteX695" fmla="*/ 16405 w 7467600"/>
              <a:gd name="connsiteY695" fmla="*/ 1803412 h 6858000"/>
              <a:gd name="connsiteX696" fmla="*/ 0 w 7467600"/>
              <a:gd name="connsiteY696" fmla="*/ 1784777 h 6858000"/>
              <a:gd name="connsiteX697" fmla="*/ 0 w 7467600"/>
              <a:gd name="connsiteY697" fmla="*/ 1740082 h 6858000"/>
              <a:gd name="connsiteX698" fmla="*/ 39394 w 7467600"/>
              <a:gd name="connsiteY698" fmla="*/ 1784856 h 6858000"/>
              <a:gd name="connsiteX699" fmla="*/ 135813 w 7467600"/>
              <a:gd name="connsiteY699" fmla="*/ 1888838 h 6858000"/>
              <a:gd name="connsiteX700" fmla="*/ 242575 w 7467600"/>
              <a:gd name="connsiteY700" fmla="*/ 1958841 h 6858000"/>
              <a:gd name="connsiteX701" fmla="*/ 82197 w 7467600"/>
              <a:gd name="connsiteY701" fmla="*/ 1754826 h 6858000"/>
              <a:gd name="connsiteX702" fmla="*/ 0 w 7467600"/>
              <a:gd name="connsiteY702" fmla="*/ 1679650 h 6858000"/>
              <a:gd name="connsiteX703" fmla="*/ 0 w 7467600"/>
              <a:gd name="connsiteY703" fmla="*/ 1602463 h 6858000"/>
              <a:gd name="connsiteX704" fmla="*/ 84689 w 7467600"/>
              <a:gd name="connsiteY704" fmla="*/ 1677442 h 6858000"/>
              <a:gd name="connsiteX705" fmla="*/ 298437 w 7467600"/>
              <a:gd name="connsiteY705" fmla="*/ 1968019 h 6858000"/>
              <a:gd name="connsiteX706" fmla="*/ 227269 w 7467600"/>
              <a:gd name="connsiteY706" fmla="*/ 1114064 h 6858000"/>
              <a:gd name="connsiteX707" fmla="*/ 248003 w 7467600"/>
              <a:gd name="connsiteY707" fmla="*/ 1089613 h 6858000"/>
              <a:gd name="connsiteX708" fmla="*/ 427020 w 7467600"/>
              <a:gd name="connsiteY708" fmla="*/ 1619803 h 6858000"/>
              <a:gd name="connsiteX709" fmla="*/ 340345 w 7467600"/>
              <a:gd name="connsiteY709" fmla="*/ 2027739 h 6858000"/>
              <a:gd name="connsiteX710" fmla="*/ 360865 w 7467600"/>
              <a:gd name="connsiteY710" fmla="*/ 2044827 h 6858000"/>
              <a:gd name="connsiteX711" fmla="*/ 560414 w 7467600"/>
              <a:gd name="connsiteY711" fmla="*/ 2421457 h 6858000"/>
              <a:gd name="connsiteX712" fmla="*/ 1359703 w 7467600"/>
              <a:gd name="connsiteY712" fmla="*/ 2578554 h 6858000"/>
              <a:gd name="connsiteX713" fmla="*/ 1359422 w 7467600"/>
              <a:gd name="connsiteY713" fmla="*/ 2577994 h 6858000"/>
              <a:gd name="connsiteX714" fmla="*/ 828701 w 7467600"/>
              <a:gd name="connsiteY714" fmla="*/ 1839520 h 6858000"/>
              <a:gd name="connsiteX715" fmla="*/ 494427 w 7467600"/>
              <a:gd name="connsiteY715" fmla="*/ 1092333 h 6858000"/>
              <a:gd name="connsiteX716" fmla="*/ 506322 w 7467600"/>
              <a:gd name="connsiteY716" fmla="*/ 1020997 h 6858000"/>
              <a:gd name="connsiteX717" fmla="*/ 4570198 w 7467600"/>
              <a:gd name="connsiteY717" fmla="*/ 978081 h 6858000"/>
              <a:gd name="connsiteX718" fmla="*/ 4523691 w 7467600"/>
              <a:gd name="connsiteY718" fmla="*/ 1127776 h 6858000"/>
              <a:gd name="connsiteX719" fmla="*/ 4509875 w 7467600"/>
              <a:gd name="connsiteY719" fmla="*/ 1167552 h 6858000"/>
              <a:gd name="connsiteX720" fmla="*/ 4478168 w 7467600"/>
              <a:gd name="connsiteY720" fmla="*/ 1260735 h 6858000"/>
              <a:gd name="connsiteX721" fmla="*/ 4409309 w 7467600"/>
              <a:gd name="connsiteY721" fmla="*/ 1666996 h 6858000"/>
              <a:gd name="connsiteX722" fmla="*/ 4370031 w 7467600"/>
              <a:gd name="connsiteY722" fmla="*/ 1955666 h 6858000"/>
              <a:gd name="connsiteX723" fmla="*/ 4570198 w 7467600"/>
              <a:gd name="connsiteY723" fmla="*/ 978081 h 6858000"/>
              <a:gd name="connsiteX724" fmla="*/ 4557898 w 7467600"/>
              <a:gd name="connsiteY724" fmla="*/ 900011 h 6858000"/>
              <a:gd name="connsiteX725" fmla="*/ 4344840 w 7467600"/>
              <a:gd name="connsiteY725" fmla="*/ 1922038 h 6858000"/>
              <a:gd name="connsiteX726" fmla="*/ 4378710 w 7467600"/>
              <a:gd name="connsiteY726" fmla="*/ 1665516 h 6858000"/>
              <a:gd name="connsiteX727" fmla="*/ 4448798 w 7467600"/>
              <a:gd name="connsiteY727" fmla="*/ 1253024 h 6858000"/>
              <a:gd name="connsiteX728" fmla="*/ 4480315 w 7467600"/>
              <a:gd name="connsiteY728" fmla="*/ 1158454 h 6858000"/>
              <a:gd name="connsiteX729" fmla="*/ 4494133 w 7467600"/>
              <a:gd name="connsiteY729" fmla="*/ 1118676 h 6858000"/>
              <a:gd name="connsiteX730" fmla="*/ 4557898 w 7467600"/>
              <a:gd name="connsiteY730" fmla="*/ 900011 h 6858000"/>
              <a:gd name="connsiteX731" fmla="*/ 5870151 w 7467600"/>
              <a:gd name="connsiteY731" fmla="*/ 898890 h 6858000"/>
              <a:gd name="connsiteX732" fmla="*/ 5861335 w 7467600"/>
              <a:gd name="connsiteY732" fmla="*/ 899177 h 6858000"/>
              <a:gd name="connsiteX733" fmla="*/ 5843702 w 7467600"/>
              <a:gd name="connsiteY733" fmla="*/ 899748 h 6858000"/>
              <a:gd name="connsiteX734" fmla="*/ 5651107 w 7467600"/>
              <a:gd name="connsiteY734" fmla="*/ 920306 h 6858000"/>
              <a:gd name="connsiteX735" fmla="*/ 5459407 w 7467600"/>
              <a:gd name="connsiteY735" fmla="*/ 940975 h 6858000"/>
              <a:gd name="connsiteX736" fmla="*/ 5374846 w 7467600"/>
              <a:gd name="connsiteY736" fmla="*/ 941988 h 6858000"/>
              <a:gd name="connsiteX737" fmla="*/ 5256105 w 7467600"/>
              <a:gd name="connsiteY737" fmla="*/ 945632 h 6858000"/>
              <a:gd name="connsiteX738" fmla="*/ 5107071 w 7467600"/>
              <a:gd name="connsiteY738" fmla="*/ 969720 h 6858000"/>
              <a:gd name="connsiteX739" fmla="*/ 4998681 w 7467600"/>
              <a:gd name="connsiteY739" fmla="*/ 988771 h 6858000"/>
              <a:gd name="connsiteX740" fmla="*/ 5870151 w 7467600"/>
              <a:gd name="connsiteY740" fmla="*/ 898890 h 6858000"/>
              <a:gd name="connsiteX741" fmla="*/ 5504425 w 7467600"/>
              <a:gd name="connsiteY741" fmla="*/ 848067 h 6858000"/>
              <a:gd name="connsiteX742" fmla="*/ 4968849 w 7467600"/>
              <a:gd name="connsiteY742" fmla="*/ 962318 h 6858000"/>
              <a:gd name="connsiteX743" fmla="*/ 5104039 w 7467600"/>
              <a:gd name="connsiteY743" fmla="*/ 940634 h 6858000"/>
              <a:gd name="connsiteX744" fmla="*/ 5256311 w 7467600"/>
              <a:gd name="connsiteY744" fmla="*/ 916490 h 6858000"/>
              <a:gd name="connsiteX745" fmla="*/ 5377381 w 7467600"/>
              <a:gd name="connsiteY745" fmla="*/ 912671 h 6858000"/>
              <a:gd name="connsiteX746" fmla="*/ 5460148 w 7467600"/>
              <a:gd name="connsiteY746" fmla="*/ 911442 h 6858000"/>
              <a:gd name="connsiteX747" fmla="*/ 5648971 w 7467600"/>
              <a:gd name="connsiteY747" fmla="*/ 891331 h 6858000"/>
              <a:gd name="connsiteX748" fmla="*/ 5844807 w 7467600"/>
              <a:gd name="connsiteY748" fmla="*/ 870718 h 6858000"/>
              <a:gd name="connsiteX749" fmla="*/ 5862975 w 7467600"/>
              <a:gd name="connsiteY749" fmla="*/ 869756 h 6858000"/>
              <a:gd name="connsiteX750" fmla="*/ 5920887 w 7467600"/>
              <a:gd name="connsiteY750" fmla="*/ 865929 h 6858000"/>
              <a:gd name="connsiteX751" fmla="*/ 5504425 w 7467600"/>
              <a:gd name="connsiteY751" fmla="*/ 848067 h 6858000"/>
              <a:gd name="connsiteX752" fmla="*/ 3607114 w 7467600"/>
              <a:gd name="connsiteY752" fmla="*/ 467441 h 6858000"/>
              <a:gd name="connsiteX753" fmla="*/ 3296242 w 7467600"/>
              <a:gd name="connsiteY753" fmla="*/ 807991 h 6858000"/>
              <a:gd name="connsiteX754" fmla="*/ 3174674 w 7467600"/>
              <a:gd name="connsiteY754" fmla="*/ 919759 h 6858000"/>
              <a:gd name="connsiteX755" fmla="*/ 3042978 w 7467600"/>
              <a:gd name="connsiteY755" fmla="*/ 1054894 h 6858000"/>
              <a:gd name="connsiteX756" fmla="*/ 2968914 w 7467600"/>
              <a:gd name="connsiteY756" fmla="*/ 1133756 h 6858000"/>
              <a:gd name="connsiteX757" fmla="*/ 3103823 w 7467600"/>
              <a:gd name="connsiteY757" fmla="*/ 1026814 h 6858000"/>
              <a:gd name="connsiteX758" fmla="*/ 3607114 w 7467600"/>
              <a:gd name="connsiteY758" fmla="*/ 467441 h 6858000"/>
              <a:gd name="connsiteX759" fmla="*/ 3744487 w 7467600"/>
              <a:gd name="connsiteY759" fmla="*/ 383136 h 6858000"/>
              <a:gd name="connsiteX760" fmla="*/ 3970213 w 7467600"/>
              <a:gd name="connsiteY760" fmla="*/ 995559 h 6858000"/>
              <a:gd name="connsiteX761" fmla="*/ 3744487 w 7467600"/>
              <a:gd name="connsiteY761" fmla="*/ 383136 h 6858000"/>
              <a:gd name="connsiteX762" fmla="*/ 3624562 w 7467600"/>
              <a:gd name="connsiteY762" fmla="*/ 367041 h 6858000"/>
              <a:gd name="connsiteX763" fmla="*/ 3489712 w 7467600"/>
              <a:gd name="connsiteY763" fmla="*/ 485386 h 6858000"/>
              <a:gd name="connsiteX764" fmla="*/ 3182994 w 7467600"/>
              <a:gd name="connsiteY764" fmla="*/ 828265 h 6858000"/>
              <a:gd name="connsiteX765" fmla="*/ 2892114 w 7467600"/>
              <a:gd name="connsiteY765" fmla="*/ 1172635 h 6858000"/>
              <a:gd name="connsiteX766" fmla="*/ 3021459 w 7467600"/>
              <a:gd name="connsiteY766" fmla="*/ 1035385 h 6858000"/>
              <a:gd name="connsiteX767" fmla="*/ 3153873 w 7467600"/>
              <a:gd name="connsiteY767" fmla="*/ 898971 h 6858000"/>
              <a:gd name="connsiteX768" fmla="*/ 3276511 w 7467600"/>
              <a:gd name="connsiteY768" fmla="*/ 786423 h 6858000"/>
              <a:gd name="connsiteX769" fmla="*/ 3584154 w 7467600"/>
              <a:gd name="connsiteY769" fmla="*/ 448218 h 6858000"/>
              <a:gd name="connsiteX770" fmla="*/ 3624562 w 7467600"/>
              <a:gd name="connsiteY770" fmla="*/ 367041 h 6858000"/>
              <a:gd name="connsiteX771" fmla="*/ 3766672 w 7467600"/>
              <a:gd name="connsiteY771" fmla="*/ 359429 h 6858000"/>
              <a:gd name="connsiteX772" fmla="*/ 3996338 w 7467600"/>
              <a:gd name="connsiteY772" fmla="*/ 968237 h 6858000"/>
              <a:gd name="connsiteX773" fmla="*/ 3766672 w 7467600"/>
              <a:gd name="connsiteY773" fmla="*/ 359429 h 6858000"/>
              <a:gd name="connsiteX774" fmla="*/ 5805386 w 7467600"/>
              <a:gd name="connsiteY774" fmla="*/ 239240 h 6858000"/>
              <a:gd name="connsiteX775" fmla="*/ 5736947 w 7467600"/>
              <a:gd name="connsiteY775" fmla="*/ 261367 h 6858000"/>
              <a:gd name="connsiteX776" fmla="*/ 5427012 w 7467600"/>
              <a:gd name="connsiteY776" fmla="*/ 311272 h 6858000"/>
              <a:gd name="connsiteX777" fmla="*/ 5147818 w 7467600"/>
              <a:gd name="connsiteY777" fmla="*/ 322112 h 6858000"/>
              <a:gd name="connsiteX778" fmla="*/ 5060854 w 7467600"/>
              <a:gd name="connsiteY778" fmla="*/ 311882 h 6858000"/>
              <a:gd name="connsiteX779" fmla="*/ 4945989 w 7467600"/>
              <a:gd name="connsiteY779" fmla="*/ 300516 h 6858000"/>
              <a:gd name="connsiteX780" fmla="*/ 5410479 w 7467600"/>
              <a:gd name="connsiteY780" fmla="*/ 348434 h 6858000"/>
              <a:gd name="connsiteX781" fmla="*/ 5805386 w 7467600"/>
              <a:gd name="connsiteY781" fmla="*/ 239240 h 6858000"/>
              <a:gd name="connsiteX782" fmla="*/ 5905192 w 7467600"/>
              <a:gd name="connsiteY782" fmla="*/ 163079 h 6858000"/>
              <a:gd name="connsiteX783" fmla="*/ 5865655 w 7467600"/>
              <a:gd name="connsiteY783" fmla="*/ 171901 h 6858000"/>
              <a:gd name="connsiteX784" fmla="*/ 5259740 w 7467600"/>
              <a:gd name="connsiteY784" fmla="*/ 257013 h 6858000"/>
              <a:gd name="connsiteX785" fmla="*/ 5208466 w 7467600"/>
              <a:gd name="connsiteY785" fmla="*/ 257550 h 6858000"/>
              <a:gd name="connsiteX786" fmla="*/ 4980204 w 7467600"/>
              <a:gd name="connsiteY786" fmla="*/ 271903 h 6858000"/>
              <a:gd name="connsiteX787" fmla="*/ 5068068 w 7467600"/>
              <a:gd name="connsiteY787" fmla="*/ 282244 h 6858000"/>
              <a:gd name="connsiteX788" fmla="*/ 5153231 w 7467600"/>
              <a:gd name="connsiteY788" fmla="*/ 292240 h 6858000"/>
              <a:gd name="connsiteX789" fmla="*/ 5426491 w 7467600"/>
              <a:gd name="connsiteY789" fmla="*/ 281128 h 6858000"/>
              <a:gd name="connsiteX790" fmla="*/ 5731212 w 7467600"/>
              <a:gd name="connsiteY790" fmla="*/ 231951 h 6858000"/>
              <a:gd name="connsiteX791" fmla="*/ 5905192 w 7467600"/>
              <a:gd name="connsiteY791" fmla="*/ 163079 h 6858000"/>
              <a:gd name="connsiteX792" fmla="*/ 5944437 w 7467600"/>
              <a:gd name="connsiteY792" fmla="*/ 113829 h 6858000"/>
              <a:gd name="connsiteX793" fmla="*/ 5825032 w 7467600"/>
              <a:gd name="connsiteY793" fmla="*/ 146405 h 6858000"/>
              <a:gd name="connsiteX794" fmla="*/ 4955599 w 7467600"/>
              <a:gd name="connsiteY794" fmla="*/ 247008 h 6858000"/>
              <a:gd name="connsiteX795" fmla="*/ 5210104 w 7467600"/>
              <a:gd name="connsiteY795" fmla="*/ 228123 h 6858000"/>
              <a:gd name="connsiteX796" fmla="*/ 5261015 w 7467600"/>
              <a:gd name="connsiteY796" fmla="*/ 227087 h 6858000"/>
              <a:gd name="connsiteX797" fmla="*/ 5861181 w 7467600"/>
              <a:gd name="connsiteY797" fmla="*/ 143093 h 6858000"/>
              <a:gd name="connsiteX798" fmla="*/ 5961252 w 7467600"/>
              <a:gd name="connsiteY798" fmla="*/ 114820 h 6858000"/>
              <a:gd name="connsiteX799" fmla="*/ 5944437 w 7467600"/>
              <a:gd name="connsiteY799" fmla="*/ 113829 h 6858000"/>
              <a:gd name="connsiteX800" fmla="*/ 3882765 w 7467600"/>
              <a:gd name="connsiteY800" fmla="*/ 0 h 6858000"/>
              <a:gd name="connsiteX801" fmla="*/ 3995099 w 7467600"/>
              <a:gd name="connsiteY801" fmla="*/ 0 h 6858000"/>
              <a:gd name="connsiteX802" fmla="*/ 4163818 w 7467600"/>
              <a:gd name="connsiteY802" fmla="*/ 234104 h 6858000"/>
              <a:gd name="connsiteX803" fmla="*/ 4172099 w 7467600"/>
              <a:gd name="connsiteY803" fmla="*/ 234207 h 6858000"/>
              <a:gd name="connsiteX804" fmla="*/ 4784282 w 7467600"/>
              <a:gd name="connsiteY804" fmla="*/ 276561 h 6858000"/>
              <a:gd name="connsiteX805" fmla="*/ 4801687 w 7467600"/>
              <a:gd name="connsiteY805" fmla="*/ 267764 h 6858000"/>
              <a:gd name="connsiteX806" fmla="*/ 6082788 w 7467600"/>
              <a:gd name="connsiteY806" fmla="*/ 64119 h 6858000"/>
              <a:gd name="connsiteX807" fmla="*/ 6099442 w 7467600"/>
              <a:gd name="connsiteY807" fmla="*/ 82568 h 6858000"/>
              <a:gd name="connsiteX808" fmla="*/ 4804137 w 7467600"/>
              <a:gd name="connsiteY808" fmla="*/ 320931 h 6858000"/>
              <a:gd name="connsiteX809" fmla="*/ 4227047 w 7467600"/>
              <a:gd name="connsiteY809" fmla="*/ 313415 h 6858000"/>
              <a:gd name="connsiteX810" fmla="*/ 4346041 w 7467600"/>
              <a:gd name="connsiteY810" fmla="*/ 456086 h 6858000"/>
              <a:gd name="connsiteX811" fmla="*/ 4870967 w 7467600"/>
              <a:gd name="connsiteY811" fmla="*/ 963061 h 6858000"/>
              <a:gd name="connsiteX812" fmla="*/ 4889647 w 7467600"/>
              <a:gd name="connsiteY812" fmla="*/ 957147 h 6858000"/>
              <a:gd name="connsiteX813" fmla="*/ 5422504 w 7467600"/>
              <a:gd name="connsiteY813" fmla="*/ 805191 h 6858000"/>
              <a:gd name="connsiteX814" fmla="*/ 6087656 w 7467600"/>
              <a:gd name="connsiteY814" fmla="*/ 826703 h 6858000"/>
              <a:gd name="connsiteX815" fmla="*/ 6058717 w 7467600"/>
              <a:gd name="connsiteY815" fmla="*/ 865992 h 6858000"/>
              <a:gd name="connsiteX816" fmla="*/ 4974153 w 7467600"/>
              <a:gd name="connsiteY816" fmla="*/ 1045456 h 6858000"/>
              <a:gd name="connsiteX817" fmla="*/ 5627835 w 7467600"/>
              <a:gd name="connsiteY817" fmla="*/ 1472077 h 6858000"/>
              <a:gd name="connsiteX818" fmla="*/ 5629817 w 7467600"/>
              <a:gd name="connsiteY818" fmla="*/ 1471412 h 6858000"/>
              <a:gd name="connsiteX819" fmla="*/ 5634124 w 7467600"/>
              <a:gd name="connsiteY819" fmla="*/ 1470572 h 6858000"/>
              <a:gd name="connsiteX820" fmla="*/ 5755832 w 7467600"/>
              <a:gd name="connsiteY820" fmla="*/ 1383886 h 6858000"/>
              <a:gd name="connsiteX821" fmla="*/ 6014186 w 7467600"/>
              <a:gd name="connsiteY821" fmla="*/ 1279799 h 6858000"/>
              <a:gd name="connsiteX822" fmla="*/ 6901619 w 7467600"/>
              <a:gd name="connsiteY822" fmla="*/ 1047874 h 6858000"/>
              <a:gd name="connsiteX823" fmla="*/ 6931566 w 7467600"/>
              <a:gd name="connsiteY823" fmla="*/ 1062034 h 6858000"/>
              <a:gd name="connsiteX824" fmla="*/ 5790982 w 7467600"/>
              <a:gd name="connsiteY824" fmla="*/ 1561380 h 6858000"/>
              <a:gd name="connsiteX825" fmla="*/ 6188971 w 7467600"/>
              <a:gd name="connsiteY825" fmla="*/ 1755168 h 6858000"/>
              <a:gd name="connsiteX826" fmla="*/ 6202446 w 7467600"/>
              <a:gd name="connsiteY826" fmla="*/ 1752268 h 6858000"/>
              <a:gd name="connsiteX827" fmla="*/ 7179560 w 7467600"/>
              <a:gd name="connsiteY827" fmla="*/ 1467551 h 6858000"/>
              <a:gd name="connsiteX828" fmla="*/ 7158730 w 7467600"/>
              <a:gd name="connsiteY828" fmla="*/ 1507835 h 6858000"/>
              <a:gd name="connsiteX829" fmla="*/ 6326959 w 7467600"/>
              <a:gd name="connsiteY829" fmla="*/ 1817686 h 6858000"/>
              <a:gd name="connsiteX830" fmla="*/ 6537433 w 7467600"/>
              <a:gd name="connsiteY830" fmla="*/ 1907790 h 6858000"/>
              <a:gd name="connsiteX831" fmla="*/ 6550221 w 7467600"/>
              <a:gd name="connsiteY831" fmla="*/ 1910729 h 6858000"/>
              <a:gd name="connsiteX832" fmla="*/ 6964438 w 7467600"/>
              <a:gd name="connsiteY832" fmla="*/ 2209505 h 6858000"/>
              <a:gd name="connsiteX833" fmla="*/ 7367862 w 7467600"/>
              <a:gd name="connsiteY833" fmla="*/ 2806833 h 6858000"/>
              <a:gd name="connsiteX834" fmla="*/ 7364329 w 7467600"/>
              <a:gd name="connsiteY834" fmla="*/ 2826907 h 6858000"/>
              <a:gd name="connsiteX835" fmla="*/ 7290545 w 7467600"/>
              <a:gd name="connsiteY835" fmla="*/ 2850663 h 6858000"/>
              <a:gd name="connsiteX836" fmla="*/ 6472036 w 7467600"/>
              <a:gd name="connsiteY836" fmla="*/ 1959003 h 6858000"/>
              <a:gd name="connsiteX837" fmla="*/ 5792897 w 7467600"/>
              <a:gd name="connsiteY837" fmla="*/ 1647747 h 6858000"/>
              <a:gd name="connsiteX838" fmla="*/ 5842751 w 7467600"/>
              <a:gd name="connsiteY838" fmla="*/ 1816112 h 6858000"/>
              <a:gd name="connsiteX839" fmla="*/ 5847424 w 7467600"/>
              <a:gd name="connsiteY839" fmla="*/ 1815776 h 6858000"/>
              <a:gd name="connsiteX840" fmla="*/ 6399821 w 7467600"/>
              <a:gd name="connsiteY840" fmla="*/ 2344799 h 6858000"/>
              <a:gd name="connsiteX841" fmla="*/ 6323232 w 7467600"/>
              <a:gd name="connsiteY841" fmla="*/ 2389634 h 6858000"/>
              <a:gd name="connsiteX842" fmla="*/ 5942958 w 7467600"/>
              <a:gd name="connsiteY842" fmla="*/ 2077708 h 6858000"/>
              <a:gd name="connsiteX843" fmla="*/ 5921559 w 7467600"/>
              <a:gd name="connsiteY843" fmla="*/ 2378596 h 6858000"/>
              <a:gd name="connsiteX844" fmla="*/ 5817651 w 7467600"/>
              <a:gd name="connsiteY844" fmla="*/ 3023919 h 6858000"/>
              <a:gd name="connsiteX845" fmla="*/ 5729634 w 7467600"/>
              <a:gd name="connsiteY845" fmla="*/ 3051849 h 6858000"/>
              <a:gd name="connsiteX846" fmla="*/ 5611018 w 7467600"/>
              <a:gd name="connsiteY846" fmla="*/ 2316769 h 6858000"/>
              <a:gd name="connsiteX847" fmla="*/ 5687608 w 7467600"/>
              <a:gd name="connsiteY847" fmla="*/ 2039972 h 6858000"/>
              <a:gd name="connsiteX848" fmla="*/ 5657554 w 7467600"/>
              <a:gd name="connsiteY848" fmla="*/ 1576445 h 6858000"/>
              <a:gd name="connsiteX849" fmla="*/ 5150475 w 7467600"/>
              <a:gd name="connsiteY849" fmla="*/ 1274012 h 6858000"/>
              <a:gd name="connsiteX850" fmla="*/ 5349142 w 7467600"/>
              <a:gd name="connsiteY850" fmla="*/ 2204405 h 6858000"/>
              <a:gd name="connsiteX851" fmla="*/ 5262214 w 7467600"/>
              <a:gd name="connsiteY851" fmla="*/ 2233836 h 6858000"/>
              <a:gd name="connsiteX852" fmla="*/ 4981539 w 7467600"/>
              <a:gd name="connsiteY852" fmla="*/ 1542201 h 6858000"/>
              <a:gd name="connsiteX853" fmla="*/ 4958461 w 7467600"/>
              <a:gd name="connsiteY853" fmla="*/ 1136957 h 6858000"/>
              <a:gd name="connsiteX854" fmla="*/ 4655015 w 7467600"/>
              <a:gd name="connsiteY854" fmla="*/ 891426 h 6858000"/>
              <a:gd name="connsiteX855" fmla="*/ 4348002 w 7467600"/>
              <a:gd name="connsiteY855" fmla="*/ 2205895 h 6858000"/>
              <a:gd name="connsiteX856" fmla="*/ 4262250 w 7467600"/>
              <a:gd name="connsiteY856" fmla="*/ 2219972 h 6858000"/>
              <a:gd name="connsiteX857" fmla="*/ 4550611 w 7467600"/>
              <a:gd name="connsiteY857" fmla="*/ 817540 h 6858000"/>
              <a:gd name="connsiteX858" fmla="*/ 4564418 w 7467600"/>
              <a:gd name="connsiteY858" fmla="*/ 808293 h 6858000"/>
              <a:gd name="connsiteX859" fmla="*/ 4266388 w 7467600"/>
              <a:gd name="connsiteY859" fmla="*/ 500083 h 6858000"/>
              <a:gd name="connsiteX860" fmla="*/ 4032842 w 7467600"/>
              <a:gd name="connsiteY860" fmla="*/ 211809 h 6858000"/>
              <a:gd name="connsiteX861" fmla="*/ 3882765 w 7467600"/>
              <a:gd name="connsiteY861" fmla="*/ 0 h 6858000"/>
              <a:gd name="connsiteX862" fmla="*/ 3721337 w 7467600"/>
              <a:gd name="connsiteY862" fmla="*/ 0 h 6858000"/>
              <a:gd name="connsiteX863" fmla="*/ 3797544 w 7467600"/>
              <a:gd name="connsiteY863" fmla="*/ 0 h 6858000"/>
              <a:gd name="connsiteX864" fmla="*/ 3775734 w 7467600"/>
              <a:gd name="connsiteY864" fmla="*/ 95131 h 6858000"/>
              <a:gd name="connsiteX865" fmla="*/ 3724807 w 7467600"/>
              <a:gd name="connsiteY865" fmla="*/ 272257 h 6858000"/>
              <a:gd name="connsiteX866" fmla="*/ 3726844 w 7467600"/>
              <a:gd name="connsiteY866" fmla="*/ 282988 h 6858000"/>
              <a:gd name="connsiteX867" fmla="*/ 3742664 w 7467600"/>
              <a:gd name="connsiteY867" fmla="*/ 279918 h 6858000"/>
              <a:gd name="connsiteX868" fmla="*/ 4103910 w 7467600"/>
              <a:gd name="connsiteY868" fmla="*/ 1161917 h 6858000"/>
              <a:gd name="connsiteX869" fmla="*/ 4020269 w 7467600"/>
              <a:gd name="connsiteY869" fmla="*/ 1200406 h 6858000"/>
              <a:gd name="connsiteX870" fmla="*/ 3674882 w 7467600"/>
              <a:gd name="connsiteY870" fmla="*/ 488524 h 6858000"/>
              <a:gd name="connsiteX871" fmla="*/ 3132682 w 7467600"/>
              <a:gd name="connsiteY871" fmla="*/ 1072284 h 6858000"/>
              <a:gd name="connsiteX872" fmla="*/ 2716346 w 7467600"/>
              <a:gd name="connsiteY872" fmla="*/ 1276376 h 6858000"/>
              <a:gd name="connsiteX873" fmla="*/ 2716772 w 7467600"/>
              <a:gd name="connsiteY873" fmla="*/ 1255462 h 6858000"/>
              <a:gd name="connsiteX874" fmla="*/ 3471096 w 7467600"/>
              <a:gd name="connsiteY874" fmla="*/ 437072 h 6858000"/>
              <a:gd name="connsiteX875" fmla="*/ 3639057 w 7467600"/>
              <a:gd name="connsiteY875" fmla="*/ 286334 h 6858000"/>
              <a:gd name="connsiteX876" fmla="*/ 3640309 w 7467600"/>
              <a:gd name="connsiteY876" fmla="*/ 284664 h 6858000"/>
              <a:gd name="connsiteX877" fmla="*/ 3646022 w 7467600"/>
              <a:gd name="connsiteY877" fmla="*/ 276711 h 6858000"/>
              <a:gd name="connsiteX878" fmla="*/ 3707943 w 7467600"/>
              <a:gd name="connsiteY878" fmla="*/ 65958 h 6858000"/>
              <a:gd name="connsiteX879" fmla="*/ 3721337 w 7467600"/>
              <a:gd name="connsiteY879" fmla="*/ 0 h 6858000"/>
              <a:gd name="connsiteX880" fmla="*/ 2867960 w 7467600"/>
              <a:gd name="connsiteY880" fmla="*/ 0 h 6858000"/>
              <a:gd name="connsiteX881" fmla="*/ 2926351 w 7467600"/>
              <a:gd name="connsiteY881" fmla="*/ 0 h 6858000"/>
              <a:gd name="connsiteX882" fmla="*/ 2902823 w 7467600"/>
              <a:gd name="connsiteY882" fmla="*/ 262929 h 6858000"/>
              <a:gd name="connsiteX883" fmla="*/ 2940663 w 7467600"/>
              <a:gd name="connsiteY883" fmla="*/ 140884 h 6858000"/>
              <a:gd name="connsiteX884" fmla="*/ 2947039 w 7467600"/>
              <a:gd name="connsiteY884" fmla="*/ 122524 h 6858000"/>
              <a:gd name="connsiteX885" fmla="*/ 2984316 w 7467600"/>
              <a:gd name="connsiteY885" fmla="*/ 0 h 6858000"/>
              <a:gd name="connsiteX886" fmla="*/ 3016114 w 7467600"/>
              <a:gd name="connsiteY886" fmla="*/ 0 h 6858000"/>
              <a:gd name="connsiteX887" fmla="*/ 2979949 w 7467600"/>
              <a:gd name="connsiteY887" fmla="*/ 119274 h 6858000"/>
              <a:gd name="connsiteX888" fmla="*/ 3023879 w 7467600"/>
              <a:gd name="connsiteY888" fmla="*/ 0 h 6858000"/>
              <a:gd name="connsiteX889" fmla="*/ 3105400 w 7467600"/>
              <a:gd name="connsiteY889" fmla="*/ 0 h 6858000"/>
              <a:gd name="connsiteX890" fmla="*/ 3094669 w 7467600"/>
              <a:gd name="connsiteY890" fmla="*/ 30308 h 6858000"/>
              <a:gd name="connsiteX891" fmla="*/ 2901945 w 7467600"/>
              <a:gd name="connsiteY891" fmla="*/ 466538 h 6858000"/>
              <a:gd name="connsiteX892" fmla="*/ 2815209 w 7467600"/>
              <a:gd name="connsiteY892" fmla="*/ 497361 h 6858000"/>
              <a:gd name="connsiteX893" fmla="*/ 2844845 w 7467600"/>
              <a:gd name="connsiteY893" fmla="*/ 127638 h 6858000"/>
              <a:gd name="connsiteX894" fmla="*/ 2867960 w 7467600"/>
              <a:gd name="connsiteY894" fmla="*/ 0 h 6858000"/>
              <a:gd name="connsiteX895" fmla="*/ 1057230 w 7467600"/>
              <a:gd name="connsiteY895" fmla="*/ 0 h 6858000"/>
              <a:gd name="connsiteX896" fmla="*/ 1111003 w 7467600"/>
              <a:gd name="connsiteY896" fmla="*/ 0 h 6858000"/>
              <a:gd name="connsiteX897" fmla="*/ 1125553 w 7467600"/>
              <a:gd name="connsiteY897" fmla="*/ 52588 h 6858000"/>
              <a:gd name="connsiteX898" fmla="*/ 1304276 w 7467600"/>
              <a:gd name="connsiteY898" fmla="*/ 476275 h 6858000"/>
              <a:gd name="connsiteX899" fmla="*/ 1492066 w 7467600"/>
              <a:gd name="connsiteY899" fmla="*/ 886333 h 6858000"/>
              <a:gd name="connsiteX900" fmla="*/ 1423698 w 7467600"/>
              <a:gd name="connsiteY900" fmla="*/ 710817 h 6858000"/>
              <a:gd name="connsiteX901" fmla="*/ 1357609 w 7467600"/>
              <a:gd name="connsiteY901" fmla="*/ 532892 h 6858000"/>
              <a:gd name="connsiteX902" fmla="*/ 1309550 w 7467600"/>
              <a:gd name="connsiteY902" fmla="*/ 374031 h 6858000"/>
              <a:gd name="connsiteX903" fmla="*/ 1193673 w 7467600"/>
              <a:gd name="connsiteY903" fmla="*/ 49533 h 6858000"/>
              <a:gd name="connsiteX904" fmla="*/ 1164391 w 7467600"/>
              <a:gd name="connsiteY904" fmla="*/ 0 h 6858000"/>
              <a:gd name="connsiteX905" fmla="*/ 1200666 w 7467600"/>
              <a:gd name="connsiteY905" fmla="*/ 0 h 6858000"/>
              <a:gd name="connsiteX906" fmla="*/ 1223408 w 7467600"/>
              <a:gd name="connsiteY906" fmla="*/ 38996 h 6858000"/>
              <a:gd name="connsiteX907" fmla="*/ 1339635 w 7467600"/>
              <a:gd name="connsiteY907" fmla="*/ 365517 h 6858000"/>
              <a:gd name="connsiteX908" fmla="*/ 1387469 w 7467600"/>
              <a:gd name="connsiteY908" fmla="*/ 523079 h 6858000"/>
              <a:gd name="connsiteX909" fmla="*/ 1452685 w 7467600"/>
              <a:gd name="connsiteY909" fmla="*/ 699806 h 6858000"/>
              <a:gd name="connsiteX910" fmla="*/ 1492092 w 7467600"/>
              <a:gd name="connsiteY910" fmla="*/ 800424 h 6858000"/>
              <a:gd name="connsiteX911" fmla="*/ 1455302 w 7467600"/>
              <a:gd name="connsiteY911" fmla="*/ 632913 h 6858000"/>
              <a:gd name="connsiteX912" fmla="*/ 1222336 w 7467600"/>
              <a:gd name="connsiteY912" fmla="*/ 9480 h 6858000"/>
              <a:gd name="connsiteX913" fmla="*/ 1214634 w 7467600"/>
              <a:gd name="connsiteY913" fmla="*/ 0 h 6858000"/>
              <a:gd name="connsiteX914" fmla="*/ 1289827 w 7467600"/>
              <a:gd name="connsiteY914" fmla="*/ 0 h 6858000"/>
              <a:gd name="connsiteX915" fmla="*/ 1321076 w 7467600"/>
              <a:gd name="connsiteY915" fmla="*/ 59722 h 6858000"/>
              <a:gd name="connsiteX916" fmla="*/ 1512579 w 7467600"/>
              <a:gd name="connsiteY916" fmla="*/ 626441 h 6858000"/>
              <a:gd name="connsiteX917" fmla="*/ 1506076 w 7467600"/>
              <a:gd name="connsiteY917" fmla="*/ 1089289 h 6858000"/>
              <a:gd name="connsiteX918" fmla="*/ 1486346 w 7467600"/>
              <a:gd name="connsiteY918" fmla="*/ 1079919 h 6858000"/>
              <a:gd name="connsiteX919" fmla="*/ 1070511 w 7467600"/>
              <a:gd name="connsiteY919" fmla="*/ 48609 h 6858000"/>
              <a:gd name="connsiteX920" fmla="*/ 1057230 w 7467600"/>
              <a:gd name="connsiteY920" fmla="*/ 0 h 6858000"/>
              <a:gd name="connsiteX921" fmla="*/ 43151 w 7467600"/>
              <a:gd name="connsiteY921" fmla="*/ 0 h 6858000"/>
              <a:gd name="connsiteX922" fmla="*/ 95283 w 7467600"/>
              <a:gd name="connsiteY922" fmla="*/ 0 h 6858000"/>
              <a:gd name="connsiteX923" fmla="*/ 300708 w 7467600"/>
              <a:gd name="connsiteY923" fmla="*/ 154571 h 6858000"/>
              <a:gd name="connsiteX924" fmla="*/ 530414 w 7467600"/>
              <a:gd name="connsiteY924" fmla="*/ 354673 h 6858000"/>
              <a:gd name="connsiteX925" fmla="*/ 333785 w 7467600"/>
              <a:gd name="connsiteY925" fmla="*/ 161564 h 6858000"/>
              <a:gd name="connsiteX926" fmla="*/ 147005 w 7467600"/>
              <a:gd name="connsiteY926" fmla="*/ 0 h 6858000"/>
              <a:gd name="connsiteX927" fmla="*/ 272509 w 7467600"/>
              <a:gd name="connsiteY927" fmla="*/ 0 h 6858000"/>
              <a:gd name="connsiteX928" fmla="*/ 326276 w 7467600"/>
              <a:gd name="connsiteY928" fmla="*/ 45847 h 6858000"/>
              <a:gd name="connsiteX929" fmla="*/ 823759 w 7467600"/>
              <a:gd name="connsiteY929" fmla="*/ 574145 h 6858000"/>
              <a:gd name="connsiteX930" fmla="*/ 811254 w 7467600"/>
              <a:gd name="connsiteY930" fmla="*/ 665546 h 6858000"/>
              <a:gd name="connsiteX931" fmla="*/ 154042 w 7467600"/>
              <a:gd name="connsiteY931" fmla="*/ 261522 h 6858000"/>
              <a:gd name="connsiteX932" fmla="*/ 13550 w 7467600"/>
              <a:gd name="connsiteY932" fmla="*/ 158423 h 6858000"/>
              <a:gd name="connsiteX933" fmla="*/ 0 w 7467600"/>
              <a:gd name="connsiteY933" fmla="*/ 146618 h 6858000"/>
              <a:gd name="connsiteX934" fmla="*/ 0 w 7467600"/>
              <a:gd name="connsiteY934" fmla="*/ 59161 h 6858000"/>
              <a:gd name="connsiteX935" fmla="*/ 45427 w 7467600"/>
              <a:gd name="connsiteY935" fmla="*/ 101078 h 6858000"/>
              <a:gd name="connsiteX936" fmla="*/ 630103 w 7467600"/>
              <a:gd name="connsiteY936" fmla="*/ 485885 h 6858000"/>
              <a:gd name="connsiteX937" fmla="*/ 532040 w 7467600"/>
              <a:gd name="connsiteY937" fmla="*/ 399359 h 6858000"/>
              <a:gd name="connsiteX938" fmla="*/ 517618 w 7467600"/>
              <a:gd name="connsiteY938" fmla="*/ 385726 h 6858000"/>
              <a:gd name="connsiteX939" fmla="*/ 285074 w 7467600"/>
              <a:gd name="connsiteY939" fmla="*/ 182755 h 6858000"/>
              <a:gd name="connsiteX940" fmla="*/ 43151 w 7467600"/>
              <a:gd name="connsiteY940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68575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7467600 w 7467600"/>
              <a:gd name="connsiteY7" fmla="*/ 6668575 h 6858000"/>
              <a:gd name="connsiteX8" fmla="*/ 1019354 w 7467600"/>
              <a:gd name="connsiteY8" fmla="*/ 6315006 h 6858000"/>
              <a:gd name="connsiteX9" fmla="*/ 441046 w 7467600"/>
              <a:gd name="connsiteY9" fmla="*/ 6691153 h 6858000"/>
              <a:gd name="connsiteX10" fmla="*/ 1019354 w 7467600"/>
              <a:gd name="connsiteY10" fmla="*/ 6315006 h 6858000"/>
              <a:gd name="connsiteX11" fmla="*/ 991680 w 7467600"/>
              <a:gd name="connsiteY11" fmla="*/ 6298413 h 6858000"/>
              <a:gd name="connsiteX12" fmla="*/ 409060 w 7467600"/>
              <a:gd name="connsiteY12" fmla="*/ 6671470 h 6858000"/>
              <a:gd name="connsiteX13" fmla="*/ 991680 w 7467600"/>
              <a:gd name="connsiteY13" fmla="*/ 6298413 h 6858000"/>
              <a:gd name="connsiteX14" fmla="*/ 103333 w 7467600"/>
              <a:gd name="connsiteY14" fmla="*/ 5699602 h 6858000"/>
              <a:gd name="connsiteX15" fmla="*/ 233938 w 7467600"/>
              <a:gd name="connsiteY15" fmla="*/ 5809416 h 6858000"/>
              <a:gd name="connsiteX16" fmla="*/ 883580 w 7467600"/>
              <a:gd name="connsiteY16" fmla="*/ 6180710 h 6858000"/>
              <a:gd name="connsiteX17" fmla="*/ 487337 w 7467600"/>
              <a:gd name="connsiteY17" fmla="*/ 5950182 h 6858000"/>
              <a:gd name="connsiteX18" fmla="*/ 354051 w 7467600"/>
              <a:gd name="connsiteY18" fmla="*/ 5854912 h 6858000"/>
              <a:gd name="connsiteX19" fmla="*/ 195436 w 7467600"/>
              <a:gd name="connsiteY19" fmla="*/ 5755068 h 6858000"/>
              <a:gd name="connsiteX20" fmla="*/ 103333 w 7467600"/>
              <a:gd name="connsiteY20" fmla="*/ 5699602 h 6858000"/>
              <a:gd name="connsiteX21" fmla="*/ 5539432 w 7467600"/>
              <a:gd name="connsiteY21" fmla="*/ 5642928 h 6858000"/>
              <a:gd name="connsiteX22" fmla="*/ 5555462 w 7467600"/>
              <a:gd name="connsiteY22" fmla="*/ 5694454 h 6858000"/>
              <a:gd name="connsiteX23" fmla="*/ 5828270 w 7467600"/>
              <a:gd name="connsiteY23" fmla="*/ 6320663 h 6858000"/>
              <a:gd name="connsiteX24" fmla="*/ 5947416 w 7467600"/>
              <a:gd name="connsiteY24" fmla="*/ 6574846 h 6858000"/>
              <a:gd name="connsiteX25" fmla="*/ 5539432 w 7467600"/>
              <a:gd name="connsiteY25" fmla="*/ 5642928 h 6858000"/>
              <a:gd name="connsiteX26" fmla="*/ 51253 w 7467600"/>
              <a:gd name="connsiteY26" fmla="*/ 5631825 h 6858000"/>
              <a:gd name="connsiteX27" fmla="*/ 211622 w 7467600"/>
              <a:gd name="connsiteY27" fmla="*/ 5728803 h 6858000"/>
              <a:gd name="connsiteX28" fmla="*/ 371652 w 7467600"/>
              <a:gd name="connsiteY28" fmla="*/ 5829062 h 6858000"/>
              <a:gd name="connsiteX29" fmla="*/ 505903 w 7467600"/>
              <a:gd name="connsiteY29" fmla="*/ 5925221 h 6858000"/>
              <a:gd name="connsiteX30" fmla="*/ 899240 w 7467600"/>
              <a:gd name="connsiteY30" fmla="*/ 6153068 h 6858000"/>
              <a:gd name="connsiteX31" fmla="*/ 988114 w 7467600"/>
              <a:gd name="connsiteY31" fmla="*/ 6174204 h 6858000"/>
              <a:gd name="connsiteX32" fmla="*/ 845971 w 7467600"/>
              <a:gd name="connsiteY32" fmla="*/ 6067177 h 6858000"/>
              <a:gd name="connsiteX33" fmla="*/ 448057 w 7467600"/>
              <a:gd name="connsiteY33" fmla="*/ 5841376 h 6858000"/>
              <a:gd name="connsiteX34" fmla="*/ 51253 w 7467600"/>
              <a:gd name="connsiteY34" fmla="*/ 5631825 h 6858000"/>
              <a:gd name="connsiteX35" fmla="*/ 2606687 w 7467600"/>
              <a:gd name="connsiteY35" fmla="*/ 5630718 h 6858000"/>
              <a:gd name="connsiteX36" fmla="*/ 2645658 w 7467600"/>
              <a:gd name="connsiteY36" fmla="*/ 6640259 h 6858000"/>
              <a:gd name="connsiteX37" fmla="*/ 2606687 w 7467600"/>
              <a:gd name="connsiteY37" fmla="*/ 5630718 h 6858000"/>
              <a:gd name="connsiteX38" fmla="*/ 3642057 w 7467600"/>
              <a:gd name="connsiteY38" fmla="*/ 5573487 h 6858000"/>
              <a:gd name="connsiteX39" fmla="*/ 3632981 w 7467600"/>
              <a:gd name="connsiteY39" fmla="*/ 5579437 h 6858000"/>
              <a:gd name="connsiteX40" fmla="*/ 3382436 w 7467600"/>
              <a:gd name="connsiteY40" fmla="*/ 5952726 h 6858000"/>
              <a:gd name="connsiteX41" fmla="*/ 3191929 w 7467600"/>
              <a:gd name="connsiteY41" fmla="*/ 6662669 h 6858000"/>
              <a:gd name="connsiteX42" fmla="*/ 3369898 w 7467600"/>
              <a:gd name="connsiteY42" fmla="*/ 6081771 h 6858000"/>
              <a:gd name="connsiteX43" fmla="*/ 3642057 w 7467600"/>
              <a:gd name="connsiteY43" fmla="*/ 5573487 h 6858000"/>
              <a:gd name="connsiteX44" fmla="*/ 2650666 w 7467600"/>
              <a:gd name="connsiteY44" fmla="*/ 5530686 h 6858000"/>
              <a:gd name="connsiteX45" fmla="*/ 2650249 w 7467600"/>
              <a:gd name="connsiteY45" fmla="*/ 5532101 h 6858000"/>
              <a:gd name="connsiteX46" fmla="*/ 2663808 w 7467600"/>
              <a:gd name="connsiteY46" fmla="*/ 6535215 h 6858000"/>
              <a:gd name="connsiteX47" fmla="*/ 2665418 w 7467600"/>
              <a:gd name="connsiteY47" fmla="*/ 6132756 h 6858000"/>
              <a:gd name="connsiteX48" fmla="*/ 2650666 w 7467600"/>
              <a:gd name="connsiteY48" fmla="*/ 5530686 h 6858000"/>
              <a:gd name="connsiteX49" fmla="*/ 2680277 w 7467600"/>
              <a:gd name="connsiteY49" fmla="*/ 5479204 h 6858000"/>
              <a:gd name="connsiteX50" fmla="*/ 2678972 w 7467600"/>
              <a:gd name="connsiteY50" fmla="*/ 5481582 h 6858000"/>
              <a:gd name="connsiteX51" fmla="*/ 2696666 w 7467600"/>
              <a:gd name="connsiteY51" fmla="*/ 6133836 h 6858000"/>
              <a:gd name="connsiteX52" fmla="*/ 2695769 w 7467600"/>
              <a:gd name="connsiteY52" fmla="*/ 6390955 h 6858000"/>
              <a:gd name="connsiteX53" fmla="*/ 2739893 w 7467600"/>
              <a:gd name="connsiteY53" fmla="*/ 6108357 h 6858000"/>
              <a:gd name="connsiteX54" fmla="*/ 2680277 w 7467600"/>
              <a:gd name="connsiteY54" fmla="*/ 5479204 h 6858000"/>
              <a:gd name="connsiteX55" fmla="*/ 1132195 w 7467600"/>
              <a:gd name="connsiteY55" fmla="*/ 5467980 h 6858000"/>
              <a:gd name="connsiteX56" fmla="*/ 1679056 w 7467600"/>
              <a:gd name="connsiteY56" fmla="*/ 5516907 h 6858000"/>
              <a:gd name="connsiteX57" fmla="*/ 2128648 w 7467600"/>
              <a:gd name="connsiteY57" fmla="*/ 5474249 h 6858000"/>
              <a:gd name="connsiteX58" fmla="*/ 1825619 w 7467600"/>
              <a:gd name="connsiteY58" fmla="*/ 5478447 h 6858000"/>
              <a:gd name="connsiteX59" fmla="*/ 1737798 w 7467600"/>
              <a:gd name="connsiteY59" fmla="*/ 5483353 h 6858000"/>
              <a:gd name="connsiteX60" fmla="*/ 1132195 w 7467600"/>
              <a:gd name="connsiteY60" fmla="*/ 5467980 h 6858000"/>
              <a:gd name="connsiteX61" fmla="*/ 1456157 w 7467600"/>
              <a:gd name="connsiteY61" fmla="*/ 5371404 h 6858000"/>
              <a:gd name="connsiteX62" fmla="*/ 1244432 w 7467600"/>
              <a:gd name="connsiteY62" fmla="*/ 5385601 h 6858000"/>
              <a:gd name="connsiteX63" fmla="*/ 973990 w 7467600"/>
              <a:gd name="connsiteY63" fmla="*/ 5424940 h 6858000"/>
              <a:gd name="connsiteX64" fmla="*/ 1103809 w 7467600"/>
              <a:gd name="connsiteY64" fmla="*/ 5433720 h 6858000"/>
              <a:gd name="connsiteX65" fmla="*/ 1123454 w 7467600"/>
              <a:gd name="connsiteY65" fmla="*/ 5435727 h 6858000"/>
              <a:gd name="connsiteX66" fmla="*/ 1737017 w 7467600"/>
              <a:gd name="connsiteY66" fmla="*/ 5452183 h 6858000"/>
              <a:gd name="connsiteX67" fmla="*/ 1824397 w 7467600"/>
              <a:gd name="connsiteY67" fmla="*/ 5447757 h 6858000"/>
              <a:gd name="connsiteX68" fmla="*/ 2070059 w 7467600"/>
              <a:gd name="connsiteY68" fmla="*/ 5441660 h 6858000"/>
              <a:gd name="connsiteX69" fmla="*/ 1456157 w 7467600"/>
              <a:gd name="connsiteY69" fmla="*/ 5371404 h 6858000"/>
              <a:gd name="connsiteX70" fmla="*/ 4988186 w 7467600"/>
              <a:gd name="connsiteY70" fmla="*/ 5216467 h 6858000"/>
              <a:gd name="connsiteX71" fmla="*/ 4777334 w 7467600"/>
              <a:gd name="connsiteY71" fmla="*/ 5406072 h 6858000"/>
              <a:gd name="connsiteX72" fmla="*/ 4718341 w 7467600"/>
              <a:gd name="connsiteY72" fmla="*/ 5468043 h 6858000"/>
              <a:gd name="connsiteX73" fmla="*/ 4604655 w 7467600"/>
              <a:gd name="connsiteY73" fmla="*/ 5583434 h 6858000"/>
              <a:gd name="connsiteX74" fmla="*/ 4565074 w 7467600"/>
              <a:gd name="connsiteY74" fmla="*/ 5618550 h 6858000"/>
              <a:gd name="connsiteX75" fmla="*/ 4988186 w 7467600"/>
              <a:gd name="connsiteY75" fmla="*/ 5216467 h 6858000"/>
              <a:gd name="connsiteX76" fmla="*/ 4978032 w 7467600"/>
              <a:gd name="connsiteY76" fmla="*/ 5183809 h 6858000"/>
              <a:gd name="connsiteX77" fmla="*/ 4463413 w 7467600"/>
              <a:gd name="connsiteY77" fmla="*/ 5615162 h 6858000"/>
              <a:gd name="connsiteX78" fmla="*/ 4358134 w 7467600"/>
              <a:gd name="connsiteY78" fmla="*/ 5742791 h 6858000"/>
              <a:gd name="connsiteX79" fmla="*/ 4376219 w 7467600"/>
              <a:gd name="connsiteY79" fmla="*/ 5729027 h 6858000"/>
              <a:gd name="connsiteX80" fmla="*/ 4582340 w 7467600"/>
              <a:gd name="connsiteY80" fmla="*/ 5561037 h 6858000"/>
              <a:gd name="connsiteX81" fmla="*/ 4694684 w 7467600"/>
              <a:gd name="connsiteY81" fmla="*/ 5447098 h 6858000"/>
              <a:gd name="connsiteX82" fmla="*/ 4754123 w 7467600"/>
              <a:gd name="connsiteY82" fmla="*/ 5384643 h 6858000"/>
              <a:gd name="connsiteX83" fmla="*/ 4978032 w 7467600"/>
              <a:gd name="connsiteY83" fmla="*/ 5183809 h 6858000"/>
              <a:gd name="connsiteX84" fmla="*/ 1903353 w 7467600"/>
              <a:gd name="connsiteY84" fmla="*/ 5044827 h 6858000"/>
              <a:gd name="connsiteX85" fmla="*/ 1936931 w 7467600"/>
              <a:gd name="connsiteY85" fmla="*/ 5093954 h 6858000"/>
              <a:gd name="connsiteX86" fmla="*/ 2195868 w 7467600"/>
              <a:gd name="connsiteY86" fmla="*/ 5396574 h 6858000"/>
              <a:gd name="connsiteX87" fmla="*/ 2088852 w 7467600"/>
              <a:gd name="connsiteY87" fmla="*/ 5166123 h 6858000"/>
              <a:gd name="connsiteX88" fmla="*/ 1958241 w 7467600"/>
              <a:gd name="connsiteY88" fmla="*/ 5067955 h 6858000"/>
              <a:gd name="connsiteX89" fmla="*/ 1903353 w 7467600"/>
              <a:gd name="connsiteY89" fmla="*/ 5044827 h 6858000"/>
              <a:gd name="connsiteX90" fmla="*/ 1979378 w 7467600"/>
              <a:gd name="connsiteY90" fmla="*/ 4769504 h 6858000"/>
              <a:gd name="connsiteX91" fmla="*/ 2882120 w 7467600"/>
              <a:gd name="connsiteY91" fmla="*/ 5064547 h 6858000"/>
              <a:gd name="connsiteX92" fmla="*/ 2793103 w 7467600"/>
              <a:gd name="connsiteY92" fmla="*/ 5039699 h 6858000"/>
              <a:gd name="connsiteX93" fmla="*/ 2770041 w 7467600"/>
              <a:gd name="connsiteY93" fmla="*/ 5033634 h 6858000"/>
              <a:gd name="connsiteX94" fmla="*/ 1979378 w 7467600"/>
              <a:gd name="connsiteY94" fmla="*/ 4769504 h 6858000"/>
              <a:gd name="connsiteX95" fmla="*/ 1927410 w 7467600"/>
              <a:gd name="connsiteY95" fmla="*/ 4716164 h 6858000"/>
              <a:gd name="connsiteX96" fmla="*/ 1959587 w 7467600"/>
              <a:gd name="connsiteY96" fmla="*/ 4728849 h 6858000"/>
              <a:gd name="connsiteX97" fmla="*/ 2777707 w 7467600"/>
              <a:gd name="connsiteY97" fmla="*/ 5003991 h 6858000"/>
              <a:gd name="connsiteX98" fmla="*/ 2800768 w 7467600"/>
              <a:gd name="connsiteY98" fmla="*/ 5010056 h 6858000"/>
              <a:gd name="connsiteX99" fmla="*/ 2879408 w 7467600"/>
              <a:gd name="connsiteY99" fmla="*/ 5031590 h 6858000"/>
              <a:gd name="connsiteX100" fmla="*/ 2862295 w 7467600"/>
              <a:gd name="connsiteY100" fmla="*/ 5022958 h 6858000"/>
              <a:gd name="connsiteX101" fmla="*/ 2813343 w 7467600"/>
              <a:gd name="connsiteY101" fmla="*/ 4998369 h 6858000"/>
              <a:gd name="connsiteX102" fmla="*/ 2646245 w 7467600"/>
              <a:gd name="connsiteY102" fmla="*/ 4930999 h 6858000"/>
              <a:gd name="connsiteX103" fmla="*/ 1999243 w 7467600"/>
              <a:gd name="connsiteY103" fmla="*/ 4730524 h 6858000"/>
              <a:gd name="connsiteX104" fmla="*/ 1979527 w 7467600"/>
              <a:gd name="connsiteY104" fmla="*/ 4726651 h 6858000"/>
              <a:gd name="connsiteX105" fmla="*/ 1927410 w 7467600"/>
              <a:gd name="connsiteY105" fmla="*/ 4716164 h 6858000"/>
              <a:gd name="connsiteX106" fmla="*/ 1997014 w 7467600"/>
              <a:gd name="connsiteY106" fmla="*/ 4698007 h 6858000"/>
              <a:gd name="connsiteX107" fmla="*/ 2005458 w 7467600"/>
              <a:gd name="connsiteY107" fmla="*/ 4699540 h 6858000"/>
              <a:gd name="connsiteX108" fmla="*/ 2657186 w 7467600"/>
              <a:gd name="connsiteY108" fmla="*/ 4901687 h 6858000"/>
              <a:gd name="connsiteX109" fmla="*/ 2826662 w 7467600"/>
              <a:gd name="connsiteY109" fmla="*/ 4970362 h 6858000"/>
              <a:gd name="connsiteX110" fmla="*/ 2876100 w 7467600"/>
              <a:gd name="connsiteY110" fmla="*/ 4995397 h 6858000"/>
              <a:gd name="connsiteX111" fmla="*/ 3042600 w 7467600"/>
              <a:gd name="connsiteY111" fmla="*/ 5059532 h 6858000"/>
              <a:gd name="connsiteX112" fmla="*/ 1997014 w 7467600"/>
              <a:gd name="connsiteY112" fmla="*/ 4698007 h 6858000"/>
              <a:gd name="connsiteX113" fmla="*/ 2305292 w 7467600"/>
              <a:gd name="connsiteY113" fmla="*/ 4219492 h 6858000"/>
              <a:gd name="connsiteX114" fmla="*/ 3360922 w 7467600"/>
              <a:gd name="connsiteY114" fmla="*/ 4529373 h 6858000"/>
              <a:gd name="connsiteX115" fmla="*/ 3492420 w 7467600"/>
              <a:gd name="connsiteY115" fmla="*/ 4510145 h 6858000"/>
              <a:gd name="connsiteX116" fmla="*/ 3364086 w 7467600"/>
              <a:gd name="connsiteY116" fmla="*/ 4480340 h 6858000"/>
              <a:gd name="connsiteX117" fmla="*/ 3225818 w 7467600"/>
              <a:gd name="connsiteY117" fmla="*/ 4411822 h 6858000"/>
              <a:gd name="connsiteX118" fmla="*/ 3129696 w 7467600"/>
              <a:gd name="connsiteY118" fmla="*/ 4360704 h 6858000"/>
              <a:gd name="connsiteX119" fmla="*/ 2814545 w 7467600"/>
              <a:gd name="connsiteY119" fmla="*/ 4282955 h 6858000"/>
              <a:gd name="connsiteX120" fmla="*/ 2305292 w 7467600"/>
              <a:gd name="connsiteY120" fmla="*/ 4219492 h 6858000"/>
              <a:gd name="connsiteX121" fmla="*/ 2626982 w 7467600"/>
              <a:gd name="connsiteY121" fmla="*/ 4206450 h 6858000"/>
              <a:gd name="connsiteX122" fmla="*/ 2490617 w 7467600"/>
              <a:gd name="connsiteY122" fmla="*/ 4206951 h 6858000"/>
              <a:gd name="connsiteX123" fmla="*/ 2819869 w 7467600"/>
              <a:gd name="connsiteY123" fmla="*/ 4252936 h 6858000"/>
              <a:gd name="connsiteX124" fmla="*/ 3143018 w 7467600"/>
              <a:gd name="connsiteY124" fmla="*/ 4332698 h 6858000"/>
              <a:gd name="connsiteX125" fmla="*/ 3241520 w 7467600"/>
              <a:gd name="connsiteY125" fmla="*/ 4385112 h 6858000"/>
              <a:gd name="connsiteX126" fmla="*/ 3374575 w 7467600"/>
              <a:gd name="connsiteY126" fmla="*/ 4451517 h 6858000"/>
              <a:gd name="connsiteX127" fmla="*/ 3505221 w 7467600"/>
              <a:gd name="connsiteY127" fmla="*/ 4480757 h 6858000"/>
              <a:gd name="connsiteX128" fmla="*/ 2626982 w 7467600"/>
              <a:gd name="connsiteY128" fmla="*/ 4206450 h 6858000"/>
              <a:gd name="connsiteX129" fmla="*/ 1310106 w 7467600"/>
              <a:gd name="connsiteY129" fmla="*/ 3943217 h 6858000"/>
              <a:gd name="connsiteX130" fmla="*/ 854994 w 7467600"/>
              <a:gd name="connsiteY130" fmla="*/ 4399136 h 6858000"/>
              <a:gd name="connsiteX131" fmla="*/ 742462 w 7467600"/>
              <a:gd name="connsiteY131" fmla="*/ 4594648 h 6858000"/>
              <a:gd name="connsiteX132" fmla="*/ 820602 w 7467600"/>
              <a:gd name="connsiteY132" fmla="*/ 4485915 h 6858000"/>
              <a:gd name="connsiteX133" fmla="*/ 878295 w 7467600"/>
              <a:gd name="connsiteY133" fmla="*/ 4403594 h 6858000"/>
              <a:gd name="connsiteX134" fmla="*/ 1240607 w 7467600"/>
              <a:gd name="connsiteY134" fmla="*/ 4010401 h 6858000"/>
              <a:gd name="connsiteX135" fmla="*/ 1310106 w 7467600"/>
              <a:gd name="connsiteY135" fmla="*/ 3943217 h 6858000"/>
              <a:gd name="connsiteX136" fmla="*/ 1423113 w 7467600"/>
              <a:gd name="connsiteY136" fmla="*/ 3874565 h 6858000"/>
              <a:gd name="connsiteX137" fmla="*/ 1260565 w 7467600"/>
              <a:gd name="connsiteY137" fmla="*/ 4031982 h 6858000"/>
              <a:gd name="connsiteX138" fmla="*/ 901900 w 7467600"/>
              <a:gd name="connsiteY138" fmla="*/ 4421236 h 6858000"/>
              <a:gd name="connsiteX139" fmla="*/ 845044 w 7467600"/>
              <a:gd name="connsiteY139" fmla="*/ 4502436 h 6858000"/>
              <a:gd name="connsiteX140" fmla="*/ 685926 w 7467600"/>
              <a:gd name="connsiteY140" fmla="*/ 4703069 h 6858000"/>
              <a:gd name="connsiteX141" fmla="*/ 684248 w 7467600"/>
              <a:gd name="connsiteY141" fmla="*/ 4706721 h 6858000"/>
              <a:gd name="connsiteX142" fmla="*/ 1423113 w 7467600"/>
              <a:gd name="connsiteY142" fmla="*/ 3874565 h 6858000"/>
              <a:gd name="connsiteX143" fmla="*/ 3316479 w 7467600"/>
              <a:gd name="connsiteY143" fmla="*/ 3872136 h 6858000"/>
              <a:gd name="connsiteX144" fmla="*/ 3546806 w 7467600"/>
              <a:gd name="connsiteY144" fmla="*/ 4356139 h 6858000"/>
              <a:gd name="connsiteX145" fmla="*/ 3364433 w 7467600"/>
              <a:gd name="connsiteY145" fmla="*/ 3953121 h 6858000"/>
              <a:gd name="connsiteX146" fmla="*/ 3316479 w 7467600"/>
              <a:gd name="connsiteY146" fmla="*/ 3872136 h 6858000"/>
              <a:gd name="connsiteX147" fmla="*/ 3291335 w 7467600"/>
              <a:gd name="connsiteY147" fmla="*/ 3767420 h 6858000"/>
              <a:gd name="connsiteX148" fmla="*/ 3390805 w 7467600"/>
              <a:gd name="connsiteY148" fmla="*/ 3937163 h 6858000"/>
              <a:gd name="connsiteX149" fmla="*/ 3579062 w 7467600"/>
              <a:gd name="connsiteY149" fmla="*/ 4359040 h 6858000"/>
              <a:gd name="connsiteX150" fmla="*/ 3467355 w 7467600"/>
              <a:gd name="connsiteY150" fmla="*/ 3988130 h 6858000"/>
              <a:gd name="connsiteX151" fmla="*/ 3310753 w 7467600"/>
              <a:gd name="connsiteY151" fmla="*/ 3787140 h 6858000"/>
              <a:gd name="connsiteX152" fmla="*/ 3291335 w 7467600"/>
              <a:gd name="connsiteY152" fmla="*/ 3767420 h 6858000"/>
              <a:gd name="connsiteX153" fmla="*/ 1635889 w 7467600"/>
              <a:gd name="connsiteY153" fmla="*/ 3709494 h 6858000"/>
              <a:gd name="connsiteX154" fmla="*/ 1634800 w 7467600"/>
              <a:gd name="connsiteY154" fmla="*/ 3731111 h 6858000"/>
              <a:gd name="connsiteX155" fmla="*/ 1635889 w 7467600"/>
              <a:gd name="connsiteY155" fmla="*/ 3709494 h 6858000"/>
              <a:gd name="connsiteX156" fmla="*/ 1510397 w 7467600"/>
              <a:gd name="connsiteY156" fmla="*/ 3684705 h 6858000"/>
              <a:gd name="connsiteX157" fmla="*/ 1146550 w 7467600"/>
              <a:gd name="connsiteY157" fmla="*/ 3802012 h 6858000"/>
              <a:gd name="connsiteX158" fmla="*/ 698834 w 7467600"/>
              <a:gd name="connsiteY158" fmla="*/ 3952272 h 6858000"/>
              <a:gd name="connsiteX159" fmla="*/ 34256 w 7467600"/>
              <a:gd name="connsiteY159" fmla="*/ 4347603 h 6858000"/>
              <a:gd name="connsiteX160" fmla="*/ 527241 w 7467600"/>
              <a:gd name="connsiteY160" fmla="*/ 4065078 h 6858000"/>
              <a:gd name="connsiteX161" fmla="*/ 1510397 w 7467600"/>
              <a:gd name="connsiteY161" fmla="*/ 3684705 h 6858000"/>
              <a:gd name="connsiteX162" fmla="*/ 1313114 w 7467600"/>
              <a:gd name="connsiteY162" fmla="*/ 3655216 h 6858000"/>
              <a:gd name="connsiteX163" fmla="*/ 1109304 w 7467600"/>
              <a:gd name="connsiteY163" fmla="*/ 3669030 h 6858000"/>
              <a:gd name="connsiteX164" fmla="*/ 8129 w 7467600"/>
              <a:gd name="connsiteY164" fmla="*/ 4330519 h 6858000"/>
              <a:gd name="connsiteX165" fmla="*/ 687572 w 7467600"/>
              <a:gd name="connsiteY165" fmla="*/ 3925629 h 6858000"/>
              <a:gd name="connsiteX166" fmla="*/ 1138365 w 7467600"/>
              <a:gd name="connsiteY166" fmla="*/ 3774515 h 6858000"/>
              <a:gd name="connsiteX167" fmla="*/ 1505579 w 7467600"/>
              <a:gd name="connsiteY167" fmla="*/ 3655526 h 6858000"/>
              <a:gd name="connsiteX168" fmla="*/ 1313114 w 7467600"/>
              <a:gd name="connsiteY168" fmla="*/ 3655216 h 6858000"/>
              <a:gd name="connsiteX169" fmla="*/ 3655073 w 7467600"/>
              <a:gd name="connsiteY169" fmla="*/ 3650884 h 6858000"/>
              <a:gd name="connsiteX170" fmla="*/ 3989938 w 7467600"/>
              <a:gd name="connsiteY170" fmla="*/ 3991685 h 6858000"/>
              <a:gd name="connsiteX171" fmla="*/ 4393907 w 7467600"/>
              <a:gd name="connsiteY171" fmla="*/ 4261258 h 6858000"/>
              <a:gd name="connsiteX172" fmla="*/ 4648051 w 7467600"/>
              <a:gd name="connsiteY172" fmla="*/ 4374051 h 6858000"/>
              <a:gd name="connsiteX173" fmla="*/ 4383389 w 7467600"/>
              <a:gd name="connsiteY173" fmla="*/ 4184369 h 6858000"/>
              <a:gd name="connsiteX174" fmla="*/ 4165508 w 7467600"/>
              <a:gd name="connsiteY174" fmla="*/ 4035196 h 6858000"/>
              <a:gd name="connsiteX175" fmla="*/ 4068162 w 7467600"/>
              <a:gd name="connsiteY175" fmla="*/ 3953394 h 6858000"/>
              <a:gd name="connsiteX176" fmla="*/ 3981416 w 7467600"/>
              <a:gd name="connsiteY176" fmla="*/ 3880482 h 6858000"/>
              <a:gd name="connsiteX177" fmla="*/ 3800147 w 7467600"/>
              <a:gd name="connsiteY177" fmla="*/ 3749872 h 6858000"/>
              <a:gd name="connsiteX178" fmla="*/ 3655073 w 7467600"/>
              <a:gd name="connsiteY178" fmla="*/ 3650884 h 6858000"/>
              <a:gd name="connsiteX179" fmla="*/ 3670252 w 7467600"/>
              <a:gd name="connsiteY179" fmla="*/ 3622798 h 6858000"/>
              <a:gd name="connsiteX180" fmla="*/ 3817258 w 7467600"/>
              <a:gd name="connsiteY180" fmla="*/ 3723577 h 6858000"/>
              <a:gd name="connsiteX181" fmla="*/ 4000461 w 7467600"/>
              <a:gd name="connsiteY181" fmla="*/ 3855966 h 6858000"/>
              <a:gd name="connsiteX182" fmla="*/ 4088180 w 7467600"/>
              <a:gd name="connsiteY182" fmla="*/ 3929774 h 6858000"/>
              <a:gd name="connsiteX183" fmla="*/ 4184555 w 7467600"/>
              <a:gd name="connsiteY183" fmla="*/ 4010683 h 6858000"/>
              <a:gd name="connsiteX184" fmla="*/ 4399563 w 7467600"/>
              <a:gd name="connsiteY184" fmla="*/ 4158106 h 6858000"/>
              <a:gd name="connsiteX185" fmla="*/ 4684469 w 7467600"/>
              <a:gd name="connsiteY185" fmla="*/ 4364680 h 6858000"/>
              <a:gd name="connsiteX186" fmla="*/ 4690271 w 7467600"/>
              <a:gd name="connsiteY186" fmla="*/ 4370034 h 6858000"/>
              <a:gd name="connsiteX187" fmla="*/ 4136093 w 7467600"/>
              <a:gd name="connsiteY187" fmla="*/ 3858466 h 6858000"/>
              <a:gd name="connsiteX188" fmla="*/ 3670252 w 7467600"/>
              <a:gd name="connsiteY188" fmla="*/ 3622798 h 6858000"/>
              <a:gd name="connsiteX189" fmla="*/ 4440129 w 7467600"/>
              <a:gd name="connsiteY189" fmla="*/ 3448571 h 6858000"/>
              <a:gd name="connsiteX190" fmla="*/ 4856525 w 7467600"/>
              <a:gd name="connsiteY190" fmla="*/ 3915351 h 6858000"/>
              <a:gd name="connsiteX191" fmla="*/ 5059055 w 7467600"/>
              <a:gd name="connsiteY191" fmla="*/ 4108918 h 6858000"/>
              <a:gd name="connsiteX192" fmla="*/ 5290070 w 7467600"/>
              <a:gd name="connsiteY192" fmla="*/ 4263619 h 6858000"/>
              <a:gd name="connsiteX193" fmla="*/ 4834991 w 7467600"/>
              <a:gd name="connsiteY193" fmla="*/ 3830985 h 6858000"/>
              <a:gd name="connsiteX194" fmla="*/ 4440129 w 7467600"/>
              <a:gd name="connsiteY194" fmla="*/ 3448571 h 6858000"/>
              <a:gd name="connsiteX195" fmla="*/ 4441737 w 7467600"/>
              <a:gd name="connsiteY195" fmla="*/ 3399734 h 6858000"/>
              <a:gd name="connsiteX196" fmla="*/ 4431236 w 7467600"/>
              <a:gd name="connsiteY196" fmla="*/ 3400954 h 6858000"/>
              <a:gd name="connsiteX197" fmla="*/ 4557150 w 7467600"/>
              <a:gd name="connsiteY197" fmla="*/ 3510023 h 6858000"/>
              <a:gd name="connsiteX198" fmla="*/ 4856936 w 7467600"/>
              <a:gd name="connsiteY198" fmla="*/ 3809146 h 6858000"/>
              <a:gd name="connsiteX199" fmla="*/ 5111996 w 7467600"/>
              <a:gd name="connsiteY199" fmla="*/ 4065759 h 6858000"/>
              <a:gd name="connsiteX200" fmla="*/ 5388878 w 7467600"/>
              <a:gd name="connsiteY200" fmla="*/ 4300185 h 6858000"/>
              <a:gd name="connsiteX201" fmla="*/ 5425556 w 7467600"/>
              <a:gd name="connsiteY201" fmla="*/ 4308967 h 6858000"/>
              <a:gd name="connsiteX202" fmla="*/ 4943646 w 7467600"/>
              <a:gd name="connsiteY202" fmla="*/ 3822916 h 6858000"/>
              <a:gd name="connsiteX203" fmla="*/ 4594837 w 7467600"/>
              <a:gd name="connsiteY203" fmla="*/ 3532274 h 6858000"/>
              <a:gd name="connsiteX204" fmla="*/ 4441737 w 7467600"/>
              <a:gd name="connsiteY204" fmla="*/ 3399734 h 6858000"/>
              <a:gd name="connsiteX205" fmla="*/ 5425834 w 7467600"/>
              <a:gd name="connsiteY205" fmla="*/ 3162785 h 6858000"/>
              <a:gd name="connsiteX206" fmla="*/ 5401644 w 7467600"/>
              <a:gd name="connsiteY206" fmla="*/ 3617847 h 6858000"/>
              <a:gd name="connsiteX207" fmla="*/ 5467256 w 7467600"/>
              <a:gd name="connsiteY207" fmla="*/ 4175494 h 6858000"/>
              <a:gd name="connsiteX208" fmla="*/ 5448069 w 7467600"/>
              <a:gd name="connsiteY208" fmla="*/ 3567554 h 6858000"/>
              <a:gd name="connsiteX209" fmla="*/ 5425834 w 7467600"/>
              <a:gd name="connsiteY209" fmla="*/ 3162785 h 6858000"/>
              <a:gd name="connsiteX210" fmla="*/ 1318687 w 7467600"/>
              <a:gd name="connsiteY210" fmla="*/ 3113840 h 6858000"/>
              <a:gd name="connsiteX211" fmla="*/ 1066793 w 7467600"/>
              <a:gd name="connsiteY211" fmla="*/ 3212171 h 6858000"/>
              <a:gd name="connsiteX212" fmla="*/ 993319 w 7467600"/>
              <a:gd name="connsiteY212" fmla="*/ 3247648 h 6858000"/>
              <a:gd name="connsiteX213" fmla="*/ 853081 w 7467600"/>
              <a:gd name="connsiteY213" fmla="*/ 3312410 h 6858000"/>
              <a:gd name="connsiteX214" fmla="*/ 805957 w 7467600"/>
              <a:gd name="connsiteY214" fmla="*/ 3330443 h 6858000"/>
              <a:gd name="connsiteX215" fmla="*/ 1318687 w 7467600"/>
              <a:gd name="connsiteY215" fmla="*/ 3113840 h 6858000"/>
              <a:gd name="connsiteX216" fmla="*/ 5453702 w 7467600"/>
              <a:gd name="connsiteY216" fmla="*/ 3090882 h 6858000"/>
              <a:gd name="connsiteX217" fmla="*/ 5480135 w 7467600"/>
              <a:gd name="connsiteY217" fmla="*/ 3565802 h 6858000"/>
              <a:gd name="connsiteX218" fmla="*/ 5499023 w 7467600"/>
              <a:gd name="connsiteY218" fmla="*/ 4166310 h 6858000"/>
              <a:gd name="connsiteX219" fmla="*/ 5547022 w 7467600"/>
              <a:gd name="connsiteY219" fmla="*/ 3607838 h 6858000"/>
              <a:gd name="connsiteX220" fmla="*/ 5515964 w 7467600"/>
              <a:gd name="connsiteY220" fmla="*/ 3378541 h 6858000"/>
              <a:gd name="connsiteX221" fmla="*/ 5453702 w 7467600"/>
              <a:gd name="connsiteY221" fmla="*/ 3090882 h 6858000"/>
              <a:gd name="connsiteX222" fmla="*/ 1238695 w 7467600"/>
              <a:gd name="connsiteY222" fmla="*/ 3076820 h 6858000"/>
              <a:gd name="connsiteX223" fmla="*/ 716371 w 7467600"/>
              <a:gd name="connsiteY223" fmla="*/ 3293249 h 6858000"/>
              <a:gd name="connsiteX224" fmla="*/ 579522 w 7467600"/>
              <a:gd name="connsiteY224" fmla="*/ 3371759 h 6858000"/>
              <a:gd name="connsiteX225" fmla="*/ 600288 w 7467600"/>
              <a:gd name="connsiteY225" fmla="*/ 3365555 h 6858000"/>
              <a:gd name="connsiteX226" fmla="*/ 840692 w 7467600"/>
              <a:gd name="connsiteY226" fmla="*/ 3284921 h 6858000"/>
              <a:gd name="connsiteX227" fmla="*/ 979248 w 7467600"/>
              <a:gd name="connsiteY227" fmla="*/ 3221003 h 6858000"/>
              <a:gd name="connsiteX228" fmla="*/ 1053282 w 7467600"/>
              <a:gd name="connsiteY228" fmla="*/ 3185247 h 6858000"/>
              <a:gd name="connsiteX229" fmla="*/ 1320603 w 7467600"/>
              <a:gd name="connsiteY229" fmla="*/ 3081281 h 6858000"/>
              <a:gd name="connsiteX230" fmla="*/ 1238695 w 7467600"/>
              <a:gd name="connsiteY230" fmla="*/ 3076820 h 6858000"/>
              <a:gd name="connsiteX231" fmla="*/ 5425627 w 7467600"/>
              <a:gd name="connsiteY231" fmla="*/ 2954192 h 6858000"/>
              <a:gd name="connsiteX232" fmla="*/ 5470770 w 7467600"/>
              <a:gd name="connsiteY232" fmla="*/ 3005435 h 6858000"/>
              <a:gd name="connsiteX233" fmla="*/ 5519779 w 7467600"/>
              <a:gd name="connsiteY233" fmla="*/ 4359223 h 6858000"/>
              <a:gd name="connsiteX234" fmla="*/ 5520293 w 7467600"/>
              <a:gd name="connsiteY234" fmla="*/ 4360602 h 6858000"/>
              <a:gd name="connsiteX235" fmla="*/ 5767221 w 7467600"/>
              <a:gd name="connsiteY235" fmla="*/ 4665564 h 6858000"/>
              <a:gd name="connsiteX236" fmla="*/ 6937169 w 7467600"/>
              <a:gd name="connsiteY236" fmla="*/ 4815941 h 6858000"/>
              <a:gd name="connsiteX237" fmla="*/ 6953922 w 7467600"/>
              <a:gd name="connsiteY237" fmla="*/ 4890068 h 6858000"/>
              <a:gd name="connsiteX238" fmla="*/ 6071359 w 7467600"/>
              <a:gd name="connsiteY238" fmla="*/ 4770770 h 6858000"/>
              <a:gd name="connsiteX239" fmla="*/ 6038839 w 7467600"/>
              <a:gd name="connsiteY239" fmla="*/ 4764474 h 6858000"/>
              <a:gd name="connsiteX240" fmla="*/ 6038706 w 7467600"/>
              <a:gd name="connsiteY240" fmla="*/ 4763847 h 6858000"/>
              <a:gd name="connsiteX241" fmla="*/ 6037784 w 7467600"/>
              <a:gd name="connsiteY241" fmla="*/ 4764270 h 6858000"/>
              <a:gd name="connsiteX242" fmla="*/ 6038839 w 7467600"/>
              <a:gd name="connsiteY242" fmla="*/ 4764474 h 6858000"/>
              <a:gd name="connsiteX243" fmla="*/ 6040338 w 7467600"/>
              <a:gd name="connsiteY243" fmla="*/ 4771418 h 6858000"/>
              <a:gd name="connsiteX244" fmla="*/ 6024488 w 7467600"/>
              <a:gd name="connsiteY244" fmla="*/ 4809903 h 6858000"/>
              <a:gd name="connsiteX245" fmla="*/ 5599771 w 7467600"/>
              <a:gd name="connsiteY245" fmla="*/ 5509652 h 6858000"/>
              <a:gd name="connsiteX246" fmla="*/ 5548843 w 7467600"/>
              <a:gd name="connsiteY246" fmla="*/ 5563845 h 6858000"/>
              <a:gd name="connsiteX247" fmla="*/ 5940952 w 7467600"/>
              <a:gd name="connsiteY247" fmla="*/ 6250028 h 6858000"/>
              <a:gd name="connsiteX248" fmla="*/ 6043441 w 7467600"/>
              <a:gd name="connsiteY248" fmla="*/ 6665847 h 6858000"/>
              <a:gd name="connsiteX249" fmla="*/ 6093432 w 7467600"/>
              <a:gd name="connsiteY249" fmla="*/ 6858000 h 6858000"/>
              <a:gd name="connsiteX250" fmla="*/ 6034344 w 7467600"/>
              <a:gd name="connsiteY250" fmla="*/ 6858000 h 6858000"/>
              <a:gd name="connsiteX251" fmla="*/ 6026679 w 7467600"/>
              <a:gd name="connsiteY251" fmla="*/ 6836959 h 6858000"/>
              <a:gd name="connsiteX252" fmla="*/ 5800441 w 7467600"/>
              <a:gd name="connsiteY252" fmla="*/ 6335286 h 6858000"/>
              <a:gd name="connsiteX253" fmla="*/ 5526562 w 7467600"/>
              <a:gd name="connsiteY253" fmla="*/ 5705388 h 6858000"/>
              <a:gd name="connsiteX254" fmla="*/ 5519640 w 7467600"/>
              <a:gd name="connsiteY254" fmla="*/ 5683774 h 6858000"/>
              <a:gd name="connsiteX255" fmla="*/ 5844559 w 7467600"/>
              <a:gd name="connsiteY255" fmla="*/ 6553349 h 6858000"/>
              <a:gd name="connsiteX256" fmla="*/ 5975994 w 7467600"/>
              <a:gd name="connsiteY256" fmla="*/ 6858000 h 6858000"/>
              <a:gd name="connsiteX257" fmla="*/ 5898547 w 7467600"/>
              <a:gd name="connsiteY257" fmla="*/ 6858000 h 6858000"/>
              <a:gd name="connsiteX258" fmla="*/ 5682041 w 7467600"/>
              <a:gd name="connsiteY258" fmla="*/ 6355860 h 6858000"/>
              <a:gd name="connsiteX259" fmla="*/ 5461758 w 7467600"/>
              <a:gd name="connsiteY259" fmla="*/ 5820220 h 6858000"/>
              <a:gd name="connsiteX260" fmla="*/ 5237282 w 7467600"/>
              <a:gd name="connsiteY260" fmla="*/ 6579086 h 6858000"/>
              <a:gd name="connsiteX261" fmla="*/ 5115009 w 7467600"/>
              <a:gd name="connsiteY261" fmla="*/ 6858000 h 6858000"/>
              <a:gd name="connsiteX262" fmla="*/ 5028074 w 7467600"/>
              <a:gd name="connsiteY262" fmla="*/ 6858000 h 6858000"/>
              <a:gd name="connsiteX263" fmla="*/ 5079508 w 7467600"/>
              <a:gd name="connsiteY263" fmla="*/ 6749074 h 6858000"/>
              <a:gd name="connsiteX264" fmla="*/ 5371846 w 7467600"/>
              <a:gd name="connsiteY264" fmla="*/ 5924413 h 6858000"/>
              <a:gd name="connsiteX265" fmla="*/ 5270512 w 7467600"/>
              <a:gd name="connsiteY265" fmla="*/ 6138975 h 6858000"/>
              <a:gd name="connsiteX266" fmla="*/ 5062409 w 7467600"/>
              <a:gd name="connsiteY266" fmla="*/ 6653544 h 6858000"/>
              <a:gd name="connsiteX267" fmla="*/ 5036628 w 7467600"/>
              <a:gd name="connsiteY267" fmla="*/ 6754247 h 6858000"/>
              <a:gd name="connsiteX268" fmla="*/ 5009112 w 7467600"/>
              <a:gd name="connsiteY268" fmla="*/ 6858000 h 6858000"/>
              <a:gd name="connsiteX269" fmla="*/ 4976679 w 7467600"/>
              <a:gd name="connsiteY269" fmla="*/ 6858000 h 6858000"/>
              <a:gd name="connsiteX270" fmla="*/ 5006537 w 7467600"/>
              <a:gd name="connsiteY270" fmla="*/ 6747068 h 6858000"/>
              <a:gd name="connsiteX271" fmla="*/ 5032723 w 7467600"/>
              <a:gd name="connsiteY271" fmla="*/ 6644957 h 6858000"/>
              <a:gd name="connsiteX272" fmla="*/ 5242949 w 7467600"/>
              <a:gd name="connsiteY272" fmla="*/ 6125175 h 6858000"/>
              <a:gd name="connsiteX273" fmla="*/ 5286321 w 7467600"/>
              <a:gd name="connsiteY273" fmla="*/ 6033555 h 6858000"/>
              <a:gd name="connsiteX274" fmla="*/ 5008210 w 7467600"/>
              <a:gd name="connsiteY274" fmla="*/ 6649194 h 6858000"/>
              <a:gd name="connsiteX275" fmla="*/ 4986321 w 7467600"/>
              <a:gd name="connsiteY275" fmla="*/ 6765687 h 6858000"/>
              <a:gd name="connsiteX276" fmla="*/ 4973474 w 7467600"/>
              <a:gd name="connsiteY276" fmla="*/ 6858000 h 6858000"/>
              <a:gd name="connsiteX277" fmla="*/ 4907178 w 7467600"/>
              <a:gd name="connsiteY277" fmla="*/ 6858000 h 6858000"/>
              <a:gd name="connsiteX278" fmla="*/ 4910810 w 7467600"/>
              <a:gd name="connsiteY278" fmla="*/ 6829660 h 6858000"/>
              <a:gd name="connsiteX279" fmla="*/ 4987461 w 7467600"/>
              <a:gd name="connsiteY279" fmla="*/ 6432994 h 6858000"/>
              <a:gd name="connsiteX280" fmla="*/ 5179262 w 7467600"/>
              <a:gd name="connsiteY280" fmla="*/ 6035044 h 6858000"/>
              <a:gd name="connsiteX281" fmla="*/ 4689678 w 7467600"/>
              <a:gd name="connsiteY281" fmla="*/ 6440241 h 6858000"/>
              <a:gd name="connsiteX282" fmla="*/ 4477543 w 7467600"/>
              <a:gd name="connsiteY282" fmla="*/ 6674836 h 6858000"/>
              <a:gd name="connsiteX283" fmla="*/ 4329957 w 7467600"/>
              <a:gd name="connsiteY283" fmla="*/ 6858000 h 6858000"/>
              <a:gd name="connsiteX284" fmla="*/ 4218595 w 7467600"/>
              <a:gd name="connsiteY284" fmla="*/ 6858000 h 6858000"/>
              <a:gd name="connsiteX285" fmla="*/ 4368888 w 7467600"/>
              <a:gd name="connsiteY285" fmla="*/ 6668412 h 6858000"/>
              <a:gd name="connsiteX286" fmla="*/ 4563091 w 7467600"/>
              <a:gd name="connsiteY286" fmla="*/ 6442508 h 6858000"/>
              <a:gd name="connsiteX287" fmla="*/ 5387324 w 7467600"/>
              <a:gd name="connsiteY287" fmla="*/ 5705830 h 6858000"/>
              <a:gd name="connsiteX288" fmla="*/ 5073620 w 7467600"/>
              <a:gd name="connsiteY288" fmla="*/ 5955437 h 6858000"/>
              <a:gd name="connsiteX289" fmla="*/ 4689789 w 7467600"/>
              <a:gd name="connsiteY289" fmla="*/ 6268382 h 6858000"/>
              <a:gd name="connsiteX290" fmla="*/ 4418722 w 7467600"/>
              <a:gd name="connsiteY290" fmla="*/ 6570886 h 6858000"/>
              <a:gd name="connsiteX291" fmla="*/ 4214944 w 7467600"/>
              <a:gd name="connsiteY291" fmla="*/ 6858000 h 6858000"/>
              <a:gd name="connsiteX292" fmla="*/ 4177898 w 7467600"/>
              <a:gd name="connsiteY292" fmla="*/ 6858000 h 6858000"/>
              <a:gd name="connsiteX293" fmla="*/ 4391597 w 7467600"/>
              <a:gd name="connsiteY293" fmla="*/ 6556370 h 6858000"/>
              <a:gd name="connsiteX294" fmla="*/ 4668889 w 7467600"/>
              <a:gd name="connsiteY294" fmla="*/ 6246399 h 6858000"/>
              <a:gd name="connsiteX295" fmla="*/ 5055427 w 7467600"/>
              <a:gd name="connsiteY295" fmla="*/ 5931476 h 6858000"/>
              <a:gd name="connsiteX296" fmla="*/ 5371814 w 7467600"/>
              <a:gd name="connsiteY296" fmla="*/ 5678975 h 6858000"/>
              <a:gd name="connsiteX297" fmla="*/ 4987918 w 7467600"/>
              <a:gd name="connsiteY297" fmla="*/ 5838701 h 6858000"/>
              <a:gd name="connsiteX298" fmla="*/ 4317146 w 7467600"/>
              <a:gd name="connsiteY298" fmla="*/ 6587716 h 6858000"/>
              <a:gd name="connsiteX299" fmla="*/ 4171627 w 7467600"/>
              <a:gd name="connsiteY299" fmla="*/ 6858000 h 6858000"/>
              <a:gd name="connsiteX300" fmla="*/ 4081585 w 7467600"/>
              <a:gd name="connsiteY300" fmla="*/ 6858000 h 6858000"/>
              <a:gd name="connsiteX301" fmla="*/ 4238603 w 7467600"/>
              <a:gd name="connsiteY301" fmla="*/ 6559341 h 6858000"/>
              <a:gd name="connsiteX302" fmla="*/ 4778333 w 7467600"/>
              <a:gd name="connsiteY302" fmla="*/ 5873626 h 6858000"/>
              <a:gd name="connsiteX303" fmla="*/ 5414185 w 7467600"/>
              <a:gd name="connsiteY303" fmla="*/ 5573882 h 6858000"/>
              <a:gd name="connsiteX304" fmla="*/ 5959648 w 7467600"/>
              <a:gd name="connsiteY304" fmla="*/ 4760797 h 6858000"/>
              <a:gd name="connsiteX305" fmla="*/ 5355019 w 7467600"/>
              <a:gd name="connsiteY305" fmla="*/ 4734672 h 6858000"/>
              <a:gd name="connsiteX306" fmla="*/ 5083565 w 7467600"/>
              <a:gd name="connsiteY306" fmla="*/ 5179121 h 6858000"/>
              <a:gd name="connsiteX307" fmla="*/ 4713577 w 7467600"/>
              <a:gd name="connsiteY307" fmla="*/ 5616803 h 6858000"/>
              <a:gd name="connsiteX308" fmla="*/ 3989559 w 7467600"/>
              <a:gd name="connsiteY308" fmla="*/ 6145945 h 6858000"/>
              <a:gd name="connsiteX309" fmla="*/ 3939824 w 7467600"/>
              <a:gd name="connsiteY309" fmla="*/ 6066900 h 6858000"/>
              <a:gd name="connsiteX310" fmla="*/ 4584537 w 7467600"/>
              <a:gd name="connsiteY310" fmla="*/ 5324826 h 6858000"/>
              <a:gd name="connsiteX311" fmla="*/ 5037105 w 7467600"/>
              <a:gd name="connsiteY311" fmla="*/ 5088765 h 6858000"/>
              <a:gd name="connsiteX312" fmla="*/ 5039930 w 7467600"/>
              <a:gd name="connsiteY312" fmla="*/ 5089585 h 6858000"/>
              <a:gd name="connsiteX313" fmla="*/ 5263764 w 7467600"/>
              <a:gd name="connsiteY313" fmla="*/ 4735525 h 6858000"/>
              <a:gd name="connsiteX314" fmla="*/ 4086300 w 7467600"/>
              <a:gd name="connsiteY314" fmla="*/ 4884599 h 6858000"/>
              <a:gd name="connsiteX315" fmla="*/ 4085485 w 7467600"/>
              <a:gd name="connsiteY315" fmla="*/ 4899070 h 6858000"/>
              <a:gd name="connsiteX316" fmla="*/ 3871915 w 7467600"/>
              <a:gd name="connsiteY316" fmla="*/ 5253645 h 6858000"/>
              <a:gd name="connsiteX317" fmla="*/ 3799374 w 7467600"/>
              <a:gd name="connsiteY317" fmla="*/ 5466127 h 6858000"/>
              <a:gd name="connsiteX318" fmla="*/ 3498850 w 7467600"/>
              <a:gd name="connsiteY318" fmla="*/ 6661888 h 6858000"/>
              <a:gd name="connsiteX319" fmla="*/ 3399216 w 7467600"/>
              <a:gd name="connsiteY319" fmla="*/ 6858000 h 6858000"/>
              <a:gd name="connsiteX320" fmla="*/ 3303688 w 7467600"/>
              <a:gd name="connsiteY320" fmla="*/ 6858000 h 6858000"/>
              <a:gd name="connsiteX321" fmla="*/ 3391774 w 7467600"/>
              <a:gd name="connsiteY321" fmla="*/ 6697181 h 6858000"/>
              <a:gd name="connsiteX322" fmla="*/ 3735540 w 7467600"/>
              <a:gd name="connsiteY322" fmla="*/ 5546923 h 6858000"/>
              <a:gd name="connsiteX323" fmla="*/ 3729438 w 7467600"/>
              <a:gd name="connsiteY323" fmla="*/ 5569058 h 6858000"/>
              <a:gd name="connsiteX324" fmla="*/ 3707782 w 7467600"/>
              <a:gd name="connsiteY324" fmla="*/ 5644908 h 6858000"/>
              <a:gd name="connsiteX325" fmla="*/ 3583827 w 7467600"/>
              <a:gd name="connsiteY325" fmla="*/ 6039215 h 6858000"/>
              <a:gd name="connsiteX326" fmla="*/ 3547861 w 7467600"/>
              <a:gd name="connsiteY326" fmla="*/ 6129609 h 6858000"/>
              <a:gd name="connsiteX327" fmla="*/ 3490905 w 7467600"/>
              <a:gd name="connsiteY327" fmla="*/ 6277660 h 6858000"/>
              <a:gd name="connsiteX328" fmla="*/ 3455859 w 7467600"/>
              <a:gd name="connsiteY328" fmla="*/ 6391301 h 6858000"/>
              <a:gd name="connsiteX329" fmla="*/ 3429112 w 7467600"/>
              <a:gd name="connsiteY329" fmla="*/ 6479469 h 6858000"/>
              <a:gd name="connsiteX330" fmla="*/ 3304862 w 7467600"/>
              <a:gd name="connsiteY330" fmla="*/ 6796476 h 6858000"/>
              <a:gd name="connsiteX331" fmla="*/ 3276071 w 7467600"/>
              <a:gd name="connsiteY331" fmla="*/ 6858000 h 6858000"/>
              <a:gd name="connsiteX332" fmla="*/ 3240805 w 7467600"/>
              <a:gd name="connsiteY332" fmla="*/ 6858000 h 6858000"/>
              <a:gd name="connsiteX333" fmla="*/ 3275917 w 7467600"/>
              <a:gd name="connsiteY333" fmla="*/ 6783192 h 6858000"/>
              <a:gd name="connsiteX334" fmla="*/ 3399358 w 7467600"/>
              <a:gd name="connsiteY334" fmla="*/ 6469011 h 6858000"/>
              <a:gd name="connsiteX335" fmla="*/ 3425650 w 7467600"/>
              <a:gd name="connsiteY335" fmla="*/ 6381333 h 6858000"/>
              <a:gd name="connsiteX336" fmla="*/ 3460661 w 7467600"/>
              <a:gd name="connsiteY336" fmla="*/ 6266763 h 6858000"/>
              <a:gd name="connsiteX337" fmla="*/ 3518021 w 7467600"/>
              <a:gd name="connsiteY337" fmla="*/ 6117298 h 6858000"/>
              <a:gd name="connsiteX338" fmla="*/ 3554035 w 7467600"/>
              <a:gd name="connsiteY338" fmla="*/ 6027832 h 6858000"/>
              <a:gd name="connsiteX339" fmla="*/ 3677174 w 7467600"/>
              <a:gd name="connsiteY339" fmla="*/ 5636351 h 6858000"/>
              <a:gd name="connsiteX340" fmla="*/ 3698819 w 7467600"/>
              <a:gd name="connsiteY340" fmla="*/ 5560503 h 6858000"/>
              <a:gd name="connsiteX341" fmla="*/ 3702094 w 7467600"/>
              <a:gd name="connsiteY341" fmla="*/ 5549194 h 6858000"/>
              <a:gd name="connsiteX342" fmla="*/ 3398355 w 7467600"/>
              <a:gd name="connsiteY342" fmla="*/ 6094603 h 6858000"/>
              <a:gd name="connsiteX343" fmla="*/ 3193941 w 7467600"/>
              <a:gd name="connsiteY343" fmla="*/ 6798775 h 6858000"/>
              <a:gd name="connsiteX344" fmla="*/ 3184140 w 7467600"/>
              <a:gd name="connsiteY344" fmla="*/ 6858000 h 6858000"/>
              <a:gd name="connsiteX345" fmla="*/ 3099978 w 7467600"/>
              <a:gd name="connsiteY345" fmla="*/ 6858000 h 6858000"/>
              <a:gd name="connsiteX346" fmla="*/ 3101556 w 7467600"/>
              <a:gd name="connsiteY346" fmla="*/ 6843337 h 6858000"/>
              <a:gd name="connsiteX347" fmla="*/ 3370162 w 7467600"/>
              <a:gd name="connsiteY347" fmla="*/ 5785550 h 6858000"/>
              <a:gd name="connsiteX348" fmla="*/ 3746477 w 7467600"/>
              <a:gd name="connsiteY348" fmla="*/ 5377889 h 6858000"/>
              <a:gd name="connsiteX349" fmla="*/ 3863399 w 7467600"/>
              <a:gd name="connsiteY349" fmla="*/ 5087257 h 6858000"/>
              <a:gd name="connsiteX350" fmla="*/ 3968712 w 7467600"/>
              <a:gd name="connsiteY350" fmla="*/ 4913989 h 6858000"/>
              <a:gd name="connsiteX351" fmla="*/ 2792390 w 7467600"/>
              <a:gd name="connsiteY351" fmla="*/ 5382974 h 6858000"/>
              <a:gd name="connsiteX352" fmla="*/ 2714982 w 7467600"/>
              <a:gd name="connsiteY352" fmla="*/ 5427051 h 6858000"/>
              <a:gd name="connsiteX353" fmla="*/ 2813361 w 7467600"/>
              <a:gd name="connsiteY353" fmla="*/ 6023912 h 6858000"/>
              <a:gd name="connsiteX354" fmla="*/ 2688430 w 7467600"/>
              <a:gd name="connsiteY354" fmla="*/ 6801564 h 6858000"/>
              <a:gd name="connsiteX355" fmla="*/ 2629626 w 7467600"/>
              <a:gd name="connsiteY355" fmla="*/ 6763394 h 6858000"/>
              <a:gd name="connsiteX356" fmla="*/ 2565328 w 7467600"/>
              <a:gd name="connsiteY356" fmla="*/ 5516399 h 6858000"/>
              <a:gd name="connsiteX357" fmla="*/ 1922999 w 7467600"/>
              <a:gd name="connsiteY357" fmla="*/ 5980343 h 6858000"/>
              <a:gd name="connsiteX358" fmla="*/ 1950261 w 7467600"/>
              <a:gd name="connsiteY358" fmla="*/ 6405858 h 6858000"/>
              <a:gd name="connsiteX359" fmla="*/ 2365554 w 7467600"/>
              <a:gd name="connsiteY359" fmla="*/ 6759107 h 6858000"/>
              <a:gd name="connsiteX360" fmla="*/ 2424142 w 7467600"/>
              <a:gd name="connsiteY360" fmla="*/ 6858000 h 6858000"/>
              <a:gd name="connsiteX361" fmla="*/ 2395994 w 7467600"/>
              <a:gd name="connsiteY361" fmla="*/ 6858000 h 6858000"/>
              <a:gd name="connsiteX362" fmla="*/ 2392863 w 7467600"/>
              <a:gd name="connsiteY362" fmla="*/ 6852964 h 6858000"/>
              <a:gd name="connsiteX363" fmla="*/ 2017589 w 7467600"/>
              <a:gd name="connsiteY363" fmla="*/ 6493982 h 6858000"/>
              <a:gd name="connsiteX364" fmla="*/ 2147336 w 7467600"/>
              <a:gd name="connsiteY364" fmla="*/ 6594052 h 6858000"/>
              <a:gd name="connsiteX365" fmla="*/ 2207047 w 7467600"/>
              <a:gd name="connsiteY365" fmla="*/ 6654540 h 6858000"/>
              <a:gd name="connsiteX366" fmla="*/ 2299106 w 7467600"/>
              <a:gd name="connsiteY366" fmla="*/ 6778931 h 6858000"/>
              <a:gd name="connsiteX367" fmla="*/ 2314430 w 7467600"/>
              <a:gd name="connsiteY367" fmla="*/ 6801144 h 6858000"/>
              <a:gd name="connsiteX368" fmla="*/ 2352406 w 7467600"/>
              <a:gd name="connsiteY368" fmla="*/ 6858000 h 6858000"/>
              <a:gd name="connsiteX369" fmla="*/ 2314492 w 7467600"/>
              <a:gd name="connsiteY369" fmla="*/ 6858000 h 6858000"/>
              <a:gd name="connsiteX370" fmla="*/ 2288095 w 7467600"/>
              <a:gd name="connsiteY370" fmla="*/ 6818030 h 6858000"/>
              <a:gd name="connsiteX371" fmla="*/ 2272768 w 7467600"/>
              <a:gd name="connsiteY371" fmla="*/ 6795822 h 6858000"/>
              <a:gd name="connsiteX372" fmla="*/ 2182715 w 7467600"/>
              <a:gd name="connsiteY372" fmla="*/ 6675071 h 6858000"/>
              <a:gd name="connsiteX373" fmla="*/ 2032061 w 7467600"/>
              <a:gd name="connsiteY373" fmla="*/ 6541380 h 6858000"/>
              <a:gd name="connsiteX374" fmla="*/ 2257220 w 7467600"/>
              <a:gd name="connsiteY374" fmla="*/ 6826257 h 6858000"/>
              <a:gd name="connsiteX375" fmla="*/ 2281324 w 7467600"/>
              <a:gd name="connsiteY375" fmla="*/ 6858000 h 6858000"/>
              <a:gd name="connsiteX376" fmla="*/ 2242860 w 7467600"/>
              <a:gd name="connsiteY376" fmla="*/ 6858000 h 6858000"/>
              <a:gd name="connsiteX377" fmla="*/ 2232818 w 7467600"/>
              <a:gd name="connsiteY377" fmla="*/ 6844926 h 6858000"/>
              <a:gd name="connsiteX378" fmla="*/ 1990172 w 7467600"/>
              <a:gd name="connsiteY378" fmla="*/ 6542121 h 6858000"/>
              <a:gd name="connsiteX379" fmla="*/ 2124090 w 7467600"/>
              <a:gd name="connsiteY379" fmla="*/ 6761017 h 6858000"/>
              <a:gd name="connsiteX380" fmla="*/ 2200380 w 7467600"/>
              <a:gd name="connsiteY380" fmla="*/ 6858000 h 6858000"/>
              <a:gd name="connsiteX381" fmla="*/ 2147507 w 7467600"/>
              <a:gd name="connsiteY381" fmla="*/ 6858000 h 6858000"/>
              <a:gd name="connsiteX382" fmla="*/ 2070668 w 7467600"/>
              <a:gd name="connsiteY382" fmla="*/ 6761520 h 6858000"/>
              <a:gd name="connsiteX383" fmla="*/ 1975142 w 7467600"/>
              <a:gd name="connsiteY383" fmla="*/ 6585570 h 6858000"/>
              <a:gd name="connsiteX384" fmla="*/ 2050035 w 7467600"/>
              <a:gd name="connsiteY384" fmla="*/ 6813345 h 6858000"/>
              <a:gd name="connsiteX385" fmla="*/ 2063025 w 7467600"/>
              <a:gd name="connsiteY385" fmla="*/ 6858000 h 6858000"/>
              <a:gd name="connsiteX386" fmla="*/ 2021675 w 7467600"/>
              <a:gd name="connsiteY386" fmla="*/ 6858000 h 6858000"/>
              <a:gd name="connsiteX387" fmla="*/ 2019308 w 7467600"/>
              <a:gd name="connsiteY387" fmla="*/ 6847118 h 6858000"/>
              <a:gd name="connsiteX388" fmla="*/ 1938835 w 7467600"/>
              <a:gd name="connsiteY388" fmla="*/ 6551160 h 6858000"/>
              <a:gd name="connsiteX389" fmla="*/ 1953230 w 7467600"/>
              <a:gd name="connsiteY389" fmla="*/ 6759699 h 6858000"/>
              <a:gd name="connsiteX390" fmla="*/ 1956763 w 7467600"/>
              <a:gd name="connsiteY390" fmla="*/ 6778191 h 6858000"/>
              <a:gd name="connsiteX391" fmla="*/ 1967925 w 7467600"/>
              <a:gd name="connsiteY391" fmla="*/ 6858000 h 6858000"/>
              <a:gd name="connsiteX392" fmla="*/ 1936622 w 7467600"/>
              <a:gd name="connsiteY392" fmla="*/ 6858000 h 6858000"/>
              <a:gd name="connsiteX393" fmla="*/ 1926261 w 7467600"/>
              <a:gd name="connsiteY393" fmla="*/ 6784064 h 6858000"/>
              <a:gd name="connsiteX394" fmla="*/ 1922724 w 7467600"/>
              <a:gd name="connsiteY394" fmla="*/ 6765577 h 6858000"/>
              <a:gd name="connsiteX395" fmla="*/ 1904650 w 7467600"/>
              <a:gd name="connsiteY395" fmla="*/ 6639616 h 6858000"/>
              <a:gd name="connsiteX396" fmla="*/ 1885273 w 7467600"/>
              <a:gd name="connsiteY396" fmla="*/ 6858000 h 6858000"/>
              <a:gd name="connsiteX397" fmla="*/ 1854363 w 7467600"/>
              <a:gd name="connsiteY397" fmla="*/ 6858000 h 6858000"/>
              <a:gd name="connsiteX398" fmla="*/ 1880391 w 7467600"/>
              <a:gd name="connsiteY398" fmla="*/ 6603796 h 6858000"/>
              <a:gd name="connsiteX399" fmla="*/ 1818273 w 7467600"/>
              <a:gd name="connsiteY399" fmla="*/ 6715729 h 6858000"/>
              <a:gd name="connsiteX400" fmla="*/ 1794691 w 7467600"/>
              <a:gd name="connsiteY400" fmla="*/ 6843239 h 6858000"/>
              <a:gd name="connsiteX401" fmla="*/ 1794914 w 7467600"/>
              <a:gd name="connsiteY401" fmla="*/ 6858000 h 6858000"/>
              <a:gd name="connsiteX402" fmla="*/ 1746128 w 7467600"/>
              <a:gd name="connsiteY402" fmla="*/ 6858000 h 6858000"/>
              <a:gd name="connsiteX403" fmla="*/ 1753934 w 7467600"/>
              <a:gd name="connsiteY403" fmla="*/ 6724796 h 6858000"/>
              <a:gd name="connsiteX404" fmla="*/ 1792053 w 7467600"/>
              <a:gd name="connsiteY404" fmla="*/ 6572396 h 6858000"/>
              <a:gd name="connsiteX405" fmla="*/ 1862248 w 7467600"/>
              <a:gd name="connsiteY405" fmla="*/ 6266397 h 6858000"/>
              <a:gd name="connsiteX406" fmla="*/ 1862250 w 7467600"/>
              <a:gd name="connsiteY406" fmla="*/ 6033531 h 6858000"/>
              <a:gd name="connsiteX407" fmla="*/ 1211999 w 7467600"/>
              <a:gd name="connsiteY407" fmla="*/ 6683610 h 6858000"/>
              <a:gd name="connsiteX408" fmla="*/ 1213266 w 7467600"/>
              <a:gd name="connsiteY408" fmla="*/ 6691947 h 6858000"/>
              <a:gd name="connsiteX409" fmla="*/ 1203370 w 7467600"/>
              <a:gd name="connsiteY409" fmla="*/ 6850676 h 6858000"/>
              <a:gd name="connsiteX410" fmla="*/ 1203671 w 7467600"/>
              <a:gd name="connsiteY410" fmla="*/ 6858000 h 6858000"/>
              <a:gd name="connsiteX411" fmla="*/ 1143180 w 7467600"/>
              <a:gd name="connsiteY411" fmla="*/ 6858000 h 6858000"/>
              <a:gd name="connsiteX412" fmla="*/ 1142176 w 7467600"/>
              <a:gd name="connsiteY412" fmla="*/ 6766045 h 6858000"/>
              <a:gd name="connsiteX413" fmla="*/ 1067484 w 7467600"/>
              <a:gd name="connsiteY413" fmla="*/ 6858000 h 6858000"/>
              <a:gd name="connsiteX414" fmla="*/ 953928 w 7467600"/>
              <a:gd name="connsiteY414" fmla="*/ 6858000 h 6858000"/>
              <a:gd name="connsiteX415" fmla="*/ 959715 w 7467600"/>
              <a:gd name="connsiteY415" fmla="*/ 6850185 h 6858000"/>
              <a:gd name="connsiteX416" fmla="*/ 1483788 w 7467600"/>
              <a:gd name="connsiteY416" fmla="*/ 6259174 h 6858000"/>
              <a:gd name="connsiteX417" fmla="*/ 1100671 w 7467600"/>
              <a:gd name="connsiteY417" fmla="*/ 6252137 h 6858000"/>
              <a:gd name="connsiteX418" fmla="*/ 1090144 w 7467600"/>
              <a:gd name="connsiteY418" fmla="*/ 6256748 h 6858000"/>
              <a:gd name="connsiteX419" fmla="*/ 1095872 w 7467600"/>
              <a:gd name="connsiteY419" fmla="*/ 6271892 h 6858000"/>
              <a:gd name="connsiteX420" fmla="*/ 262785 w 7467600"/>
              <a:gd name="connsiteY420" fmla="*/ 6845450 h 6858000"/>
              <a:gd name="connsiteX421" fmla="*/ 209968 w 7467600"/>
              <a:gd name="connsiteY421" fmla="*/ 6770713 h 6858000"/>
              <a:gd name="connsiteX422" fmla="*/ 873460 w 7467600"/>
              <a:gd name="connsiteY422" fmla="*/ 6253768 h 6858000"/>
              <a:gd name="connsiteX423" fmla="*/ 192686 w 7467600"/>
              <a:gd name="connsiteY423" fmla="*/ 5849257 h 6858000"/>
              <a:gd name="connsiteX424" fmla="*/ 4696 w 7467600"/>
              <a:gd name="connsiteY424" fmla="*/ 5697668 h 6858000"/>
              <a:gd name="connsiteX425" fmla="*/ 0 w 7467600"/>
              <a:gd name="connsiteY425" fmla="*/ 5689984 h 6858000"/>
              <a:gd name="connsiteX426" fmla="*/ 0 w 7467600"/>
              <a:gd name="connsiteY426" fmla="*/ 5513472 h 6858000"/>
              <a:gd name="connsiteX427" fmla="*/ 174101 w 7467600"/>
              <a:gd name="connsiteY427" fmla="*/ 5620277 h 6858000"/>
              <a:gd name="connsiteX428" fmla="*/ 891800 w 7467600"/>
              <a:gd name="connsiteY428" fmla="*/ 6036935 h 6858000"/>
              <a:gd name="connsiteX429" fmla="*/ 1072219 w 7467600"/>
              <a:gd name="connsiteY429" fmla="*/ 6169443 h 6858000"/>
              <a:gd name="connsiteX430" fmla="*/ 1074117 w 7467600"/>
              <a:gd name="connsiteY430" fmla="*/ 6170301 h 6858000"/>
              <a:gd name="connsiteX431" fmla="*/ 1083114 w 7467600"/>
              <a:gd name="connsiteY431" fmla="*/ 6174131 h 6858000"/>
              <a:gd name="connsiteX432" fmla="*/ 1543010 w 7467600"/>
              <a:gd name="connsiteY432" fmla="*/ 6191140 h 6858000"/>
              <a:gd name="connsiteX433" fmla="*/ 1551080 w 7467600"/>
              <a:gd name="connsiteY433" fmla="*/ 6195006 h 6858000"/>
              <a:gd name="connsiteX434" fmla="*/ 2345443 w 7467600"/>
              <a:gd name="connsiteY434" fmla="*/ 5549882 h 6858000"/>
              <a:gd name="connsiteX435" fmla="*/ 1721499 w 7467600"/>
              <a:gd name="connsiteY435" fmla="*/ 5599969 h 6858000"/>
              <a:gd name="connsiteX436" fmla="*/ 767716 w 7467600"/>
              <a:gd name="connsiteY436" fmla="*/ 5472768 h 6858000"/>
              <a:gd name="connsiteX437" fmla="*/ 722147 w 7467600"/>
              <a:gd name="connsiteY437" fmla="*/ 5393091 h 6858000"/>
              <a:gd name="connsiteX438" fmla="*/ 1485552 w 7467600"/>
              <a:gd name="connsiteY438" fmla="*/ 5313202 h 6858000"/>
              <a:gd name="connsiteX439" fmla="*/ 2143004 w 7467600"/>
              <a:gd name="connsiteY439" fmla="*/ 5402420 h 6858000"/>
              <a:gd name="connsiteX440" fmla="*/ 1933391 w 7467600"/>
              <a:gd name="connsiteY440" fmla="*/ 5156971 h 6858000"/>
              <a:gd name="connsiteX441" fmla="*/ 1827118 w 7467600"/>
              <a:gd name="connsiteY441" fmla="*/ 4968410 h 6858000"/>
              <a:gd name="connsiteX442" fmla="*/ 1837349 w 7467600"/>
              <a:gd name="connsiteY442" fmla="*/ 4956357 h 6858000"/>
              <a:gd name="connsiteX443" fmla="*/ 2162835 w 7467600"/>
              <a:gd name="connsiteY443" fmla="*/ 5187853 h 6858000"/>
              <a:gd name="connsiteX444" fmla="*/ 2257167 w 7467600"/>
              <a:gd name="connsiteY444" fmla="*/ 5462123 h 6858000"/>
              <a:gd name="connsiteX445" fmla="*/ 2261598 w 7467600"/>
              <a:gd name="connsiteY445" fmla="*/ 5467998 h 6858000"/>
              <a:gd name="connsiteX446" fmla="*/ 2437177 w 7467600"/>
              <a:gd name="connsiteY446" fmla="*/ 5479608 h 6858000"/>
              <a:gd name="connsiteX447" fmla="*/ 2445247 w 7467600"/>
              <a:gd name="connsiteY447" fmla="*/ 5483476 h 6858000"/>
              <a:gd name="connsiteX448" fmla="*/ 2743626 w 7467600"/>
              <a:gd name="connsiteY448" fmla="*/ 5304819 h 6858000"/>
              <a:gd name="connsiteX449" fmla="*/ 3048102 w 7467600"/>
              <a:gd name="connsiteY449" fmla="*/ 5150595 h 6858000"/>
              <a:gd name="connsiteX450" fmla="*/ 1799414 w 7467600"/>
              <a:gd name="connsiteY450" fmla="*/ 4694732 h 6858000"/>
              <a:gd name="connsiteX451" fmla="*/ 1771735 w 7467600"/>
              <a:gd name="connsiteY451" fmla="*/ 4619929 h 6858000"/>
              <a:gd name="connsiteX452" fmla="*/ 3104273 w 7467600"/>
              <a:gd name="connsiteY452" fmla="*/ 5076159 h 6858000"/>
              <a:gd name="connsiteX453" fmla="*/ 3113245 w 7467600"/>
              <a:gd name="connsiteY453" fmla="*/ 5090705 h 6858000"/>
              <a:gd name="connsiteX454" fmla="*/ 3126294 w 7467600"/>
              <a:gd name="connsiteY454" fmla="*/ 5114400 h 6858000"/>
              <a:gd name="connsiteX455" fmla="*/ 3937433 w 7467600"/>
              <a:gd name="connsiteY455" fmla="*/ 4830473 h 6858000"/>
              <a:gd name="connsiteX456" fmla="*/ 3590475 w 7467600"/>
              <a:gd name="connsiteY456" fmla="*/ 4597974 h 6858000"/>
              <a:gd name="connsiteX457" fmla="*/ 3100264 w 7467600"/>
              <a:gd name="connsiteY457" fmla="*/ 4579845 h 6858000"/>
              <a:gd name="connsiteX458" fmla="*/ 2183576 w 7467600"/>
              <a:gd name="connsiteY458" fmla="*/ 4227150 h 6858000"/>
              <a:gd name="connsiteX459" fmla="*/ 2151029 w 7467600"/>
              <a:gd name="connsiteY459" fmla="*/ 4146947 h 6858000"/>
              <a:gd name="connsiteX460" fmla="*/ 3563434 w 7467600"/>
              <a:gd name="connsiteY460" fmla="*/ 4469115 h 6858000"/>
              <a:gd name="connsiteX461" fmla="*/ 3177952 w 7467600"/>
              <a:gd name="connsiteY461" fmla="*/ 3657386 h 6858000"/>
              <a:gd name="connsiteX462" fmla="*/ 3189263 w 7467600"/>
              <a:gd name="connsiteY462" fmla="*/ 3625726 h 6858000"/>
              <a:gd name="connsiteX463" fmla="*/ 3560912 w 7467600"/>
              <a:gd name="connsiteY463" fmla="*/ 4079863 h 6858000"/>
              <a:gd name="connsiteX464" fmla="*/ 3626636 w 7467600"/>
              <a:gd name="connsiteY464" fmla="*/ 4512230 h 6858000"/>
              <a:gd name="connsiteX465" fmla="*/ 3653088 w 7467600"/>
              <a:gd name="connsiteY465" fmla="*/ 4521417 h 6858000"/>
              <a:gd name="connsiteX466" fmla="*/ 3988128 w 7467600"/>
              <a:gd name="connsiteY466" fmla="*/ 4817267 h 6858000"/>
              <a:gd name="connsiteX467" fmla="*/ 4830582 w 7467600"/>
              <a:gd name="connsiteY467" fmla="*/ 4676000 h 6858000"/>
              <a:gd name="connsiteX468" fmla="*/ 4830100 w 7467600"/>
              <a:gd name="connsiteY468" fmla="*/ 4675554 h 6858000"/>
              <a:gd name="connsiteX469" fmla="*/ 4036318 w 7467600"/>
              <a:gd name="connsiteY469" fmla="*/ 4147013 h 6858000"/>
              <a:gd name="connsiteX470" fmla="*/ 3432098 w 7467600"/>
              <a:gd name="connsiteY470" fmla="*/ 3537312 h 6858000"/>
              <a:gd name="connsiteX471" fmla="*/ 3446761 w 7467600"/>
              <a:gd name="connsiteY471" fmla="*/ 3461278 h 6858000"/>
              <a:gd name="connsiteX472" fmla="*/ 4419733 w 7467600"/>
              <a:gd name="connsiteY472" fmla="*/ 3963555 h 6858000"/>
              <a:gd name="connsiteX473" fmla="*/ 4781371 w 7467600"/>
              <a:gd name="connsiteY473" fmla="*/ 4458604 h 6858000"/>
              <a:gd name="connsiteX474" fmla="*/ 4780440 w 7467600"/>
              <a:gd name="connsiteY474" fmla="*/ 4470290 h 6858000"/>
              <a:gd name="connsiteX475" fmla="*/ 4898954 w 7467600"/>
              <a:gd name="connsiteY475" fmla="*/ 4662092 h 6858000"/>
              <a:gd name="connsiteX476" fmla="*/ 4900699 w 7467600"/>
              <a:gd name="connsiteY476" fmla="*/ 4670867 h 6858000"/>
              <a:gd name="connsiteX477" fmla="*/ 5714511 w 7467600"/>
              <a:gd name="connsiteY477" fmla="*/ 4663483 h 6858000"/>
              <a:gd name="connsiteX478" fmla="*/ 5464793 w 7467600"/>
              <a:gd name="connsiteY478" fmla="*/ 4393556 h 6858000"/>
              <a:gd name="connsiteX479" fmla="*/ 5461897 w 7467600"/>
              <a:gd name="connsiteY479" fmla="*/ 4390879 h 6858000"/>
              <a:gd name="connsiteX480" fmla="*/ 4294126 w 7467600"/>
              <a:gd name="connsiteY480" fmla="*/ 3303048 h 6858000"/>
              <a:gd name="connsiteX481" fmla="*/ 4305321 w 7467600"/>
              <a:gd name="connsiteY481" fmla="*/ 3256953 h 6858000"/>
              <a:gd name="connsiteX482" fmla="*/ 4949299 w 7467600"/>
              <a:gd name="connsiteY482" fmla="*/ 3766336 h 6858000"/>
              <a:gd name="connsiteX483" fmla="*/ 5291452 w 7467600"/>
              <a:gd name="connsiteY483" fmla="*/ 4076801 h 6858000"/>
              <a:gd name="connsiteX484" fmla="*/ 5434998 w 7467600"/>
              <a:gd name="connsiteY484" fmla="*/ 4254100 h 6858000"/>
              <a:gd name="connsiteX485" fmla="*/ 5351015 w 7467600"/>
              <a:gd name="connsiteY485" fmla="*/ 3760989 h 6858000"/>
              <a:gd name="connsiteX486" fmla="*/ 5413780 w 7467600"/>
              <a:gd name="connsiteY486" fmla="*/ 2966265 h 6858000"/>
              <a:gd name="connsiteX487" fmla="*/ 5425627 w 7467600"/>
              <a:gd name="connsiteY487" fmla="*/ 2954192 h 6858000"/>
              <a:gd name="connsiteX488" fmla="*/ 6604735 w 7467600"/>
              <a:gd name="connsiteY488" fmla="*/ 2041381 h 6858000"/>
              <a:gd name="connsiteX489" fmla="*/ 7204487 w 7467600"/>
              <a:gd name="connsiteY489" fmla="*/ 2742112 h 6858000"/>
              <a:gd name="connsiteX490" fmla="*/ 7131592 w 7467600"/>
              <a:gd name="connsiteY490" fmla="*/ 2672096 h 6858000"/>
              <a:gd name="connsiteX491" fmla="*/ 6996344 w 7467600"/>
              <a:gd name="connsiteY491" fmla="*/ 2518310 h 6858000"/>
              <a:gd name="connsiteX492" fmla="*/ 6735495 w 7467600"/>
              <a:gd name="connsiteY492" fmla="*/ 2196890 h 6858000"/>
              <a:gd name="connsiteX493" fmla="*/ 6721901 w 7467600"/>
              <a:gd name="connsiteY493" fmla="*/ 2179274 h 6858000"/>
              <a:gd name="connsiteX494" fmla="*/ 6604735 w 7467600"/>
              <a:gd name="connsiteY494" fmla="*/ 2041381 h 6858000"/>
              <a:gd name="connsiteX495" fmla="*/ 6591670 w 7467600"/>
              <a:gd name="connsiteY495" fmla="*/ 1988277 h 6858000"/>
              <a:gd name="connsiteX496" fmla="*/ 6747349 w 7467600"/>
              <a:gd name="connsiteY496" fmla="*/ 2160069 h 6858000"/>
              <a:gd name="connsiteX497" fmla="*/ 6760943 w 7467600"/>
              <a:gd name="connsiteY497" fmla="*/ 2177686 h 6858000"/>
              <a:gd name="connsiteX498" fmla="*/ 7021065 w 7467600"/>
              <a:gd name="connsiteY498" fmla="*/ 2498102 h 6858000"/>
              <a:gd name="connsiteX499" fmla="*/ 7155223 w 7467600"/>
              <a:gd name="connsiteY499" fmla="*/ 2650386 h 6858000"/>
              <a:gd name="connsiteX500" fmla="*/ 7203167 w 7467600"/>
              <a:gd name="connsiteY500" fmla="*/ 2697288 h 6858000"/>
              <a:gd name="connsiteX501" fmla="*/ 6937703 w 7467600"/>
              <a:gd name="connsiteY501" fmla="*/ 2321981 h 6858000"/>
              <a:gd name="connsiteX502" fmla="*/ 6591670 w 7467600"/>
              <a:gd name="connsiteY502" fmla="*/ 1988277 h 6858000"/>
              <a:gd name="connsiteX503" fmla="*/ 5798671 w 7467600"/>
              <a:gd name="connsiteY503" fmla="*/ 1981601 h 6858000"/>
              <a:gd name="connsiteX504" fmla="*/ 5754709 w 7467600"/>
              <a:gd name="connsiteY504" fmla="*/ 2071454 h 6858000"/>
              <a:gd name="connsiteX505" fmla="*/ 5763044 w 7467600"/>
              <a:gd name="connsiteY505" fmla="*/ 2842206 h 6858000"/>
              <a:gd name="connsiteX506" fmla="*/ 5764974 w 7467600"/>
              <a:gd name="connsiteY506" fmla="*/ 2799609 h 6858000"/>
              <a:gd name="connsiteX507" fmla="*/ 5767665 w 7467600"/>
              <a:gd name="connsiteY507" fmla="*/ 2666409 h 6858000"/>
              <a:gd name="connsiteX508" fmla="*/ 5763055 w 7467600"/>
              <a:gd name="connsiteY508" fmla="*/ 2579705 h 6858000"/>
              <a:gd name="connsiteX509" fmla="*/ 5758079 w 7467600"/>
              <a:gd name="connsiteY509" fmla="*/ 2492508 h 6858000"/>
              <a:gd name="connsiteX510" fmla="*/ 5779325 w 7467600"/>
              <a:gd name="connsiteY510" fmla="*/ 2197069 h 6858000"/>
              <a:gd name="connsiteX511" fmla="*/ 5798671 w 7467600"/>
              <a:gd name="connsiteY511" fmla="*/ 1981601 h 6858000"/>
              <a:gd name="connsiteX512" fmla="*/ 5829202 w 7467600"/>
              <a:gd name="connsiteY512" fmla="*/ 1971679 h 6858000"/>
              <a:gd name="connsiteX513" fmla="*/ 5809558 w 7467600"/>
              <a:gd name="connsiteY513" fmla="*/ 2198043 h 6858000"/>
              <a:gd name="connsiteX514" fmla="*/ 5788653 w 7467600"/>
              <a:gd name="connsiteY514" fmla="*/ 2489430 h 6858000"/>
              <a:gd name="connsiteX515" fmla="*/ 5793439 w 7467600"/>
              <a:gd name="connsiteY515" fmla="*/ 2575235 h 6858000"/>
              <a:gd name="connsiteX516" fmla="*/ 5796837 w 7467600"/>
              <a:gd name="connsiteY516" fmla="*/ 2637633 h 6858000"/>
              <a:gd name="connsiteX517" fmla="*/ 5818614 w 7467600"/>
              <a:gd name="connsiteY517" fmla="*/ 2473055 h 6858000"/>
              <a:gd name="connsiteX518" fmla="*/ 5829202 w 7467600"/>
              <a:gd name="connsiteY518" fmla="*/ 1971679 h 6858000"/>
              <a:gd name="connsiteX519" fmla="*/ 5911389 w 7467600"/>
              <a:gd name="connsiteY519" fmla="*/ 1898371 h 6858000"/>
              <a:gd name="connsiteX520" fmla="*/ 6237627 w 7467600"/>
              <a:gd name="connsiteY520" fmla="*/ 2231921 h 6858000"/>
              <a:gd name="connsiteX521" fmla="*/ 5911389 w 7467600"/>
              <a:gd name="connsiteY521" fmla="*/ 1898371 h 6858000"/>
              <a:gd name="connsiteX522" fmla="*/ 6944437 w 7467600"/>
              <a:gd name="connsiteY522" fmla="*/ 1575402 h 6858000"/>
              <a:gd name="connsiteX523" fmla="*/ 6304730 w 7467600"/>
              <a:gd name="connsiteY523" fmla="*/ 1766654 h 6858000"/>
              <a:gd name="connsiteX524" fmla="*/ 6944437 w 7467600"/>
              <a:gd name="connsiteY524" fmla="*/ 1575402 h 6858000"/>
              <a:gd name="connsiteX525" fmla="*/ 7019523 w 7467600"/>
              <a:gd name="connsiteY525" fmla="*/ 1519450 h 6858000"/>
              <a:gd name="connsiteX526" fmla="*/ 6298091 w 7467600"/>
              <a:gd name="connsiteY526" fmla="*/ 1737122 h 6858000"/>
              <a:gd name="connsiteX527" fmla="*/ 7019523 w 7467600"/>
              <a:gd name="connsiteY527" fmla="*/ 1519450 h 6858000"/>
              <a:gd name="connsiteX528" fmla="*/ 2399523 w 7467600"/>
              <a:gd name="connsiteY528" fmla="*/ 1428234 h 6858000"/>
              <a:gd name="connsiteX529" fmla="*/ 2224982 w 7467600"/>
              <a:gd name="connsiteY529" fmla="*/ 1826201 h 6858000"/>
              <a:gd name="connsiteX530" fmla="*/ 2096099 w 7467600"/>
              <a:gd name="connsiteY530" fmla="*/ 2345900 h 6858000"/>
              <a:gd name="connsiteX531" fmla="*/ 2283317 w 7467600"/>
              <a:gd name="connsiteY531" fmla="*/ 1796925 h 6858000"/>
              <a:gd name="connsiteX532" fmla="*/ 2399523 w 7467600"/>
              <a:gd name="connsiteY532" fmla="*/ 1428234 h 6858000"/>
              <a:gd name="connsiteX533" fmla="*/ 2448558 w 7467600"/>
              <a:gd name="connsiteY533" fmla="*/ 1373435 h 6858000"/>
              <a:gd name="connsiteX534" fmla="*/ 2312521 w 7467600"/>
              <a:gd name="connsiteY534" fmla="*/ 1806140 h 6858000"/>
              <a:gd name="connsiteX535" fmla="*/ 2127533 w 7467600"/>
              <a:gd name="connsiteY535" fmla="*/ 2348380 h 6858000"/>
              <a:gd name="connsiteX536" fmla="*/ 2358080 w 7467600"/>
              <a:gd name="connsiteY536" fmla="*/ 1866134 h 6858000"/>
              <a:gd name="connsiteX537" fmla="*/ 2407436 w 7467600"/>
              <a:gd name="connsiteY537" fmla="*/ 1651070 h 6858000"/>
              <a:gd name="connsiteX538" fmla="*/ 2448558 w 7467600"/>
              <a:gd name="connsiteY538" fmla="*/ 1373435 h 6858000"/>
              <a:gd name="connsiteX539" fmla="*/ 278707 w 7467600"/>
              <a:gd name="connsiteY539" fmla="*/ 1352270 h 6858000"/>
              <a:gd name="connsiteX540" fmla="*/ 321570 w 7467600"/>
              <a:gd name="connsiteY540" fmla="*/ 1861610 h 6858000"/>
              <a:gd name="connsiteX541" fmla="*/ 294281 w 7467600"/>
              <a:gd name="connsiteY541" fmla="*/ 1440658 h 6858000"/>
              <a:gd name="connsiteX542" fmla="*/ 278707 w 7467600"/>
              <a:gd name="connsiteY542" fmla="*/ 1352270 h 6858000"/>
              <a:gd name="connsiteX543" fmla="*/ 1423821 w 7467600"/>
              <a:gd name="connsiteY543" fmla="*/ 1351958 h 6858000"/>
              <a:gd name="connsiteX544" fmla="*/ 1638521 w 7467600"/>
              <a:gd name="connsiteY544" fmla="*/ 1908470 h 6858000"/>
              <a:gd name="connsiteX545" fmla="*/ 1754199 w 7467600"/>
              <a:gd name="connsiteY545" fmla="*/ 2149284 h 6858000"/>
              <a:gd name="connsiteX546" fmla="*/ 1908359 w 7467600"/>
              <a:gd name="connsiteY546" fmla="*/ 2364988 h 6858000"/>
              <a:gd name="connsiteX547" fmla="*/ 1647661 w 7467600"/>
              <a:gd name="connsiteY547" fmla="*/ 1825945 h 6858000"/>
              <a:gd name="connsiteX548" fmla="*/ 1423821 w 7467600"/>
              <a:gd name="connsiteY548" fmla="*/ 1351958 h 6858000"/>
              <a:gd name="connsiteX549" fmla="*/ 1431890 w 7467600"/>
              <a:gd name="connsiteY549" fmla="*/ 1306475 h 6858000"/>
              <a:gd name="connsiteX550" fmla="*/ 1507597 w 7467600"/>
              <a:gd name="connsiteY550" fmla="*/ 1446132 h 6858000"/>
              <a:gd name="connsiteX551" fmla="*/ 1674586 w 7467600"/>
              <a:gd name="connsiteY551" fmla="*/ 1813832 h 6858000"/>
              <a:gd name="connsiteX552" fmla="*/ 1815950 w 7467600"/>
              <a:gd name="connsiteY552" fmla="*/ 2128564 h 6858000"/>
              <a:gd name="connsiteX553" fmla="*/ 1984242 w 7467600"/>
              <a:gd name="connsiteY553" fmla="*/ 2430829 h 6858000"/>
              <a:gd name="connsiteX554" fmla="*/ 2014023 w 7467600"/>
              <a:gd name="connsiteY554" fmla="*/ 2450995 h 6858000"/>
              <a:gd name="connsiteX555" fmla="*/ 1747337 w 7467600"/>
              <a:gd name="connsiteY555" fmla="*/ 1855264 h 6858000"/>
              <a:gd name="connsiteX556" fmla="*/ 1533749 w 7467600"/>
              <a:gd name="connsiteY556" fmla="*/ 1478656 h 6858000"/>
              <a:gd name="connsiteX557" fmla="*/ 1431890 w 7467600"/>
              <a:gd name="connsiteY557" fmla="*/ 1306475 h 6858000"/>
              <a:gd name="connsiteX558" fmla="*/ 5052692 w 7467600"/>
              <a:gd name="connsiteY558" fmla="*/ 1292994 h 6858000"/>
              <a:gd name="connsiteX559" fmla="*/ 5200661 w 7467600"/>
              <a:gd name="connsiteY559" fmla="*/ 1635186 h 6858000"/>
              <a:gd name="connsiteX560" fmla="*/ 5297138 w 7467600"/>
              <a:gd name="connsiteY560" fmla="*/ 1906351 h 6858000"/>
              <a:gd name="connsiteX561" fmla="*/ 5052692 w 7467600"/>
              <a:gd name="connsiteY561" fmla="*/ 1292994 h 6858000"/>
              <a:gd name="connsiteX562" fmla="*/ 5009948 w 7467600"/>
              <a:gd name="connsiteY562" fmla="*/ 1273619 h 6858000"/>
              <a:gd name="connsiteX563" fmla="*/ 5121777 w 7467600"/>
              <a:gd name="connsiteY563" fmla="*/ 1654213 h 6858000"/>
              <a:gd name="connsiteX564" fmla="*/ 5293545 w 7467600"/>
              <a:gd name="connsiteY564" fmla="*/ 2072247 h 6858000"/>
              <a:gd name="connsiteX565" fmla="*/ 5294042 w 7467600"/>
              <a:gd name="connsiteY565" fmla="*/ 2065019 h 6858000"/>
              <a:gd name="connsiteX566" fmla="*/ 5171936 w 7467600"/>
              <a:gd name="connsiteY566" fmla="*/ 1647613 h 6858000"/>
              <a:gd name="connsiteX567" fmla="*/ 5009948 w 7467600"/>
              <a:gd name="connsiteY567" fmla="*/ 1273619 h 6858000"/>
              <a:gd name="connsiteX568" fmla="*/ 655236 w 7467600"/>
              <a:gd name="connsiteY568" fmla="*/ 1268632 h 6858000"/>
              <a:gd name="connsiteX569" fmla="*/ 839521 w 7467600"/>
              <a:gd name="connsiteY569" fmla="*/ 1685315 h 6858000"/>
              <a:gd name="connsiteX570" fmla="*/ 1109416 w 7467600"/>
              <a:gd name="connsiteY570" fmla="*/ 2061663 h 6858000"/>
              <a:gd name="connsiteX571" fmla="*/ 1298300 w 7467600"/>
              <a:gd name="connsiteY571" fmla="*/ 2247742 h 6858000"/>
              <a:gd name="connsiteX572" fmla="*/ 1125871 w 7467600"/>
              <a:gd name="connsiteY572" fmla="*/ 1989513 h 6858000"/>
              <a:gd name="connsiteX573" fmla="*/ 981574 w 7467600"/>
              <a:gd name="connsiteY573" fmla="*/ 1783157 h 6858000"/>
              <a:gd name="connsiteX574" fmla="*/ 922198 w 7467600"/>
              <a:gd name="connsiteY574" fmla="*/ 1677437 h 6858000"/>
              <a:gd name="connsiteX575" fmla="*/ 869293 w 7467600"/>
              <a:gd name="connsiteY575" fmla="*/ 1583214 h 6858000"/>
              <a:gd name="connsiteX576" fmla="*/ 751431 w 7467600"/>
              <a:gd name="connsiteY576" fmla="*/ 1405731 h 6858000"/>
              <a:gd name="connsiteX577" fmla="*/ 655236 w 7467600"/>
              <a:gd name="connsiteY577" fmla="*/ 1268632 h 6858000"/>
              <a:gd name="connsiteX578" fmla="*/ 6516292 w 7467600"/>
              <a:gd name="connsiteY578" fmla="*/ 1263064 h 6858000"/>
              <a:gd name="connsiteX579" fmla="*/ 5736320 w 7467600"/>
              <a:gd name="connsiteY579" fmla="*/ 1501803 h 6858000"/>
              <a:gd name="connsiteX580" fmla="*/ 6516292 w 7467600"/>
              <a:gd name="connsiteY580" fmla="*/ 1263064 h 6858000"/>
              <a:gd name="connsiteX581" fmla="*/ 291466 w 7467600"/>
              <a:gd name="connsiteY581" fmla="*/ 1250369 h 6858000"/>
              <a:gd name="connsiteX582" fmla="*/ 323180 w 7467600"/>
              <a:gd name="connsiteY582" fmla="*/ 1435283 h 6858000"/>
              <a:gd name="connsiteX583" fmla="*/ 349381 w 7467600"/>
              <a:gd name="connsiteY583" fmla="*/ 1875041 h 6858000"/>
              <a:gd name="connsiteX584" fmla="*/ 374363 w 7467600"/>
              <a:gd name="connsiteY584" fmla="*/ 1506494 h 6858000"/>
              <a:gd name="connsiteX585" fmla="*/ 302168 w 7467600"/>
              <a:gd name="connsiteY585" fmla="*/ 1274495 h 6858000"/>
              <a:gd name="connsiteX586" fmla="*/ 291466 w 7467600"/>
              <a:gd name="connsiteY586" fmla="*/ 1250369 h 6858000"/>
              <a:gd name="connsiteX587" fmla="*/ 678222 w 7467600"/>
              <a:gd name="connsiteY587" fmla="*/ 1248670 h 6858000"/>
              <a:gd name="connsiteX588" fmla="*/ 775536 w 7467600"/>
              <a:gd name="connsiteY588" fmla="*/ 1388015 h 6858000"/>
              <a:gd name="connsiteX589" fmla="*/ 894529 w 7467600"/>
              <a:gd name="connsiteY589" fmla="*/ 1567739 h 6858000"/>
              <a:gd name="connsiteX590" fmla="*/ 948000 w 7467600"/>
              <a:gd name="connsiteY590" fmla="*/ 1663088 h 6858000"/>
              <a:gd name="connsiteX591" fmla="*/ 1006812 w 7467600"/>
              <a:gd name="connsiteY591" fmla="*/ 1767683 h 6858000"/>
              <a:gd name="connsiteX592" fmla="*/ 1149133 w 7467600"/>
              <a:gd name="connsiteY592" fmla="*/ 1971513 h 6858000"/>
              <a:gd name="connsiteX593" fmla="*/ 1333952 w 7467600"/>
              <a:gd name="connsiteY593" fmla="*/ 2251620 h 6858000"/>
              <a:gd name="connsiteX594" fmla="*/ 1337329 w 7467600"/>
              <a:gd name="connsiteY594" fmla="*/ 2258350 h 6858000"/>
              <a:gd name="connsiteX595" fmla="*/ 1014726 w 7467600"/>
              <a:gd name="connsiteY595" fmla="*/ 1615556 h 6858000"/>
              <a:gd name="connsiteX596" fmla="*/ 678222 w 7467600"/>
              <a:gd name="connsiteY596" fmla="*/ 1248670 h 6858000"/>
              <a:gd name="connsiteX597" fmla="*/ 6691602 w 7467600"/>
              <a:gd name="connsiteY597" fmla="*/ 1140573 h 6858000"/>
              <a:gd name="connsiteX598" fmla="*/ 6571100 w 7467600"/>
              <a:gd name="connsiteY598" fmla="*/ 1183662 h 6858000"/>
              <a:gd name="connsiteX599" fmla="*/ 6241687 w 7467600"/>
              <a:gd name="connsiteY599" fmla="*/ 1257600 h 6858000"/>
              <a:gd name="connsiteX600" fmla="*/ 5693009 w 7467600"/>
              <a:gd name="connsiteY600" fmla="*/ 1478256 h 6858000"/>
              <a:gd name="connsiteX601" fmla="*/ 6548420 w 7467600"/>
              <a:gd name="connsiteY601" fmla="*/ 1214599 h 6858000"/>
              <a:gd name="connsiteX602" fmla="*/ 6605473 w 7467600"/>
              <a:gd name="connsiteY602" fmla="*/ 1184686 h 6858000"/>
              <a:gd name="connsiteX603" fmla="*/ 6691602 w 7467600"/>
              <a:gd name="connsiteY603" fmla="*/ 1140573 h 6858000"/>
              <a:gd name="connsiteX604" fmla="*/ 4002475 w 7467600"/>
              <a:gd name="connsiteY604" fmla="*/ 1037802 h 6858000"/>
              <a:gd name="connsiteX605" fmla="*/ 4000324 w 7467600"/>
              <a:gd name="connsiteY605" fmla="*/ 1039362 h 6858000"/>
              <a:gd name="connsiteX606" fmla="*/ 4002862 w 7467600"/>
              <a:gd name="connsiteY606" fmla="*/ 1042866 h 6858000"/>
              <a:gd name="connsiteX607" fmla="*/ 4002475 w 7467600"/>
              <a:gd name="connsiteY607" fmla="*/ 1037802 h 6858000"/>
              <a:gd name="connsiteX608" fmla="*/ 506322 w 7467600"/>
              <a:gd name="connsiteY608" fmla="*/ 1020997 h 6858000"/>
              <a:gd name="connsiteX609" fmla="*/ 533068 w 7467600"/>
              <a:gd name="connsiteY609" fmla="*/ 1029409 h 6858000"/>
              <a:gd name="connsiteX610" fmla="*/ 1232525 w 7467600"/>
              <a:gd name="connsiteY610" fmla="*/ 1804675 h 6858000"/>
              <a:gd name="connsiteX611" fmla="*/ 1388858 w 7467600"/>
              <a:gd name="connsiteY611" fmla="*/ 2368011 h 6858000"/>
              <a:gd name="connsiteX612" fmla="*/ 1384098 w 7467600"/>
              <a:gd name="connsiteY612" fmla="*/ 2378125 h 6858000"/>
              <a:gd name="connsiteX613" fmla="*/ 1425393 w 7467600"/>
              <a:gd name="connsiteY613" fmla="*/ 2589124 h 6858000"/>
              <a:gd name="connsiteX614" fmla="*/ 1424001 w 7467600"/>
              <a:gd name="connsiteY614" fmla="*/ 2597541 h 6858000"/>
              <a:gd name="connsiteX615" fmla="*/ 2152729 w 7467600"/>
              <a:gd name="connsiteY615" fmla="*/ 2864487 h 6858000"/>
              <a:gd name="connsiteX616" fmla="*/ 2020609 w 7467600"/>
              <a:gd name="connsiteY616" fmla="*/ 2539671 h 6858000"/>
              <a:gd name="connsiteX617" fmla="*/ 2018920 w 7467600"/>
              <a:gd name="connsiteY617" fmla="*/ 2536309 h 6858000"/>
              <a:gd name="connsiteX618" fmla="*/ 1342441 w 7467600"/>
              <a:gd name="connsiteY618" fmla="*/ 1173017 h 6858000"/>
              <a:gd name="connsiteX619" fmla="*/ 1367925 w 7467600"/>
              <a:gd name="connsiteY619" fmla="*/ 1135648 h 6858000"/>
              <a:gd name="connsiteX620" fmla="*/ 1771401 w 7467600"/>
              <a:gd name="connsiteY620" fmla="*/ 1806673 h 6858000"/>
              <a:gd name="connsiteX621" fmla="*/ 1972385 w 7467600"/>
              <a:gd name="connsiteY621" fmla="*/ 2198735 h 6858000"/>
              <a:gd name="connsiteX622" fmla="*/ 2040892 w 7467600"/>
              <a:gd name="connsiteY622" fmla="*/ 2405205 h 6858000"/>
              <a:gd name="connsiteX623" fmla="*/ 2131689 w 7467600"/>
              <a:gd name="connsiteY623" fmla="*/ 1936926 h 6858000"/>
              <a:gd name="connsiteX624" fmla="*/ 2454820 w 7467600"/>
              <a:gd name="connsiteY624" fmla="*/ 1248808 h 6858000"/>
              <a:gd name="connsiteX625" fmla="*/ 2492512 w 7467600"/>
              <a:gd name="connsiteY625" fmla="*/ 1302920 h 6858000"/>
              <a:gd name="connsiteX626" fmla="*/ 2081216 w 7467600"/>
              <a:gd name="connsiteY626" fmla="*/ 2527513 h 6858000"/>
              <a:gd name="connsiteX627" fmla="*/ 2081211 w 7467600"/>
              <a:gd name="connsiteY627" fmla="*/ 2528916 h 6858000"/>
              <a:gd name="connsiteX628" fmla="*/ 2199067 w 7467600"/>
              <a:gd name="connsiteY628" fmla="*/ 2884061 h 6858000"/>
              <a:gd name="connsiteX629" fmla="*/ 3192586 w 7467600"/>
              <a:gd name="connsiteY629" fmla="*/ 3411496 h 6858000"/>
              <a:gd name="connsiteX630" fmla="*/ 3182620 w 7467600"/>
              <a:gd name="connsiteY630" fmla="*/ 3483279 h 6858000"/>
              <a:gd name="connsiteX631" fmla="*/ 2435119 w 7467600"/>
              <a:gd name="connsiteY631" fmla="*/ 3080173 h 6858000"/>
              <a:gd name="connsiteX632" fmla="*/ 2410152 w 7467600"/>
              <a:gd name="connsiteY632" fmla="*/ 3063751 h 6858000"/>
              <a:gd name="connsiteX633" fmla="*/ 2408099 w 7467600"/>
              <a:gd name="connsiteY633" fmla="*/ 3064403 h 6858000"/>
              <a:gd name="connsiteX634" fmla="*/ 2407218 w 7467600"/>
              <a:gd name="connsiteY634" fmla="*/ 3070324 h 6858000"/>
              <a:gd name="connsiteX635" fmla="*/ 2380138 w 7467600"/>
              <a:gd name="connsiteY635" fmla="*/ 3099341 h 6858000"/>
              <a:gd name="connsiteX636" fmla="*/ 1765923 w 7467600"/>
              <a:gd name="connsiteY636" fmla="*/ 3581043 h 6858000"/>
              <a:gd name="connsiteX637" fmla="*/ 1702258 w 7467600"/>
              <a:gd name="connsiteY637" fmla="*/ 3612286 h 6858000"/>
              <a:gd name="connsiteX638" fmla="*/ 1538370 w 7467600"/>
              <a:gd name="connsiteY638" fmla="*/ 3811804 h 6858000"/>
              <a:gd name="connsiteX639" fmla="*/ 542867 w 7467600"/>
              <a:gd name="connsiteY639" fmla="*/ 4944092 h 6858000"/>
              <a:gd name="connsiteX640" fmla="*/ 515800 w 7467600"/>
              <a:gd name="connsiteY640" fmla="*/ 4862180 h 6858000"/>
              <a:gd name="connsiteX641" fmla="*/ 909145 w 7467600"/>
              <a:gd name="connsiteY641" fmla="*/ 4199225 h 6858000"/>
              <a:gd name="connsiteX642" fmla="*/ 1214067 w 7467600"/>
              <a:gd name="connsiteY642" fmla="*/ 3908561 h 6858000"/>
              <a:gd name="connsiteX643" fmla="*/ 640967 w 7467600"/>
              <a:gd name="connsiteY643" fmla="*/ 4105601 h 6858000"/>
              <a:gd name="connsiteX644" fmla="*/ 112563 w 7467600"/>
              <a:gd name="connsiteY644" fmla="*/ 4396952 h 6858000"/>
              <a:gd name="connsiteX645" fmla="*/ 0 w 7467600"/>
              <a:gd name="connsiteY645" fmla="*/ 4466006 h 6858000"/>
              <a:gd name="connsiteX646" fmla="*/ 0 w 7467600"/>
              <a:gd name="connsiteY646" fmla="*/ 4233763 h 6858000"/>
              <a:gd name="connsiteX647" fmla="*/ 36881 w 7467600"/>
              <a:gd name="connsiteY647" fmla="*/ 4200118 h 6858000"/>
              <a:gd name="connsiteX648" fmla="*/ 910534 w 7467600"/>
              <a:gd name="connsiteY648" fmla="*/ 3629753 h 6858000"/>
              <a:gd name="connsiteX649" fmla="*/ 1578717 w 7467600"/>
              <a:gd name="connsiteY649" fmla="*/ 3575982 h 6858000"/>
              <a:gd name="connsiteX650" fmla="*/ 2338780 w 7467600"/>
              <a:gd name="connsiteY650" fmla="*/ 3033725 h 6858000"/>
              <a:gd name="connsiteX651" fmla="*/ 1807991 w 7467600"/>
              <a:gd name="connsiteY651" fmla="*/ 2807184 h 6858000"/>
              <a:gd name="connsiteX652" fmla="*/ 1416358 w 7467600"/>
              <a:gd name="connsiteY652" fmla="*/ 3112571 h 6858000"/>
              <a:gd name="connsiteX653" fmla="*/ 939066 w 7467600"/>
              <a:gd name="connsiteY653" fmla="*/ 3378798 h 6858000"/>
              <a:gd name="connsiteX654" fmla="*/ 115099 w 7467600"/>
              <a:gd name="connsiteY654" fmla="*/ 3607650 h 6858000"/>
              <a:gd name="connsiteX655" fmla="*/ 97284 w 7467600"/>
              <a:gd name="connsiteY655" fmla="*/ 3520393 h 6858000"/>
              <a:gd name="connsiteX656" fmla="*/ 922050 w 7467600"/>
              <a:gd name="connsiteY656" fmla="*/ 3074867 h 6858000"/>
              <a:gd name="connsiteX657" fmla="*/ 1405265 w 7467600"/>
              <a:gd name="connsiteY657" fmla="*/ 3016319 h 6858000"/>
              <a:gd name="connsiteX658" fmla="*/ 1407512 w 7467600"/>
              <a:gd name="connsiteY658" fmla="*/ 3018001 h 6858000"/>
              <a:gd name="connsiteX659" fmla="*/ 1726266 w 7467600"/>
              <a:gd name="connsiteY659" fmla="*/ 2777274 h 6858000"/>
              <a:gd name="connsiteX660" fmla="*/ 625390 w 7467600"/>
              <a:gd name="connsiteY660" fmla="*/ 2514541 h 6858000"/>
              <a:gd name="connsiteX661" fmla="*/ 619799 w 7467600"/>
              <a:gd name="connsiteY661" fmla="*/ 2527180 h 6858000"/>
              <a:gd name="connsiteX662" fmla="*/ 310030 w 7467600"/>
              <a:gd name="connsiteY662" fmla="*/ 2771818 h 6858000"/>
              <a:gd name="connsiteX663" fmla="*/ 173877 w 7467600"/>
              <a:gd name="connsiteY663" fmla="*/ 2937056 h 6858000"/>
              <a:gd name="connsiteX664" fmla="*/ 77889 w 7467600"/>
              <a:gd name="connsiteY664" fmla="*/ 3138440 h 6858000"/>
              <a:gd name="connsiteX665" fmla="*/ 0 w 7467600"/>
              <a:gd name="connsiteY665" fmla="*/ 3271395 h 6858000"/>
              <a:gd name="connsiteX666" fmla="*/ 0 w 7467600"/>
              <a:gd name="connsiteY666" fmla="*/ 3153002 h 6858000"/>
              <a:gd name="connsiteX667" fmla="*/ 2386 w 7467600"/>
              <a:gd name="connsiteY667" fmla="*/ 3149203 h 6858000"/>
              <a:gd name="connsiteX668" fmla="*/ 89753 w 7467600"/>
              <a:gd name="connsiteY668" fmla="*/ 2987702 h 6858000"/>
              <a:gd name="connsiteX669" fmla="*/ 76869 w 7467600"/>
              <a:gd name="connsiteY669" fmla="*/ 3005404 h 6858000"/>
              <a:gd name="connsiteX670" fmla="*/ 32049 w 7467600"/>
              <a:gd name="connsiteY670" fmla="*/ 3065814 h 6858000"/>
              <a:gd name="connsiteX671" fmla="*/ 0 w 7467600"/>
              <a:gd name="connsiteY671" fmla="*/ 3108744 h 6858000"/>
              <a:gd name="connsiteX672" fmla="*/ 0 w 7467600"/>
              <a:gd name="connsiteY672" fmla="*/ 3058059 h 6858000"/>
              <a:gd name="connsiteX673" fmla="*/ 7610 w 7467600"/>
              <a:gd name="connsiteY673" fmla="*/ 3047889 h 6858000"/>
              <a:gd name="connsiteX674" fmla="*/ 52419 w 7467600"/>
              <a:gd name="connsiteY674" fmla="*/ 2987479 h 6858000"/>
              <a:gd name="connsiteX675" fmla="*/ 59142 w 7467600"/>
              <a:gd name="connsiteY675" fmla="*/ 2978488 h 6858000"/>
              <a:gd name="connsiteX676" fmla="*/ 0 w 7467600"/>
              <a:gd name="connsiteY676" fmla="*/ 3015334 h 6858000"/>
              <a:gd name="connsiteX677" fmla="*/ 0 w 7467600"/>
              <a:gd name="connsiteY677" fmla="*/ 2914286 h 6858000"/>
              <a:gd name="connsiteX678" fmla="*/ 36383 w 7467600"/>
              <a:gd name="connsiteY678" fmla="*/ 2901128 h 6858000"/>
              <a:gd name="connsiteX679" fmla="*/ 156329 w 7467600"/>
              <a:gd name="connsiteY679" fmla="*/ 2840533 h 6858000"/>
              <a:gd name="connsiteX680" fmla="*/ 358355 w 7467600"/>
              <a:gd name="connsiteY680" fmla="*/ 2620471 h 6858000"/>
              <a:gd name="connsiteX681" fmla="*/ 510577 w 7467600"/>
              <a:gd name="connsiteY681" fmla="*/ 2501244 h 6858000"/>
              <a:gd name="connsiteX682" fmla="*/ 211967 w 7467600"/>
              <a:gd name="connsiteY682" fmla="*/ 2479171 h 6858000"/>
              <a:gd name="connsiteX683" fmla="*/ 0 w 7467600"/>
              <a:gd name="connsiteY683" fmla="*/ 2476398 h 6858000"/>
              <a:gd name="connsiteX684" fmla="*/ 0 w 7467600"/>
              <a:gd name="connsiteY684" fmla="*/ 2389189 h 6858000"/>
              <a:gd name="connsiteX685" fmla="*/ 103062 w 7467600"/>
              <a:gd name="connsiteY685" fmla="*/ 2389518 h 6858000"/>
              <a:gd name="connsiteX686" fmla="*/ 510734 w 7467600"/>
              <a:gd name="connsiteY686" fmla="*/ 2416201 h 6858000"/>
              <a:gd name="connsiteX687" fmla="*/ 279257 w 7467600"/>
              <a:gd name="connsiteY687" fmla="*/ 2092102 h 6858000"/>
              <a:gd name="connsiteX688" fmla="*/ 65265 w 7467600"/>
              <a:gd name="connsiteY688" fmla="*/ 2006049 h 6858000"/>
              <a:gd name="connsiteX689" fmla="*/ 0 w 7467600"/>
              <a:gd name="connsiteY689" fmla="*/ 1982532 h 6858000"/>
              <a:gd name="connsiteX690" fmla="*/ 0 w 7467600"/>
              <a:gd name="connsiteY690" fmla="*/ 1912789 h 6858000"/>
              <a:gd name="connsiteX691" fmla="*/ 97460 w 7467600"/>
              <a:gd name="connsiteY691" fmla="*/ 1953725 h 6858000"/>
              <a:gd name="connsiteX692" fmla="*/ 221272 w 7467600"/>
              <a:gd name="connsiteY692" fmla="*/ 1980766 h 6858000"/>
              <a:gd name="connsiteX693" fmla="*/ 116765 w 7467600"/>
              <a:gd name="connsiteY693" fmla="*/ 1911033 h 6858000"/>
              <a:gd name="connsiteX694" fmla="*/ 16405 w 7467600"/>
              <a:gd name="connsiteY694" fmla="*/ 1803412 h 6858000"/>
              <a:gd name="connsiteX695" fmla="*/ 0 w 7467600"/>
              <a:gd name="connsiteY695" fmla="*/ 1784777 h 6858000"/>
              <a:gd name="connsiteX696" fmla="*/ 0 w 7467600"/>
              <a:gd name="connsiteY696" fmla="*/ 1740082 h 6858000"/>
              <a:gd name="connsiteX697" fmla="*/ 39394 w 7467600"/>
              <a:gd name="connsiteY697" fmla="*/ 1784856 h 6858000"/>
              <a:gd name="connsiteX698" fmla="*/ 135813 w 7467600"/>
              <a:gd name="connsiteY698" fmla="*/ 1888838 h 6858000"/>
              <a:gd name="connsiteX699" fmla="*/ 242575 w 7467600"/>
              <a:gd name="connsiteY699" fmla="*/ 1958841 h 6858000"/>
              <a:gd name="connsiteX700" fmla="*/ 82197 w 7467600"/>
              <a:gd name="connsiteY700" fmla="*/ 1754826 h 6858000"/>
              <a:gd name="connsiteX701" fmla="*/ 0 w 7467600"/>
              <a:gd name="connsiteY701" fmla="*/ 1679650 h 6858000"/>
              <a:gd name="connsiteX702" fmla="*/ 0 w 7467600"/>
              <a:gd name="connsiteY702" fmla="*/ 1602463 h 6858000"/>
              <a:gd name="connsiteX703" fmla="*/ 84689 w 7467600"/>
              <a:gd name="connsiteY703" fmla="*/ 1677442 h 6858000"/>
              <a:gd name="connsiteX704" fmla="*/ 298437 w 7467600"/>
              <a:gd name="connsiteY704" fmla="*/ 1968019 h 6858000"/>
              <a:gd name="connsiteX705" fmla="*/ 227269 w 7467600"/>
              <a:gd name="connsiteY705" fmla="*/ 1114064 h 6858000"/>
              <a:gd name="connsiteX706" fmla="*/ 248003 w 7467600"/>
              <a:gd name="connsiteY706" fmla="*/ 1089613 h 6858000"/>
              <a:gd name="connsiteX707" fmla="*/ 427020 w 7467600"/>
              <a:gd name="connsiteY707" fmla="*/ 1619803 h 6858000"/>
              <a:gd name="connsiteX708" fmla="*/ 340345 w 7467600"/>
              <a:gd name="connsiteY708" fmla="*/ 2027739 h 6858000"/>
              <a:gd name="connsiteX709" fmla="*/ 360865 w 7467600"/>
              <a:gd name="connsiteY709" fmla="*/ 2044827 h 6858000"/>
              <a:gd name="connsiteX710" fmla="*/ 560414 w 7467600"/>
              <a:gd name="connsiteY710" fmla="*/ 2421457 h 6858000"/>
              <a:gd name="connsiteX711" fmla="*/ 1359703 w 7467600"/>
              <a:gd name="connsiteY711" fmla="*/ 2578554 h 6858000"/>
              <a:gd name="connsiteX712" fmla="*/ 1359422 w 7467600"/>
              <a:gd name="connsiteY712" fmla="*/ 2577994 h 6858000"/>
              <a:gd name="connsiteX713" fmla="*/ 828701 w 7467600"/>
              <a:gd name="connsiteY713" fmla="*/ 1839520 h 6858000"/>
              <a:gd name="connsiteX714" fmla="*/ 494427 w 7467600"/>
              <a:gd name="connsiteY714" fmla="*/ 1092333 h 6858000"/>
              <a:gd name="connsiteX715" fmla="*/ 506322 w 7467600"/>
              <a:gd name="connsiteY715" fmla="*/ 1020997 h 6858000"/>
              <a:gd name="connsiteX716" fmla="*/ 4570198 w 7467600"/>
              <a:gd name="connsiteY716" fmla="*/ 978081 h 6858000"/>
              <a:gd name="connsiteX717" fmla="*/ 4523691 w 7467600"/>
              <a:gd name="connsiteY717" fmla="*/ 1127776 h 6858000"/>
              <a:gd name="connsiteX718" fmla="*/ 4509875 w 7467600"/>
              <a:gd name="connsiteY718" fmla="*/ 1167552 h 6858000"/>
              <a:gd name="connsiteX719" fmla="*/ 4478168 w 7467600"/>
              <a:gd name="connsiteY719" fmla="*/ 1260735 h 6858000"/>
              <a:gd name="connsiteX720" fmla="*/ 4409309 w 7467600"/>
              <a:gd name="connsiteY720" fmla="*/ 1666996 h 6858000"/>
              <a:gd name="connsiteX721" fmla="*/ 4370031 w 7467600"/>
              <a:gd name="connsiteY721" fmla="*/ 1955666 h 6858000"/>
              <a:gd name="connsiteX722" fmla="*/ 4570198 w 7467600"/>
              <a:gd name="connsiteY722" fmla="*/ 978081 h 6858000"/>
              <a:gd name="connsiteX723" fmla="*/ 4557898 w 7467600"/>
              <a:gd name="connsiteY723" fmla="*/ 900011 h 6858000"/>
              <a:gd name="connsiteX724" fmla="*/ 4344840 w 7467600"/>
              <a:gd name="connsiteY724" fmla="*/ 1922038 h 6858000"/>
              <a:gd name="connsiteX725" fmla="*/ 4378710 w 7467600"/>
              <a:gd name="connsiteY725" fmla="*/ 1665516 h 6858000"/>
              <a:gd name="connsiteX726" fmla="*/ 4448798 w 7467600"/>
              <a:gd name="connsiteY726" fmla="*/ 1253024 h 6858000"/>
              <a:gd name="connsiteX727" fmla="*/ 4480315 w 7467600"/>
              <a:gd name="connsiteY727" fmla="*/ 1158454 h 6858000"/>
              <a:gd name="connsiteX728" fmla="*/ 4494133 w 7467600"/>
              <a:gd name="connsiteY728" fmla="*/ 1118676 h 6858000"/>
              <a:gd name="connsiteX729" fmla="*/ 4557898 w 7467600"/>
              <a:gd name="connsiteY729" fmla="*/ 900011 h 6858000"/>
              <a:gd name="connsiteX730" fmla="*/ 5870151 w 7467600"/>
              <a:gd name="connsiteY730" fmla="*/ 898890 h 6858000"/>
              <a:gd name="connsiteX731" fmla="*/ 5861335 w 7467600"/>
              <a:gd name="connsiteY731" fmla="*/ 899177 h 6858000"/>
              <a:gd name="connsiteX732" fmla="*/ 5843702 w 7467600"/>
              <a:gd name="connsiteY732" fmla="*/ 899748 h 6858000"/>
              <a:gd name="connsiteX733" fmla="*/ 5651107 w 7467600"/>
              <a:gd name="connsiteY733" fmla="*/ 920306 h 6858000"/>
              <a:gd name="connsiteX734" fmla="*/ 5459407 w 7467600"/>
              <a:gd name="connsiteY734" fmla="*/ 940975 h 6858000"/>
              <a:gd name="connsiteX735" fmla="*/ 5374846 w 7467600"/>
              <a:gd name="connsiteY735" fmla="*/ 941988 h 6858000"/>
              <a:gd name="connsiteX736" fmla="*/ 5256105 w 7467600"/>
              <a:gd name="connsiteY736" fmla="*/ 945632 h 6858000"/>
              <a:gd name="connsiteX737" fmla="*/ 5107071 w 7467600"/>
              <a:gd name="connsiteY737" fmla="*/ 969720 h 6858000"/>
              <a:gd name="connsiteX738" fmla="*/ 4998681 w 7467600"/>
              <a:gd name="connsiteY738" fmla="*/ 988771 h 6858000"/>
              <a:gd name="connsiteX739" fmla="*/ 5870151 w 7467600"/>
              <a:gd name="connsiteY739" fmla="*/ 898890 h 6858000"/>
              <a:gd name="connsiteX740" fmla="*/ 5504425 w 7467600"/>
              <a:gd name="connsiteY740" fmla="*/ 848067 h 6858000"/>
              <a:gd name="connsiteX741" fmla="*/ 4968849 w 7467600"/>
              <a:gd name="connsiteY741" fmla="*/ 962318 h 6858000"/>
              <a:gd name="connsiteX742" fmla="*/ 5104039 w 7467600"/>
              <a:gd name="connsiteY742" fmla="*/ 940634 h 6858000"/>
              <a:gd name="connsiteX743" fmla="*/ 5256311 w 7467600"/>
              <a:gd name="connsiteY743" fmla="*/ 916490 h 6858000"/>
              <a:gd name="connsiteX744" fmla="*/ 5377381 w 7467600"/>
              <a:gd name="connsiteY744" fmla="*/ 912671 h 6858000"/>
              <a:gd name="connsiteX745" fmla="*/ 5460148 w 7467600"/>
              <a:gd name="connsiteY745" fmla="*/ 911442 h 6858000"/>
              <a:gd name="connsiteX746" fmla="*/ 5648971 w 7467600"/>
              <a:gd name="connsiteY746" fmla="*/ 891331 h 6858000"/>
              <a:gd name="connsiteX747" fmla="*/ 5844807 w 7467600"/>
              <a:gd name="connsiteY747" fmla="*/ 870718 h 6858000"/>
              <a:gd name="connsiteX748" fmla="*/ 5862975 w 7467600"/>
              <a:gd name="connsiteY748" fmla="*/ 869756 h 6858000"/>
              <a:gd name="connsiteX749" fmla="*/ 5920887 w 7467600"/>
              <a:gd name="connsiteY749" fmla="*/ 865929 h 6858000"/>
              <a:gd name="connsiteX750" fmla="*/ 5504425 w 7467600"/>
              <a:gd name="connsiteY750" fmla="*/ 848067 h 6858000"/>
              <a:gd name="connsiteX751" fmla="*/ 3607114 w 7467600"/>
              <a:gd name="connsiteY751" fmla="*/ 467441 h 6858000"/>
              <a:gd name="connsiteX752" fmla="*/ 3296242 w 7467600"/>
              <a:gd name="connsiteY752" fmla="*/ 807991 h 6858000"/>
              <a:gd name="connsiteX753" fmla="*/ 3174674 w 7467600"/>
              <a:gd name="connsiteY753" fmla="*/ 919759 h 6858000"/>
              <a:gd name="connsiteX754" fmla="*/ 3042978 w 7467600"/>
              <a:gd name="connsiteY754" fmla="*/ 1054894 h 6858000"/>
              <a:gd name="connsiteX755" fmla="*/ 2968914 w 7467600"/>
              <a:gd name="connsiteY755" fmla="*/ 1133756 h 6858000"/>
              <a:gd name="connsiteX756" fmla="*/ 3103823 w 7467600"/>
              <a:gd name="connsiteY756" fmla="*/ 1026814 h 6858000"/>
              <a:gd name="connsiteX757" fmla="*/ 3607114 w 7467600"/>
              <a:gd name="connsiteY757" fmla="*/ 467441 h 6858000"/>
              <a:gd name="connsiteX758" fmla="*/ 3744487 w 7467600"/>
              <a:gd name="connsiteY758" fmla="*/ 383136 h 6858000"/>
              <a:gd name="connsiteX759" fmla="*/ 3970213 w 7467600"/>
              <a:gd name="connsiteY759" fmla="*/ 995559 h 6858000"/>
              <a:gd name="connsiteX760" fmla="*/ 3744487 w 7467600"/>
              <a:gd name="connsiteY760" fmla="*/ 383136 h 6858000"/>
              <a:gd name="connsiteX761" fmla="*/ 3624562 w 7467600"/>
              <a:gd name="connsiteY761" fmla="*/ 367041 h 6858000"/>
              <a:gd name="connsiteX762" fmla="*/ 3489712 w 7467600"/>
              <a:gd name="connsiteY762" fmla="*/ 485386 h 6858000"/>
              <a:gd name="connsiteX763" fmla="*/ 3182994 w 7467600"/>
              <a:gd name="connsiteY763" fmla="*/ 828265 h 6858000"/>
              <a:gd name="connsiteX764" fmla="*/ 2892114 w 7467600"/>
              <a:gd name="connsiteY764" fmla="*/ 1172635 h 6858000"/>
              <a:gd name="connsiteX765" fmla="*/ 3021459 w 7467600"/>
              <a:gd name="connsiteY765" fmla="*/ 1035385 h 6858000"/>
              <a:gd name="connsiteX766" fmla="*/ 3153873 w 7467600"/>
              <a:gd name="connsiteY766" fmla="*/ 898971 h 6858000"/>
              <a:gd name="connsiteX767" fmla="*/ 3276511 w 7467600"/>
              <a:gd name="connsiteY767" fmla="*/ 786423 h 6858000"/>
              <a:gd name="connsiteX768" fmla="*/ 3584154 w 7467600"/>
              <a:gd name="connsiteY768" fmla="*/ 448218 h 6858000"/>
              <a:gd name="connsiteX769" fmla="*/ 3624562 w 7467600"/>
              <a:gd name="connsiteY769" fmla="*/ 367041 h 6858000"/>
              <a:gd name="connsiteX770" fmla="*/ 3766672 w 7467600"/>
              <a:gd name="connsiteY770" fmla="*/ 359429 h 6858000"/>
              <a:gd name="connsiteX771" fmla="*/ 3996338 w 7467600"/>
              <a:gd name="connsiteY771" fmla="*/ 968237 h 6858000"/>
              <a:gd name="connsiteX772" fmla="*/ 3766672 w 7467600"/>
              <a:gd name="connsiteY772" fmla="*/ 359429 h 6858000"/>
              <a:gd name="connsiteX773" fmla="*/ 5805386 w 7467600"/>
              <a:gd name="connsiteY773" fmla="*/ 239240 h 6858000"/>
              <a:gd name="connsiteX774" fmla="*/ 5736947 w 7467600"/>
              <a:gd name="connsiteY774" fmla="*/ 261367 h 6858000"/>
              <a:gd name="connsiteX775" fmla="*/ 5427012 w 7467600"/>
              <a:gd name="connsiteY775" fmla="*/ 311272 h 6858000"/>
              <a:gd name="connsiteX776" fmla="*/ 5147818 w 7467600"/>
              <a:gd name="connsiteY776" fmla="*/ 322112 h 6858000"/>
              <a:gd name="connsiteX777" fmla="*/ 5060854 w 7467600"/>
              <a:gd name="connsiteY777" fmla="*/ 311882 h 6858000"/>
              <a:gd name="connsiteX778" fmla="*/ 4945989 w 7467600"/>
              <a:gd name="connsiteY778" fmla="*/ 300516 h 6858000"/>
              <a:gd name="connsiteX779" fmla="*/ 5410479 w 7467600"/>
              <a:gd name="connsiteY779" fmla="*/ 348434 h 6858000"/>
              <a:gd name="connsiteX780" fmla="*/ 5805386 w 7467600"/>
              <a:gd name="connsiteY780" fmla="*/ 239240 h 6858000"/>
              <a:gd name="connsiteX781" fmla="*/ 5905192 w 7467600"/>
              <a:gd name="connsiteY781" fmla="*/ 163079 h 6858000"/>
              <a:gd name="connsiteX782" fmla="*/ 5865655 w 7467600"/>
              <a:gd name="connsiteY782" fmla="*/ 171901 h 6858000"/>
              <a:gd name="connsiteX783" fmla="*/ 5259740 w 7467600"/>
              <a:gd name="connsiteY783" fmla="*/ 257013 h 6858000"/>
              <a:gd name="connsiteX784" fmla="*/ 5208466 w 7467600"/>
              <a:gd name="connsiteY784" fmla="*/ 257550 h 6858000"/>
              <a:gd name="connsiteX785" fmla="*/ 4980204 w 7467600"/>
              <a:gd name="connsiteY785" fmla="*/ 271903 h 6858000"/>
              <a:gd name="connsiteX786" fmla="*/ 5068068 w 7467600"/>
              <a:gd name="connsiteY786" fmla="*/ 282244 h 6858000"/>
              <a:gd name="connsiteX787" fmla="*/ 5153231 w 7467600"/>
              <a:gd name="connsiteY787" fmla="*/ 292240 h 6858000"/>
              <a:gd name="connsiteX788" fmla="*/ 5426491 w 7467600"/>
              <a:gd name="connsiteY788" fmla="*/ 281128 h 6858000"/>
              <a:gd name="connsiteX789" fmla="*/ 5731212 w 7467600"/>
              <a:gd name="connsiteY789" fmla="*/ 231951 h 6858000"/>
              <a:gd name="connsiteX790" fmla="*/ 5905192 w 7467600"/>
              <a:gd name="connsiteY790" fmla="*/ 163079 h 6858000"/>
              <a:gd name="connsiteX791" fmla="*/ 5944437 w 7467600"/>
              <a:gd name="connsiteY791" fmla="*/ 113829 h 6858000"/>
              <a:gd name="connsiteX792" fmla="*/ 5825032 w 7467600"/>
              <a:gd name="connsiteY792" fmla="*/ 146405 h 6858000"/>
              <a:gd name="connsiteX793" fmla="*/ 4955599 w 7467600"/>
              <a:gd name="connsiteY793" fmla="*/ 247008 h 6858000"/>
              <a:gd name="connsiteX794" fmla="*/ 5210104 w 7467600"/>
              <a:gd name="connsiteY794" fmla="*/ 228123 h 6858000"/>
              <a:gd name="connsiteX795" fmla="*/ 5261015 w 7467600"/>
              <a:gd name="connsiteY795" fmla="*/ 227087 h 6858000"/>
              <a:gd name="connsiteX796" fmla="*/ 5861181 w 7467600"/>
              <a:gd name="connsiteY796" fmla="*/ 143093 h 6858000"/>
              <a:gd name="connsiteX797" fmla="*/ 5961252 w 7467600"/>
              <a:gd name="connsiteY797" fmla="*/ 114820 h 6858000"/>
              <a:gd name="connsiteX798" fmla="*/ 5944437 w 7467600"/>
              <a:gd name="connsiteY798" fmla="*/ 113829 h 6858000"/>
              <a:gd name="connsiteX799" fmla="*/ 3882765 w 7467600"/>
              <a:gd name="connsiteY799" fmla="*/ 0 h 6858000"/>
              <a:gd name="connsiteX800" fmla="*/ 3995099 w 7467600"/>
              <a:gd name="connsiteY800" fmla="*/ 0 h 6858000"/>
              <a:gd name="connsiteX801" fmla="*/ 4163818 w 7467600"/>
              <a:gd name="connsiteY801" fmla="*/ 234104 h 6858000"/>
              <a:gd name="connsiteX802" fmla="*/ 4172099 w 7467600"/>
              <a:gd name="connsiteY802" fmla="*/ 234207 h 6858000"/>
              <a:gd name="connsiteX803" fmla="*/ 4784282 w 7467600"/>
              <a:gd name="connsiteY803" fmla="*/ 276561 h 6858000"/>
              <a:gd name="connsiteX804" fmla="*/ 4801687 w 7467600"/>
              <a:gd name="connsiteY804" fmla="*/ 267764 h 6858000"/>
              <a:gd name="connsiteX805" fmla="*/ 6082788 w 7467600"/>
              <a:gd name="connsiteY805" fmla="*/ 64119 h 6858000"/>
              <a:gd name="connsiteX806" fmla="*/ 6099442 w 7467600"/>
              <a:gd name="connsiteY806" fmla="*/ 82568 h 6858000"/>
              <a:gd name="connsiteX807" fmla="*/ 4804137 w 7467600"/>
              <a:gd name="connsiteY807" fmla="*/ 320931 h 6858000"/>
              <a:gd name="connsiteX808" fmla="*/ 4227047 w 7467600"/>
              <a:gd name="connsiteY808" fmla="*/ 313415 h 6858000"/>
              <a:gd name="connsiteX809" fmla="*/ 4346041 w 7467600"/>
              <a:gd name="connsiteY809" fmla="*/ 456086 h 6858000"/>
              <a:gd name="connsiteX810" fmla="*/ 4870967 w 7467600"/>
              <a:gd name="connsiteY810" fmla="*/ 963061 h 6858000"/>
              <a:gd name="connsiteX811" fmla="*/ 4889647 w 7467600"/>
              <a:gd name="connsiteY811" fmla="*/ 957147 h 6858000"/>
              <a:gd name="connsiteX812" fmla="*/ 5422504 w 7467600"/>
              <a:gd name="connsiteY812" fmla="*/ 805191 h 6858000"/>
              <a:gd name="connsiteX813" fmla="*/ 6087656 w 7467600"/>
              <a:gd name="connsiteY813" fmla="*/ 826703 h 6858000"/>
              <a:gd name="connsiteX814" fmla="*/ 6058717 w 7467600"/>
              <a:gd name="connsiteY814" fmla="*/ 865992 h 6858000"/>
              <a:gd name="connsiteX815" fmla="*/ 4974153 w 7467600"/>
              <a:gd name="connsiteY815" fmla="*/ 1045456 h 6858000"/>
              <a:gd name="connsiteX816" fmla="*/ 5627835 w 7467600"/>
              <a:gd name="connsiteY816" fmla="*/ 1472077 h 6858000"/>
              <a:gd name="connsiteX817" fmla="*/ 5629817 w 7467600"/>
              <a:gd name="connsiteY817" fmla="*/ 1471412 h 6858000"/>
              <a:gd name="connsiteX818" fmla="*/ 5634124 w 7467600"/>
              <a:gd name="connsiteY818" fmla="*/ 1470572 h 6858000"/>
              <a:gd name="connsiteX819" fmla="*/ 5755832 w 7467600"/>
              <a:gd name="connsiteY819" fmla="*/ 1383886 h 6858000"/>
              <a:gd name="connsiteX820" fmla="*/ 6014186 w 7467600"/>
              <a:gd name="connsiteY820" fmla="*/ 1279799 h 6858000"/>
              <a:gd name="connsiteX821" fmla="*/ 6901619 w 7467600"/>
              <a:gd name="connsiteY821" fmla="*/ 1047874 h 6858000"/>
              <a:gd name="connsiteX822" fmla="*/ 6931566 w 7467600"/>
              <a:gd name="connsiteY822" fmla="*/ 1062034 h 6858000"/>
              <a:gd name="connsiteX823" fmla="*/ 5790982 w 7467600"/>
              <a:gd name="connsiteY823" fmla="*/ 1561380 h 6858000"/>
              <a:gd name="connsiteX824" fmla="*/ 6188971 w 7467600"/>
              <a:gd name="connsiteY824" fmla="*/ 1755168 h 6858000"/>
              <a:gd name="connsiteX825" fmla="*/ 6202446 w 7467600"/>
              <a:gd name="connsiteY825" fmla="*/ 1752268 h 6858000"/>
              <a:gd name="connsiteX826" fmla="*/ 7179560 w 7467600"/>
              <a:gd name="connsiteY826" fmla="*/ 1467551 h 6858000"/>
              <a:gd name="connsiteX827" fmla="*/ 7158730 w 7467600"/>
              <a:gd name="connsiteY827" fmla="*/ 1507835 h 6858000"/>
              <a:gd name="connsiteX828" fmla="*/ 6326959 w 7467600"/>
              <a:gd name="connsiteY828" fmla="*/ 1817686 h 6858000"/>
              <a:gd name="connsiteX829" fmla="*/ 6537433 w 7467600"/>
              <a:gd name="connsiteY829" fmla="*/ 1907790 h 6858000"/>
              <a:gd name="connsiteX830" fmla="*/ 6550221 w 7467600"/>
              <a:gd name="connsiteY830" fmla="*/ 1910729 h 6858000"/>
              <a:gd name="connsiteX831" fmla="*/ 6964438 w 7467600"/>
              <a:gd name="connsiteY831" fmla="*/ 2209505 h 6858000"/>
              <a:gd name="connsiteX832" fmla="*/ 7367862 w 7467600"/>
              <a:gd name="connsiteY832" fmla="*/ 2806833 h 6858000"/>
              <a:gd name="connsiteX833" fmla="*/ 7364329 w 7467600"/>
              <a:gd name="connsiteY833" fmla="*/ 2826907 h 6858000"/>
              <a:gd name="connsiteX834" fmla="*/ 7290545 w 7467600"/>
              <a:gd name="connsiteY834" fmla="*/ 2850663 h 6858000"/>
              <a:gd name="connsiteX835" fmla="*/ 6472036 w 7467600"/>
              <a:gd name="connsiteY835" fmla="*/ 1959003 h 6858000"/>
              <a:gd name="connsiteX836" fmla="*/ 5792897 w 7467600"/>
              <a:gd name="connsiteY836" fmla="*/ 1647747 h 6858000"/>
              <a:gd name="connsiteX837" fmla="*/ 5842751 w 7467600"/>
              <a:gd name="connsiteY837" fmla="*/ 1816112 h 6858000"/>
              <a:gd name="connsiteX838" fmla="*/ 5847424 w 7467600"/>
              <a:gd name="connsiteY838" fmla="*/ 1815776 h 6858000"/>
              <a:gd name="connsiteX839" fmla="*/ 6399821 w 7467600"/>
              <a:gd name="connsiteY839" fmla="*/ 2344799 h 6858000"/>
              <a:gd name="connsiteX840" fmla="*/ 6323232 w 7467600"/>
              <a:gd name="connsiteY840" fmla="*/ 2389634 h 6858000"/>
              <a:gd name="connsiteX841" fmla="*/ 5942958 w 7467600"/>
              <a:gd name="connsiteY841" fmla="*/ 2077708 h 6858000"/>
              <a:gd name="connsiteX842" fmla="*/ 5921559 w 7467600"/>
              <a:gd name="connsiteY842" fmla="*/ 2378596 h 6858000"/>
              <a:gd name="connsiteX843" fmla="*/ 5817651 w 7467600"/>
              <a:gd name="connsiteY843" fmla="*/ 3023919 h 6858000"/>
              <a:gd name="connsiteX844" fmla="*/ 5729634 w 7467600"/>
              <a:gd name="connsiteY844" fmla="*/ 3051849 h 6858000"/>
              <a:gd name="connsiteX845" fmla="*/ 5611018 w 7467600"/>
              <a:gd name="connsiteY845" fmla="*/ 2316769 h 6858000"/>
              <a:gd name="connsiteX846" fmla="*/ 5687608 w 7467600"/>
              <a:gd name="connsiteY846" fmla="*/ 2039972 h 6858000"/>
              <a:gd name="connsiteX847" fmla="*/ 5657554 w 7467600"/>
              <a:gd name="connsiteY847" fmla="*/ 1576445 h 6858000"/>
              <a:gd name="connsiteX848" fmla="*/ 5150475 w 7467600"/>
              <a:gd name="connsiteY848" fmla="*/ 1274012 h 6858000"/>
              <a:gd name="connsiteX849" fmla="*/ 5349142 w 7467600"/>
              <a:gd name="connsiteY849" fmla="*/ 2204405 h 6858000"/>
              <a:gd name="connsiteX850" fmla="*/ 5262214 w 7467600"/>
              <a:gd name="connsiteY850" fmla="*/ 2233836 h 6858000"/>
              <a:gd name="connsiteX851" fmla="*/ 4981539 w 7467600"/>
              <a:gd name="connsiteY851" fmla="*/ 1542201 h 6858000"/>
              <a:gd name="connsiteX852" fmla="*/ 4958461 w 7467600"/>
              <a:gd name="connsiteY852" fmla="*/ 1136957 h 6858000"/>
              <a:gd name="connsiteX853" fmla="*/ 4655015 w 7467600"/>
              <a:gd name="connsiteY853" fmla="*/ 891426 h 6858000"/>
              <a:gd name="connsiteX854" fmla="*/ 4348002 w 7467600"/>
              <a:gd name="connsiteY854" fmla="*/ 2205895 h 6858000"/>
              <a:gd name="connsiteX855" fmla="*/ 4262250 w 7467600"/>
              <a:gd name="connsiteY855" fmla="*/ 2219972 h 6858000"/>
              <a:gd name="connsiteX856" fmla="*/ 4550611 w 7467600"/>
              <a:gd name="connsiteY856" fmla="*/ 817540 h 6858000"/>
              <a:gd name="connsiteX857" fmla="*/ 4564418 w 7467600"/>
              <a:gd name="connsiteY857" fmla="*/ 808293 h 6858000"/>
              <a:gd name="connsiteX858" fmla="*/ 4266388 w 7467600"/>
              <a:gd name="connsiteY858" fmla="*/ 500083 h 6858000"/>
              <a:gd name="connsiteX859" fmla="*/ 4032842 w 7467600"/>
              <a:gd name="connsiteY859" fmla="*/ 211809 h 6858000"/>
              <a:gd name="connsiteX860" fmla="*/ 3882765 w 7467600"/>
              <a:gd name="connsiteY860" fmla="*/ 0 h 6858000"/>
              <a:gd name="connsiteX861" fmla="*/ 3721337 w 7467600"/>
              <a:gd name="connsiteY861" fmla="*/ 0 h 6858000"/>
              <a:gd name="connsiteX862" fmla="*/ 3797544 w 7467600"/>
              <a:gd name="connsiteY862" fmla="*/ 0 h 6858000"/>
              <a:gd name="connsiteX863" fmla="*/ 3775734 w 7467600"/>
              <a:gd name="connsiteY863" fmla="*/ 95131 h 6858000"/>
              <a:gd name="connsiteX864" fmla="*/ 3724807 w 7467600"/>
              <a:gd name="connsiteY864" fmla="*/ 272257 h 6858000"/>
              <a:gd name="connsiteX865" fmla="*/ 3726844 w 7467600"/>
              <a:gd name="connsiteY865" fmla="*/ 282988 h 6858000"/>
              <a:gd name="connsiteX866" fmla="*/ 3742664 w 7467600"/>
              <a:gd name="connsiteY866" fmla="*/ 279918 h 6858000"/>
              <a:gd name="connsiteX867" fmla="*/ 4103910 w 7467600"/>
              <a:gd name="connsiteY867" fmla="*/ 1161917 h 6858000"/>
              <a:gd name="connsiteX868" fmla="*/ 4020269 w 7467600"/>
              <a:gd name="connsiteY868" fmla="*/ 1200406 h 6858000"/>
              <a:gd name="connsiteX869" fmla="*/ 3674882 w 7467600"/>
              <a:gd name="connsiteY869" fmla="*/ 488524 h 6858000"/>
              <a:gd name="connsiteX870" fmla="*/ 3132682 w 7467600"/>
              <a:gd name="connsiteY870" fmla="*/ 1072284 h 6858000"/>
              <a:gd name="connsiteX871" fmla="*/ 2716346 w 7467600"/>
              <a:gd name="connsiteY871" fmla="*/ 1276376 h 6858000"/>
              <a:gd name="connsiteX872" fmla="*/ 2716772 w 7467600"/>
              <a:gd name="connsiteY872" fmla="*/ 1255462 h 6858000"/>
              <a:gd name="connsiteX873" fmla="*/ 3471096 w 7467600"/>
              <a:gd name="connsiteY873" fmla="*/ 437072 h 6858000"/>
              <a:gd name="connsiteX874" fmla="*/ 3639057 w 7467600"/>
              <a:gd name="connsiteY874" fmla="*/ 286334 h 6858000"/>
              <a:gd name="connsiteX875" fmla="*/ 3640309 w 7467600"/>
              <a:gd name="connsiteY875" fmla="*/ 284664 h 6858000"/>
              <a:gd name="connsiteX876" fmla="*/ 3646022 w 7467600"/>
              <a:gd name="connsiteY876" fmla="*/ 276711 h 6858000"/>
              <a:gd name="connsiteX877" fmla="*/ 3707943 w 7467600"/>
              <a:gd name="connsiteY877" fmla="*/ 65958 h 6858000"/>
              <a:gd name="connsiteX878" fmla="*/ 3721337 w 7467600"/>
              <a:gd name="connsiteY878" fmla="*/ 0 h 6858000"/>
              <a:gd name="connsiteX879" fmla="*/ 2867960 w 7467600"/>
              <a:gd name="connsiteY879" fmla="*/ 0 h 6858000"/>
              <a:gd name="connsiteX880" fmla="*/ 2926351 w 7467600"/>
              <a:gd name="connsiteY880" fmla="*/ 0 h 6858000"/>
              <a:gd name="connsiteX881" fmla="*/ 2902823 w 7467600"/>
              <a:gd name="connsiteY881" fmla="*/ 262929 h 6858000"/>
              <a:gd name="connsiteX882" fmla="*/ 2940663 w 7467600"/>
              <a:gd name="connsiteY882" fmla="*/ 140884 h 6858000"/>
              <a:gd name="connsiteX883" fmla="*/ 2947039 w 7467600"/>
              <a:gd name="connsiteY883" fmla="*/ 122524 h 6858000"/>
              <a:gd name="connsiteX884" fmla="*/ 2984316 w 7467600"/>
              <a:gd name="connsiteY884" fmla="*/ 0 h 6858000"/>
              <a:gd name="connsiteX885" fmla="*/ 3016114 w 7467600"/>
              <a:gd name="connsiteY885" fmla="*/ 0 h 6858000"/>
              <a:gd name="connsiteX886" fmla="*/ 2979949 w 7467600"/>
              <a:gd name="connsiteY886" fmla="*/ 119274 h 6858000"/>
              <a:gd name="connsiteX887" fmla="*/ 3023879 w 7467600"/>
              <a:gd name="connsiteY887" fmla="*/ 0 h 6858000"/>
              <a:gd name="connsiteX888" fmla="*/ 3105400 w 7467600"/>
              <a:gd name="connsiteY888" fmla="*/ 0 h 6858000"/>
              <a:gd name="connsiteX889" fmla="*/ 3094669 w 7467600"/>
              <a:gd name="connsiteY889" fmla="*/ 30308 h 6858000"/>
              <a:gd name="connsiteX890" fmla="*/ 2901945 w 7467600"/>
              <a:gd name="connsiteY890" fmla="*/ 466538 h 6858000"/>
              <a:gd name="connsiteX891" fmla="*/ 2815209 w 7467600"/>
              <a:gd name="connsiteY891" fmla="*/ 497361 h 6858000"/>
              <a:gd name="connsiteX892" fmla="*/ 2844845 w 7467600"/>
              <a:gd name="connsiteY892" fmla="*/ 127638 h 6858000"/>
              <a:gd name="connsiteX893" fmla="*/ 2867960 w 7467600"/>
              <a:gd name="connsiteY893" fmla="*/ 0 h 6858000"/>
              <a:gd name="connsiteX894" fmla="*/ 1057230 w 7467600"/>
              <a:gd name="connsiteY894" fmla="*/ 0 h 6858000"/>
              <a:gd name="connsiteX895" fmla="*/ 1111003 w 7467600"/>
              <a:gd name="connsiteY895" fmla="*/ 0 h 6858000"/>
              <a:gd name="connsiteX896" fmla="*/ 1125553 w 7467600"/>
              <a:gd name="connsiteY896" fmla="*/ 52588 h 6858000"/>
              <a:gd name="connsiteX897" fmla="*/ 1304276 w 7467600"/>
              <a:gd name="connsiteY897" fmla="*/ 476275 h 6858000"/>
              <a:gd name="connsiteX898" fmla="*/ 1492066 w 7467600"/>
              <a:gd name="connsiteY898" fmla="*/ 886333 h 6858000"/>
              <a:gd name="connsiteX899" fmla="*/ 1423698 w 7467600"/>
              <a:gd name="connsiteY899" fmla="*/ 710817 h 6858000"/>
              <a:gd name="connsiteX900" fmla="*/ 1357609 w 7467600"/>
              <a:gd name="connsiteY900" fmla="*/ 532892 h 6858000"/>
              <a:gd name="connsiteX901" fmla="*/ 1309550 w 7467600"/>
              <a:gd name="connsiteY901" fmla="*/ 374031 h 6858000"/>
              <a:gd name="connsiteX902" fmla="*/ 1193673 w 7467600"/>
              <a:gd name="connsiteY902" fmla="*/ 49533 h 6858000"/>
              <a:gd name="connsiteX903" fmla="*/ 1164391 w 7467600"/>
              <a:gd name="connsiteY903" fmla="*/ 0 h 6858000"/>
              <a:gd name="connsiteX904" fmla="*/ 1200666 w 7467600"/>
              <a:gd name="connsiteY904" fmla="*/ 0 h 6858000"/>
              <a:gd name="connsiteX905" fmla="*/ 1223408 w 7467600"/>
              <a:gd name="connsiteY905" fmla="*/ 38996 h 6858000"/>
              <a:gd name="connsiteX906" fmla="*/ 1339635 w 7467600"/>
              <a:gd name="connsiteY906" fmla="*/ 365517 h 6858000"/>
              <a:gd name="connsiteX907" fmla="*/ 1387469 w 7467600"/>
              <a:gd name="connsiteY907" fmla="*/ 523079 h 6858000"/>
              <a:gd name="connsiteX908" fmla="*/ 1452685 w 7467600"/>
              <a:gd name="connsiteY908" fmla="*/ 699806 h 6858000"/>
              <a:gd name="connsiteX909" fmla="*/ 1492092 w 7467600"/>
              <a:gd name="connsiteY909" fmla="*/ 800424 h 6858000"/>
              <a:gd name="connsiteX910" fmla="*/ 1455302 w 7467600"/>
              <a:gd name="connsiteY910" fmla="*/ 632913 h 6858000"/>
              <a:gd name="connsiteX911" fmla="*/ 1222336 w 7467600"/>
              <a:gd name="connsiteY911" fmla="*/ 9480 h 6858000"/>
              <a:gd name="connsiteX912" fmla="*/ 1214634 w 7467600"/>
              <a:gd name="connsiteY912" fmla="*/ 0 h 6858000"/>
              <a:gd name="connsiteX913" fmla="*/ 1289827 w 7467600"/>
              <a:gd name="connsiteY913" fmla="*/ 0 h 6858000"/>
              <a:gd name="connsiteX914" fmla="*/ 1321076 w 7467600"/>
              <a:gd name="connsiteY914" fmla="*/ 59722 h 6858000"/>
              <a:gd name="connsiteX915" fmla="*/ 1512579 w 7467600"/>
              <a:gd name="connsiteY915" fmla="*/ 626441 h 6858000"/>
              <a:gd name="connsiteX916" fmla="*/ 1506076 w 7467600"/>
              <a:gd name="connsiteY916" fmla="*/ 1089289 h 6858000"/>
              <a:gd name="connsiteX917" fmla="*/ 1486346 w 7467600"/>
              <a:gd name="connsiteY917" fmla="*/ 1079919 h 6858000"/>
              <a:gd name="connsiteX918" fmla="*/ 1070511 w 7467600"/>
              <a:gd name="connsiteY918" fmla="*/ 48609 h 6858000"/>
              <a:gd name="connsiteX919" fmla="*/ 1057230 w 7467600"/>
              <a:gd name="connsiteY919" fmla="*/ 0 h 6858000"/>
              <a:gd name="connsiteX920" fmla="*/ 43151 w 7467600"/>
              <a:gd name="connsiteY920" fmla="*/ 0 h 6858000"/>
              <a:gd name="connsiteX921" fmla="*/ 95283 w 7467600"/>
              <a:gd name="connsiteY921" fmla="*/ 0 h 6858000"/>
              <a:gd name="connsiteX922" fmla="*/ 300708 w 7467600"/>
              <a:gd name="connsiteY922" fmla="*/ 154571 h 6858000"/>
              <a:gd name="connsiteX923" fmla="*/ 530414 w 7467600"/>
              <a:gd name="connsiteY923" fmla="*/ 354673 h 6858000"/>
              <a:gd name="connsiteX924" fmla="*/ 333785 w 7467600"/>
              <a:gd name="connsiteY924" fmla="*/ 161564 h 6858000"/>
              <a:gd name="connsiteX925" fmla="*/ 147005 w 7467600"/>
              <a:gd name="connsiteY925" fmla="*/ 0 h 6858000"/>
              <a:gd name="connsiteX926" fmla="*/ 272509 w 7467600"/>
              <a:gd name="connsiteY926" fmla="*/ 0 h 6858000"/>
              <a:gd name="connsiteX927" fmla="*/ 326276 w 7467600"/>
              <a:gd name="connsiteY927" fmla="*/ 45847 h 6858000"/>
              <a:gd name="connsiteX928" fmla="*/ 823759 w 7467600"/>
              <a:gd name="connsiteY928" fmla="*/ 574145 h 6858000"/>
              <a:gd name="connsiteX929" fmla="*/ 811254 w 7467600"/>
              <a:gd name="connsiteY929" fmla="*/ 665546 h 6858000"/>
              <a:gd name="connsiteX930" fmla="*/ 154042 w 7467600"/>
              <a:gd name="connsiteY930" fmla="*/ 261522 h 6858000"/>
              <a:gd name="connsiteX931" fmla="*/ 13550 w 7467600"/>
              <a:gd name="connsiteY931" fmla="*/ 158423 h 6858000"/>
              <a:gd name="connsiteX932" fmla="*/ 0 w 7467600"/>
              <a:gd name="connsiteY932" fmla="*/ 146618 h 6858000"/>
              <a:gd name="connsiteX933" fmla="*/ 0 w 7467600"/>
              <a:gd name="connsiteY933" fmla="*/ 59161 h 6858000"/>
              <a:gd name="connsiteX934" fmla="*/ 45427 w 7467600"/>
              <a:gd name="connsiteY934" fmla="*/ 101078 h 6858000"/>
              <a:gd name="connsiteX935" fmla="*/ 630103 w 7467600"/>
              <a:gd name="connsiteY935" fmla="*/ 485885 h 6858000"/>
              <a:gd name="connsiteX936" fmla="*/ 532040 w 7467600"/>
              <a:gd name="connsiteY936" fmla="*/ 399359 h 6858000"/>
              <a:gd name="connsiteX937" fmla="*/ 517618 w 7467600"/>
              <a:gd name="connsiteY937" fmla="*/ 385726 h 6858000"/>
              <a:gd name="connsiteX938" fmla="*/ 285074 w 7467600"/>
              <a:gd name="connsiteY938" fmla="*/ 182755 h 6858000"/>
              <a:gd name="connsiteX939" fmla="*/ 43151 w 7467600"/>
              <a:gd name="connsiteY939" fmla="*/ 0 h 6858000"/>
              <a:gd name="connsiteX0" fmla="*/ 369702 w 7467600"/>
              <a:gd name="connsiteY0" fmla="*/ 6712169 h 6858000"/>
              <a:gd name="connsiteX1" fmla="*/ 366575 w 7467600"/>
              <a:gd name="connsiteY1" fmla="*/ 6715556 h 6858000"/>
              <a:gd name="connsiteX2" fmla="*/ 371637 w 7467600"/>
              <a:gd name="connsiteY2" fmla="*/ 6713954 h 6858000"/>
              <a:gd name="connsiteX3" fmla="*/ 369702 w 7467600"/>
              <a:gd name="connsiteY3" fmla="*/ 6712169 h 6858000"/>
              <a:gd name="connsiteX4" fmla="*/ 7467600 w 7467600"/>
              <a:gd name="connsiteY4" fmla="*/ 6628217 h 6858000"/>
              <a:gd name="connsiteX5" fmla="*/ 7440138 w 7467600"/>
              <a:gd name="connsiteY5" fmla="*/ 6622648 h 6858000"/>
              <a:gd name="connsiteX6" fmla="*/ 7467600 w 7467600"/>
              <a:gd name="connsiteY6" fmla="*/ 6628217 h 6858000"/>
              <a:gd name="connsiteX7" fmla="*/ 1019354 w 7467600"/>
              <a:gd name="connsiteY7" fmla="*/ 6315006 h 6858000"/>
              <a:gd name="connsiteX8" fmla="*/ 441046 w 7467600"/>
              <a:gd name="connsiteY8" fmla="*/ 6691153 h 6858000"/>
              <a:gd name="connsiteX9" fmla="*/ 1019354 w 7467600"/>
              <a:gd name="connsiteY9" fmla="*/ 6315006 h 6858000"/>
              <a:gd name="connsiteX10" fmla="*/ 991680 w 7467600"/>
              <a:gd name="connsiteY10" fmla="*/ 6298413 h 6858000"/>
              <a:gd name="connsiteX11" fmla="*/ 409060 w 7467600"/>
              <a:gd name="connsiteY11" fmla="*/ 6671470 h 6858000"/>
              <a:gd name="connsiteX12" fmla="*/ 991680 w 7467600"/>
              <a:gd name="connsiteY12" fmla="*/ 6298413 h 6858000"/>
              <a:gd name="connsiteX13" fmla="*/ 103333 w 7467600"/>
              <a:gd name="connsiteY13" fmla="*/ 5699602 h 6858000"/>
              <a:gd name="connsiteX14" fmla="*/ 233938 w 7467600"/>
              <a:gd name="connsiteY14" fmla="*/ 5809416 h 6858000"/>
              <a:gd name="connsiteX15" fmla="*/ 883580 w 7467600"/>
              <a:gd name="connsiteY15" fmla="*/ 6180710 h 6858000"/>
              <a:gd name="connsiteX16" fmla="*/ 487337 w 7467600"/>
              <a:gd name="connsiteY16" fmla="*/ 5950182 h 6858000"/>
              <a:gd name="connsiteX17" fmla="*/ 354051 w 7467600"/>
              <a:gd name="connsiteY17" fmla="*/ 5854912 h 6858000"/>
              <a:gd name="connsiteX18" fmla="*/ 195436 w 7467600"/>
              <a:gd name="connsiteY18" fmla="*/ 5755068 h 6858000"/>
              <a:gd name="connsiteX19" fmla="*/ 103333 w 7467600"/>
              <a:gd name="connsiteY19" fmla="*/ 5699602 h 6858000"/>
              <a:gd name="connsiteX20" fmla="*/ 5539432 w 7467600"/>
              <a:gd name="connsiteY20" fmla="*/ 5642928 h 6858000"/>
              <a:gd name="connsiteX21" fmla="*/ 5555462 w 7467600"/>
              <a:gd name="connsiteY21" fmla="*/ 5694454 h 6858000"/>
              <a:gd name="connsiteX22" fmla="*/ 5828270 w 7467600"/>
              <a:gd name="connsiteY22" fmla="*/ 6320663 h 6858000"/>
              <a:gd name="connsiteX23" fmla="*/ 5947416 w 7467600"/>
              <a:gd name="connsiteY23" fmla="*/ 6574846 h 6858000"/>
              <a:gd name="connsiteX24" fmla="*/ 5539432 w 7467600"/>
              <a:gd name="connsiteY24" fmla="*/ 5642928 h 6858000"/>
              <a:gd name="connsiteX25" fmla="*/ 51253 w 7467600"/>
              <a:gd name="connsiteY25" fmla="*/ 5631825 h 6858000"/>
              <a:gd name="connsiteX26" fmla="*/ 211622 w 7467600"/>
              <a:gd name="connsiteY26" fmla="*/ 5728803 h 6858000"/>
              <a:gd name="connsiteX27" fmla="*/ 371652 w 7467600"/>
              <a:gd name="connsiteY27" fmla="*/ 5829062 h 6858000"/>
              <a:gd name="connsiteX28" fmla="*/ 505903 w 7467600"/>
              <a:gd name="connsiteY28" fmla="*/ 5925221 h 6858000"/>
              <a:gd name="connsiteX29" fmla="*/ 899240 w 7467600"/>
              <a:gd name="connsiteY29" fmla="*/ 6153068 h 6858000"/>
              <a:gd name="connsiteX30" fmla="*/ 988114 w 7467600"/>
              <a:gd name="connsiteY30" fmla="*/ 6174204 h 6858000"/>
              <a:gd name="connsiteX31" fmla="*/ 845971 w 7467600"/>
              <a:gd name="connsiteY31" fmla="*/ 6067177 h 6858000"/>
              <a:gd name="connsiteX32" fmla="*/ 448057 w 7467600"/>
              <a:gd name="connsiteY32" fmla="*/ 5841376 h 6858000"/>
              <a:gd name="connsiteX33" fmla="*/ 51253 w 7467600"/>
              <a:gd name="connsiteY33" fmla="*/ 5631825 h 6858000"/>
              <a:gd name="connsiteX34" fmla="*/ 2606687 w 7467600"/>
              <a:gd name="connsiteY34" fmla="*/ 5630718 h 6858000"/>
              <a:gd name="connsiteX35" fmla="*/ 2645658 w 7467600"/>
              <a:gd name="connsiteY35" fmla="*/ 6640259 h 6858000"/>
              <a:gd name="connsiteX36" fmla="*/ 2606687 w 7467600"/>
              <a:gd name="connsiteY36" fmla="*/ 5630718 h 6858000"/>
              <a:gd name="connsiteX37" fmla="*/ 3642057 w 7467600"/>
              <a:gd name="connsiteY37" fmla="*/ 5573487 h 6858000"/>
              <a:gd name="connsiteX38" fmla="*/ 3632981 w 7467600"/>
              <a:gd name="connsiteY38" fmla="*/ 5579437 h 6858000"/>
              <a:gd name="connsiteX39" fmla="*/ 3382436 w 7467600"/>
              <a:gd name="connsiteY39" fmla="*/ 5952726 h 6858000"/>
              <a:gd name="connsiteX40" fmla="*/ 3191929 w 7467600"/>
              <a:gd name="connsiteY40" fmla="*/ 6662669 h 6858000"/>
              <a:gd name="connsiteX41" fmla="*/ 3369898 w 7467600"/>
              <a:gd name="connsiteY41" fmla="*/ 6081771 h 6858000"/>
              <a:gd name="connsiteX42" fmla="*/ 3642057 w 7467600"/>
              <a:gd name="connsiteY42" fmla="*/ 5573487 h 6858000"/>
              <a:gd name="connsiteX43" fmla="*/ 2650666 w 7467600"/>
              <a:gd name="connsiteY43" fmla="*/ 5530686 h 6858000"/>
              <a:gd name="connsiteX44" fmla="*/ 2650249 w 7467600"/>
              <a:gd name="connsiteY44" fmla="*/ 5532101 h 6858000"/>
              <a:gd name="connsiteX45" fmla="*/ 2663808 w 7467600"/>
              <a:gd name="connsiteY45" fmla="*/ 6535215 h 6858000"/>
              <a:gd name="connsiteX46" fmla="*/ 2665418 w 7467600"/>
              <a:gd name="connsiteY46" fmla="*/ 6132756 h 6858000"/>
              <a:gd name="connsiteX47" fmla="*/ 2650666 w 7467600"/>
              <a:gd name="connsiteY47" fmla="*/ 5530686 h 6858000"/>
              <a:gd name="connsiteX48" fmla="*/ 2680277 w 7467600"/>
              <a:gd name="connsiteY48" fmla="*/ 5479204 h 6858000"/>
              <a:gd name="connsiteX49" fmla="*/ 2678972 w 7467600"/>
              <a:gd name="connsiteY49" fmla="*/ 5481582 h 6858000"/>
              <a:gd name="connsiteX50" fmla="*/ 2696666 w 7467600"/>
              <a:gd name="connsiteY50" fmla="*/ 6133836 h 6858000"/>
              <a:gd name="connsiteX51" fmla="*/ 2695769 w 7467600"/>
              <a:gd name="connsiteY51" fmla="*/ 6390955 h 6858000"/>
              <a:gd name="connsiteX52" fmla="*/ 2739893 w 7467600"/>
              <a:gd name="connsiteY52" fmla="*/ 6108357 h 6858000"/>
              <a:gd name="connsiteX53" fmla="*/ 2680277 w 7467600"/>
              <a:gd name="connsiteY53" fmla="*/ 5479204 h 6858000"/>
              <a:gd name="connsiteX54" fmla="*/ 1132195 w 7467600"/>
              <a:gd name="connsiteY54" fmla="*/ 5467980 h 6858000"/>
              <a:gd name="connsiteX55" fmla="*/ 1679056 w 7467600"/>
              <a:gd name="connsiteY55" fmla="*/ 5516907 h 6858000"/>
              <a:gd name="connsiteX56" fmla="*/ 2128648 w 7467600"/>
              <a:gd name="connsiteY56" fmla="*/ 5474249 h 6858000"/>
              <a:gd name="connsiteX57" fmla="*/ 1825619 w 7467600"/>
              <a:gd name="connsiteY57" fmla="*/ 5478447 h 6858000"/>
              <a:gd name="connsiteX58" fmla="*/ 1737798 w 7467600"/>
              <a:gd name="connsiteY58" fmla="*/ 5483353 h 6858000"/>
              <a:gd name="connsiteX59" fmla="*/ 1132195 w 7467600"/>
              <a:gd name="connsiteY59" fmla="*/ 5467980 h 6858000"/>
              <a:gd name="connsiteX60" fmla="*/ 1456157 w 7467600"/>
              <a:gd name="connsiteY60" fmla="*/ 5371404 h 6858000"/>
              <a:gd name="connsiteX61" fmla="*/ 1244432 w 7467600"/>
              <a:gd name="connsiteY61" fmla="*/ 5385601 h 6858000"/>
              <a:gd name="connsiteX62" fmla="*/ 973990 w 7467600"/>
              <a:gd name="connsiteY62" fmla="*/ 5424940 h 6858000"/>
              <a:gd name="connsiteX63" fmla="*/ 1103809 w 7467600"/>
              <a:gd name="connsiteY63" fmla="*/ 5433720 h 6858000"/>
              <a:gd name="connsiteX64" fmla="*/ 1123454 w 7467600"/>
              <a:gd name="connsiteY64" fmla="*/ 5435727 h 6858000"/>
              <a:gd name="connsiteX65" fmla="*/ 1737017 w 7467600"/>
              <a:gd name="connsiteY65" fmla="*/ 5452183 h 6858000"/>
              <a:gd name="connsiteX66" fmla="*/ 1824397 w 7467600"/>
              <a:gd name="connsiteY66" fmla="*/ 5447757 h 6858000"/>
              <a:gd name="connsiteX67" fmla="*/ 2070059 w 7467600"/>
              <a:gd name="connsiteY67" fmla="*/ 5441660 h 6858000"/>
              <a:gd name="connsiteX68" fmla="*/ 1456157 w 7467600"/>
              <a:gd name="connsiteY68" fmla="*/ 5371404 h 6858000"/>
              <a:gd name="connsiteX69" fmla="*/ 4988186 w 7467600"/>
              <a:gd name="connsiteY69" fmla="*/ 5216467 h 6858000"/>
              <a:gd name="connsiteX70" fmla="*/ 4777334 w 7467600"/>
              <a:gd name="connsiteY70" fmla="*/ 5406072 h 6858000"/>
              <a:gd name="connsiteX71" fmla="*/ 4718341 w 7467600"/>
              <a:gd name="connsiteY71" fmla="*/ 5468043 h 6858000"/>
              <a:gd name="connsiteX72" fmla="*/ 4604655 w 7467600"/>
              <a:gd name="connsiteY72" fmla="*/ 5583434 h 6858000"/>
              <a:gd name="connsiteX73" fmla="*/ 4565074 w 7467600"/>
              <a:gd name="connsiteY73" fmla="*/ 5618550 h 6858000"/>
              <a:gd name="connsiteX74" fmla="*/ 4988186 w 7467600"/>
              <a:gd name="connsiteY74" fmla="*/ 5216467 h 6858000"/>
              <a:gd name="connsiteX75" fmla="*/ 4978032 w 7467600"/>
              <a:gd name="connsiteY75" fmla="*/ 5183809 h 6858000"/>
              <a:gd name="connsiteX76" fmla="*/ 4463413 w 7467600"/>
              <a:gd name="connsiteY76" fmla="*/ 5615162 h 6858000"/>
              <a:gd name="connsiteX77" fmla="*/ 4358134 w 7467600"/>
              <a:gd name="connsiteY77" fmla="*/ 5742791 h 6858000"/>
              <a:gd name="connsiteX78" fmla="*/ 4376219 w 7467600"/>
              <a:gd name="connsiteY78" fmla="*/ 5729027 h 6858000"/>
              <a:gd name="connsiteX79" fmla="*/ 4582340 w 7467600"/>
              <a:gd name="connsiteY79" fmla="*/ 5561037 h 6858000"/>
              <a:gd name="connsiteX80" fmla="*/ 4694684 w 7467600"/>
              <a:gd name="connsiteY80" fmla="*/ 5447098 h 6858000"/>
              <a:gd name="connsiteX81" fmla="*/ 4754123 w 7467600"/>
              <a:gd name="connsiteY81" fmla="*/ 5384643 h 6858000"/>
              <a:gd name="connsiteX82" fmla="*/ 4978032 w 7467600"/>
              <a:gd name="connsiteY82" fmla="*/ 5183809 h 6858000"/>
              <a:gd name="connsiteX83" fmla="*/ 1903353 w 7467600"/>
              <a:gd name="connsiteY83" fmla="*/ 5044827 h 6858000"/>
              <a:gd name="connsiteX84" fmla="*/ 1936931 w 7467600"/>
              <a:gd name="connsiteY84" fmla="*/ 5093954 h 6858000"/>
              <a:gd name="connsiteX85" fmla="*/ 2195868 w 7467600"/>
              <a:gd name="connsiteY85" fmla="*/ 5396574 h 6858000"/>
              <a:gd name="connsiteX86" fmla="*/ 2088852 w 7467600"/>
              <a:gd name="connsiteY86" fmla="*/ 5166123 h 6858000"/>
              <a:gd name="connsiteX87" fmla="*/ 1958241 w 7467600"/>
              <a:gd name="connsiteY87" fmla="*/ 5067955 h 6858000"/>
              <a:gd name="connsiteX88" fmla="*/ 1903353 w 7467600"/>
              <a:gd name="connsiteY88" fmla="*/ 5044827 h 6858000"/>
              <a:gd name="connsiteX89" fmla="*/ 1979378 w 7467600"/>
              <a:gd name="connsiteY89" fmla="*/ 4769504 h 6858000"/>
              <a:gd name="connsiteX90" fmla="*/ 2882120 w 7467600"/>
              <a:gd name="connsiteY90" fmla="*/ 5064547 h 6858000"/>
              <a:gd name="connsiteX91" fmla="*/ 2793103 w 7467600"/>
              <a:gd name="connsiteY91" fmla="*/ 5039699 h 6858000"/>
              <a:gd name="connsiteX92" fmla="*/ 2770041 w 7467600"/>
              <a:gd name="connsiteY92" fmla="*/ 5033634 h 6858000"/>
              <a:gd name="connsiteX93" fmla="*/ 1979378 w 7467600"/>
              <a:gd name="connsiteY93" fmla="*/ 4769504 h 6858000"/>
              <a:gd name="connsiteX94" fmla="*/ 1927410 w 7467600"/>
              <a:gd name="connsiteY94" fmla="*/ 4716164 h 6858000"/>
              <a:gd name="connsiteX95" fmla="*/ 1959587 w 7467600"/>
              <a:gd name="connsiteY95" fmla="*/ 4728849 h 6858000"/>
              <a:gd name="connsiteX96" fmla="*/ 2777707 w 7467600"/>
              <a:gd name="connsiteY96" fmla="*/ 5003991 h 6858000"/>
              <a:gd name="connsiteX97" fmla="*/ 2800768 w 7467600"/>
              <a:gd name="connsiteY97" fmla="*/ 5010056 h 6858000"/>
              <a:gd name="connsiteX98" fmla="*/ 2879408 w 7467600"/>
              <a:gd name="connsiteY98" fmla="*/ 5031590 h 6858000"/>
              <a:gd name="connsiteX99" fmla="*/ 2862295 w 7467600"/>
              <a:gd name="connsiteY99" fmla="*/ 5022958 h 6858000"/>
              <a:gd name="connsiteX100" fmla="*/ 2813343 w 7467600"/>
              <a:gd name="connsiteY100" fmla="*/ 4998369 h 6858000"/>
              <a:gd name="connsiteX101" fmla="*/ 2646245 w 7467600"/>
              <a:gd name="connsiteY101" fmla="*/ 4930999 h 6858000"/>
              <a:gd name="connsiteX102" fmla="*/ 1999243 w 7467600"/>
              <a:gd name="connsiteY102" fmla="*/ 4730524 h 6858000"/>
              <a:gd name="connsiteX103" fmla="*/ 1979527 w 7467600"/>
              <a:gd name="connsiteY103" fmla="*/ 4726651 h 6858000"/>
              <a:gd name="connsiteX104" fmla="*/ 1927410 w 7467600"/>
              <a:gd name="connsiteY104" fmla="*/ 4716164 h 6858000"/>
              <a:gd name="connsiteX105" fmla="*/ 1997014 w 7467600"/>
              <a:gd name="connsiteY105" fmla="*/ 4698007 h 6858000"/>
              <a:gd name="connsiteX106" fmla="*/ 2005458 w 7467600"/>
              <a:gd name="connsiteY106" fmla="*/ 4699540 h 6858000"/>
              <a:gd name="connsiteX107" fmla="*/ 2657186 w 7467600"/>
              <a:gd name="connsiteY107" fmla="*/ 4901687 h 6858000"/>
              <a:gd name="connsiteX108" fmla="*/ 2826662 w 7467600"/>
              <a:gd name="connsiteY108" fmla="*/ 4970362 h 6858000"/>
              <a:gd name="connsiteX109" fmla="*/ 2876100 w 7467600"/>
              <a:gd name="connsiteY109" fmla="*/ 4995397 h 6858000"/>
              <a:gd name="connsiteX110" fmla="*/ 3042600 w 7467600"/>
              <a:gd name="connsiteY110" fmla="*/ 5059532 h 6858000"/>
              <a:gd name="connsiteX111" fmla="*/ 1997014 w 7467600"/>
              <a:gd name="connsiteY111" fmla="*/ 4698007 h 6858000"/>
              <a:gd name="connsiteX112" fmla="*/ 2305292 w 7467600"/>
              <a:gd name="connsiteY112" fmla="*/ 4219492 h 6858000"/>
              <a:gd name="connsiteX113" fmla="*/ 3360922 w 7467600"/>
              <a:gd name="connsiteY113" fmla="*/ 4529373 h 6858000"/>
              <a:gd name="connsiteX114" fmla="*/ 3492420 w 7467600"/>
              <a:gd name="connsiteY114" fmla="*/ 4510145 h 6858000"/>
              <a:gd name="connsiteX115" fmla="*/ 3364086 w 7467600"/>
              <a:gd name="connsiteY115" fmla="*/ 4480340 h 6858000"/>
              <a:gd name="connsiteX116" fmla="*/ 3225818 w 7467600"/>
              <a:gd name="connsiteY116" fmla="*/ 4411822 h 6858000"/>
              <a:gd name="connsiteX117" fmla="*/ 3129696 w 7467600"/>
              <a:gd name="connsiteY117" fmla="*/ 4360704 h 6858000"/>
              <a:gd name="connsiteX118" fmla="*/ 2814545 w 7467600"/>
              <a:gd name="connsiteY118" fmla="*/ 4282955 h 6858000"/>
              <a:gd name="connsiteX119" fmla="*/ 2305292 w 7467600"/>
              <a:gd name="connsiteY119" fmla="*/ 4219492 h 6858000"/>
              <a:gd name="connsiteX120" fmla="*/ 2626982 w 7467600"/>
              <a:gd name="connsiteY120" fmla="*/ 4206450 h 6858000"/>
              <a:gd name="connsiteX121" fmla="*/ 2490617 w 7467600"/>
              <a:gd name="connsiteY121" fmla="*/ 4206951 h 6858000"/>
              <a:gd name="connsiteX122" fmla="*/ 2819869 w 7467600"/>
              <a:gd name="connsiteY122" fmla="*/ 4252936 h 6858000"/>
              <a:gd name="connsiteX123" fmla="*/ 3143018 w 7467600"/>
              <a:gd name="connsiteY123" fmla="*/ 4332698 h 6858000"/>
              <a:gd name="connsiteX124" fmla="*/ 3241520 w 7467600"/>
              <a:gd name="connsiteY124" fmla="*/ 4385112 h 6858000"/>
              <a:gd name="connsiteX125" fmla="*/ 3374575 w 7467600"/>
              <a:gd name="connsiteY125" fmla="*/ 4451517 h 6858000"/>
              <a:gd name="connsiteX126" fmla="*/ 3505221 w 7467600"/>
              <a:gd name="connsiteY126" fmla="*/ 4480757 h 6858000"/>
              <a:gd name="connsiteX127" fmla="*/ 2626982 w 7467600"/>
              <a:gd name="connsiteY127" fmla="*/ 4206450 h 6858000"/>
              <a:gd name="connsiteX128" fmla="*/ 1310106 w 7467600"/>
              <a:gd name="connsiteY128" fmla="*/ 3943217 h 6858000"/>
              <a:gd name="connsiteX129" fmla="*/ 854994 w 7467600"/>
              <a:gd name="connsiteY129" fmla="*/ 4399136 h 6858000"/>
              <a:gd name="connsiteX130" fmla="*/ 742462 w 7467600"/>
              <a:gd name="connsiteY130" fmla="*/ 4594648 h 6858000"/>
              <a:gd name="connsiteX131" fmla="*/ 820602 w 7467600"/>
              <a:gd name="connsiteY131" fmla="*/ 4485915 h 6858000"/>
              <a:gd name="connsiteX132" fmla="*/ 878295 w 7467600"/>
              <a:gd name="connsiteY132" fmla="*/ 4403594 h 6858000"/>
              <a:gd name="connsiteX133" fmla="*/ 1240607 w 7467600"/>
              <a:gd name="connsiteY133" fmla="*/ 4010401 h 6858000"/>
              <a:gd name="connsiteX134" fmla="*/ 1310106 w 7467600"/>
              <a:gd name="connsiteY134" fmla="*/ 3943217 h 6858000"/>
              <a:gd name="connsiteX135" fmla="*/ 1423113 w 7467600"/>
              <a:gd name="connsiteY135" fmla="*/ 3874565 h 6858000"/>
              <a:gd name="connsiteX136" fmla="*/ 1260565 w 7467600"/>
              <a:gd name="connsiteY136" fmla="*/ 4031982 h 6858000"/>
              <a:gd name="connsiteX137" fmla="*/ 901900 w 7467600"/>
              <a:gd name="connsiteY137" fmla="*/ 4421236 h 6858000"/>
              <a:gd name="connsiteX138" fmla="*/ 845044 w 7467600"/>
              <a:gd name="connsiteY138" fmla="*/ 4502436 h 6858000"/>
              <a:gd name="connsiteX139" fmla="*/ 685926 w 7467600"/>
              <a:gd name="connsiteY139" fmla="*/ 4703069 h 6858000"/>
              <a:gd name="connsiteX140" fmla="*/ 684248 w 7467600"/>
              <a:gd name="connsiteY140" fmla="*/ 4706721 h 6858000"/>
              <a:gd name="connsiteX141" fmla="*/ 1423113 w 7467600"/>
              <a:gd name="connsiteY141" fmla="*/ 3874565 h 6858000"/>
              <a:gd name="connsiteX142" fmla="*/ 3316479 w 7467600"/>
              <a:gd name="connsiteY142" fmla="*/ 3872136 h 6858000"/>
              <a:gd name="connsiteX143" fmla="*/ 3546806 w 7467600"/>
              <a:gd name="connsiteY143" fmla="*/ 4356139 h 6858000"/>
              <a:gd name="connsiteX144" fmla="*/ 3364433 w 7467600"/>
              <a:gd name="connsiteY144" fmla="*/ 3953121 h 6858000"/>
              <a:gd name="connsiteX145" fmla="*/ 3316479 w 7467600"/>
              <a:gd name="connsiteY145" fmla="*/ 3872136 h 6858000"/>
              <a:gd name="connsiteX146" fmla="*/ 3291335 w 7467600"/>
              <a:gd name="connsiteY146" fmla="*/ 3767420 h 6858000"/>
              <a:gd name="connsiteX147" fmla="*/ 3390805 w 7467600"/>
              <a:gd name="connsiteY147" fmla="*/ 3937163 h 6858000"/>
              <a:gd name="connsiteX148" fmla="*/ 3579062 w 7467600"/>
              <a:gd name="connsiteY148" fmla="*/ 4359040 h 6858000"/>
              <a:gd name="connsiteX149" fmla="*/ 3467355 w 7467600"/>
              <a:gd name="connsiteY149" fmla="*/ 3988130 h 6858000"/>
              <a:gd name="connsiteX150" fmla="*/ 3310753 w 7467600"/>
              <a:gd name="connsiteY150" fmla="*/ 3787140 h 6858000"/>
              <a:gd name="connsiteX151" fmla="*/ 3291335 w 7467600"/>
              <a:gd name="connsiteY151" fmla="*/ 3767420 h 6858000"/>
              <a:gd name="connsiteX152" fmla="*/ 1635889 w 7467600"/>
              <a:gd name="connsiteY152" fmla="*/ 3709494 h 6858000"/>
              <a:gd name="connsiteX153" fmla="*/ 1634800 w 7467600"/>
              <a:gd name="connsiteY153" fmla="*/ 3731111 h 6858000"/>
              <a:gd name="connsiteX154" fmla="*/ 1635889 w 7467600"/>
              <a:gd name="connsiteY154" fmla="*/ 3709494 h 6858000"/>
              <a:gd name="connsiteX155" fmla="*/ 1510397 w 7467600"/>
              <a:gd name="connsiteY155" fmla="*/ 3684705 h 6858000"/>
              <a:gd name="connsiteX156" fmla="*/ 1146550 w 7467600"/>
              <a:gd name="connsiteY156" fmla="*/ 3802012 h 6858000"/>
              <a:gd name="connsiteX157" fmla="*/ 698834 w 7467600"/>
              <a:gd name="connsiteY157" fmla="*/ 3952272 h 6858000"/>
              <a:gd name="connsiteX158" fmla="*/ 34256 w 7467600"/>
              <a:gd name="connsiteY158" fmla="*/ 4347603 h 6858000"/>
              <a:gd name="connsiteX159" fmla="*/ 527241 w 7467600"/>
              <a:gd name="connsiteY159" fmla="*/ 4065078 h 6858000"/>
              <a:gd name="connsiteX160" fmla="*/ 1510397 w 7467600"/>
              <a:gd name="connsiteY160" fmla="*/ 3684705 h 6858000"/>
              <a:gd name="connsiteX161" fmla="*/ 1313114 w 7467600"/>
              <a:gd name="connsiteY161" fmla="*/ 3655216 h 6858000"/>
              <a:gd name="connsiteX162" fmla="*/ 1109304 w 7467600"/>
              <a:gd name="connsiteY162" fmla="*/ 3669030 h 6858000"/>
              <a:gd name="connsiteX163" fmla="*/ 8129 w 7467600"/>
              <a:gd name="connsiteY163" fmla="*/ 4330519 h 6858000"/>
              <a:gd name="connsiteX164" fmla="*/ 687572 w 7467600"/>
              <a:gd name="connsiteY164" fmla="*/ 3925629 h 6858000"/>
              <a:gd name="connsiteX165" fmla="*/ 1138365 w 7467600"/>
              <a:gd name="connsiteY165" fmla="*/ 3774515 h 6858000"/>
              <a:gd name="connsiteX166" fmla="*/ 1505579 w 7467600"/>
              <a:gd name="connsiteY166" fmla="*/ 3655526 h 6858000"/>
              <a:gd name="connsiteX167" fmla="*/ 1313114 w 7467600"/>
              <a:gd name="connsiteY167" fmla="*/ 3655216 h 6858000"/>
              <a:gd name="connsiteX168" fmla="*/ 3655073 w 7467600"/>
              <a:gd name="connsiteY168" fmla="*/ 3650884 h 6858000"/>
              <a:gd name="connsiteX169" fmla="*/ 3989938 w 7467600"/>
              <a:gd name="connsiteY169" fmla="*/ 3991685 h 6858000"/>
              <a:gd name="connsiteX170" fmla="*/ 4393907 w 7467600"/>
              <a:gd name="connsiteY170" fmla="*/ 4261258 h 6858000"/>
              <a:gd name="connsiteX171" fmla="*/ 4648051 w 7467600"/>
              <a:gd name="connsiteY171" fmla="*/ 4374051 h 6858000"/>
              <a:gd name="connsiteX172" fmla="*/ 4383389 w 7467600"/>
              <a:gd name="connsiteY172" fmla="*/ 4184369 h 6858000"/>
              <a:gd name="connsiteX173" fmla="*/ 4165508 w 7467600"/>
              <a:gd name="connsiteY173" fmla="*/ 4035196 h 6858000"/>
              <a:gd name="connsiteX174" fmla="*/ 4068162 w 7467600"/>
              <a:gd name="connsiteY174" fmla="*/ 3953394 h 6858000"/>
              <a:gd name="connsiteX175" fmla="*/ 3981416 w 7467600"/>
              <a:gd name="connsiteY175" fmla="*/ 3880482 h 6858000"/>
              <a:gd name="connsiteX176" fmla="*/ 3800147 w 7467600"/>
              <a:gd name="connsiteY176" fmla="*/ 3749872 h 6858000"/>
              <a:gd name="connsiteX177" fmla="*/ 3655073 w 7467600"/>
              <a:gd name="connsiteY177" fmla="*/ 3650884 h 6858000"/>
              <a:gd name="connsiteX178" fmla="*/ 3670252 w 7467600"/>
              <a:gd name="connsiteY178" fmla="*/ 3622798 h 6858000"/>
              <a:gd name="connsiteX179" fmla="*/ 3817258 w 7467600"/>
              <a:gd name="connsiteY179" fmla="*/ 3723577 h 6858000"/>
              <a:gd name="connsiteX180" fmla="*/ 4000461 w 7467600"/>
              <a:gd name="connsiteY180" fmla="*/ 3855966 h 6858000"/>
              <a:gd name="connsiteX181" fmla="*/ 4088180 w 7467600"/>
              <a:gd name="connsiteY181" fmla="*/ 3929774 h 6858000"/>
              <a:gd name="connsiteX182" fmla="*/ 4184555 w 7467600"/>
              <a:gd name="connsiteY182" fmla="*/ 4010683 h 6858000"/>
              <a:gd name="connsiteX183" fmla="*/ 4399563 w 7467600"/>
              <a:gd name="connsiteY183" fmla="*/ 4158106 h 6858000"/>
              <a:gd name="connsiteX184" fmla="*/ 4684469 w 7467600"/>
              <a:gd name="connsiteY184" fmla="*/ 4364680 h 6858000"/>
              <a:gd name="connsiteX185" fmla="*/ 4690271 w 7467600"/>
              <a:gd name="connsiteY185" fmla="*/ 4370034 h 6858000"/>
              <a:gd name="connsiteX186" fmla="*/ 4136093 w 7467600"/>
              <a:gd name="connsiteY186" fmla="*/ 3858466 h 6858000"/>
              <a:gd name="connsiteX187" fmla="*/ 3670252 w 7467600"/>
              <a:gd name="connsiteY187" fmla="*/ 3622798 h 6858000"/>
              <a:gd name="connsiteX188" fmla="*/ 4440129 w 7467600"/>
              <a:gd name="connsiteY188" fmla="*/ 3448571 h 6858000"/>
              <a:gd name="connsiteX189" fmla="*/ 4856525 w 7467600"/>
              <a:gd name="connsiteY189" fmla="*/ 3915351 h 6858000"/>
              <a:gd name="connsiteX190" fmla="*/ 5059055 w 7467600"/>
              <a:gd name="connsiteY190" fmla="*/ 4108918 h 6858000"/>
              <a:gd name="connsiteX191" fmla="*/ 5290070 w 7467600"/>
              <a:gd name="connsiteY191" fmla="*/ 4263619 h 6858000"/>
              <a:gd name="connsiteX192" fmla="*/ 4834991 w 7467600"/>
              <a:gd name="connsiteY192" fmla="*/ 3830985 h 6858000"/>
              <a:gd name="connsiteX193" fmla="*/ 4440129 w 7467600"/>
              <a:gd name="connsiteY193" fmla="*/ 3448571 h 6858000"/>
              <a:gd name="connsiteX194" fmla="*/ 4441737 w 7467600"/>
              <a:gd name="connsiteY194" fmla="*/ 3399734 h 6858000"/>
              <a:gd name="connsiteX195" fmla="*/ 4431236 w 7467600"/>
              <a:gd name="connsiteY195" fmla="*/ 3400954 h 6858000"/>
              <a:gd name="connsiteX196" fmla="*/ 4557150 w 7467600"/>
              <a:gd name="connsiteY196" fmla="*/ 3510023 h 6858000"/>
              <a:gd name="connsiteX197" fmla="*/ 4856936 w 7467600"/>
              <a:gd name="connsiteY197" fmla="*/ 3809146 h 6858000"/>
              <a:gd name="connsiteX198" fmla="*/ 5111996 w 7467600"/>
              <a:gd name="connsiteY198" fmla="*/ 4065759 h 6858000"/>
              <a:gd name="connsiteX199" fmla="*/ 5388878 w 7467600"/>
              <a:gd name="connsiteY199" fmla="*/ 4300185 h 6858000"/>
              <a:gd name="connsiteX200" fmla="*/ 5425556 w 7467600"/>
              <a:gd name="connsiteY200" fmla="*/ 4308967 h 6858000"/>
              <a:gd name="connsiteX201" fmla="*/ 4943646 w 7467600"/>
              <a:gd name="connsiteY201" fmla="*/ 3822916 h 6858000"/>
              <a:gd name="connsiteX202" fmla="*/ 4594837 w 7467600"/>
              <a:gd name="connsiteY202" fmla="*/ 3532274 h 6858000"/>
              <a:gd name="connsiteX203" fmla="*/ 4441737 w 7467600"/>
              <a:gd name="connsiteY203" fmla="*/ 3399734 h 6858000"/>
              <a:gd name="connsiteX204" fmla="*/ 5425834 w 7467600"/>
              <a:gd name="connsiteY204" fmla="*/ 3162785 h 6858000"/>
              <a:gd name="connsiteX205" fmla="*/ 5401644 w 7467600"/>
              <a:gd name="connsiteY205" fmla="*/ 3617847 h 6858000"/>
              <a:gd name="connsiteX206" fmla="*/ 5467256 w 7467600"/>
              <a:gd name="connsiteY206" fmla="*/ 4175494 h 6858000"/>
              <a:gd name="connsiteX207" fmla="*/ 5448069 w 7467600"/>
              <a:gd name="connsiteY207" fmla="*/ 3567554 h 6858000"/>
              <a:gd name="connsiteX208" fmla="*/ 5425834 w 7467600"/>
              <a:gd name="connsiteY208" fmla="*/ 3162785 h 6858000"/>
              <a:gd name="connsiteX209" fmla="*/ 1318687 w 7467600"/>
              <a:gd name="connsiteY209" fmla="*/ 3113840 h 6858000"/>
              <a:gd name="connsiteX210" fmla="*/ 1066793 w 7467600"/>
              <a:gd name="connsiteY210" fmla="*/ 3212171 h 6858000"/>
              <a:gd name="connsiteX211" fmla="*/ 993319 w 7467600"/>
              <a:gd name="connsiteY211" fmla="*/ 3247648 h 6858000"/>
              <a:gd name="connsiteX212" fmla="*/ 853081 w 7467600"/>
              <a:gd name="connsiteY212" fmla="*/ 3312410 h 6858000"/>
              <a:gd name="connsiteX213" fmla="*/ 805957 w 7467600"/>
              <a:gd name="connsiteY213" fmla="*/ 3330443 h 6858000"/>
              <a:gd name="connsiteX214" fmla="*/ 1318687 w 7467600"/>
              <a:gd name="connsiteY214" fmla="*/ 3113840 h 6858000"/>
              <a:gd name="connsiteX215" fmla="*/ 5453702 w 7467600"/>
              <a:gd name="connsiteY215" fmla="*/ 3090882 h 6858000"/>
              <a:gd name="connsiteX216" fmla="*/ 5480135 w 7467600"/>
              <a:gd name="connsiteY216" fmla="*/ 3565802 h 6858000"/>
              <a:gd name="connsiteX217" fmla="*/ 5499023 w 7467600"/>
              <a:gd name="connsiteY217" fmla="*/ 4166310 h 6858000"/>
              <a:gd name="connsiteX218" fmla="*/ 5547022 w 7467600"/>
              <a:gd name="connsiteY218" fmla="*/ 3607838 h 6858000"/>
              <a:gd name="connsiteX219" fmla="*/ 5515964 w 7467600"/>
              <a:gd name="connsiteY219" fmla="*/ 3378541 h 6858000"/>
              <a:gd name="connsiteX220" fmla="*/ 5453702 w 7467600"/>
              <a:gd name="connsiteY220" fmla="*/ 3090882 h 6858000"/>
              <a:gd name="connsiteX221" fmla="*/ 1238695 w 7467600"/>
              <a:gd name="connsiteY221" fmla="*/ 3076820 h 6858000"/>
              <a:gd name="connsiteX222" fmla="*/ 716371 w 7467600"/>
              <a:gd name="connsiteY222" fmla="*/ 3293249 h 6858000"/>
              <a:gd name="connsiteX223" fmla="*/ 579522 w 7467600"/>
              <a:gd name="connsiteY223" fmla="*/ 3371759 h 6858000"/>
              <a:gd name="connsiteX224" fmla="*/ 600288 w 7467600"/>
              <a:gd name="connsiteY224" fmla="*/ 3365555 h 6858000"/>
              <a:gd name="connsiteX225" fmla="*/ 840692 w 7467600"/>
              <a:gd name="connsiteY225" fmla="*/ 3284921 h 6858000"/>
              <a:gd name="connsiteX226" fmla="*/ 979248 w 7467600"/>
              <a:gd name="connsiteY226" fmla="*/ 3221003 h 6858000"/>
              <a:gd name="connsiteX227" fmla="*/ 1053282 w 7467600"/>
              <a:gd name="connsiteY227" fmla="*/ 3185247 h 6858000"/>
              <a:gd name="connsiteX228" fmla="*/ 1320603 w 7467600"/>
              <a:gd name="connsiteY228" fmla="*/ 3081281 h 6858000"/>
              <a:gd name="connsiteX229" fmla="*/ 1238695 w 7467600"/>
              <a:gd name="connsiteY229" fmla="*/ 3076820 h 6858000"/>
              <a:gd name="connsiteX230" fmla="*/ 5425627 w 7467600"/>
              <a:gd name="connsiteY230" fmla="*/ 2954192 h 6858000"/>
              <a:gd name="connsiteX231" fmla="*/ 5470770 w 7467600"/>
              <a:gd name="connsiteY231" fmla="*/ 3005435 h 6858000"/>
              <a:gd name="connsiteX232" fmla="*/ 5519779 w 7467600"/>
              <a:gd name="connsiteY232" fmla="*/ 4359223 h 6858000"/>
              <a:gd name="connsiteX233" fmla="*/ 5520293 w 7467600"/>
              <a:gd name="connsiteY233" fmla="*/ 4360602 h 6858000"/>
              <a:gd name="connsiteX234" fmla="*/ 5767221 w 7467600"/>
              <a:gd name="connsiteY234" fmla="*/ 4665564 h 6858000"/>
              <a:gd name="connsiteX235" fmla="*/ 6937169 w 7467600"/>
              <a:gd name="connsiteY235" fmla="*/ 4815941 h 6858000"/>
              <a:gd name="connsiteX236" fmla="*/ 6953922 w 7467600"/>
              <a:gd name="connsiteY236" fmla="*/ 4890068 h 6858000"/>
              <a:gd name="connsiteX237" fmla="*/ 6071359 w 7467600"/>
              <a:gd name="connsiteY237" fmla="*/ 4770770 h 6858000"/>
              <a:gd name="connsiteX238" fmla="*/ 6038839 w 7467600"/>
              <a:gd name="connsiteY238" fmla="*/ 4764474 h 6858000"/>
              <a:gd name="connsiteX239" fmla="*/ 6038706 w 7467600"/>
              <a:gd name="connsiteY239" fmla="*/ 4763847 h 6858000"/>
              <a:gd name="connsiteX240" fmla="*/ 6037784 w 7467600"/>
              <a:gd name="connsiteY240" fmla="*/ 4764270 h 6858000"/>
              <a:gd name="connsiteX241" fmla="*/ 6038839 w 7467600"/>
              <a:gd name="connsiteY241" fmla="*/ 4764474 h 6858000"/>
              <a:gd name="connsiteX242" fmla="*/ 6040338 w 7467600"/>
              <a:gd name="connsiteY242" fmla="*/ 4771418 h 6858000"/>
              <a:gd name="connsiteX243" fmla="*/ 6024488 w 7467600"/>
              <a:gd name="connsiteY243" fmla="*/ 4809903 h 6858000"/>
              <a:gd name="connsiteX244" fmla="*/ 5599771 w 7467600"/>
              <a:gd name="connsiteY244" fmla="*/ 5509652 h 6858000"/>
              <a:gd name="connsiteX245" fmla="*/ 5548843 w 7467600"/>
              <a:gd name="connsiteY245" fmla="*/ 5563845 h 6858000"/>
              <a:gd name="connsiteX246" fmla="*/ 5940952 w 7467600"/>
              <a:gd name="connsiteY246" fmla="*/ 6250028 h 6858000"/>
              <a:gd name="connsiteX247" fmla="*/ 6043441 w 7467600"/>
              <a:gd name="connsiteY247" fmla="*/ 6665847 h 6858000"/>
              <a:gd name="connsiteX248" fmla="*/ 6093432 w 7467600"/>
              <a:gd name="connsiteY248" fmla="*/ 6858000 h 6858000"/>
              <a:gd name="connsiteX249" fmla="*/ 6034344 w 7467600"/>
              <a:gd name="connsiteY249" fmla="*/ 6858000 h 6858000"/>
              <a:gd name="connsiteX250" fmla="*/ 6026679 w 7467600"/>
              <a:gd name="connsiteY250" fmla="*/ 6836959 h 6858000"/>
              <a:gd name="connsiteX251" fmla="*/ 5800441 w 7467600"/>
              <a:gd name="connsiteY251" fmla="*/ 6335286 h 6858000"/>
              <a:gd name="connsiteX252" fmla="*/ 5526562 w 7467600"/>
              <a:gd name="connsiteY252" fmla="*/ 5705388 h 6858000"/>
              <a:gd name="connsiteX253" fmla="*/ 5519640 w 7467600"/>
              <a:gd name="connsiteY253" fmla="*/ 5683774 h 6858000"/>
              <a:gd name="connsiteX254" fmla="*/ 5844559 w 7467600"/>
              <a:gd name="connsiteY254" fmla="*/ 6553349 h 6858000"/>
              <a:gd name="connsiteX255" fmla="*/ 5975994 w 7467600"/>
              <a:gd name="connsiteY255" fmla="*/ 6858000 h 6858000"/>
              <a:gd name="connsiteX256" fmla="*/ 5898547 w 7467600"/>
              <a:gd name="connsiteY256" fmla="*/ 6858000 h 6858000"/>
              <a:gd name="connsiteX257" fmla="*/ 5682041 w 7467600"/>
              <a:gd name="connsiteY257" fmla="*/ 6355860 h 6858000"/>
              <a:gd name="connsiteX258" fmla="*/ 5461758 w 7467600"/>
              <a:gd name="connsiteY258" fmla="*/ 5820220 h 6858000"/>
              <a:gd name="connsiteX259" fmla="*/ 5237282 w 7467600"/>
              <a:gd name="connsiteY259" fmla="*/ 6579086 h 6858000"/>
              <a:gd name="connsiteX260" fmla="*/ 5115009 w 7467600"/>
              <a:gd name="connsiteY260" fmla="*/ 6858000 h 6858000"/>
              <a:gd name="connsiteX261" fmla="*/ 5028074 w 7467600"/>
              <a:gd name="connsiteY261" fmla="*/ 6858000 h 6858000"/>
              <a:gd name="connsiteX262" fmla="*/ 5079508 w 7467600"/>
              <a:gd name="connsiteY262" fmla="*/ 6749074 h 6858000"/>
              <a:gd name="connsiteX263" fmla="*/ 5371846 w 7467600"/>
              <a:gd name="connsiteY263" fmla="*/ 5924413 h 6858000"/>
              <a:gd name="connsiteX264" fmla="*/ 5270512 w 7467600"/>
              <a:gd name="connsiteY264" fmla="*/ 6138975 h 6858000"/>
              <a:gd name="connsiteX265" fmla="*/ 5062409 w 7467600"/>
              <a:gd name="connsiteY265" fmla="*/ 6653544 h 6858000"/>
              <a:gd name="connsiteX266" fmla="*/ 5036628 w 7467600"/>
              <a:gd name="connsiteY266" fmla="*/ 6754247 h 6858000"/>
              <a:gd name="connsiteX267" fmla="*/ 5009112 w 7467600"/>
              <a:gd name="connsiteY267" fmla="*/ 6858000 h 6858000"/>
              <a:gd name="connsiteX268" fmla="*/ 4976679 w 7467600"/>
              <a:gd name="connsiteY268" fmla="*/ 6858000 h 6858000"/>
              <a:gd name="connsiteX269" fmla="*/ 5006537 w 7467600"/>
              <a:gd name="connsiteY269" fmla="*/ 6747068 h 6858000"/>
              <a:gd name="connsiteX270" fmla="*/ 5032723 w 7467600"/>
              <a:gd name="connsiteY270" fmla="*/ 6644957 h 6858000"/>
              <a:gd name="connsiteX271" fmla="*/ 5242949 w 7467600"/>
              <a:gd name="connsiteY271" fmla="*/ 6125175 h 6858000"/>
              <a:gd name="connsiteX272" fmla="*/ 5286321 w 7467600"/>
              <a:gd name="connsiteY272" fmla="*/ 6033555 h 6858000"/>
              <a:gd name="connsiteX273" fmla="*/ 5008210 w 7467600"/>
              <a:gd name="connsiteY273" fmla="*/ 6649194 h 6858000"/>
              <a:gd name="connsiteX274" fmla="*/ 4986321 w 7467600"/>
              <a:gd name="connsiteY274" fmla="*/ 6765687 h 6858000"/>
              <a:gd name="connsiteX275" fmla="*/ 4973474 w 7467600"/>
              <a:gd name="connsiteY275" fmla="*/ 6858000 h 6858000"/>
              <a:gd name="connsiteX276" fmla="*/ 4907178 w 7467600"/>
              <a:gd name="connsiteY276" fmla="*/ 6858000 h 6858000"/>
              <a:gd name="connsiteX277" fmla="*/ 4910810 w 7467600"/>
              <a:gd name="connsiteY277" fmla="*/ 6829660 h 6858000"/>
              <a:gd name="connsiteX278" fmla="*/ 4987461 w 7467600"/>
              <a:gd name="connsiteY278" fmla="*/ 6432994 h 6858000"/>
              <a:gd name="connsiteX279" fmla="*/ 5179262 w 7467600"/>
              <a:gd name="connsiteY279" fmla="*/ 6035044 h 6858000"/>
              <a:gd name="connsiteX280" fmla="*/ 4689678 w 7467600"/>
              <a:gd name="connsiteY280" fmla="*/ 6440241 h 6858000"/>
              <a:gd name="connsiteX281" fmla="*/ 4477543 w 7467600"/>
              <a:gd name="connsiteY281" fmla="*/ 6674836 h 6858000"/>
              <a:gd name="connsiteX282" fmla="*/ 4329957 w 7467600"/>
              <a:gd name="connsiteY282" fmla="*/ 6858000 h 6858000"/>
              <a:gd name="connsiteX283" fmla="*/ 4218595 w 7467600"/>
              <a:gd name="connsiteY283" fmla="*/ 6858000 h 6858000"/>
              <a:gd name="connsiteX284" fmla="*/ 4368888 w 7467600"/>
              <a:gd name="connsiteY284" fmla="*/ 6668412 h 6858000"/>
              <a:gd name="connsiteX285" fmla="*/ 4563091 w 7467600"/>
              <a:gd name="connsiteY285" fmla="*/ 6442508 h 6858000"/>
              <a:gd name="connsiteX286" fmla="*/ 5387324 w 7467600"/>
              <a:gd name="connsiteY286" fmla="*/ 5705830 h 6858000"/>
              <a:gd name="connsiteX287" fmla="*/ 5073620 w 7467600"/>
              <a:gd name="connsiteY287" fmla="*/ 5955437 h 6858000"/>
              <a:gd name="connsiteX288" fmla="*/ 4689789 w 7467600"/>
              <a:gd name="connsiteY288" fmla="*/ 6268382 h 6858000"/>
              <a:gd name="connsiteX289" fmla="*/ 4418722 w 7467600"/>
              <a:gd name="connsiteY289" fmla="*/ 6570886 h 6858000"/>
              <a:gd name="connsiteX290" fmla="*/ 4214944 w 7467600"/>
              <a:gd name="connsiteY290" fmla="*/ 6858000 h 6858000"/>
              <a:gd name="connsiteX291" fmla="*/ 4177898 w 7467600"/>
              <a:gd name="connsiteY291" fmla="*/ 6858000 h 6858000"/>
              <a:gd name="connsiteX292" fmla="*/ 4391597 w 7467600"/>
              <a:gd name="connsiteY292" fmla="*/ 6556370 h 6858000"/>
              <a:gd name="connsiteX293" fmla="*/ 4668889 w 7467600"/>
              <a:gd name="connsiteY293" fmla="*/ 6246399 h 6858000"/>
              <a:gd name="connsiteX294" fmla="*/ 5055427 w 7467600"/>
              <a:gd name="connsiteY294" fmla="*/ 5931476 h 6858000"/>
              <a:gd name="connsiteX295" fmla="*/ 5371814 w 7467600"/>
              <a:gd name="connsiteY295" fmla="*/ 5678975 h 6858000"/>
              <a:gd name="connsiteX296" fmla="*/ 4987918 w 7467600"/>
              <a:gd name="connsiteY296" fmla="*/ 5838701 h 6858000"/>
              <a:gd name="connsiteX297" fmla="*/ 4317146 w 7467600"/>
              <a:gd name="connsiteY297" fmla="*/ 6587716 h 6858000"/>
              <a:gd name="connsiteX298" fmla="*/ 4171627 w 7467600"/>
              <a:gd name="connsiteY298" fmla="*/ 6858000 h 6858000"/>
              <a:gd name="connsiteX299" fmla="*/ 4081585 w 7467600"/>
              <a:gd name="connsiteY299" fmla="*/ 6858000 h 6858000"/>
              <a:gd name="connsiteX300" fmla="*/ 4238603 w 7467600"/>
              <a:gd name="connsiteY300" fmla="*/ 6559341 h 6858000"/>
              <a:gd name="connsiteX301" fmla="*/ 4778333 w 7467600"/>
              <a:gd name="connsiteY301" fmla="*/ 5873626 h 6858000"/>
              <a:gd name="connsiteX302" fmla="*/ 5414185 w 7467600"/>
              <a:gd name="connsiteY302" fmla="*/ 5573882 h 6858000"/>
              <a:gd name="connsiteX303" fmla="*/ 5959648 w 7467600"/>
              <a:gd name="connsiteY303" fmla="*/ 4760797 h 6858000"/>
              <a:gd name="connsiteX304" fmla="*/ 5355019 w 7467600"/>
              <a:gd name="connsiteY304" fmla="*/ 4734672 h 6858000"/>
              <a:gd name="connsiteX305" fmla="*/ 5083565 w 7467600"/>
              <a:gd name="connsiteY305" fmla="*/ 5179121 h 6858000"/>
              <a:gd name="connsiteX306" fmla="*/ 4713577 w 7467600"/>
              <a:gd name="connsiteY306" fmla="*/ 5616803 h 6858000"/>
              <a:gd name="connsiteX307" fmla="*/ 3989559 w 7467600"/>
              <a:gd name="connsiteY307" fmla="*/ 6145945 h 6858000"/>
              <a:gd name="connsiteX308" fmla="*/ 3939824 w 7467600"/>
              <a:gd name="connsiteY308" fmla="*/ 6066900 h 6858000"/>
              <a:gd name="connsiteX309" fmla="*/ 4584537 w 7467600"/>
              <a:gd name="connsiteY309" fmla="*/ 5324826 h 6858000"/>
              <a:gd name="connsiteX310" fmla="*/ 5037105 w 7467600"/>
              <a:gd name="connsiteY310" fmla="*/ 5088765 h 6858000"/>
              <a:gd name="connsiteX311" fmla="*/ 5039930 w 7467600"/>
              <a:gd name="connsiteY311" fmla="*/ 5089585 h 6858000"/>
              <a:gd name="connsiteX312" fmla="*/ 5263764 w 7467600"/>
              <a:gd name="connsiteY312" fmla="*/ 4735525 h 6858000"/>
              <a:gd name="connsiteX313" fmla="*/ 4086300 w 7467600"/>
              <a:gd name="connsiteY313" fmla="*/ 4884599 h 6858000"/>
              <a:gd name="connsiteX314" fmla="*/ 4085485 w 7467600"/>
              <a:gd name="connsiteY314" fmla="*/ 4899070 h 6858000"/>
              <a:gd name="connsiteX315" fmla="*/ 3871915 w 7467600"/>
              <a:gd name="connsiteY315" fmla="*/ 5253645 h 6858000"/>
              <a:gd name="connsiteX316" fmla="*/ 3799374 w 7467600"/>
              <a:gd name="connsiteY316" fmla="*/ 5466127 h 6858000"/>
              <a:gd name="connsiteX317" fmla="*/ 3498850 w 7467600"/>
              <a:gd name="connsiteY317" fmla="*/ 6661888 h 6858000"/>
              <a:gd name="connsiteX318" fmla="*/ 3399216 w 7467600"/>
              <a:gd name="connsiteY318" fmla="*/ 6858000 h 6858000"/>
              <a:gd name="connsiteX319" fmla="*/ 3303688 w 7467600"/>
              <a:gd name="connsiteY319" fmla="*/ 6858000 h 6858000"/>
              <a:gd name="connsiteX320" fmla="*/ 3391774 w 7467600"/>
              <a:gd name="connsiteY320" fmla="*/ 6697181 h 6858000"/>
              <a:gd name="connsiteX321" fmla="*/ 3735540 w 7467600"/>
              <a:gd name="connsiteY321" fmla="*/ 5546923 h 6858000"/>
              <a:gd name="connsiteX322" fmla="*/ 3729438 w 7467600"/>
              <a:gd name="connsiteY322" fmla="*/ 5569058 h 6858000"/>
              <a:gd name="connsiteX323" fmla="*/ 3707782 w 7467600"/>
              <a:gd name="connsiteY323" fmla="*/ 5644908 h 6858000"/>
              <a:gd name="connsiteX324" fmla="*/ 3583827 w 7467600"/>
              <a:gd name="connsiteY324" fmla="*/ 6039215 h 6858000"/>
              <a:gd name="connsiteX325" fmla="*/ 3547861 w 7467600"/>
              <a:gd name="connsiteY325" fmla="*/ 6129609 h 6858000"/>
              <a:gd name="connsiteX326" fmla="*/ 3490905 w 7467600"/>
              <a:gd name="connsiteY326" fmla="*/ 6277660 h 6858000"/>
              <a:gd name="connsiteX327" fmla="*/ 3455859 w 7467600"/>
              <a:gd name="connsiteY327" fmla="*/ 6391301 h 6858000"/>
              <a:gd name="connsiteX328" fmla="*/ 3429112 w 7467600"/>
              <a:gd name="connsiteY328" fmla="*/ 6479469 h 6858000"/>
              <a:gd name="connsiteX329" fmla="*/ 3304862 w 7467600"/>
              <a:gd name="connsiteY329" fmla="*/ 6796476 h 6858000"/>
              <a:gd name="connsiteX330" fmla="*/ 3276071 w 7467600"/>
              <a:gd name="connsiteY330" fmla="*/ 6858000 h 6858000"/>
              <a:gd name="connsiteX331" fmla="*/ 3240805 w 7467600"/>
              <a:gd name="connsiteY331" fmla="*/ 6858000 h 6858000"/>
              <a:gd name="connsiteX332" fmla="*/ 3275917 w 7467600"/>
              <a:gd name="connsiteY332" fmla="*/ 6783192 h 6858000"/>
              <a:gd name="connsiteX333" fmla="*/ 3399358 w 7467600"/>
              <a:gd name="connsiteY333" fmla="*/ 6469011 h 6858000"/>
              <a:gd name="connsiteX334" fmla="*/ 3425650 w 7467600"/>
              <a:gd name="connsiteY334" fmla="*/ 6381333 h 6858000"/>
              <a:gd name="connsiteX335" fmla="*/ 3460661 w 7467600"/>
              <a:gd name="connsiteY335" fmla="*/ 6266763 h 6858000"/>
              <a:gd name="connsiteX336" fmla="*/ 3518021 w 7467600"/>
              <a:gd name="connsiteY336" fmla="*/ 6117298 h 6858000"/>
              <a:gd name="connsiteX337" fmla="*/ 3554035 w 7467600"/>
              <a:gd name="connsiteY337" fmla="*/ 6027832 h 6858000"/>
              <a:gd name="connsiteX338" fmla="*/ 3677174 w 7467600"/>
              <a:gd name="connsiteY338" fmla="*/ 5636351 h 6858000"/>
              <a:gd name="connsiteX339" fmla="*/ 3698819 w 7467600"/>
              <a:gd name="connsiteY339" fmla="*/ 5560503 h 6858000"/>
              <a:gd name="connsiteX340" fmla="*/ 3702094 w 7467600"/>
              <a:gd name="connsiteY340" fmla="*/ 5549194 h 6858000"/>
              <a:gd name="connsiteX341" fmla="*/ 3398355 w 7467600"/>
              <a:gd name="connsiteY341" fmla="*/ 6094603 h 6858000"/>
              <a:gd name="connsiteX342" fmla="*/ 3193941 w 7467600"/>
              <a:gd name="connsiteY342" fmla="*/ 6798775 h 6858000"/>
              <a:gd name="connsiteX343" fmla="*/ 3184140 w 7467600"/>
              <a:gd name="connsiteY343" fmla="*/ 6858000 h 6858000"/>
              <a:gd name="connsiteX344" fmla="*/ 3099978 w 7467600"/>
              <a:gd name="connsiteY344" fmla="*/ 6858000 h 6858000"/>
              <a:gd name="connsiteX345" fmla="*/ 3101556 w 7467600"/>
              <a:gd name="connsiteY345" fmla="*/ 6843337 h 6858000"/>
              <a:gd name="connsiteX346" fmla="*/ 3370162 w 7467600"/>
              <a:gd name="connsiteY346" fmla="*/ 5785550 h 6858000"/>
              <a:gd name="connsiteX347" fmla="*/ 3746477 w 7467600"/>
              <a:gd name="connsiteY347" fmla="*/ 5377889 h 6858000"/>
              <a:gd name="connsiteX348" fmla="*/ 3863399 w 7467600"/>
              <a:gd name="connsiteY348" fmla="*/ 5087257 h 6858000"/>
              <a:gd name="connsiteX349" fmla="*/ 3968712 w 7467600"/>
              <a:gd name="connsiteY349" fmla="*/ 4913989 h 6858000"/>
              <a:gd name="connsiteX350" fmla="*/ 2792390 w 7467600"/>
              <a:gd name="connsiteY350" fmla="*/ 5382974 h 6858000"/>
              <a:gd name="connsiteX351" fmla="*/ 2714982 w 7467600"/>
              <a:gd name="connsiteY351" fmla="*/ 5427051 h 6858000"/>
              <a:gd name="connsiteX352" fmla="*/ 2813361 w 7467600"/>
              <a:gd name="connsiteY352" fmla="*/ 6023912 h 6858000"/>
              <a:gd name="connsiteX353" fmla="*/ 2688430 w 7467600"/>
              <a:gd name="connsiteY353" fmla="*/ 6801564 h 6858000"/>
              <a:gd name="connsiteX354" fmla="*/ 2629626 w 7467600"/>
              <a:gd name="connsiteY354" fmla="*/ 6763394 h 6858000"/>
              <a:gd name="connsiteX355" fmla="*/ 2565328 w 7467600"/>
              <a:gd name="connsiteY355" fmla="*/ 5516399 h 6858000"/>
              <a:gd name="connsiteX356" fmla="*/ 1922999 w 7467600"/>
              <a:gd name="connsiteY356" fmla="*/ 5980343 h 6858000"/>
              <a:gd name="connsiteX357" fmla="*/ 1950261 w 7467600"/>
              <a:gd name="connsiteY357" fmla="*/ 6405858 h 6858000"/>
              <a:gd name="connsiteX358" fmla="*/ 2365554 w 7467600"/>
              <a:gd name="connsiteY358" fmla="*/ 6759107 h 6858000"/>
              <a:gd name="connsiteX359" fmla="*/ 2424142 w 7467600"/>
              <a:gd name="connsiteY359" fmla="*/ 6858000 h 6858000"/>
              <a:gd name="connsiteX360" fmla="*/ 2395994 w 7467600"/>
              <a:gd name="connsiteY360" fmla="*/ 6858000 h 6858000"/>
              <a:gd name="connsiteX361" fmla="*/ 2392863 w 7467600"/>
              <a:gd name="connsiteY361" fmla="*/ 6852964 h 6858000"/>
              <a:gd name="connsiteX362" fmla="*/ 2017589 w 7467600"/>
              <a:gd name="connsiteY362" fmla="*/ 6493982 h 6858000"/>
              <a:gd name="connsiteX363" fmla="*/ 2147336 w 7467600"/>
              <a:gd name="connsiteY363" fmla="*/ 6594052 h 6858000"/>
              <a:gd name="connsiteX364" fmla="*/ 2207047 w 7467600"/>
              <a:gd name="connsiteY364" fmla="*/ 6654540 h 6858000"/>
              <a:gd name="connsiteX365" fmla="*/ 2299106 w 7467600"/>
              <a:gd name="connsiteY365" fmla="*/ 6778931 h 6858000"/>
              <a:gd name="connsiteX366" fmla="*/ 2314430 w 7467600"/>
              <a:gd name="connsiteY366" fmla="*/ 6801144 h 6858000"/>
              <a:gd name="connsiteX367" fmla="*/ 2352406 w 7467600"/>
              <a:gd name="connsiteY367" fmla="*/ 6858000 h 6858000"/>
              <a:gd name="connsiteX368" fmla="*/ 2314492 w 7467600"/>
              <a:gd name="connsiteY368" fmla="*/ 6858000 h 6858000"/>
              <a:gd name="connsiteX369" fmla="*/ 2288095 w 7467600"/>
              <a:gd name="connsiteY369" fmla="*/ 6818030 h 6858000"/>
              <a:gd name="connsiteX370" fmla="*/ 2272768 w 7467600"/>
              <a:gd name="connsiteY370" fmla="*/ 6795822 h 6858000"/>
              <a:gd name="connsiteX371" fmla="*/ 2182715 w 7467600"/>
              <a:gd name="connsiteY371" fmla="*/ 6675071 h 6858000"/>
              <a:gd name="connsiteX372" fmla="*/ 2032061 w 7467600"/>
              <a:gd name="connsiteY372" fmla="*/ 6541380 h 6858000"/>
              <a:gd name="connsiteX373" fmla="*/ 2257220 w 7467600"/>
              <a:gd name="connsiteY373" fmla="*/ 6826257 h 6858000"/>
              <a:gd name="connsiteX374" fmla="*/ 2281324 w 7467600"/>
              <a:gd name="connsiteY374" fmla="*/ 6858000 h 6858000"/>
              <a:gd name="connsiteX375" fmla="*/ 2242860 w 7467600"/>
              <a:gd name="connsiteY375" fmla="*/ 6858000 h 6858000"/>
              <a:gd name="connsiteX376" fmla="*/ 2232818 w 7467600"/>
              <a:gd name="connsiteY376" fmla="*/ 6844926 h 6858000"/>
              <a:gd name="connsiteX377" fmla="*/ 1990172 w 7467600"/>
              <a:gd name="connsiteY377" fmla="*/ 6542121 h 6858000"/>
              <a:gd name="connsiteX378" fmla="*/ 2124090 w 7467600"/>
              <a:gd name="connsiteY378" fmla="*/ 6761017 h 6858000"/>
              <a:gd name="connsiteX379" fmla="*/ 2200380 w 7467600"/>
              <a:gd name="connsiteY379" fmla="*/ 6858000 h 6858000"/>
              <a:gd name="connsiteX380" fmla="*/ 2147507 w 7467600"/>
              <a:gd name="connsiteY380" fmla="*/ 6858000 h 6858000"/>
              <a:gd name="connsiteX381" fmla="*/ 2070668 w 7467600"/>
              <a:gd name="connsiteY381" fmla="*/ 6761520 h 6858000"/>
              <a:gd name="connsiteX382" fmla="*/ 1975142 w 7467600"/>
              <a:gd name="connsiteY382" fmla="*/ 6585570 h 6858000"/>
              <a:gd name="connsiteX383" fmla="*/ 2050035 w 7467600"/>
              <a:gd name="connsiteY383" fmla="*/ 6813345 h 6858000"/>
              <a:gd name="connsiteX384" fmla="*/ 2063025 w 7467600"/>
              <a:gd name="connsiteY384" fmla="*/ 6858000 h 6858000"/>
              <a:gd name="connsiteX385" fmla="*/ 2021675 w 7467600"/>
              <a:gd name="connsiteY385" fmla="*/ 6858000 h 6858000"/>
              <a:gd name="connsiteX386" fmla="*/ 2019308 w 7467600"/>
              <a:gd name="connsiteY386" fmla="*/ 6847118 h 6858000"/>
              <a:gd name="connsiteX387" fmla="*/ 1938835 w 7467600"/>
              <a:gd name="connsiteY387" fmla="*/ 6551160 h 6858000"/>
              <a:gd name="connsiteX388" fmla="*/ 1953230 w 7467600"/>
              <a:gd name="connsiteY388" fmla="*/ 6759699 h 6858000"/>
              <a:gd name="connsiteX389" fmla="*/ 1956763 w 7467600"/>
              <a:gd name="connsiteY389" fmla="*/ 6778191 h 6858000"/>
              <a:gd name="connsiteX390" fmla="*/ 1967925 w 7467600"/>
              <a:gd name="connsiteY390" fmla="*/ 6858000 h 6858000"/>
              <a:gd name="connsiteX391" fmla="*/ 1936622 w 7467600"/>
              <a:gd name="connsiteY391" fmla="*/ 6858000 h 6858000"/>
              <a:gd name="connsiteX392" fmla="*/ 1926261 w 7467600"/>
              <a:gd name="connsiteY392" fmla="*/ 6784064 h 6858000"/>
              <a:gd name="connsiteX393" fmla="*/ 1922724 w 7467600"/>
              <a:gd name="connsiteY393" fmla="*/ 6765577 h 6858000"/>
              <a:gd name="connsiteX394" fmla="*/ 1904650 w 7467600"/>
              <a:gd name="connsiteY394" fmla="*/ 6639616 h 6858000"/>
              <a:gd name="connsiteX395" fmla="*/ 1885273 w 7467600"/>
              <a:gd name="connsiteY395" fmla="*/ 6858000 h 6858000"/>
              <a:gd name="connsiteX396" fmla="*/ 1854363 w 7467600"/>
              <a:gd name="connsiteY396" fmla="*/ 6858000 h 6858000"/>
              <a:gd name="connsiteX397" fmla="*/ 1880391 w 7467600"/>
              <a:gd name="connsiteY397" fmla="*/ 6603796 h 6858000"/>
              <a:gd name="connsiteX398" fmla="*/ 1818273 w 7467600"/>
              <a:gd name="connsiteY398" fmla="*/ 6715729 h 6858000"/>
              <a:gd name="connsiteX399" fmla="*/ 1794691 w 7467600"/>
              <a:gd name="connsiteY399" fmla="*/ 6843239 h 6858000"/>
              <a:gd name="connsiteX400" fmla="*/ 1794914 w 7467600"/>
              <a:gd name="connsiteY400" fmla="*/ 6858000 h 6858000"/>
              <a:gd name="connsiteX401" fmla="*/ 1746128 w 7467600"/>
              <a:gd name="connsiteY401" fmla="*/ 6858000 h 6858000"/>
              <a:gd name="connsiteX402" fmla="*/ 1753934 w 7467600"/>
              <a:gd name="connsiteY402" fmla="*/ 6724796 h 6858000"/>
              <a:gd name="connsiteX403" fmla="*/ 1792053 w 7467600"/>
              <a:gd name="connsiteY403" fmla="*/ 6572396 h 6858000"/>
              <a:gd name="connsiteX404" fmla="*/ 1862248 w 7467600"/>
              <a:gd name="connsiteY404" fmla="*/ 6266397 h 6858000"/>
              <a:gd name="connsiteX405" fmla="*/ 1862250 w 7467600"/>
              <a:gd name="connsiteY405" fmla="*/ 6033531 h 6858000"/>
              <a:gd name="connsiteX406" fmla="*/ 1211999 w 7467600"/>
              <a:gd name="connsiteY406" fmla="*/ 6683610 h 6858000"/>
              <a:gd name="connsiteX407" fmla="*/ 1213266 w 7467600"/>
              <a:gd name="connsiteY407" fmla="*/ 6691947 h 6858000"/>
              <a:gd name="connsiteX408" fmla="*/ 1203370 w 7467600"/>
              <a:gd name="connsiteY408" fmla="*/ 6850676 h 6858000"/>
              <a:gd name="connsiteX409" fmla="*/ 1203671 w 7467600"/>
              <a:gd name="connsiteY409" fmla="*/ 6858000 h 6858000"/>
              <a:gd name="connsiteX410" fmla="*/ 1143180 w 7467600"/>
              <a:gd name="connsiteY410" fmla="*/ 6858000 h 6858000"/>
              <a:gd name="connsiteX411" fmla="*/ 1142176 w 7467600"/>
              <a:gd name="connsiteY411" fmla="*/ 6766045 h 6858000"/>
              <a:gd name="connsiteX412" fmla="*/ 1067484 w 7467600"/>
              <a:gd name="connsiteY412" fmla="*/ 6858000 h 6858000"/>
              <a:gd name="connsiteX413" fmla="*/ 953928 w 7467600"/>
              <a:gd name="connsiteY413" fmla="*/ 6858000 h 6858000"/>
              <a:gd name="connsiteX414" fmla="*/ 959715 w 7467600"/>
              <a:gd name="connsiteY414" fmla="*/ 6850185 h 6858000"/>
              <a:gd name="connsiteX415" fmla="*/ 1483788 w 7467600"/>
              <a:gd name="connsiteY415" fmla="*/ 6259174 h 6858000"/>
              <a:gd name="connsiteX416" fmla="*/ 1100671 w 7467600"/>
              <a:gd name="connsiteY416" fmla="*/ 6252137 h 6858000"/>
              <a:gd name="connsiteX417" fmla="*/ 1090144 w 7467600"/>
              <a:gd name="connsiteY417" fmla="*/ 6256748 h 6858000"/>
              <a:gd name="connsiteX418" fmla="*/ 1095872 w 7467600"/>
              <a:gd name="connsiteY418" fmla="*/ 6271892 h 6858000"/>
              <a:gd name="connsiteX419" fmla="*/ 262785 w 7467600"/>
              <a:gd name="connsiteY419" fmla="*/ 6845450 h 6858000"/>
              <a:gd name="connsiteX420" fmla="*/ 209968 w 7467600"/>
              <a:gd name="connsiteY420" fmla="*/ 6770713 h 6858000"/>
              <a:gd name="connsiteX421" fmla="*/ 873460 w 7467600"/>
              <a:gd name="connsiteY421" fmla="*/ 6253768 h 6858000"/>
              <a:gd name="connsiteX422" fmla="*/ 192686 w 7467600"/>
              <a:gd name="connsiteY422" fmla="*/ 5849257 h 6858000"/>
              <a:gd name="connsiteX423" fmla="*/ 4696 w 7467600"/>
              <a:gd name="connsiteY423" fmla="*/ 5697668 h 6858000"/>
              <a:gd name="connsiteX424" fmla="*/ 0 w 7467600"/>
              <a:gd name="connsiteY424" fmla="*/ 5689984 h 6858000"/>
              <a:gd name="connsiteX425" fmla="*/ 0 w 7467600"/>
              <a:gd name="connsiteY425" fmla="*/ 5513472 h 6858000"/>
              <a:gd name="connsiteX426" fmla="*/ 174101 w 7467600"/>
              <a:gd name="connsiteY426" fmla="*/ 5620277 h 6858000"/>
              <a:gd name="connsiteX427" fmla="*/ 891800 w 7467600"/>
              <a:gd name="connsiteY427" fmla="*/ 6036935 h 6858000"/>
              <a:gd name="connsiteX428" fmla="*/ 1072219 w 7467600"/>
              <a:gd name="connsiteY428" fmla="*/ 6169443 h 6858000"/>
              <a:gd name="connsiteX429" fmla="*/ 1074117 w 7467600"/>
              <a:gd name="connsiteY429" fmla="*/ 6170301 h 6858000"/>
              <a:gd name="connsiteX430" fmla="*/ 1083114 w 7467600"/>
              <a:gd name="connsiteY430" fmla="*/ 6174131 h 6858000"/>
              <a:gd name="connsiteX431" fmla="*/ 1543010 w 7467600"/>
              <a:gd name="connsiteY431" fmla="*/ 6191140 h 6858000"/>
              <a:gd name="connsiteX432" fmla="*/ 1551080 w 7467600"/>
              <a:gd name="connsiteY432" fmla="*/ 6195006 h 6858000"/>
              <a:gd name="connsiteX433" fmla="*/ 2345443 w 7467600"/>
              <a:gd name="connsiteY433" fmla="*/ 5549882 h 6858000"/>
              <a:gd name="connsiteX434" fmla="*/ 1721499 w 7467600"/>
              <a:gd name="connsiteY434" fmla="*/ 5599969 h 6858000"/>
              <a:gd name="connsiteX435" fmla="*/ 767716 w 7467600"/>
              <a:gd name="connsiteY435" fmla="*/ 5472768 h 6858000"/>
              <a:gd name="connsiteX436" fmla="*/ 722147 w 7467600"/>
              <a:gd name="connsiteY436" fmla="*/ 5393091 h 6858000"/>
              <a:gd name="connsiteX437" fmla="*/ 1485552 w 7467600"/>
              <a:gd name="connsiteY437" fmla="*/ 5313202 h 6858000"/>
              <a:gd name="connsiteX438" fmla="*/ 2143004 w 7467600"/>
              <a:gd name="connsiteY438" fmla="*/ 5402420 h 6858000"/>
              <a:gd name="connsiteX439" fmla="*/ 1933391 w 7467600"/>
              <a:gd name="connsiteY439" fmla="*/ 5156971 h 6858000"/>
              <a:gd name="connsiteX440" fmla="*/ 1827118 w 7467600"/>
              <a:gd name="connsiteY440" fmla="*/ 4968410 h 6858000"/>
              <a:gd name="connsiteX441" fmla="*/ 1837349 w 7467600"/>
              <a:gd name="connsiteY441" fmla="*/ 4956357 h 6858000"/>
              <a:gd name="connsiteX442" fmla="*/ 2162835 w 7467600"/>
              <a:gd name="connsiteY442" fmla="*/ 5187853 h 6858000"/>
              <a:gd name="connsiteX443" fmla="*/ 2257167 w 7467600"/>
              <a:gd name="connsiteY443" fmla="*/ 5462123 h 6858000"/>
              <a:gd name="connsiteX444" fmla="*/ 2261598 w 7467600"/>
              <a:gd name="connsiteY444" fmla="*/ 5467998 h 6858000"/>
              <a:gd name="connsiteX445" fmla="*/ 2437177 w 7467600"/>
              <a:gd name="connsiteY445" fmla="*/ 5479608 h 6858000"/>
              <a:gd name="connsiteX446" fmla="*/ 2445247 w 7467600"/>
              <a:gd name="connsiteY446" fmla="*/ 5483476 h 6858000"/>
              <a:gd name="connsiteX447" fmla="*/ 2743626 w 7467600"/>
              <a:gd name="connsiteY447" fmla="*/ 5304819 h 6858000"/>
              <a:gd name="connsiteX448" fmla="*/ 3048102 w 7467600"/>
              <a:gd name="connsiteY448" fmla="*/ 5150595 h 6858000"/>
              <a:gd name="connsiteX449" fmla="*/ 1799414 w 7467600"/>
              <a:gd name="connsiteY449" fmla="*/ 4694732 h 6858000"/>
              <a:gd name="connsiteX450" fmla="*/ 1771735 w 7467600"/>
              <a:gd name="connsiteY450" fmla="*/ 4619929 h 6858000"/>
              <a:gd name="connsiteX451" fmla="*/ 3104273 w 7467600"/>
              <a:gd name="connsiteY451" fmla="*/ 5076159 h 6858000"/>
              <a:gd name="connsiteX452" fmla="*/ 3113245 w 7467600"/>
              <a:gd name="connsiteY452" fmla="*/ 5090705 h 6858000"/>
              <a:gd name="connsiteX453" fmla="*/ 3126294 w 7467600"/>
              <a:gd name="connsiteY453" fmla="*/ 5114400 h 6858000"/>
              <a:gd name="connsiteX454" fmla="*/ 3937433 w 7467600"/>
              <a:gd name="connsiteY454" fmla="*/ 4830473 h 6858000"/>
              <a:gd name="connsiteX455" fmla="*/ 3590475 w 7467600"/>
              <a:gd name="connsiteY455" fmla="*/ 4597974 h 6858000"/>
              <a:gd name="connsiteX456" fmla="*/ 3100264 w 7467600"/>
              <a:gd name="connsiteY456" fmla="*/ 4579845 h 6858000"/>
              <a:gd name="connsiteX457" fmla="*/ 2183576 w 7467600"/>
              <a:gd name="connsiteY457" fmla="*/ 4227150 h 6858000"/>
              <a:gd name="connsiteX458" fmla="*/ 2151029 w 7467600"/>
              <a:gd name="connsiteY458" fmla="*/ 4146947 h 6858000"/>
              <a:gd name="connsiteX459" fmla="*/ 3563434 w 7467600"/>
              <a:gd name="connsiteY459" fmla="*/ 4469115 h 6858000"/>
              <a:gd name="connsiteX460" fmla="*/ 3177952 w 7467600"/>
              <a:gd name="connsiteY460" fmla="*/ 3657386 h 6858000"/>
              <a:gd name="connsiteX461" fmla="*/ 3189263 w 7467600"/>
              <a:gd name="connsiteY461" fmla="*/ 3625726 h 6858000"/>
              <a:gd name="connsiteX462" fmla="*/ 3560912 w 7467600"/>
              <a:gd name="connsiteY462" fmla="*/ 4079863 h 6858000"/>
              <a:gd name="connsiteX463" fmla="*/ 3626636 w 7467600"/>
              <a:gd name="connsiteY463" fmla="*/ 4512230 h 6858000"/>
              <a:gd name="connsiteX464" fmla="*/ 3653088 w 7467600"/>
              <a:gd name="connsiteY464" fmla="*/ 4521417 h 6858000"/>
              <a:gd name="connsiteX465" fmla="*/ 3988128 w 7467600"/>
              <a:gd name="connsiteY465" fmla="*/ 4817267 h 6858000"/>
              <a:gd name="connsiteX466" fmla="*/ 4830582 w 7467600"/>
              <a:gd name="connsiteY466" fmla="*/ 4676000 h 6858000"/>
              <a:gd name="connsiteX467" fmla="*/ 4830100 w 7467600"/>
              <a:gd name="connsiteY467" fmla="*/ 4675554 h 6858000"/>
              <a:gd name="connsiteX468" fmla="*/ 4036318 w 7467600"/>
              <a:gd name="connsiteY468" fmla="*/ 4147013 h 6858000"/>
              <a:gd name="connsiteX469" fmla="*/ 3432098 w 7467600"/>
              <a:gd name="connsiteY469" fmla="*/ 3537312 h 6858000"/>
              <a:gd name="connsiteX470" fmla="*/ 3446761 w 7467600"/>
              <a:gd name="connsiteY470" fmla="*/ 3461278 h 6858000"/>
              <a:gd name="connsiteX471" fmla="*/ 4419733 w 7467600"/>
              <a:gd name="connsiteY471" fmla="*/ 3963555 h 6858000"/>
              <a:gd name="connsiteX472" fmla="*/ 4781371 w 7467600"/>
              <a:gd name="connsiteY472" fmla="*/ 4458604 h 6858000"/>
              <a:gd name="connsiteX473" fmla="*/ 4780440 w 7467600"/>
              <a:gd name="connsiteY473" fmla="*/ 4470290 h 6858000"/>
              <a:gd name="connsiteX474" fmla="*/ 4898954 w 7467600"/>
              <a:gd name="connsiteY474" fmla="*/ 4662092 h 6858000"/>
              <a:gd name="connsiteX475" fmla="*/ 4900699 w 7467600"/>
              <a:gd name="connsiteY475" fmla="*/ 4670867 h 6858000"/>
              <a:gd name="connsiteX476" fmla="*/ 5714511 w 7467600"/>
              <a:gd name="connsiteY476" fmla="*/ 4663483 h 6858000"/>
              <a:gd name="connsiteX477" fmla="*/ 5464793 w 7467600"/>
              <a:gd name="connsiteY477" fmla="*/ 4393556 h 6858000"/>
              <a:gd name="connsiteX478" fmla="*/ 5461897 w 7467600"/>
              <a:gd name="connsiteY478" fmla="*/ 4390879 h 6858000"/>
              <a:gd name="connsiteX479" fmla="*/ 4294126 w 7467600"/>
              <a:gd name="connsiteY479" fmla="*/ 3303048 h 6858000"/>
              <a:gd name="connsiteX480" fmla="*/ 4305321 w 7467600"/>
              <a:gd name="connsiteY480" fmla="*/ 3256953 h 6858000"/>
              <a:gd name="connsiteX481" fmla="*/ 4949299 w 7467600"/>
              <a:gd name="connsiteY481" fmla="*/ 3766336 h 6858000"/>
              <a:gd name="connsiteX482" fmla="*/ 5291452 w 7467600"/>
              <a:gd name="connsiteY482" fmla="*/ 4076801 h 6858000"/>
              <a:gd name="connsiteX483" fmla="*/ 5434998 w 7467600"/>
              <a:gd name="connsiteY483" fmla="*/ 4254100 h 6858000"/>
              <a:gd name="connsiteX484" fmla="*/ 5351015 w 7467600"/>
              <a:gd name="connsiteY484" fmla="*/ 3760989 h 6858000"/>
              <a:gd name="connsiteX485" fmla="*/ 5413780 w 7467600"/>
              <a:gd name="connsiteY485" fmla="*/ 2966265 h 6858000"/>
              <a:gd name="connsiteX486" fmla="*/ 5425627 w 7467600"/>
              <a:gd name="connsiteY486" fmla="*/ 2954192 h 6858000"/>
              <a:gd name="connsiteX487" fmla="*/ 6604735 w 7467600"/>
              <a:gd name="connsiteY487" fmla="*/ 2041381 h 6858000"/>
              <a:gd name="connsiteX488" fmla="*/ 7204487 w 7467600"/>
              <a:gd name="connsiteY488" fmla="*/ 2742112 h 6858000"/>
              <a:gd name="connsiteX489" fmla="*/ 7131592 w 7467600"/>
              <a:gd name="connsiteY489" fmla="*/ 2672096 h 6858000"/>
              <a:gd name="connsiteX490" fmla="*/ 6996344 w 7467600"/>
              <a:gd name="connsiteY490" fmla="*/ 2518310 h 6858000"/>
              <a:gd name="connsiteX491" fmla="*/ 6735495 w 7467600"/>
              <a:gd name="connsiteY491" fmla="*/ 2196890 h 6858000"/>
              <a:gd name="connsiteX492" fmla="*/ 6721901 w 7467600"/>
              <a:gd name="connsiteY492" fmla="*/ 2179274 h 6858000"/>
              <a:gd name="connsiteX493" fmla="*/ 6604735 w 7467600"/>
              <a:gd name="connsiteY493" fmla="*/ 2041381 h 6858000"/>
              <a:gd name="connsiteX494" fmla="*/ 6591670 w 7467600"/>
              <a:gd name="connsiteY494" fmla="*/ 1988277 h 6858000"/>
              <a:gd name="connsiteX495" fmla="*/ 6747349 w 7467600"/>
              <a:gd name="connsiteY495" fmla="*/ 2160069 h 6858000"/>
              <a:gd name="connsiteX496" fmla="*/ 6760943 w 7467600"/>
              <a:gd name="connsiteY496" fmla="*/ 2177686 h 6858000"/>
              <a:gd name="connsiteX497" fmla="*/ 7021065 w 7467600"/>
              <a:gd name="connsiteY497" fmla="*/ 2498102 h 6858000"/>
              <a:gd name="connsiteX498" fmla="*/ 7155223 w 7467600"/>
              <a:gd name="connsiteY498" fmla="*/ 2650386 h 6858000"/>
              <a:gd name="connsiteX499" fmla="*/ 7203167 w 7467600"/>
              <a:gd name="connsiteY499" fmla="*/ 2697288 h 6858000"/>
              <a:gd name="connsiteX500" fmla="*/ 6937703 w 7467600"/>
              <a:gd name="connsiteY500" fmla="*/ 2321981 h 6858000"/>
              <a:gd name="connsiteX501" fmla="*/ 6591670 w 7467600"/>
              <a:gd name="connsiteY501" fmla="*/ 1988277 h 6858000"/>
              <a:gd name="connsiteX502" fmla="*/ 5798671 w 7467600"/>
              <a:gd name="connsiteY502" fmla="*/ 1981601 h 6858000"/>
              <a:gd name="connsiteX503" fmla="*/ 5754709 w 7467600"/>
              <a:gd name="connsiteY503" fmla="*/ 2071454 h 6858000"/>
              <a:gd name="connsiteX504" fmla="*/ 5763044 w 7467600"/>
              <a:gd name="connsiteY504" fmla="*/ 2842206 h 6858000"/>
              <a:gd name="connsiteX505" fmla="*/ 5764974 w 7467600"/>
              <a:gd name="connsiteY505" fmla="*/ 2799609 h 6858000"/>
              <a:gd name="connsiteX506" fmla="*/ 5767665 w 7467600"/>
              <a:gd name="connsiteY506" fmla="*/ 2666409 h 6858000"/>
              <a:gd name="connsiteX507" fmla="*/ 5763055 w 7467600"/>
              <a:gd name="connsiteY507" fmla="*/ 2579705 h 6858000"/>
              <a:gd name="connsiteX508" fmla="*/ 5758079 w 7467600"/>
              <a:gd name="connsiteY508" fmla="*/ 2492508 h 6858000"/>
              <a:gd name="connsiteX509" fmla="*/ 5779325 w 7467600"/>
              <a:gd name="connsiteY509" fmla="*/ 2197069 h 6858000"/>
              <a:gd name="connsiteX510" fmla="*/ 5798671 w 7467600"/>
              <a:gd name="connsiteY510" fmla="*/ 1981601 h 6858000"/>
              <a:gd name="connsiteX511" fmla="*/ 5829202 w 7467600"/>
              <a:gd name="connsiteY511" fmla="*/ 1971679 h 6858000"/>
              <a:gd name="connsiteX512" fmla="*/ 5809558 w 7467600"/>
              <a:gd name="connsiteY512" fmla="*/ 2198043 h 6858000"/>
              <a:gd name="connsiteX513" fmla="*/ 5788653 w 7467600"/>
              <a:gd name="connsiteY513" fmla="*/ 2489430 h 6858000"/>
              <a:gd name="connsiteX514" fmla="*/ 5793439 w 7467600"/>
              <a:gd name="connsiteY514" fmla="*/ 2575235 h 6858000"/>
              <a:gd name="connsiteX515" fmla="*/ 5796837 w 7467600"/>
              <a:gd name="connsiteY515" fmla="*/ 2637633 h 6858000"/>
              <a:gd name="connsiteX516" fmla="*/ 5818614 w 7467600"/>
              <a:gd name="connsiteY516" fmla="*/ 2473055 h 6858000"/>
              <a:gd name="connsiteX517" fmla="*/ 5829202 w 7467600"/>
              <a:gd name="connsiteY517" fmla="*/ 1971679 h 6858000"/>
              <a:gd name="connsiteX518" fmla="*/ 5911389 w 7467600"/>
              <a:gd name="connsiteY518" fmla="*/ 1898371 h 6858000"/>
              <a:gd name="connsiteX519" fmla="*/ 6237627 w 7467600"/>
              <a:gd name="connsiteY519" fmla="*/ 2231921 h 6858000"/>
              <a:gd name="connsiteX520" fmla="*/ 5911389 w 7467600"/>
              <a:gd name="connsiteY520" fmla="*/ 1898371 h 6858000"/>
              <a:gd name="connsiteX521" fmla="*/ 6944437 w 7467600"/>
              <a:gd name="connsiteY521" fmla="*/ 1575402 h 6858000"/>
              <a:gd name="connsiteX522" fmla="*/ 6304730 w 7467600"/>
              <a:gd name="connsiteY522" fmla="*/ 1766654 h 6858000"/>
              <a:gd name="connsiteX523" fmla="*/ 6944437 w 7467600"/>
              <a:gd name="connsiteY523" fmla="*/ 1575402 h 6858000"/>
              <a:gd name="connsiteX524" fmla="*/ 7019523 w 7467600"/>
              <a:gd name="connsiteY524" fmla="*/ 1519450 h 6858000"/>
              <a:gd name="connsiteX525" fmla="*/ 6298091 w 7467600"/>
              <a:gd name="connsiteY525" fmla="*/ 1737122 h 6858000"/>
              <a:gd name="connsiteX526" fmla="*/ 7019523 w 7467600"/>
              <a:gd name="connsiteY526" fmla="*/ 1519450 h 6858000"/>
              <a:gd name="connsiteX527" fmla="*/ 2399523 w 7467600"/>
              <a:gd name="connsiteY527" fmla="*/ 1428234 h 6858000"/>
              <a:gd name="connsiteX528" fmla="*/ 2224982 w 7467600"/>
              <a:gd name="connsiteY528" fmla="*/ 1826201 h 6858000"/>
              <a:gd name="connsiteX529" fmla="*/ 2096099 w 7467600"/>
              <a:gd name="connsiteY529" fmla="*/ 2345900 h 6858000"/>
              <a:gd name="connsiteX530" fmla="*/ 2283317 w 7467600"/>
              <a:gd name="connsiteY530" fmla="*/ 1796925 h 6858000"/>
              <a:gd name="connsiteX531" fmla="*/ 2399523 w 7467600"/>
              <a:gd name="connsiteY531" fmla="*/ 1428234 h 6858000"/>
              <a:gd name="connsiteX532" fmla="*/ 2448558 w 7467600"/>
              <a:gd name="connsiteY532" fmla="*/ 1373435 h 6858000"/>
              <a:gd name="connsiteX533" fmla="*/ 2312521 w 7467600"/>
              <a:gd name="connsiteY533" fmla="*/ 1806140 h 6858000"/>
              <a:gd name="connsiteX534" fmla="*/ 2127533 w 7467600"/>
              <a:gd name="connsiteY534" fmla="*/ 2348380 h 6858000"/>
              <a:gd name="connsiteX535" fmla="*/ 2358080 w 7467600"/>
              <a:gd name="connsiteY535" fmla="*/ 1866134 h 6858000"/>
              <a:gd name="connsiteX536" fmla="*/ 2407436 w 7467600"/>
              <a:gd name="connsiteY536" fmla="*/ 1651070 h 6858000"/>
              <a:gd name="connsiteX537" fmla="*/ 2448558 w 7467600"/>
              <a:gd name="connsiteY537" fmla="*/ 1373435 h 6858000"/>
              <a:gd name="connsiteX538" fmla="*/ 278707 w 7467600"/>
              <a:gd name="connsiteY538" fmla="*/ 1352270 h 6858000"/>
              <a:gd name="connsiteX539" fmla="*/ 321570 w 7467600"/>
              <a:gd name="connsiteY539" fmla="*/ 1861610 h 6858000"/>
              <a:gd name="connsiteX540" fmla="*/ 294281 w 7467600"/>
              <a:gd name="connsiteY540" fmla="*/ 1440658 h 6858000"/>
              <a:gd name="connsiteX541" fmla="*/ 278707 w 7467600"/>
              <a:gd name="connsiteY541" fmla="*/ 1352270 h 6858000"/>
              <a:gd name="connsiteX542" fmla="*/ 1423821 w 7467600"/>
              <a:gd name="connsiteY542" fmla="*/ 1351958 h 6858000"/>
              <a:gd name="connsiteX543" fmla="*/ 1638521 w 7467600"/>
              <a:gd name="connsiteY543" fmla="*/ 1908470 h 6858000"/>
              <a:gd name="connsiteX544" fmla="*/ 1754199 w 7467600"/>
              <a:gd name="connsiteY544" fmla="*/ 2149284 h 6858000"/>
              <a:gd name="connsiteX545" fmla="*/ 1908359 w 7467600"/>
              <a:gd name="connsiteY545" fmla="*/ 2364988 h 6858000"/>
              <a:gd name="connsiteX546" fmla="*/ 1647661 w 7467600"/>
              <a:gd name="connsiteY546" fmla="*/ 1825945 h 6858000"/>
              <a:gd name="connsiteX547" fmla="*/ 1423821 w 7467600"/>
              <a:gd name="connsiteY547" fmla="*/ 1351958 h 6858000"/>
              <a:gd name="connsiteX548" fmla="*/ 1431890 w 7467600"/>
              <a:gd name="connsiteY548" fmla="*/ 1306475 h 6858000"/>
              <a:gd name="connsiteX549" fmla="*/ 1507597 w 7467600"/>
              <a:gd name="connsiteY549" fmla="*/ 1446132 h 6858000"/>
              <a:gd name="connsiteX550" fmla="*/ 1674586 w 7467600"/>
              <a:gd name="connsiteY550" fmla="*/ 1813832 h 6858000"/>
              <a:gd name="connsiteX551" fmla="*/ 1815950 w 7467600"/>
              <a:gd name="connsiteY551" fmla="*/ 2128564 h 6858000"/>
              <a:gd name="connsiteX552" fmla="*/ 1984242 w 7467600"/>
              <a:gd name="connsiteY552" fmla="*/ 2430829 h 6858000"/>
              <a:gd name="connsiteX553" fmla="*/ 2014023 w 7467600"/>
              <a:gd name="connsiteY553" fmla="*/ 2450995 h 6858000"/>
              <a:gd name="connsiteX554" fmla="*/ 1747337 w 7467600"/>
              <a:gd name="connsiteY554" fmla="*/ 1855264 h 6858000"/>
              <a:gd name="connsiteX555" fmla="*/ 1533749 w 7467600"/>
              <a:gd name="connsiteY555" fmla="*/ 1478656 h 6858000"/>
              <a:gd name="connsiteX556" fmla="*/ 1431890 w 7467600"/>
              <a:gd name="connsiteY556" fmla="*/ 1306475 h 6858000"/>
              <a:gd name="connsiteX557" fmla="*/ 5052692 w 7467600"/>
              <a:gd name="connsiteY557" fmla="*/ 1292994 h 6858000"/>
              <a:gd name="connsiteX558" fmla="*/ 5200661 w 7467600"/>
              <a:gd name="connsiteY558" fmla="*/ 1635186 h 6858000"/>
              <a:gd name="connsiteX559" fmla="*/ 5297138 w 7467600"/>
              <a:gd name="connsiteY559" fmla="*/ 1906351 h 6858000"/>
              <a:gd name="connsiteX560" fmla="*/ 5052692 w 7467600"/>
              <a:gd name="connsiteY560" fmla="*/ 1292994 h 6858000"/>
              <a:gd name="connsiteX561" fmla="*/ 5009948 w 7467600"/>
              <a:gd name="connsiteY561" fmla="*/ 1273619 h 6858000"/>
              <a:gd name="connsiteX562" fmla="*/ 5121777 w 7467600"/>
              <a:gd name="connsiteY562" fmla="*/ 1654213 h 6858000"/>
              <a:gd name="connsiteX563" fmla="*/ 5293545 w 7467600"/>
              <a:gd name="connsiteY563" fmla="*/ 2072247 h 6858000"/>
              <a:gd name="connsiteX564" fmla="*/ 5294042 w 7467600"/>
              <a:gd name="connsiteY564" fmla="*/ 2065019 h 6858000"/>
              <a:gd name="connsiteX565" fmla="*/ 5171936 w 7467600"/>
              <a:gd name="connsiteY565" fmla="*/ 1647613 h 6858000"/>
              <a:gd name="connsiteX566" fmla="*/ 5009948 w 7467600"/>
              <a:gd name="connsiteY566" fmla="*/ 1273619 h 6858000"/>
              <a:gd name="connsiteX567" fmla="*/ 655236 w 7467600"/>
              <a:gd name="connsiteY567" fmla="*/ 1268632 h 6858000"/>
              <a:gd name="connsiteX568" fmla="*/ 839521 w 7467600"/>
              <a:gd name="connsiteY568" fmla="*/ 1685315 h 6858000"/>
              <a:gd name="connsiteX569" fmla="*/ 1109416 w 7467600"/>
              <a:gd name="connsiteY569" fmla="*/ 2061663 h 6858000"/>
              <a:gd name="connsiteX570" fmla="*/ 1298300 w 7467600"/>
              <a:gd name="connsiteY570" fmla="*/ 2247742 h 6858000"/>
              <a:gd name="connsiteX571" fmla="*/ 1125871 w 7467600"/>
              <a:gd name="connsiteY571" fmla="*/ 1989513 h 6858000"/>
              <a:gd name="connsiteX572" fmla="*/ 981574 w 7467600"/>
              <a:gd name="connsiteY572" fmla="*/ 1783157 h 6858000"/>
              <a:gd name="connsiteX573" fmla="*/ 922198 w 7467600"/>
              <a:gd name="connsiteY573" fmla="*/ 1677437 h 6858000"/>
              <a:gd name="connsiteX574" fmla="*/ 869293 w 7467600"/>
              <a:gd name="connsiteY574" fmla="*/ 1583214 h 6858000"/>
              <a:gd name="connsiteX575" fmla="*/ 751431 w 7467600"/>
              <a:gd name="connsiteY575" fmla="*/ 1405731 h 6858000"/>
              <a:gd name="connsiteX576" fmla="*/ 655236 w 7467600"/>
              <a:gd name="connsiteY576" fmla="*/ 1268632 h 6858000"/>
              <a:gd name="connsiteX577" fmla="*/ 6516292 w 7467600"/>
              <a:gd name="connsiteY577" fmla="*/ 1263064 h 6858000"/>
              <a:gd name="connsiteX578" fmla="*/ 5736320 w 7467600"/>
              <a:gd name="connsiteY578" fmla="*/ 1501803 h 6858000"/>
              <a:gd name="connsiteX579" fmla="*/ 6516292 w 7467600"/>
              <a:gd name="connsiteY579" fmla="*/ 1263064 h 6858000"/>
              <a:gd name="connsiteX580" fmla="*/ 291466 w 7467600"/>
              <a:gd name="connsiteY580" fmla="*/ 1250369 h 6858000"/>
              <a:gd name="connsiteX581" fmla="*/ 323180 w 7467600"/>
              <a:gd name="connsiteY581" fmla="*/ 1435283 h 6858000"/>
              <a:gd name="connsiteX582" fmla="*/ 349381 w 7467600"/>
              <a:gd name="connsiteY582" fmla="*/ 1875041 h 6858000"/>
              <a:gd name="connsiteX583" fmla="*/ 374363 w 7467600"/>
              <a:gd name="connsiteY583" fmla="*/ 1506494 h 6858000"/>
              <a:gd name="connsiteX584" fmla="*/ 302168 w 7467600"/>
              <a:gd name="connsiteY584" fmla="*/ 1274495 h 6858000"/>
              <a:gd name="connsiteX585" fmla="*/ 291466 w 7467600"/>
              <a:gd name="connsiteY585" fmla="*/ 1250369 h 6858000"/>
              <a:gd name="connsiteX586" fmla="*/ 678222 w 7467600"/>
              <a:gd name="connsiteY586" fmla="*/ 1248670 h 6858000"/>
              <a:gd name="connsiteX587" fmla="*/ 775536 w 7467600"/>
              <a:gd name="connsiteY587" fmla="*/ 1388015 h 6858000"/>
              <a:gd name="connsiteX588" fmla="*/ 894529 w 7467600"/>
              <a:gd name="connsiteY588" fmla="*/ 1567739 h 6858000"/>
              <a:gd name="connsiteX589" fmla="*/ 948000 w 7467600"/>
              <a:gd name="connsiteY589" fmla="*/ 1663088 h 6858000"/>
              <a:gd name="connsiteX590" fmla="*/ 1006812 w 7467600"/>
              <a:gd name="connsiteY590" fmla="*/ 1767683 h 6858000"/>
              <a:gd name="connsiteX591" fmla="*/ 1149133 w 7467600"/>
              <a:gd name="connsiteY591" fmla="*/ 1971513 h 6858000"/>
              <a:gd name="connsiteX592" fmla="*/ 1333952 w 7467600"/>
              <a:gd name="connsiteY592" fmla="*/ 2251620 h 6858000"/>
              <a:gd name="connsiteX593" fmla="*/ 1337329 w 7467600"/>
              <a:gd name="connsiteY593" fmla="*/ 2258350 h 6858000"/>
              <a:gd name="connsiteX594" fmla="*/ 1014726 w 7467600"/>
              <a:gd name="connsiteY594" fmla="*/ 1615556 h 6858000"/>
              <a:gd name="connsiteX595" fmla="*/ 678222 w 7467600"/>
              <a:gd name="connsiteY595" fmla="*/ 1248670 h 6858000"/>
              <a:gd name="connsiteX596" fmla="*/ 6691602 w 7467600"/>
              <a:gd name="connsiteY596" fmla="*/ 1140573 h 6858000"/>
              <a:gd name="connsiteX597" fmla="*/ 6571100 w 7467600"/>
              <a:gd name="connsiteY597" fmla="*/ 1183662 h 6858000"/>
              <a:gd name="connsiteX598" fmla="*/ 6241687 w 7467600"/>
              <a:gd name="connsiteY598" fmla="*/ 1257600 h 6858000"/>
              <a:gd name="connsiteX599" fmla="*/ 5693009 w 7467600"/>
              <a:gd name="connsiteY599" fmla="*/ 1478256 h 6858000"/>
              <a:gd name="connsiteX600" fmla="*/ 6548420 w 7467600"/>
              <a:gd name="connsiteY600" fmla="*/ 1214599 h 6858000"/>
              <a:gd name="connsiteX601" fmla="*/ 6605473 w 7467600"/>
              <a:gd name="connsiteY601" fmla="*/ 1184686 h 6858000"/>
              <a:gd name="connsiteX602" fmla="*/ 6691602 w 7467600"/>
              <a:gd name="connsiteY602" fmla="*/ 1140573 h 6858000"/>
              <a:gd name="connsiteX603" fmla="*/ 4002475 w 7467600"/>
              <a:gd name="connsiteY603" fmla="*/ 1037802 h 6858000"/>
              <a:gd name="connsiteX604" fmla="*/ 4000324 w 7467600"/>
              <a:gd name="connsiteY604" fmla="*/ 1039362 h 6858000"/>
              <a:gd name="connsiteX605" fmla="*/ 4002862 w 7467600"/>
              <a:gd name="connsiteY605" fmla="*/ 1042866 h 6858000"/>
              <a:gd name="connsiteX606" fmla="*/ 4002475 w 7467600"/>
              <a:gd name="connsiteY606" fmla="*/ 1037802 h 6858000"/>
              <a:gd name="connsiteX607" fmla="*/ 506322 w 7467600"/>
              <a:gd name="connsiteY607" fmla="*/ 1020997 h 6858000"/>
              <a:gd name="connsiteX608" fmla="*/ 533068 w 7467600"/>
              <a:gd name="connsiteY608" fmla="*/ 1029409 h 6858000"/>
              <a:gd name="connsiteX609" fmla="*/ 1232525 w 7467600"/>
              <a:gd name="connsiteY609" fmla="*/ 1804675 h 6858000"/>
              <a:gd name="connsiteX610" fmla="*/ 1388858 w 7467600"/>
              <a:gd name="connsiteY610" fmla="*/ 2368011 h 6858000"/>
              <a:gd name="connsiteX611" fmla="*/ 1384098 w 7467600"/>
              <a:gd name="connsiteY611" fmla="*/ 2378125 h 6858000"/>
              <a:gd name="connsiteX612" fmla="*/ 1425393 w 7467600"/>
              <a:gd name="connsiteY612" fmla="*/ 2589124 h 6858000"/>
              <a:gd name="connsiteX613" fmla="*/ 1424001 w 7467600"/>
              <a:gd name="connsiteY613" fmla="*/ 2597541 h 6858000"/>
              <a:gd name="connsiteX614" fmla="*/ 2152729 w 7467600"/>
              <a:gd name="connsiteY614" fmla="*/ 2864487 h 6858000"/>
              <a:gd name="connsiteX615" fmla="*/ 2020609 w 7467600"/>
              <a:gd name="connsiteY615" fmla="*/ 2539671 h 6858000"/>
              <a:gd name="connsiteX616" fmla="*/ 2018920 w 7467600"/>
              <a:gd name="connsiteY616" fmla="*/ 2536309 h 6858000"/>
              <a:gd name="connsiteX617" fmla="*/ 1342441 w 7467600"/>
              <a:gd name="connsiteY617" fmla="*/ 1173017 h 6858000"/>
              <a:gd name="connsiteX618" fmla="*/ 1367925 w 7467600"/>
              <a:gd name="connsiteY618" fmla="*/ 1135648 h 6858000"/>
              <a:gd name="connsiteX619" fmla="*/ 1771401 w 7467600"/>
              <a:gd name="connsiteY619" fmla="*/ 1806673 h 6858000"/>
              <a:gd name="connsiteX620" fmla="*/ 1972385 w 7467600"/>
              <a:gd name="connsiteY620" fmla="*/ 2198735 h 6858000"/>
              <a:gd name="connsiteX621" fmla="*/ 2040892 w 7467600"/>
              <a:gd name="connsiteY621" fmla="*/ 2405205 h 6858000"/>
              <a:gd name="connsiteX622" fmla="*/ 2131689 w 7467600"/>
              <a:gd name="connsiteY622" fmla="*/ 1936926 h 6858000"/>
              <a:gd name="connsiteX623" fmla="*/ 2454820 w 7467600"/>
              <a:gd name="connsiteY623" fmla="*/ 1248808 h 6858000"/>
              <a:gd name="connsiteX624" fmla="*/ 2492512 w 7467600"/>
              <a:gd name="connsiteY624" fmla="*/ 1302920 h 6858000"/>
              <a:gd name="connsiteX625" fmla="*/ 2081216 w 7467600"/>
              <a:gd name="connsiteY625" fmla="*/ 2527513 h 6858000"/>
              <a:gd name="connsiteX626" fmla="*/ 2081211 w 7467600"/>
              <a:gd name="connsiteY626" fmla="*/ 2528916 h 6858000"/>
              <a:gd name="connsiteX627" fmla="*/ 2199067 w 7467600"/>
              <a:gd name="connsiteY627" fmla="*/ 2884061 h 6858000"/>
              <a:gd name="connsiteX628" fmla="*/ 3192586 w 7467600"/>
              <a:gd name="connsiteY628" fmla="*/ 3411496 h 6858000"/>
              <a:gd name="connsiteX629" fmla="*/ 3182620 w 7467600"/>
              <a:gd name="connsiteY629" fmla="*/ 3483279 h 6858000"/>
              <a:gd name="connsiteX630" fmla="*/ 2435119 w 7467600"/>
              <a:gd name="connsiteY630" fmla="*/ 3080173 h 6858000"/>
              <a:gd name="connsiteX631" fmla="*/ 2410152 w 7467600"/>
              <a:gd name="connsiteY631" fmla="*/ 3063751 h 6858000"/>
              <a:gd name="connsiteX632" fmla="*/ 2408099 w 7467600"/>
              <a:gd name="connsiteY632" fmla="*/ 3064403 h 6858000"/>
              <a:gd name="connsiteX633" fmla="*/ 2407218 w 7467600"/>
              <a:gd name="connsiteY633" fmla="*/ 3070324 h 6858000"/>
              <a:gd name="connsiteX634" fmla="*/ 2380138 w 7467600"/>
              <a:gd name="connsiteY634" fmla="*/ 3099341 h 6858000"/>
              <a:gd name="connsiteX635" fmla="*/ 1765923 w 7467600"/>
              <a:gd name="connsiteY635" fmla="*/ 3581043 h 6858000"/>
              <a:gd name="connsiteX636" fmla="*/ 1702258 w 7467600"/>
              <a:gd name="connsiteY636" fmla="*/ 3612286 h 6858000"/>
              <a:gd name="connsiteX637" fmla="*/ 1538370 w 7467600"/>
              <a:gd name="connsiteY637" fmla="*/ 3811804 h 6858000"/>
              <a:gd name="connsiteX638" fmla="*/ 542867 w 7467600"/>
              <a:gd name="connsiteY638" fmla="*/ 4944092 h 6858000"/>
              <a:gd name="connsiteX639" fmla="*/ 515800 w 7467600"/>
              <a:gd name="connsiteY639" fmla="*/ 4862180 h 6858000"/>
              <a:gd name="connsiteX640" fmla="*/ 909145 w 7467600"/>
              <a:gd name="connsiteY640" fmla="*/ 4199225 h 6858000"/>
              <a:gd name="connsiteX641" fmla="*/ 1214067 w 7467600"/>
              <a:gd name="connsiteY641" fmla="*/ 3908561 h 6858000"/>
              <a:gd name="connsiteX642" fmla="*/ 640967 w 7467600"/>
              <a:gd name="connsiteY642" fmla="*/ 4105601 h 6858000"/>
              <a:gd name="connsiteX643" fmla="*/ 112563 w 7467600"/>
              <a:gd name="connsiteY643" fmla="*/ 4396952 h 6858000"/>
              <a:gd name="connsiteX644" fmla="*/ 0 w 7467600"/>
              <a:gd name="connsiteY644" fmla="*/ 4466006 h 6858000"/>
              <a:gd name="connsiteX645" fmla="*/ 0 w 7467600"/>
              <a:gd name="connsiteY645" fmla="*/ 4233763 h 6858000"/>
              <a:gd name="connsiteX646" fmla="*/ 36881 w 7467600"/>
              <a:gd name="connsiteY646" fmla="*/ 4200118 h 6858000"/>
              <a:gd name="connsiteX647" fmla="*/ 910534 w 7467600"/>
              <a:gd name="connsiteY647" fmla="*/ 3629753 h 6858000"/>
              <a:gd name="connsiteX648" fmla="*/ 1578717 w 7467600"/>
              <a:gd name="connsiteY648" fmla="*/ 3575982 h 6858000"/>
              <a:gd name="connsiteX649" fmla="*/ 2338780 w 7467600"/>
              <a:gd name="connsiteY649" fmla="*/ 3033725 h 6858000"/>
              <a:gd name="connsiteX650" fmla="*/ 1807991 w 7467600"/>
              <a:gd name="connsiteY650" fmla="*/ 2807184 h 6858000"/>
              <a:gd name="connsiteX651" fmla="*/ 1416358 w 7467600"/>
              <a:gd name="connsiteY651" fmla="*/ 3112571 h 6858000"/>
              <a:gd name="connsiteX652" fmla="*/ 939066 w 7467600"/>
              <a:gd name="connsiteY652" fmla="*/ 3378798 h 6858000"/>
              <a:gd name="connsiteX653" fmla="*/ 115099 w 7467600"/>
              <a:gd name="connsiteY653" fmla="*/ 3607650 h 6858000"/>
              <a:gd name="connsiteX654" fmla="*/ 97284 w 7467600"/>
              <a:gd name="connsiteY654" fmla="*/ 3520393 h 6858000"/>
              <a:gd name="connsiteX655" fmla="*/ 922050 w 7467600"/>
              <a:gd name="connsiteY655" fmla="*/ 3074867 h 6858000"/>
              <a:gd name="connsiteX656" fmla="*/ 1405265 w 7467600"/>
              <a:gd name="connsiteY656" fmla="*/ 3016319 h 6858000"/>
              <a:gd name="connsiteX657" fmla="*/ 1407512 w 7467600"/>
              <a:gd name="connsiteY657" fmla="*/ 3018001 h 6858000"/>
              <a:gd name="connsiteX658" fmla="*/ 1726266 w 7467600"/>
              <a:gd name="connsiteY658" fmla="*/ 2777274 h 6858000"/>
              <a:gd name="connsiteX659" fmla="*/ 625390 w 7467600"/>
              <a:gd name="connsiteY659" fmla="*/ 2514541 h 6858000"/>
              <a:gd name="connsiteX660" fmla="*/ 619799 w 7467600"/>
              <a:gd name="connsiteY660" fmla="*/ 2527180 h 6858000"/>
              <a:gd name="connsiteX661" fmla="*/ 310030 w 7467600"/>
              <a:gd name="connsiteY661" fmla="*/ 2771818 h 6858000"/>
              <a:gd name="connsiteX662" fmla="*/ 173877 w 7467600"/>
              <a:gd name="connsiteY662" fmla="*/ 2937056 h 6858000"/>
              <a:gd name="connsiteX663" fmla="*/ 77889 w 7467600"/>
              <a:gd name="connsiteY663" fmla="*/ 3138440 h 6858000"/>
              <a:gd name="connsiteX664" fmla="*/ 0 w 7467600"/>
              <a:gd name="connsiteY664" fmla="*/ 3271395 h 6858000"/>
              <a:gd name="connsiteX665" fmla="*/ 0 w 7467600"/>
              <a:gd name="connsiteY665" fmla="*/ 3153002 h 6858000"/>
              <a:gd name="connsiteX666" fmla="*/ 2386 w 7467600"/>
              <a:gd name="connsiteY666" fmla="*/ 3149203 h 6858000"/>
              <a:gd name="connsiteX667" fmla="*/ 89753 w 7467600"/>
              <a:gd name="connsiteY667" fmla="*/ 2987702 h 6858000"/>
              <a:gd name="connsiteX668" fmla="*/ 76869 w 7467600"/>
              <a:gd name="connsiteY668" fmla="*/ 3005404 h 6858000"/>
              <a:gd name="connsiteX669" fmla="*/ 32049 w 7467600"/>
              <a:gd name="connsiteY669" fmla="*/ 3065814 h 6858000"/>
              <a:gd name="connsiteX670" fmla="*/ 0 w 7467600"/>
              <a:gd name="connsiteY670" fmla="*/ 3108744 h 6858000"/>
              <a:gd name="connsiteX671" fmla="*/ 0 w 7467600"/>
              <a:gd name="connsiteY671" fmla="*/ 3058059 h 6858000"/>
              <a:gd name="connsiteX672" fmla="*/ 7610 w 7467600"/>
              <a:gd name="connsiteY672" fmla="*/ 3047889 h 6858000"/>
              <a:gd name="connsiteX673" fmla="*/ 52419 w 7467600"/>
              <a:gd name="connsiteY673" fmla="*/ 2987479 h 6858000"/>
              <a:gd name="connsiteX674" fmla="*/ 59142 w 7467600"/>
              <a:gd name="connsiteY674" fmla="*/ 2978488 h 6858000"/>
              <a:gd name="connsiteX675" fmla="*/ 0 w 7467600"/>
              <a:gd name="connsiteY675" fmla="*/ 3015334 h 6858000"/>
              <a:gd name="connsiteX676" fmla="*/ 0 w 7467600"/>
              <a:gd name="connsiteY676" fmla="*/ 2914286 h 6858000"/>
              <a:gd name="connsiteX677" fmla="*/ 36383 w 7467600"/>
              <a:gd name="connsiteY677" fmla="*/ 2901128 h 6858000"/>
              <a:gd name="connsiteX678" fmla="*/ 156329 w 7467600"/>
              <a:gd name="connsiteY678" fmla="*/ 2840533 h 6858000"/>
              <a:gd name="connsiteX679" fmla="*/ 358355 w 7467600"/>
              <a:gd name="connsiteY679" fmla="*/ 2620471 h 6858000"/>
              <a:gd name="connsiteX680" fmla="*/ 510577 w 7467600"/>
              <a:gd name="connsiteY680" fmla="*/ 2501244 h 6858000"/>
              <a:gd name="connsiteX681" fmla="*/ 211967 w 7467600"/>
              <a:gd name="connsiteY681" fmla="*/ 2479171 h 6858000"/>
              <a:gd name="connsiteX682" fmla="*/ 0 w 7467600"/>
              <a:gd name="connsiteY682" fmla="*/ 2476398 h 6858000"/>
              <a:gd name="connsiteX683" fmla="*/ 0 w 7467600"/>
              <a:gd name="connsiteY683" fmla="*/ 2389189 h 6858000"/>
              <a:gd name="connsiteX684" fmla="*/ 103062 w 7467600"/>
              <a:gd name="connsiteY684" fmla="*/ 2389518 h 6858000"/>
              <a:gd name="connsiteX685" fmla="*/ 510734 w 7467600"/>
              <a:gd name="connsiteY685" fmla="*/ 2416201 h 6858000"/>
              <a:gd name="connsiteX686" fmla="*/ 279257 w 7467600"/>
              <a:gd name="connsiteY686" fmla="*/ 2092102 h 6858000"/>
              <a:gd name="connsiteX687" fmla="*/ 65265 w 7467600"/>
              <a:gd name="connsiteY687" fmla="*/ 2006049 h 6858000"/>
              <a:gd name="connsiteX688" fmla="*/ 0 w 7467600"/>
              <a:gd name="connsiteY688" fmla="*/ 1982532 h 6858000"/>
              <a:gd name="connsiteX689" fmla="*/ 0 w 7467600"/>
              <a:gd name="connsiteY689" fmla="*/ 1912789 h 6858000"/>
              <a:gd name="connsiteX690" fmla="*/ 97460 w 7467600"/>
              <a:gd name="connsiteY690" fmla="*/ 1953725 h 6858000"/>
              <a:gd name="connsiteX691" fmla="*/ 221272 w 7467600"/>
              <a:gd name="connsiteY691" fmla="*/ 1980766 h 6858000"/>
              <a:gd name="connsiteX692" fmla="*/ 116765 w 7467600"/>
              <a:gd name="connsiteY692" fmla="*/ 1911033 h 6858000"/>
              <a:gd name="connsiteX693" fmla="*/ 16405 w 7467600"/>
              <a:gd name="connsiteY693" fmla="*/ 1803412 h 6858000"/>
              <a:gd name="connsiteX694" fmla="*/ 0 w 7467600"/>
              <a:gd name="connsiteY694" fmla="*/ 1784777 h 6858000"/>
              <a:gd name="connsiteX695" fmla="*/ 0 w 7467600"/>
              <a:gd name="connsiteY695" fmla="*/ 1740082 h 6858000"/>
              <a:gd name="connsiteX696" fmla="*/ 39394 w 7467600"/>
              <a:gd name="connsiteY696" fmla="*/ 1784856 h 6858000"/>
              <a:gd name="connsiteX697" fmla="*/ 135813 w 7467600"/>
              <a:gd name="connsiteY697" fmla="*/ 1888838 h 6858000"/>
              <a:gd name="connsiteX698" fmla="*/ 242575 w 7467600"/>
              <a:gd name="connsiteY698" fmla="*/ 1958841 h 6858000"/>
              <a:gd name="connsiteX699" fmla="*/ 82197 w 7467600"/>
              <a:gd name="connsiteY699" fmla="*/ 1754826 h 6858000"/>
              <a:gd name="connsiteX700" fmla="*/ 0 w 7467600"/>
              <a:gd name="connsiteY700" fmla="*/ 1679650 h 6858000"/>
              <a:gd name="connsiteX701" fmla="*/ 0 w 7467600"/>
              <a:gd name="connsiteY701" fmla="*/ 1602463 h 6858000"/>
              <a:gd name="connsiteX702" fmla="*/ 84689 w 7467600"/>
              <a:gd name="connsiteY702" fmla="*/ 1677442 h 6858000"/>
              <a:gd name="connsiteX703" fmla="*/ 298437 w 7467600"/>
              <a:gd name="connsiteY703" fmla="*/ 1968019 h 6858000"/>
              <a:gd name="connsiteX704" fmla="*/ 227269 w 7467600"/>
              <a:gd name="connsiteY704" fmla="*/ 1114064 h 6858000"/>
              <a:gd name="connsiteX705" fmla="*/ 248003 w 7467600"/>
              <a:gd name="connsiteY705" fmla="*/ 1089613 h 6858000"/>
              <a:gd name="connsiteX706" fmla="*/ 427020 w 7467600"/>
              <a:gd name="connsiteY706" fmla="*/ 1619803 h 6858000"/>
              <a:gd name="connsiteX707" fmla="*/ 340345 w 7467600"/>
              <a:gd name="connsiteY707" fmla="*/ 2027739 h 6858000"/>
              <a:gd name="connsiteX708" fmla="*/ 360865 w 7467600"/>
              <a:gd name="connsiteY708" fmla="*/ 2044827 h 6858000"/>
              <a:gd name="connsiteX709" fmla="*/ 560414 w 7467600"/>
              <a:gd name="connsiteY709" fmla="*/ 2421457 h 6858000"/>
              <a:gd name="connsiteX710" fmla="*/ 1359703 w 7467600"/>
              <a:gd name="connsiteY710" fmla="*/ 2578554 h 6858000"/>
              <a:gd name="connsiteX711" fmla="*/ 1359422 w 7467600"/>
              <a:gd name="connsiteY711" fmla="*/ 2577994 h 6858000"/>
              <a:gd name="connsiteX712" fmla="*/ 828701 w 7467600"/>
              <a:gd name="connsiteY712" fmla="*/ 1839520 h 6858000"/>
              <a:gd name="connsiteX713" fmla="*/ 494427 w 7467600"/>
              <a:gd name="connsiteY713" fmla="*/ 1092333 h 6858000"/>
              <a:gd name="connsiteX714" fmla="*/ 506322 w 7467600"/>
              <a:gd name="connsiteY714" fmla="*/ 1020997 h 6858000"/>
              <a:gd name="connsiteX715" fmla="*/ 4570198 w 7467600"/>
              <a:gd name="connsiteY715" fmla="*/ 978081 h 6858000"/>
              <a:gd name="connsiteX716" fmla="*/ 4523691 w 7467600"/>
              <a:gd name="connsiteY716" fmla="*/ 1127776 h 6858000"/>
              <a:gd name="connsiteX717" fmla="*/ 4509875 w 7467600"/>
              <a:gd name="connsiteY717" fmla="*/ 1167552 h 6858000"/>
              <a:gd name="connsiteX718" fmla="*/ 4478168 w 7467600"/>
              <a:gd name="connsiteY718" fmla="*/ 1260735 h 6858000"/>
              <a:gd name="connsiteX719" fmla="*/ 4409309 w 7467600"/>
              <a:gd name="connsiteY719" fmla="*/ 1666996 h 6858000"/>
              <a:gd name="connsiteX720" fmla="*/ 4370031 w 7467600"/>
              <a:gd name="connsiteY720" fmla="*/ 1955666 h 6858000"/>
              <a:gd name="connsiteX721" fmla="*/ 4570198 w 7467600"/>
              <a:gd name="connsiteY721" fmla="*/ 978081 h 6858000"/>
              <a:gd name="connsiteX722" fmla="*/ 4557898 w 7467600"/>
              <a:gd name="connsiteY722" fmla="*/ 900011 h 6858000"/>
              <a:gd name="connsiteX723" fmla="*/ 4344840 w 7467600"/>
              <a:gd name="connsiteY723" fmla="*/ 1922038 h 6858000"/>
              <a:gd name="connsiteX724" fmla="*/ 4378710 w 7467600"/>
              <a:gd name="connsiteY724" fmla="*/ 1665516 h 6858000"/>
              <a:gd name="connsiteX725" fmla="*/ 4448798 w 7467600"/>
              <a:gd name="connsiteY725" fmla="*/ 1253024 h 6858000"/>
              <a:gd name="connsiteX726" fmla="*/ 4480315 w 7467600"/>
              <a:gd name="connsiteY726" fmla="*/ 1158454 h 6858000"/>
              <a:gd name="connsiteX727" fmla="*/ 4494133 w 7467600"/>
              <a:gd name="connsiteY727" fmla="*/ 1118676 h 6858000"/>
              <a:gd name="connsiteX728" fmla="*/ 4557898 w 7467600"/>
              <a:gd name="connsiteY728" fmla="*/ 900011 h 6858000"/>
              <a:gd name="connsiteX729" fmla="*/ 5870151 w 7467600"/>
              <a:gd name="connsiteY729" fmla="*/ 898890 h 6858000"/>
              <a:gd name="connsiteX730" fmla="*/ 5861335 w 7467600"/>
              <a:gd name="connsiteY730" fmla="*/ 899177 h 6858000"/>
              <a:gd name="connsiteX731" fmla="*/ 5843702 w 7467600"/>
              <a:gd name="connsiteY731" fmla="*/ 899748 h 6858000"/>
              <a:gd name="connsiteX732" fmla="*/ 5651107 w 7467600"/>
              <a:gd name="connsiteY732" fmla="*/ 920306 h 6858000"/>
              <a:gd name="connsiteX733" fmla="*/ 5459407 w 7467600"/>
              <a:gd name="connsiteY733" fmla="*/ 940975 h 6858000"/>
              <a:gd name="connsiteX734" fmla="*/ 5374846 w 7467600"/>
              <a:gd name="connsiteY734" fmla="*/ 941988 h 6858000"/>
              <a:gd name="connsiteX735" fmla="*/ 5256105 w 7467600"/>
              <a:gd name="connsiteY735" fmla="*/ 945632 h 6858000"/>
              <a:gd name="connsiteX736" fmla="*/ 5107071 w 7467600"/>
              <a:gd name="connsiteY736" fmla="*/ 969720 h 6858000"/>
              <a:gd name="connsiteX737" fmla="*/ 4998681 w 7467600"/>
              <a:gd name="connsiteY737" fmla="*/ 988771 h 6858000"/>
              <a:gd name="connsiteX738" fmla="*/ 5870151 w 7467600"/>
              <a:gd name="connsiteY738" fmla="*/ 898890 h 6858000"/>
              <a:gd name="connsiteX739" fmla="*/ 5504425 w 7467600"/>
              <a:gd name="connsiteY739" fmla="*/ 848067 h 6858000"/>
              <a:gd name="connsiteX740" fmla="*/ 4968849 w 7467600"/>
              <a:gd name="connsiteY740" fmla="*/ 962318 h 6858000"/>
              <a:gd name="connsiteX741" fmla="*/ 5104039 w 7467600"/>
              <a:gd name="connsiteY741" fmla="*/ 940634 h 6858000"/>
              <a:gd name="connsiteX742" fmla="*/ 5256311 w 7467600"/>
              <a:gd name="connsiteY742" fmla="*/ 916490 h 6858000"/>
              <a:gd name="connsiteX743" fmla="*/ 5377381 w 7467600"/>
              <a:gd name="connsiteY743" fmla="*/ 912671 h 6858000"/>
              <a:gd name="connsiteX744" fmla="*/ 5460148 w 7467600"/>
              <a:gd name="connsiteY744" fmla="*/ 911442 h 6858000"/>
              <a:gd name="connsiteX745" fmla="*/ 5648971 w 7467600"/>
              <a:gd name="connsiteY745" fmla="*/ 891331 h 6858000"/>
              <a:gd name="connsiteX746" fmla="*/ 5844807 w 7467600"/>
              <a:gd name="connsiteY746" fmla="*/ 870718 h 6858000"/>
              <a:gd name="connsiteX747" fmla="*/ 5862975 w 7467600"/>
              <a:gd name="connsiteY747" fmla="*/ 869756 h 6858000"/>
              <a:gd name="connsiteX748" fmla="*/ 5920887 w 7467600"/>
              <a:gd name="connsiteY748" fmla="*/ 865929 h 6858000"/>
              <a:gd name="connsiteX749" fmla="*/ 5504425 w 7467600"/>
              <a:gd name="connsiteY749" fmla="*/ 848067 h 6858000"/>
              <a:gd name="connsiteX750" fmla="*/ 3607114 w 7467600"/>
              <a:gd name="connsiteY750" fmla="*/ 467441 h 6858000"/>
              <a:gd name="connsiteX751" fmla="*/ 3296242 w 7467600"/>
              <a:gd name="connsiteY751" fmla="*/ 807991 h 6858000"/>
              <a:gd name="connsiteX752" fmla="*/ 3174674 w 7467600"/>
              <a:gd name="connsiteY752" fmla="*/ 919759 h 6858000"/>
              <a:gd name="connsiteX753" fmla="*/ 3042978 w 7467600"/>
              <a:gd name="connsiteY753" fmla="*/ 1054894 h 6858000"/>
              <a:gd name="connsiteX754" fmla="*/ 2968914 w 7467600"/>
              <a:gd name="connsiteY754" fmla="*/ 1133756 h 6858000"/>
              <a:gd name="connsiteX755" fmla="*/ 3103823 w 7467600"/>
              <a:gd name="connsiteY755" fmla="*/ 1026814 h 6858000"/>
              <a:gd name="connsiteX756" fmla="*/ 3607114 w 7467600"/>
              <a:gd name="connsiteY756" fmla="*/ 467441 h 6858000"/>
              <a:gd name="connsiteX757" fmla="*/ 3744487 w 7467600"/>
              <a:gd name="connsiteY757" fmla="*/ 383136 h 6858000"/>
              <a:gd name="connsiteX758" fmla="*/ 3970213 w 7467600"/>
              <a:gd name="connsiteY758" fmla="*/ 995559 h 6858000"/>
              <a:gd name="connsiteX759" fmla="*/ 3744487 w 7467600"/>
              <a:gd name="connsiteY759" fmla="*/ 383136 h 6858000"/>
              <a:gd name="connsiteX760" fmla="*/ 3624562 w 7467600"/>
              <a:gd name="connsiteY760" fmla="*/ 367041 h 6858000"/>
              <a:gd name="connsiteX761" fmla="*/ 3489712 w 7467600"/>
              <a:gd name="connsiteY761" fmla="*/ 485386 h 6858000"/>
              <a:gd name="connsiteX762" fmla="*/ 3182994 w 7467600"/>
              <a:gd name="connsiteY762" fmla="*/ 828265 h 6858000"/>
              <a:gd name="connsiteX763" fmla="*/ 2892114 w 7467600"/>
              <a:gd name="connsiteY763" fmla="*/ 1172635 h 6858000"/>
              <a:gd name="connsiteX764" fmla="*/ 3021459 w 7467600"/>
              <a:gd name="connsiteY764" fmla="*/ 1035385 h 6858000"/>
              <a:gd name="connsiteX765" fmla="*/ 3153873 w 7467600"/>
              <a:gd name="connsiteY765" fmla="*/ 898971 h 6858000"/>
              <a:gd name="connsiteX766" fmla="*/ 3276511 w 7467600"/>
              <a:gd name="connsiteY766" fmla="*/ 786423 h 6858000"/>
              <a:gd name="connsiteX767" fmla="*/ 3584154 w 7467600"/>
              <a:gd name="connsiteY767" fmla="*/ 448218 h 6858000"/>
              <a:gd name="connsiteX768" fmla="*/ 3624562 w 7467600"/>
              <a:gd name="connsiteY768" fmla="*/ 367041 h 6858000"/>
              <a:gd name="connsiteX769" fmla="*/ 3766672 w 7467600"/>
              <a:gd name="connsiteY769" fmla="*/ 359429 h 6858000"/>
              <a:gd name="connsiteX770" fmla="*/ 3996338 w 7467600"/>
              <a:gd name="connsiteY770" fmla="*/ 968237 h 6858000"/>
              <a:gd name="connsiteX771" fmla="*/ 3766672 w 7467600"/>
              <a:gd name="connsiteY771" fmla="*/ 359429 h 6858000"/>
              <a:gd name="connsiteX772" fmla="*/ 5805386 w 7467600"/>
              <a:gd name="connsiteY772" fmla="*/ 239240 h 6858000"/>
              <a:gd name="connsiteX773" fmla="*/ 5736947 w 7467600"/>
              <a:gd name="connsiteY773" fmla="*/ 261367 h 6858000"/>
              <a:gd name="connsiteX774" fmla="*/ 5427012 w 7467600"/>
              <a:gd name="connsiteY774" fmla="*/ 311272 h 6858000"/>
              <a:gd name="connsiteX775" fmla="*/ 5147818 w 7467600"/>
              <a:gd name="connsiteY775" fmla="*/ 322112 h 6858000"/>
              <a:gd name="connsiteX776" fmla="*/ 5060854 w 7467600"/>
              <a:gd name="connsiteY776" fmla="*/ 311882 h 6858000"/>
              <a:gd name="connsiteX777" fmla="*/ 4945989 w 7467600"/>
              <a:gd name="connsiteY777" fmla="*/ 300516 h 6858000"/>
              <a:gd name="connsiteX778" fmla="*/ 5410479 w 7467600"/>
              <a:gd name="connsiteY778" fmla="*/ 348434 h 6858000"/>
              <a:gd name="connsiteX779" fmla="*/ 5805386 w 7467600"/>
              <a:gd name="connsiteY779" fmla="*/ 239240 h 6858000"/>
              <a:gd name="connsiteX780" fmla="*/ 5905192 w 7467600"/>
              <a:gd name="connsiteY780" fmla="*/ 163079 h 6858000"/>
              <a:gd name="connsiteX781" fmla="*/ 5865655 w 7467600"/>
              <a:gd name="connsiteY781" fmla="*/ 171901 h 6858000"/>
              <a:gd name="connsiteX782" fmla="*/ 5259740 w 7467600"/>
              <a:gd name="connsiteY782" fmla="*/ 257013 h 6858000"/>
              <a:gd name="connsiteX783" fmla="*/ 5208466 w 7467600"/>
              <a:gd name="connsiteY783" fmla="*/ 257550 h 6858000"/>
              <a:gd name="connsiteX784" fmla="*/ 4980204 w 7467600"/>
              <a:gd name="connsiteY784" fmla="*/ 271903 h 6858000"/>
              <a:gd name="connsiteX785" fmla="*/ 5068068 w 7467600"/>
              <a:gd name="connsiteY785" fmla="*/ 282244 h 6858000"/>
              <a:gd name="connsiteX786" fmla="*/ 5153231 w 7467600"/>
              <a:gd name="connsiteY786" fmla="*/ 292240 h 6858000"/>
              <a:gd name="connsiteX787" fmla="*/ 5426491 w 7467600"/>
              <a:gd name="connsiteY787" fmla="*/ 281128 h 6858000"/>
              <a:gd name="connsiteX788" fmla="*/ 5731212 w 7467600"/>
              <a:gd name="connsiteY788" fmla="*/ 231951 h 6858000"/>
              <a:gd name="connsiteX789" fmla="*/ 5905192 w 7467600"/>
              <a:gd name="connsiteY789" fmla="*/ 163079 h 6858000"/>
              <a:gd name="connsiteX790" fmla="*/ 5944437 w 7467600"/>
              <a:gd name="connsiteY790" fmla="*/ 113829 h 6858000"/>
              <a:gd name="connsiteX791" fmla="*/ 5825032 w 7467600"/>
              <a:gd name="connsiteY791" fmla="*/ 146405 h 6858000"/>
              <a:gd name="connsiteX792" fmla="*/ 4955599 w 7467600"/>
              <a:gd name="connsiteY792" fmla="*/ 247008 h 6858000"/>
              <a:gd name="connsiteX793" fmla="*/ 5210104 w 7467600"/>
              <a:gd name="connsiteY793" fmla="*/ 228123 h 6858000"/>
              <a:gd name="connsiteX794" fmla="*/ 5261015 w 7467600"/>
              <a:gd name="connsiteY794" fmla="*/ 227087 h 6858000"/>
              <a:gd name="connsiteX795" fmla="*/ 5861181 w 7467600"/>
              <a:gd name="connsiteY795" fmla="*/ 143093 h 6858000"/>
              <a:gd name="connsiteX796" fmla="*/ 5961252 w 7467600"/>
              <a:gd name="connsiteY796" fmla="*/ 114820 h 6858000"/>
              <a:gd name="connsiteX797" fmla="*/ 5944437 w 7467600"/>
              <a:gd name="connsiteY797" fmla="*/ 113829 h 6858000"/>
              <a:gd name="connsiteX798" fmla="*/ 3882765 w 7467600"/>
              <a:gd name="connsiteY798" fmla="*/ 0 h 6858000"/>
              <a:gd name="connsiteX799" fmla="*/ 3995099 w 7467600"/>
              <a:gd name="connsiteY799" fmla="*/ 0 h 6858000"/>
              <a:gd name="connsiteX800" fmla="*/ 4163818 w 7467600"/>
              <a:gd name="connsiteY800" fmla="*/ 234104 h 6858000"/>
              <a:gd name="connsiteX801" fmla="*/ 4172099 w 7467600"/>
              <a:gd name="connsiteY801" fmla="*/ 234207 h 6858000"/>
              <a:gd name="connsiteX802" fmla="*/ 4784282 w 7467600"/>
              <a:gd name="connsiteY802" fmla="*/ 276561 h 6858000"/>
              <a:gd name="connsiteX803" fmla="*/ 4801687 w 7467600"/>
              <a:gd name="connsiteY803" fmla="*/ 267764 h 6858000"/>
              <a:gd name="connsiteX804" fmla="*/ 6082788 w 7467600"/>
              <a:gd name="connsiteY804" fmla="*/ 64119 h 6858000"/>
              <a:gd name="connsiteX805" fmla="*/ 6099442 w 7467600"/>
              <a:gd name="connsiteY805" fmla="*/ 82568 h 6858000"/>
              <a:gd name="connsiteX806" fmla="*/ 4804137 w 7467600"/>
              <a:gd name="connsiteY806" fmla="*/ 320931 h 6858000"/>
              <a:gd name="connsiteX807" fmla="*/ 4227047 w 7467600"/>
              <a:gd name="connsiteY807" fmla="*/ 313415 h 6858000"/>
              <a:gd name="connsiteX808" fmla="*/ 4346041 w 7467600"/>
              <a:gd name="connsiteY808" fmla="*/ 456086 h 6858000"/>
              <a:gd name="connsiteX809" fmla="*/ 4870967 w 7467600"/>
              <a:gd name="connsiteY809" fmla="*/ 963061 h 6858000"/>
              <a:gd name="connsiteX810" fmla="*/ 4889647 w 7467600"/>
              <a:gd name="connsiteY810" fmla="*/ 957147 h 6858000"/>
              <a:gd name="connsiteX811" fmla="*/ 5422504 w 7467600"/>
              <a:gd name="connsiteY811" fmla="*/ 805191 h 6858000"/>
              <a:gd name="connsiteX812" fmla="*/ 6087656 w 7467600"/>
              <a:gd name="connsiteY812" fmla="*/ 826703 h 6858000"/>
              <a:gd name="connsiteX813" fmla="*/ 6058717 w 7467600"/>
              <a:gd name="connsiteY813" fmla="*/ 865992 h 6858000"/>
              <a:gd name="connsiteX814" fmla="*/ 4974153 w 7467600"/>
              <a:gd name="connsiteY814" fmla="*/ 1045456 h 6858000"/>
              <a:gd name="connsiteX815" fmla="*/ 5627835 w 7467600"/>
              <a:gd name="connsiteY815" fmla="*/ 1472077 h 6858000"/>
              <a:gd name="connsiteX816" fmla="*/ 5629817 w 7467600"/>
              <a:gd name="connsiteY816" fmla="*/ 1471412 h 6858000"/>
              <a:gd name="connsiteX817" fmla="*/ 5634124 w 7467600"/>
              <a:gd name="connsiteY817" fmla="*/ 1470572 h 6858000"/>
              <a:gd name="connsiteX818" fmla="*/ 5755832 w 7467600"/>
              <a:gd name="connsiteY818" fmla="*/ 1383886 h 6858000"/>
              <a:gd name="connsiteX819" fmla="*/ 6014186 w 7467600"/>
              <a:gd name="connsiteY819" fmla="*/ 1279799 h 6858000"/>
              <a:gd name="connsiteX820" fmla="*/ 6901619 w 7467600"/>
              <a:gd name="connsiteY820" fmla="*/ 1047874 h 6858000"/>
              <a:gd name="connsiteX821" fmla="*/ 6931566 w 7467600"/>
              <a:gd name="connsiteY821" fmla="*/ 1062034 h 6858000"/>
              <a:gd name="connsiteX822" fmla="*/ 5790982 w 7467600"/>
              <a:gd name="connsiteY822" fmla="*/ 1561380 h 6858000"/>
              <a:gd name="connsiteX823" fmla="*/ 6188971 w 7467600"/>
              <a:gd name="connsiteY823" fmla="*/ 1755168 h 6858000"/>
              <a:gd name="connsiteX824" fmla="*/ 6202446 w 7467600"/>
              <a:gd name="connsiteY824" fmla="*/ 1752268 h 6858000"/>
              <a:gd name="connsiteX825" fmla="*/ 7179560 w 7467600"/>
              <a:gd name="connsiteY825" fmla="*/ 1467551 h 6858000"/>
              <a:gd name="connsiteX826" fmla="*/ 7158730 w 7467600"/>
              <a:gd name="connsiteY826" fmla="*/ 1507835 h 6858000"/>
              <a:gd name="connsiteX827" fmla="*/ 6326959 w 7467600"/>
              <a:gd name="connsiteY827" fmla="*/ 1817686 h 6858000"/>
              <a:gd name="connsiteX828" fmla="*/ 6537433 w 7467600"/>
              <a:gd name="connsiteY828" fmla="*/ 1907790 h 6858000"/>
              <a:gd name="connsiteX829" fmla="*/ 6550221 w 7467600"/>
              <a:gd name="connsiteY829" fmla="*/ 1910729 h 6858000"/>
              <a:gd name="connsiteX830" fmla="*/ 6964438 w 7467600"/>
              <a:gd name="connsiteY830" fmla="*/ 2209505 h 6858000"/>
              <a:gd name="connsiteX831" fmla="*/ 7367862 w 7467600"/>
              <a:gd name="connsiteY831" fmla="*/ 2806833 h 6858000"/>
              <a:gd name="connsiteX832" fmla="*/ 7364329 w 7467600"/>
              <a:gd name="connsiteY832" fmla="*/ 2826907 h 6858000"/>
              <a:gd name="connsiteX833" fmla="*/ 7290545 w 7467600"/>
              <a:gd name="connsiteY833" fmla="*/ 2850663 h 6858000"/>
              <a:gd name="connsiteX834" fmla="*/ 6472036 w 7467600"/>
              <a:gd name="connsiteY834" fmla="*/ 1959003 h 6858000"/>
              <a:gd name="connsiteX835" fmla="*/ 5792897 w 7467600"/>
              <a:gd name="connsiteY835" fmla="*/ 1647747 h 6858000"/>
              <a:gd name="connsiteX836" fmla="*/ 5842751 w 7467600"/>
              <a:gd name="connsiteY836" fmla="*/ 1816112 h 6858000"/>
              <a:gd name="connsiteX837" fmla="*/ 5847424 w 7467600"/>
              <a:gd name="connsiteY837" fmla="*/ 1815776 h 6858000"/>
              <a:gd name="connsiteX838" fmla="*/ 6399821 w 7467600"/>
              <a:gd name="connsiteY838" fmla="*/ 2344799 h 6858000"/>
              <a:gd name="connsiteX839" fmla="*/ 6323232 w 7467600"/>
              <a:gd name="connsiteY839" fmla="*/ 2389634 h 6858000"/>
              <a:gd name="connsiteX840" fmla="*/ 5942958 w 7467600"/>
              <a:gd name="connsiteY840" fmla="*/ 2077708 h 6858000"/>
              <a:gd name="connsiteX841" fmla="*/ 5921559 w 7467600"/>
              <a:gd name="connsiteY841" fmla="*/ 2378596 h 6858000"/>
              <a:gd name="connsiteX842" fmla="*/ 5817651 w 7467600"/>
              <a:gd name="connsiteY842" fmla="*/ 3023919 h 6858000"/>
              <a:gd name="connsiteX843" fmla="*/ 5729634 w 7467600"/>
              <a:gd name="connsiteY843" fmla="*/ 3051849 h 6858000"/>
              <a:gd name="connsiteX844" fmla="*/ 5611018 w 7467600"/>
              <a:gd name="connsiteY844" fmla="*/ 2316769 h 6858000"/>
              <a:gd name="connsiteX845" fmla="*/ 5687608 w 7467600"/>
              <a:gd name="connsiteY845" fmla="*/ 2039972 h 6858000"/>
              <a:gd name="connsiteX846" fmla="*/ 5657554 w 7467600"/>
              <a:gd name="connsiteY846" fmla="*/ 1576445 h 6858000"/>
              <a:gd name="connsiteX847" fmla="*/ 5150475 w 7467600"/>
              <a:gd name="connsiteY847" fmla="*/ 1274012 h 6858000"/>
              <a:gd name="connsiteX848" fmla="*/ 5349142 w 7467600"/>
              <a:gd name="connsiteY848" fmla="*/ 2204405 h 6858000"/>
              <a:gd name="connsiteX849" fmla="*/ 5262214 w 7467600"/>
              <a:gd name="connsiteY849" fmla="*/ 2233836 h 6858000"/>
              <a:gd name="connsiteX850" fmla="*/ 4981539 w 7467600"/>
              <a:gd name="connsiteY850" fmla="*/ 1542201 h 6858000"/>
              <a:gd name="connsiteX851" fmla="*/ 4958461 w 7467600"/>
              <a:gd name="connsiteY851" fmla="*/ 1136957 h 6858000"/>
              <a:gd name="connsiteX852" fmla="*/ 4655015 w 7467600"/>
              <a:gd name="connsiteY852" fmla="*/ 891426 h 6858000"/>
              <a:gd name="connsiteX853" fmla="*/ 4348002 w 7467600"/>
              <a:gd name="connsiteY853" fmla="*/ 2205895 h 6858000"/>
              <a:gd name="connsiteX854" fmla="*/ 4262250 w 7467600"/>
              <a:gd name="connsiteY854" fmla="*/ 2219972 h 6858000"/>
              <a:gd name="connsiteX855" fmla="*/ 4550611 w 7467600"/>
              <a:gd name="connsiteY855" fmla="*/ 817540 h 6858000"/>
              <a:gd name="connsiteX856" fmla="*/ 4564418 w 7467600"/>
              <a:gd name="connsiteY856" fmla="*/ 808293 h 6858000"/>
              <a:gd name="connsiteX857" fmla="*/ 4266388 w 7467600"/>
              <a:gd name="connsiteY857" fmla="*/ 500083 h 6858000"/>
              <a:gd name="connsiteX858" fmla="*/ 4032842 w 7467600"/>
              <a:gd name="connsiteY858" fmla="*/ 211809 h 6858000"/>
              <a:gd name="connsiteX859" fmla="*/ 3882765 w 7467600"/>
              <a:gd name="connsiteY859" fmla="*/ 0 h 6858000"/>
              <a:gd name="connsiteX860" fmla="*/ 3721337 w 7467600"/>
              <a:gd name="connsiteY860" fmla="*/ 0 h 6858000"/>
              <a:gd name="connsiteX861" fmla="*/ 3797544 w 7467600"/>
              <a:gd name="connsiteY861" fmla="*/ 0 h 6858000"/>
              <a:gd name="connsiteX862" fmla="*/ 3775734 w 7467600"/>
              <a:gd name="connsiteY862" fmla="*/ 95131 h 6858000"/>
              <a:gd name="connsiteX863" fmla="*/ 3724807 w 7467600"/>
              <a:gd name="connsiteY863" fmla="*/ 272257 h 6858000"/>
              <a:gd name="connsiteX864" fmla="*/ 3726844 w 7467600"/>
              <a:gd name="connsiteY864" fmla="*/ 282988 h 6858000"/>
              <a:gd name="connsiteX865" fmla="*/ 3742664 w 7467600"/>
              <a:gd name="connsiteY865" fmla="*/ 279918 h 6858000"/>
              <a:gd name="connsiteX866" fmla="*/ 4103910 w 7467600"/>
              <a:gd name="connsiteY866" fmla="*/ 1161917 h 6858000"/>
              <a:gd name="connsiteX867" fmla="*/ 4020269 w 7467600"/>
              <a:gd name="connsiteY867" fmla="*/ 1200406 h 6858000"/>
              <a:gd name="connsiteX868" fmla="*/ 3674882 w 7467600"/>
              <a:gd name="connsiteY868" fmla="*/ 488524 h 6858000"/>
              <a:gd name="connsiteX869" fmla="*/ 3132682 w 7467600"/>
              <a:gd name="connsiteY869" fmla="*/ 1072284 h 6858000"/>
              <a:gd name="connsiteX870" fmla="*/ 2716346 w 7467600"/>
              <a:gd name="connsiteY870" fmla="*/ 1276376 h 6858000"/>
              <a:gd name="connsiteX871" fmla="*/ 2716772 w 7467600"/>
              <a:gd name="connsiteY871" fmla="*/ 1255462 h 6858000"/>
              <a:gd name="connsiteX872" fmla="*/ 3471096 w 7467600"/>
              <a:gd name="connsiteY872" fmla="*/ 437072 h 6858000"/>
              <a:gd name="connsiteX873" fmla="*/ 3639057 w 7467600"/>
              <a:gd name="connsiteY873" fmla="*/ 286334 h 6858000"/>
              <a:gd name="connsiteX874" fmla="*/ 3640309 w 7467600"/>
              <a:gd name="connsiteY874" fmla="*/ 284664 h 6858000"/>
              <a:gd name="connsiteX875" fmla="*/ 3646022 w 7467600"/>
              <a:gd name="connsiteY875" fmla="*/ 276711 h 6858000"/>
              <a:gd name="connsiteX876" fmla="*/ 3707943 w 7467600"/>
              <a:gd name="connsiteY876" fmla="*/ 65958 h 6858000"/>
              <a:gd name="connsiteX877" fmla="*/ 3721337 w 7467600"/>
              <a:gd name="connsiteY877" fmla="*/ 0 h 6858000"/>
              <a:gd name="connsiteX878" fmla="*/ 2867960 w 7467600"/>
              <a:gd name="connsiteY878" fmla="*/ 0 h 6858000"/>
              <a:gd name="connsiteX879" fmla="*/ 2926351 w 7467600"/>
              <a:gd name="connsiteY879" fmla="*/ 0 h 6858000"/>
              <a:gd name="connsiteX880" fmla="*/ 2902823 w 7467600"/>
              <a:gd name="connsiteY880" fmla="*/ 262929 h 6858000"/>
              <a:gd name="connsiteX881" fmla="*/ 2940663 w 7467600"/>
              <a:gd name="connsiteY881" fmla="*/ 140884 h 6858000"/>
              <a:gd name="connsiteX882" fmla="*/ 2947039 w 7467600"/>
              <a:gd name="connsiteY882" fmla="*/ 122524 h 6858000"/>
              <a:gd name="connsiteX883" fmla="*/ 2984316 w 7467600"/>
              <a:gd name="connsiteY883" fmla="*/ 0 h 6858000"/>
              <a:gd name="connsiteX884" fmla="*/ 3016114 w 7467600"/>
              <a:gd name="connsiteY884" fmla="*/ 0 h 6858000"/>
              <a:gd name="connsiteX885" fmla="*/ 2979949 w 7467600"/>
              <a:gd name="connsiteY885" fmla="*/ 119274 h 6858000"/>
              <a:gd name="connsiteX886" fmla="*/ 3023879 w 7467600"/>
              <a:gd name="connsiteY886" fmla="*/ 0 h 6858000"/>
              <a:gd name="connsiteX887" fmla="*/ 3105400 w 7467600"/>
              <a:gd name="connsiteY887" fmla="*/ 0 h 6858000"/>
              <a:gd name="connsiteX888" fmla="*/ 3094669 w 7467600"/>
              <a:gd name="connsiteY888" fmla="*/ 30308 h 6858000"/>
              <a:gd name="connsiteX889" fmla="*/ 2901945 w 7467600"/>
              <a:gd name="connsiteY889" fmla="*/ 466538 h 6858000"/>
              <a:gd name="connsiteX890" fmla="*/ 2815209 w 7467600"/>
              <a:gd name="connsiteY890" fmla="*/ 497361 h 6858000"/>
              <a:gd name="connsiteX891" fmla="*/ 2844845 w 7467600"/>
              <a:gd name="connsiteY891" fmla="*/ 127638 h 6858000"/>
              <a:gd name="connsiteX892" fmla="*/ 2867960 w 7467600"/>
              <a:gd name="connsiteY892" fmla="*/ 0 h 6858000"/>
              <a:gd name="connsiteX893" fmla="*/ 1057230 w 7467600"/>
              <a:gd name="connsiteY893" fmla="*/ 0 h 6858000"/>
              <a:gd name="connsiteX894" fmla="*/ 1111003 w 7467600"/>
              <a:gd name="connsiteY894" fmla="*/ 0 h 6858000"/>
              <a:gd name="connsiteX895" fmla="*/ 1125553 w 7467600"/>
              <a:gd name="connsiteY895" fmla="*/ 52588 h 6858000"/>
              <a:gd name="connsiteX896" fmla="*/ 1304276 w 7467600"/>
              <a:gd name="connsiteY896" fmla="*/ 476275 h 6858000"/>
              <a:gd name="connsiteX897" fmla="*/ 1492066 w 7467600"/>
              <a:gd name="connsiteY897" fmla="*/ 886333 h 6858000"/>
              <a:gd name="connsiteX898" fmla="*/ 1423698 w 7467600"/>
              <a:gd name="connsiteY898" fmla="*/ 710817 h 6858000"/>
              <a:gd name="connsiteX899" fmla="*/ 1357609 w 7467600"/>
              <a:gd name="connsiteY899" fmla="*/ 532892 h 6858000"/>
              <a:gd name="connsiteX900" fmla="*/ 1309550 w 7467600"/>
              <a:gd name="connsiteY900" fmla="*/ 374031 h 6858000"/>
              <a:gd name="connsiteX901" fmla="*/ 1193673 w 7467600"/>
              <a:gd name="connsiteY901" fmla="*/ 49533 h 6858000"/>
              <a:gd name="connsiteX902" fmla="*/ 1164391 w 7467600"/>
              <a:gd name="connsiteY902" fmla="*/ 0 h 6858000"/>
              <a:gd name="connsiteX903" fmla="*/ 1200666 w 7467600"/>
              <a:gd name="connsiteY903" fmla="*/ 0 h 6858000"/>
              <a:gd name="connsiteX904" fmla="*/ 1223408 w 7467600"/>
              <a:gd name="connsiteY904" fmla="*/ 38996 h 6858000"/>
              <a:gd name="connsiteX905" fmla="*/ 1339635 w 7467600"/>
              <a:gd name="connsiteY905" fmla="*/ 365517 h 6858000"/>
              <a:gd name="connsiteX906" fmla="*/ 1387469 w 7467600"/>
              <a:gd name="connsiteY906" fmla="*/ 523079 h 6858000"/>
              <a:gd name="connsiteX907" fmla="*/ 1452685 w 7467600"/>
              <a:gd name="connsiteY907" fmla="*/ 699806 h 6858000"/>
              <a:gd name="connsiteX908" fmla="*/ 1492092 w 7467600"/>
              <a:gd name="connsiteY908" fmla="*/ 800424 h 6858000"/>
              <a:gd name="connsiteX909" fmla="*/ 1455302 w 7467600"/>
              <a:gd name="connsiteY909" fmla="*/ 632913 h 6858000"/>
              <a:gd name="connsiteX910" fmla="*/ 1222336 w 7467600"/>
              <a:gd name="connsiteY910" fmla="*/ 9480 h 6858000"/>
              <a:gd name="connsiteX911" fmla="*/ 1214634 w 7467600"/>
              <a:gd name="connsiteY911" fmla="*/ 0 h 6858000"/>
              <a:gd name="connsiteX912" fmla="*/ 1289827 w 7467600"/>
              <a:gd name="connsiteY912" fmla="*/ 0 h 6858000"/>
              <a:gd name="connsiteX913" fmla="*/ 1321076 w 7467600"/>
              <a:gd name="connsiteY913" fmla="*/ 59722 h 6858000"/>
              <a:gd name="connsiteX914" fmla="*/ 1512579 w 7467600"/>
              <a:gd name="connsiteY914" fmla="*/ 626441 h 6858000"/>
              <a:gd name="connsiteX915" fmla="*/ 1506076 w 7467600"/>
              <a:gd name="connsiteY915" fmla="*/ 1089289 h 6858000"/>
              <a:gd name="connsiteX916" fmla="*/ 1486346 w 7467600"/>
              <a:gd name="connsiteY916" fmla="*/ 1079919 h 6858000"/>
              <a:gd name="connsiteX917" fmla="*/ 1070511 w 7467600"/>
              <a:gd name="connsiteY917" fmla="*/ 48609 h 6858000"/>
              <a:gd name="connsiteX918" fmla="*/ 1057230 w 7467600"/>
              <a:gd name="connsiteY918" fmla="*/ 0 h 6858000"/>
              <a:gd name="connsiteX919" fmla="*/ 43151 w 7467600"/>
              <a:gd name="connsiteY919" fmla="*/ 0 h 6858000"/>
              <a:gd name="connsiteX920" fmla="*/ 95283 w 7467600"/>
              <a:gd name="connsiteY920" fmla="*/ 0 h 6858000"/>
              <a:gd name="connsiteX921" fmla="*/ 300708 w 7467600"/>
              <a:gd name="connsiteY921" fmla="*/ 154571 h 6858000"/>
              <a:gd name="connsiteX922" fmla="*/ 530414 w 7467600"/>
              <a:gd name="connsiteY922" fmla="*/ 354673 h 6858000"/>
              <a:gd name="connsiteX923" fmla="*/ 333785 w 7467600"/>
              <a:gd name="connsiteY923" fmla="*/ 161564 h 6858000"/>
              <a:gd name="connsiteX924" fmla="*/ 147005 w 7467600"/>
              <a:gd name="connsiteY924" fmla="*/ 0 h 6858000"/>
              <a:gd name="connsiteX925" fmla="*/ 272509 w 7467600"/>
              <a:gd name="connsiteY925" fmla="*/ 0 h 6858000"/>
              <a:gd name="connsiteX926" fmla="*/ 326276 w 7467600"/>
              <a:gd name="connsiteY926" fmla="*/ 45847 h 6858000"/>
              <a:gd name="connsiteX927" fmla="*/ 823759 w 7467600"/>
              <a:gd name="connsiteY927" fmla="*/ 574145 h 6858000"/>
              <a:gd name="connsiteX928" fmla="*/ 811254 w 7467600"/>
              <a:gd name="connsiteY928" fmla="*/ 665546 h 6858000"/>
              <a:gd name="connsiteX929" fmla="*/ 154042 w 7467600"/>
              <a:gd name="connsiteY929" fmla="*/ 261522 h 6858000"/>
              <a:gd name="connsiteX930" fmla="*/ 13550 w 7467600"/>
              <a:gd name="connsiteY930" fmla="*/ 158423 h 6858000"/>
              <a:gd name="connsiteX931" fmla="*/ 0 w 7467600"/>
              <a:gd name="connsiteY931" fmla="*/ 146618 h 6858000"/>
              <a:gd name="connsiteX932" fmla="*/ 0 w 7467600"/>
              <a:gd name="connsiteY932" fmla="*/ 59161 h 6858000"/>
              <a:gd name="connsiteX933" fmla="*/ 45427 w 7467600"/>
              <a:gd name="connsiteY933" fmla="*/ 101078 h 6858000"/>
              <a:gd name="connsiteX934" fmla="*/ 630103 w 7467600"/>
              <a:gd name="connsiteY934" fmla="*/ 485885 h 6858000"/>
              <a:gd name="connsiteX935" fmla="*/ 532040 w 7467600"/>
              <a:gd name="connsiteY935" fmla="*/ 399359 h 6858000"/>
              <a:gd name="connsiteX936" fmla="*/ 517618 w 7467600"/>
              <a:gd name="connsiteY936" fmla="*/ 385726 h 6858000"/>
              <a:gd name="connsiteX937" fmla="*/ 285074 w 7467600"/>
              <a:gd name="connsiteY937" fmla="*/ 182755 h 6858000"/>
              <a:gd name="connsiteX938" fmla="*/ 43151 w 7467600"/>
              <a:gd name="connsiteY938" fmla="*/ 0 h 6858000"/>
              <a:gd name="connsiteX0" fmla="*/ 369702 w 7369701"/>
              <a:gd name="connsiteY0" fmla="*/ 6712169 h 6858000"/>
              <a:gd name="connsiteX1" fmla="*/ 366575 w 7369701"/>
              <a:gd name="connsiteY1" fmla="*/ 6715556 h 6858000"/>
              <a:gd name="connsiteX2" fmla="*/ 371637 w 7369701"/>
              <a:gd name="connsiteY2" fmla="*/ 6713954 h 6858000"/>
              <a:gd name="connsiteX3" fmla="*/ 369702 w 7369701"/>
              <a:gd name="connsiteY3" fmla="*/ 6712169 h 6858000"/>
              <a:gd name="connsiteX4" fmla="*/ 1019354 w 7369701"/>
              <a:gd name="connsiteY4" fmla="*/ 6315006 h 6858000"/>
              <a:gd name="connsiteX5" fmla="*/ 441046 w 7369701"/>
              <a:gd name="connsiteY5" fmla="*/ 6691153 h 6858000"/>
              <a:gd name="connsiteX6" fmla="*/ 1019354 w 7369701"/>
              <a:gd name="connsiteY6" fmla="*/ 6315006 h 6858000"/>
              <a:gd name="connsiteX7" fmla="*/ 991680 w 7369701"/>
              <a:gd name="connsiteY7" fmla="*/ 6298413 h 6858000"/>
              <a:gd name="connsiteX8" fmla="*/ 409060 w 7369701"/>
              <a:gd name="connsiteY8" fmla="*/ 6671470 h 6858000"/>
              <a:gd name="connsiteX9" fmla="*/ 991680 w 7369701"/>
              <a:gd name="connsiteY9" fmla="*/ 6298413 h 6858000"/>
              <a:gd name="connsiteX10" fmla="*/ 103333 w 7369701"/>
              <a:gd name="connsiteY10" fmla="*/ 5699602 h 6858000"/>
              <a:gd name="connsiteX11" fmla="*/ 233938 w 7369701"/>
              <a:gd name="connsiteY11" fmla="*/ 5809416 h 6858000"/>
              <a:gd name="connsiteX12" fmla="*/ 883580 w 7369701"/>
              <a:gd name="connsiteY12" fmla="*/ 6180710 h 6858000"/>
              <a:gd name="connsiteX13" fmla="*/ 487337 w 7369701"/>
              <a:gd name="connsiteY13" fmla="*/ 5950182 h 6858000"/>
              <a:gd name="connsiteX14" fmla="*/ 354051 w 7369701"/>
              <a:gd name="connsiteY14" fmla="*/ 5854912 h 6858000"/>
              <a:gd name="connsiteX15" fmla="*/ 195436 w 7369701"/>
              <a:gd name="connsiteY15" fmla="*/ 5755068 h 6858000"/>
              <a:gd name="connsiteX16" fmla="*/ 103333 w 7369701"/>
              <a:gd name="connsiteY16" fmla="*/ 5699602 h 6858000"/>
              <a:gd name="connsiteX17" fmla="*/ 5539432 w 7369701"/>
              <a:gd name="connsiteY17" fmla="*/ 5642928 h 6858000"/>
              <a:gd name="connsiteX18" fmla="*/ 5555462 w 7369701"/>
              <a:gd name="connsiteY18" fmla="*/ 5694454 h 6858000"/>
              <a:gd name="connsiteX19" fmla="*/ 5828270 w 7369701"/>
              <a:gd name="connsiteY19" fmla="*/ 6320663 h 6858000"/>
              <a:gd name="connsiteX20" fmla="*/ 5947416 w 7369701"/>
              <a:gd name="connsiteY20" fmla="*/ 6574846 h 6858000"/>
              <a:gd name="connsiteX21" fmla="*/ 5539432 w 7369701"/>
              <a:gd name="connsiteY21" fmla="*/ 5642928 h 6858000"/>
              <a:gd name="connsiteX22" fmla="*/ 51253 w 7369701"/>
              <a:gd name="connsiteY22" fmla="*/ 5631825 h 6858000"/>
              <a:gd name="connsiteX23" fmla="*/ 211622 w 7369701"/>
              <a:gd name="connsiteY23" fmla="*/ 5728803 h 6858000"/>
              <a:gd name="connsiteX24" fmla="*/ 371652 w 7369701"/>
              <a:gd name="connsiteY24" fmla="*/ 5829062 h 6858000"/>
              <a:gd name="connsiteX25" fmla="*/ 505903 w 7369701"/>
              <a:gd name="connsiteY25" fmla="*/ 5925221 h 6858000"/>
              <a:gd name="connsiteX26" fmla="*/ 899240 w 7369701"/>
              <a:gd name="connsiteY26" fmla="*/ 6153068 h 6858000"/>
              <a:gd name="connsiteX27" fmla="*/ 988114 w 7369701"/>
              <a:gd name="connsiteY27" fmla="*/ 6174204 h 6858000"/>
              <a:gd name="connsiteX28" fmla="*/ 845971 w 7369701"/>
              <a:gd name="connsiteY28" fmla="*/ 6067177 h 6858000"/>
              <a:gd name="connsiteX29" fmla="*/ 448057 w 7369701"/>
              <a:gd name="connsiteY29" fmla="*/ 5841376 h 6858000"/>
              <a:gd name="connsiteX30" fmla="*/ 51253 w 7369701"/>
              <a:gd name="connsiteY30" fmla="*/ 5631825 h 6858000"/>
              <a:gd name="connsiteX31" fmla="*/ 2606687 w 7369701"/>
              <a:gd name="connsiteY31" fmla="*/ 5630718 h 6858000"/>
              <a:gd name="connsiteX32" fmla="*/ 2645658 w 7369701"/>
              <a:gd name="connsiteY32" fmla="*/ 6640259 h 6858000"/>
              <a:gd name="connsiteX33" fmla="*/ 2606687 w 7369701"/>
              <a:gd name="connsiteY33" fmla="*/ 5630718 h 6858000"/>
              <a:gd name="connsiteX34" fmla="*/ 3642057 w 7369701"/>
              <a:gd name="connsiteY34" fmla="*/ 5573487 h 6858000"/>
              <a:gd name="connsiteX35" fmla="*/ 3632981 w 7369701"/>
              <a:gd name="connsiteY35" fmla="*/ 5579437 h 6858000"/>
              <a:gd name="connsiteX36" fmla="*/ 3382436 w 7369701"/>
              <a:gd name="connsiteY36" fmla="*/ 5952726 h 6858000"/>
              <a:gd name="connsiteX37" fmla="*/ 3191929 w 7369701"/>
              <a:gd name="connsiteY37" fmla="*/ 6662669 h 6858000"/>
              <a:gd name="connsiteX38" fmla="*/ 3369898 w 7369701"/>
              <a:gd name="connsiteY38" fmla="*/ 6081771 h 6858000"/>
              <a:gd name="connsiteX39" fmla="*/ 3642057 w 7369701"/>
              <a:gd name="connsiteY39" fmla="*/ 5573487 h 6858000"/>
              <a:gd name="connsiteX40" fmla="*/ 2650666 w 7369701"/>
              <a:gd name="connsiteY40" fmla="*/ 5530686 h 6858000"/>
              <a:gd name="connsiteX41" fmla="*/ 2650249 w 7369701"/>
              <a:gd name="connsiteY41" fmla="*/ 5532101 h 6858000"/>
              <a:gd name="connsiteX42" fmla="*/ 2663808 w 7369701"/>
              <a:gd name="connsiteY42" fmla="*/ 6535215 h 6858000"/>
              <a:gd name="connsiteX43" fmla="*/ 2665418 w 7369701"/>
              <a:gd name="connsiteY43" fmla="*/ 6132756 h 6858000"/>
              <a:gd name="connsiteX44" fmla="*/ 2650666 w 7369701"/>
              <a:gd name="connsiteY44" fmla="*/ 5530686 h 6858000"/>
              <a:gd name="connsiteX45" fmla="*/ 2680277 w 7369701"/>
              <a:gd name="connsiteY45" fmla="*/ 5479204 h 6858000"/>
              <a:gd name="connsiteX46" fmla="*/ 2678972 w 7369701"/>
              <a:gd name="connsiteY46" fmla="*/ 5481582 h 6858000"/>
              <a:gd name="connsiteX47" fmla="*/ 2696666 w 7369701"/>
              <a:gd name="connsiteY47" fmla="*/ 6133836 h 6858000"/>
              <a:gd name="connsiteX48" fmla="*/ 2695769 w 7369701"/>
              <a:gd name="connsiteY48" fmla="*/ 6390955 h 6858000"/>
              <a:gd name="connsiteX49" fmla="*/ 2739893 w 7369701"/>
              <a:gd name="connsiteY49" fmla="*/ 6108357 h 6858000"/>
              <a:gd name="connsiteX50" fmla="*/ 2680277 w 7369701"/>
              <a:gd name="connsiteY50" fmla="*/ 5479204 h 6858000"/>
              <a:gd name="connsiteX51" fmla="*/ 1132195 w 7369701"/>
              <a:gd name="connsiteY51" fmla="*/ 5467980 h 6858000"/>
              <a:gd name="connsiteX52" fmla="*/ 1679056 w 7369701"/>
              <a:gd name="connsiteY52" fmla="*/ 5516907 h 6858000"/>
              <a:gd name="connsiteX53" fmla="*/ 2128648 w 7369701"/>
              <a:gd name="connsiteY53" fmla="*/ 5474249 h 6858000"/>
              <a:gd name="connsiteX54" fmla="*/ 1825619 w 7369701"/>
              <a:gd name="connsiteY54" fmla="*/ 5478447 h 6858000"/>
              <a:gd name="connsiteX55" fmla="*/ 1737798 w 7369701"/>
              <a:gd name="connsiteY55" fmla="*/ 5483353 h 6858000"/>
              <a:gd name="connsiteX56" fmla="*/ 1132195 w 7369701"/>
              <a:gd name="connsiteY56" fmla="*/ 5467980 h 6858000"/>
              <a:gd name="connsiteX57" fmla="*/ 1456157 w 7369701"/>
              <a:gd name="connsiteY57" fmla="*/ 5371404 h 6858000"/>
              <a:gd name="connsiteX58" fmla="*/ 1244432 w 7369701"/>
              <a:gd name="connsiteY58" fmla="*/ 5385601 h 6858000"/>
              <a:gd name="connsiteX59" fmla="*/ 973990 w 7369701"/>
              <a:gd name="connsiteY59" fmla="*/ 5424940 h 6858000"/>
              <a:gd name="connsiteX60" fmla="*/ 1103809 w 7369701"/>
              <a:gd name="connsiteY60" fmla="*/ 5433720 h 6858000"/>
              <a:gd name="connsiteX61" fmla="*/ 1123454 w 7369701"/>
              <a:gd name="connsiteY61" fmla="*/ 5435727 h 6858000"/>
              <a:gd name="connsiteX62" fmla="*/ 1737017 w 7369701"/>
              <a:gd name="connsiteY62" fmla="*/ 5452183 h 6858000"/>
              <a:gd name="connsiteX63" fmla="*/ 1824397 w 7369701"/>
              <a:gd name="connsiteY63" fmla="*/ 5447757 h 6858000"/>
              <a:gd name="connsiteX64" fmla="*/ 2070059 w 7369701"/>
              <a:gd name="connsiteY64" fmla="*/ 5441660 h 6858000"/>
              <a:gd name="connsiteX65" fmla="*/ 1456157 w 7369701"/>
              <a:gd name="connsiteY65" fmla="*/ 5371404 h 6858000"/>
              <a:gd name="connsiteX66" fmla="*/ 4988186 w 7369701"/>
              <a:gd name="connsiteY66" fmla="*/ 5216467 h 6858000"/>
              <a:gd name="connsiteX67" fmla="*/ 4777334 w 7369701"/>
              <a:gd name="connsiteY67" fmla="*/ 5406072 h 6858000"/>
              <a:gd name="connsiteX68" fmla="*/ 4718341 w 7369701"/>
              <a:gd name="connsiteY68" fmla="*/ 5468043 h 6858000"/>
              <a:gd name="connsiteX69" fmla="*/ 4604655 w 7369701"/>
              <a:gd name="connsiteY69" fmla="*/ 5583434 h 6858000"/>
              <a:gd name="connsiteX70" fmla="*/ 4565074 w 7369701"/>
              <a:gd name="connsiteY70" fmla="*/ 5618550 h 6858000"/>
              <a:gd name="connsiteX71" fmla="*/ 4988186 w 7369701"/>
              <a:gd name="connsiteY71" fmla="*/ 5216467 h 6858000"/>
              <a:gd name="connsiteX72" fmla="*/ 4978032 w 7369701"/>
              <a:gd name="connsiteY72" fmla="*/ 5183809 h 6858000"/>
              <a:gd name="connsiteX73" fmla="*/ 4463413 w 7369701"/>
              <a:gd name="connsiteY73" fmla="*/ 5615162 h 6858000"/>
              <a:gd name="connsiteX74" fmla="*/ 4358134 w 7369701"/>
              <a:gd name="connsiteY74" fmla="*/ 5742791 h 6858000"/>
              <a:gd name="connsiteX75" fmla="*/ 4376219 w 7369701"/>
              <a:gd name="connsiteY75" fmla="*/ 5729027 h 6858000"/>
              <a:gd name="connsiteX76" fmla="*/ 4582340 w 7369701"/>
              <a:gd name="connsiteY76" fmla="*/ 5561037 h 6858000"/>
              <a:gd name="connsiteX77" fmla="*/ 4694684 w 7369701"/>
              <a:gd name="connsiteY77" fmla="*/ 5447098 h 6858000"/>
              <a:gd name="connsiteX78" fmla="*/ 4754123 w 7369701"/>
              <a:gd name="connsiteY78" fmla="*/ 5384643 h 6858000"/>
              <a:gd name="connsiteX79" fmla="*/ 4978032 w 7369701"/>
              <a:gd name="connsiteY79" fmla="*/ 5183809 h 6858000"/>
              <a:gd name="connsiteX80" fmla="*/ 1903353 w 7369701"/>
              <a:gd name="connsiteY80" fmla="*/ 5044827 h 6858000"/>
              <a:gd name="connsiteX81" fmla="*/ 1936931 w 7369701"/>
              <a:gd name="connsiteY81" fmla="*/ 5093954 h 6858000"/>
              <a:gd name="connsiteX82" fmla="*/ 2195868 w 7369701"/>
              <a:gd name="connsiteY82" fmla="*/ 5396574 h 6858000"/>
              <a:gd name="connsiteX83" fmla="*/ 2088852 w 7369701"/>
              <a:gd name="connsiteY83" fmla="*/ 5166123 h 6858000"/>
              <a:gd name="connsiteX84" fmla="*/ 1958241 w 7369701"/>
              <a:gd name="connsiteY84" fmla="*/ 5067955 h 6858000"/>
              <a:gd name="connsiteX85" fmla="*/ 1903353 w 7369701"/>
              <a:gd name="connsiteY85" fmla="*/ 5044827 h 6858000"/>
              <a:gd name="connsiteX86" fmla="*/ 1979378 w 7369701"/>
              <a:gd name="connsiteY86" fmla="*/ 4769504 h 6858000"/>
              <a:gd name="connsiteX87" fmla="*/ 2882120 w 7369701"/>
              <a:gd name="connsiteY87" fmla="*/ 5064547 h 6858000"/>
              <a:gd name="connsiteX88" fmla="*/ 2793103 w 7369701"/>
              <a:gd name="connsiteY88" fmla="*/ 5039699 h 6858000"/>
              <a:gd name="connsiteX89" fmla="*/ 2770041 w 7369701"/>
              <a:gd name="connsiteY89" fmla="*/ 5033634 h 6858000"/>
              <a:gd name="connsiteX90" fmla="*/ 1979378 w 7369701"/>
              <a:gd name="connsiteY90" fmla="*/ 4769504 h 6858000"/>
              <a:gd name="connsiteX91" fmla="*/ 1927410 w 7369701"/>
              <a:gd name="connsiteY91" fmla="*/ 4716164 h 6858000"/>
              <a:gd name="connsiteX92" fmla="*/ 1959587 w 7369701"/>
              <a:gd name="connsiteY92" fmla="*/ 4728849 h 6858000"/>
              <a:gd name="connsiteX93" fmla="*/ 2777707 w 7369701"/>
              <a:gd name="connsiteY93" fmla="*/ 5003991 h 6858000"/>
              <a:gd name="connsiteX94" fmla="*/ 2800768 w 7369701"/>
              <a:gd name="connsiteY94" fmla="*/ 5010056 h 6858000"/>
              <a:gd name="connsiteX95" fmla="*/ 2879408 w 7369701"/>
              <a:gd name="connsiteY95" fmla="*/ 5031590 h 6858000"/>
              <a:gd name="connsiteX96" fmla="*/ 2862295 w 7369701"/>
              <a:gd name="connsiteY96" fmla="*/ 5022958 h 6858000"/>
              <a:gd name="connsiteX97" fmla="*/ 2813343 w 7369701"/>
              <a:gd name="connsiteY97" fmla="*/ 4998369 h 6858000"/>
              <a:gd name="connsiteX98" fmla="*/ 2646245 w 7369701"/>
              <a:gd name="connsiteY98" fmla="*/ 4930999 h 6858000"/>
              <a:gd name="connsiteX99" fmla="*/ 1999243 w 7369701"/>
              <a:gd name="connsiteY99" fmla="*/ 4730524 h 6858000"/>
              <a:gd name="connsiteX100" fmla="*/ 1979527 w 7369701"/>
              <a:gd name="connsiteY100" fmla="*/ 4726651 h 6858000"/>
              <a:gd name="connsiteX101" fmla="*/ 1927410 w 7369701"/>
              <a:gd name="connsiteY101" fmla="*/ 4716164 h 6858000"/>
              <a:gd name="connsiteX102" fmla="*/ 1997014 w 7369701"/>
              <a:gd name="connsiteY102" fmla="*/ 4698007 h 6858000"/>
              <a:gd name="connsiteX103" fmla="*/ 2005458 w 7369701"/>
              <a:gd name="connsiteY103" fmla="*/ 4699540 h 6858000"/>
              <a:gd name="connsiteX104" fmla="*/ 2657186 w 7369701"/>
              <a:gd name="connsiteY104" fmla="*/ 4901687 h 6858000"/>
              <a:gd name="connsiteX105" fmla="*/ 2826662 w 7369701"/>
              <a:gd name="connsiteY105" fmla="*/ 4970362 h 6858000"/>
              <a:gd name="connsiteX106" fmla="*/ 2876100 w 7369701"/>
              <a:gd name="connsiteY106" fmla="*/ 4995397 h 6858000"/>
              <a:gd name="connsiteX107" fmla="*/ 3042600 w 7369701"/>
              <a:gd name="connsiteY107" fmla="*/ 5059532 h 6858000"/>
              <a:gd name="connsiteX108" fmla="*/ 1997014 w 7369701"/>
              <a:gd name="connsiteY108" fmla="*/ 4698007 h 6858000"/>
              <a:gd name="connsiteX109" fmla="*/ 2305292 w 7369701"/>
              <a:gd name="connsiteY109" fmla="*/ 4219492 h 6858000"/>
              <a:gd name="connsiteX110" fmla="*/ 3360922 w 7369701"/>
              <a:gd name="connsiteY110" fmla="*/ 4529373 h 6858000"/>
              <a:gd name="connsiteX111" fmla="*/ 3492420 w 7369701"/>
              <a:gd name="connsiteY111" fmla="*/ 4510145 h 6858000"/>
              <a:gd name="connsiteX112" fmla="*/ 3364086 w 7369701"/>
              <a:gd name="connsiteY112" fmla="*/ 4480340 h 6858000"/>
              <a:gd name="connsiteX113" fmla="*/ 3225818 w 7369701"/>
              <a:gd name="connsiteY113" fmla="*/ 4411822 h 6858000"/>
              <a:gd name="connsiteX114" fmla="*/ 3129696 w 7369701"/>
              <a:gd name="connsiteY114" fmla="*/ 4360704 h 6858000"/>
              <a:gd name="connsiteX115" fmla="*/ 2814545 w 7369701"/>
              <a:gd name="connsiteY115" fmla="*/ 4282955 h 6858000"/>
              <a:gd name="connsiteX116" fmla="*/ 2305292 w 7369701"/>
              <a:gd name="connsiteY116" fmla="*/ 4219492 h 6858000"/>
              <a:gd name="connsiteX117" fmla="*/ 2626982 w 7369701"/>
              <a:gd name="connsiteY117" fmla="*/ 4206450 h 6858000"/>
              <a:gd name="connsiteX118" fmla="*/ 2490617 w 7369701"/>
              <a:gd name="connsiteY118" fmla="*/ 4206951 h 6858000"/>
              <a:gd name="connsiteX119" fmla="*/ 2819869 w 7369701"/>
              <a:gd name="connsiteY119" fmla="*/ 4252936 h 6858000"/>
              <a:gd name="connsiteX120" fmla="*/ 3143018 w 7369701"/>
              <a:gd name="connsiteY120" fmla="*/ 4332698 h 6858000"/>
              <a:gd name="connsiteX121" fmla="*/ 3241520 w 7369701"/>
              <a:gd name="connsiteY121" fmla="*/ 4385112 h 6858000"/>
              <a:gd name="connsiteX122" fmla="*/ 3374575 w 7369701"/>
              <a:gd name="connsiteY122" fmla="*/ 4451517 h 6858000"/>
              <a:gd name="connsiteX123" fmla="*/ 3505221 w 7369701"/>
              <a:gd name="connsiteY123" fmla="*/ 4480757 h 6858000"/>
              <a:gd name="connsiteX124" fmla="*/ 2626982 w 7369701"/>
              <a:gd name="connsiteY124" fmla="*/ 4206450 h 6858000"/>
              <a:gd name="connsiteX125" fmla="*/ 1310106 w 7369701"/>
              <a:gd name="connsiteY125" fmla="*/ 3943217 h 6858000"/>
              <a:gd name="connsiteX126" fmla="*/ 854994 w 7369701"/>
              <a:gd name="connsiteY126" fmla="*/ 4399136 h 6858000"/>
              <a:gd name="connsiteX127" fmla="*/ 742462 w 7369701"/>
              <a:gd name="connsiteY127" fmla="*/ 4594648 h 6858000"/>
              <a:gd name="connsiteX128" fmla="*/ 820602 w 7369701"/>
              <a:gd name="connsiteY128" fmla="*/ 4485915 h 6858000"/>
              <a:gd name="connsiteX129" fmla="*/ 878295 w 7369701"/>
              <a:gd name="connsiteY129" fmla="*/ 4403594 h 6858000"/>
              <a:gd name="connsiteX130" fmla="*/ 1240607 w 7369701"/>
              <a:gd name="connsiteY130" fmla="*/ 4010401 h 6858000"/>
              <a:gd name="connsiteX131" fmla="*/ 1310106 w 7369701"/>
              <a:gd name="connsiteY131" fmla="*/ 3943217 h 6858000"/>
              <a:gd name="connsiteX132" fmla="*/ 1423113 w 7369701"/>
              <a:gd name="connsiteY132" fmla="*/ 3874565 h 6858000"/>
              <a:gd name="connsiteX133" fmla="*/ 1260565 w 7369701"/>
              <a:gd name="connsiteY133" fmla="*/ 4031982 h 6858000"/>
              <a:gd name="connsiteX134" fmla="*/ 901900 w 7369701"/>
              <a:gd name="connsiteY134" fmla="*/ 4421236 h 6858000"/>
              <a:gd name="connsiteX135" fmla="*/ 845044 w 7369701"/>
              <a:gd name="connsiteY135" fmla="*/ 4502436 h 6858000"/>
              <a:gd name="connsiteX136" fmla="*/ 685926 w 7369701"/>
              <a:gd name="connsiteY136" fmla="*/ 4703069 h 6858000"/>
              <a:gd name="connsiteX137" fmla="*/ 684248 w 7369701"/>
              <a:gd name="connsiteY137" fmla="*/ 4706721 h 6858000"/>
              <a:gd name="connsiteX138" fmla="*/ 1423113 w 7369701"/>
              <a:gd name="connsiteY138" fmla="*/ 3874565 h 6858000"/>
              <a:gd name="connsiteX139" fmla="*/ 3316479 w 7369701"/>
              <a:gd name="connsiteY139" fmla="*/ 3872136 h 6858000"/>
              <a:gd name="connsiteX140" fmla="*/ 3546806 w 7369701"/>
              <a:gd name="connsiteY140" fmla="*/ 4356139 h 6858000"/>
              <a:gd name="connsiteX141" fmla="*/ 3364433 w 7369701"/>
              <a:gd name="connsiteY141" fmla="*/ 3953121 h 6858000"/>
              <a:gd name="connsiteX142" fmla="*/ 3316479 w 7369701"/>
              <a:gd name="connsiteY142" fmla="*/ 3872136 h 6858000"/>
              <a:gd name="connsiteX143" fmla="*/ 3291335 w 7369701"/>
              <a:gd name="connsiteY143" fmla="*/ 3767420 h 6858000"/>
              <a:gd name="connsiteX144" fmla="*/ 3390805 w 7369701"/>
              <a:gd name="connsiteY144" fmla="*/ 3937163 h 6858000"/>
              <a:gd name="connsiteX145" fmla="*/ 3579062 w 7369701"/>
              <a:gd name="connsiteY145" fmla="*/ 4359040 h 6858000"/>
              <a:gd name="connsiteX146" fmla="*/ 3467355 w 7369701"/>
              <a:gd name="connsiteY146" fmla="*/ 3988130 h 6858000"/>
              <a:gd name="connsiteX147" fmla="*/ 3310753 w 7369701"/>
              <a:gd name="connsiteY147" fmla="*/ 3787140 h 6858000"/>
              <a:gd name="connsiteX148" fmla="*/ 3291335 w 7369701"/>
              <a:gd name="connsiteY148" fmla="*/ 3767420 h 6858000"/>
              <a:gd name="connsiteX149" fmla="*/ 1635889 w 7369701"/>
              <a:gd name="connsiteY149" fmla="*/ 3709494 h 6858000"/>
              <a:gd name="connsiteX150" fmla="*/ 1634800 w 7369701"/>
              <a:gd name="connsiteY150" fmla="*/ 3731111 h 6858000"/>
              <a:gd name="connsiteX151" fmla="*/ 1635889 w 7369701"/>
              <a:gd name="connsiteY151" fmla="*/ 3709494 h 6858000"/>
              <a:gd name="connsiteX152" fmla="*/ 1510397 w 7369701"/>
              <a:gd name="connsiteY152" fmla="*/ 3684705 h 6858000"/>
              <a:gd name="connsiteX153" fmla="*/ 1146550 w 7369701"/>
              <a:gd name="connsiteY153" fmla="*/ 3802012 h 6858000"/>
              <a:gd name="connsiteX154" fmla="*/ 698834 w 7369701"/>
              <a:gd name="connsiteY154" fmla="*/ 3952272 h 6858000"/>
              <a:gd name="connsiteX155" fmla="*/ 34256 w 7369701"/>
              <a:gd name="connsiteY155" fmla="*/ 4347603 h 6858000"/>
              <a:gd name="connsiteX156" fmla="*/ 527241 w 7369701"/>
              <a:gd name="connsiteY156" fmla="*/ 4065078 h 6858000"/>
              <a:gd name="connsiteX157" fmla="*/ 1510397 w 7369701"/>
              <a:gd name="connsiteY157" fmla="*/ 3684705 h 6858000"/>
              <a:gd name="connsiteX158" fmla="*/ 1313114 w 7369701"/>
              <a:gd name="connsiteY158" fmla="*/ 3655216 h 6858000"/>
              <a:gd name="connsiteX159" fmla="*/ 1109304 w 7369701"/>
              <a:gd name="connsiteY159" fmla="*/ 3669030 h 6858000"/>
              <a:gd name="connsiteX160" fmla="*/ 8129 w 7369701"/>
              <a:gd name="connsiteY160" fmla="*/ 4330519 h 6858000"/>
              <a:gd name="connsiteX161" fmla="*/ 687572 w 7369701"/>
              <a:gd name="connsiteY161" fmla="*/ 3925629 h 6858000"/>
              <a:gd name="connsiteX162" fmla="*/ 1138365 w 7369701"/>
              <a:gd name="connsiteY162" fmla="*/ 3774515 h 6858000"/>
              <a:gd name="connsiteX163" fmla="*/ 1505579 w 7369701"/>
              <a:gd name="connsiteY163" fmla="*/ 3655526 h 6858000"/>
              <a:gd name="connsiteX164" fmla="*/ 1313114 w 7369701"/>
              <a:gd name="connsiteY164" fmla="*/ 3655216 h 6858000"/>
              <a:gd name="connsiteX165" fmla="*/ 3655073 w 7369701"/>
              <a:gd name="connsiteY165" fmla="*/ 3650884 h 6858000"/>
              <a:gd name="connsiteX166" fmla="*/ 3989938 w 7369701"/>
              <a:gd name="connsiteY166" fmla="*/ 3991685 h 6858000"/>
              <a:gd name="connsiteX167" fmla="*/ 4393907 w 7369701"/>
              <a:gd name="connsiteY167" fmla="*/ 4261258 h 6858000"/>
              <a:gd name="connsiteX168" fmla="*/ 4648051 w 7369701"/>
              <a:gd name="connsiteY168" fmla="*/ 4374051 h 6858000"/>
              <a:gd name="connsiteX169" fmla="*/ 4383389 w 7369701"/>
              <a:gd name="connsiteY169" fmla="*/ 4184369 h 6858000"/>
              <a:gd name="connsiteX170" fmla="*/ 4165508 w 7369701"/>
              <a:gd name="connsiteY170" fmla="*/ 4035196 h 6858000"/>
              <a:gd name="connsiteX171" fmla="*/ 4068162 w 7369701"/>
              <a:gd name="connsiteY171" fmla="*/ 3953394 h 6858000"/>
              <a:gd name="connsiteX172" fmla="*/ 3981416 w 7369701"/>
              <a:gd name="connsiteY172" fmla="*/ 3880482 h 6858000"/>
              <a:gd name="connsiteX173" fmla="*/ 3800147 w 7369701"/>
              <a:gd name="connsiteY173" fmla="*/ 3749872 h 6858000"/>
              <a:gd name="connsiteX174" fmla="*/ 3655073 w 7369701"/>
              <a:gd name="connsiteY174" fmla="*/ 3650884 h 6858000"/>
              <a:gd name="connsiteX175" fmla="*/ 3670252 w 7369701"/>
              <a:gd name="connsiteY175" fmla="*/ 3622798 h 6858000"/>
              <a:gd name="connsiteX176" fmla="*/ 3817258 w 7369701"/>
              <a:gd name="connsiteY176" fmla="*/ 3723577 h 6858000"/>
              <a:gd name="connsiteX177" fmla="*/ 4000461 w 7369701"/>
              <a:gd name="connsiteY177" fmla="*/ 3855966 h 6858000"/>
              <a:gd name="connsiteX178" fmla="*/ 4088180 w 7369701"/>
              <a:gd name="connsiteY178" fmla="*/ 3929774 h 6858000"/>
              <a:gd name="connsiteX179" fmla="*/ 4184555 w 7369701"/>
              <a:gd name="connsiteY179" fmla="*/ 4010683 h 6858000"/>
              <a:gd name="connsiteX180" fmla="*/ 4399563 w 7369701"/>
              <a:gd name="connsiteY180" fmla="*/ 4158106 h 6858000"/>
              <a:gd name="connsiteX181" fmla="*/ 4684469 w 7369701"/>
              <a:gd name="connsiteY181" fmla="*/ 4364680 h 6858000"/>
              <a:gd name="connsiteX182" fmla="*/ 4690271 w 7369701"/>
              <a:gd name="connsiteY182" fmla="*/ 4370034 h 6858000"/>
              <a:gd name="connsiteX183" fmla="*/ 4136093 w 7369701"/>
              <a:gd name="connsiteY183" fmla="*/ 3858466 h 6858000"/>
              <a:gd name="connsiteX184" fmla="*/ 3670252 w 7369701"/>
              <a:gd name="connsiteY184" fmla="*/ 3622798 h 6858000"/>
              <a:gd name="connsiteX185" fmla="*/ 4440129 w 7369701"/>
              <a:gd name="connsiteY185" fmla="*/ 3448571 h 6858000"/>
              <a:gd name="connsiteX186" fmla="*/ 4856525 w 7369701"/>
              <a:gd name="connsiteY186" fmla="*/ 3915351 h 6858000"/>
              <a:gd name="connsiteX187" fmla="*/ 5059055 w 7369701"/>
              <a:gd name="connsiteY187" fmla="*/ 4108918 h 6858000"/>
              <a:gd name="connsiteX188" fmla="*/ 5290070 w 7369701"/>
              <a:gd name="connsiteY188" fmla="*/ 4263619 h 6858000"/>
              <a:gd name="connsiteX189" fmla="*/ 4834991 w 7369701"/>
              <a:gd name="connsiteY189" fmla="*/ 3830985 h 6858000"/>
              <a:gd name="connsiteX190" fmla="*/ 4440129 w 7369701"/>
              <a:gd name="connsiteY190" fmla="*/ 3448571 h 6858000"/>
              <a:gd name="connsiteX191" fmla="*/ 4441737 w 7369701"/>
              <a:gd name="connsiteY191" fmla="*/ 3399734 h 6858000"/>
              <a:gd name="connsiteX192" fmla="*/ 4431236 w 7369701"/>
              <a:gd name="connsiteY192" fmla="*/ 3400954 h 6858000"/>
              <a:gd name="connsiteX193" fmla="*/ 4557150 w 7369701"/>
              <a:gd name="connsiteY193" fmla="*/ 3510023 h 6858000"/>
              <a:gd name="connsiteX194" fmla="*/ 4856936 w 7369701"/>
              <a:gd name="connsiteY194" fmla="*/ 3809146 h 6858000"/>
              <a:gd name="connsiteX195" fmla="*/ 5111996 w 7369701"/>
              <a:gd name="connsiteY195" fmla="*/ 4065759 h 6858000"/>
              <a:gd name="connsiteX196" fmla="*/ 5388878 w 7369701"/>
              <a:gd name="connsiteY196" fmla="*/ 4300185 h 6858000"/>
              <a:gd name="connsiteX197" fmla="*/ 5425556 w 7369701"/>
              <a:gd name="connsiteY197" fmla="*/ 4308967 h 6858000"/>
              <a:gd name="connsiteX198" fmla="*/ 4943646 w 7369701"/>
              <a:gd name="connsiteY198" fmla="*/ 3822916 h 6858000"/>
              <a:gd name="connsiteX199" fmla="*/ 4594837 w 7369701"/>
              <a:gd name="connsiteY199" fmla="*/ 3532274 h 6858000"/>
              <a:gd name="connsiteX200" fmla="*/ 4441737 w 7369701"/>
              <a:gd name="connsiteY200" fmla="*/ 3399734 h 6858000"/>
              <a:gd name="connsiteX201" fmla="*/ 5425834 w 7369701"/>
              <a:gd name="connsiteY201" fmla="*/ 3162785 h 6858000"/>
              <a:gd name="connsiteX202" fmla="*/ 5401644 w 7369701"/>
              <a:gd name="connsiteY202" fmla="*/ 3617847 h 6858000"/>
              <a:gd name="connsiteX203" fmla="*/ 5467256 w 7369701"/>
              <a:gd name="connsiteY203" fmla="*/ 4175494 h 6858000"/>
              <a:gd name="connsiteX204" fmla="*/ 5448069 w 7369701"/>
              <a:gd name="connsiteY204" fmla="*/ 3567554 h 6858000"/>
              <a:gd name="connsiteX205" fmla="*/ 5425834 w 7369701"/>
              <a:gd name="connsiteY205" fmla="*/ 3162785 h 6858000"/>
              <a:gd name="connsiteX206" fmla="*/ 1318687 w 7369701"/>
              <a:gd name="connsiteY206" fmla="*/ 3113840 h 6858000"/>
              <a:gd name="connsiteX207" fmla="*/ 1066793 w 7369701"/>
              <a:gd name="connsiteY207" fmla="*/ 3212171 h 6858000"/>
              <a:gd name="connsiteX208" fmla="*/ 993319 w 7369701"/>
              <a:gd name="connsiteY208" fmla="*/ 3247648 h 6858000"/>
              <a:gd name="connsiteX209" fmla="*/ 853081 w 7369701"/>
              <a:gd name="connsiteY209" fmla="*/ 3312410 h 6858000"/>
              <a:gd name="connsiteX210" fmla="*/ 805957 w 7369701"/>
              <a:gd name="connsiteY210" fmla="*/ 3330443 h 6858000"/>
              <a:gd name="connsiteX211" fmla="*/ 1318687 w 7369701"/>
              <a:gd name="connsiteY211" fmla="*/ 3113840 h 6858000"/>
              <a:gd name="connsiteX212" fmla="*/ 5453702 w 7369701"/>
              <a:gd name="connsiteY212" fmla="*/ 3090882 h 6858000"/>
              <a:gd name="connsiteX213" fmla="*/ 5480135 w 7369701"/>
              <a:gd name="connsiteY213" fmla="*/ 3565802 h 6858000"/>
              <a:gd name="connsiteX214" fmla="*/ 5499023 w 7369701"/>
              <a:gd name="connsiteY214" fmla="*/ 4166310 h 6858000"/>
              <a:gd name="connsiteX215" fmla="*/ 5547022 w 7369701"/>
              <a:gd name="connsiteY215" fmla="*/ 3607838 h 6858000"/>
              <a:gd name="connsiteX216" fmla="*/ 5515964 w 7369701"/>
              <a:gd name="connsiteY216" fmla="*/ 3378541 h 6858000"/>
              <a:gd name="connsiteX217" fmla="*/ 5453702 w 7369701"/>
              <a:gd name="connsiteY217" fmla="*/ 3090882 h 6858000"/>
              <a:gd name="connsiteX218" fmla="*/ 1238695 w 7369701"/>
              <a:gd name="connsiteY218" fmla="*/ 3076820 h 6858000"/>
              <a:gd name="connsiteX219" fmla="*/ 716371 w 7369701"/>
              <a:gd name="connsiteY219" fmla="*/ 3293249 h 6858000"/>
              <a:gd name="connsiteX220" fmla="*/ 579522 w 7369701"/>
              <a:gd name="connsiteY220" fmla="*/ 3371759 h 6858000"/>
              <a:gd name="connsiteX221" fmla="*/ 600288 w 7369701"/>
              <a:gd name="connsiteY221" fmla="*/ 3365555 h 6858000"/>
              <a:gd name="connsiteX222" fmla="*/ 840692 w 7369701"/>
              <a:gd name="connsiteY222" fmla="*/ 3284921 h 6858000"/>
              <a:gd name="connsiteX223" fmla="*/ 979248 w 7369701"/>
              <a:gd name="connsiteY223" fmla="*/ 3221003 h 6858000"/>
              <a:gd name="connsiteX224" fmla="*/ 1053282 w 7369701"/>
              <a:gd name="connsiteY224" fmla="*/ 3185247 h 6858000"/>
              <a:gd name="connsiteX225" fmla="*/ 1320603 w 7369701"/>
              <a:gd name="connsiteY225" fmla="*/ 3081281 h 6858000"/>
              <a:gd name="connsiteX226" fmla="*/ 1238695 w 7369701"/>
              <a:gd name="connsiteY226" fmla="*/ 3076820 h 6858000"/>
              <a:gd name="connsiteX227" fmla="*/ 5425627 w 7369701"/>
              <a:gd name="connsiteY227" fmla="*/ 2954192 h 6858000"/>
              <a:gd name="connsiteX228" fmla="*/ 5470770 w 7369701"/>
              <a:gd name="connsiteY228" fmla="*/ 3005435 h 6858000"/>
              <a:gd name="connsiteX229" fmla="*/ 5519779 w 7369701"/>
              <a:gd name="connsiteY229" fmla="*/ 4359223 h 6858000"/>
              <a:gd name="connsiteX230" fmla="*/ 5520293 w 7369701"/>
              <a:gd name="connsiteY230" fmla="*/ 4360602 h 6858000"/>
              <a:gd name="connsiteX231" fmla="*/ 5767221 w 7369701"/>
              <a:gd name="connsiteY231" fmla="*/ 4665564 h 6858000"/>
              <a:gd name="connsiteX232" fmla="*/ 6937169 w 7369701"/>
              <a:gd name="connsiteY232" fmla="*/ 4815941 h 6858000"/>
              <a:gd name="connsiteX233" fmla="*/ 6953922 w 7369701"/>
              <a:gd name="connsiteY233" fmla="*/ 4890068 h 6858000"/>
              <a:gd name="connsiteX234" fmla="*/ 6071359 w 7369701"/>
              <a:gd name="connsiteY234" fmla="*/ 4770770 h 6858000"/>
              <a:gd name="connsiteX235" fmla="*/ 6038839 w 7369701"/>
              <a:gd name="connsiteY235" fmla="*/ 4764474 h 6858000"/>
              <a:gd name="connsiteX236" fmla="*/ 6038706 w 7369701"/>
              <a:gd name="connsiteY236" fmla="*/ 4763847 h 6858000"/>
              <a:gd name="connsiteX237" fmla="*/ 6037784 w 7369701"/>
              <a:gd name="connsiteY237" fmla="*/ 4764270 h 6858000"/>
              <a:gd name="connsiteX238" fmla="*/ 6038839 w 7369701"/>
              <a:gd name="connsiteY238" fmla="*/ 4764474 h 6858000"/>
              <a:gd name="connsiteX239" fmla="*/ 6040338 w 7369701"/>
              <a:gd name="connsiteY239" fmla="*/ 4771418 h 6858000"/>
              <a:gd name="connsiteX240" fmla="*/ 6024488 w 7369701"/>
              <a:gd name="connsiteY240" fmla="*/ 4809903 h 6858000"/>
              <a:gd name="connsiteX241" fmla="*/ 5599771 w 7369701"/>
              <a:gd name="connsiteY241" fmla="*/ 5509652 h 6858000"/>
              <a:gd name="connsiteX242" fmla="*/ 5548843 w 7369701"/>
              <a:gd name="connsiteY242" fmla="*/ 5563845 h 6858000"/>
              <a:gd name="connsiteX243" fmla="*/ 5940952 w 7369701"/>
              <a:gd name="connsiteY243" fmla="*/ 6250028 h 6858000"/>
              <a:gd name="connsiteX244" fmla="*/ 6043441 w 7369701"/>
              <a:gd name="connsiteY244" fmla="*/ 6665847 h 6858000"/>
              <a:gd name="connsiteX245" fmla="*/ 6093432 w 7369701"/>
              <a:gd name="connsiteY245" fmla="*/ 6858000 h 6858000"/>
              <a:gd name="connsiteX246" fmla="*/ 6034344 w 7369701"/>
              <a:gd name="connsiteY246" fmla="*/ 6858000 h 6858000"/>
              <a:gd name="connsiteX247" fmla="*/ 6026679 w 7369701"/>
              <a:gd name="connsiteY247" fmla="*/ 6836959 h 6858000"/>
              <a:gd name="connsiteX248" fmla="*/ 5800441 w 7369701"/>
              <a:gd name="connsiteY248" fmla="*/ 6335286 h 6858000"/>
              <a:gd name="connsiteX249" fmla="*/ 5526562 w 7369701"/>
              <a:gd name="connsiteY249" fmla="*/ 5705388 h 6858000"/>
              <a:gd name="connsiteX250" fmla="*/ 5519640 w 7369701"/>
              <a:gd name="connsiteY250" fmla="*/ 5683774 h 6858000"/>
              <a:gd name="connsiteX251" fmla="*/ 5844559 w 7369701"/>
              <a:gd name="connsiteY251" fmla="*/ 6553349 h 6858000"/>
              <a:gd name="connsiteX252" fmla="*/ 5975994 w 7369701"/>
              <a:gd name="connsiteY252" fmla="*/ 6858000 h 6858000"/>
              <a:gd name="connsiteX253" fmla="*/ 5898547 w 7369701"/>
              <a:gd name="connsiteY253" fmla="*/ 6858000 h 6858000"/>
              <a:gd name="connsiteX254" fmla="*/ 5682041 w 7369701"/>
              <a:gd name="connsiteY254" fmla="*/ 6355860 h 6858000"/>
              <a:gd name="connsiteX255" fmla="*/ 5461758 w 7369701"/>
              <a:gd name="connsiteY255" fmla="*/ 5820220 h 6858000"/>
              <a:gd name="connsiteX256" fmla="*/ 5237282 w 7369701"/>
              <a:gd name="connsiteY256" fmla="*/ 6579086 h 6858000"/>
              <a:gd name="connsiteX257" fmla="*/ 5115009 w 7369701"/>
              <a:gd name="connsiteY257" fmla="*/ 6858000 h 6858000"/>
              <a:gd name="connsiteX258" fmla="*/ 5028074 w 7369701"/>
              <a:gd name="connsiteY258" fmla="*/ 6858000 h 6858000"/>
              <a:gd name="connsiteX259" fmla="*/ 5079508 w 7369701"/>
              <a:gd name="connsiteY259" fmla="*/ 6749074 h 6858000"/>
              <a:gd name="connsiteX260" fmla="*/ 5371846 w 7369701"/>
              <a:gd name="connsiteY260" fmla="*/ 5924413 h 6858000"/>
              <a:gd name="connsiteX261" fmla="*/ 5270512 w 7369701"/>
              <a:gd name="connsiteY261" fmla="*/ 6138975 h 6858000"/>
              <a:gd name="connsiteX262" fmla="*/ 5062409 w 7369701"/>
              <a:gd name="connsiteY262" fmla="*/ 6653544 h 6858000"/>
              <a:gd name="connsiteX263" fmla="*/ 5036628 w 7369701"/>
              <a:gd name="connsiteY263" fmla="*/ 6754247 h 6858000"/>
              <a:gd name="connsiteX264" fmla="*/ 5009112 w 7369701"/>
              <a:gd name="connsiteY264" fmla="*/ 6858000 h 6858000"/>
              <a:gd name="connsiteX265" fmla="*/ 4976679 w 7369701"/>
              <a:gd name="connsiteY265" fmla="*/ 6858000 h 6858000"/>
              <a:gd name="connsiteX266" fmla="*/ 5006537 w 7369701"/>
              <a:gd name="connsiteY266" fmla="*/ 6747068 h 6858000"/>
              <a:gd name="connsiteX267" fmla="*/ 5032723 w 7369701"/>
              <a:gd name="connsiteY267" fmla="*/ 6644957 h 6858000"/>
              <a:gd name="connsiteX268" fmla="*/ 5242949 w 7369701"/>
              <a:gd name="connsiteY268" fmla="*/ 6125175 h 6858000"/>
              <a:gd name="connsiteX269" fmla="*/ 5286321 w 7369701"/>
              <a:gd name="connsiteY269" fmla="*/ 6033555 h 6858000"/>
              <a:gd name="connsiteX270" fmla="*/ 5008210 w 7369701"/>
              <a:gd name="connsiteY270" fmla="*/ 6649194 h 6858000"/>
              <a:gd name="connsiteX271" fmla="*/ 4986321 w 7369701"/>
              <a:gd name="connsiteY271" fmla="*/ 6765687 h 6858000"/>
              <a:gd name="connsiteX272" fmla="*/ 4973474 w 7369701"/>
              <a:gd name="connsiteY272" fmla="*/ 6858000 h 6858000"/>
              <a:gd name="connsiteX273" fmla="*/ 4907178 w 7369701"/>
              <a:gd name="connsiteY273" fmla="*/ 6858000 h 6858000"/>
              <a:gd name="connsiteX274" fmla="*/ 4910810 w 7369701"/>
              <a:gd name="connsiteY274" fmla="*/ 6829660 h 6858000"/>
              <a:gd name="connsiteX275" fmla="*/ 4987461 w 7369701"/>
              <a:gd name="connsiteY275" fmla="*/ 6432994 h 6858000"/>
              <a:gd name="connsiteX276" fmla="*/ 5179262 w 7369701"/>
              <a:gd name="connsiteY276" fmla="*/ 6035044 h 6858000"/>
              <a:gd name="connsiteX277" fmla="*/ 4689678 w 7369701"/>
              <a:gd name="connsiteY277" fmla="*/ 6440241 h 6858000"/>
              <a:gd name="connsiteX278" fmla="*/ 4477543 w 7369701"/>
              <a:gd name="connsiteY278" fmla="*/ 6674836 h 6858000"/>
              <a:gd name="connsiteX279" fmla="*/ 4329957 w 7369701"/>
              <a:gd name="connsiteY279" fmla="*/ 6858000 h 6858000"/>
              <a:gd name="connsiteX280" fmla="*/ 4218595 w 7369701"/>
              <a:gd name="connsiteY280" fmla="*/ 6858000 h 6858000"/>
              <a:gd name="connsiteX281" fmla="*/ 4368888 w 7369701"/>
              <a:gd name="connsiteY281" fmla="*/ 6668412 h 6858000"/>
              <a:gd name="connsiteX282" fmla="*/ 4563091 w 7369701"/>
              <a:gd name="connsiteY282" fmla="*/ 6442508 h 6858000"/>
              <a:gd name="connsiteX283" fmla="*/ 5387324 w 7369701"/>
              <a:gd name="connsiteY283" fmla="*/ 5705830 h 6858000"/>
              <a:gd name="connsiteX284" fmla="*/ 5073620 w 7369701"/>
              <a:gd name="connsiteY284" fmla="*/ 5955437 h 6858000"/>
              <a:gd name="connsiteX285" fmla="*/ 4689789 w 7369701"/>
              <a:gd name="connsiteY285" fmla="*/ 6268382 h 6858000"/>
              <a:gd name="connsiteX286" fmla="*/ 4418722 w 7369701"/>
              <a:gd name="connsiteY286" fmla="*/ 6570886 h 6858000"/>
              <a:gd name="connsiteX287" fmla="*/ 4214944 w 7369701"/>
              <a:gd name="connsiteY287" fmla="*/ 6858000 h 6858000"/>
              <a:gd name="connsiteX288" fmla="*/ 4177898 w 7369701"/>
              <a:gd name="connsiteY288" fmla="*/ 6858000 h 6858000"/>
              <a:gd name="connsiteX289" fmla="*/ 4391597 w 7369701"/>
              <a:gd name="connsiteY289" fmla="*/ 6556370 h 6858000"/>
              <a:gd name="connsiteX290" fmla="*/ 4668889 w 7369701"/>
              <a:gd name="connsiteY290" fmla="*/ 6246399 h 6858000"/>
              <a:gd name="connsiteX291" fmla="*/ 5055427 w 7369701"/>
              <a:gd name="connsiteY291" fmla="*/ 5931476 h 6858000"/>
              <a:gd name="connsiteX292" fmla="*/ 5371814 w 7369701"/>
              <a:gd name="connsiteY292" fmla="*/ 5678975 h 6858000"/>
              <a:gd name="connsiteX293" fmla="*/ 4987918 w 7369701"/>
              <a:gd name="connsiteY293" fmla="*/ 5838701 h 6858000"/>
              <a:gd name="connsiteX294" fmla="*/ 4317146 w 7369701"/>
              <a:gd name="connsiteY294" fmla="*/ 6587716 h 6858000"/>
              <a:gd name="connsiteX295" fmla="*/ 4171627 w 7369701"/>
              <a:gd name="connsiteY295" fmla="*/ 6858000 h 6858000"/>
              <a:gd name="connsiteX296" fmla="*/ 4081585 w 7369701"/>
              <a:gd name="connsiteY296" fmla="*/ 6858000 h 6858000"/>
              <a:gd name="connsiteX297" fmla="*/ 4238603 w 7369701"/>
              <a:gd name="connsiteY297" fmla="*/ 6559341 h 6858000"/>
              <a:gd name="connsiteX298" fmla="*/ 4778333 w 7369701"/>
              <a:gd name="connsiteY298" fmla="*/ 5873626 h 6858000"/>
              <a:gd name="connsiteX299" fmla="*/ 5414185 w 7369701"/>
              <a:gd name="connsiteY299" fmla="*/ 5573882 h 6858000"/>
              <a:gd name="connsiteX300" fmla="*/ 5959648 w 7369701"/>
              <a:gd name="connsiteY300" fmla="*/ 4760797 h 6858000"/>
              <a:gd name="connsiteX301" fmla="*/ 5355019 w 7369701"/>
              <a:gd name="connsiteY301" fmla="*/ 4734672 h 6858000"/>
              <a:gd name="connsiteX302" fmla="*/ 5083565 w 7369701"/>
              <a:gd name="connsiteY302" fmla="*/ 5179121 h 6858000"/>
              <a:gd name="connsiteX303" fmla="*/ 4713577 w 7369701"/>
              <a:gd name="connsiteY303" fmla="*/ 5616803 h 6858000"/>
              <a:gd name="connsiteX304" fmla="*/ 3989559 w 7369701"/>
              <a:gd name="connsiteY304" fmla="*/ 6145945 h 6858000"/>
              <a:gd name="connsiteX305" fmla="*/ 3939824 w 7369701"/>
              <a:gd name="connsiteY305" fmla="*/ 6066900 h 6858000"/>
              <a:gd name="connsiteX306" fmla="*/ 4584537 w 7369701"/>
              <a:gd name="connsiteY306" fmla="*/ 5324826 h 6858000"/>
              <a:gd name="connsiteX307" fmla="*/ 5037105 w 7369701"/>
              <a:gd name="connsiteY307" fmla="*/ 5088765 h 6858000"/>
              <a:gd name="connsiteX308" fmla="*/ 5039930 w 7369701"/>
              <a:gd name="connsiteY308" fmla="*/ 5089585 h 6858000"/>
              <a:gd name="connsiteX309" fmla="*/ 5263764 w 7369701"/>
              <a:gd name="connsiteY309" fmla="*/ 4735525 h 6858000"/>
              <a:gd name="connsiteX310" fmla="*/ 4086300 w 7369701"/>
              <a:gd name="connsiteY310" fmla="*/ 4884599 h 6858000"/>
              <a:gd name="connsiteX311" fmla="*/ 4085485 w 7369701"/>
              <a:gd name="connsiteY311" fmla="*/ 4899070 h 6858000"/>
              <a:gd name="connsiteX312" fmla="*/ 3871915 w 7369701"/>
              <a:gd name="connsiteY312" fmla="*/ 5253645 h 6858000"/>
              <a:gd name="connsiteX313" fmla="*/ 3799374 w 7369701"/>
              <a:gd name="connsiteY313" fmla="*/ 5466127 h 6858000"/>
              <a:gd name="connsiteX314" fmla="*/ 3498850 w 7369701"/>
              <a:gd name="connsiteY314" fmla="*/ 6661888 h 6858000"/>
              <a:gd name="connsiteX315" fmla="*/ 3399216 w 7369701"/>
              <a:gd name="connsiteY315" fmla="*/ 6858000 h 6858000"/>
              <a:gd name="connsiteX316" fmla="*/ 3303688 w 7369701"/>
              <a:gd name="connsiteY316" fmla="*/ 6858000 h 6858000"/>
              <a:gd name="connsiteX317" fmla="*/ 3391774 w 7369701"/>
              <a:gd name="connsiteY317" fmla="*/ 6697181 h 6858000"/>
              <a:gd name="connsiteX318" fmla="*/ 3735540 w 7369701"/>
              <a:gd name="connsiteY318" fmla="*/ 5546923 h 6858000"/>
              <a:gd name="connsiteX319" fmla="*/ 3729438 w 7369701"/>
              <a:gd name="connsiteY319" fmla="*/ 5569058 h 6858000"/>
              <a:gd name="connsiteX320" fmla="*/ 3707782 w 7369701"/>
              <a:gd name="connsiteY320" fmla="*/ 5644908 h 6858000"/>
              <a:gd name="connsiteX321" fmla="*/ 3583827 w 7369701"/>
              <a:gd name="connsiteY321" fmla="*/ 6039215 h 6858000"/>
              <a:gd name="connsiteX322" fmla="*/ 3547861 w 7369701"/>
              <a:gd name="connsiteY322" fmla="*/ 6129609 h 6858000"/>
              <a:gd name="connsiteX323" fmla="*/ 3490905 w 7369701"/>
              <a:gd name="connsiteY323" fmla="*/ 6277660 h 6858000"/>
              <a:gd name="connsiteX324" fmla="*/ 3455859 w 7369701"/>
              <a:gd name="connsiteY324" fmla="*/ 6391301 h 6858000"/>
              <a:gd name="connsiteX325" fmla="*/ 3429112 w 7369701"/>
              <a:gd name="connsiteY325" fmla="*/ 6479469 h 6858000"/>
              <a:gd name="connsiteX326" fmla="*/ 3304862 w 7369701"/>
              <a:gd name="connsiteY326" fmla="*/ 6796476 h 6858000"/>
              <a:gd name="connsiteX327" fmla="*/ 3276071 w 7369701"/>
              <a:gd name="connsiteY327" fmla="*/ 6858000 h 6858000"/>
              <a:gd name="connsiteX328" fmla="*/ 3240805 w 7369701"/>
              <a:gd name="connsiteY328" fmla="*/ 6858000 h 6858000"/>
              <a:gd name="connsiteX329" fmla="*/ 3275917 w 7369701"/>
              <a:gd name="connsiteY329" fmla="*/ 6783192 h 6858000"/>
              <a:gd name="connsiteX330" fmla="*/ 3399358 w 7369701"/>
              <a:gd name="connsiteY330" fmla="*/ 6469011 h 6858000"/>
              <a:gd name="connsiteX331" fmla="*/ 3425650 w 7369701"/>
              <a:gd name="connsiteY331" fmla="*/ 6381333 h 6858000"/>
              <a:gd name="connsiteX332" fmla="*/ 3460661 w 7369701"/>
              <a:gd name="connsiteY332" fmla="*/ 6266763 h 6858000"/>
              <a:gd name="connsiteX333" fmla="*/ 3518021 w 7369701"/>
              <a:gd name="connsiteY333" fmla="*/ 6117298 h 6858000"/>
              <a:gd name="connsiteX334" fmla="*/ 3554035 w 7369701"/>
              <a:gd name="connsiteY334" fmla="*/ 6027832 h 6858000"/>
              <a:gd name="connsiteX335" fmla="*/ 3677174 w 7369701"/>
              <a:gd name="connsiteY335" fmla="*/ 5636351 h 6858000"/>
              <a:gd name="connsiteX336" fmla="*/ 3698819 w 7369701"/>
              <a:gd name="connsiteY336" fmla="*/ 5560503 h 6858000"/>
              <a:gd name="connsiteX337" fmla="*/ 3702094 w 7369701"/>
              <a:gd name="connsiteY337" fmla="*/ 5549194 h 6858000"/>
              <a:gd name="connsiteX338" fmla="*/ 3398355 w 7369701"/>
              <a:gd name="connsiteY338" fmla="*/ 6094603 h 6858000"/>
              <a:gd name="connsiteX339" fmla="*/ 3193941 w 7369701"/>
              <a:gd name="connsiteY339" fmla="*/ 6798775 h 6858000"/>
              <a:gd name="connsiteX340" fmla="*/ 3184140 w 7369701"/>
              <a:gd name="connsiteY340" fmla="*/ 6858000 h 6858000"/>
              <a:gd name="connsiteX341" fmla="*/ 3099978 w 7369701"/>
              <a:gd name="connsiteY341" fmla="*/ 6858000 h 6858000"/>
              <a:gd name="connsiteX342" fmla="*/ 3101556 w 7369701"/>
              <a:gd name="connsiteY342" fmla="*/ 6843337 h 6858000"/>
              <a:gd name="connsiteX343" fmla="*/ 3370162 w 7369701"/>
              <a:gd name="connsiteY343" fmla="*/ 5785550 h 6858000"/>
              <a:gd name="connsiteX344" fmla="*/ 3746477 w 7369701"/>
              <a:gd name="connsiteY344" fmla="*/ 5377889 h 6858000"/>
              <a:gd name="connsiteX345" fmla="*/ 3863399 w 7369701"/>
              <a:gd name="connsiteY345" fmla="*/ 5087257 h 6858000"/>
              <a:gd name="connsiteX346" fmla="*/ 3968712 w 7369701"/>
              <a:gd name="connsiteY346" fmla="*/ 4913989 h 6858000"/>
              <a:gd name="connsiteX347" fmla="*/ 2792390 w 7369701"/>
              <a:gd name="connsiteY347" fmla="*/ 5382974 h 6858000"/>
              <a:gd name="connsiteX348" fmla="*/ 2714982 w 7369701"/>
              <a:gd name="connsiteY348" fmla="*/ 5427051 h 6858000"/>
              <a:gd name="connsiteX349" fmla="*/ 2813361 w 7369701"/>
              <a:gd name="connsiteY349" fmla="*/ 6023912 h 6858000"/>
              <a:gd name="connsiteX350" fmla="*/ 2688430 w 7369701"/>
              <a:gd name="connsiteY350" fmla="*/ 6801564 h 6858000"/>
              <a:gd name="connsiteX351" fmla="*/ 2629626 w 7369701"/>
              <a:gd name="connsiteY351" fmla="*/ 6763394 h 6858000"/>
              <a:gd name="connsiteX352" fmla="*/ 2565328 w 7369701"/>
              <a:gd name="connsiteY352" fmla="*/ 5516399 h 6858000"/>
              <a:gd name="connsiteX353" fmla="*/ 1922999 w 7369701"/>
              <a:gd name="connsiteY353" fmla="*/ 5980343 h 6858000"/>
              <a:gd name="connsiteX354" fmla="*/ 1950261 w 7369701"/>
              <a:gd name="connsiteY354" fmla="*/ 6405858 h 6858000"/>
              <a:gd name="connsiteX355" fmla="*/ 2365554 w 7369701"/>
              <a:gd name="connsiteY355" fmla="*/ 6759107 h 6858000"/>
              <a:gd name="connsiteX356" fmla="*/ 2424142 w 7369701"/>
              <a:gd name="connsiteY356" fmla="*/ 6858000 h 6858000"/>
              <a:gd name="connsiteX357" fmla="*/ 2395994 w 7369701"/>
              <a:gd name="connsiteY357" fmla="*/ 6858000 h 6858000"/>
              <a:gd name="connsiteX358" fmla="*/ 2392863 w 7369701"/>
              <a:gd name="connsiteY358" fmla="*/ 6852964 h 6858000"/>
              <a:gd name="connsiteX359" fmla="*/ 2017589 w 7369701"/>
              <a:gd name="connsiteY359" fmla="*/ 6493982 h 6858000"/>
              <a:gd name="connsiteX360" fmla="*/ 2147336 w 7369701"/>
              <a:gd name="connsiteY360" fmla="*/ 6594052 h 6858000"/>
              <a:gd name="connsiteX361" fmla="*/ 2207047 w 7369701"/>
              <a:gd name="connsiteY361" fmla="*/ 6654540 h 6858000"/>
              <a:gd name="connsiteX362" fmla="*/ 2299106 w 7369701"/>
              <a:gd name="connsiteY362" fmla="*/ 6778931 h 6858000"/>
              <a:gd name="connsiteX363" fmla="*/ 2314430 w 7369701"/>
              <a:gd name="connsiteY363" fmla="*/ 6801144 h 6858000"/>
              <a:gd name="connsiteX364" fmla="*/ 2352406 w 7369701"/>
              <a:gd name="connsiteY364" fmla="*/ 6858000 h 6858000"/>
              <a:gd name="connsiteX365" fmla="*/ 2314492 w 7369701"/>
              <a:gd name="connsiteY365" fmla="*/ 6858000 h 6858000"/>
              <a:gd name="connsiteX366" fmla="*/ 2288095 w 7369701"/>
              <a:gd name="connsiteY366" fmla="*/ 6818030 h 6858000"/>
              <a:gd name="connsiteX367" fmla="*/ 2272768 w 7369701"/>
              <a:gd name="connsiteY367" fmla="*/ 6795822 h 6858000"/>
              <a:gd name="connsiteX368" fmla="*/ 2182715 w 7369701"/>
              <a:gd name="connsiteY368" fmla="*/ 6675071 h 6858000"/>
              <a:gd name="connsiteX369" fmla="*/ 2032061 w 7369701"/>
              <a:gd name="connsiteY369" fmla="*/ 6541380 h 6858000"/>
              <a:gd name="connsiteX370" fmla="*/ 2257220 w 7369701"/>
              <a:gd name="connsiteY370" fmla="*/ 6826257 h 6858000"/>
              <a:gd name="connsiteX371" fmla="*/ 2281324 w 7369701"/>
              <a:gd name="connsiteY371" fmla="*/ 6858000 h 6858000"/>
              <a:gd name="connsiteX372" fmla="*/ 2242860 w 7369701"/>
              <a:gd name="connsiteY372" fmla="*/ 6858000 h 6858000"/>
              <a:gd name="connsiteX373" fmla="*/ 2232818 w 7369701"/>
              <a:gd name="connsiteY373" fmla="*/ 6844926 h 6858000"/>
              <a:gd name="connsiteX374" fmla="*/ 1990172 w 7369701"/>
              <a:gd name="connsiteY374" fmla="*/ 6542121 h 6858000"/>
              <a:gd name="connsiteX375" fmla="*/ 2124090 w 7369701"/>
              <a:gd name="connsiteY375" fmla="*/ 6761017 h 6858000"/>
              <a:gd name="connsiteX376" fmla="*/ 2200380 w 7369701"/>
              <a:gd name="connsiteY376" fmla="*/ 6858000 h 6858000"/>
              <a:gd name="connsiteX377" fmla="*/ 2147507 w 7369701"/>
              <a:gd name="connsiteY377" fmla="*/ 6858000 h 6858000"/>
              <a:gd name="connsiteX378" fmla="*/ 2070668 w 7369701"/>
              <a:gd name="connsiteY378" fmla="*/ 6761520 h 6858000"/>
              <a:gd name="connsiteX379" fmla="*/ 1975142 w 7369701"/>
              <a:gd name="connsiteY379" fmla="*/ 6585570 h 6858000"/>
              <a:gd name="connsiteX380" fmla="*/ 2050035 w 7369701"/>
              <a:gd name="connsiteY380" fmla="*/ 6813345 h 6858000"/>
              <a:gd name="connsiteX381" fmla="*/ 2063025 w 7369701"/>
              <a:gd name="connsiteY381" fmla="*/ 6858000 h 6858000"/>
              <a:gd name="connsiteX382" fmla="*/ 2021675 w 7369701"/>
              <a:gd name="connsiteY382" fmla="*/ 6858000 h 6858000"/>
              <a:gd name="connsiteX383" fmla="*/ 2019308 w 7369701"/>
              <a:gd name="connsiteY383" fmla="*/ 6847118 h 6858000"/>
              <a:gd name="connsiteX384" fmla="*/ 1938835 w 7369701"/>
              <a:gd name="connsiteY384" fmla="*/ 6551160 h 6858000"/>
              <a:gd name="connsiteX385" fmla="*/ 1953230 w 7369701"/>
              <a:gd name="connsiteY385" fmla="*/ 6759699 h 6858000"/>
              <a:gd name="connsiteX386" fmla="*/ 1956763 w 7369701"/>
              <a:gd name="connsiteY386" fmla="*/ 6778191 h 6858000"/>
              <a:gd name="connsiteX387" fmla="*/ 1967925 w 7369701"/>
              <a:gd name="connsiteY387" fmla="*/ 6858000 h 6858000"/>
              <a:gd name="connsiteX388" fmla="*/ 1936622 w 7369701"/>
              <a:gd name="connsiteY388" fmla="*/ 6858000 h 6858000"/>
              <a:gd name="connsiteX389" fmla="*/ 1926261 w 7369701"/>
              <a:gd name="connsiteY389" fmla="*/ 6784064 h 6858000"/>
              <a:gd name="connsiteX390" fmla="*/ 1922724 w 7369701"/>
              <a:gd name="connsiteY390" fmla="*/ 6765577 h 6858000"/>
              <a:gd name="connsiteX391" fmla="*/ 1904650 w 7369701"/>
              <a:gd name="connsiteY391" fmla="*/ 6639616 h 6858000"/>
              <a:gd name="connsiteX392" fmla="*/ 1885273 w 7369701"/>
              <a:gd name="connsiteY392" fmla="*/ 6858000 h 6858000"/>
              <a:gd name="connsiteX393" fmla="*/ 1854363 w 7369701"/>
              <a:gd name="connsiteY393" fmla="*/ 6858000 h 6858000"/>
              <a:gd name="connsiteX394" fmla="*/ 1880391 w 7369701"/>
              <a:gd name="connsiteY394" fmla="*/ 6603796 h 6858000"/>
              <a:gd name="connsiteX395" fmla="*/ 1818273 w 7369701"/>
              <a:gd name="connsiteY395" fmla="*/ 6715729 h 6858000"/>
              <a:gd name="connsiteX396" fmla="*/ 1794691 w 7369701"/>
              <a:gd name="connsiteY396" fmla="*/ 6843239 h 6858000"/>
              <a:gd name="connsiteX397" fmla="*/ 1794914 w 7369701"/>
              <a:gd name="connsiteY397" fmla="*/ 6858000 h 6858000"/>
              <a:gd name="connsiteX398" fmla="*/ 1746128 w 7369701"/>
              <a:gd name="connsiteY398" fmla="*/ 6858000 h 6858000"/>
              <a:gd name="connsiteX399" fmla="*/ 1753934 w 7369701"/>
              <a:gd name="connsiteY399" fmla="*/ 6724796 h 6858000"/>
              <a:gd name="connsiteX400" fmla="*/ 1792053 w 7369701"/>
              <a:gd name="connsiteY400" fmla="*/ 6572396 h 6858000"/>
              <a:gd name="connsiteX401" fmla="*/ 1862248 w 7369701"/>
              <a:gd name="connsiteY401" fmla="*/ 6266397 h 6858000"/>
              <a:gd name="connsiteX402" fmla="*/ 1862250 w 7369701"/>
              <a:gd name="connsiteY402" fmla="*/ 6033531 h 6858000"/>
              <a:gd name="connsiteX403" fmla="*/ 1211999 w 7369701"/>
              <a:gd name="connsiteY403" fmla="*/ 6683610 h 6858000"/>
              <a:gd name="connsiteX404" fmla="*/ 1213266 w 7369701"/>
              <a:gd name="connsiteY404" fmla="*/ 6691947 h 6858000"/>
              <a:gd name="connsiteX405" fmla="*/ 1203370 w 7369701"/>
              <a:gd name="connsiteY405" fmla="*/ 6850676 h 6858000"/>
              <a:gd name="connsiteX406" fmla="*/ 1203671 w 7369701"/>
              <a:gd name="connsiteY406" fmla="*/ 6858000 h 6858000"/>
              <a:gd name="connsiteX407" fmla="*/ 1143180 w 7369701"/>
              <a:gd name="connsiteY407" fmla="*/ 6858000 h 6858000"/>
              <a:gd name="connsiteX408" fmla="*/ 1142176 w 7369701"/>
              <a:gd name="connsiteY408" fmla="*/ 6766045 h 6858000"/>
              <a:gd name="connsiteX409" fmla="*/ 1067484 w 7369701"/>
              <a:gd name="connsiteY409" fmla="*/ 6858000 h 6858000"/>
              <a:gd name="connsiteX410" fmla="*/ 953928 w 7369701"/>
              <a:gd name="connsiteY410" fmla="*/ 6858000 h 6858000"/>
              <a:gd name="connsiteX411" fmla="*/ 959715 w 7369701"/>
              <a:gd name="connsiteY411" fmla="*/ 6850185 h 6858000"/>
              <a:gd name="connsiteX412" fmla="*/ 1483788 w 7369701"/>
              <a:gd name="connsiteY412" fmla="*/ 6259174 h 6858000"/>
              <a:gd name="connsiteX413" fmla="*/ 1100671 w 7369701"/>
              <a:gd name="connsiteY413" fmla="*/ 6252137 h 6858000"/>
              <a:gd name="connsiteX414" fmla="*/ 1090144 w 7369701"/>
              <a:gd name="connsiteY414" fmla="*/ 6256748 h 6858000"/>
              <a:gd name="connsiteX415" fmla="*/ 1095872 w 7369701"/>
              <a:gd name="connsiteY415" fmla="*/ 6271892 h 6858000"/>
              <a:gd name="connsiteX416" fmla="*/ 262785 w 7369701"/>
              <a:gd name="connsiteY416" fmla="*/ 6845450 h 6858000"/>
              <a:gd name="connsiteX417" fmla="*/ 209968 w 7369701"/>
              <a:gd name="connsiteY417" fmla="*/ 6770713 h 6858000"/>
              <a:gd name="connsiteX418" fmla="*/ 873460 w 7369701"/>
              <a:gd name="connsiteY418" fmla="*/ 6253768 h 6858000"/>
              <a:gd name="connsiteX419" fmla="*/ 192686 w 7369701"/>
              <a:gd name="connsiteY419" fmla="*/ 5849257 h 6858000"/>
              <a:gd name="connsiteX420" fmla="*/ 4696 w 7369701"/>
              <a:gd name="connsiteY420" fmla="*/ 5697668 h 6858000"/>
              <a:gd name="connsiteX421" fmla="*/ 0 w 7369701"/>
              <a:gd name="connsiteY421" fmla="*/ 5689984 h 6858000"/>
              <a:gd name="connsiteX422" fmla="*/ 0 w 7369701"/>
              <a:gd name="connsiteY422" fmla="*/ 5513472 h 6858000"/>
              <a:gd name="connsiteX423" fmla="*/ 174101 w 7369701"/>
              <a:gd name="connsiteY423" fmla="*/ 5620277 h 6858000"/>
              <a:gd name="connsiteX424" fmla="*/ 891800 w 7369701"/>
              <a:gd name="connsiteY424" fmla="*/ 6036935 h 6858000"/>
              <a:gd name="connsiteX425" fmla="*/ 1072219 w 7369701"/>
              <a:gd name="connsiteY425" fmla="*/ 6169443 h 6858000"/>
              <a:gd name="connsiteX426" fmla="*/ 1074117 w 7369701"/>
              <a:gd name="connsiteY426" fmla="*/ 6170301 h 6858000"/>
              <a:gd name="connsiteX427" fmla="*/ 1083114 w 7369701"/>
              <a:gd name="connsiteY427" fmla="*/ 6174131 h 6858000"/>
              <a:gd name="connsiteX428" fmla="*/ 1543010 w 7369701"/>
              <a:gd name="connsiteY428" fmla="*/ 6191140 h 6858000"/>
              <a:gd name="connsiteX429" fmla="*/ 1551080 w 7369701"/>
              <a:gd name="connsiteY429" fmla="*/ 6195006 h 6858000"/>
              <a:gd name="connsiteX430" fmla="*/ 2345443 w 7369701"/>
              <a:gd name="connsiteY430" fmla="*/ 5549882 h 6858000"/>
              <a:gd name="connsiteX431" fmla="*/ 1721499 w 7369701"/>
              <a:gd name="connsiteY431" fmla="*/ 5599969 h 6858000"/>
              <a:gd name="connsiteX432" fmla="*/ 767716 w 7369701"/>
              <a:gd name="connsiteY432" fmla="*/ 5472768 h 6858000"/>
              <a:gd name="connsiteX433" fmla="*/ 722147 w 7369701"/>
              <a:gd name="connsiteY433" fmla="*/ 5393091 h 6858000"/>
              <a:gd name="connsiteX434" fmla="*/ 1485552 w 7369701"/>
              <a:gd name="connsiteY434" fmla="*/ 5313202 h 6858000"/>
              <a:gd name="connsiteX435" fmla="*/ 2143004 w 7369701"/>
              <a:gd name="connsiteY435" fmla="*/ 5402420 h 6858000"/>
              <a:gd name="connsiteX436" fmla="*/ 1933391 w 7369701"/>
              <a:gd name="connsiteY436" fmla="*/ 5156971 h 6858000"/>
              <a:gd name="connsiteX437" fmla="*/ 1827118 w 7369701"/>
              <a:gd name="connsiteY437" fmla="*/ 4968410 h 6858000"/>
              <a:gd name="connsiteX438" fmla="*/ 1837349 w 7369701"/>
              <a:gd name="connsiteY438" fmla="*/ 4956357 h 6858000"/>
              <a:gd name="connsiteX439" fmla="*/ 2162835 w 7369701"/>
              <a:gd name="connsiteY439" fmla="*/ 5187853 h 6858000"/>
              <a:gd name="connsiteX440" fmla="*/ 2257167 w 7369701"/>
              <a:gd name="connsiteY440" fmla="*/ 5462123 h 6858000"/>
              <a:gd name="connsiteX441" fmla="*/ 2261598 w 7369701"/>
              <a:gd name="connsiteY441" fmla="*/ 5467998 h 6858000"/>
              <a:gd name="connsiteX442" fmla="*/ 2437177 w 7369701"/>
              <a:gd name="connsiteY442" fmla="*/ 5479608 h 6858000"/>
              <a:gd name="connsiteX443" fmla="*/ 2445247 w 7369701"/>
              <a:gd name="connsiteY443" fmla="*/ 5483476 h 6858000"/>
              <a:gd name="connsiteX444" fmla="*/ 2743626 w 7369701"/>
              <a:gd name="connsiteY444" fmla="*/ 5304819 h 6858000"/>
              <a:gd name="connsiteX445" fmla="*/ 3048102 w 7369701"/>
              <a:gd name="connsiteY445" fmla="*/ 5150595 h 6858000"/>
              <a:gd name="connsiteX446" fmla="*/ 1799414 w 7369701"/>
              <a:gd name="connsiteY446" fmla="*/ 4694732 h 6858000"/>
              <a:gd name="connsiteX447" fmla="*/ 1771735 w 7369701"/>
              <a:gd name="connsiteY447" fmla="*/ 4619929 h 6858000"/>
              <a:gd name="connsiteX448" fmla="*/ 3104273 w 7369701"/>
              <a:gd name="connsiteY448" fmla="*/ 5076159 h 6858000"/>
              <a:gd name="connsiteX449" fmla="*/ 3113245 w 7369701"/>
              <a:gd name="connsiteY449" fmla="*/ 5090705 h 6858000"/>
              <a:gd name="connsiteX450" fmla="*/ 3126294 w 7369701"/>
              <a:gd name="connsiteY450" fmla="*/ 5114400 h 6858000"/>
              <a:gd name="connsiteX451" fmla="*/ 3937433 w 7369701"/>
              <a:gd name="connsiteY451" fmla="*/ 4830473 h 6858000"/>
              <a:gd name="connsiteX452" fmla="*/ 3590475 w 7369701"/>
              <a:gd name="connsiteY452" fmla="*/ 4597974 h 6858000"/>
              <a:gd name="connsiteX453" fmla="*/ 3100264 w 7369701"/>
              <a:gd name="connsiteY453" fmla="*/ 4579845 h 6858000"/>
              <a:gd name="connsiteX454" fmla="*/ 2183576 w 7369701"/>
              <a:gd name="connsiteY454" fmla="*/ 4227150 h 6858000"/>
              <a:gd name="connsiteX455" fmla="*/ 2151029 w 7369701"/>
              <a:gd name="connsiteY455" fmla="*/ 4146947 h 6858000"/>
              <a:gd name="connsiteX456" fmla="*/ 3563434 w 7369701"/>
              <a:gd name="connsiteY456" fmla="*/ 4469115 h 6858000"/>
              <a:gd name="connsiteX457" fmla="*/ 3177952 w 7369701"/>
              <a:gd name="connsiteY457" fmla="*/ 3657386 h 6858000"/>
              <a:gd name="connsiteX458" fmla="*/ 3189263 w 7369701"/>
              <a:gd name="connsiteY458" fmla="*/ 3625726 h 6858000"/>
              <a:gd name="connsiteX459" fmla="*/ 3560912 w 7369701"/>
              <a:gd name="connsiteY459" fmla="*/ 4079863 h 6858000"/>
              <a:gd name="connsiteX460" fmla="*/ 3626636 w 7369701"/>
              <a:gd name="connsiteY460" fmla="*/ 4512230 h 6858000"/>
              <a:gd name="connsiteX461" fmla="*/ 3653088 w 7369701"/>
              <a:gd name="connsiteY461" fmla="*/ 4521417 h 6858000"/>
              <a:gd name="connsiteX462" fmla="*/ 3988128 w 7369701"/>
              <a:gd name="connsiteY462" fmla="*/ 4817267 h 6858000"/>
              <a:gd name="connsiteX463" fmla="*/ 4830582 w 7369701"/>
              <a:gd name="connsiteY463" fmla="*/ 4676000 h 6858000"/>
              <a:gd name="connsiteX464" fmla="*/ 4830100 w 7369701"/>
              <a:gd name="connsiteY464" fmla="*/ 4675554 h 6858000"/>
              <a:gd name="connsiteX465" fmla="*/ 4036318 w 7369701"/>
              <a:gd name="connsiteY465" fmla="*/ 4147013 h 6858000"/>
              <a:gd name="connsiteX466" fmla="*/ 3432098 w 7369701"/>
              <a:gd name="connsiteY466" fmla="*/ 3537312 h 6858000"/>
              <a:gd name="connsiteX467" fmla="*/ 3446761 w 7369701"/>
              <a:gd name="connsiteY467" fmla="*/ 3461278 h 6858000"/>
              <a:gd name="connsiteX468" fmla="*/ 4419733 w 7369701"/>
              <a:gd name="connsiteY468" fmla="*/ 3963555 h 6858000"/>
              <a:gd name="connsiteX469" fmla="*/ 4781371 w 7369701"/>
              <a:gd name="connsiteY469" fmla="*/ 4458604 h 6858000"/>
              <a:gd name="connsiteX470" fmla="*/ 4780440 w 7369701"/>
              <a:gd name="connsiteY470" fmla="*/ 4470290 h 6858000"/>
              <a:gd name="connsiteX471" fmla="*/ 4898954 w 7369701"/>
              <a:gd name="connsiteY471" fmla="*/ 4662092 h 6858000"/>
              <a:gd name="connsiteX472" fmla="*/ 4900699 w 7369701"/>
              <a:gd name="connsiteY472" fmla="*/ 4670867 h 6858000"/>
              <a:gd name="connsiteX473" fmla="*/ 5714511 w 7369701"/>
              <a:gd name="connsiteY473" fmla="*/ 4663483 h 6858000"/>
              <a:gd name="connsiteX474" fmla="*/ 5464793 w 7369701"/>
              <a:gd name="connsiteY474" fmla="*/ 4393556 h 6858000"/>
              <a:gd name="connsiteX475" fmla="*/ 5461897 w 7369701"/>
              <a:gd name="connsiteY475" fmla="*/ 4390879 h 6858000"/>
              <a:gd name="connsiteX476" fmla="*/ 4294126 w 7369701"/>
              <a:gd name="connsiteY476" fmla="*/ 3303048 h 6858000"/>
              <a:gd name="connsiteX477" fmla="*/ 4305321 w 7369701"/>
              <a:gd name="connsiteY477" fmla="*/ 3256953 h 6858000"/>
              <a:gd name="connsiteX478" fmla="*/ 4949299 w 7369701"/>
              <a:gd name="connsiteY478" fmla="*/ 3766336 h 6858000"/>
              <a:gd name="connsiteX479" fmla="*/ 5291452 w 7369701"/>
              <a:gd name="connsiteY479" fmla="*/ 4076801 h 6858000"/>
              <a:gd name="connsiteX480" fmla="*/ 5434998 w 7369701"/>
              <a:gd name="connsiteY480" fmla="*/ 4254100 h 6858000"/>
              <a:gd name="connsiteX481" fmla="*/ 5351015 w 7369701"/>
              <a:gd name="connsiteY481" fmla="*/ 3760989 h 6858000"/>
              <a:gd name="connsiteX482" fmla="*/ 5413780 w 7369701"/>
              <a:gd name="connsiteY482" fmla="*/ 2966265 h 6858000"/>
              <a:gd name="connsiteX483" fmla="*/ 5425627 w 7369701"/>
              <a:gd name="connsiteY483" fmla="*/ 2954192 h 6858000"/>
              <a:gd name="connsiteX484" fmla="*/ 6604735 w 7369701"/>
              <a:gd name="connsiteY484" fmla="*/ 2041381 h 6858000"/>
              <a:gd name="connsiteX485" fmla="*/ 7204487 w 7369701"/>
              <a:gd name="connsiteY485" fmla="*/ 2742112 h 6858000"/>
              <a:gd name="connsiteX486" fmla="*/ 7131592 w 7369701"/>
              <a:gd name="connsiteY486" fmla="*/ 2672096 h 6858000"/>
              <a:gd name="connsiteX487" fmla="*/ 6996344 w 7369701"/>
              <a:gd name="connsiteY487" fmla="*/ 2518310 h 6858000"/>
              <a:gd name="connsiteX488" fmla="*/ 6735495 w 7369701"/>
              <a:gd name="connsiteY488" fmla="*/ 2196890 h 6858000"/>
              <a:gd name="connsiteX489" fmla="*/ 6721901 w 7369701"/>
              <a:gd name="connsiteY489" fmla="*/ 2179274 h 6858000"/>
              <a:gd name="connsiteX490" fmla="*/ 6604735 w 7369701"/>
              <a:gd name="connsiteY490" fmla="*/ 2041381 h 6858000"/>
              <a:gd name="connsiteX491" fmla="*/ 6591670 w 7369701"/>
              <a:gd name="connsiteY491" fmla="*/ 1988277 h 6858000"/>
              <a:gd name="connsiteX492" fmla="*/ 6747349 w 7369701"/>
              <a:gd name="connsiteY492" fmla="*/ 2160069 h 6858000"/>
              <a:gd name="connsiteX493" fmla="*/ 6760943 w 7369701"/>
              <a:gd name="connsiteY493" fmla="*/ 2177686 h 6858000"/>
              <a:gd name="connsiteX494" fmla="*/ 7021065 w 7369701"/>
              <a:gd name="connsiteY494" fmla="*/ 2498102 h 6858000"/>
              <a:gd name="connsiteX495" fmla="*/ 7155223 w 7369701"/>
              <a:gd name="connsiteY495" fmla="*/ 2650386 h 6858000"/>
              <a:gd name="connsiteX496" fmla="*/ 7203167 w 7369701"/>
              <a:gd name="connsiteY496" fmla="*/ 2697288 h 6858000"/>
              <a:gd name="connsiteX497" fmla="*/ 6937703 w 7369701"/>
              <a:gd name="connsiteY497" fmla="*/ 2321981 h 6858000"/>
              <a:gd name="connsiteX498" fmla="*/ 6591670 w 7369701"/>
              <a:gd name="connsiteY498" fmla="*/ 1988277 h 6858000"/>
              <a:gd name="connsiteX499" fmla="*/ 5798671 w 7369701"/>
              <a:gd name="connsiteY499" fmla="*/ 1981601 h 6858000"/>
              <a:gd name="connsiteX500" fmla="*/ 5754709 w 7369701"/>
              <a:gd name="connsiteY500" fmla="*/ 2071454 h 6858000"/>
              <a:gd name="connsiteX501" fmla="*/ 5763044 w 7369701"/>
              <a:gd name="connsiteY501" fmla="*/ 2842206 h 6858000"/>
              <a:gd name="connsiteX502" fmla="*/ 5764974 w 7369701"/>
              <a:gd name="connsiteY502" fmla="*/ 2799609 h 6858000"/>
              <a:gd name="connsiteX503" fmla="*/ 5767665 w 7369701"/>
              <a:gd name="connsiteY503" fmla="*/ 2666409 h 6858000"/>
              <a:gd name="connsiteX504" fmla="*/ 5763055 w 7369701"/>
              <a:gd name="connsiteY504" fmla="*/ 2579705 h 6858000"/>
              <a:gd name="connsiteX505" fmla="*/ 5758079 w 7369701"/>
              <a:gd name="connsiteY505" fmla="*/ 2492508 h 6858000"/>
              <a:gd name="connsiteX506" fmla="*/ 5779325 w 7369701"/>
              <a:gd name="connsiteY506" fmla="*/ 2197069 h 6858000"/>
              <a:gd name="connsiteX507" fmla="*/ 5798671 w 7369701"/>
              <a:gd name="connsiteY507" fmla="*/ 1981601 h 6858000"/>
              <a:gd name="connsiteX508" fmla="*/ 5829202 w 7369701"/>
              <a:gd name="connsiteY508" fmla="*/ 1971679 h 6858000"/>
              <a:gd name="connsiteX509" fmla="*/ 5809558 w 7369701"/>
              <a:gd name="connsiteY509" fmla="*/ 2198043 h 6858000"/>
              <a:gd name="connsiteX510" fmla="*/ 5788653 w 7369701"/>
              <a:gd name="connsiteY510" fmla="*/ 2489430 h 6858000"/>
              <a:gd name="connsiteX511" fmla="*/ 5793439 w 7369701"/>
              <a:gd name="connsiteY511" fmla="*/ 2575235 h 6858000"/>
              <a:gd name="connsiteX512" fmla="*/ 5796837 w 7369701"/>
              <a:gd name="connsiteY512" fmla="*/ 2637633 h 6858000"/>
              <a:gd name="connsiteX513" fmla="*/ 5818614 w 7369701"/>
              <a:gd name="connsiteY513" fmla="*/ 2473055 h 6858000"/>
              <a:gd name="connsiteX514" fmla="*/ 5829202 w 7369701"/>
              <a:gd name="connsiteY514" fmla="*/ 1971679 h 6858000"/>
              <a:gd name="connsiteX515" fmla="*/ 5911389 w 7369701"/>
              <a:gd name="connsiteY515" fmla="*/ 1898371 h 6858000"/>
              <a:gd name="connsiteX516" fmla="*/ 6237627 w 7369701"/>
              <a:gd name="connsiteY516" fmla="*/ 2231921 h 6858000"/>
              <a:gd name="connsiteX517" fmla="*/ 5911389 w 7369701"/>
              <a:gd name="connsiteY517" fmla="*/ 1898371 h 6858000"/>
              <a:gd name="connsiteX518" fmla="*/ 6944437 w 7369701"/>
              <a:gd name="connsiteY518" fmla="*/ 1575402 h 6858000"/>
              <a:gd name="connsiteX519" fmla="*/ 6304730 w 7369701"/>
              <a:gd name="connsiteY519" fmla="*/ 1766654 h 6858000"/>
              <a:gd name="connsiteX520" fmla="*/ 6944437 w 7369701"/>
              <a:gd name="connsiteY520" fmla="*/ 1575402 h 6858000"/>
              <a:gd name="connsiteX521" fmla="*/ 7019523 w 7369701"/>
              <a:gd name="connsiteY521" fmla="*/ 1519450 h 6858000"/>
              <a:gd name="connsiteX522" fmla="*/ 6298091 w 7369701"/>
              <a:gd name="connsiteY522" fmla="*/ 1737122 h 6858000"/>
              <a:gd name="connsiteX523" fmla="*/ 7019523 w 7369701"/>
              <a:gd name="connsiteY523" fmla="*/ 1519450 h 6858000"/>
              <a:gd name="connsiteX524" fmla="*/ 2399523 w 7369701"/>
              <a:gd name="connsiteY524" fmla="*/ 1428234 h 6858000"/>
              <a:gd name="connsiteX525" fmla="*/ 2224982 w 7369701"/>
              <a:gd name="connsiteY525" fmla="*/ 1826201 h 6858000"/>
              <a:gd name="connsiteX526" fmla="*/ 2096099 w 7369701"/>
              <a:gd name="connsiteY526" fmla="*/ 2345900 h 6858000"/>
              <a:gd name="connsiteX527" fmla="*/ 2283317 w 7369701"/>
              <a:gd name="connsiteY527" fmla="*/ 1796925 h 6858000"/>
              <a:gd name="connsiteX528" fmla="*/ 2399523 w 7369701"/>
              <a:gd name="connsiteY528" fmla="*/ 1428234 h 6858000"/>
              <a:gd name="connsiteX529" fmla="*/ 2448558 w 7369701"/>
              <a:gd name="connsiteY529" fmla="*/ 1373435 h 6858000"/>
              <a:gd name="connsiteX530" fmla="*/ 2312521 w 7369701"/>
              <a:gd name="connsiteY530" fmla="*/ 1806140 h 6858000"/>
              <a:gd name="connsiteX531" fmla="*/ 2127533 w 7369701"/>
              <a:gd name="connsiteY531" fmla="*/ 2348380 h 6858000"/>
              <a:gd name="connsiteX532" fmla="*/ 2358080 w 7369701"/>
              <a:gd name="connsiteY532" fmla="*/ 1866134 h 6858000"/>
              <a:gd name="connsiteX533" fmla="*/ 2407436 w 7369701"/>
              <a:gd name="connsiteY533" fmla="*/ 1651070 h 6858000"/>
              <a:gd name="connsiteX534" fmla="*/ 2448558 w 7369701"/>
              <a:gd name="connsiteY534" fmla="*/ 1373435 h 6858000"/>
              <a:gd name="connsiteX535" fmla="*/ 278707 w 7369701"/>
              <a:gd name="connsiteY535" fmla="*/ 1352270 h 6858000"/>
              <a:gd name="connsiteX536" fmla="*/ 321570 w 7369701"/>
              <a:gd name="connsiteY536" fmla="*/ 1861610 h 6858000"/>
              <a:gd name="connsiteX537" fmla="*/ 294281 w 7369701"/>
              <a:gd name="connsiteY537" fmla="*/ 1440658 h 6858000"/>
              <a:gd name="connsiteX538" fmla="*/ 278707 w 7369701"/>
              <a:gd name="connsiteY538" fmla="*/ 1352270 h 6858000"/>
              <a:gd name="connsiteX539" fmla="*/ 1423821 w 7369701"/>
              <a:gd name="connsiteY539" fmla="*/ 1351958 h 6858000"/>
              <a:gd name="connsiteX540" fmla="*/ 1638521 w 7369701"/>
              <a:gd name="connsiteY540" fmla="*/ 1908470 h 6858000"/>
              <a:gd name="connsiteX541" fmla="*/ 1754199 w 7369701"/>
              <a:gd name="connsiteY541" fmla="*/ 2149284 h 6858000"/>
              <a:gd name="connsiteX542" fmla="*/ 1908359 w 7369701"/>
              <a:gd name="connsiteY542" fmla="*/ 2364988 h 6858000"/>
              <a:gd name="connsiteX543" fmla="*/ 1647661 w 7369701"/>
              <a:gd name="connsiteY543" fmla="*/ 1825945 h 6858000"/>
              <a:gd name="connsiteX544" fmla="*/ 1423821 w 7369701"/>
              <a:gd name="connsiteY544" fmla="*/ 1351958 h 6858000"/>
              <a:gd name="connsiteX545" fmla="*/ 1431890 w 7369701"/>
              <a:gd name="connsiteY545" fmla="*/ 1306475 h 6858000"/>
              <a:gd name="connsiteX546" fmla="*/ 1507597 w 7369701"/>
              <a:gd name="connsiteY546" fmla="*/ 1446132 h 6858000"/>
              <a:gd name="connsiteX547" fmla="*/ 1674586 w 7369701"/>
              <a:gd name="connsiteY547" fmla="*/ 1813832 h 6858000"/>
              <a:gd name="connsiteX548" fmla="*/ 1815950 w 7369701"/>
              <a:gd name="connsiteY548" fmla="*/ 2128564 h 6858000"/>
              <a:gd name="connsiteX549" fmla="*/ 1984242 w 7369701"/>
              <a:gd name="connsiteY549" fmla="*/ 2430829 h 6858000"/>
              <a:gd name="connsiteX550" fmla="*/ 2014023 w 7369701"/>
              <a:gd name="connsiteY550" fmla="*/ 2450995 h 6858000"/>
              <a:gd name="connsiteX551" fmla="*/ 1747337 w 7369701"/>
              <a:gd name="connsiteY551" fmla="*/ 1855264 h 6858000"/>
              <a:gd name="connsiteX552" fmla="*/ 1533749 w 7369701"/>
              <a:gd name="connsiteY552" fmla="*/ 1478656 h 6858000"/>
              <a:gd name="connsiteX553" fmla="*/ 1431890 w 7369701"/>
              <a:gd name="connsiteY553" fmla="*/ 1306475 h 6858000"/>
              <a:gd name="connsiteX554" fmla="*/ 5052692 w 7369701"/>
              <a:gd name="connsiteY554" fmla="*/ 1292994 h 6858000"/>
              <a:gd name="connsiteX555" fmla="*/ 5200661 w 7369701"/>
              <a:gd name="connsiteY555" fmla="*/ 1635186 h 6858000"/>
              <a:gd name="connsiteX556" fmla="*/ 5297138 w 7369701"/>
              <a:gd name="connsiteY556" fmla="*/ 1906351 h 6858000"/>
              <a:gd name="connsiteX557" fmla="*/ 5052692 w 7369701"/>
              <a:gd name="connsiteY557" fmla="*/ 1292994 h 6858000"/>
              <a:gd name="connsiteX558" fmla="*/ 5009948 w 7369701"/>
              <a:gd name="connsiteY558" fmla="*/ 1273619 h 6858000"/>
              <a:gd name="connsiteX559" fmla="*/ 5121777 w 7369701"/>
              <a:gd name="connsiteY559" fmla="*/ 1654213 h 6858000"/>
              <a:gd name="connsiteX560" fmla="*/ 5293545 w 7369701"/>
              <a:gd name="connsiteY560" fmla="*/ 2072247 h 6858000"/>
              <a:gd name="connsiteX561" fmla="*/ 5294042 w 7369701"/>
              <a:gd name="connsiteY561" fmla="*/ 2065019 h 6858000"/>
              <a:gd name="connsiteX562" fmla="*/ 5171936 w 7369701"/>
              <a:gd name="connsiteY562" fmla="*/ 1647613 h 6858000"/>
              <a:gd name="connsiteX563" fmla="*/ 5009948 w 7369701"/>
              <a:gd name="connsiteY563" fmla="*/ 1273619 h 6858000"/>
              <a:gd name="connsiteX564" fmla="*/ 655236 w 7369701"/>
              <a:gd name="connsiteY564" fmla="*/ 1268632 h 6858000"/>
              <a:gd name="connsiteX565" fmla="*/ 839521 w 7369701"/>
              <a:gd name="connsiteY565" fmla="*/ 1685315 h 6858000"/>
              <a:gd name="connsiteX566" fmla="*/ 1109416 w 7369701"/>
              <a:gd name="connsiteY566" fmla="*/ 2061663 h 6858000"/>
              <a:gd name="connsiteX567" fmla="*/ 1298300 w 7369701"/>
              <a:gd name="connsiteY567" fmla="*/ 2247742 h 6858000"/>
              <a:gd name="connsiteX568" fmla="*/ 1125871 w 7369701"/>
              <a:gd name="connsiteY568" fmla="*/ 1989513 h 6858000"/>
              <a:gd name="connsiteX569" fmla="*/ 981574 w 7369701"/>
              <a:gd name="connsiteY569" fmla="*/ 1783157 h 6858000"/>
              <a:gd name="connsiteX570" fmla="*/ 922198 w 7369701"/>
              <a:gd name="connsiteY570" fmla="*/ 1677437 h 6858000"/>
              <a:gd name="connsiteX571" fmla="*/ 869293 w 7369701"/>
              <a:gd name="connsiteY571" fmla="*/ 1583214 h 6858000"/>
              <a:gd name="connsiteX572" fmla="*/ 751431 w 7369701"/>
              <a:gd name="connsiteY572" fmla="*/ 1405731 h 6858000"/>
              <a:gd name="connsiteX573" fmla="*/ 655236 w 7369701"/>
              <a:gd name="connsiteY573" fmla="*/ 1268632 h 6858000"/>
              <a:gd name="connsiteX574" fmla="*/ 6516292 w 7369701"/>
              <a:gd name="connsiteY574" fmla="*/ 1263064 h 6858000"/>
              <a:gd name="connsiteX575" fmla="*/ 5736320 w 7369701"/>
              <a:gd name="connsiteY575" fmla="*/ 1501803 h 6858000"/>
              <a:gd name="connsiteX576" fmla="*/ 6516292 w 7369701"/>
              <a:gd name="connsiteY576" fmla="*/ 1263064 h 6858000"/>
              <a:gd name="connsiteX577" fmla="*/ 291466 w 7369701"/>
              <a:gd name="connsiteY577" fmla="*/ 1250369 h 6858000"/>
              <a:gd name="connsiteX578" fmla="*/ 323180 w 7369701"/>
              <a:gd name="connsiteY578" fmla="*/ 1435283 h 6858000"/>
              <a:gd name="connsiteX579" fmla="*/ 349381 w 7369701"/>
              <a:gd name="connsiteY579" fmla="*/ 1875041 h 6858000"/>
              <a:gd name="connsiteX580" fmla="*/ 374363 w 7369701"/>
              <a:gd name="connsiteY580" fmla="*/ 1506494 h 6858000"/>
              <a:gd name="connsiteX581" fmla="*/ 302168 w 7369701"/>
              <a:gd name="connsiteY581" fmla="*/ 1274495 h 6858000"/>
              <a:gd name="connsiteX582" fmla="*/ 291466 w 7369701"/>
              <a:gd name="connsiteY582" fmla="*/ 1250369 h 6858000"/>
              <a:gd name="connsiteX583" fmla="*/ 678222 w 7369701"/>
              <a:gd name="connsiteY583" fmla="*/ 1248670 h 6858000"/>
              <a:gd name="connsiteX584" fmla="*/ 775536 w 7369701"/>
              <a:gd name="connsiteY584" fmla="*/ 1388015 h 6858000"/>
              <a:gd name="connsiteX585" fmla="*/ 894529 w 7369701"/>
              <a:gd name="connsiteY585" fmla="*/ 1567739 h 6858000"/>
              <a:gd name="connsiteX586" fmla="*/ 948000 w 7369701"/>
              <a:gd name="connsiteY586" fmla="*/ 1663088 h 6858000"/>
              <a:gd name="connsiteX587" fmla="*/ 1006812 w 7369701"/>
              <a:gd name="connsiteY587" fmla="*/ 1767683 h 6858000"/>
              <a:gd name="connsiteX588" fmla="*/ 1149133 w 7369701"/>
              <a:gd name="connsiteY588" fmla="*/ 1971513 h 6858000"/>
              <a:gd name="connsiteX589" fmla="*/ 1333952 w 7369701"/>
              <a:gd name="connsiteY589" fmla="*/ 2251620 h 6858000"/>
              <a:gd name="connsiteX590" fmla="*/ 1337329 w 7369701"/>
              <a:gd name="connsiteY590" fmla="*/ 2258350 h 6858000"/>
              <a:gd name="connsiteX591" fmla="*/ 1014726 w 7369701"/>
              <a:gd name="connsiteY591" fmla="*/ 1615556 h 6858000"/>
              <a:gd name="connsiteX592" fmla="*/ 678222 w 7369701"/>
              <a:gd name="connsiteY592" fmla="*/ 1248670 h 6858000"/>
              <a:gd name="connsiteX593" fmla="*/ 6691602 w 7369701"/>
              <a:gd name="connsiteY593" fmla="*/ 1140573 h 6858000"/>
              <a:gd name="connsiteX594" fmla="*/ 6571100 w 7369701"/>
              <a:gd name="connsiteY594" fmla="*/ 1183662 h 6858000"/>
              <a:gd name="connsiteX595" fmla="*/ 6241687 w 7369701"/>
              <a:gd name="connsiteY595" fmla="*/ 1257600 h 6858000"/>
              <a:gd name="connsiteX596" fmla="*/ 5693009 w 7369701"/>
              <a:gd name="connsiteY596" fmla="*/ 1478256 h 6858000"/>
              <a:gd name="connsiteX597" fmla="*/ 6548420 w 7369701"/>
              <a:gd name="connsiteY597" fmla="*/ 1214599 h 6858000"/>
              <a:gd name="connsiteX598" fmla="*/ 6605473 w 7369701"/>
              <a:gd name="connsiteY598" fmla="*/ 1184686 h 6858000"/>
              <a:gd name="connsiteX599" fmla="*/ 6691602 w 7369701"/>
              <a:gd name="connsiteY599" fmla="*/ 1140573 h 6858000"/>
              <a:gd name="connsiteX600" fmla="*/ 4002475 w 7369701"/>
              <a:gd name="connsiteY600" fmla="*/ 1037802 h 6858000"/>
              <a:gd name="connsiteX601" fmla="*/ 4000324 w 7369701"/>
              <a:gd name="connsiteY601" fmla="*/ 1039362 h 6858000"/>
              <a:gd name="connsiteX602" fmla="*/ 4002862 w 7369701"/>
              <a:gd name="connsiteY602" fmla="*/ 1042866 h 6858000"/>
              <a:gd name="connsiteX603" fmla="*/ 4002475 w 7369701"/>
              <a:gd name="connsiteY603" fmla="*/ 1037802 h 6858000"/>
              <a:gd name="connsiteX604" fmla="*/ 506322 w 7369701"/>
              <a:gd name="connsiteY604" fmla="*/ 1020997 h 6858000"/>
              <a:gd name="connsiteX605" fmla="*/ 533068 w 7369701"/>
              <a:gd name="connsiteY605" fmla="*/ 1029409 h 6858000"/>
              <a:gd name="connsiteX606" fmla="*/ 1232525 w 7369701"/>
              <a:gd name="connsiteY606" fmla="*/ 1804675 h 6858000"/>
              <a:gd name="connsiteX607" fmla="*/ 1388858 w 7369701"/>
              <a:gd name="connsiteY607" fmla="*/ 2368011 h 6858000"/>
              <a:gd name="connsiteX608" fmla="*/ 1384098 w 7369701"/>
              <a:gd name="connsiteY608" fmla="*/ 2378125 h 6858000"/>
              <a:gd name="connsiteX609" fmla="*/ 1425393 w 7369701"/>
              <a:gd name="connsiteY609" fmla="*/ 2589124 h 6858000"/>
              <a:gd name="connsiteX610" fmla="*/ 1424001 w 7369701"/>
              <a:gd name="connsiteY610" fmla="*/ 2597541 h 6858000"/>
              <a:gd name="connsiteX611" fmla="*/ 2152729 w 7369701"/>
              <a:gd name="connsiteY611" fmla="*/ 2864487 h 6858000"/>
              <a:gd name="connsiteX612" fmla="*/ 2020609 w 7369701"/>
              <a:gd name="connsiteY612" fmla="*/ 2539671 h 6858000"/>
              <a:gd name="connsiteX613" fmla="*/ 2018920 w 7369701"/>
              <a:gd name="connsiteY613" fmla="*/ 2536309 h 6858000"/>
              <a:gd name="connsiteX614" fmla="*/ 1342441 w 7369701"/>
              <a:gd name="connsiteY614" fmla="*/ 1173017 h 6858000"/>
              <a:gd name="connsiteX615" fmla="*/ 1367925 w 7369701"/>
              <a:gd name="connsiteY615" fmla="*/ 1135648 h 6858000"/>
              <a:gd name="connsiteX616" fmla="*/ 1771401 w 7369701"/>
              <a:gd name="connsiteY616" fmla="*/ 1806673 h 6858000"/>
              <a:gd name="connsiteX617" fmla="*/ 1972385 w 7369701"/>
              <a:gd name="connsiteY617" fmla="*/ 2198735 h 6858000"/>
              <a:gd name="connsiteX618" fmla="*/ 2040892 w 7369701"/>
              <a:gd name="connsiteY618" fmla="*/ 2405205 h 6858000"/>
              <a:gd name="connsiteX619" fmla="*/ 2131689 w 7369701"/>
              <a:gd name="connsiteY619" fmla="*/ 1936926 h 6858000"/>
              <a:gd name="connsiteX620" fmla="*/ 2454820 w 7369701"/>
              <a:gd name="connsiteY620" fmla="*/ 1248808 h 6858000"/>
              <a:gd name="connsiteX621" fmla="*/ 2492512 w 7369701"/>
              <a:gd name="connsiteY621" fmla="*/ 1302920 h 6858000"/>
              <a:gd name="connsiteX622" fmla="*/ 2081216 w 7369701"/>
              <a:gd name="connsiteY622" fmla="*/ 2527513 h 6858000"/>
              <a:gd name="connsiteX623" fmla="*/ 2081211 w 7369701"/>
              <a:gd name="connsiteY623" fmla="*/ 2528916 h 6858000"/>
              <a:gd name="connsiteX624" fmla="*/ 2199067 w 7369701"/>
              <a:gd name="connsiteY624" fmla="*/ 2884061 h 6858000"/>
              <a:gd name="connsiteX625" fmla="*/ 3192586 w 7369701"/>
              <a:gd name="connsiteY625" fmla="*/ 3411496 h 6858000"/>
              <a:gd name="connsiteX626" fmla="*/ 3182620 w 7369701"/>
              <a:gd name="connsiteY626" fmla="*/ 3483279 h 6858000"/>
              <a:gd name="connsiteX627" fmla="*/ 2435119 w 7369701"/>
              <a:gd name="connsiteY627" fmla="*/ 3080173 h 6858000"/>
              <a:gd name="connsiteX628" fmla="*/ 2410152 w 7369701"/>
              <a:gd name="connsiteY628" fmla="*/ 3063751 h 6858000"/>
              <a:gd name="connsiteX629" fmla="*/ 2408099 w 7369701"/>
              <a:gd name="connsiteY629" fmla="*/ 3064403 h 6858000"/>
              <a:gd name="connsiteX630" fmla="*/ 2407218 w 7369701"/>
              <a:gd name="connsiteY630" fmla="*/ 3070324 h 6858000"/>
              <a:gd name="connsiteX631" fmla="*/ 2380138 w 7369701"/>
              <a:gd name="connsiteY631" fmla="*/ 3099341 h 6858000"/>
              <a:gd name="connsiteX632" fmla="*/ 1765923 w 7369701"/>
              <a:gd name="connsiteY632" fmla="*/ 3581043 h 6858000"/>
              <a:gd name="connsiteX633" fmla="*/ 1702258 w 7369701"/>
              <a:gd name="connsiteY633" fmla="*/ 3612286 h 6858000"/>
              <a:gd name="connsiteX634" fmla="*/ 1538370 w 7369701"/>
              <a:gd name="connsiteY634" fmla="*/ 3811804 h 6858000"/>
              <a:gd name="connsiteX635" fmla="*/ 542867 w 7369701"/>
              <a:gd name="connsiteY635" fmla="*/ 4944092 h 6858000"/>
              <a:gd name="connsiteX636" fmla="*/ 515800 w 7369701"/>
              <a:gd name="connsiteY636" fmla="*/ 4862180 h 6858000"/>
              <a:gd name="connsiteX637" fmla="*/ 909145 w 7369701"/>
              <a:gd name="connsiteY637" fmla="*/ 4199225 h 6858000"/>
              <a:gd name="connsiteX638" fmla="*/ 1214067 w 7369701"/>
              <a:gd name="connsiteY638" fmla="*/ 3908561 h 6858000"/>
              <a:gd name="connsiteX639" fmla="*/ 640967 w 7369701"/>
              <a:gd name="connsiteY639" fmla="*/ 4105601 h 6858000"/>
              <a:gd name="connsiteX640" fmla="*/ 112563 w 7369701"/>
              <a:gd name="connsiteY640" fmla="*/ 4396952 h 6858000"/>
              <a:gd name="connsiteX641" fmla="*/ 0 w 7369701"/>
              <a:gd name="connsiteY641" fmla="*/ 4466006 h 6858000"/>
              <a:gd name="connsiteX642" fmla="*/ 0 w 7369701"/>
              <a:gd name="connsiteY642" fmla="*/ 4233763 h 6858000"/>
              <a:gd name="connsiteX643" fmla="*/ 36881 w 7369701"/>
              <a:gd name="connsiteY643" fmla="*/ 4200118 h 6858000"/>
              <a:gd name="connsiteX644" fmla="*/ 910534 w 7369701"/>
              <a:gd name="connsiteY644" fmla="*/ 3629753 h 6858000"/>
              <a:gd name="connsiteX645" fmla="*/ 1578717 w 7369701"/>
              <a:gd name="connsiteY645" fmla="*/ 3575982 h 6858000"/>
              <a:gd name="connsiteX646" fmla="*/ 2338780 w 7369701"/>
              <a:gd name="connsiteY646" fmla="*/ 3033725 h 6858000"/>
              <a:gd name="connsiteX647" fmla="*/ 1807991 w 7369701"/>
              <a:gd name="connsiteY647" fmla="*/ 2807184 h 6858000"/>
              <a:gd name="connsiteX648" fmla="*/ 1416358 w 7369701"/>
              <a:gd name="connsiteY648" fmla="*/ 3112571 h 6858000"/>
              <a:gd name="connsiteX649" fmla="*/ 939066 w 7369701"/>
              <a:gd name="connsiteY649" fmla="*/ 3378798 h 6858000"/>
              <a:gd name="connsiteX650" fmla="*/ 115099 w 7369701"/>
              <a:gd name="connsiteY650" fmla="*/ 3607650 h 6858000"/>
              <a:gd name="connsiteX651" fmla="*/ 97284 w 7369701"/>
              <a:gd name="connsiteY651" fmla="*/ 3520393 h 6858000"/>
              <a:gd name="connsiteX652" fmla="*/ 922050 w 7369701"/>
              <a:gd name="connsiteY652" fmla="*/ 3074867 h 6858000"/>
              <a:gd name="connsiteX653" fmla="*/ 1405265 w 7369701"/>
              <a:gd name="connsiteY653" fmla="*/ 3016319 h 6858000"/>
              <a:gd name="connsiteX654" fmla="*/ 1407512 w 7369701"/>
              <a:gd name="connsiteY654" fmla="*/ 3018001 h 6858000"/>
              <a:gd name="connsiteX655" fmla="*/ 1726266 w 7369701"/>
              <a:gd name="connsiteY655" fmla="*/ 2777274 h 6858000"/>
              <a:gd name="connsiteX656" fmla="*/ 625390 w 7369701"/>
              <a:gd name="connsiteY656" fmla="*/ 2514541 h 6858000"/>
              <a:gd name="connsiteX657" fmla="*/ 619799 w 7369701"/>
              <a:gd name="connsiteY657" fmla="*/ 2527180 h 6858000"/>
              <a:gd name="connsiteX658" fmla="*/ 310030 w 7369701"/>
              <a:gd name="connsiteY658" fmla="*/ 2771818 h 6858000"/>
              <a:gd name="connsiteX659" fmla="*/ 173877 w 7369701"/>
              <a:gd name="connsiteY659" fmla="*/ 2937056 h 6858000"/>
              <a:gd name="connsiteX660" fmla="*/ 77889 w 7369701"/>
              <a:gd name="connsiteY660" fmla="*/ 3138440 h 6858000"/>
              <a:gd name="connsiteX661" fmla="*/ 0 w 7369701"/>
              <a:gd name="connsiteY661" fmla="*/ 3271395 h 6858000"/>
              <a:gd name="connsiteX662" fmla="*/ 0 w 7369701"/>
              <a:gd name="connsiteY662" fmla="*/ 3153002 h 6858000"/>
              <a:gd name="connsiteX663" fmla="*/ 2386 w 7369701"/>
              <a:gd name="connsiteY663" fmla="*/ 3149203 h 6858000"/>
              <a:gd name="connsiteX664" fmla="*/ 89753 w 7369701"/>
              <a:gd name="connsiteY664" fmla="*/ 2987702 h 6858000"/>
              <a:gd name="connsiteX665" fmla="*/ 76869 w 7369701"/>
              <a:gd name="connsiteY665" fmla="*/ 3005404 h 6858000"/>
              <a:gd name="connsiteX666" fmla="*/ 32049 w 7369701"/>
              <a:gd name="connsiteY666" fmla="*/ 3065814 h 6858000"/>
              <a:gd name="connsiteX667" fmla="*/ 0 w 7369701"/>
              <a:gd name="connsiteY667" fmla="*/ 3108744 h 6858000"/>
              <a:gd name="connsiteX668" fmla="*/ 0 w 7369701"/>
              <a:gd name="connsiteY668" fmla="*/ 3058059 h 6858000"/>
              <a:gd name="connsiteX669" fmla="*/ 7610 w 7369701"/>
              <a:gd name="connsiteY669" fmla="*/ 3047889 h 6858000"/>
              <a:gd name="connsiteX670" fmla="*/ 52419 w 7369701"/>
              <a:gd name="connsiteY670" fmla="*/ 2987479 h 6858000"/>
              <a:gd name="connsiteX671" fmla="*/ 59142 w 7369701"/>
              <a:gd name="connsiteY671" fmla="*/ 2978488 h 6858000"/>
              <a:gd name="connsiteX672" fmla="*/ 0 w 7369701"/>
              <a:gd name="connsiteY672" fmla="*/ 3015334 h 6858000"/>
              <a:gd name="connsiteX673" fmla="*/ 0 w 7369701"/>
              <a:gd name="connsiteY673" fmla="*/ 2914286 h 6858000"/>
              <a:gd name="connsiteX674" fmla="*/ 36383 w 7369701"/>
              <a:gd name="connsiteY674" fmla="*/ 2901128 h 6858000"/>
              <a:gd name="connsiteX675" fmla="*/ 156329 w 7369701"/>
              <a:gd name="connsiteY675" fmla="*/ 2840533 h 6858000"/>
              <a:gd name="connsiteX676" fmla="*/ 358355 w 7369701"/>
              <a:gd name="connsiteY676" fmla="*/ 2620471 h 6858000"/>
              <a:gd name="connsiteX677" fmla="*/ 510577 w 7369701"/>
              <a:gd name="connsiteY677" fmla="*/ 2501244 h 6858000"/>
              <a:gd name="connsiteX678" fmla="*/ 211967 w 7369701"/>
              <a:gd name="connsiteY678" fmla="*/ 2479171 h 6858000"/>
              <a:gd name="connsiteX679" fmla="*/ 0 w 7369701"/>
              <a:gd name="connsiteY679" fmla="*/ 2476398 h 6858000"/>
              <a:gd name="connsiteX680" fmla="*/ 0 w 7369701"/>
              <a:gd name="connsiteY680" fmla="*/ 2389189 h 6858000"/>
              <a:gd name="connsiteX681" fmla="*/ 103062 w 7369701"/>
              <a:gd name="connsiteY681" fmla="*/ 2389518 h 6858000"/>
              <a:gd name="connsiteX682" fmla="*/ 510734 w 7369701"/>
              <a:gd name="connsiteY682" fmla="*/ 2416201 h 6858000"/>
              <a:gd name="connsiteX683" fmla="*/ 279257 w 7369701"/>
              <a:gd name="connsiteY683" fmla="*/ 2092102 h 6858000"/>
              <a:gd name="connsiteX684" fmla="*/ 65265 w 7369701"/>
              <a:gd name="connsiteY684" fmla="*/ 2006049 h 6858000"/>
              <a:gd name="connsiteX685" fmla="*/ 0 w 7369701"/>
              <a:gd name="connsiteY685" fmla="*/ 1982532 h 6858000"/>
              <a:gd name="connsiteX686" fmla="*/ 0 w 7369701"/>
              <a:gd name="connsiteY686" fmla="*/ 1912789 h 6858000"/>
              <a:gd name="connsiteX687" fmla="*/ 97460 w 7369701"/>
              <a:gd name="connsiteY687" fmla="*/ 1953725 h 6858000"/>
              <a:gd name="connsiteX688" fmla="*/ 221272 w 7369701"/>
              <a:gd name="connsiteY688" fmla="*/ 1980766 h 6858000"/>
              <a:gd name="connsiteX689" fmla="*/ 116765 w 7369701"/>
              <a:gd name="connsiteY689" fmla="*/ 1911033 h 6858000"/>
              <a:gd name="connsiteX690" fmla="*/ 16405 w 7369701"/>
              <a:gd name="connsiteY690" fmla="*/ 1803412 h 6858000"/>
              <a:gd name="connsiteX691" fmla="*/ 0 w 7369701"/>
              <a:gd name="connsiteY691" fmla="*/ 1784777 h 6858000"/>
              <a:gd name="connsiteX692" fmla="*/ 0 w 7369701"/>
              <a:gd name="connsiteY692" fmla="*/ 1740082 h 6858000"/>
              <a:gd name="connsiteX693" fmla="*/ 39394 w 7369701"/>
              <a:gd name="connsiteY693" fmla="*/ 1784856 h 6858000"/>
              <a:gd name="connsiteX694" fmla="*/ 135813 w 7369701"/>
              <a:gd name="connsiteY694" fmla="*/ 1888838 h 6858000"/>
              <a:gd name="connsiteX695" fmla="*/ 242575 w 7369701"/>
              <a:gd name="connsiteY695" fmla="*/ 1958841 h 6858000"/>
              <a:gd name="connsiteX696" fmla="*/ 82197 w 7369701"/>
              <a:gd name="connsiteY696" fmla="*/ 1754826 h 6858000"/>
              <a:gd name="connsiteX697" fmla="*/ 0 w 7369701"/>
              <a:gd name="connsiteY697" fmla="*/ 1679650 h 6858000"/>
              <a:gd name="connsiteX698" fmla="*/ 0 w 7369701"/>
              <a:gd name="connsiteY698" fmla="*/ 1602463 h 6858000"/>
              <a:gd name="connsiteX699" fmla="*/ 84689 w 7369701"/>
              <a:gd name="connsiteY699" fmla="*/ 1677442 h 6858000"/>
              <a:gd name="connsiteX700" fmla="*/ 298437 w 7369701"/>
              <a:gd name="connsiteY700" fmla="*/ 1968019 h 6858000"/>
              <a:gd name="connsiteX701" fmla="*/ 227269 w 7369701"/>
              <a:gd name="connsiteY701" fmla="*/ 1114064 h 6858000"/>
              <a:gd name="connsiteX702" fmla="*/ 248003 w 7369701"/>
              <a:gd name="connsiteY702" fmla="*/ 1089613 h 6858000"/>
              <a:gd name="connsiteX703" fmla="*/ 427020 w 7369701"/>
              <a:gd name="connsiteY703" fmla="*/ 1619803 h 6858000"/>
              <a:gd name="connsiteX704" fmla="*/ 340345 w 7369701"/>
              <a:gd name="connsiteY704" fmla="*/ 2027739 h 6858000"/>
              <a:gd name="connsiteX705" fmla="*/ 360865 w 7369701"/>
              <a:gd name="connsiteY705" fmla="*/ 2044827 h 6858000"/>
              <a:gd name="connsiteX706" fmla="*/ 560414 w 7369701"/>
              <a:gd name="connsiteY706" fmla="*/ 2421457 h 6858000"/>
              <a:gd name="connsiteX707" fmla="*/ 1359703 w 7369701"/>
              <a:gd name="connsiteY707" fmla="*/ 2578554 h 6858000"/>
              <a:gd name="connsiteX708" fmla="*/ 1359422 w 7369701"/>
              <a:gd name="connsiteY708" fmla="*/ 2577994 h 6858000"/>
              <a:gd name="connsiteX709" fmla="*/ 828701 w 7369701"/>
              <a:gd name="connsiteY709" fmla="*/ 1839520 h 6858000"/>
              <a:gd name="connsiteX710" fmla="*/ 494427 w 7369701"/>
              <a:gd name="connsiteY710" fmla="*/ 1092333 h 6858000"/>
              <a:gd name="connsiteX711" fmla="*/ 506322 w 7369701"/>
              <a:gd name="connsiteY711" fmla="*/ 1020997 h 6858000"/>
              <a:gd name="connsiteX712" fmla="*/ 4570198 w 7369701"/>
              <a:gd name="connsiteY712" fmla="*/ 978081 h 6858000"/>
              <a:gd name="connsiteX713" fmla="*/ 4523691 w 7369701"/>
              <a:gd name="connsiteY713" fmla="*/ 1127776 h 6858000"/>
              <a:gd name="connsiteX714" fmla="*/ 4509875 w 7369701"/>
              <a:gd name="connsiteY714" fmla="*/ 1167552 h 6858000"/>
              <a:gd name="connsiteX715" fmla="*/ 4478168 w 7369701"/>
              <a:gd name="connsiteY715" fmla="*/ 1260735 h 6858000"/>
              <a:gd name="connsiteX716" fmla="*/ 4409309 w 7369701"/>
              <a:gd name="connsiteY716" fmla="*/ 1666996 h 6858000"/>
              <a:gd name="connsiteX717" fmla="*/ 4370031 w 7369701"/>
              <a:gd name="connsiteY717" fmla="*/ 1955666 h 6858000"/>
              <a:gd name="connsiteX718" fmla="*/ 4570198 w 7369701"/>
              <a:gd name="connsiteY718" fmla="*/ 978081 h 6858000"/>
              <a:gd name="connsiteX719" fmla="*/ 4557898 w 7369701"/>
              <a:gd name="connsiteY719" fmla="*/ 900011 h 6858000"/>
              <a:gd name="connsiteX720" fmla="*/ 4344840 w 7369701"/>
              <a:gd name="connsiteY720" fmla="*/ 1922038 h 6858000"/>
              <a:gd name="connsiteX721" fmla="*/ 4378710 w 7369701"/>
              <a:gd name="connsiteY721" fmla="*/ 1665516 h 6858000"/>
              <a:gd name="connsiteX722" fmla="*/ 4448798 w 7369701"/>
              <a:gd name="connsiteY722" fmla="*/ 1253024 h 6858000"/>
              <a:gd name="connsiteX723" fmla="*/ 4480315 w 7369701"/>
              <a:gd name="connsiteY723" fmla="*/ 1158454 h 6858000"/>
              <a:gd name="connsiteX724" fmla="*/ 4494133 w 7369701"/>
              <a:gd name="connsiteY724" fmla="*/ 1118676 h 6858000"/>
              <a:gd name="connsiteX725" fmla="*/ 4557898 w 7369701"/>
              <a:gd name="connsiteY725" fmla="*/ 900011 h 6858000"/>
              <a:gd name="connsiteX726" fmla="*/ 5870151 w 7369701"/>
              <a:gd name="connsiteY726" fmla="*/ 898890 h 6858000"/>
              <a:gd name="connsiteX727" fmla="*/ 5861335 w 7369701"/>
              <a:gd name="connsiteY727" fmla="*/ 899177 h 6858000"/>
              <a:gd name="connsiteX728" fmla="*/ 5843702 w 7369701"/>
              <a:gd name="connsiteY728" fmla="*/ 899748 h 6858000"/>
              <a:gd name="connsiteX729" fmla="*/ 5651107 w 7369701"/>
              <a:gd name="connsiteY729" fmla="*/ 920306 h 6858000"/>
              <a:gd name="connsiteX730" fmla="*/ 5459407 w 7369701"/>
              <a:gd name="connsiteY730" fmla="*/ 940975 h 6858000"/>
              <a:gd name="connsiteX731" fmla="*/ 5374846 w 7369701"/>
              <a:gd name="connsiteY731" fmla="*/ 941988 h 6858000"/>
              <a:gd name="connsiteX732" fmla="*/ 5256105 w 7369701"/>
              <a:gd name="connsiteY732" fmla="*/ 945632 h 6858000"/>
              <a:gd name="connsiteX733" fmla="*/ 5107071 w 7369701"/>
              <a:gd name="connsiteY733" fmla="*/ 969720 h 6858000"/>
              <a:gd name="connsiteX734" fmla="*/ 4998681 w 7369701"/>
              <a:gd name="connsiteY734" fmla="*/ 988771 h 6858000"/>
              <a:gd name="connsiteX735" fmla="*/ 5870151 w 7369701"/>
              <a:gd name="connsiteY735" fmla="*/ 898890 h 6858000"/>
              <a:gd name="connsiteX736" fmla="*/ 5504425 w 7369701"/>
              <a:gd name="connsiteY736" fmla="*/ 848067 h 6858000"/>
              <a:gd name="connsiteX737" fmla="*/ 4968849 w 7369701"/>
              <a:gd name="connsiteY737" fmla="*/ 962318 h 6858000"/>
              <a:gd name="connsiteX738" fmla="*/ 5104039 w 7369701"/>
              <a:gd name="connsiteY738" fmla="*/ 940634 h 6858000"/>
              <a:gd name="connsiteX739" fmla="*/ 5256311 w 7369701"/>
              <a:gd name="connsiteY739" fmla="*/ 916490 h 6858000"/>
              <a:gd name="connsiteX740" fmla="*/ 5377381 w 7369701"/>
              <a:gd name="connsiteY740" fmla="*/ 912671 h 6858000"/>
              <a:gd name="connsiteX741" fmla="*/ 5460148 w 7369701"/>
              <a:gd name="connsiteY741" fmla="*/ 911442 h 6858000"/>
              <a:gd name="connsiteX742" fmla="*/ 5648971 w 7369701"/>
              <a:gd name="connsiteY742" fmla="*/ 891331 h 6858000"/>
              <a:gd name="connsiteX743" fmla="*/ 5844807 w 7369701"/>
              <a:gd name="connsiteY743" fmla="*/ 870718 h 6858000"/>
              <a:gd name="connsiteX744" fmla="*/ 5862975 w 7369701"/>
              <a:gd name="connsiteY744" fmla="*/ 869756 h 6858000"/>
              <a:gd name="connsiteX745" fmla="*/ 5920887 w 7369701"/>
              <a:gd name="connsiteY745" fmla="*/ 865929 h 6858000"/>
              <a:gd name="connsiteX746" fmla="*/ 5504425 w 7369701"/>
              <a:gd name="connsiteY746" fmla="*/ 848067 h 6858000"/>
              <a:gd name="connsiteX747" fmla="*/ 3607114 w 7369701"/>
              <a:gd name="connsiteY747" fmla="*/ 467441 h 6858000"/>
              <a:gd name="connsiteX748" fmla="*/ 3296242 w 7369701"/>
              <a:gd name="connsiteY748" fmla="*/ 807991 h 6858000"/>
              <a:gd name="connsiteX749" fmla="*/ 3174674 w 7369701"/>
              <a:gd name="connsiteY749" fmla="*/ 919759 h 6858000"/>
              <a:gd name="connsiteX750" fmla="*/ 3042978 w 7369701"/>
              <a:gd name="connsiteY750" fmla="*/ 1054894 h 6858000"/>
              <a:gd name="connsiteX751" fmla="*/ 2968914 w 7369701"/>
              <a:gd name="connsiteY751" fmla="*/ 1133756 h 6858000"/>
              <a:gd name="connsiteX752" fmla="*/ 3103823 w 7369701"/>
              <a:gd name="connsiteY752" fmla="*/ 1026814 h 6858000"/>
              <a:gd name="connsiteX753" fmla="*/ 3607114 w 7369701"/>
              <a:gd name="connsiteY753" fmla="*/ 467441 h 6858000"/>
              <a:gd name="connsiteX754" fmla="*/ 3744487 w 7369701"/>
              <a:gd name="connsiteY754" fmla="*/ 383136 h 6858000"/>
              <a:gd name="connsiteX755" fmla="*/ 3970213 w 7369701"/>
              <a:gd name="connsiteY755" fmla="*/ 995559 h 6858000"/>
              <a:gd name="connsiteX756" fmla="*/ 3744487 w 7369701"/>
              <a:gd name="connsiteY756" fmla="*/ 383136 h 6858000"/>
              <a:gd name="connsiteX757" fmla="*/ 3624562 w 7369701"/>
              <a:gd name="connsiteY757" fmla="*/ 367041 h 6858000"/>
              <a:gd name="connsiteX758" fmla="*/ 3489712 w 7369701"/>
              <a:gd name="connsiteY758" fmla="*/ 485386 h 6858000"/>
              <a:gd name="connsiteX759" fmla="*/ 3182994 w 7369701"/>
              <a:gd name="connsiteY759" fmla="*/ 828265 h 6858000"/>
              <a:gd name="connsiteX760" fmla="*/ 2892114 w 7369701"/>
              <a:gd name="connsiteY760" fmla="*/ 1172635 h 6858000"/>
              <a:gd name="connsiteX761" fmla="*/ 3021459 w 7369701"/>
              <a:gd name="connsiteY761" fmla="*/ 1035385 h 6858000"/>
              <a:gd name="connsiteX762" fmla="*/ 3153873 w 7369701"/>
              <a:gd name="connsiteY762" fmla="*/ 898971 h 6858000"/>
              <a:gd name="connsiteX763" fmla="*/ 3276511 w 7369701"/>
              <a:gd name="connsiteY763" fmla="*/ 786423 h 6858000"/>
              <a:gd name="connsiteX764" fmla="*/ 3584154 w 7369701"/>
              <a:gd name="connsiteY764" fmla="*/ 448218 h 6858000"/>
              <a:gd name="connsiteX765" fmla="*/ 3624562 w 7369701"/>
              <a:gd name="connsiteY765" fmla="*/ 367041 h 6858000"/>
              <a:gd name="connsiteX766" fmla="*/ 3766672 w 7369701"/>
              <a:gd name="connsiteY766" fmla="*/ 359429 h 6858000"/>
              <a:gd name="connsiteX767" fmla="*/ 3996338 w 7369701"/>
              <a:gd name="connsiteY767" fmla="*/ 968237 h 6858000"/>
              <a:gd name="connsiteX768" fmla="*/ 3766672 w 7369701"/>
              <a:gd name="connsiteY768" fmla="*/ 359429 h 6858000"/>
              <a:gd name="connsiteX769" fmla="*/ 5805386 w 7369701"/>
              <a:gd name="connsiteY769" fmla="*/ 239240 h 6858000"/>
              <a:gd name="connsiteX770" fmla="*/ 5736947 w 7369701"/>
              <a:gd name="connsiteY770" fmla="*/ 261367 h 6858000"/>
              <a:gd name="connsiteX771" fmla="*/ 5427012 w 7369701"/>
              <a:gd name="connsiteY771" fmla="*/ 311272 h 6858000"/>
              <a:gd name="connsiteX772" fmla="*/ 5147818 w 7369701"/>
              <a:gd name="connsiteY772" fmla="*/ 322112 h 6858000"/>
              <a:gd name="connsiteX773" fmla="*/ 5060854 w 7369701"/>
              <a:gd name="connsiteY773" fmla="*/ 311882 h 6858000"/>
              <a:gd name="connsiteX774" fmla="*/ 4945989 w 7369701"/>
              <a:gd name="connsiteY774" fmla="*/ 300516 h 6858000"/>
              <a:gd name="connsiteX775" fmla="*/ 5410479 w 7369701"/>
              <a:gd name="connsiteY775" fmla="*/ 348434 h 6858000"/>
              <a:gd name="connsiteX776" fmla="*/ 5805386 w 7369701"/>
              <a:gd name="connsiteY776" fmla="*/ 239240 h 6858000"/>
              <a:gd name="connsiteX777" fmla="*/ 5905192 w 7369701"/>
              <a:gd name="connsiteY777" fmla="*/ 163079 h 6858000"/>
              <a:gd name="connsiteX778" fmla="*/ 5865655 w 7369701"/>
              <a:gd name="connsiteY778" fmla="*/ 171901 h 6858000"/>
              <a:gd name="connsiteX779" fmla="*/ 5259740 w 7369701"/>
              <a:gd name="connsiteY779" fmla="*/ 257013 h 6858000"/>
              <a:gd name="connsiteX780" fmla="*/ 5208466 w 7369701"/>
              <a:gd name="connsiteY780" fmla="*/ 257550 h 6858000"/>
              <a:gd name="connsiteX781" fmla="*/ 4980204 w 7369701"/>
              <a:gd name="connsiteY781" fmla="*/ 271903 h 6858000"/>
              <a:gd name="connsiteX782" fmla="*/ 5068068 w 7369701"/>
              <a:gd name="connsiteY782" fmla="*/ 282244 h 6858000"/>
              <a:gd name="connsiteX783" fmla="*/ 5153231 w 7369701"/>
              <a:gd name="connsiteY783" fmla="*/ 292240 h 6858000"/>
              <a:gd name="connsiteX784" fmla="*/ 5426491 w 7369701"/>
              <a:gd name="connsiteY784" fmla="*/ 281128 h 6858000"/>
              <a:gd name="connsiteX785" fmla="*/ 5731212 w 7369701"/>
              <a:gd name="connsiteY785" fmla="*/ 231951 h 6858000"/>
              <a:gd name="connsiteX786" fmla="*/ 5905192 w 7369701"/>
              <a:gd name="connsiteY786" fmla="*/ 163079 h 6858000"/>
              <a:gd name="connsiteX787" fmla="*/ 5944437 w 7369701"/>
              <a:gd name="connsiteY787" fmla="*/ 113829 h 6858000"/>
              <a:gd name="connsiteX788" fmla="*/ 5825032 w 7369701"/>
              <a:gd name="connsiteY788" fmla="*/ 146405 h 6858000"/>
              <a:gd name="connsiteX789" fmla="*/ 4955599 w 7369701"/>
              <a:gd name="connsiteY789" fmla="*/ 247008 h 6858000"/>
              <a:gd name="connsiteX790" fmla="*/ 5210104 w 7369701"/>
              <a:gd name="connsiteY790" fmla="*/ 228123 h 6858000"/>
              <a:gd name="connsiteX791" fmla="*/ 5261015 w 7369701"/>
              <a:gd name="connsiteY791" fmla="*/ 227087 h 6858000"/>
              <a:gd name="connsiteX792" fmla="*/ 5861181 w 7369701"/>
              <a:gd name="connsiteY792" fmla="*/ 143093 h 6858000"/>
              <a:gd name="connsiteX793" fmla="*/ 5961252 w 7369701"/>
              <a:gd name="connsiteY793" fmla="*/ 114820 h 6858000"/>
              <a:gd name="connsiteX794" fmla="*/ 5944437 w 7369701"/>
              <a:gd name="connsiteY794" fmla="*/ 113829 h 6858000"/>
              <a:gd name="connsiteX795" fmla="*/ 3882765 w 7369701"/>
              <a:gd name="connsiteY795" fmla="*/ 0 h 6858000"/>
              <a:gd name="connsiteX796" fmla="*/ 3995099 w 7369701"/>
              <a:gd name="connsiteY796" fmla="*/ 0 h 6858000"/>
              <a:gd name="connsiteX797" fmla="*/ 4163818 w 7369701"/>
              <a:gd name="connsiteY797" fmla="*/ 234104 h 6858000"/>
              <a:gd name="connsiteX798" fmla="*/ 4172099 w 7369701"/>
              <a:gd name="connsiteY798" fmla="*/ 234207 h 6858000"/>
              <a:gd name="connsiteX799" fmla="*/ 4784282 w 7369701"/>
              <a:gd name="connsiteY799" fmla="*/ 276561 h 6858000"/>
              <a:gd name="connsiteX800" fmla="*/ 4801687 w 7369701"/>
              <a:gd name="connsiteY800" fmla="*/ 267764 h 6858000"/>
              <a:gd name="connsiteX801" fmla="*/ 6082788 w 7369701"/>
              <a:gd name="connsiteY801" fmla="*/ 64119 h 6858000"/>
              <a:gd name="connsiteX802" fmla="*/ 6099442 w 7369701"/>
              <a:gd name="connsiteY802" fmla="*/ 82568 h 6858000"/>
              <a:gd name="connsiteX803" fmla="*/ 4804137 w 7369701"/>
              <a:gd name="connsiteY803" fmla="*/ 320931 h 6858000"/>
              <a:gd name="connsiteX804" fmla="*/ 4227047 w 7369701"/>
              <a:gd name="connsiteY804" fmla="*/ 313415 h 6858000"/>
              <a:gd name="connsiteX805" fmla="*/ 4346041 w 7369701"/>
              <a:gd name="connsiteY805" fmla="*/ 456086 h 6858000"/>
              <a:gd name="connsiteX806" fmla="*/ 4870967 w 7369701"/>
              <a:gd name="connsiteY806" fmla="*/ 963061 h 6858000"/>
              <a:gd name="connsiteX807" fmla="*/ 4889647 w 7369701"/>
              <a:gd name="connsiteY807" fmla="*/ 957147 h 6858000"/>
              <a:gd name="connsiteX808" fmla="*/ 5422504 w 7369701"/>
              <a:gd name="connsiteY808" fmla="*/ 805191 h 6858000"/>
              <a:gd name="connsiteX809" fmla="*/ 6087656 w 7369701"/>
              <a:gd name="connsiteY809" fmla="*/ 826703 h 6858000"/>
              <a:gd name="connsiteX810" fmla="*/ 6058717 w 7369701"/>
              <a:gd name="connsiteY810" fmla="*/ 865992 h 6858000"/>
              <a:gd name="connsiteX811" fmla="*/ 4974153 w 7369701"/>
              <a:gd name="connsiteY811" fmla="*/ 1045456 h 6858000"/>
              <a:gd name="connsiteX812" fmla="*/ 5627835 w 7369701"/>
              <a:gd name="connsiteY812" fmla="*/ 1472077 h 6858000"/>
              <a:gd name="connsiteX813" fmla="*/ 5629817 w 7369701"/>
              <a:gd name="connsiteY813" fmla="*/ 1471412 h 6858000"/>
              <a:gd name="connsiteX814" fmla="*/ 5634124 w 7369701"/>
              <a:gd name="connsiteY814" fmla="*/ 1470572 h 6858000"/>
              <a:gd name="connsiteX815" fmla="*/ 5755832 w 7369701"/>
              <a:gd name="connsiteY815" fmla="*/ 1383886 h 6858000"/>
              <a:gd name="connsiteX816" fmla="*/ 6014186 w 7369701"/>
              <a:gd name="connsiteY816" fmla="*/ 1279799 h 6858000"/>
              <a:gd name="connsiteX817" fmla="*/ 6901619 w 7369701"/>
              <a:gd name="connsiteY817" fmla="*/ 1047874 h 6858000"/>
              <a:gd name="connsiteX818" fmla="*/ 6931566 w 7369701"/>
              <a:gd name="connsiteY818" fmla="*/ 1062034 h 6858000"/>
              <a:gd name="connsiteX819" fmla="*/ 5790982 w 7369701"/>
              <a:gd name="connsiteY819" fmla="*/ 1561380 h 6858000"/>
              <a:gd name="connsiteX820" fmla="*/ 6188971 w 7369701"/>
              <a:gd name="connsiteY820" fmla="*/ 1755168 h 6858000"/>
              <a:gd name="connsiteX821" fmla="*/ 6202446 w 7369701"/>
              <a:gd name="connsiteY821" fmla="*/ 1752268 h 6858000"/>
              <a:gd name="connsiteX822" fmla="*/ 7179560 w 7369701"/>
              <a:gd name="connsiteY822" fmla="*/ 1467551 h 6858000"/>
              <a:gd name="connsiteX823" fmla="*/ 7158730 w 7369701"/>
              <a:gd name="connsiteY823" fmla="*/ 1507835 h 6858000"/>
              <a:gd name="connsiteX824" fmla="*/ 6326959 w 7369701"/>
              <a:gd name="connsiteY824" fmla="*/ 1817686 h 6858000"/>
              <a:gd name="connsiteX825" fmla="*/ 6537433 w 7369701"/>
              <a:gd name="connsiteY825" fmla="*/ 1907790 h 6858000"/>
              <a:gd name="connsiteX826" fmla="*/ 6550221 w 7369701"/>
              <a:gd name="connsiteY826" fmla="*/ 1910729 h 6858000"/>
              <a:gd name="connsiteX827" fmla="*/ 6964438 w 7369701"/>
              <a:gd name="connsiteY827" fmla="*/ 2209505 h 6858000"/>
              <a:gd name="connsiteX828" fmla="*/ 7367862 w 7369701"/>
              <a:gd name="connsiteY828" fmla="*/ 2806833 h 6858000"/>
              <a:gd name="connsiteX829" fmla="*/ 7364329 w 7369701"/>
              <a:gd name="connsiteY829" fmla="*/ 2826907 h 6858000"/>
              <a:gd name="connsiteX830" fmla="*/ 7290545 w 7369701"/>
              <a:gd name="connsiteY830" fmla="*/ 2850663 h 6858000"/>
              <a:gd name="connsiteX831" fmla="*/ 6472036 w 7369701"/>
              <a:gd name="connsiteY831" fmla="*/ 1959003 h 6858000"/>
              <a:gd name="connsiteX832" fmla="*/ 5792897 w 7369701"/>
              <a:gd name="connsiteY832" fmla="*/ 1647747 h 6858000"/>
              <a:gd name="connsiteX833" fmla="*/ 5842751 w 7369701"/>
              <a:gd name="connsiteY833" fmla="*/ 1816112 h 6858000"/>
              <a:gd name="connsiteX834" fmla="*/ 5847424 w 7369701"/>
              <a:gd name="connsiteY834" fmla="*/ 1815776 h 6858000"/>
              <a:gd name="connsiteX835" fmla="*/ 6399821 w 7369701"/>
              <a:gd name="connsiteY835" fmla="*/ 2344799 h 6858000"/>
              <a:gd name="connsiteX836" fmla="*/ 6323232 w 7369701"/>
              <a:gd name="connsiteY836" fmla="*/ 2389634 h 6858000"/>
              <a:gd name="connsiteX837" fmla="*/ 5942958 w 7369701"/>
              <a:gd name="connsiteY837" fmla="*/ 2077708 h 6858000"/>
              <a:gd name="connsiteX838" fmla="*/ 5921559 w 7369701"/>
              <a:gd name="connsiteY838" fmla="*/ 2378596 h 6858000"/>
              <a:gd name="connsiteX839" fmla="*/ 5817651 w 7369701"/>
              <a:gd name="connsiteY839" fmla="*/ 3023919 h 6858000"/>
              <a:gd name="connsiteX840" fmla="*/ 5729634 w 7369701"/>
              <a:gd name="connsiteY840" fmla="*/ 3051849 h 6858000"/>
              <a:gd name="connsiteX841" fmla="*/ 5611018 w 7369701"/>
              <a:gd name="connsiteY841" fmla="*/ 2316769 h 6858000"/>
              <a:gd name="connsiteX842" fmla="*/ 5687608 w 7369701"/>
              <a:gd name="connsiteY842" fmla="*/ 2039972 h 6858000"/>
              <a:gd name="connsiteX843" fmla="*/ 5657554 w 7369701"/>
              <a:gd name="connsiteY843" fmla="*/ 1576445 h 6858000"/>
              <a:gd name="connsiteX844" fmla="*/ 5150475 w 7369701"/>
              <a:gd name="connsiteY844" fmla="*/ 1274012 h 6858000"/>
              <a:gd name="connsiteX845" fmla="*/ 5349142 w 7369701"/>
              <a:gd name="connsiteY845" fmla="*/ 2204405 h 6858000"/>
              <a:gd name="connsiteX846" fmla="*/ 5262214 w 7369701"/>
              <a:gd name="connsiteY846" fmla="*/ 2233836 h 6858000"/>
              <a:gd name="connsiteX847" fmla="*/ 4981539 w 7369701"/>
              <a:gd name="connsiteY847" fmla="*/ 1542201 h 6858000"/>
              <a:gd name="connsiteX848" fmla="*/ 4958461 w 7369701"/>
              <a:gd name="connsiteY848" fmla="*/ 1136957 h 6858000"/>
              <a:gd name="connsiteX849" fmla="*/ 4655015 w 7369701"/>
              <a:gd name="connsiteY849" fmla="*/ 891426 h 6858000"/>
              <a:gd name="connsiteX850" fmla="*/ 4348002 w 7369701"/>
              <a:gd name="connsiteY850" fmla="*/ 2205895 h 6858000"/>
              <a:gd name="connsiteX851" fmla="*/ 4262250 w 7369701"/>
              <a:gd name="connsiteY851" fmla="*/ 2219972 h 6858000"/>
              <a:gd name="connsiteX852" fmla="*/ 4550611 w 7369701"/>
              <a:gd name="connsiteY852" fmla="*/ 817540 h 6858000"/>
              <a:gd name="connsiteX853" fmla="*/ 4564418 w 7369701"/>
              <a:gd name="connsiteY853" fmla="*/ 808293 h 6858000"/>
              <a:gd name="connsiteX854" fmla="*/ 4266388 w 7369701"/>
              <a:gd name="connsiteY854" fmla="*/ 500083 h 6858000"/>
              <a:gd name="connsiteX855" fmla="*/ 4032842 w 7369701"/>
              <a:gd name="connsiteY855" fmla="*/ 211809 h 6858000"/>
              <a:gd name="connsiteX856" fmla="*/ 3882765 w 7369701"/>
              <a:gd name="connsiteY856" fmla="*/ 0 h 6858000"/>
              <a:gd name="connsiteX857" fmla="*/ 3721337 w 7369701"/>
              <a:gd name="connsiteY857" fmla="*/ 0 h 6858000"/>
              <a:gd name="connsiteX858" fmla="*/ 3797544 w 7369701"/>
              <a:gd name="connsiteY858" fmla="*/ 0 h 6858000"/>
              <a:gd name="connsiteX859" fmla="*/ 3775734 w 7369701"/>
              <a:gd name="connsiteY859" fmla="*/ 95131 h 6858000"/>
              <a:gd name="connsiteX860" fmla="*/ 3724807 w 7369701"/>
              <a:gd name="connsiteY860" fmla="*/ 272257 h 6858000"/>
              <a:gd name="connsiteX861" fmla="*/ 3726844 w 7369701"/>
              <a:gd name="connsiteY861" fmla="*/ 282988 h 6858000"/>
              <a:gd name="connsiteX862" fmla="*/ 3742664 w 7369701"/>
              <a:gd name="connsiteY862" fmla="*/ 279918 h 6858000"/>
              <a:gd name="connsiteX863" fmla="*/ 4103910 w 7369701"/>
              <a:gd name="connsiteY863" fmla="*/ 1161917 h 6858000"/>
              <a:gd name="connsiteX864" fmla="*/ 4020269 w 7369701"/>
              <a:gd name="connsiteY864" fmla="*/ 1200406 h 6858000"/>
              <a:gd name="connsiteX865" fmla="*/ 3674882 w 7369701"/>
              <a:gd name="connsiteY865" fmla="*/ 488524 h 6858000"/>
              <a:gd name="connsiteX866" fmla="*/ 3132682 w 7369701"/>
              <a:gd name="connsiteY866" fmla="*/ 1072284 h 6858000"/>
              <a:gd name="connsiteX867" fmla="*/ 2716346 w 7369701"/>
              <a:gd name="connsiteY867" fmla="*/ 1276376 h 6858000"/>
              <a:gd name="connsiteX868" fmla="*/ 2716772 w 7369701"/>
              <a:gd name="connsiteY868" fmla="*/ 1255462 h 6858000"/>
              <a:gd name="connsiteX869" fmla="*/ 3471096 w 7369701"/>
              <a:gd name="connsiteY869" fmla="*/ 437072 h 6858000"/>
              <a:gd name="connsiteX870" fmla="*/ 3639057 w 7369701"/>
              <a:gd name="connsiteY870" fmla="*/ 286334 h 6858000"/>
              <a:gd name="connsiteX871" fmla="*/ 3640309 w 7369701"/>
              <a:gd name="connsiteY871" fmla="*/ 284664 h 6858000"/>
              <a:gd name="connsiteX872" fmla="*/ 3646022 w 7369701"/>
              <a:gd name="connsiteY872" fmla="*/ 276711 h 6858000"/>
              <a:gd name="connsiteX873" fmla="*/ 3707943 w 7369701"/>
              <a:gd name="connsiteY873" fmla="*/ 65958 h 6858000"/>
              <a:gd name="connsiteX874" fmla="*/ 3721337 w 7369701"/>
              <a:gd name="connsiteY874" fmla="*/ 0 h 6858000"/>
              <a:gd name="connsiteX875" fmla="*/ 2867960 w 7369701"/>
              <a:gd name="connsiteY875" fmla="*/ 0 h 6858000"/>
              <a:gd name="connsiteX876" fmla="*/ 2926351 w 7369701"/>
              <a:gd name="connsiteY876" fmla="*/ 0 h 6858000"/>
              <a:gd name="connsiteX877" fmla="*/ 2902823 w 7369701"/>
              <a:gd name="connsiteY877" fmla="*/ 262929 h 6858000"/>
              <a:gd name="connsiteX878" fmla="*/ 2940663 w 7369701"/>
              <a:gd name="connsiteY878" fmla="*/ 140884 h 6858000"/>
              <a:gd name="connsiteX879" fmla="*/ 2947039 w 7369701"/>
              <a:gd name="connsiteY879" fmla="*/ 122524 h 6858000"/>
              <a:gd name="connsiteX880" fmla="*/ 2984316 w 7369701"/>
              <a:gd name="connsiteY880" fmla="*/ 0 h 6858000"/>
              <a:gd name="connsiteX881" fmla="*/ 3016114 w 7369701"/>
              <a:gd name="connsiteY881" fmla="*/ 0 h 6858000"/>
              <a:gd name="connsiteX882" fmla="*/ 2979949 w 7369701"/>
              <a:gd name="connsiteY882" fmla="*/ 119274 h 6858000"/>
              <a:gd name="connsiteX883" fmla="*/ 3023879 w 7369701"/>
              <a:gd name="connsiteY883" fmla="*/ 0 h 6858000"/>
              <a:gd name="connsiteX884" fmla="*/ 3105400 w 7369701"/>
              <a:gd name="connsiteY884" fmla="*/ 0 h 6858000"/>
              <a:gd name="connsiteX885" fmla="*/ 3094669 w 7369701"/>
              <a:gd name="connsiteY885" fmla="*/ 30308 h 6858000"/>
              <a:gd name="connsiteX886" fmla="*/ 2901945 w 7369701"/>
              <a:gd name="connsiteY886" fmla="*/ 466538 h 6858000"/>
              <a:gd name="connsiteX887" fmla="*/ 2815209 w 7369701"/>
              <a:gd name="connsiteY887" fmla="*/ 497361 h 6858000"/>
              <a:gd name="connsiteX888" fmla="*/ 2844845 w 7369701"/>
              <a:gd name="connsiteY888" fmla="*/ 127638 h 6858000"/>
              <a:gd name="connsiteX889" fmla="*/ 2867960 w 7369701"/>
              <a:gd name="connsiteY889" fmla="*/ 0 h 6858000"/>
              <a:gd name="connsiteX890" fmla="*/ 1057230 w 7369701"/>
              <a:gd name="connsiteY890" fmla="*/ 0 h 6858000"/>
              <a:gd name="connsiteX891" fmla="*/ 1111003 w 7369701"/>
              <a:gd name="connsiteY891" fmla="*/ 0 h 6858000"/>
              <a:gd name="connsiteX892" fmla="*/ 1125553 w 7369701"/>
              <a:gd name="connsiteY892" fmla="*/ 52588 h 6858000"/>
              <a:gd name="connsiteX893" fmla="*/ 1304276 w 7369701"/>
              <a:gd name="connsiteY893" fmla="*/ 476275 h 6858000"/>
              <a:gd name="connsiteX894" fmla="*/ 1492066 w 7369701"/>
              <a:gd name="connsiteY894" fmla="*/ 886333 h 6858000"/>
              <a:gd name="connsiteX895" fmla="*/ 1423698 w 7369701"/>
              <a:gd name="connsiteY895" fmla="*/ 710817 h 6858000"/>
              <a:gd name="connsiteX896" fmla="*/ 1357609 w 7369701"/>
              <a:gd name="connsiteY896" fmla="*/ 532892 h 6858000"/>
              <a:gd name="connsiteX897" fmla="*/ 1309550 w 7369701"/>
              <a:gd name="connsiteY897" fmla="*/ 374031 h 6858000"/>
              <a:gd name="connsiteX898" fmla="*/ 1193673 w 7369701"/>
              <a:gd name="connsiteY898" fmla="*/ 49533 h 6858000"/>
              <a:gd name="connsiteX899" fmla="*/ 1164391 w 7369701"/>
              <a:gd name="connsiteY899" fmla="*/ 0 h 6858000"/>
              <a:gd name="connsiteX900" fmla="*/ 1200666 w 7369701"/>
              <a:gd name="connsiteY900" fmla="*/ 0 h 6858000"/>
              <a:gd name="connsiteX901" fmla="*/ 1223408 w 7369701"/>
              <a:gd name="connsiteY901" fmla="*/ 38996 h 6858000"/>
              <a:gd name="connsiteX902" fmla="*/ 1339635 w 7369701"/>
              <a:gd name="connsiteY902" fmla="*/ 365517 h 6858000"/>
              <a:gd name="connsiteX903" fmla="*/ 1387469 w 7369701"/>
              <a:gd name="connsiteY903" fmla="*/ 523079 h 6858000"/>
              <a:gd name="connsiteX904" fmla="*/ 1452685 w 7369701"/>
              <a:gd name="connsiteY904" fmla="*/ 699806 h 6858000"/>
              <a:gd name="connsiteX905" fmla="*/ 1492092 w 7369701"/>
              <a:gd name="connsiteY905" fmla="*/ 800424 h 6858000"/>
              <a:gd name="connsiteX906" fmla="*/ 1455302 w 7369701"/>
              <a:gd name="connsiteY906" fmla="*/ 632913 h 6858000"/>
              <a:gd name="connsiteX907" fmla="*/ 1222336 w 7369701"/>
              <a:gd name="connsiteY907" fmla="*/ 9480 h 6858000"/>
              <a:gd name="connsiteX908" fmla="*/ 1214634 w 7369701"/>
              <a:gd name="connsiteY908" fmla="*/ 0 h 6858000"/>
              <a:gd name="connsiteX909" fmla="*/ 1289827 w 7369701"/>
              <a:gd name="connsiteY909" fmla="*/ 0 h 6858000"/>
              <a:gd name="connsiteX910" fmla="*/ 1321076 w 7369701"/>
              <a:gd name="connsiteY910" fmla="*/ 59722 h 6858000"/>
              <a:gd name="connsiteX911" fmla="*/ 1512579 w 7369701"/>
              <a:gd name="connsiteY911" fmla="*/ 626441 h 6858000"/>
              <a:gd name="connsiteX912" fmla="*/ 1506076 w 7369701"/>
              <a:gd name="connsiteY912" fmla="*/ 1089289 h 6858000"/>
              <a:gd name="connsiteX913" fmla="*/ 1486346 w 7369701"/>
              <a:gd name="connsiteY913" fmla="*/ 1079919 h 6858000"/>
              <a:gd name="connsiteX914" fmla="*/ 1070511 w 7369701"/>
              <a:gd name="connsiteY914" fmla="*/ 48609 h 6858000"/>
              <a:gd name="connsiteX915" fmla="*/ 1057230 w 7369701"/>
              <a:gd name="connsiteY915" fmla="*/ 0 h 6858000"/>
              <a:gd name="connsiteX916" fmla="*/ 43151 w 7369701"/>
              <a:gd name="connsiteY916" fmla="*/ 0 h 6858000"/>
              <a:gd name="connsiteX917" fmla="*/ 95283 w 7369701"/>
              <a:gd name="connsiteY917" fmla="*/ 0 h 6858000"/>
              <a:gd name="connsiteX918" fmla="*/ 300708 w 7369701"/>
              <a:gd name="connsiteY918" fmla="*/ 154571 h 6858000"/>
              <a:gd name="connsiteX919" fmla="*/ 530414 w 7369701"/>
              <a:gd name="connsiteY919" fmla="*/ 354673 h 6858000"/>
              <a:gd name="connsiteX920" fmla="*/ 333785 w 7369701"/>
              <a:gd name="connsiteY920" fmla="*/ 161564 h 6858000"/>
              <a:gd name="connsiteX921" fmla="*/ 147005 w 7369701"/>
              <a:gd name="connsiteY921" fmla="*/ 0 h 6858000"/>
              <a:gd name="connsiteX922" fmla="*/ 272509 w 7369701"/>
              <a:gd name="connsiteY922" fmla="*/ 0 h 6858000"/>
              <a:gd name="connsiteX923" fmla="*/ 326276 w 7369701"/>
              <a:gd name="connsiteY923" fmla="*/ 45847 h 6858000"/>
              <a:gd name="connsiteX924" fmla="*/ 823759 w 7369701"/>
              <a:gd name="connsiteY924" fmla="*/ 574145 h 6858000"/>
              <a:gd name="connsiteX925" fmla="*/ 811254 w 7369701"/>
              <a:gd name="connsiteY925" fmla="*/ 665546 h 6858000"/>
              <a:gd name="connsiteX926" fmla="*/ 154042 w 7369701"/>
              <a:gd name="connsiteY926" fmla="*/ 261522 h 6858000"/>
              <a:gd name="connsiteX927" fmla="*/ 13550 w 7369701"/>
              <a:gd name="connsiteY927" fmla="*/ 158423 h 6858000"/>
              <a:gd name="connsiteX928" fmla="*/ 0 w 7369701"/>
              <a:gd name="connsiteY928" fmla="*/ 146618 h 6858000"/>
              <a:gd name="connsiteX929" fmla="*/ 0 w 7369701"/>
              <a:gd name="connsiteY929" fmla="*/ 59161 h 6858000"/>
              <a:gd name="connsiteX930" fmla="*/ 45427 w 7369701"/>
              <a:gd name="connsiteY930" fmla="*/ 101078 h 6858000"/>
              <a:gd name="connsiteX931" fmla="*/ 630103 w 7369701"/>
              <a:gd name="connsiteY931" fmla="*/ 485885 h 6858000"/>
              <a:gd name="connsiteX932" fmla="*/ 532040 w 7369701"/>
              <a:gd name="connsiteY932" fmla="*/ 399359 h 6858000"/>
              <a:gd name="connsiteX933" fmla="*/ 517618 w 7369701"/>
              <a:gd name="connsiteY933" fmla="*/ 385726 h 6858000"/>
              <a:gd name="connsiteX934" fmla="*/ 285074 w 7369701"/>
              <a:gd name="connsiteY934" fmla="*/ 182755 h 6858000"/>
              <a:gd name="connsiteX935" fmla="*/ 43151 w 7369701"/>
              <a:gd name="connsiteY935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</a:cxnLst>
            <a:rect l="l" t="t" r="r" b="b"/>
            <a:pathLst>
              <a:path w="7369701" h="6858000">
                <a:moveTo>
                  <a:pt x="369702" y="6712169"/>
                </a:moveTo>
                <a:lnTo>
                  <a:pt x="366575" y="6715556"/>
                </a:lnTo>
                <a:cubicBezTo>
                  <a:pt x="367954" y="6715031"/>
                  <a:pt x="369326" y="6714512"/>
                  <a:pt x="371637" y="6713954"/>
                </a:cubicBezTo>
                <a:lnTo>
                  <a:pt x="369702" y="6712169"/>
                </a:lnTo>
                <a:close/>
                <a:moveTo>
                  <a:pt x="1019354" y="6315006"/>
                </a:moveTo>
                <a:cubicBezTo>
                  <a:pt x="847231" y="6483030"/>
                  <a:pt x="636234" y="6599053"/>
                  <a:pt x="441046" y="6691153"/>
                </a:cubicBezTo>
                <a:cubicBezTo>
                  <a:pt x="668934" y="6613112"/>
                  <a:pt x="947819" y="6494377"/>
                  <a:pt x="1019354" y="6315006"/>
                </a:cubicBezTo>
                <a:close/>
                <a:moveTo>
                  <a:pt x="991680" y="6298413"/>
                </a:moveTo>
                <a:cubicBezTo>
                  <a:pt x="775775" y="6396465"/>
                  <a:pt x="575302" y="6507871"/>
                  <a:pt x="409060" y="6671470"/>
                </a:cubicBezTo>
                <a:cubicBezTo>
                  <a:pt x="603834" y="6580783"/>
                  <a:pt x="817655" y="6465584"/>
                  <a:pt x="991680" y="6298413"/>
                </a:cubicBezTo>
                <a:close/>
                <a:moveTo>
                  <a:pt x="103333" y="5699602"/>
                </a:moveTo>
                <a:cubicBezTo>
                  <a:pt x="133282" y="5726353"/>
                  <a:pt x="175725" y="5762843"/>
                  <a:pt x="233938" y="5809416"/>
                </a:cubicBezTo>
                <a:cubicBezTo>
                  <a:pt x="390802" y="5935412"/>
                  <a:pt x="652575" y="6145703"/>
                  <a:pt x="883580" y="6180710"/>
                </a:cubicBezTo>
                <a:cubicBezTo>
                  <a:pt x="736829" y="6133021"/>
                  <a:pt x="610173" y="6040280"/>
                  <a:pt x="487337" y="5950182"/>
                </a:cubicBezTo>
                <a:cubicBezTo>
                  <a:pt x="443670" y="5917932"/>
                  <a:pt x="398584" y="5885270"/>
                  <a:pt x="354051" y="5854912"/>
                </a:cubicBezTo>
                <a:cubicBezTo>
                  <a:pt x="302352" y="5819720"/>
                  <a:pt x="247963" y="5787429"/>
                  <a:pt x="195436" y="5755068"/>
                </a:cubicBezTo>
                <a:lnTo>
                  <a:pt x="103333" y="5699602"/>
                </a:lnTo>
                <a:close/>
                <a:moveTo>
                  <a:pt x="5539432" y="5642928"/>
                </a:moveTo>
                <a:cubicBezTo>
                  <a:pt x="5544304" y="5659969"/>
                  <a:pt x="5549664" y="5677449"/>
                  <a:pt x="5555462" y="5694454"/>
                </a:cubicBezTo>
                <a:cubicBezTo>
                  <a:pt x="5631122" y="5909386"/>
                  <a:pt x="5731219" y="6118228"/>
                  <a:pt x="5828270" y="6320663"/>
                </a:cubicBezTo>
                <a:cubicBezTo>
                  <a:pt x="5868407" y="6404290"/>
                  <a:pt x="5908582" y="6488842"/>
                  <a:pt x="5947416" y="6574846"/>
                </a:cubicBezTo>
                <a:cubicBezTo>
                  <a:pt x="5894674" y="6327329"/>
                  <a:pt x="5793018" y="5718484"/>
                  <a:pt x="5539432" y="5642928"/>
                </a:cubicBezTo>
                <a:close/>
                <a:moveTo>
                  <a:pt x="51253" y="5631825"/>
                </a:moveTo>
                <a:lnTo>
                  <a:pt x="211622" y="5728803"/>
                </a:lnTo>
                <a:cubicBezTo>
                  <a:pt x="264592" y="5760684"/>
                  <a:pt x="319013" y="5793908"/>
                  <a:pt x="371652" y="5829062"/>
                </a:cubicBezTo>
                <a:cubicBezTo>
                  <a:pt x="417589" y="5859824"/>
                  <a:pt x="462230" y="5892964"/>
                  <a:pt x="505903" y="5925221"/>
                </a:cubicBezTo>
                <a:cubicBezTo>
                  <a:pt x="628246" y="6014875"/>
                  <a:pt x="754907" y="6107611"/>
                  <a:pt x="899240" y="6153068"/>
                </a:cubicBezTo>
                <a:cubicBezTo>
                  <a:pt x="928476" y="6162153"/>
                  <a:pt x="958088" y="6168887"/>
                  <a:pt x="988114" y="6174204"/>
                </a:cubicBezTo>
                <a:cubicBezTo>
                  <a:pt x="943280" y="6136411"/>
                  <a:pt x="896194" y="6100100"/>
                  <a:pt x="845971" y="6067177"/>
                </a:cubicBezTo>
                <a:cubicBezTo>
                  <a:pt x="720131" y="5983257"/>
                  <a:pt x="580034" y="5915740"/>
                  <a:pt x="448057" y="5841376"/>
                </a:cubicBezTo>
                <a:cubicBezTo>
                  <a:pt x="341781" y="5780886"/>
                  <a:pt x="90319" y="5630263"/>
                  <a:pt x="51253" y="5631825"/>
                </a:cubicBezTo>
                <a:close/>
                <a:moveTo>
                  <a:pt x="2606687" y="5630718"/>
                </a:moveTo>
                <a:cubicBezTo>
                  <a:pt x="2484040" y="5952782"/>
                  <a:pt x="2550772" y="6305470"/>
                  <a:pt x="2645658" y="6640259"/>
                </a:cubicBezTo>
                <a:cubicBezTo>
                  <a:pt x="2605413" y="6320984"/>
                  <a:pt x="2566733" y="5970903"/>
                  <a:pt x="2606687" y="5630718"/>
                </a:cubicBezTo>
                <a:close/>
                <a:moveTo>
                  <a:pt x="3642057" y="5573487"/>
                </a:moveTo>
                <a:cubicBezTo>
                  <a:pt x="3639338" y="5575453"/>
                  <a:pt x="3635693" y="5577466"/>
                  <a:pt x="3632981" y="5579437"/>
                </a:cubicBezTo>
                <a:cubicBezTo>
                  <a:pt x="3509182" y="5674738"/>
                  <a:pt x="3441993" y="5811556"/>
                  <a:pt x="3382436" y="5952726"/>
                </a:cubicBezTo>
                <a:cubicBezTo>
                  <a:pt x="3286719" y="6179641"/>
                  <a:pt x="3231101" y="6419386"/>
                  <a:pt x="3191929" y="6662669"/>
                </a:cubicBezTo>
                <a:cubicBezTo>
                  <a:pt x="3237125" y="6465250"/>
                  <a:pt x="3296425" y="6271000"/>
                  <a:pt x="3369898" y="6081771"/>
                </a:cubicBezTo>
                <a:cubicBezTo>
                  <a:pt x="3454377" y="5865084"/>
                  <a:pt x="3540614" y="5703753"/>
                  <a:pt x="3642057" y="5573487"/>
                </a:cubicBezTo>
                <a:close/>
                <a:moveTo>
                  <a:pt x="2650666" y="5530686"/>
                </a:moveTo>
                <a:cubicBezTo>
                  <a:pt x="2650695" y="5531619"/>
                  <a:pt x="2650695" y="5531619"/>
                  <a:pt x="2650249" y="5532101"/>
                </a:cubicBezTo>
                <a:cubicBezTo>
                  <a:pt x="2594633" y="5864991"/>
                  <a:pt x="2624834" y="6212617"/>
                  <a:pt x="2663808" y="6535215"/>
                </a:cubicBezTo>
                <a:cubicBezTo>
                  <a:pt x="2664345" y="6401062"/>
                  <a:pt x="2664881" y="6266909"/>
                  <a:pt x="2665418" y="6132756"/>
                </a:cubicBezTo>
                <a:cubicBezTo>
                  <a:pt x="2666315" y="5945493"/>
                  <a:pt x="2661038" y="5743579"/>
                  <a:pt x="2650666" y="5530686"/>
                </a:cubicBezTo>
                <a:close/>
                <a:moveTo>
                  <a:pt x="2680277" y="5479204"/>
                </a:moveTo>
                <a:cubicBezTo>
                  <a:pt x="2679826" y="5479692"/>
                  <a:pt x="2679381" y="5480173"/>
                  <a:pt x="2678972" y="5481582"/>
                </a:cubicBezTo>
                <a:cubicBezTo>
                  <a:pt x="2691463" y="5712555"/>
                  <a:pt x="2697451" y="5932139"/>
                  <a:pt x="2696666" y="6133836"/>
                </a:cubicBezTo>
                <a:lnTo>
                  <a:pt x="2695769" y="6390955"/>
                </a:lnTo>
                <a:cubicBezTo>
                  <a:pt x="2712509" y="6297144"/>
                  <a:pt x="2727840" y="6202916"/>
                  <a:pt x="2739893" y="6108357"/>
                </a:cubicBezTo>
                <a:cubicBezTo>
                  <a:pt x="2767348" y="5886500"/>
                  <a:pt x="2737035" y="5687445"/>
                  <a:pt x="2680277" y="5479204"/>
                </a:cubicBezTo>
                <a:close/>
                <a:moveTo>
                  <a:pt x="1132195" y="5467980"/>
                </a:moveTo>
                <a:cubicBezTo>
                  <a:pt x="1313054" y="5495211"/>
                  <a:pt x="1494925" y="5512628"/>
                  <a:pt x="1679056" y="5516907"/>
                </a:cubicBezTo>
                <a:cubicBezTo>
                  <a:pt x="1838007" y="5520331"/>
                  <a:pt x="1983050" y="5490313"/>
                  <a:pt x="2128648" y="5474249"/>
                </a:cubicBezTo>
                <a:cubicBezTo>
                  <a:pt x="2028248" y="5467548"/>
                  <a:pt x="1925543" y="5473055"/>
                  <a:pt x="1825619" y="5478447"/>
                </a:cubicBezTo>
                <a:lnTo>
                  <a:pt x="1737798" y="5483353"/>
                </a:lnTo>
                <a:cubicBezTo>
                  <a:pt x="1536509" y="5492800"/>
                  <a:pt x="1332771" y="5487439"/>
                  <a:pt x="1132195" y="5467980"/>
                </a:cubicBezTo>
                <a:close/>
                <a:moveTo>
                  <a:pt x="1456157" y="5371404"/>
                </a:moveTo>
                <a:cubicBezTo>
                  <a:pt x="1385125" y="5373535"/>
                  <a:pt x="1314200" y="5378444"/>
                  <a:pt x="1244432" y="5385601"/>
                </a:cubicBezTo>
                <a:cubicBezTo>
                  <a:pt x="1151404" y="5395142"/>
                  <a:pt x="1060429" y="5408677"/>
                  <a:pt x="973990" y="5424940"/>
                </a:cubicBezTo>
                <a:cubicBezTo>
                  <a:pt x="1017323" y="5425535"/>
                  <a:pt x="1061253" y="5429367"/>
                  <a:pt x="1103809" y="5433720"/>
                </a:cubicBezTo>
                <a:lnTo>
                  <a:pt x="1123454" y="5435727"/>
                </a:lnTo>
                <a:cubicBezTo>
                  <a:pt x="1326373" y="5455563"/>
                  <a:pt x="1533386" y="5461253"/>
                  <a:pt x="1737017" y="5452183"/>
                </a:cubicBezTo>
                <a:lnTo>
                  <a:pt x="1824397" y="5447757"/>
                </a:lnTo>
                <a:cubicBezTo>
                  <a:pt x="1905266" y="5443590"/>
                  <a:pt x="1987993" y="5439352"/>
                  <a:pt x="2070059" y="5441660"/>
                </a:cubicBezTo>
                <a:cubicBezTo>
                  <a:pt x="1883310" y="5383634"/>
                  <a:pt x="1669251" y="5365013"/>
                  <a:pt x="1456157" y="5371404"/>
                </a:cubicBezTo>
                <a:close/>
                <a:moveTo>
                  <a:pt x="4988186" y="5216467"/>
                </a:moveTo>
                <a:cubicBezTo>
                  <a:pt x="4914642" y="5275764"/>
                  <a:pt x="4843105" y="5338703"/>
                  <a:pt x="4777334" y="5406072"/>
                </a:cubicBezTo>
                <a:cubicBezTo>
                  <a:pt x="4757662" y="5426414"/>
                  <a:pt x="4737537" y="5447249"/>
                  <a:pt x="4718341" y="5468043"/>
                </a:cubicBezTo>
                <a:cubicBezTo>
                  <a:pt x="4681696" y="5506771"/>
                  <a:pt x="4644162" y="5546455"/>
                  <a:pt x="4604655" y="5583434"/>
                </a:cubicBezTo>
                <a:cubicBezTo>
                  <a:pt x="4591636" y="5595592"/>
                  <a:pt x="4578581" y="5606832"/>
                  <a:pt x="4565074" y="5618550"/>
                </a:cubicBezTo>
                <a:cubicBezTo>
                  <a:pt x="4712605" y="5511121"/>
                  <a:pt x="4908425" y="5376611"/>
                  <a:pt x="4988186" y="5216467"/>
                </a:cubicBezTo>
                <a:close/>
                <a:moveTo>
                  <a:pt x="4978032" y="5183809"/>
                </a:moveTo>
                <a:cubicBezTo>
                  <a:pt x="4748175" y="5235846"/>
                  <a:pt x="4611576" y="5430393"/>
                  <a:pt x="4463413" y="5615162"/>
                </a:cubicBezTo>
                <a:cubicBezTo>
                  <a:pt x="4428815" y="5658459"/>
                  <a:pt x="4393697" y="5700384"/>
                  <a:pt x="4358134" y="5742791"/>
                </a:cubicBezTo>
                <a:lnTo>
                  <a:pt x="4376219" y="5729027"/>
                </a:lnTo>
                <a:cubicBezTo>
                  <a:pt x="4445817" y="5675939"/>
                  <a:pt x="4517680" y="5621374"/>
                  <a:pt x="4582340" y="5561037"/>
                </a:cubicBezTo>
                <a:cubicBezTo>
                  <a:pt x="4621394" y="5524545"/>
                  <a:pt x="4658482" y="5485345"/>
                  <a:pt x="4694684" y="5447098"/>
                </a:cubicBezTo>
                <a:cubicBezTo>
                  <a:pt x="4714806" y="5426264"/>
                  <a:pt x="4733997" y="5405475"/>
                  <a:pt x="4754123" y="5384643"/>
                </a:cubicBezTo>
                <a:cubicBezTo>
                  <a:pt x="4823909" y="5312925"/>
                  <a:pt x="4899949" y="5246074"/>
                  <a:pt x="4978032" y="5183809"/>
                </a:cubicBezTo>
                <a:close/>
                <a:moveTo>
                  <a:pt x="1903353" y="5044827"/>
                </a:moveTo>
                <a:cubicBezTo>
                  <a:pt x="1900901" y="5049058"/>
                  <a:pt x="1913196" y="5065331"/>
                  <a:pt x="1936931" y="5093954"/>
                </a:cubicBezTo>
                <a:cubicBezTo>
                  <a:pt x="2021149" y="5196773"/>
                  <a:pt x="2108079" y="5297623"/>
                  <a:pt x="2195868" y="5396574"/>
                </a:cubicBezTo>
                <a:cubicBezTo>
                  <a:pt x="2196092" y="5309013"/>
                  <a:pt x="2155695" y="5230515"/>
                  <a:pt x="2088852" y="5166123"/>
                </a:cubicBezTo>
                <a:cubicBezTo>
                  <a:pt x="2054441" y="5132572"/>
                  <a:pt x="2001584" y="5091839"/>
                  <a:pt x="1958241" y="5067955"/>
                </a:cubicBezTo>
                <a:cubicBezTo>
                  <a:pt x="1922998" y="5048408"/>
                  <a:pt x="1905803" y="5040595"/>
                  <a:pt x="1903353" y="5044827"/>
                </a:cubicBezTo>
                <a:close/>
                <a:moveTo>
                  <a:pt x="1979378" y="4769504"/>
                </a:moveTo>
                <a:cubicBezTo>
                  <a:pt x="2251008" y="4946802"/>
                  <a:pt x="2557265" y="5046794"/>
                  <a:pt x="2882120" y="5064547"/>
                </a:cubicBezTo>
                <a:cubicBezTo>
                  <a:pt x="2852884" y="5055476"/>
                  <a:pt x="2822307" y="5047842"/>
                  <a:pt x="2793103" y="5039699"/>
                </a:cubicBezTo>
                <a:lnTo>
                  <a:pt x="2770041" y="5033634"/>
                </a:lnTo>
                <a:cubicBezTo>
                  <a:pt x="2500352" y="4962917"/>
                  <a:pt x="2236095" y="4864963"/>
                  <a:pt x="1979378" y="4769504"/>
                </a:cubicBezTo>
                <a:close/>
                <a:moveTo>
                  <a:pt x="1927410" y="4716164"/>
                </a:moveTo>
                <a:cubicBezTo>
                  <a:pt x="1938311" y="4720848"/>
                  <a:pt x="1949172" y="4724604"/>
                  <a:pt x="1959587" y="4728849"/>
                </a:cubicBezTo>
                <a:cubicBezTo>
                  <a:pt x="2224818" y="4827692"/>
                  <a:pt x="2499050" y="4930367"/>
                  <a:pt x="2777707" y="5003991"/>
                </a:cubicBezTo>
                <a:lnTo>
                  <a:pt x="2800768" y="5010056"/>
                </a:lnTo>
                <a:lnTo>
                  <a:pt x="2879408" y="5031590"/>
                </a:lnTo>
                <a:cubicBezTo>
                  <a:pt x="2873718" y="5029024"/>
                  <a:pt x="2868475" y="5025973"/>
                  <a:pt x="2862295" y="5022958"/>
                </a:cubicBezTo>
                <a:cubicBezTo>
                  <a:pt x="2846112" y="5014292"/>
                  <a:pt x="2829972" y="5006555"/>
                  <a:pt x="2813343" y="4998369"/>
                </a:cubicBezTo>
                <a:cubicBezTo>
                  <a:pt x="2759214" y="4972589"/>
                  <a:pt x="2702010" y="4951123"/>
                  <a:pt x="2646245" y="4930999"/>
                </a:cubicBezTo>
                <a:cubicBezTo>
                  <a:pt x="2437298" y="4853662"/>
                  <a:pt x="2221285" y="4774272"/>
                  <a:pt x="1999243" y="4730524"/>
                </a:cubicBezTo>
                <a:lnTo>
                  <a:pt x="1979527" y="4726651"/>
                </a:lnTo>
                <a:lnTo>
                  <a:pt x="1927410" y="4716164"/>
                </a:lnTo>
                <a:close/>
                <a:moveTo>
                  <a:pt x="1997014" y="4698007"/>
                </a:moveTo>
                <a:lnTo>
                  <a:pt x="2005458" y="4699540"/>
                </a:lnTo>
                <a:cubicBezTo>
                  <a:pt x="2229844" y="4743659"/>
                  <a:pt x="2447268" y="4823456"/>
                  <a:pt x="2657186" y="4901687"/>
                </a:cubicBezTo>
                <a:cubicBezTo>
                  <a:pt x="2713431" y="4922259"/>
                  <a:pt x="2771565" y="4943688"/>
                  <a:pt x="2826662" y="4970362"/>
                </a:cubicBezTo>
                <a:cubicBezTo>
                  <a:pt x="2843286" y="4978544"/>
                  <a:pt x="2859914" y="4986729"/>
                  <a:pt x="2876100" y="4995397"/>
                </a:cubicBezTo>
                <a:cubicBezTo>
                  <a:pt x="2929811" y="5022592"/>
                  <a:pt x="2984941" y="5050189"/>
                  <a:pt x="3042600" y="5059532"/>
                </a:cubicBezTo>
                <a:cubicBezTo>
                  <a:pt x="2779645" y="4772909"/>
                  <a:pt x="2376891" y="4705645"/>
                  <a:pt x="1997014" y="4698007"/>
                </a:cubicBezTo>
                <a:close/>
                <a:moveTo>
                  <a:pt x="2305292" y="4219492"/>
                </a:moveTo>
                <a:cubicBezTo>
                  <a:pt x="2631112" y="4377847"/>
                  <a:pt x="3011879" y="4535878"/>
                  <a:pt x="3360922" y="4529373"/>
                </a:cubicBezTo>
                <a:cubicBezTo>
                  <a:pt x="3408391" y="4528405"/>
                  <a:pt x="3451278" y="4517839"/>
                  <a:pt x="3492420" y="4510145"/>
                </a:cubicBezTo>
                <a:cubicBezTo>
                  <a:pt x="3448862" y="4503966"/>
                  <a:pt x="3405674" y="4495449"/>
                  <a:pt x="3364086" y="4480340"/>
                </a:cubicBezTo>
                <a:cubicBezTo>
                  <a:pt x="3314946" y="4462747"/>
                  <a:pt x="3269673" y="4437082"/>
                  <a:pt x="3225818" y="4411822"/>
                </a:cubicBezTo>
                <a:cubicBezTo>
                  <a:pt x="3194830" y="4393966"/>
                  <a:pt x="3162431" y="4375699"/>
                  <a:pt x="3129696" y="4360704"/>
                </a:cubicBezTo>
                <a:cubicBezTo>
                  <a:pt x="3030558" y="4315774"/>
                  <a:pt x="2920899" y="4298731"/>
                  <a:pt x="2814545" y="4282955"/>
                </a:cubicBezTo>
                <a:cubicBezTo>
                  <a:pt x="2648192" y="4257474"/>
                  <a:pt x="2475773" y="4231762"/>
                  <a:pt x="2305292" y="4219492"/>
                </a:cubicBezTo>
                <a:close/>
                <a:moveTo>
                  <a:pt x="2626982" y="4206450"/>
                </a:move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cubicBezTo>
                  <a:pt x="2928115" y="4269564"/>
                  <a:pt x="3040565" y="4286495"/>
                  <a:pt x="3143018" y="4332698"/>
                </a:cubicBezTo>
                <a:cubicBezTo>
                  <a:pt x="3177162" y="4348099"/>
                  <a:pt x="3210046" y="4366808"/>
                  <a:pt x="3241520" y="4385112"/>
                </a:cubicBezTo>
                <a:cubicBezTo>
                  <a:pt x="3284409" y="4409477"/>
                  <a:pt x="3328265" y="4434739"/>
                  <a:pt x="3374575" y="4451517"/>
                </a:cubicBezTo>
                <a:cubicBezTo>
                  <a:pt x="3416609" y="4466134"/>
                  <a:pt x="3460730" y="4474620"/>
                  <a:pt x="3505221" y="4480757"/>
                </a:cubicBezTo>
                <a:cubicBezTo>
                  <a:pt x="3244537" y="4280088"/>
                  <a:pt x="2943211" y="4213332"/>
                  <a:pt x="2626982" y="4206450"/>
                </a:cubicBezTo>
                <a:close/>
                <a:moveTo>
                  <a:pt x="1310106" y="3943217"/>
                </a:moveTo>
                <a:cubicBezTo>
                  <a:pt x="1129544" y="4063332"/>
                  <a:pt x="976804" y="4212308"/>
                  <a:pt x="854994" y="4399136"/>
                </a:cubicBezTo>
                <a:cubicBezTo>
                  <a:pt x="813550" y="4462067"/>
                  <a:pt x="777442" y="4528637"/>
                  <a:pt x="742462" y="4594648"/>
                </a:cubicBezTo>
                <a:cubicBezTo>
                  <a:pt x="769633" y="4559245"/>
                  <a:pt x="795392" y="4522436"/>
                  <a:pt x="820602" y="4485915"/>
                </a:cubicBezTo>
                <a:cubicBezTo>
                  <a:pt x="839644" y="4458097"/>
                  <a:pt x="858127" y="4430568"/>
                  <a:pt x="878295" y="4403594"/>
                </a:cubicBezTo>
                <a:cubicBezTo>
                  <a:pt x="984168" y="4259170"/>
                  <a:pt x="1114491" y="4132679"/>
                  <a:pt x="1240607" y="4010401"/>
                </a:cubicBezTo>
                <a:lnTo>
                  <a:pt x="1310106" y="3943217"/>
                </a:lnTo>
                <a:close/>
                <a:moveTo>
                  <a:pt x="1423113" y="3874565"/>
                </a:moveTo>
                <a:lnTo>
                  <a:pt x="1260565" y="4031982"/>
                </a:lnTo>
                <a:cubicBezTo>
                  <a:pt x="1135292" y="4153135"/>
                  <a:pt x="1006090" y="4279065"/>
                  <a:pt x="901900" y="4421236"/>
                </a:cubicBezTo>
                <a:cubicBezTo>
                  <a:pt x="882292" y="4447928"/>
                  <a:pt x="863806" y="4475465"/>
                  <a:pt x="845044" y="4502436"/>
                </a:cubicBezTo>
                <a:cubicBezTo>
                  <a:pt x="797719" y="4571828"/>
                  <a:pt x="747866" y="4643196"/>
                  <a:pt x="685926" y="4703069"/>
                </a:cubicBezTo>
                <a:cubicBezTo>
                  <a:pt x="685087" y="4704192"/>
                  <a:pt x="684806" y="4705038"/>
                  <a:pt x="684248" y="4706721"/>
                </a:cubicBezTo>
                <a:cubicBezTo>
                  <a:pt x="955830" y="4450343"/>
                  <a:pt x="1215323" y="4185291"/>
                  <a:pt x="1423113" y="3874565"/>
                </a:cubicBezTo>
                <a:close/>
                <a:moveTo>
                  <a:pt x="3316479" y="3872136"/>
                </a:moveTo>
                <a:lnTo>
                  <a:pt x="3546806" y="4356139"/>
                </a:lnTo>
                <a:cubicBezTo>
                  <a:pt x="3510992" y="4217388"/>
                  <a:pt x="3440535" y="4086075"/>
                  <a:pt x="3364433" y="3953121"/>
                </a:cubicBezTo>
                <a:lnTo>
                  <a:pt x="3316479" y="3872136"/>
                </a:lnTo>
                <a:close/>
                <a:moveTo>
                  <a:pt x="3291335" y="3767420"/>
                </a:moveTo>
                <a:cubicBezTo>
                  <a:pt x="3324815" y="3824296"/>
                  <a:pt x="3358740" y="3880691"/>
                  <a:pt x="3390805" y="3937163"/>
                </a:cubicBezTo>
                <a:cubicBezTo>
                  <a:pt x="3469925" y="4075583"/>
                  <a:pt x="3543427" y="4213298"/>
                  <a:pt x="3579062" y="4359040"/>
                </a:cubicBezTo>
                <a:cubicBezTo>
                  <a:pt x="3585500" y="4228842"/>
                  <a:pt x="3547302" y="4112076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1510397" y="3684705"/>
                </a:move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460140" y="4053106"/>
                  <a:pt x="242842" y="4196577"/>
                  <a:pt x="34256" y="4347603"/>
                </a:cubicBezTo>
                <a:cubicBezTo>
                  <a:pt x="196048" y="4248849"/>
                  <a:pt x="358125" y="4150653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lose/>
                <a:moveTo>
                  <a:pt x="1313114" y="3655216"/>
                </a:moveTo>
                <a:cubicBezTo>
                  <a:pt x="1247578" y="3654578"/>
                  <a:pt x="1180153" y="3656293"/>
                  <a:pt x="1109304" y="3669030"/>
                </a:cubicBezTo>
                <a:cubicBezTo>
                  <a:pt x="689821" y="3744031"/>
                  <a:pt x="334655" y="4032530"/>
                  <a:pt x="8129" y="4330519"/>
                </a:cubicBezTo>
                <a:cubicBezTo>
                  <a:pt x="220923" y="4176682"/>
                  <a:pt x="442983" y="4028720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lose/>
                <a:moveTo>
                  <a:pt x="3655073" y="3650884"/>
                </a:move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cubicBezTo>
                  <a:pt x="4484865" y="4299540"/>
                  <a:pt x="4571866" y="4332385"/>
                  <a:pt x="4648051" y="4374051"/>
                </a:cubicBezTo>
                <a:cubicBezTo>
                  <a:pt x="4566919" y="4301848"/>
                  <a:pt x="4474187" y="4242216"/>
                  <a:pt x="4383389" y="4184369"/>
                </a:cubicBez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lose/>
                <a:moveTo>
                  <a:pt x="3670252" y="3622798"/>
                </a:move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97546" y="4220788"/>
                  <a:pt x="4597907" y="4284772"/>
                  <a:pt x="4684469" y="4364680"/>
                </a:cubicBezTo>
                <a:lnTo>
                  <a:pt x="4690271" y="4370034"/>
                </a:lnTo>
                <a:cubicBezTo>
                  <a:pt x="4617960" y="4134006"/>
                  <a:pt x="4326618" y="3976128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4441737" y="3399734"/>
                </a:move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99925" y="4149276"/>
                  <a:pt x="5291490" y="4229096"/>
                  <a:pt x="5388878" y="4300185"/>
                </a:cubicBezTo>
                <a:cubicBezTo>
                  <a:pt x="5401114" y="4303421"/>
                  <a:pt x="5413353" y="4306662"/>
                  <a:pt x="5425556" y="4308967"/>
                </a:cubicBezTo>
                <a:cubicBezTo>
                  <a:pt x="5290970" y="4122931"/>
                  <a:pt x="5119226" y="3974244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lnTo>
                  <a:pt x="5425834" y="3162785"/>
                </a:ln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lnTo>
                  <a:pt x="993319" y="3247648"/>
                </a:ln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lnTo>
                  <a:pt x="600288" y="3365555"/>
                </a:ln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lnTo>
                  <a:pt x="1053282" y="3185247"/>
                </a:ln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608772" y="3451680"/>
                  <a:pt x="5674122" y="3909676"/>
                  <a:pt x="5519779" y="4359223"/>
                </a:cubicBezTo>
                <a:cubicBezTo>
                  <a:pt x="5520262" y="4359669"/>
                  <a:pt x="5520293" y="4360602"/>
                  <a:pt x="5520293" y="4360602"/>
                </a:cubicBezTo>
                <a:cubicBezTo>
                  <a:pt x="5627244" y="4437825"/>
                  <a:pt x="5699666" y="4548575"/>
                  <a:pt x="5767221" y="4665564"/>
                </a:cubicBezTo>
                <a:cubicBezTo>
                  <a:pt x="6275281" y="4699277"/>
                  <a:pt x="6739386" y="4778523"/>
                  <a:pt x="6937169" y="4815941"/>
                </a:cubicBezTo>
                <a:cubicBezTo>
                  <a:pt x="7134952" y="4853359"/>
                  <a:pt x="7020263" y="4903218"/>
                  <a:pt x="6953922" y="4890068"/>
                </a:cubicBezTo>
                <a:cubicBezTo>
                  <a:pt x="6799988" y="4859556"/>
                  <a:pt x="6485790" y="4815676"/>
                  <a:pt x="6071359" y="4770770"/>
                </a:cubicBezTo>
                <a:lnTo>
                  <a:pt x="6038839" y="4764474"/>
                </a:lnTo>
                <a:cubicBezTo>
                  <a:pt x="6038795" y="4764265"/>
                  <a:pt x="6038750" y="4764056"/>
                  <a:pt x="6038706" y="4763847"/>
                </a:cubicBezTo>
                <a:lnTo>
                  <a:pt x="6037784" y="4764270"/>
                </a:lnTo>
                <a:lnTo>
                  <a:pt x="6038839" y="4764474"/>
                </a:lnTo>
                <a:lnTo>
                  <a:pt x="6040338" y="4771418"/>
                </a:lnTo>
                <a:cubicBezTo>
                  <a:pt x="6039088" y="4781803"/>
                  <a:pt x="6034314" y="4794510"/>
                  <a:pt x="6024488" y="4809903"/>
                </a:cubicBezTo>
                <a:cubicBezTo>
                  <a:pt x="5910095" y="5058984"/>
                  <a:pt x="5773348" y="5296385"/>
                  <a:pt x="5599771" y="5509652"/>
                </a:cubicBezTo>
                <a:cubicBezTo>
                  <a:pt x="5583815" y="5529842"/>
                  <a:pt x="5566811" y="5547293"/>
                  <a:pt x="5548843" y="5563845"/>
                </a:cubicBezTo>
                <a:cubicBezTo>
                  <a:pt x="5773782" y="5645205"/>
                  <a:pt x="5890323" y="6067151"/>
                  <a:pt x="5940952" y="6250028"/>
                </a:cubicBezTo>
                <a:cubicBezTo>
                  <a:pt x="5979301" y="6387982"/>
                  <a:pt x="6009900" y="6527294"/>
                  <a:pt x="6043441" y="6665847"/>
                </a:cubicBezTo>
                <a:lnTo>
                  <a:pt x="6093432" y="6858000"/>
                </a:lnTo>
                <a:lnTo>
                  <a:pt x="6034344" y="6858000"/>
                </a:lnTo>
                <a:lnTo>
                  <a:pt x="6026679" y="6836959"/>
                </a:lnTo>
                <a:cubicBezTo>
                  <a:pt x="5958957" y="6665497"/>
                  <a:pt x="5878558" y="6498078"/>
                  <a:pt x="5800441" y="6335286"/>
                </a:cubicBezTo>
                <a:cubicBezTo>
                  <a:pt x="5703359" y="6131918"/>
                  <a:pt x="5602295" y="5922187"/>
                  <a:pt x="5526562" y="5705388"/>
                </a:cubicBezTo>
                <a:cubicBezTo>
                  <a:pt x="5523956" y="5698505"/>
                  <a:pt x="5521803" y="5691139"/>
                  <a:pt x="5519640" y="5683774"/>
                </a:cubicBezTo>
                <a:cubicBezTo>
                  <a:pt x="5523207" y="5970988"/>
                  <a:pt x="5738292" y="6306566"/>
                  <a:pt x="5844559" y="6553349"/>
                </a:cubicBezTo>
                <a:lnTo>
                  <a:pt x="5975994" y="6858000"/>
                </a:lnTo>
                <a:lnTo>
                  <a:pt x="5898547" y="6858000"/>
                </a:lnTo>
                <a:lnTo>
                  <a:pt x="5682041" y="6355860"/>
                </a:lnTo>
                <a:cubicBezTo>
                  <a:pt x="5609136" y="6186449"/>
                  <a:pt x="5505535" y="6006625"/>
                  <a:pt x="5461758" y="5820220"/>
                </a:cubicBezTo>
                <a:cubicBezTo>
                  <a:pt x="5415457" y="6083349"/>
                  <a:pt x="5335494" y="6334433"/>
                  <a:pt x="5237282" y="6579086"/>
                </a:cubicBezTo>
                <a:lnTo>
                  <a:pt x="5115009" y="6858000"/>
                </a:lnTo>
                <a:lnTo>
                  <a:pt x="5028074" y="6858000"/>
                </a:lnTo>
                <a:lnTo>
                  <a:pt x="5079508" y="6749074"/>
                </a:lnTo>
                <a:cubicBezTo>
                  <a:pt x="5200211" y="6482556"/>
                  <a:pt x="5305048" y="6210716"/>
                  <a:pt x="5371846" y="5924413"/>
                </a:cubicBezTo>
                <a:lnTo>
                  <a:pt x="5270512" y="6138975"/>
                </a:lnTo>
                <a:cubicBezTo>
                  <a:pt x="5192357" y="6304175"/>
                  <a:pt x="5112108" y="6475512"/>
                  <a:pt x="5062409" y="6653544"/>
                </a:cubicBezTo>
                <a:cubicBezTo>
                  <a:pt x="5053035" y="6686987"/>
                  <a:pt x="5045072" y="6720843"/>
                  <a:pt x="5036628" y="6754247"/>
                </a:cubicBezTo>
                <a:lnTo>
                  <a:pt x="5009112" y="6858000"/>
                </a:lnTo>
                <a:lnTo>
                  <a:pt x="4976679" y="6858000"/>
                </a:lnTo>
                <a:lnTo>
                  <a:pt x="5006537" y="6747068"/>
                </a:lnTo>
                <a:cubicBezTo>
                  <a:pt x="5014940" y="6712729"/>
                  <a:pt x="5022903" y="6678883"/>
                  <a:pt x="5032723" y="6644957"/>
                </a:cubicBezTo>
                <a:cubicBezTo>
                  <a:pt x="5083245" y="6464091"/>
                  <a:pt x="5164383" y="6291790"/>
                  <a:pt x="5242949" y="6125175"/>
                </a:cubicBezTo>
                <a:lnTo>
                  <a:pt x="5286321" y="6033555"/>
                </a:lnTo>
                <a:cubicBezTo>
                  <a:pt x="5153522" y="6218172"/>
                  <a:pt x="5058694" y="6420826"/>
                  <a:pt x="5008210" y="6649194"/>
                </a:cubicBezTo>
                <a:cubicBezTo>
                  <a:pt x="4999505" y="6687732"/>
                  <a:pt x="4992445" y="6726670"/>
                  <a:pt x="4986321" y="6765687"/>
                </a:cubicBezTo>
                <a:lnTo>
                  <a:pt x="4973474" y="6858000"/>
                </a:lnTo>
                <a:lnTo>
                  <a:pt x="4907178" y="6858000"/>
                </a:lnTo>
                <a:lnTo>
                  <a:pt x="4910810" y="6829660"/>
                </a:lnTo>
                <a:cubicBezTo>
                  <a:pt x="4927183" y="6695980"/>
                  <a:pt x="4945608" y="6562743"/>
                  <a:pt x="4987461" y="6432994"/>
                </a:cubicBezTo>
                <a:cubicBezTo>
                  <a:pt x="5033887" y="6289556"/>
                  <a:pt x="5098947" y="6157948"/>
                  <a:pt x="5179262" y="6035044"/>
                </a:cubicBezTo>
                <a:cubicBezTo>
                  <a:pt x="5016033" y="6169178"/>
                  <a:pt x="4838252" y="6288995"/>
                  <a:pt x="4689678" y="6440241"/>
                </a:cubicBezTo>
                <a:cubicBezTo>
                  <a:pt x="4615724" y="6515503"/>
                  <a:pt x="4545518" y="6594166"/>
                  <a:pt x="4477543" y="6674836"/>
                </a:cubicBezTo>
                <a:lnTo>
                  <a:pt x="4329957" y="6858000"/>
                </a:lnTo>
                <a:lnTo>
                  <a:pt x="4218595" y="6858000"/>
                </a:lnTo>
                <a:lnTo>
                  <a:pt x="4368888" y="6668412"/>
                </a:lnTo>
                <a:cubicBezTo>
                  <a:pt x="4431654" y="6591444"/>
                  <a:pt x="4495926" y="6515754"/>
                  <a:pt x="4563091" y="6442508"/>
                </a:cubicBezTo>
                <a:cubicBezTo>
                  <a:pt x="4810353" y="6173676"/>
                  <a:pt x="5160740" y="5991069"/>
                  <a:pt x="5387324" y="5705830"/>
                </a:cubicBezTo>
                <a:cubicBezTo>
                  <a:pt x="5286064" y="5794177"/>
                  <a:pt x="5178968" y="5876241"/>
                  <a:pt x="5073620" y="5955437"/>
                </a:cubicBezTo>
                <a:cubicBezTo>
                  <a:pt x="4943865" y="6053305"/>
                  <a:pt x="4809130" y="6154627"/>
                  <a:pt x="4689789" y="6268382"/>
                </a:cubicBezTo>
                <a:cubicBezTo>
                  <a:pt x="4591303" y="6361972"/>
                  <a:pt x="4502007" y="6464046"/>
                  <a:pt x="4418722" y="6570886"/>
                </a:cubicBezTo>
                <a:lnTo>
                  <a:pt x="4214944" y="6858000"/>
                </a:lnTo>
                <a:lnTo>
                  <a:pt x="4177898" y="6858000"/>
                </a:lnTo>
                <a:lnTo>
                  <a:pt x="4391597" y="6556370"/>
                </a:lnTo>
                <a:cubicBezTo>
                  <a:pt x="4476641" y="6446900"/>
                  <a:pt x="4567929" y="6342186"/>
                  <a:pt x="4668889" y="6246399"/>
                </a:cubicBezTo>
                <a:cubicBezTo>
                  <a:pt x="4789603" y="6132122"/>
                  <a:pt x="4925227" y="6029827"/>
                  <a:pt x="5055427" y="5931476"/>
                </a:cubicBezTo>
                <a:cubicBezTo>
                  <a:pt x="5161670" y="5851314"/>
                  <a:pt x="5270142" y="5768732"/>
                  <a:pt x="5371814" y="5678975"/>
                </a:cubicBezTo>
                <a:cubicBezTo>
                  <a:pt x="5250056" y="5732278"/>
                  <a:pt x="5117554" y="5761328"/>
                  <a:pt x="4987918" y="5838701"/>
                </a:cubicBezTo>
                <a:cubicBezTo>
                  <a:pt x="4699961" y="6010191"/>
                  <a:pt x="4491898" y="6286162"/>
                  <a:pt x="4317146" y="6587716"/>
                </a:cubicBezTo>
                <a:lnTo>
                  <a:pt x="4171627" y="6858000"/>
                </a:lnTo>
                <a:lnTo>
                  <a:pt x="4081585" y="6858000"/>
                </a:lnTo>
                <a:lnTo>
                  <a:pt x="4238603" y="6559341"/>
                </a:lnTo>
                <a:cubicBezTo>
                  <a:pt x="4385995" y="6299856"/>
                  <a:pt x="4555804" y="6056475"/>
                  <a:pt x="4778333" y="5873626"/>
                </a:cubicBezTo>
                <a:cubicBezTo>
                  <a:pt x="4974935" y="5712072"/>
                  <a:pt x="5214460" y="5703893"/>
                  <a:pt x="5414185" y="5573882"/>
                </a:cubicBezTo>
                <a:cubicBezTo>
                  <a:pt x="5665168" y="5409695"/>
                  <a:pt x="5834734" y="5037780"/>
                  <a:pt x="5959648" y="4760797"/>
                </a:cubicBezTo>
                <a:cubicBezTo>
                  <a:pt x="5758178" y="4742307"/>
                  <a:pt x="5556149" y="4733150"/>
                  <a:pt x="5355019" y="4734672"/>
                </a:cubicBezTo>
                <a:cubicBezTo>
                  <a:pt x="5292258" y="4900655"/>
                  <a:pt x="5203125" y="5047664"/>
                  <a:pt x="5083565" y="5179121"/>
                </a:cubicBezTo>
                <a:cubicBezTo>
                  <a:pt x="5049677" y="5379813"/>
                  <a:pt x="4862890" y="5495797"/>
                  <a:pt x="4713577" y="5616803"/>
                </a:cubicBezTo>
                <a:cubicBezTo>
                  <a:pt x="4481263" y="5805403"/>
                  <a:pt x="4239092" y="5980417"/>
                  <a:pt x="3989559" y="6145945"/>
                </a:cubicBezTo>
                <a:cubicBezTo>
                  <a:pt x="3958721" y="6166743"/>
                  <a:pt x="3915645" y="6091150"/>
                  <a:pt x="3939824" y="6066900"/>
                </a:cubicBezTo>
                <a:cubicBezTo>
                  <a:pt x="4170724" y="5831323"/>
                  <a:pt x="4361787" y="5566131"/>
                  <a:pt x="4584537" y="5324826"/>
                </a:cubicBezTo>
                <a:cubicBezTo>
                  <a:pt x="4710868" y="5187971"/>
                  <a:pt x="4848359" y="5097244"/>
                  <a:pt x="5037105" y="5088765"/>
                </a:cubicBezTo>
                <a:cubicBezTo>
                  <a:pt x="5038033" y="5088728"/>
                  <a:pt x="5039001" y="5089622"/>
                  <a:pt x="5039930" y="5089585"/>
                </a:cubicBezTo>
                <a:cubicBezTo>
                  <a:pt x="5133008" y="4982937"/>
                  <a:pt x="5207480" y="4865387"/>
                  <a:pt x="5263764" y="4735525"/>
                </a:cubicBezTo>
                <a:cubicBezTo>
                  <a:pt x="4867298" y="4743930"/>
                  <a:pt x="4472427" y="4792315"/>
                  <a:pt x="4086300" y="4884599"/>
                </a:cubicBezTo>
                <a:cubicBezTo>
                  <a:pt x="4087456" y="4890142"/>
                  <a:pt x="4087673" y="4895720"/>
                  <a:pt x="4085485" y="4899070"/>
                </a:cubicBezTo>
                <a:cubicBezTo>
                  <a:pt x="4003302" y="5010406"/>
                  <a:pt x="3928312" y="5126573"/>
                  <a:pt x="3871915" y="5253645"/>
                </a:cubicBezTo>
                <a:cubicBezTo>
                  <a:pt x="3845467" y="5314321"/>
                  <a:pt x="3832705" y="5402857"/>
                  <a:pt x="3799374" y="5466127"/>
                </a:cubicBezTo>
                <a:cubicBezTo>
                  <a:pt x="3785138" y="5845399"/>
                  <a:pt x="3675506" y="6277604"/>
                  <a:pt x="3498850" y="6661888"/>
                </a:cubicBezTo>
                <a:lnTo>
                  <a:pt x="3399216" y="6858000"/>
                </a:lnTo>
                <a:lnTo>
                  <a:pt x="3303688" y="6858000"/>
                </a:lnTo>
                <a:lnTo>
                  <a:pt x="3391774" y="6697181"/>
                </a:lnTo>
                <a:cubicBezTo>
                  <a:pt x="3573729" y="6337659"/>
                  <a:pt x="3697480" y="5922895"/>
                  <a:pt x="3735540" y="5546923"/>
                </a:cubicBezTo>
                <a:cubicBezTo>
                  <a:pt x="3733489" y="5553993"/>
                  <a:pt x="3731483" y="5561993"/>
                  <a:pt x="3729438" y="5569058"/>
                </a:cubicBezTo>
                <a:cubicBezTo>
                  <a:pt x="3722922" y="5592607"/>
                  <a:pt x="3715485" y="5616189"/>
                  <a:pt x="3707782" y="5644908"/>
                </a:cubicBezTo>
                <a:cubicBezTo>
                  <a:pt x="3671550" y="5775366"/>
                  <a:pt x="3633159" y="5910098"/>
                  <a:pt x="3583827" y="6039215"/>
                </a:cubicBezTo>
                <a:cubicBezTo>
                  <a:pt x="3571998" y="6069498"/>
                  <a:pt x="3559686" y="6099330"/>
                  <a:pt x="3547861" y="6129609"/>
                </a:cubicBezTo>
                <a:cubicBezTo>
                  <a:pt x="3528366" y="6177894"/>
                  <a:pt x="3507534" y="6227631"/>
                  <a:pt x="3490905" y="6277660"/>
                </a:cubicBezTo>
                <a:cubicBezTo>
                  <a:pt x="3477958" y="6314973"/>
                  <a:pt x="3466463" y="6353624"/>
                  <a:pt x="3455859" y="6391301"/>
                </a:cubicBezTo>
                <a:cubicBezTo>
                  <a:pt x="3447266" y="6420993"/>
                  <a:pt x="3438672" y="6450673"/>
                  <a:pt x="3429112" y="6479469"/>
                </a:cubicBezTo>
                <a:cubicBezTo>
                  <a:pt x="3394330" y="6587977"/>
                  <a:pt x="3348719" y="6693654"/>
                  <a:pt x="3304862" y="6796476"/>
                </a:cubicBezTo>
                <a:lnTo>
                  <a:pt x="3276071" y="6858000"/>
                </a:lnTo>
                <a:lnTo>
                  <a:pt x="3240805" y="6858000"/>
                </a:lnTo>
                <a:lnTo>
                  <a:pt x="3275917" y="6783192"/>
                </a:lnTo>
                <a:cubicBezTo>
                  <a:pt x="3319817" y="6681303"/>
                  <a:pt x="3364982" y="6576108"/>
                  <a:pt x="3399358" y="6469011"/>
                </a:cubicBezTo>
                <a:cubicBezTo>
                  <a:pt x="3408430" y="6439778"/>
                  <a:pt x="3417061" y="6411021"/>
                  <a:pt x="3425650" y="6381333"/>
                </a:cubicBezTo>
                <a:cubicBezTo>
                  <a:pt x="3436256" y="6343653"/>
                  <a:pt x="3448199" y="6304520"/>
                  <a:pt x="3460661" y="6266763"/>
                </a:cubicBezTo>
                <a:cubicBezTo>
                  <a:pt x="3477731" y="6216246"/>
                  <a:pt x="3498530" y="6165579"/>
                  <a:pt x="3518021" y="6117298"/>
                </a:cubicBezTo>
                <a:cubicBezTo>
                  <a:pt x="3530339" y="6087462"/>
                  <a:pt x="3542206" y="6058115"/>
                  <a:pt x="3554035" y="6027832"/>
                </a:cubicBezTo>
                <a:cubicBezTo>
                  <a:pt x="3602956" y="5900128"/>
                  <a:pt x="3640454" y="5766362"/>
                  <a:pt x="3677174" y="5636351"/>
                </a:cubicBezTo>
                <a:cubicBezTo>
                  <a:pt x="3685353" y="5608086"/>
                  <a:pt x="3692308" y="5584047"/>
                  <a:pt x="3698819" y="5560503"/>
                </a:cubicBezTo>
                <a:cubicBezTo>
                  <a:pt x="3699603" y="5556742"/>
                  <a:pt x="3701314" y="5552952"/>
                  <a:pt x="3702094" y="5549194"/>
                </a:cubicBezTo>
                <a:cubicBezTo>
                  <a:pt x="3586407" y="5684227"/>
                  <a:pt x="3491727" y="5855671"/>
                  <a:pt x="3398355" y="6094603"/>
                </a:cubicBezTo>
                <a:cubicBezTo>
                  <a:pt x="3309322" y="6322763"/>
                  <a:pt x="3241029" y="6558474"/>
                  <a:pt x="3193941" y="6798775"/>
                </a:cubicBezTo>
                <a:lnTo>
                  <a:pt x="3184140" y="6858000"/>
                </a:lnTo>
                <a:lnTo>
                  <a:pt x="3099978" y="6858000"/>
                </a:lnTo>
                <a:lnTo>
                  <a:pt x="3101556" y="6843337"/>
                </a:lnTo>
                <a:cubicBezTo>
                  <a:pt x="3144932" y="6479621"/>
                  <a:pt x="3209988" y="6112612"/>
                  <a:pt x="3370162" y="5785550"/>
                </a:cubicBezTo>
                <a:cubicBezTo>
                  <a:pt x="3467073" y="5588398"/>
                  <a:pt x="3627623" y="5538666"/>
                  <a:pt x="3746477" y="5377889"/>
                </a:cubicBezTo>
                <a:cubicBezTo>
                  <a:pt x="3800786" y="5303532"/>
                  <a:pt x="3818424" y="5173820"/>
                  <a:pt x="3863399" y="5087257"/>
                </a:cubicBezTo>
                <a:cubicBezTo>
                  <a:pt x="3894981" y="5026843"/>
                  <a:pt x="3930436" y="4970007"/>
                  <a:pt x="3968712" y="4913989"/>
                </a:cubicBezTo>
                <a:cubicBezTo>
                  <a:pt x="3564505" y="5020029"/>
                  <a:pt x="3170154" y="5174588"/>
                  <a:pt x="2792390" y="5382974"/>
                </a:cubicBezTo>
                <a:lnTo>
                  <a:pt x="2714982" y="5427051"/>
                </a:lnTo>
                <a:cubicBezTo>
                  <a:pt x="2773600" y="5623577"/>
                  <a:pt x="2823261" y="5817201"/>
                  <a:pt x="2813361" y="6023912"/>
                </a:cubicBezTo>
                <a:cubicBezTo>
                  <a:pt x="2800935" y="6283826"/>
                  <a:pt x="2738768" y="6546188"/>
                  <a:pt x="2688430" y="6801564"/>
                </a:cubicBezTo>
                <a:cubicBezTo>
                  <a:pt x="2680286" y="6842403"/>
                  <a:pt x="2633415" y="6776749"/>
                  <a:pt x="2629626" y="6763394"/>
                </a:cubicBezTo>
                <a:cubicBezTo>
                  <a:pt x="2507208" y="6357509"/>
                  <a:pt x="2389664" y="5910450"/>
                  <a:pt x="2565328" y="5516399"/>
                </a:cubicBezTo>
                <a:cubicBezTo>
                  <a:pt x="2340344" y="5655334"/>
                  <a:pt x="2126262" y="5810607"/>
                  <a:pt x="1922999" y="5980343"/>
                </a:cubicBezTo>
                <a:cubicBezTo>
                  <a:pt x="1913735" y="6121357"/>
                  <a:pt x="1951823" y="6270268"/>
                  <a:pt x="1950261" y="6405858"/>
                </a:cubicBezTo>
                <a:cubicBezTo>
                  <a:pt x="2095468" y="6403315"/>
                  <a:pt x="2243415" y="6568324"/>
                  <a:pt x="2365554" y="6759107"/>
                </a:cubicBezTo>
                <a:lnTo>
                  <a:pt x="2424142" y="6858000"/>
                </a:lnTo>
                <a:lnTo>
                  <a:pt x="2395994" y="6858000"/>
                </a:lnTo>
                <a:lnTo>
                  <a:pt x="2392863" y="6852964"/>
                </a:lnTo>
                <a:cubicBezTo>
                  <a:pt x="2286592" y="6697030"/>
                  <a:pt x="2128210" y="6530604"/>
                  <a:pt x="2017589" y="6493982"/>
                </a:cubicBezTo>
                <a:cubicBezTo>
                  <a:pt x="2065428" y="6525607"/>
                  <a:pt x="2108651" y="6558340"/>
                  <a:pt x="2147336" y="6594052"/>
                </a:cubicBezTo>
                <a:cubicBezTo>
                  <a:pt x="2168131" y="6613249"/>
                  <a:pt x="2188032" y="6633414"/>
                  <a:pt x="2207047" y="6654540"/>
                </a:cubicBezTo>
                <a:cubicBezTo>
                  <a:pt x="2240670" y="6691852"/>
                  <a:pt x="2268864" y="6733110"/>
                  <a:pt x="2299106" y="6778931"/>
                </a:cubicBezTo>
                <a:lnTo>
                  <a:pt x="2314430" y="6801144"/>
                </a:lnTo>
                <a:lnTo>
                  <a:pt x="2352406" y="6858000"/>
                </a:lnTo>
                <a:lnTo>
                  <a:pt x="2314492" y="6858000"/>
                </a:lnTo>
                <a:lnTo>
                  <a:pt x="2288095" y="6818030"/>
                </a:lnTo>
                <a:lnTo>
                  <a:pt x="2272768" y="6795822"/>
                </a:lnTo>
                <a:cubicBezTo>
                  <a:pt x="2242565" y="6750921"/>
                  <a:pt x="2214890" y="6711042"/>
                  <a:pt x="2182715" y="6675071"/>
                </a:cubicBezTo>
                <a:cubicBezTo>
                  <a:pt x="2139301" y="6626043"/>
                  <a:pt x="2090046" y="6582375"/>
                  <a:pt x="2032061" y="6541380"/>
                </a:cubicBezTo>
                <a:cubicBezTo>
                  <a:pt x="2113005" y="6632219"/>
                  <a:pt x="2185837" y="6729905"/>
                  <a:pt x="2257220" y="6826257"/>
                </a:cubicBezTo>
                <a:lnTo>
                  <a:pt x="2281324" y="6858000"/>
                </a:lnTo>
                <a:lnTo>
                  <a:pt x="2242860" y="6858000"/>
                </a:lnTo>
                <a:lnTo>
                  <a:pt x="2232818" y="6844926"/>
                </a:lnTo>
                <a:cubicBezTo>
                  <a:pt x="2156524" y="6742256"/>
                  <a:pt x="2077809" y="6637351"/>
                  <a:pt x="1990172" y="6542121"/>
                </a:cubicBezTo>
                <a:cubicBezTo>
                  <a:pt x="2025229" y="6615236"/>
                  <a:pt x="2072239" y="6690202"/>
                  <a:pt x="2124090" y="6761017"/>
                </a:cubicBezTo>
                <a:lnTo>
                  <a:pt x="2200380" y="6858000"/>
                </a:lnTo>
                <a:lnTo>
                  <a:pt x="2147507" y="6858000"/>
                </a:lnTo>
                <a:lnTo>
                  <a:pt x="2070668" y="6761520"/>
                </a:lnTo>
                <a:cubicBezTo>
                  <a:pt x="2050397" y="6732060"/>
                  <a:pt x="1955949" y="6524860"/>
                  <a:pt x="1975142" y="6585570"/>
                </a:cubicBezTo>
                <a:cubicBezTo>
                  <a:pt x="1998651" y="6661010"/>
                  <a:pt x="2025657" y="6736543"/>
                  <a:pt x="2050035" y="6813345"/>
                </a:cubicBezTo>
                <a:lnTo>
                  <a:pt x="2063025" y="6858000"/>
                </a:lnTo>
                <a:lnTo>
                  <a:pt x="2021675" y="6858000"/>
                </a:lnTo>
                <a:lnTo>
                  <a:pt x="2019308" y="6847118"/>
                </a:lnTo>
                <a:cubicBezTo>
                  <a:pt x="1994223" y="6748278"/>
                  <a:pt x="1963999" y="6650518"/>
                  <a:pt x="1938835" y="6551160"/>
                </a:cubicBezTo>
                <a:cubicBezTo>
                  <a:pt x="1929908" y="6619047"/>
                  <a:pt x="1941143" y="6690322"/>
                  <a:pt x="1953230" y="6759699"/>
                </a:cubicBezTo>
                <a:lnTo>
                  <a:pt x="1956763" y="6778191"/>
                </a:lnTo>
                <a:lnTo>
                  <a:pt x="1967925" y="6858000"/>
                </a:lnTo>
                <a:lnTo>
                  <a:pt x="1936622" y="6858000"/>
                </a:lnTo>
                <a:lnTo>
                  <a:pt x="1926261" y="6784064"/>
                </a:lnTo>
                <a:lnTo>
                  <a:pt x="1922724" y="6765577"/>
                </a:lnTo>
                <a:cubicBezTo>
                  <a:pt x="1915473" y="6723948"/>
                  <a:pt x="1907737" y="6681875"/>
                  <a:pt x="1904650" y="6639616"/>
                </a:cubicBezTo>
                <a:lnTo>
                  <a:pt x="1885273" y="6858000"/>
                </a:lnTo>
                <a:lnTo>
                  <a:pt x="1854363" y="6858000"/>
                </a:lnTo>
                <a:lnTo>
                  <a:pt x="1880391" y="6603796"/>
                </a:lnTo>
                <a:cubicBezTo>
                  <a:pt x="1857032" y="6636864"/>
                  <a:pt x="1833268" y="6671346"/>
                  <a:pt x="1818273" y="6715729"/>
                </a:cubicBezTo>
                <a:cubicBezTo>
                  <a:pt x="1804852" y="6755735"/>
                  <a:pt x="1797634" y="6798725"/>
                  <a:pt x="1794691" y="6843239"/>
                </a:cubicBezTo>
                <a:cubicBezTo>
                  <a:pt x="1794765" y="6848159"/>
                  <a:pt x="1794840" y="6853080"/>
                  <a:pt x="1794914" y="6858000"/>
                </a:cubicBezTo>
                <a:lnTo>
                  <a:pt x="1746128" y="6858000"/>
                </a:lnTo>
                <a:lnTo>
                  <a:pt x="1753934" y="6724796"/>
                </a:lnTo>
                <a:cubicBezTo>
                  <a:pt x="1761216" y="6674140"/>
                  <a:pt x="1773366" y="6623443"/>
                  <a:pt x="1792053" y="6572396"/>
                </a:cubicBezTo>
                <a:cubicBezTo>
                  <a:pt x="1831929" y="6463223"/>
                  <a:pt x="1865036" y="6394363"/>
                  <a:pt x="1862248" y="6266397"/>
                </a:cubicBezTo>
                <a:cubicBezTo>
                  <a:pt x="1860953" y="6187277"/>
                  <a:pt x="1859762" y="6110946"/>
                  <a:pt x="1862250" y="6033531"/>
                </a:cubicBezTo>
                <a:cubicBezTo>
                  <a:pt x="1629459" y="6233327"/>
                  <a:pt x="1412286" y="6451119"/>
                  <a:pt x="1211999" y="6683610"/>
                </a:cubicBezTo>
                <a:cubicBezTo>
                  <a:pt x="1212594" y="6686848"/>
                  <a:pt x="1213637" y="6689601"/>
                  <a:pt x="1213266" y="6691947"/>
                </a:cubicBezTo>
                <a:cubicBezTo>
                  <a:pt x="1207239" y="6745048"/>
                  <a:pt x="1203941" y="6797982"/>
                  <a:pt x="1203370" y="6850676"/>
                </a:cubicBezTo>
                <a:cubicBezTo>
                  <a:pt x="1203470" y="6853117"/>
                  <a:pt x="1203571" y="6855559"/>
                  <a:pt x="1203671" y="6858000"/>
                </a:cubicBezTo>
                <a:lnTo>
                  <a:pt x="1143180" y="6858000"/>
                </a:lnTo>
                <a:cubicBezTo>
                  <a:pt x="1142845" y="6827348"/>
                  <a:pt x="1142511" y="6796697"/>
                  <a:pt x="1142176" y="6766045"/>
                </a:cubicBezTo>
                <a:lnTo>
                  <a:pt x="1067484" y="6858000"/>
                </a:lnTo>
                <a:lnTo>
                  <a:pt x="953928" y="6858000"/>
                </a:lnTo>
                <a:lnTo>
                  <a:pt x="959715" y="6850185"/>
                </a:lnTo>
                <a:cubicBezTo>
                  <a:pt x="1122351" y="6642955"/>
                  <a:pt x="1297493" y="6445464"/>
                  <a:pt x="1483788" y="6259174"/>
                </a:cubicBezTo>
                <a:cubicBezTo>
                  <a:pt x="1354519" y="6252700"/>
                  <a:pt x="1219786" y="6272526"/>
                  <a:pt x="1100671" y="6252137"/>
                </a:cubicBezTo>
                <a:cubicBezTo>
                  <a:pt x="1097473" y="6253667"/>
                  <a:pt x="1093344" y="6255226"/>
                  <a:pt x="1090144" y="6256748"/>
                </a:cubicBezTo>
                <a:cubicBezTo>
                  <a:pt x="1093160" y="6262221"/>
                  <a:pt x="1095726" y="6268172"/>
                  <a:pt x="1095872" y="6271892"/>
                </a:cubicBezTo>
                <a:cubicBezTo>
                  <a:pt x="1117034" y="6614754"/>
                  <a:pt x="501310" y="6765589"/>
                  <a:pt x="262785" y="6845450"/>
                </a:cubicBezTo>
                <a:cubicBezTo>
                  <a:pt x="240730" y="6852851"/>
                  <a:pt x="197167" y="6788461"/>
                  <a:pt x="209968" y="6770713"/>
                </a:cubicBezTo>
                <a:cubicBezTo>
                  <a:pt x="383281" y="6527661"/>
                  <a:pt x="615742" y="6377713"/>
                  <a:pt x="873460" y="6253768"/>
                </a:cubicBezTo>
                <a:cubicBezTo>
                  <a:pt x="626943" y="6191900"/>
                  <a:pt x="365733" y="5960633"/>
                  <a:pt x="192686" y="5849257"/>
                </a:cubicBezTo>
                <a:cubicBezTo>
                  <a:pt x="116185" y="5799690"/>
                  <a:pt x="52073" y="5754165"/>
                  <a:pt x="4696" y="5697668"/>
                </a:cubicBezTo>
                <a:lnTo>
                  <a:pt x="0" y="5689984"/>
                </a:lnTo>
                <a:lnTo>
                  <a:pt x="0" y="5513472"/>
                </a:lnTo>
                <a:lnTo>
                  <a:pt x="174101" y="5620277"/>
                </a:lnTo>
                <a:cubicBezTo>
                  <a:pt x="413334" y="5759164"/>
                  <a:pt x="660435" y="5885160"/>
                  <a:pt x="891800" y="6036935"/>
                </a:cubicBezTo>
                <a:cubicBezTo>
                  <a:pt x="944884" y="6071606"/>
                  <a:pt x="1012106" y="6145300"/>
                  <a:pt x="1072219" y="6169443"/>
                </a:cubicBezTo>
                <a:cubicBezTo>
                  <a:pt x="1072700" y="6169886"/>
                  <a:pt x="1073629" y="6169850"/>
                  <a:pt x="1074117" y="6170301"/>
                </a:cubicBezTo>
                <a:cubicBezTo>
                  <a:pt x="1077423" y="6171567"/>
                  <a:pt x="1080285" y="6173315"/>
                  <a:pt x="1083114" y="6174131"/>
                </a:cubicBezTo>
                <a:cubicBezTo>
                  <a:pt x="1205686" y="6211148"/>
                  <a:pt x="1403553" y="6162717"/>
                  <a:pt x="1543010" y="6191140"/>
                </a:cubicBezTo>
                <a:cubicBezTo>
                  <a:pt x="1545352" y="6191516"/>
                  <a:pt x="1548218" y="6193258"/>
                  <a:pt x="1551080" y="6195006"/>
                </a:cubicBezTo>
                <a:cubicBezTo>
                  <a:pt x="1796784" y="5956970"/>
                  <a:pt x="2061981" y="5740521"/>
                  <a:pt x="2345443" y="5549882"/>
                </a:cubicBezTo>
                <a:cubicBezTo>
                  <a:pt x="2141371" y="5547786"/>
                  <a:pt x="1930334" y="5604666"/>
                  <a:pt x="1721499" y="5599969"/>
                </a:cubicBezTo>
                <a:cubicBezTo>
                  <a:pt x="1398951" y="5593309"/>
                  <a:pt x="1081337" y="5547329"/>
                  <a:pt x="767716" y="5472768"/>
                </a:cubicBezTo>
                <a:cubicBezTo>
                  <a:pt x="753133" y="5469162"/>
                  <a:pt x="700946" y="5398599"/>
                  <a:pt x="722147" y="5393091"/>
                </a:cubicBezTo>
                <a:cubicBezTo>
                  <a:pt x="968781" y="5329673"/>
                  <a:pt x="1232259" y="5326588"/>
                  <a:pt x="1485552" y="5313202"/>
                </a:cubicBezTo>
                <a:cubicBezTo>
                  <a:pt x="1722589" y="5300930"/>
                  <a:pt x="1934026" y="5312502"/>
                  <a:pt x="2143004" y="5402420"/>
                </a:cubicBezTo>
                <a:cubicBezTo>
                  <a:pt x="2072259" y="5321879"/>
                  <a:pt x="2001915" y="5239927"/>
                  <a:pt x="1933391" y="5156971"/>
                </a:cubicBezTo>
                <a:cubicBezTo>
                  <a:pt x="1884964" y="5098829"/>
                  <a:pt x="1830279" y="5047453"/>
                  <a:pt x="1827118" y="4968410"/>
                </a:cubicBezTo>
                <a:cubicBezTo>
                  <a:pt x="1826899" y="4962830"/>
                  <a:pt x="1831287" y="4956131"/>
                  <a:pt x="1837349" y="4956357"/>
                </a:cubicBezTo>
                <a:cubicBezTo>
                  <a:pt x="1954786" y="4958180"/>
                  <a:pt x="2095955" y="5099243"/>
                  <a:pt x="2162835" y="5187853"/>
                </a:cubicBezTo>
                <a:cubicBezTo>
                  <a:pt x="2223806" y="5268314"/>
                  <a:pt x="2261117" y="5362764"/>
                  <a:pt x="2257167" y="5462123"/>
                </a:cubicBezTo>
                <a:cubicBezTo>
                  <a:pt x="2258619" y="5463463"/>
                  <a:pt x="2260110" y="5465731"/>
                  <a:pt x="2261598" y="5467998"/>
                </a:cubicBezTo>
                <a:cubicBezTo>
                  <a:pt x="2319293" y="5466627"/>
                  <a:pt x="2377620" y="5469418"/>
                  <a:pt x="2437177" y="5479608"/>
                </a:cubicBezTo>
                <a:cubicBezTo>
                  <a:pt x="2440002" y="5480429"/>
                  <a:pt x="2442387" y="5481726"/>
                  <a:pt x="2445247" y="5483476"/>
                </a:cubicBezTo>
                <a:cubicBezTo>
                  <a:pt x="2542410" y="5420910"/>
                  <a:pt x="2642483" y="5361023"/>
                  <a:pt x="2743626" y="5304819"/>
                </a:cubicBezTo>
                <a:cubicBezTo>
                  <a:pt x="2843877" y="5249576"/>
                  <a:pt x="2945694" y="5198471"/>
                  <a:pt x="3048102" y="5150595"/>
                </a:cubicBezTo>
                <a:cubicBezTo>
                  <a:pt x="2585795" y="5154639"/>
                  <a:pt x="2153807" y="4996795"/>
                  <a:pt x="1799414" y="4694732"/>
                </a:cubicBezTo>
                <a:cubicBezTo>
                  <a:pt x="1791709" y="4688523"/>
                  <a:pt x="1742423" y="4620635"/>
                  <a:pt x="1771735" y="4619929"/>
                </a:cubicBezTo>
                <a:cubicBezTo>
                  <a:pt x="2256142" y="4609405"/>
                  <a:pt x="2784409" y="4670721"/>
                  <a:pt x="3104273" y="5076159"/>
                </a:cubicBezTo>
                <a:cubicBezTo>
                  <a:pt x="3108183" y="5080663"/>
                  <a:pt x="3110711" y="5085686"/>
                  <a:pt x="3113245" y="5090705"/>
                </a:cubicBezTo>
                <a:cubicBezTo>
                  <a:pt x="3118189" y="5097958"/>
                  <a:pt x="3122727" y="5106622"/>
                  <a:pt x="3126294" y="5114400"/>
                </a:cubicBezTo>
                <a:cubicBezTo>
                  <a:pt x="3390302" y="4996262"/>
                  <a:pt x="3661785" y="4902036"/>
                  <a:pt x="3937433" y="4830473"/>
                </a:cubicBezTo>
                <a:cubicBezTo>
                  <a:pt x="3836176" y="4732523"/>
                  <a:pt x="3721785" y="4620668"/>
                  <a:pt x="3590475" y="4597974"/>
                </a:cubicBezTo>
                <a:cubicBezTo>
                  <a:pt x="3435249" y="4571111"/>
                  <a:pt x="3264279" y="4616605"/>
                  <a:pt x="3100264" y="4579845"/>
                </a:cubicBezTo>
                <a:cubicBezTo>
                  <a:pt x="2787310" y="4510393"/>
                  <a:pt x="2468738" y="4370372"/>
                  <a:pt x="2183576" y="4227150"/>
                </a:cubicBezTo>
                <a:cubicBezTo>
                  <a:pt x="2170260" y="4220226"/>
                  <a:pt x="2115765" y="4150220"/>
                  <a:pt x="2151029" y="4146947"/>
                </a:cubicBezTo>
                <a:cubicBezTo>
                  <a:pt x="2677991" y="4094203"/>
                  <a:pt x="3159089" y="4117356"/>
                  <a:pt x="3563434" y="4469115"/>
                </a:cubicBezTo>
                <a:lnTo>
                  <a:pt x="3177952" y="3657386"/>
                </a:lnTo>
                <a:cubicBezTo>
                  <a:pt x="3171337" y="3643210"/>
                  <a:pt x="3161442" y="3605414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646545" y="4229668"/>
                  <a:pt x="3658964" y="4353983"/>
                  <a:pt x="3626636" y="4512230"/>
                </a:cubicBezTo>
                <a:cubicBezTo>
                  <a:pt x="3635603" y="4515129"/>
                  <a:pt x="3644081" y="4517586"/>
                  <a:pt x="3653088" y="4521417"/>
                </a:cubicBezTo>
                <a:cubicBezTo>
                  <a:pt x="3765052" y="4572828"/>
                  <a:pt x="3892199" y="4724230"/>
                  <a:pt x="3988128" y="4817267"/>
                </a:cubicBezTo>
                <a:cubicBezTo>
                  <a:pt x="4265269" y="4747971"/>
                  <a:pt x="4547054" y="4701774"/>
                  <a:pt x="4830582" y="4676000"/>
                </a:cubicBezTo>
                <a:lnTo>
                  <a:pt x="4830100" y="4675554"/>
                </a:lnTo>
                <a:cubicBezTo>
                  <a:pt x="4727027" y="4369030"/>
                  <a:pt x="4271973" y="4333199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5134" y="3515099"/>
                  <a:pt x="3391592" y="3444385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97168" y="4091520"/>
                  <a:pt x="4760991" y="4228417"/>
                  <a:pt x="4781371" y="4458604"/>
                </a:cubicBezTo>
                <a:cubicBezTo>
                  <a:pt x="4781562" y="4463257"/>
                  <a:pt x="4780772" y="4467014"/>
                  <a:pt x="4780440" y="4470290"/>
                </a:cubicBezTo>
                <a:cubicBezTo>
                  <a:pt x="4830364" y="4519056"/>
                  <a:pt x="4870983" y="4579844"/>
                  <a:pt x="4898954" y="4662092"/>
                </a:cubicBezTo>
                <a:cubicBezTo>
                  <a:pt x="4900480" y="4665288"/>
                  <a:pt x="4900107" y="4667630"/>
                  <a:pt x="4900699" y="4670867"/>
                </a:cubicBezTo>
                <a:cubicBezTo>
                  <a:pt x="5170915" y="4649815"/>
                  <a:pt x="5442360" y="4647817"/>
                  <a:pt x="5714511" y="4663483"/>
                </a:cubicBezTo>
                <a:cubicBezTo>
                  <a:pt x="5651495" y="4555157"/>
                  <a:pt x="5582088" y="4449879"/>
                  <a:pt x="5464793" y="4393556"/>
                </a:cubicBezTo>
                <a:cubicBezTo>
                  <a:pt x="5463384" y="4393148"/>
                  <a:pt x="5462860" y="4391770"/>
                  <a:pt x="5461897" y="4390879"/>
                </a:cubicBezTo>
                <a:cubicBezTo>
                  <a:pt x="4970387" y="4293633"/>
                  <a:pt x="4556299" y="367493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cubicBezTo>
                  <a:pt x="5763687" y="2828007"/>
                  <a:pt x="5764331" y="2813808"/>
                  <a:pt x="5764974" y="2799609"/>
                </a:cubicBez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lnTo>
                  <a:pt x="2399523" y="1428234"/>
                </a:ln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lnTo>
                  <a:pt x="278707" y="1352270"/>
                </a:ln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lnTo>
                  <a:pt x="655236" y="1268632"/>
                </a:ln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lnTo>
                  <a:pt x="6605473" y="1184686"/>
                </a:ln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lnTo>
                  <a:pt x="4000324" y="1039362"/>
                </a:lnTo>
                <a:lnTo>
                  <a:pt x="4002862" y="1042866"/>
                </a:ln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278852" y="4250311"/>
                  <a:pt x="915356" y="4600566"/>
                  <a:pt x="542867" y="4944092"/>
                </a:cubicBezTo>
                <a:cubicBezTo>
                  <a:pt x="521291" y="4964055"/>
                  <a:pt x="503482" y="4879596"/>
                  <a:pt x="515800" y="4862180"/>
                </a:cubicBezTo>
                <a:cubicBezTo>
                  <a:pt x="664236" y="4650055"/>
                  <a:pt x="747224" y="4402666"/>
                  <a:pt x="909145" y="4199225"/>
                </a:cubicBez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458381" y="4190213"/>
                  <a:pt x="284593" y="4292005"/>
                  <a:pt x="112563" y="4396952"/>
                </a:cubicBezTo>
                <a:lnTo>
                  <a:pt x="0" y="4466006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lnTo>
                  <a:pt x="5460148" y="911442"/>
                </a:ln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lnTo>
                  <a:pt x="5208466" y="257550"/>
                </a:ln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lnTo>
                  <a:pt x="5261015" y="227087"/>
                </a:ln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lnTo>
                  <a:pt x="6537433" y="1907790"/>
                </a:ln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lnTo>
                  <a:pt x="3882765" y="0"/>
                </a:ln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lnTo>
                  <a:pt x="3721337" y="0"/>
                </a:ln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lnTo>
                  <a:pt x="2867960" y="0"/>
                </a:ln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lnTo>
                  <a:pt x="1057230" y="0"/>
                </a:ln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lnTo>
                  <a:pt x="43151" y="0"/>
                </a:ln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990600"/>
            <a:ext cx="8458200" cy="48768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1676400"/>
            <a:ext cx="2857500" cy="3505200"/>
          </a:xfrm>
        </p:spPr>
        <p:txBody>
          <a:bodyPr anchor="t">
            <a:normAutofit/>
          </a:bodyPr>
          <a:lstStyle/>
          <a:p>
            <a:r>
              <a:rPr lang="it-IT" sz="3500"/>
              <a:t>2. Norma ISO/IEC 27002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3" y="1676400"/>
            <a:ext cx="4229097" cy="3505200"/>
          </a:xfrm>
        </p:spPr>
        <p:txBody>
          <a:bodyPr>
            <a:normAutofit/>
          </a:bodyPr>
          <a:lstStyle/>
          <a:p>
            <a:r>
              <a:rPr lang="es-ES" sz="2100">
                <a:solidFill>
                  <a:schemeClr val="tx1">
                    <a:alpha val="55000"/>
                  </a:schemeClr>
                </a:solidFill>
              </a:rPr>
              <a:t>Estándar internacional de buenas prácticas</a:t>
            </a:r>
          </a:p>
          <a:p>
            <a:r>
              <a:rPr lang="es-ES" sz="2100">
                <a:solidFill>
                  <a:schemeClr val="tx1">
                    <a:alpha val="55000"/>
                  </a:schemeClr>
                </a:solidFill>
              </a:rPr>
              <a:t>No certificable, sirve como guía</a:t>
            </a:r>
          </a:p>
          <a:p>
            <a:r>
              <a:rPr lang="es-ES" sz="2100">
                <a:solidFill>
                  <a:schemeClr val="tx1">
                    <a:alpha val="55000"/>
                  </a:schemeClr>
                </a:solidFill>
              </a:rPr>
              <a:t>Define controles de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579FB575-C158-FA90-7B1A-026155266AA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ISO 27002 – Controles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7AFAB21-0127-6207-C3D7-E75DA1ABD15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3016532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89BDFD3-D57E-9E10-58A8-CDC6A84F87E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>
            <a:fillRect/>
          </a:stretch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t>3. Metodología ITIL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0F7488-D63D-F8A4-9DC9-6E6ED014666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4420526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Procesos ITIL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5A12D15-933B-2CAB-DE65-F08E82D1909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0042574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ITIL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97C6AC8-2D74-9DE5-945C-726E18D7D1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1213543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4. LOPDGDD y RGPD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8B11D53-2391-6A06-235F-EB99601CE33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404667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Protección de datos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88EBD5C-DFBC-6BDD-C70A-36364C21D4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98617987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Consecuencias del incumplimiento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3320A6-141D-AEB5-14E8-2F0F82CD0CC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200634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5. Seguridad física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68BD4B0-F29F-755D-3306-8A4E8A2A0E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13521969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Medidas de seguridad física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8942ED8-28DE-EB80-768F-3B91829EB70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24469438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6. Conclusión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57B357A-F12B-0343-FA70-40EC0FF0EC5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370847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1"/>
            <a:ext cx="9143998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2900" y="457201"/>
            <a:ext cx="84582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990599"/>
            <a:ext cx="7429500" cy="685800"/>
          </a:xfrm>
        </p:spPr>
        <p:txBody>
          <a:bodyPr anchor="t">
            <a:normAutofit/>
          </a:bodyPr>
          <a:lstStyle/>
          <a:p>
            <a:r>
              <a:rPr lang="es-ES" sz="3500"/>
              <a:t>Beneficios de una buena gestión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A1E1585-4384-2046-C135-F2FB36FB43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34803722"/>
              </p:ext>
            </p:extLst>
          </p:nvPr>
        </p:nvGraphicFramePr>
        <p:xfrm>
          <a:off x="514350" y="2137228"/>
          <a:ext cx="81153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292</Words>
  <Application>Microsoft Office PowerPoint</Application>
  <PresentationFormat>Presentación en pantalla (4:3)</PresentationFormat>
  <Paragraphs>69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Capítulo 1 – Gestión de la seguridad</vt:lpstr>
      <vt:lpstr>1. Introducción</vt:lpstr>
      <vt:lpstr>Principios de la seguridad</vt:lpstr>
      <vt:lpstr>Importancia de la seguridad</vt:lpstr>
      <vt:lpstr>2. Norma ISO/IEC 27002</vt:lpstr>
      <vt:lpstr>ISO 27002 – Controles</vt:lpstr>
      <vt:lpstr>3. Metodología ITIL</vt:lpstr>
      <vt:lpstr>Procesos ITIL</vt:lpstr>
      <vt:lpstr>ITIL</vt:lpstr>
      <vt:lpstr>4. LOPDGDD y RGPD</vt:lpstr>
      <vt:lpstr>Protección de datos</vt:lpstr>
      <vt:lpstr>Consecuencias del incumplimiento</vt:lpstr>
      <vt:lpstr>5. Seguridad física</vt:lpstr>
      <vt:lpstr>Medidas de seguridad física</vt:lpstr>
      <vt:lpstr>6. Conclusión</vt:lpstr>
      <vt:lpstr>Beneficios de una buena gestión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Alberto Ruiz</cp:lastModifiedBy>
  <cp:revision>1</cp:revision>
  <dcterms:created xsi:type="dcterms:W3CDTF">2013-01-27T09:14:16Z</dcterms:created>
  <dcterms:modified xsi:type="dcterms:W3CDTF">2026-01-07T11:30:46Z</dcterms:modified>
  <cp:category/>
</cp:coreProperties>
</file>