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modSld">
      <pc:chgData name="Alberto Ruiz" userId="47fa91d207cfb014" providerId="LiveId" clId="{85FEFC20-368C-4804-AF35-776ECB9C6605}" dt="2026-01-07T12:03:28.327" v="13" actId="26606"/>
      <pc:docMkLst>
        <pc:docMk/>
      </pc:docMkLst>
      <pc:sldChg chg="addSp delSp modSp mod setBg">
        <pc:chgData name="Alberto Ruiz" userId="47fa91d207cfb014" providerId="LiveId" clId="{85FEFC20-368C-4804-AF35-776ECB9C6605}" dt="2026-01-07T12:02:40.363" v="0" actId="2660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6-01-07T12:02:40.363" v="0" actId="26606"/>
          <ac:spMkLst>
            <pc:docMk/>
            <pc:sldMk cId="0" sldId="25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2:40.36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2:40.363" v="0" actId="26606"/>
          <ac:spMkLst>
            <pc:docMk/>
            <pc:sldMk cId="0" sldId="256"/>
            <ac:spMk id="9" creationId="{AE2B703B-46F9-481A-A605-82E2A828C4FA}"/>
          </ac:spMkLst>
        </pc:spChg>
        <pc:spChg chg="add">
          <ac:chgData name="Alberto Ruiz" userId="47fa91d207cfb014" providerId="LiveId" clId="{85FEFC20-368C-4804-AF35-776ECB9C6605}" dt="2026-01-07T12:02:40.363" v="0" actId="26606"/>
          <ac:spMkLst>
            <pc:docMk/>
            <pc:sldMk cId="0" sldId="256"/>
            <ac:spMk id="11" creationId="{F13BE4D7-0C3D-4906-B230-A1C5B4665CCF}"/>
          </ac:spMkLst>
        </pc:spChg>
        <pc:graphicFrameChg chg="add">
          <ac:chgData name="Alberto Ruiz" userId="47fa91d207cfb014" providerId="LiveId" clId="{85FEFC20-368C-4804-AF35-776ECB9C6605}" dt="2026-01-07T12:02:40.363" v="0" actId="26606"/>
          <ac:graphicFrameMkLst>
            <pc:docMk/>
            <pc:sldMk cId="0" sldId="256"/>
            <ac:graphicFrameMk id="5" creationId="{BAC1B349-4397-3E59-37DF-7521E04F5C7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2:43.429" v="1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6-01-07T12:02:43.429" v="1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2:43.429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2:43.429" v="1" actId="26606"/>
          <ac:spMkLst>
            <pc:docMk/>
            <pc:sldMk cId="0" sldId="257"/>
            <ac:spMk id="9" creationId="{AE2B703B-46F9-481A-A605-82E2A828C4FA}"/>
          </ac:spMkLst>
        </pc:spChg>
        <pc:spChg chg="add">
          <ac:chgData name="Alberto Ruiz" userId="47fa91d207cfb014" providerId="LiveId" clId="{85FEFC20-368C-4804-AF35-776ECB9C6605}" dt="2026-01-07T12:02:43.429" v="1" actId="26606"/>
          <ac:spMkLst>
            <pc:docMk/>
            <pc:sldMk cId="0" sldId="257"/>
            <ac:spMk id="11" creationId="{F13BE4D7-0C3D-4906-B230-A1C5B4665CCF}"/>
          </ac:spMkLst>
        </pc:spChg>
        <pc:graphicFrameChg chg="add">
          <ac:chgData name="Alberto Ruiz" userId="47fa91d207cfb014" providerId="LiveId" clId="{85FEFC20-368C-4804-AF35-776ECB9C6605}" dt="2026-01-07T12:02:43.429" v="1" actId="26606"/>
          <ac:graphicFrameMkLst>
            <pc:docMk/>
            <pc:sldMk cId="0" sldId="257"/>
            <ac:graphicFrameMk id="5" creationId="{D3B96410-83D2-209F-3F17-DBB0F2A9A7E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2:46.604" v="2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6-01-07T12:02:46.604" v="2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2:46.604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2:46.604" v="2" actId="26606"/>
          <ac:spMkLst>
            <pc:docMk/>
            <pc:sldMk cId="0" sldId="258"/>
            <ac:spMk id="9" creationId="{AE2B703B-46F9-481A-A605-82E2A828C4FA}"/>
          </ac:spMkLst>
        </pc:spChg>
        <pc:spChg chg="add">
          <ac:chgData name="Alberto Ruiz" userId="47fa91d207cfb014" providerId="LiveId" clId="{85FEFC20-368C-4804-AF35-776ECB9C6605}" dt="2026-01-07T12:02:46.604" v="2" actId="26606"/>
          <ac:spMkLst>
            <pc:docMk/>
            <pc:sldMk cId="0" sldId="258"/>
            <ac:spMk id="11" creationId="{F13BE4D7-0C3D-4906-B230-A1C5B4665CCF}"/>
          </ac:spMkLst>
        </pc:spChg>
        <pc:graphicFrameChg chg="add">
          <ac:chgData name="Alberto Ruiz" userId="47fa91d207cfb014" providerId="LiveId" clId="{85FEFC20-368C-4804-AF35-776ECB9C6605}" dt="2026-01-07T12:02:46.604" v="2" actId="26606"/>
          <ac:graphicFrameMkLst>
            <pc:docMk/>
            <pc:sldMk cId="0" sldId="258"/>
            <ac:graphicFrameMk id="5" creationId="{05A37807-6C69-2173-3A76-0F5B8372A22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2:50.569" v="3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6-01-07T12:02:50.569" v="3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2:50.569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2:50.569" v="3" actId="26606"/>
          <ac:spMkLst>
            <pc:docMk/>
            <pc:sldMk cId="0" sldId="259"/>
            <ac:spMk id="9" creationId="{AE2B703B-46F9-481A-A605-82E2A828C4FA}"/>
          </ac:spMkLst>
        </pc:spChg>
        <pc:spChg chg="add">
          <ac:chgData name="Alberto Ruiz" userId="47fa91d207cfb014" providerId="LiveId" clId="{85FEFC20-368C-4804-AF35-776ECB9C6605}" dt="2026-01-07T12:02:50.569" v="3" actId="26606"/>
          <ac:spMkLst>
            <pc:docMk/>
            <pc:sldMk cId="0" sldId="259"/>
            <ac:spMk id="11" creationId="{F13BE4D7-0C3D-4906-B230-A1C5B4665CCF}"/>
          </ac:spMkLst>
        </pc:spChg>
        <pc:graphicFrameChg chg="add">
          <ac:chgData name="Alberto Ruiz" userId="47fa91d207cfb014" providerId="LiveId" clId="{85FEFC20-368C-4804-AF35-776ECB9C6605}" dt="2026-01-07T12:02:50.569" v="3" actId="26606"/>
          <ac:graphicFrameMkLst>
            <pc:docMk/>
            <pc:sldMk cId="0" sldId="259"/>
            <ac:graphicFrameMk id="5" creationId="{C1B58700-C46A-EFBA-A0B2-804EBAA1D43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2:56.018" v="4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6-01-07T12:02:56.018" v="4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2:56.018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2:56.018" v="4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2:56.018" v="4" actId="26606"/>
          <ac:spMkLst>
            <pc:docMk/>
            <pc:sldMk cId="0" sldId="260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2:56.018" v="4" actId="26606"/>
          <ac:spMkLst>
            <pc:docMk/>
            <pc:sldMk cId="0" sldId="260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2:56.018" v="4" actId="26606"/>
          <ac:spMkLst>
            <pc:docMk/>
            <pc:sldMk cId="0" sldId="260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2:56.018" v="4" actId="26606"/>
          <ac:graphicFrameMkLst>
            <pc:docMk/>
            <pc:sldMk cId="0" sldId="260"/>
            <ac:graphicFrameMk id="5" creationId="{EE62A4E4-950E-771D-DE2B-18B6BD7C38E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2:59.680" v="5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6-01-07T12:02:59.680" v="5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2:59.680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2:59.680" v="5" actId="26606"/>
          <ac:spMkLst>
            <pc:docMk/>
            <pc:sldMk cId="0" sldId="26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2:59.680" v="5" actId="26606"/>
          <ac:spMkLst>
            <pc:docMk/>
            <pc:sldMk cId="0" sldId="261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2:59.680" v="5" actId="26606"/>
          <ac:spMkLst>
            <pc:docMk/>
            <pc:sldMk cId="0" sldId="261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2:59.680" v="5" actId="26606"/>
          <ac:spMkLst>
            <pc:docMk/>
            <pc:sldMk cId="0" sldId="261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2:59.680" v="5" actId="26606"/>
          <ac:graphicFrameMkLst>
            <pc:docMk/>
            <pc:sldMk cId="0" sldId="261"/>
            <ac:graphicFrameMk id="5" creationId="{07F1AD0B-9F1A-8FDE-3675-3C98E54E34A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03.502" v="6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6-01-07T12:03:03.502" v="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03.502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03.502" v="6" actId="26606"/>
          <ac:spMkLst>
            <pc:docMk/>
            <pc:sldMk cId="0" sldId="26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3:03.502" v="6" actId="26606"/>
          <ac:spMkLst>
            <pc:docMk/>
            <pc:sldMk cId="0" sldId="26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3:03.502" v="6" actId="26606"/>
          <ac:spMkLst>
            <pc:docMk/>
            <pc:sldMk cId="0" sldId="26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3:03.502" v="6" actId="26606"/>
          <ac:spMkLst>
            <pc:docMk/>
            <pc:sldMk cId="0" sldId="26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3:03.502" v="6" actId="26606"/>
          <ac:graphicFrameMkLst>
            <pc:docMk/>
            <pc:sldMk cId="0" sldId="262"/>
            <ac:graphicFrameMk id="5" creationId="{52B6BB19-D271-D211-FC1A-C9EB6D12E91B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07.012" v="7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6-01-07T12:03:07.012" v="7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07.012" v="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07.012" v="7" actId="26606"/>
          <ac:spMkLst>
            <pc:docMk/>
            <pc:sldMk cId="0" sldId="263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3:07.012" v="7" actId="26606"/>
          <ac:spMkLst>
            <pc:docMk/>
            <pc:sldMk cId="0" sldId="263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3:07.012" v="7" actId="26606"/>
          <ac:spMkLst>
            <pc:docMk/>
            <pc:sldMk cId="0" sldId="263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3:07.012" v="7" actId="26606"/>
          <ac:spMkLst>
            <pc:docMk/>
            <pc:sldMk cId="0" sldId="263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3:07.012" v="7" actId="26606"/>
          <ac:graphicFrameMkLst>
            <pc:docMk/>
            <pc:sldMk cId="0" sldId="263"/>
            <ac:graphicFrameMk id="5" creationId="{AD72AE5F-0DE8-C891-C165-DDA415C51B4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10.165" v="8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6-01-07T12:03:10.165" v="8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10.165" v="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10.165" v="8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3:10.165" v="8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3:10.165" v="8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3:10.165" v="8" actId="26606"/>
          <ac:spMkLst>
            <pc:docMk/>
            <pc:sldMk cId="0" sldId="264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3:10.165" v="8" actId="26606"/>
          <ac:graphicFrameMkLst>
            <pc:docMk/>
            <pc:sldMk cId="0" sldId="264"/>
            <ac:graphicFrameMk id="5" creationId="{ADBFEB60-F5C0-E2F5-D635-C00346C207A7}"/>
          </ac:graphicFrameMkLst>
        </pc:graphicFrameChg>
      </pc:sldChg>
      <pc:sldChg chg="addSp delSp modSp mod setBg setClrOvrMap">
        <pc:chgData name="Alberto Ruiz" userId="47fa91d207cfb014" providerId="LiveId" clId="{85FEFC20-368C-4804-AF35-776ECB9C6605}" dt="2026-01-07T12:03:14.440" v="9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6-01-07T12:03:14.440" v="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14.440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14.440" v="9" actId="26606"/>
          <ac:spMkLst>
            <pc:docMk/>
            <pc:sldMk cId="0" sldId="265"/>
            <ac:spMk id="9" creationId="{A3EFF7B1-6CB7-47D1-AD37-B870CA2B2151}"/>
          </ac:spMkLst>
        </pc:spChg>
        <pc:spChg chg="add">
          <ac:chgData name="Alberto Ruiz" userId="47fa91d207cfb014" providerId="LiveId" clId="{85FEFC20-368C-4804-AF35-776ECB9C6605}" dt="2026-01-07T12:03:14.440" v="9" actId="26606"/>
          <ac:spMkLst>
            <pc:docMk/>
            <pc:sldMk cId="0" sldId="265"/>
            <ac:spMk id="11" creationId="{7FA2962B-21B6-4689-A95D-A8FF6ADE47F1}"/>
          </ac:spMkLst>
        </pc:spChg>
        <pc:spChg chg="add">
          <ac:chgData name="Alberto Ruiz" userId="47fa91d207cfb014" providerId="LiveId" clId="{85FEFC20-368C-4804-AF35-776ECB9C6605}" dt="2026-01-07T12:03:14.440" v="9" actId="26606"/>
          <ac:spMkLst>
            <pc:docMk/>
            <pc:sldMk cId="0" sldId="265"/>
            <ac:spMk id="27" creationId="{A00D2CE1-35C1-46E6-BD59-CEE668BD90F4}"/>
          </ac:spMkLst>
        </pc:spChg>
        <pc:spChg chg="add">
          <ac:chgData name="Alberto Ruiz" userId="47fa91d207cfb014" providerId="LiveId" clId="{85FEFC20-368C-4804-AF35-776ECB9C6605}" dt="2026-01-07T12:03:14.440" v="9" actId="26606"/>
          <ac:spMkLst>
            <pc:docMk/>
            <pc:sldMk cId="0" sldId="265"/>
            <ac:spMk id="35" creationId="{E18403B7-F2C7-4C07-8522-21C31910902C}"/>
          </ac:spMkLst>
        </pc:spChg>
        <pc:grpChg chg="add">
          <ac:chgData name="Alberto Ruiz" userId="47fa91d207cfb014" providerId="LiveId" clId="{85FEFC20-368C-4804-AF35-776ECB9C6605}" dt="2026-01-07T12:03:14.440" v="9" actId="26606"/>
          <ac:grpSpMkLst>
            <pc:docMk/>
            <pc:sldMk cId="0" sldId="265"/>
            <ac:grpSpMk id="13" creationId="{A745280D-ED36-41FE-8EB1-CE597C99CFE8}"/>
          </ac:grpSpMkLst>
        </pc:grpChg>
        <pc:grpChg chg="add">
          <ac:chgData name="Alberto Ruiz" userId="47fa91d207cfb014" providerId="LiveId" clId="{85FEFC20-368C-4804-AF35-776ECB9C6605}" dt="2026-01-07T12:03:14.440" v="9" actId="26606"/>
          <ac:grpSpMkLst>
            <pc:docMk/>
            <pc:sldMk cId="0" sldId="265"/>
            <ac:grpSpMk id="19" creationId="{80E95A5C-1E97-41C3-9DEC-245FF6DEBF1F}"/>
          </ac:grpSpMkLst>
        </pc:grpChg>
        <pc:grpChg chg="add">
          <ac:chgData name="Alberto Ruiz" userId="47fa91d207cfb014" providerId="LiveId" clId="{85FEFC20-368C-4804-AF35-776ECB9C6605}" dt="2026-01-07T12:03:14.440" v="9" actId="26606"/>
          <ac:grpSpMkLst>
            <pc:docMk/>
            <pc:sldMk cId="0" sldId="265"/>
            <ac:grpSpMk id="29" creationId="{A58DCE86-9AE1-46D1-96D6-04B8B3EDF6FA}"/>
          </ac:grpSpMkLst>
        </pc:grpChg>
        <pc:graphicFrameChg chg="add">
          <ac:chgData name="Alberto Ruiz" userId="47fa91d207cfb014" providerId="LiveId" clId="{85FEFC20-368C-4804-AF35-776ECB9C6605}" dt="2026-01-07T12:03:14.440" v="9" actId="26606"/>
          <ac:graphicFrameMkLst>
            <pc:docMk/>
            <pc:sldMk cId="0" sldId="265"/>
            <ac:graphicFrameMk id="5" creationId="{8AF9321D-9A90-4984-5710-FF9DCF9D52EB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18.757" v="10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6-01-07T12:03:18.757" v="10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18.757" v="1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18.757" v="10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3:18.757" v="10" actId="26606"/>
          <ac:spMkLst>
            <pc:docMk/>
            <pc:sldMk cId="0" sldId="266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3:18.757" v="10" actId="26606"/>
          <ac:spMkLst>
            <pc:docMk/>
            <pc:sldMk cId="0" sldId="266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3:18.757" v="10" actId="26606"/>
          <ac:spMkLst>
            <pc:docMk/>
            <pc:sldMk cId="0" sldId="266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3:18.757" v="10" actId="26606"/>
          <ac:graphicFrameMkLst>
            <pc:docMk/>
            <pc:sldMk cId="0" sldId="266"/>
            <ac:graphicFrameMk id="5" creationId="{05D166B3-A0E0-D035-273D-55C8083C7B8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22.285" v="11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6-01-07T12:03:22.285" v="11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22.285" v="1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22.285" v="11" actId="26606"/>
          <ac:spMkLst>
            <pc:docMk/>
            <pc:sldMk cId="0" sldId="26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3:22.285" v="11" actId="26606"/>
          <ac:spMkLst>
            <pc:docMk/>
            <pc:sldMk cId="0" sldId="26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3:22.285" v="11" actId="26606"/>
          <ac:spMkLst>
            <pc:docMk/>
            <pc:sldMk cId="0" sldId="26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3:22.285" v="11" actId="26606"/>
          <ac:spMkLst>
            <pc:docMk/>
            <pc:sldMk cId="0" sldId="26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3:22.285" v="11" actId="26606"/>
          <ac:graphicFrameMkLst>
            <pc:docMk/>
            <pc:sldMk cId="0" sldId="267"/>
            <ac:graphicFrameMk id="5" creationId="{F759713A-4D57-36B6-9973-1E4315CE149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25.103" v="12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6-01-07T12:03:25.103" v="12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25.103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25.103" v="12" actId="26606"/>
          <ac:spMkLst>
            <pc:docMk/>
            <pc:sldMk cId="0" sldId="26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3:25.103" v="12" actId="26606"/>
          <ac:spMkLst>
            <pc:docMk/>
            <pc:sldMk cId="0" sldId="26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3:25.103" v="12" actId="26606"/>
          <ac:spMkLst>
            <pc:docMk/>
            <pc:sldMk cId="0" sldId="26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3:25.103" v="12" actId="26606"/>
          <ac:spMkLst>
            <pc:docMk/>
            <pc:sldMk cId="0" sldId="26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3:25.103" v="12" actId="26606"/>
          <ac:graphicFrameMkLst>
            <pc:docMk/>
            <pc:sldMk cId="0" sldId="268"/>
            <ac:graphicFrameMk id="5" creationId="{D26B69E4-015D-B6FB-7814-C4EFF854E93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28.327" v="13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6-01-07T12:03:28.327" v="13" actId="26606"/>
          <ac:spMkLst>
            <pc:docMk/>
            <pc:sldMk cId="0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28.327" v="1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28.327" v="13" actId="26606"/>
          <ac:spMkLst>
            <pc:docMk/>
            <pc:sldMk cId="0" sldId="26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3:28.327" v="13" actId="26606"/>
          <ac:spMkLst>
            <pc:docMk/>
            <pc:sldMk cId="0" sldId="269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3:28.327" v="13" actId="26606"/>
          <ac:spMkLst>
            <pc:docMk/>
            <pc:sldMk cId="0" sldId="269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3:28.327" v="13" actId="26606"/>
          <ac:spMkLst>
            <pc:docMk/>
            <pc:sldMk cId="0" sldId="269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3:28.327" v="13" actId="26606"/>
          <ac:graphicFrameMkLst>
            <pc:docMk/>
            <pc:sldMk cId="0" sldId="269"/>
            <ac:graphicFrameMk id="5" creationId="{D825CED6-51F8-F373-1068-A18C7CB9AC2C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42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42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9645FB-C715-4DFD-8CEA-AA56A244222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318D969-8822-4806-9328-F6D89D090D4B}">
      <dgm:prSet/>
      <dgm:spPr/>
      <dgm:t>
        <a:bodyPr/>
        <a:lstStyle/>
        <a:p>
          <a:pPr>
            <a:defRPr cap="all"/>
          </a:pPr>
          <a:r>
            <a:rPr lang="en-US"/>
            <a:t>Selección del sistema de registro adecuado</a:t>
          </a:r>
        </a:p>
      </dgm:t>
    </dgm:pt>
    <dgm:pt modelId="{34399932-BE2A-40DE-BB9C-5707A55C2D9B}" type="parTrans" cxnId="{2B4F9BC2-5A26-4C49-8625-CB57D6A0ED3A}">
      <dgm:prSet/>
      <dgm:spPr/>
      <dgm:t>
        <a:bodyPr/>
        <a:lstStyle/>
        <a:p>
          <a:endParaRPr lang="en-US"/>
        </a:p>
      </dgm:t>
    </dgm:pt>
    <dgm:pt modelId="{5E7B588F-A862-44BE-A50C-EF72A89CB768}" type="sibTrans" cxnId="{2B4F9BC2-5A26-4C49-8625-CB57D6A0ED3A}">
      <dgm:prSet/>
      <dgm:spPr/>
      <dgm:t>
        <a:bodyPr/>
        <a:lstStyle/>
        <a:p>
          <a:endParaRPr lang="en-US"/>
        </a:p>
      </dgm:t>
    </dgm:pt>
    <dgm:pt modelId="{591A0BEE-22E8-4AC3-9192-F1AF8123A68E}">
      <dgm:prSet/>
      <dgm:spPr/>
      <dgm:t>
        <a:bodyPr/>
        <a:lstStyle/>
        <a:p>
          <a:pPr>
            <a:defRPr cap="all"/>
          </a:pPr>
          <a:r>
            <a:rPr lang="en-US"/>
            <a:t>Según los requerimientos de la organización</a:t>
          </a:r>
        </a:p>
      </dgm:t>
    </dgm:pt>
    <dgm:pt modelId="{A6526E16-816D-4CB2-8457-8F34E4BEDDDC}" type="parTrans" cxnId="{47DD3D1C-6BD5-45C9-94FB-30D86DC1E7ED}">
      <dgm:prSet/>
      <dgm:spPr/>
      <dgm:t>
        <a:bodyPr/>
        <a:lstStyle/>
        <a:p>
          <a:endParaRPr lang="en-US"/>
        </a:p>
      </dgm:t>
    </dgm:pt>
    <dgm:pt modelId="{4E2794FB-9C20-454B-9768-2FD9CF7A5FDF}" type="sibTrans" cxnId="{47DD3D1C-6BD5-45C9-94FB-30D86DC1E7ED}">
      <dgm:prSet/>
      <dgm:spPr/>
      <dgm:t>
        <a:bodyPr/>
        <a:lstStyle/>
        <a:p>
          <a:endParaRPr lang="en-US"/>
        </a:p>
      </dgm:t>
    </dgm:pt>
    <dgm:pt modelId="{6A640C00-7181-41A5-A421-4317A9935DD5}">
      <dgm:prSet/>
      <dgm:spPr/>
      <dgm:t>
        <a:bodyPr/>
        <a:lstStyle/>
        <a:p>
          <a:pPr>
            <a:defRPr cap="all"/>
          </a:pPr>
          <a:r>
            <a:rPr lang="en-US"/>
            <a:t>Aspecto clave para seguridad y cumplimiento legal</a:t>
          </a:r>
        </a:p>
      </dgm:t>
    </dgm:pt>
    <dgm:pt modelId="{35D124D3-21D2-4D2D-8FF2-4C842EF6806B}" type="parTrans" cxnId="{14E21376-E008-4164-95E2-74B88B1E8EFF}">
      <dgm:prSet/>
      <dgm:spPr/>
      <dgm:t>
        <a:bodyPr/>
        <a:lstStyle/>
        <a:p>
          <a:endParaRPr lang="en-US"/>
        </a:p>
      </dgm:t>
    </dgm:pt>
    <dgm:pt modelId="{71DB4B76-2BF6-4857-87EA-C16CB919D5E7}" type="sibTrans" cxnId="{14E21376-E008-4164-95E2-74B88B1E8EFF}">
      <dgm:prSet/>
      <dgm:spPr/>
      <dgm:t>
        <a:bodyPr/>
        <a:lstStyle/>
        <a:p>
          <a:endParaRPr lang="en-US"/>
        </a:p>
      </dgm:t>
    </dgm:pt>
    <dgm:pt modelId="{DE26F5CB-4B7A-4660-8656-1B168414FF1F}" type="pres">
      <dgm:prSet presAssocID="{4E9645FB-C715-4DFD-8CEA-AA56A2442226}" presName="root" presStyleCnt="0">
        <dgm:presLayoutVars>
          <dgm:dir/>
          <dgm:resizeHandles val="exact"/>
        </dgm:presLayoutVars>
      </dgm:prSet>
      <dgm:spPr/>
    </dgm:pt>
    <dgm:pt modelId="{3DC4EB0A-1B7A-4D78-BAF1-6CBA37699BE8}" type="pres">
      <dgm:prSet presAssocID="{3318D969-8822-4806-9328-F6D89D090D4B}" presName="compNode" presStyleCnt="0"/>
      <dgm:spPr/>
    </dgm:pt>
    <dgm:pt modelId="{A49FC4DF-A375-40CD-8E59-4CE21DA5E882}" type="pres">
      <dgm:prSet presAssocID="{3318D969-8822-4806-9328-F6D89D090D4B}" presName="iconBgRect" presStyleLbl="bgShp" presStyleIdx="0" presStyleCnt="3"/>
      <dgm:spPr/>
    </dgm:pt>
    <dgm:pt modelId="{772BBA93-65AD-4205-ABEB-33B8E4C1E557}" type="pres">
      <dgm:prSet presAssocID="{3318D969-8822-4806-9328-F6D89D090D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85EDF867-2504-420B-B643-573350900695}" type="pres">
      <dgm:prSet presAssocID="{3318D969-8822-4806-9328-F6D89D090D4B}" presName="spaceRect" presStyleCnt="0"/>
      <dgm:spPr/>
    </dgm:pt>
    <dgm:pt modelId="{9717A813-65AB-4081-A061-BAD79AF6D5D9}" type="pres">
      <dgm:prSet presAssocID="{3318D969-8822-4806-9328-F6D89D090D4B}" presName="textRect" presStyleLbl="revTx" presStyleIdx="0" presStyleCnt="3">
        <dgm:presLayoutVars>
          <dgm:chMax val="1"/>
          <dgm:chPref val="1"/>
        </dgm:presLayoutVars>
      </dgm:prSet>
      <dgm:spPr/>
    </dgm:pt>
    <dgm:pt modelId="{C2E85AF3-D9B4-4B09-9A84-47560780E589}" type="pres">
      <dgm:prSet presAssocID="{5E7B588F-A862-44BE-A50C-EF72A89CB768}" presName="sibTrans" presStyleCnt="0"/>
      <dgm:spPr/>
    </dgm:pt>
    <dgm:pt modelId="{9D352528-DF42-472F-A33A-ECF4579008A6}" type="pres">
      <dgm:prSet presAssocID="{591A0BEE-22E8-4AC3-9192-F1AF8123A68E}" presName="compNode" presStyleCnt="0"/>
      <dgm:spPr/>
    </dgm:pt>
    <dgm:pt modelId="{AC0E8C2B-FD08-4E00-B812-E2EBC39C6A4C}" type="pres">
      <dgm:prSet presAssocID="{591A0BEE-22E8-4AC3-9192-F1AF8123A68E}" presName="iconBgRect" presStyleLbl="bgShp" presStyleIdx="1" presStyleCnt="3"/>
      <dgm:spPr/>
    </dgm:pt>
    <dgm:pt modelId="{BCC59929-4259-49BC-BB98-19D458C735F6}" type="pres">
      <dgm:prSet presAssocID="{591A0BEE-22E8-4AC3-9192-F1AF8123A6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C8F249FB-4E4B-4CA4-B1D2-4BC70C538EB3}" type="pres">
      <dgm:prSet presAssocID="{591A0BEE-22E8-4AC3-9192-F1AF8123A68E}" presName="spaceRect" presStyleCnt="0"/>
      <dgm:spPr/>
    </dgm:pt>
    <dgm:pt modelId="{7402E135-3AA8-4031-A1BA-0EC74FF70188}" type="pres">
      <dgm:prSet presAssocID="{591A0BEE-22E8-4AC3-9192-F1AF8123A68E}" presName="textRect" presStyleLbl="revTx" presStyleIdx="1" presStyleCnt="3">
        <dgm:presLayoutVars>
          <dgm:chMax val="1"/>
          <dgm:chPref val="1"/>
        </dgm:presLayoutVars>
      </dgm:prSet>
      <dgm:spPr/>
    </dgm:pt>
    <dgm:pt modelId="{E6AC5BBB-1AF6-482D-ADED-DA9732E30105}" type="pres">
      <dgm:prSet presAssocID="{4E2794FB-9C20-454B-9768-2FD9CF7A5FDF}" presName="sibTrans" presStyleCnt="0"/>
      <dgm:spPr/>
    </dgm:pt>
    <dgm:pt modelId="{4711D16A-63E5-406C-AFC9-4D498E490C0C}" type="pres">
      <dgm:prSet presAssocID="{6A640C00-7181-41A5-A421-4317A9935DD5}" presName="compNode" presStyleCnt="0"/>
      <dgm:spPr/>
    </dgm:pt>
    <dgm:pt modelId="{DB7E54BC-CAAC-4B32-B0CD-F8BA2314C14B}" type="pres">
      <dgm:prSet presAssocID="{6A640C00-7181-41A5-A421-4317A9935DD5}" presName="iconBgRect" presStyleLbl="bgShp" presStyleIdx="2" presStyleCnt="3"/>
      <dgm:spPr/>
    </dgm:pt>
    <dgm:pt modelId="{DC39E35F-1484-4046-9269-7DCE97ED8138}" type="pres">
      <dgm:prSet presAssocID="{6A640C00-7181-41A5-A421-4317A9935D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9BC4A58D-BF25-40A7-9385-092CE71C56B2}" type="pres">
      <dgm:prSet presAssocID="{6A640C00-7181-41A5-A421-4317A9935DD5}" presName="spaceRect" presStyleCnt="0"/>
      <dgm:spPr/>
    </dgm:pt>
    <dgm:pt modelId="{B0EB8FAA-8FD7-4BE5-8186-59D9B021D6A9}" type="pres">
      <dgm:prSet presAssocID="{6A640C00-7181-41A5-A421-4317A9935DD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609250A-0F8A-4711-9D13-3263F3D5B72E}" type="presOf" srcId="{591A0BEE-22E8-4AC3-9192-F1AF8123A68E}" destId="{7402E135-3AA8-4031-A1BA-0EC74FF70188}" srcOrd="0" destOrd="0" presId="urn:microsoft.com/office/officeart/2018/5/layout/IconCircleLabelList"/>
    <dgm:cxn modelId="{47DD3D1C-6BD5-45C9-94FB-30D86DC1E7ED}" srcId="{4E9645FB-C715-4DFD-8CEA-AA56A2442226}" destId="{591A0BEE-22E8-4AC3-9192-F1AF8123A68E}" srcOrd="1" destOrd="0" parTransId="{A6526E16-816D-4CB2-8457-8F34E4BEDDDC}" sibTransId="{4E2794FB-9C20-454B-9768-2FD9CF7A5FDF}"/>
    <dgm:cxn modelId="{47BA776A-0154-4F41-9664-4B1297673A19}" type="presOf" srcId="{3318D969-8822-4806-9328-F6D89D090D4B}" destId="{9717A813-65AB-4081-A061-BAD79AF6D5D9}" srcOrd="0" destOrd="0" presId="urn:microsoft.com/office/officeart/2018/5/layout/IconCircleLabelList"/>
    <dgm:cxn modelId="{14E21376-E008-4164-95E2-74B88B1E8EFF}" srcId="{4E9645FB-C715-4DFD-8CEA-AA56A2442226}" destId="{6A640C00-7181-41A5-A421-4317A9935DD5}" srcOrd="2" destOrd="0" parTransId="{35D124D3-21D2-4D2D-8FF2-4C842EF6806B}" sibTransId="{71DB4B76-2BF6-4857-87EA-C16CB919D5E7}"/>
    <dgm:cxn modelId="{2B4F9BC2-5A26-4C49-8625-CB57D6A0ED3A}" srcId="{4E9645FB-C715-4DFD-8CEA-AA56A2442226}" destId="{3318D969-8822-4806-9328-F6D89D090D4B}" srcOrd="0" destOrd="0" parTransId="{34399932-BE2A-40DE-BB9C-5707A55C2D9B}" sibTransId="{5E7B588F-A862-44BE-A50C-EF72A89CB768}"/>
    <dgm:cxn modelId="{3F81BEE9-9490-4119-94B1-A25EDD4CED95}" type="presOf" srcId="{4E9645FB-C715-4DFD-8CEA-AA56A2442226}" destId="{DE26F5CB-4B7A-4660-8656-1B168414FF1F}" srcOrd="0" destOrd="0" presId="urn:microsoft.com/office/officeart/2018/5/layout/IconCircleLabelList"/>
    <dgm:cxn modelId="{481E9EFE-74FD-42BC-9A76-0486AF3FABDE}" type="presOf" srcId="{6A640C00-7181-41A5-A421-4317A9935DD5}" destId="{B0EB8FAA-8FD7-4BE5-8186-59D9B021D6A9}" srcOrd="0" destOrd="0" presId="urn:microsoft.com/office/officeart/2018/5/layout/IconCircleLabelList"/>
    <dgm:cxn modelId="{3B186A43-E0B5-4A27-8171-30ACC5AFBF6D}" type="presParOf" srcId="{DE26F5CB-4B7A-4660-8656-1B168414FF1F}" destId="{3DC4EB0A-1B7A-4D78-BAF1-6CBA37699BE8}" srcOrd="0" destOrd="0" presId="urn:microsoft.com/office/officeart/2018/5/layout/IconCircleLabelList"/>
    <dgm:cxn modelId="{501566C9-12AE-42C3-A9AB-D81116CBE882}" type="presParOf" srcId="{3DC4EB0A-1B7A-4D78-BAF1-6CBA37699BE8}" destId="{A49FC4DF-A375-40CD-8E59-4CE21DA5E882}" srcOrd="0" destOrd="0" presId="urn:microsoft.com/office/officeart/2018/5/layout/IconCircleLabelList"/>
    <dgm:cxn modelId="{956C1260-D5DA-456C-BFAE-9043DA8A99BD}" type="presParOf" srcId="{3DC4EB0A-1B7A-4D78-BAF1-6CBA37699BE8}" destId="{772BBA93-65AD-4205-ABEB-33B8E4C1E557}" srcOrd="1" destOrd="0" presId="urn:microsoft.com/office/officeart/2018/5/layout/IconCircleLabelList"/>
    <dgm:cxn modelId="{182DD562-A19A-402C-BCE2-C4415CAF6008}" type="presParOf" srcId="{3DC4EB0A-1B7A-4D78-BAF1-6CBA37699BE8}" destId="{85EDF867-2504-420B-B643-573350900695}" srcOrd="2" destOrd="0" presId="urn:microsoft.com/office/officeart/2018/5/layout/IconCircleLabelList"/>
    <dgm:cxn modelId="{93CDF90E-832F-4A1F-B72E-0B4337BD71CC}" type="presParOf" srcId="{3DC4EB0A-1B7A-4D78-BAF1-6CBA37699BE8}" destId="{9717A813-65AB-4081-A061-BAD79AF6D5D9}" srcOrd="3" destOrd="0" presId="urn:microsoft.com/office/officeart/2018/5/layout/IconCircleLabelList"/>
    <dgm:cxn modelId="{DEDF9E5A-80CB-4421-906A-140FE01C1A95}" type="presParOf" srcId="{DE26F5CB-4B7A-4660-8656-1B168414FF1F}" destId="{C2E85AF3-D9B4-4B09-9A84-47560780E589}" srcOrd="1" destOrd="0" presId="urn:microsoft.com/office/officeart/2018/5/layout/IconCircleLabelList"/>
    <dgm:cxn modelId="{CA358A64-8F4E-4D71-A2A8-F71B89890E02}" type="presParOf" srcId="{DE26F5CB-4B7A-4660-8656-1B168414FF1F}" destId="{9D352528-DF42-472F-A33A-ECF4579008A6}" srcOrd="2" destOrd="0" presId="urn:microsoft.com/office/officeart/2018/5/layout/IconCircleLabelList"/>
    <dgm:cxn modelId="{71398755-9152-465E-B00D-AA72800B95E4}" type="presParOf" srcId="{9D352528-DF42-472F-A33A-ECF4579008A6}" destId="{AC0E8C2B-FD08-4E00-B812-E2EBC39C6A4C}" srcOrd="0" destOrd="0" presId="urn:microsoft.com/office/officeart/2018/5/layout/IconCircleLabelList"/>
    <dgm:cxn modelId="{6C219D68-2D17-40F4-8C97-E222AB7DE8D6}" type="presParOf" srcId="{9D352528-DF42-472F-A33A-ECF4579008A6}" destId="{BCC59929-4259-49BC-BB98-19D458C735F6}" srcOrd="1" destOrd="0" presId="urn:microsoft.com/office/officeart/2018/5/layout/IconCircleLabelList"/>
    <dgm:cxn modelId="{D1E22DD6-0AF9-42C9-ADF4-8F9FF5ECE982}" type="presParOf" srcId="{9D352528-DF42-472F-A33A-ECF4579008A6}" destId="{C8F249FB-4E4B-4CA4-B1D2-4BC70C538EB3}" srcOrd="2" destOrd="0" presId="urn:microsoft.com/office/officeart/2018/5/layout/IconCircleLabelList"/>
    <dgm:cxn modelId="{56E02EF2-ACCF-4D4C-8184-5786875D0AED}" type="presParOf" srcId="{9D352528-DF42-472F-A33A-ECF4579008A6}" destId="{7402E135-3AA8-4031-A1BA-0EC74FF70188}" srcOrd="3" destOrd="0" presId="urn:microsoft.com/office/officeart/2018/5/layout/IconCircleLabelList"/>
    <dgm:cxn modelId="{6164B131-D694-4B65-857D-AB0782EC5A2A}" type="presParOf" srcId="{DE26F5CB-4B7A-4660-8656-1B168414FF1F}" destId="{E6AC5BBB-1AF6-482D-ADED-DA9732E30105}" srcOrd="3" destOrd="0" presId="urn:microsoft.com/office/officeart/2018/5/layout/IconCircleLabelList"/>
    <dgm:cxn modelId="{E5133A66-2370-45FE-B04A-4A238C64B782}" type="presParOf" srcId="{DE26F5CB-4B7A-4660-8656-1B168414FF1F}" destId="{4711D16A-63E5-406C-AFC9-4D498E490C0C}" srcOrd="4" destOrd="0" presId="urn:microsoft.com/office/officeart/2018/5/layout/IconCircleLabelList"/>
    <dgm:cxn modelId="{997C16E7-922D-4C33-9794-1A0BB42ADA9F}" type="presParOf" srcId="{4711D16A-63E5-406C-AFC9-4D498E490C0C}" destId="{DB7E54BC-CAAC-4B32-B0CD-F8BA2314C14B}" srcOrd="0" destOrd="0" presId="urn:microsoft.com/office/officeart/2018/5/layout/IconCircleLabelList"/>
    <dgm:cxn modelId="{1E613539-C256-4680-AAA9-73C3240AEF76}" type="presParOf" srcId="{4711D16A-63E5-406C-AFC9-4D498E490C0C}" destId="{DC39E35F-1484-4046-9269-7DCE97ED8138}" srcOrd="1" destOrd="0" presId="urn:microsoft.com/office/officeart/2018/5/layout/IconCircleLabelList"/>
    <dgm:cxn modelId="{8F36D7D1-9B2F-4E29-B400-9B0D164A26EE}" type="presParOf" srcId="{4711D16A-63E5-406C-AFC9-4D498E490C0C}" destId="{9BC4A58D-BF25-40A7-9385-092CE71C56B2}" srcOrd="2" destOrd="0" presId="urn:microsoft.com/office/officeart/2018/5/layout/IconCircleLabelList"/>
    <dgm:cxn modelId="{268E8C73-9444-417C-BC06-5304AE853B61}" type="presParOf" srcId="{4711D16A-63E5-406C-AFC9-4D498E490C0C}" destId="{B0EB8FAA-8FD7-4BE5-8186-59D9B021D6A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3376AB-D802-4D3E-AD0D-E58C7A3A00E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773C8D-9442-4764-B22D-8CDB12C25A8E}">
      <dgm:prSet/>
      <dgm:spPr/>
      <dgm:t>
        <a:bodyPr/>
        <a:lstStyle/>
        <a:p>
          <a:r>
            <a:rPr lang="en-US"/>
            <a:t>Los sistemas generan registros de eventos</a:t>
          </a:r>
        </a:p>
      </dgm:t>
    </dgm:pt>
    <dgm:pt modelId="{109BC5A8-5E6F-4861-B77A-3A6E0D56289D}" type="parTrans" cxnId="{F71532C2-16B7-4C2E-9308-A9DCC9970E57}">
      <dgm:prSet/>
      <dgm:spPr/>
      <dgm:t>
        <a:bodyPr/>
        <a:lstStyle/>
        <a:p>
          <a:endParaRPr lang="en-US"/>
        </a:p>
      </dgm:t>
    </dgm:pt>
    <dgm:pt modelId="{69C8A1C8-C99A-4A44-B9A3-691508793F31}" type="sibTrans" cxnId="{F71532C2-16B7-4C2E-9308-A9DCC9970E57}">
      <dgm:prSet/>
      <dgm:spPr/>
      <dgm:t>
        <a:bodyPr/>
        <a:lstStyle/>
        <a:p>
          <a:endParaRPr lang="en-US"/>
        </a:p>
      </dgm:t>
    </dgm:pt>
    <dgm:pt modelId="{24D15972-7A13-4470-9D24-6E2D0C6C84F6}">
      <dgm:prSet/>
      <dgm:spPr/>
      <dgm:t>
        <a:bodyPr/>
        <a:lstStyle/>
        <a:p>
          <a:r>
            <a:rPr lang="en-US"/>
            <a:t>Los registros permiten analizar el funcionamiento</a:t>
          </a:r>
        </a:p>
      </dgm:t>
    </dgm:pt>
    <dgm:pt modelId="{67F8F99D-4C20-4A1A-B650-F35DD29F207F}" type="parTrans" cxnId="{D88BE550-5582-4DBE-9C50-275DEF529595}">
      <dgm:prSet/>
      <dgm:spPr/>
      <dgm:t>
        <a:bodyPr/>
        <a:lstStyle/>
        <a:p>
          <a:endParaRPr lang="en-US"/>
        </a:p>
      </dgm:t>
    </dgm:pt>
    <dgm:pt modelId="{19555249-391B-4AC7-8E02-81645ABA6E02}" type="sibTrans" cxnId="{D88BE550-5582-4DBE-9C50-275DEF529595}">
      <dgm:prSet/>
      <dgm:spPr/>
      <dgm:t>
        <a:bodyPr/>
        <a:lstStyle/>
        <a:p>
          <a:endParaRPr lang="en-US"/>
        </a:p>
      </dgm:t>
    </dgm:pt>
    <dgm:pt modelId="{EB9B563D-231C-46A5-9388-FB9850B3C749}">
      <dgm:prSet/>
      <dgm:spPr/>
      <dgm:t>
        <a:bodyPr/>
        <a:lstStyle/>
        <a:p>
          <a:r>
            <a:rPr lang="en-US"/>
            <a:t>Son esenciales para auditoría y seguridad</a:t>
          </a:r>
        </a:p>
      </dgm:t>
    </dgm:pt>
    <dgm:pt modelId="{7E1CB102-4E60-4CB8-A0F0-3806FF7CD4EB}" type="parTrans" cxnId="{95B7EA57-6A61-4B3B-8045-EBFB5DECDC35}">
      <dgm:prSet/>
      <dgm:spPr/>
      <dgm:t>
        <a:bodyPr/>
        <a:lstStyle/>
        <a:p>
          <a:endParaRPr lang="en-US"/>
        </a:p>
      </dgm:t>
    </dgm:pt>
    <dgm:pt modelId="{0ECDB4DD-9C72-4B45-AAFB-86C19E0C65F0}" type="sibTrans" cxnId="{95B7EA57-6A61-4B3B-8045-EBFB5DECDC35}">
      <dgm:prSet/>
      <dgm:spPr/>
      <dgm:t>
        <a:bodyPr/>
        <a:lstStyle/>
        <a:p>
          <a:endParaRPr lang="en-US"/>
        </a:p>
      </dgm:t>
    </dgm:pt>
    <dgm:pt modelId="{590CD8E4-98C0-411B-8152-304881389BAD}" type="pres">
      <dgm:prSet presAssocID="{E13376AB-D802-4D3E-AD0D-E58C7A3A00E3}" presName="root" presStyleCnt="0">
        <dgm:presLayoutVars>
          <dgm:dir/>
          <dgm:resizeHandles val="exact"/>
        </dgm:presLayoutVars>
      </dgm:prSet>
      <dgm:spPr/>
    </dgm:pt>
    <dgm:pt modelId="{884F24B2-9A29-424E-8E85-7EE972BE3D94}" type="pres">
      <dgm:prSet presAssocID="{47773C8D-9442-4764-B22D-8CDB12C25A8E}" presName="compNode" presStyleCnt="0"/>
      <dgm:spPr/>
    </dgm:pt>
    <dgm:pt modelId="{4DDE36C1-4411-4E33-A199-2E606E5335E6}" type="pres">
      <dgm:prSet presAssocID="{47773C8D-9442-4764-B22D-8CDB12C25A8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9EEB212-7582-4E98-8618-4BEF6D8CEE3B}" type="pres">
      <dgm:prSet presAssocID="{47773C8D-9442-4764-B22D-8CDB12C25A8E}" presName="spaceRect" presStyleCnt="0"/>
      <dgm:spPr/>
    </dgm:pt>
    <dgm:pt modelId="{3A4E2397-F380-400E-8F8B-F2CF1017934E}" type="pres">
      <dgm:prSet presAssocID="{47773C8D-9442-4764-B22D-8CDB12C25A8E}" presName="textRect" presStyleLbl="revTx" presStyleIdx="0" presStyleCnt="3">
        <dgm:presLayoutVars>
          <dgm:chMax val="1"/>
          <dgm:chPref val="1"/>
        </dgm:presLayoutVars>
      </dgm:prSet>
      <dgm:spPr/>
    </dgm:pt>
    <dgm:pt modelId="{43FF5819-4EEC-48F7-97C1-3218FF568B44}" type="pres">
      <dgm:prSet presAssocID="{69C8A1C8-C99A-4A44-B9A3-691508793F31}" presName="sibTrans" presStyleCnt="0"/>
      <dgm:spPr/>
    </dgm:pt>
    <dgm:pt modelId="{CFFE860D-9754-43FB-8E4A-A25404F66B41}" type="pres">
      <dgm:prSet presAssocID="{24D15972-7A13-4470-9D24-6E2D0C6C84F6}" presName="compNode" presStyleCnt="0"/>
      <dgm:spPr/>
    </dgm:pt>
    <dgm:pt modelId="{65EFC081-1AB1-42AC-ADEA-388B47EFCA87}" type="pres">
      <dgm:prSet presAssocID="{24D15972-7A13-4470-9D24-6E2D0C6C84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B7BE7B5-FC8E-47D5-9C77-DBCC720A8246}" type="pres">
      <dgm:prSet presAssocID="{24D15972-7A13-4470-9D24-6E2D0C6C84F6}" presName="spaceRect" presStyleCnt="0"/>
      <dgm:spPr/>
    </dgm:pt>
    <dgm:pt modelId="{E2089CCD-0D90-4F7B-B58C-A2606CB07FEC}" type="pres">
      <dgm:prSet presAssocID="{24D15972-7A13-4470-9D24-6E2D0C6C84F6}" presName="textRect" presStyleLbl="revTx" presStyleIdx="1" presStyleCnt="3">
        <dgm:presLayoutVars>
          <dgm:chMax val="1"/>
          <dgm:chPref val="1"/>
        </dgm:presLayoutVars>
      </dgm:prSet>
      <dgm:spPr/>
    </dgm:pt>
    <dgm:pt modelId="{FA2D4B6A-56B5-4634-B260-8BDE1C9F76B9}" type="pres">
      <dgm:prSet presAssocID="{19555249-391B-4AC7-8E02-81645ABA6E02}" presName="sibTrans" presStyleCnt="0"/>
      <dgm:spPr/>
    </dgm:pt>
    <dgm:pt modelId="{3BDB3097-1316-45CD-B4F9-4300D29F95F4}" type="pres">
      <dgm:prSet presAssocID="{EB9B563D-231C-46A5-9388-FB9850B3C749}" presName="compNode" presStyleCnt="0"/>
      <dgm:spPr/>
    </dgm:pt>
    <dgm:pt modelId="{243D7754-FCB2-41CB-A3B3-D8458D57B80F}" type="pres">
      <dgm:prSet presAssocID="{EB9B563D-231C-46A5-9388-FB9850B3C7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867A1941-E613-40FD-B1C1-9E6AD70A6FEB}" type="pres">
      <dgm:prSet presAssocID="{EB9B563D-231C-46A5-9388-FB9850B3C749}" presName="spaceRect" presStyleCnt="0"/>
      <dgm:spPr/>
    </dgm:pt>
    <dgm:pt modelId="{41F41791-2ECC-4CC3-A780-3BEEA528B41E}" type="pres">
      <dgm:prSet presAssocID="{EB9B563D-231C-46A5-9388-FB9850B3C74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2DBB306-873F-4E9E-8878-C55EF03FE625}" type="presOf" srcId="{EB9B563D-231C-46A5-9388-FB9850B3C749}" destId="{41F41791-2ECC-4CC3-A780-3BEEA528B41E}" srcOrd="0" destOrd="0" presId="urn:microsoft.com/office/officeart/2018/2/layout/IconLabelList"/>
    <dgm:cxn modelId="{D88BE550-5582-4DBE-9C50-275DEF529595}" srcId="{E13376AB-D802-4D3E-AD0D-E58C7A3A00E3}" destId="{24D15972-7A13-4470-9D24-6E2D0C6C84F6}" srcOrd="1" destOrd="0" parTransId="{67F8F99D-4C20-4A1A-B650-F35DD29F207F}" sibTransId="{19555249-391B-4AC7-8E02-81645ABA6E02}"/>
    <dgm:cxn modelId="{90130F72-7381-4B52-B2EE-C3DC507472B5}" type="presOf" srcId="{47773C8D-9442-4764-B22D-8CDB12C25A8E}" destId="{3A4E2397-F380-400E-8F8B-F2CF1017934E}" srcOrd="0" destOrd="0" presId="urn:microsoft.com/office/officeart/2018/2/layout/IconLabelList"/>
    <dgm:cxn modelId="{95B7EA57-6A61-4B3B-8045-EBFB5DECDC35}" srcId="{E13376AB-D802-4D3E-AD0D-E58C7A3A00E3}" destId="{EB9B563D-231C-46A5-9388-FB9850B3C749}" srcOrd="2" destOrd="0" parTransId="{7E1CB102-4E60-4CB8-A0F0-3806FF7CD4EB}" sibTransId="{0ECDB4DD-9C72-4B45-AAFB-86C19E0C65F0}"/>
    <dgm:cxn modelId="{49325E9A-59CA-448B-8823-7CEB77C9A80D}" type="presOf" srcId="{24D15972-7A13-4470-9D24-6E2D0C6C84F6}" destId="{E2089CCD-0D90-4F7B-B58C-A2606CB07FEC}" srcOrd="0" destOrd="0" presId="urn:microsoft.com/office/officeart/2018/2/layout/IconLabelList"/>
    <dgm:cxn modelId="{F71532C2-16B7-4C2E-9308-A9DCC9970E57}" srcId="{E13376AB-D802-4D3E-AD0D-E58C7A3A00E3}" destId="{47773C8D-9442-4764-B22D-8CDB12C25A8E}" srcOrd="0" destOrd="0" parTransId="{109BC5A8-5E6F-4861-B77A-3A6E0D56289D}" sibTransId="{69C8A1C8-C99A-4A44-B9A3-691508793F31}"/>
    <dgm:cxn modelId="{4A2724CB-5478-4349-8E25-C7539378ABFD}" type="presOf" srcId="{E13376AB-D802-4D3E-AD0D-E58C7A3A00E3}" destId="{590CD8E4-98C0-411B-8152-304881389BAD}" srcOrd="0" destOrd="0" presId="urn:microsoft.com/office/officeart/2018/2/layout/IconLabelList"/>
    <dgm:cxn modelId="{8C0A2DE1-F08F-418B-988C-4624EEE744B5}" type="presParOf" srcId="{590CD8E4-98C0-411B-8152-304881389BAD}" destId="{884F24B2-9A29-424E-8E85-7EE972BE3D94}" srcOrd="0" destOrd="0" presId="urn:microsoft.com/office/officeart/2018/2/layout/IconLabelList"/>
    <dgm:cxn modelId="{4753738A-7BC2-4D81-86BF-28D66B77FA15}" type="presParOf" srcId="{884F24B2-9A29-424E-8E85-7EE972BE3D94}" destId="{4DDE36C1-4411-4E33-A199-2E606E5335E6}" srcOrd="0" destOrd="0" presId="urn:microsoft.com/office/officeart/2018/2/layout/IconLabelList"/>
    <dgm:cxn modelId="{03A12FD7-6B31-4FF9-A3A8-0EDD2F8A507D}" type="presParOf" srcId="{884F24B2-9A29-424E-8E85-7EE972BE3D94}" destId="{19EEB212-7582-4E98-8618-4BEF6D8CEE3B}" srcOrd="1" destOrd="0" presId="urn:microsoft.com/office/officeart/2018/2/layout/IconLabelList"/>
    <dgm:cxn modelId="{2D5F997A-14FD-4ADB-BB39-B91B9CAFF82A}" type="presParOf" srcId="{884F24B2-9A29-424E-8E85-7EE972BE3D94}" destId="{3A4E2397-F380-400E-8F8B-F2CF1017934E}" srcOrd="2" destOrd="0" presId="urn:microsoft.com/office/officeart/2018/2/layout/IconLabelList"/>
    <dgm:cxn modelId="{42BBEBBB-DC24-40E6-BA3B-B15A8D915091}" type="presParOf" srcId="{590CD8E4-98C0-411B-8152-304881389BAD}" destId="{43FF5819-4EEC-48F7-97C1-3218FF568B44}" srcOrd="1" destOrd="0" presId="urn:microsoft.com/office/officeart/2018/2/layout/IconLabelList"/>
    <dgm:cxn modelId="{B05CEF1A-6438-45FB-8149-10E6AE50950B}" type="presParOf" srcId="{590CD8E4-98C0-411B-8152-304881389BAD}" destId="{CFFE860D-9754-43FB-8E4A-A25404F66B41}" srcOrd="2" destOrd="0" presId="urn:microsoft.com/office/officeart/2018/2/layout/IconLabelList"/>
    <dgm:cxn modelId="{8F274357-C2A4-4686-B876-C5E569889C8A}" type="presParOf" srcId="{CFFE860D-9754-43FB-8E4A-A25404F66B41}" destId="{65EFC081-1AB1-42AC-ADEA-388B47EFCA87}" srcOrd="0" destOrd="0" presId="urn:microsoft.com/office/officeart/2018/2/layout/IconLabelList"/>
    <dgm:cxn modelId="{8FDE5D46-DDC3-471E-8F9B-891BDEA026A7}" type="presParOf" srcId="{CFFE860D-9754-43FB-8E4A-A25404F66B41}" destId="{FB7BE7B5-FC8E-47D5-9C77-DBCC720A8246}" srcOrd="1" destOrd="0" presId="urn:microsoft.com/office/officeart/2018/2/layout/IconLabelList"/>
    <dgm:cxn modelId="{388FA201-EE64-4D4E-9934-46EAB1BB02F2}" type="presParOf" srcId="{CFFE860D-9754-43FB-8E4A-A25404F66B41}" destId="{E2089CCD-0D90-4F7B-B58C-A2606CB07FEC}" srcOrd="2" destOrd="0" presId="urn:microsoft.com/office/officeart/2018/2/layout/IconLabelList"/>
    <dgm:cxn modelId="{FBF366B1-1BFD-4BFF-9734-53D406B3FF43}" type="presParOf" srcId="{590CD8E4-98C0-411B-8152-304881389BAD}" destId="{FA2D4B6A-56B5-4634-B260-8BDE1C9F76B9}" srcOrd="3" destOrd="0" presId="urn:microsoft.com/office/officeart/2018/2/layout/IconLabelList"/>
    <dgm:cxn modelId="{A0280D81-2C95-4B86-B672-61711B0C47B5}" type="presParOf" srcId="{590CD8E4-98C0-411B-8152-304881389BAD}" destId="{3BDB3097-1316-45CD-B4F9-4300D29F95F4}" srcOrd="4" destOrd="0" presId="urn:microsoft.com/office/officeart/2018/2/layout/IconLabelList"/>
    <dgm:cxn modelId="{38782BF7-C889-4045-AF0C-C40446B6E978}" type="presParOf" srcId="{3BDB3097-1316-45CD-B4F9-4300D29F95F4}" destId="{243D7754-FCB2-41CB-A3B3-D8458D57B80F}" srcOrd="0" destOrd="0" presId="urn:microsoft.com/office/officeart/2018/2/layout/IconLabelList"/>
    <dgm:cxn modelId="{9120FEF3-752A-4602-856E-331ED4BEBBFD}" type="presParOf" srcId="{3BDB3097-1316-45CD-B4F9-4300D29F95F4}" destId="{867A1941-E613-40FD-B1C1-9E6AD70A6FEB}" srcOrd="1" destOrd="0" presId="urn:microsoft.com/office/officeart/2018/2/layout/IconLabelList"/>
    <dgm:cxn modelId="{0FE08F17-D481-4F42-AB70-8806DAFAE403}" type="presParOf" srcId="{3BDB3097-1316-45CD-B4F9-4300D29F95F4}" destId="{41F41791-2ECC-4CC3-A780-3BEEA528B41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7E1774-B2B1-40E0-9562-41345FC231D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EC3BF71-340E-4989-AFB7-0C24AFE30D0A}">
      <dgm:prSet/>
      <dgm:spPr/>
      <dgm:t>
        <a:bodyPr/>
        <a:lstStyle/>
        <a:p>
          <a:pPr>
            <a:defRPr cap="all"/>
          </a:pPr>
          <a:r>
            <a:rPr lang="en-US"/>
            <a:t>Definir qué eventos registrar</a:t>
          </a:r>
        </a:p>
      </dgm:t>
    </dgm:pt>
    <dgm:pt modelId="{24711B88-7777-4A3B-96CA-440C611C8155}" type="parTrans" cxnId="{500041B7-68E6-49AD-9C31-ED93C40B725C}">
      <dgm:prSet/>
      <dgm:spPr/>
      <dgm:t>
        <a:bodyPr/>
        <a:lstStyle/>
        <a:p>
          <a:endParaRPr lang="en-US"/>
        </a:p>
      </dgm:t>
    </dgm:pt>
    <dgm:pt modelId="{336BC5F5-EC8B-44E2-B31C-6EBC34C3012C}" type="sibTrans" cxnId="{500041B7-68E6-49AD-9C31-ED93C40B725C}">
      <dgm:prSet/>
      <dgm:spPr/>
      <dgm:t>
        <a:bodyPr/>
        <a:lstStyle/>
        <a:p>
          <a:endParaRPr lang="en-US"/>
        </a:p>
      </dgm:t>
    </dgm:pt>
    <dgm:pt modelId="{6DAFEBFA-004E-496F-8DE9-C127E522358A}">
      <dgm:prSet/>
      <dgm:spPr/>
      <dgm:t>
        <a:bodyPr/>
        <a:lstStyle/>
        <a:p>
          <a:pPr>
            <a:defRPr cap="all"/>
          </a:pPr>
          <a:r>
            <a:rPr lang="en-US"/>
            <a:t>Determinar periodos de retención</a:t>
          </a:r>
        </a:p>
      </dgm:t>
    </dgm:pt>
    <dgm:pt modelId="{96AFDC35-0B81-4F4F-91E7-9F10CF72DFF5}" type="parTrans" cxnId="{F4A91678-01AF-40BB-AA92-3F8DCE17118E}">
      <dgm:prSet/>
      <dgm:spPr/>
      <dgm:t>
        <a:bodyPr/>
        <a:lstStyle/>
        <a:p>
          <a:endParaRPr lang="en-US"/>
        </a:p>
      </dgm:t>
    </dgm:pt>
    <dgm:pt modelId="{AFD7FD5F-F626-4F58-A70C-FBF7C75D18ED}" type="sibTrans" cxnId="{F4A91678-01AF-40BB-AA92-3F8DCE17118E}">
      <dgm:prSet/>
      <dgm:spPr/>
      <dgm:t>
        <a:bodyPr/>
        <a:lstStyle/>
        <a:p>
          <a:endParaRPr lang="en-US"/>
        </a:p>
      </dgm:t>
    </dgm:pt>
    <dgm:pt modelId="{AEDFECDD-8A78-4F60-887E-ECAEC331E5C5}">
      <dgm:prSet/>
      <dgm:spPr/>
      <dgm:t>
        <a:bodyPr/>
        <a:lstStyle/>
        <a:p>
          <a:pPr>
            <a:defRPr cap="all"/>
          </a:pPr>
          <a:r>
            <a:rPr lang="en-US"/>
            <a:t>Considerar necesidades de almacenamiento</a:t>
          </a:r>
        </a:p>
      </dgm:t>
    </dgm:pt>
    <dgm:pt modelId="{BA3A0C3C-C56E-4F58-AE52-45ABEB0CFEE0}" type="parTrans" cxnId="{16FDE1A5-70B6-4D7A-9BF7-17F35FC11924}">
      <dgm:prSet/>
      <dgm:spPr/>
      <dgm:t>
        <a:bodyPr/>
        <a:lstStyle/>
        <a:p>
          <a:endParaRPr lang="en-US"/>
        </a:p>
      </dgm:t>
    </dgm:pt>
    <dgm:pt modelId="{C65074B8-FB8C-4C3B-8E55-1D27E5C29C5D}" type="sibTrans" cxnId="{16FDE1A5-70B6-4D7A-9BF7-17F35FC11924}">
      <dgm:prSet/>
      <dgm:spPr/>
      <dgm:t>
        <a:bodyPr/>
        <a:lstStyle/>
        <a:p>
          <a:endParaRPr lang="en-US"/>
        </a:p>
      </dgm:t>
    </dgm:pt>
    <dgm:pt modelId="{14CAB202-F6EE-4C04-A22C-594D356CE778}" type="pres">
      <dgm:prSet presAssocID="{997E1774-B2B1-40E0-9562-41345FC231D9}" presName="root" presStyleCnt="0">
        <dgm:presLayoutVars>
          <dgm:dir/>
          <dgm:resizeHandles val="exact"/>
        </dgm:presLayoutVars>
      </dgm:prSet>
      <dgm:spPr/>
    </dgm:pt>
    <dgm:pt modelId="{46A000A1-BD5A-4A22-A913-360E5A30746C}" type="pres">
      <dgm:prSet presAssocID="{FEC3BF71-340E-4989-AFB7-0C24AFE30D0A}" presName="compNode" presStyleCnt="0"/>
      <dgm:spPr/>
    </dgm:pt>
    <dgm:pt modelId="{7C5B28F6-A228-49F9-AE4C-B6393826872F}" type="pres">
      <dgm:prSet presAssocID="{FEC3BF71-340E-4989-AFB7-0C24AFE30D0A}" presName="iconBgRect" presStyleLbl="bgShp" presStyleIdx="0" presStyleCnt="3"/>
      <dgm:spPr/>
    </dgm:pt>
    <dgm:pt modelId="{040A18CD-1E6C-4D77-8027-49E72F4C84FE}" type="pres">
      <dgm:prSet presAssocID="{FEC3BF71-340E-4989-AFB7-0C24AFE30D0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2622804D-D0AF-4757-8257-672549B94CE4}" type="pres">
      <dgm:prSet presAssocID="{FEC3BF71-340E-4989-AFB7-0C24AFE30D0A}" presName="spaceRect" presStyleCnt="0"/>
      <dgm:spPr/>
    </dgm:pt>
    <dgm:pt modelId="{8013F8F8-AFEF-463E-886E-2CCD4787D6EC}" type="pres">
      <dgm:prSet presAssocID="{FEC3BF71-340E-4989-AFB7-0C24AFE30D0A}" presName="textRect" presStyleLbl="revTx" presStyleIdx="0" presStyleCnt="3">
        <dgm:presLayoutVars>
          <dgm:chMax val="1"/>
          <dgm:chPref val="1"/>
        </dgm:presLayoutVars>
      </dgm:prSet>
      <dgm:spPr/>
    </dgm:pt>
    <dgm:pt modelId="{AD23B045-807C-49DE-B980-0AFDDAE56645}" type="pres">
      <dgm:prSet presAssocID="{336BC5F5-EC8B-44E2-B31C-6EBC34C3012C}" presName="sibTrans" presStyleCnt="0"/>
      <dgm:spPr/>
    </dgm:pt>
    <dgm:pt modelId="{0C0860AD-6C86-4E3C-B86C-055E4A58B432}" type="pres">
      <dgm:prSet presAssocID="{6DAFEBFA-004E-496F-8DE9-C127E522358A}" presName="compNode" presStyleCnt="0"/>
      <dgm:spPr/>
    </dgm:pt>
    <dgm:pt modelId="{3EC38429-3C0B-4FDB-8BD5-6F8E5A8F4152}" type="pres">
      <dgm:prSet presAssocID="{6DAFEBFA-004E-496F-8DE9-C127E522358A}" presName="iconBgRect" presStyleLbl="bgShp" presStyleIdx="1" presStyleCnt="3"/>
      <dgm:spPr/>
    </dgm:pt>
    <dgm:pt modelId="{FA0EA036-9224-429F-9DFB-6C7E224C78FF}" type="pres">
      <dgm:prSet presAssocID="{6DAFEBFA-004E-496F-8DE9-C127E52235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18359BB-B950-4ACD-BC2D-BC831A3F8735}" type="pres">
      <dgm:prSet presAssocID="{6DAFEBFA-004E-496F-8DE9-C127E522358A}" presName="spaceRect" presStyleCnt="0"/>
      <dgm:spPr/>
    </dgm:pt>
    <dgm:pt modelId="{B56F4FF3-4FB2-480D-BBC0-8AACB463A2CE}" type="pres">
      <dgm:prSet presAssocID="{6DAFEBFA-004E-496F-8DE9-C127E522358A}" presName="textRect" presStyleLbl="revTx" presStyleIdx="1" presStyleCnt="3">
        <dgm:presLayoutVars>
          <dgm:chMax val="1"/>
          <dgm:chPref val="1"/>
        </dgm:presLayoutVars>
      </dgm:prSet>
      <dgm:spPr/>
    </dgm:pt>
    <dgm:pt modelId="{D48E8C5D-9F75-4077-9847-C63058A89421}" type="pres">
      <dgm:prSet presAssocID="{AFD7FD5F-F626-4F58-A70C-FBF7C75D18ED}" presName="sibTrans" presStyleCnt="0"/>
      <dgm:spPr/>
    </dgm:pt>
    <dgm:pt modelId="{41B9CD71-F5E4-413E-885E-D76ABA3D48A9}" type="pres">
      <dgm:prSet presAssocID="{AEDFECDD-8A78-4F60-887E-ECAEC331E5C5}" presName="compNode" presStyleCnt="0"/>
      <dgm:spPr/>
    </dgm:pt>
    <dgm:pt modelId="{421D7B87-2102-4453-B876-BBECF992E2E5}" type="pres">
      <dgm:prSet presAssocID="{AEDFECDD-8A78-4F60-887E-ECAEC331E5C5}" presName="iconBgRect" presStyleLbl="bgShp" presStyleIdx="2" presStyleCnt="3"/>
      <dgm:spPr/>
    </dgm:pt>
    <dgm:pt modelId="{54D9EF54-5A16-45C9-8CD9-72152EB8E0F8}" type="pres">
      <dgm:prSet presAssocID="{AEDFECDD-8A78-4F60-887E-ECAEC331E5C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038B0568-F0D4-4DA0-A0E6-83A454583A97}" type="pres">
      <dgm:prSet presAssocID="{AEDFECDD-8A78-4F60-887E-ECAEC331E5C5}" presName="spaceRect" presStyleCnt="0"/>
      <dgm:spPr/>
    </dgm:pt>
    <dgm:pt modelId="{79F419DB-755D-488F-BEF8-36EC11E655FA}" type="pres">
      <dgm:prSet presAssocID="{AEDFECDD-8A78-4F60-887E-ECAEC331E5C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A91678-01AF-40BB-AA92-3F8DCE17118E}" srcId="{997E1774-B2B1-40E0-9562-41345FC231D9}" destId="{6DAFEBFA-004E-496F-8DE9-C127E522358A}" srcOrd="1" destOrd="0" parTransId="{96AFDC35-0B81-4F4F-91E7-9F10CF72DFF5}" sibTransId="{AFD7FD5F-F626-4F58-A70C-FBF7C75D18ED}"/>
    <dgm:cxn modelId="{AEC4DA7D-4885-4508-840F-24023C133354}" type="presOf" srcId="{6DAFEBFA-004E-496F-8DE9-C127E522358A}" destId="{B56F4FF3-4FB2-480D-BBC0-8AACB463A2CE}" srcOrd="0" destOrd="0" presId="urn:microsoft.com/office/officeart/2018/5/layout/IconCircleLabelList"/>
    <dgm:cxn modelId="{16FDE1A5-70B6-4D7A-9BF7-17F35FC11924}" srcId="{997E1774-B2B1-40E0-9562-41345FC231D9}" destId="{AEDFECDD-8A78-4F60-887E-ECAEC331E5C5}" srcOrd="2" destOrd="0" parTransId="{BA3A0C3C-C56E-4F58-AE52-45ABEB0CFEE0}" sibTransId="{C65074B8-FB8C-4C3B-8E55-1D27E5C29C5D}"/>
    <dgm:cxn modelId="{F5A5BFB2-F0A0-470E-BD4B-75AE174E4F21}" type="presOf" srcId="{AEDFECDD-8A78-4F60-887E-ECAEC331E5C5}" destId="{79F419DB-755D-488F-BEF8-36EC11E655FA}" srcOrd="0" destOrd="0" presId="urn:microsoft.com/office/officeart/2018/5/layout/IconCircleLabelList"/>
    <dgm:cxn modelId="{500041B7-68E6-49AD-9C31-ED93C40B725C}" srcId="{997E1774-B2B1-40E0-9562-41345FC231D9}" destId="{FEC3BF71-340E-4989-AFB7-0C24AFE30D0A}" srcOrd="0" destOrd="0" parTransId="{24711B88-7777-4A3B-96CA-440C611C8155}" sibTransId="{336BC5F5-EC8B-44E2-B31C-6EBC34C3012C}"/>
    <dgm:cxn modelId="{D43366C8-9D61-4660-A0A4-ACA92AC4F48D}" type="presOf" srcId="{997E1774-B2B1-40E0-9562-41345FC231D9}" destId="{14CAB202-F6EE-4C04-A22C-594D356CE778}" srcOrd="0" destOrd="0" presId="urn:microsoft.com/office/officeart/2018/5/layout/IconCircleLabelList"/>
    <dgm:cxn modelId="{2FCE87E0-73C0-4A97-AFA0-0711EC9124CC}" type="presOf" srcId="{FEC3BF71-340E-4989-AFB7-0C24AFE30D0A}" destId="{8013F8F8-AFEF-463E-886E-2CCD4787D6EC}" srcOrd="0" destOrd="0" presId="urn:microsoft.com/office/officeart/2018/5/layout/IconCircleLabelList"/>
    <dgm:cxn modelId="{166CDDE7-2D2F-4CEA-8546-DADFA377C2B7}" type="presParOf" srcId="{14CAB202-F6EE-4C04-A22C-594D356CE778}" destId="{46A000A1-BD5A-4A22-A913-360E5A30746C}" srcOrd="0" destOrd="0" presId="urn:microsoft.com/office/officeart/2018/5/layout/IconCircleLabelList"/>
    <dgm:cxn modelId="{D62D41C0-9FEF-4639-9D06-DAF60318092E}" type="presParOf" srcId="{46A000A1-BD5A-4A22-A913-360E5A30746C}" destId="{7C5B28F6-A228-49F9-AE4C-B6393826872F}" srcOrd="0" destOrd="0" presId="urn:microsoft.com/office/officeart/2018/5/layout/IconCircleLabelList"/>
    <dgm:cxn modelId="{26A7E7EB-4D4E-4F34-B97C-63E4DCB1FFB5}" type="presParOf" srcId="{46A000A1-BD5A-4A22-A913-360E5A30746C}" destId="{040A18CD-1E6C-4D77-8027-49E72F4C84FE}" srcOrd="1" destOrd="0" presId="urn:microsoft.com/office/officeart/2018/5/layout/IconCircleLabelList"/>
    <dgm:cxn modelId="{18D0391F-D6AA-4CE1-B80E-6EA432D2A945}" type="presParOf" srcId="{46A000A1-BD5A-4A22-A913-360E5A30746C}" destId="{2622804D-D0AF-4757-8257-672549B94CE4}" srcOrd="2" destOrd="0" presId="urn:microsoft.com/office/officeart/2018/5/layout/IconCircleLabelList"/>
    <dgm:cxn modelId="{715AE277-0C75-48FF-9AE0-E6C6F9801628}" type="presParOf" srcId="{46A000A1-BD5A-4A22-A913-360E5A30746C}" destId="{8013F8F8-AFEF-463E-886E-2CCD4787D6EC}" srcOrd="3" destOrd="0" presId="urn:microsoft.com/office/officeart/2018/5/layout/IconCircleLabelList"/>
    <dgm:cxn modelId="{C19C5BF5-DE64-465A-BA7E-C4C7A464DB0B}" type="presParOf" srcId="{14CAB202-F6EE-4C04-A22C-594D356CE778}" destId="{AD23B045-807C-49DE-B980-0AFDDAE56645}" srcOrd="1" destOrd="0" presId="urn:microsoft.com/office/officeart/2018/5/layout/IconCircleLabelList"/>
    <dgm:cxn modelId="{C8AEF822-AC40-487A-BCA8-192C80115CA6}" type="presParOf" srcId="{14CAB202-F6EE-4C04-A22C-594D356CE778}" destId="{0C0860AD-6C86-4E3C-B86C-055E4A58B432}" srcOrd="2" destOrd="0" presId="urn:microsoft.com/office/officeart/2018/5/layout/IconCircleLabelList"/>
    <dgm:cxn modelId="{4E238410-F491-4E51-B178-2BD4BA4C05D5}" type="presParOf" srcId="{0C0860AD-6C86-4E3C-B86C-055E4A58B432}" destId="{3EC38429-3C0B-4FDB-8BD5-6F8E5A8F4152}" srcOrd="0" destOrd="0" presId="urn:microsoft.com/office/officeart/2018/5/layout/IconCircleLabelList"/>
    <dgm:cxn modelId="{1ED940C8-205A-4738-83D3-4555D92ACE5D}" type="presParOf" srcId="{0C0860AD-6C86-4E3C-B86C-055E4A58B432}" destId="{FA0EA036-9224-429F-9DFB-6C7E224C78FF}" srcOrd="1" destOrd="0" presId="urn:microsoft.com/office/officeart/2018/5/layout/IconCircleLabelList"/>
    <dgm:cxn modelId="{95BCB303-E232-430F-942B-1F54023F9175}" type="presParOf" srcId="{0C0860AD-6C86-4E3C-B86C-055E4A58B432}" destId="{918359BB-B950-4ACD-BC2D-BC831A3F8735}" srcOrd="2" destOrd="0" presId="urn:microsoft.com/office/officeart/2018/5/layout/IconCircleLabelList"/>
    <dgm:cxn modelId="{6015AE16-2C92-4662-8823-54922BEA8E57}" type="presParOf" srcId="{0C0860AD-6C86-4E3C-B86C-055E4A58B432}" destId="{B56F4FF3-4FB2-480D-BBC0-8AACB463A2CE}" srcOrd="3" destOrd="0" presId="urn:microsoft.com/office/officeart/2018/5/layout/IconCircleLabelList"/>
    <dgm:cxn modelId="{78D8ADBB-ABC7-411E-8DC6-BA6C8966EBBA}" type="presParOf" srcId="{14CAB202-F6EE-4C04-A22C-594D356CE778}" destId="{D48E8C5D-9F75-4077-9847-C63058A89421}" srcOrd="3" destOrd="0" presId="urn:microsoft.com/office/officeart/2018/5/layout/IconCircleLabelList"/>
    <dgm:cxn modelId="{FC794AC3-7EED-4DDD-87B6-CACA02C7E138}" type="presParOf" srcId="{14CAB202-F6EE-4C04-A22C-594D356CE778}" destId="{41B9CD71-F5E4-413E-885E-D76ABA3D48A9}" srcOrd="4" destOrd="0" presId="urn:microsoft.com/office/officeart/2018/5/layout/IconCircleLabelList"/>
    <dgm:cxn modelId="{64F8AF42-9FCE-48BD-A54A-E4D45842ED81}" type="presParOf" srcId="{41B9CD71-F5E4-413E-885E-D76ABA3D48A9}" destId="{421D7B87-2102-4453-B876-BBECF992E2E5}" srcOrd="0" destOrd="0" presId="urn:microsoft.com/office/officeart/2018/5/layout/IconCircleLabelList"/>
    <dgm:cxn modelId="{9ED7B737-CF58-4163-A9C7-2B647A7F4DC4}" type="presParOf" srcId="{41B9CD71-F5E4-413E-885E-D76ABA3D48A9}" destId="{54D9EF54-5A16-45C9-8CD9-72152EB8E0F8}" srcOrd="1" destOrd="0" presId="urn:microsoft.com/office/officeart/2018/5/layout/IconCircleLabelList"/>
    <dgm:cxn modelId="{F9F499F3-7454-43C8-BF62-CFBEE757D9C3}" type="presParOf" srcId="{41B9CD71-F5E4-413E-885E-D76ABA3D48A9}" destId="{038B0568-F0D4-4DA0-A0E6-83A454583A97}" srcOrd="2" destOrd="0" presId="urn:microsoft.com/office/officeart/2018/5/layout/IconCircleLabelList"/>
    <dgm:cxn modelId="{796D7143-FBF5-4C29-8264-AF4F1F8858AB}" type="presParOf" srcId="{41B9CD71-F5E4-413E-885E-D76ABA3D48A9}" destId="{79F419DB-755D-488F-BEF8-36EC11E655F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0A07E7-8AD0-446A-ABD8-5FAC77D90B0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1CA7E4D-F2D8-4EDF-843B-638B6480C56F}">
      <dgm:prSet/>
      <dgm:spPr/>
      <dgm:t>
        <a:bodyPr/>
        <a:lstStyle/>
        <a:p>
          <a:pPr>
            <a:defRPr cap="all"/>
          </a:pPr>
          <a:r>
            <a:rPr lang="en-US"/>
            <a:t>Registros del sistema</a:t>
          </a:r>
        </a:p>
      </dgm:t>
    </dgm:pt>
    <dgm:pt modelId="{7F120F4D-9A33-46EF-B976-74C2F671C471}" type="parTrans" cxnId="{DCAF956C-CBAD-41B1-9D1D-5ABAE34C6ABC}">
      <dgm:prSet/>
      <dgm:spPr/>
      <dgm:t>
        <a:bodyPr/>
        <a:lstStyle/>
        <a:p>
          <a:endParaRPr lang="en-US"/>
        </a:p>
      </dgm:t>
    </dgm:pt>
    <dgm:pt modelId="{82EF6FCF-D235-4CDD-B43F-184F81D65F95}" type="sibTrans" cxnId="{DCAF956C-CBAD-41B1-9D1D-5ABAE34C6ABC}">
      <dgm:prSet/>
      <dgm:spPr/>
      <dgm:t>
        <a:bodyPr/>
        <a:lstStyle/>
        <a:p>
          <a:endParaRPr lang="en-US"/>
        </a:p>
      </dgm:t>
    </dgm:pt>
    <dgm:pt modelId="{6DBC52B7-5F46-4D1B-B03E-60CFC580C22C}">
      <dgm:prSet/>
      <dgm:spPr/>
      <dgm:t>
        <a:bodyPr/>
        <a:lstStyle/>
        <a:p>
          <a:pPr>
            <a:defRPr cap="all"/>
          </a:pPr>
          <a:r>
            <a:rPr lang="en-US"/>
            <a:t>Registros de aplicaciones</a:t>
          </a:r>
        </a:p>
      </dgm:t>
    </dgm:pt>
    <dgm:pt modelId="{C8525FF1-3374-4719-A110-621D014604C1}" type="parTrans" cxnId="{2C65A9C1-AD13-422F-BD28-F3E6E7F3C03B}">
      <dgm:prSet/>
      <dgm:spPr/>
      <dgm:t>
        <a:bodyPr/>
        <a:lstStyle/>
        <a:p>
          <a:endParaRPr lang="en-US"/>
        </a:p>
      </dgm:t>
    </dgm:pt>
    <dgm:pt modelId="{3E614F3A-AFCB-40DF-86CE-E130CBE73DEF}" type="sibTrans" cxnId="{2C65A9C1-AD13-422F-BD28-F3E6E7F3C03B}">
      <dgm:prSet/>
      <dgm:spPr/>
      <dgm:t>
        <a:bodyPr/>
        <a:lstStyle/>
        <a:p>
          <a:endParaRPr lang="en-US"/>
        </a:p>
      </dgm:t>
    </dgm:pt>
    <dgm:pt modelId="{0FDB0D8F-5798-4B3A-9F65-3CD991575EE1}">
      <dgm:prSet/>
      <dgm:spPr/>
      <dgm:t>
        <a:bodyPr/>
        <a:lstStyle/>
        <a:p>
          <a:pPr>
            <a:defRPr cap="all"/>
          </a:pPr>
          <a:r>
            <a:rPr lang="en-US"/>
            <a:t>Registros de seguridad</a:t>
          </a:r>
        </a:p>
      </dgm:t>
    </dgm:pt>
    <dgm:pt modelId="{455A5B85-F5D5-45A6-AA89-BF73C84E8AC8}" type="parTrans" cxnId="{C5E14B51-51AE-487F-AC84-5D3BACF40A81}">
      <dgm:prSet/>
      <dgm:spPr/>
      <dgm:t>
        <a:bodyPr/>
        <a:lstStyle/>
        <a:p>
          <a:endParaRPr lang="en-US"/>
        </a:p>
      </dgm:t>
    </dgm:pt>
    <dgm:pt modelId="{6FA87577-BEF0-47C6-985D-9BC45742F18F}" type="sibTrans" cxnId="{C5E14B51-51AE-487F-AC84-5D3BACF40A81}">
      <dgm:prSet/>
      <dgm:spPr/>
      <dgm:t>
        <a:bodyPr/>
        <a:lstStyle/>
        <a:p>
          <a:endParaRPr lang="en-US"/>
        </a:p>
      </dgm:t>
    </dgm:pt>
    <dgm:pt modelId="{0C893FF7-A81C-4818-B464-C5F3105E43B7}">
      <dgm:prSet/>
      <dgm:spPr/>
      <dgm:t>
        <a:bodyPr/>
        <a:lstStyle/>
        <a:p>
          <a:pPr>
            <a:defRPr cap="all"/>
          </a:pPr>
          <a:r>
            <a:rPr lang="en-US"/>
            <a:t>Registros de red</a:t>
          </a:r>
        </a:p>
      </dgm:t>
    </dgm:pt>
    <dgm:pt modelId="{A0C33ED7-030D-42D7-AA4E-0F0FEB313B2C}" type="parTrans" cxnId="{E45E6E2F-A6C1-470E-9AAB-CD235A8D8480}">
      <dgm:prSet/>
      <dgm:spPr/>
      <dgm:t>
        <a:bodyPr/>
        <a:lstStyle/>
        <a:p>
          <a:endParaRPr lang="en-US"/>
        </a:p>
      </dgm:t>
    </dgm:pt>
    <dgm:pt modelId="{D6F06ED1-12BF-4088-B3C5-6B75F3573800}" type="sibTrans" cxnId="{E45E6E2F-A6C1-470E-9AAB-CD235A8D8480}">
      <dgm:prSet/>
      <dgm:spPr/>
      <dgm:t>
        <a:bodyPr/>
        <a:lstStyle/>
        <a:p>
          <a:endParaRPr lang="en-US"/>
        </a:p>
      </dgm:t>
    </dgm:pt>
    <dgm:pt modelId="{FEA3ED57-6869-49B8-8C03-C5A883232C71}" type="pres">
      <dgm:prSet presAssocID="{010A07E7-8AD0-446A-ABD8-5FAC77D90B07}" presName="root" presStyleCnt="0">
        <dgm:presLayoutVars>
          <dgm:dir/>
          <dgm:resizeHandles val="exact"/>
        </dgm:presLayoutVars>
      </dgm:prSet>
      <dgm:spPr/>
    </dgm:pt>
    <dgm:pt modelId="{52ADEA6E-6BDD-420D-9D7B-519787D8706A}" type="pres">
      <dgm:prSet presAssocID="{21CA7E4D-F2D8-4EDF-843B-638B6480C56F}" presName="compNode" presStyleCnt="0"/>
      <dgm:spPr/>
    </dgm:pt>
    <dgm:pt modelId="{B99DFFAD-A630-4373-BFD2-6F868C94D460}" type="pres">
      <dgm:prSet presAssocID="{21CA7E4D-F2D8-4EDF-843B-638B6480C56F}" presName="iconBgRect" presStyleLbl="bgShp" presStyleIdx="0" presStyleCnt="4"/>
      <dgm:spPr/>
    </dgm:pt>
    <dgm:pt modelId="{08671FF8-D247-4D2B-AADE-D7F8D6534F20}" type="pres">
      <dgm:prSet presAssocID="{21CA7E4D-F2D8-4EDF-843B-638B6480C5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0FE688B-8885-42A2-9BB5-30B495BE3700}" type="pres">
      <dgm:prSet presAssocID="{21CA7E4D-F2D8-4EDF-843B-638B6480C56F}" presName="spaceRect" presStyleCnt="0"/>
      <dgm:spPr/>
    </dgm:pt>
    <dgm:pt modelId="{D1588F82-12AF-4339-A0FD-DA3B1D35C077}" type="pres">
      <dgm:prSet presAssocID="{21CA7E4D-F2D8-4EDF-843B-638B6480C56F}" presName="textRect" presStyleLbl="revTx" presStyleIdx="0" presStyleCnt="4">
        <dgm:presLayoutVars>
          <dgm:chMax val="1"/>
          <dgm:chPref val="1"/>
        </dgm:presLayoutVars>
      </dgm:prSet>
      <dgm:spPr/>
    </dgm:pt>
    <dgm:pt modelId="{A8EEAAAD-6610-4E6A-ADED-FF809A79DB52}" type="pres">
      <dgm:prSet presAssocID="{82EF6FCF-D235-4CDD-B43F-184F81D65F95}" presName="sibTrans" presStyleCnt="0"/>
      <dgm:spPr/>
    </dgm:pt>
    <dgm:pt modelId="{8B26081B-9BE5-4BCE-ADD5-8A48EE8306D0}" type="pres">
      <dgm:prSet presAssocID="{6DBC52B7-5F46-4D1B-B03E-60CFC580C22C}" presName="compNode" presStyleCnt="0"/>
      <dgm:spPr/>
    </dgm:pt>
    <dgm:pt modelId="{D3E06976-093F-48A7-B355-F5B8611A02B0}" type="pres">
      <dgm:prSet presAssocID="{6DBC52B7-5F46-4D1B-B03E-60CFC580C22C}" presName="iconBgRect" presStyleLbl="bgShp" presStyleIdx="1" presStyleCnt="4"/>
      <dgm:spPr/>
    </dgm:pt>
    <dgm:pt modelId="{0472F7B1-8558-42DE-9E5F-FD81DBD4A39F}" type="pres">
      <dgm:prSet presAssocID="{6DBC52B7-5F46-4D1B-B03E-60CFC580C2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1D4DBBB-A950-43E8-8107-6CA6F2583308}" type="pres">
      <dgm:prSet presAssocID="{6DBC52B7-5F46-4D1B-B03E-60CFC580C22C}" presName="spaceRect" presStyleCnt="0"/>
      <dgm:spPr/>
    </dgm:pt>
    <dgm:pt modelId="{D8D1E1EA-D654-43C2-949A-23461B338C93}" type="pres">
      <dgm:prSet presAssocID="{6DBC52B7-5F46-4D1B-B03E-60CFC580C22C}" presName="textRect" presStyleLbl="revTx" presStyleIdx="1" presStyleCnt="4">
        <dgm:presLayoutVars>
          <dgm:chMax val="1"/>
          <dgm:chPref val="1"/>
        </dgm:presLayoutVars>
      </dgm:prSet>
      <dgm:spPr/>
    </dgm:pt>
    <dgm:pt modelId="{B83C9DCE-5BD6-4D93-BAC7-BF0A0549E17F}" type="pres">
      <dgm:prSet presAssocID="{3E614F3A-AFCB-40DF-86CE-E130CBE73DEF}" presName="sibTrans" presStyleCnt="0"/>
      <dgm:spPr/>
    </dgm:pt>
    <dgm:pt modelId="{54626D7D-C694-4565-B1D2-AD890251CE27}" type="pres">
      <dgm:prSet presAssocID="{0FDB0D8F-5798-4B3A-9F65-3CD991575EE1}" presName="compNode" presStyleCnt="0"/>
      <dgm:spPr/>
    </dgm:pt>
    <dgm:pt modelId="{9FFA1756-69E2-4DB7-94DC-63AF4272EE15}" type="pres">
      <dgm:prSet presAssocID="{0FDB0D8F-5798-4B3A-9F65-3CD991575EE1}" presName="iconBgRect" presStyleLbl="bgShp" presStyleIdx="2" presStyleCnt="4"/>
      <dgm:spPr/>
    </dgm:pt>
    <dgm:pt modelId="{992BCB1C-21F6-406F-A5B8-71DE3AB4865B}" type="pres">
      <dgm:prSet presAssocID="{0FDB0D8F-5798-4B3A-9F65-3CD991575E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87C1852-99C3-4EB5-BCE9-28E1AB58E1E4}" type="pres">
      <dgm:prSet presAssocID="{0FDB0D8F-5798-4B3A-9F65-3CD991575EE1}" presName="spaceRect" presStyleCnt="0"/>
      <dgm:spPr/>
    </dgm:pt>
    <dgm:pt modelId="{7E6D07B5-FAD6-4337-B08C-AA9EC7B28BA7}" type="pres">
      <dgm:prSet presAssocID="{0FDB0D8F-5798-4B3A-9F65-3CD991575EE1}" presName="textRect" presStyleLbl="revTx" presStyleIdx="2" presStyleCnt="4">
        <dgm:presLayoutVars>
          <dgm:chMax val="1"/>
          <dgm:chPref val="1"/>
        </dgm:presLayoutVars>
      </dgm:prSet>
      <dgm:spPr/>
    </dgm:pt>
    <dgm:pt modelId="{44F84143-BCFB-4EEF-BFAD-34E5CA5D5DC1}" type="pres">
      <dgm:prSet presAssocID="{6FA87577-BEF0-47C6-985D-9BC45742F18F}" presName="sibTrans" presStyleCnt="0"/>
      <dgm:spPr/>
    </dgm:pt>
    <dgm:pt modelId="{A9E4CC11-691F-4B24-988D-07432DB0509D}" type="pres">
      <dgm:prSet presAssocID="{0C893FF7-A81C-4818-B464-C5F3105E43B7}" presName="compNode" presStyleCnt="0"/>
      <dgm:spPr/>
    </dgm:pt>
    <dgm:pt modelId="{BD754F2F-59DD-4AEB-B110-26D051BA08AB}" type="pres">
      <dgm:prSet presAssocID="{0C893FF7-A81C-4818-B464-C5F3105E43B7}" presName="iconBgRect" presStyleLbl="bgShp" presStyleIdx="3" presStyleCnt="4"/>
      <dgm:spPr/>
    </dgm:pt>
    <dgm:pt modelId="{8B15D10A-8635-4046-BB49-4F7C20A72A75}" type="pres">
      <dgm:prSet presAssocID="{0C893FF7-A81C-4818-B464-C5F3105E43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73E0D6B8-A975-4201-AA6A-3FEC00B2899B}" type="pres">
      <dgm:prSet presAssocID="{0C893FF7-A81C-4818-B464-C5F3105E43B7}" presName="spaceRect" presStyleCnt="0"/>
      <dgm:spPr/>
    </dgm:pt>
    <dgm:pt modelId="{BA89F212-FC0E-4CAB-973E-7408CEDC0CF4}" type="pres">
      <dgm:prSet presAssocID="{0C893FF7-A81C-4818-B464-C5F3105E43B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5E6E2F-A6C1-470E-9AAB-CD235A8D8480}" srcId="{010A07E7-8AD0-446A-ABD8-5FAC77D90B07}" destId="{0C893FF7-A81C-4818-B464-C5F3105E43B7}" srcOrd="3" destOrd="0" parTransId="{A0C33ED7-030D-42D7-AA4E-0F0FEB313B2C}" sibTransId="{D6F06ED1-12BF-4088-B3C5-6B75F3573800}"/>
    <dgm:cxn modelId="{DCAF956C-CBAD-41B1-9D1D-5ABAE34C6ABC}" srcId="{010A07E7-8AD0-446A-ABD8-5FAC77D90B07}" destId="{21CA7E4D-F2D8-4EDF-843B-638B6480C56F}" srcOrd="0" destOrd="0" parTransId="{7F120F4D-9A33-46EF-B976-74C2F671C471}" sibTransId="{82EF6FCF-D235-4CDD-B43F-184F81D65F95}"/>
    <dgm:cxn modelId="{C5E14B51-51AE-487F-AC84-5D3BACF40A81}" srcId="{010A07E7-8AD0-446A-ABD8-5FAC77D90B07}" destId="{0FDB0D8F-5798-4B3A-9F65-3CD991575EE1}" srcOrd="2" destOrd="0" parTransId="{455A5B85-F5D5-45A6-AA89-BF73C84E8AC8}" sibTransId="{6FA87577-BEF0-47C6-985D-9BC45742F18F}"/>
    <dgm:cxn modelId="{A6C16855-BFE6-451C-B022-5977D43BCE05}" type="presOf" srcId="{0C893FF7-A81C-4818-B464-C5F3105E43B7}" destId="{BA89F212-FC0E-4CAB-973E-7408CEDC0CF4}" srcOrd="0" destOrd="0" presId="urn:microsoft.com/office/officeart/2018/5/layout/IconCircleLabelList"/>
    <dgm:cxn modelId="{FDEDA89F-6516-406F-B817-3592CF823EC7}" type="presOf" srcId="{6DBC52B7-5F46-4D1B-B03E-60CFC580C22C}" destId="{D8D1E1EA-D654-43C2-949A-23461B338C93}" srcOrd="0" destOrd="0" presId="urn:microsoft.com/office/officeart/2018/5/layout/IconCircleLabelList"/>
    <dgm:cxn modelId="{67C88FA7-683B-4C3B-9E8F-A6B49142A221}" type="presOf" srcId="{21CA7E4D-F2D8-4EDF-843B-638B6480C56F}" destId="{D1588F82-12AF-4339-A0FD-DA3B1D35C077}" srcOrd="0" destOrd="0" presId="urn:microsoft.com/office/officeart/2018/5/layout/IconCircleLabelList"/>
    <dgm:cxn modelId="{7863B3A8-35A8-43E4-A18C-1BCDEAE09A3C}" type="presOf" srcId="{010A07E7-8AD0-446A-ABD8-5FAC77D90B07}" destId="{FEA3ED57-6869-49B8-8C03-C5A883232C71}" srcOrd="0" destOrd="0" presId="urn:microsoft.com/office/officeart/2018/5/layout/IconCircleLabelList"/>
    <dgm:cxn modelId="{2C65A9C1-AD13-422F-BD28-F3E6E7F3C03B}" srcId="{010A07E7-8AD0-446A-ABD8-5FAC77D90B07}" destId="{6DBC52B7-5F46-4D1B-B03E-60CFC580C22C}" srcOrd="1" destOrd="0" parTransId="{C8525FF1-3374-4719-A110-621D014604C1}" sibTransId="{3E614F3A-AFCB-40DF-86CE-E130CBE73DEF}"/>
    <dgm:cxn modelId="{4FA1A5C5-BAF5-4182-8510-92CE0953F867}" type="presOf" srcId="{0FDB0D8F-5798-4B3A-9F65-3CD991575EE1}" destId="{7E6D07B5-FAD6-4337-B08C-AA9EC7B28BA7}" srcOrd="0" destOrd="0" presId="urn:microsoft.com/office/officeart/2018/5/layout/IconCircleLabelList"/>
    <dgm:cxn modelId="{93CE0EF9-865F-495B-9F19-CEBC4E02D1D1}" type="presParOf" srcId="{FEA3ED57-6869-49B8-8C03-C5A883232C71}" destId="{52ADEA6E-6BDD-420D-9D7B-519787D8706A}" srcOrd="0" destOrd="0" presId="urn:microsoft.com/office/officeart/2018/5/layout/IconCircleLabelList"/>
    <dgm:cxn modelId="{755EF389-FE50-4F4A-A176-42AB011C72D2}" type="presParOf" srcId="{52ADEA6E-6BDD-420D-9D7B-519787D8706A}" destId="{B99DFFAD-A630-4373-BFD2-6F868C94D460}" srcOrd="0" destOrd="0" presId="urn:microsoft.com/office/officeart/2018/5/layout/IconCircleLabelList"/>
    <dgm:cxn modelId="{57C00F54-420C-47EC-B7B4-ACE419AE733A}" type="presParOf" srcId="{52ADEA6E-6BDD-420D-9D7B-519787D8706A}" destId="{08671FF8-D247-4D2B-AADE-D7F8D6534F20}" srcOrd="1" destOrd="0" presId="urn:microsoft.com/office/officeart/2018/5/layout/IconCircleLabelList"/>
    <dgm:cxn modelId="{9FBA224B-644D-4AD9-B08B-5454CA43DBF9}" type="presParOf" srcId="{52ADEA6E-6BDD-420D-9D7B-519787D8706A}" destId="{50FE688B-8885-42A2-9BB5-30B495BE3700}" srcOrd="2" destOrd="0" presId="urn:microsoft.com/office/officeart/2018/5/layout/IconCircleLabelList"/>
    <dgm:cxn modelId="{93C8CB61-F2E1-477A-A3B2-356B759DD344}" type="presParOf" srcId="{52ADEA6E-6BDD-420D-9D7B-519787D8706A}" destId="{D1588F82-12AF-4339-A0FD-DA3B1D35C077}" srcOrd="3" destOrd="0" presId="urn:microsoft.com/office/officeart/2018/5/layout/IconCircleLabelList"/>
    <dgm:cxn modelId="{DBC0E07D-79F4-43E0-84DA-D18E98EFE5AD}" type="presParOf" srcId="{FEA3ED57-6869-49B8-8C03-C5A883232C71}" destId="{A8EEAAAD-6610-4E6A-ADED-FF809A79DB52}" srcOrd="1" destOrd="0" presId="urn:microsoft.com/office/officeart/2018/5/layout/IconCircleLabelList"/>
    <dgm:cxn modelId="{2B70808D-A6B7-4D73-960D-CCA45FB417C1}" type="presParOf" srcId="{FEA3ED57-6869-49B8-8C03-C5A883232C71}" destId="{8B26081B-9BE5-4BCE-ADD5-8A48EE8306D0}" srcOrd="2" destOrd="0" presId="urn:microsoft.com/office/officeart/2018/5/layout/IconCircleLabelList"/>
    <dgm:cxn modelId="{354EF403-0542-4247-8499-CE077B7A20D6}" type="presParOf" srcId="{8B26081B-9BE5-4BCE-ADD5-8A48EE8306D0}" destId="{D3E06976-093F-48A7-B355-F5B8611A02B0}" srcOrd="0" destOrd="0" presId="urn:microsoft.com/office/officeart/2018/5/layout/IconCircleLabelList"/>
    <dgm:cxn modelId="{2CA21A36-505B-4BB4-9A05-0F341C4855F5}" type="presParOf" srcId="{8B26081B-9BE5-4BCE-ADD5-8A48EE8306D0}" destId="{0472F7B1-8558-42DE-9E5F-FD81DBD4A39F}" srcOrd="1" destOrd="0" presId="urn:microsoft.com/office/officeart/2018/5/layout/IconCircleLabelList"/>
    <dgm:cxn modelId="{21F699C3-C4A9-4768-B1DB-F5B0E318ABB1}" type="presParOf" srcId="{8B26081B-9BE5-4BCE-ADD5-8A48EE8306D0}" destId="{91D4DBBB-A950-43E8-8107-6CA6F2583308}" srcOrd="2" destOrd="0" presId="urn:microsoft.com/office/officeart/2018/5/layout/IconCircleLabelList"/>
    <dgm:cxn modelId="{5C6E7BDE-9FEA-460E-8127-392EB23EE924}" type="presParOf" srcId="{8B26081B-9BE5-4BCE-ADD5-8A48EE8306D0}" destId="{D8D1E1EA-D654-43C2-949A-23461B338C93}" srcOrd="3" destOrd="0" presId="urn:microsoft.com/office/officeart/2018/5/layout/IconCircleLabelList"/>
    <dgm:cxn modelId="{FD673D25-9644-4325-8D42-B206F7B49B4E}" type="presParOf" srcId="{FEA3ED57-6869-49B8-8C03-C5A883232C71}" destId="{B83C9DCE-5BD6-4D93-BAC7-BF0A0549E17F}" srcOrd="3" destOrd="0" presId="urn:microsoft.com/office/officeart/2018/5/layout/IconCircleLabelList"/>
    <dgm:cxn modelId="{0C092F98-AC36-4D21-BE00-BFAB3BF8BB66}" type="presParOf" srcId="{FEA3ED57-6869-49B8-8C03-C5A883232C71}" destId="{54626D7D-C694-4565-B1D2-AD890251CE27}" srcOrd="4" destOrd="0" presId="urn:microsoft.com/office/officeart/2018/5/layout/IconCircleLabelList"/>
    <dgm:cxn modelId="{F928031F-5467-4436-9632-A41C3C84BFCD}" type="presParOf" srcId="{54626D7D-C694-4565-B1D2-AD890251CE27}" destId="{9FFA1756-69E2-4DB7-94DC-63AF4272EE15}" srcOrd="0" destOrd="0" presId="urn:microsoft.com/office/officeart/2018/5/layout/IconCircleLabelList"/>
    <dgm:cxn modelId="{F53E3C1C-30E1-49C7-97FF-D43AEF697ECC}" type="presParOf" srcId="{54626D7D-C694-4565-B1D2-AD890251CE27}" destId="{992BCB1C-21F6-406F-A5B8-71DE3AB4865B}" srcOrd="1" destOrd="0" presId="urn:microsoft.com/office/officeart/2018/5/layout/IconCircleLabelList"/>
    <dgm:cxn modelId="{2FC15AD7-62BC-4FDC-82CA-2AC8F83373E0}" type="presParOf" srcId="{54626D7D-C694-4565-B1D2-AD890251CE27}" destId="{B87C1852-99C3-4EB5-BCE9-28E1AB58E1E4}" srcOrd="2" destOrd="0" presId="urn:microsoft.com/office/officeart/2018/5/layout/IconCircleLabelList"/>
    <dgm:cxn modelId="{5EA8C790-B838-47BD-AA60-89F4569776F3}" type="presParOf" srcId="{54626D7D-C694-4565-B1D2-AD890251CE27}" destId="{7E6D07B5-FAD6-4337-B08C-AA9EC7B28BA7}" srcOrd="3" destOrd="0" presId="urn:microsoft.com/office/officeart/2018/5/layout/IconCircleLabelList"/>
    <dgm:cxn modelId="{B7CF4A27-DB6C-4D8C-A533-DB73FE8B7D0E}" type="presParOf" srcId="{FEA3ED57-6869-49B8-8C03-C5A883232C71}" destId="{44F84143-BCFB-4EEF-BFAD-34E5CA5D5DC1}" srcOrd="5" destOrd="0" presId="urn:microsoft.com/office/officeart/2018/5/layout/IconCircleLabelList"/>
    <dgm:cxn modelId="{B6BFDE86-9F98-4112-AEFD-48653572EE3C}" type="presParOf" srcId="{FEA3ED57-6869-49B8-8C03-C5A883232C71}" destId="{A9E4CC11-691F-4B24-988D-07432DB0509D}" srcOrd="6" destOrd="0" presId="urn:microsoft.com/office/officeart/2018/5/layout/IconCircleLabelList"/>
    <dgm:cxn modelId="{3E55214A-40E6-4F8B-A027-D08CDF8B6769}" type="presParOf" srcId="{A9E4CC11-691F-4B24-988D-07432DB0509D}" destId="{BD754F2F-59DD-4AEB-B110-26D051BA08AB}" srcOrd="0" destOrd="0" presId="urn:microsoft.com/office/officeart/2018/5/layout/IconCircleLabelList"/>
    <dgm:cxn modelId="{2A150E9D-1BD3-44A2-810B-AFF7A15ED457}" type="presParOf" srcId="{A9E4CC11-691F-4B24-988D-07432DB0509D}" destId="{8B15D10A-8635-4046-BB49-4F7C20A72A75}" srcOrd="1" destOrd="0" presId="urn:microsoft.com/office/officeart/2018/5/layout/IconCircleLabelList"/>
    <dgm:cxn modelId="{AE7C289C-8232-48D0-8A05-1BB1015150A6}" type="presParOf" srcId="{A9E4CC11-691F-4B24-988D-07432DB0509D}" destId="{73E0D6B8-A975-4201-AA6A-3FEC00B2899B}" srcOrd="2" destOrd="0" presId="urn:microsoft.com/office/officeart/2018/5/layout/IconCircleLabelList"/>
    <dgm:cxn modelId="{45245908-162C-4AC8-BA99-1A1ECBCF9AF8}" type="presParOf" srcId="{A9E4CC11-691F-4B24-988D-07432DB0509D}" destId="{BA89F212-FC0E-4CAB-973E-7408CEDC0CF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D097CE-7A81-4DD3-8C5F-9F1E890CD51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0E49197-F6D7-40AA-8FE0-3FFAFD19054C}">
      <dgm:prSet/>
      <dgm:spPr/>
      <dgm:t>
        <a:bodyPr/>
        <a:lstStyle/>
        <a:p>
          <a:r>
            <a:rPr lang="en-US"/>
            <a:t>Cumplimiento de normativas vigentes</a:t>
          </a:r>
        </a:p>
      </dgm:t>
    </dgm:pt>
    <dgm:pt modelId="{EE65AB6E-EFF1-4763-9638-D325D2AA826B}" type="parTrans" cxnId="{97E2BF60-8658-4BA0-9CB5-166FB198B28C}">
      <dgm:prSet/>
      <dgm:spPr/>
      <dgm:t>
        <a:bodyPr/>
        <a:lstStyle/>
        <a:p>
          <a:endParaRPr lang="en-US"/>
        </a:p>
      </dgm:t>
    </dgm:pt>
    <dgm:pt modelId="{09EF02ED-8E2E-479C-B4FF-91175FC8D656}" type="sibTrans" cxnId="{97E2BF60-8658-4BA0-9CB5-166FB198B28C}">
      <dgm:prSet/>
      <dgm:spPr/>
      <dgm:t>
        <a:bodyPr/>
        <a:lstStyle/>
        <a:p>
          <a:endParaRPr lang="en-US"/>
        </a:p>
      </dgm:t>
    </dgm:pt>
    <dgm:pt modelId="{D6E0AEAE-A46C-4627-B3B5-C7CCD61DA715}">
      <dgm:prSet/>
      <dgm:spPr/>
      <dgm:t>
        <a:bodyPr/>
        <a:lstStyle/>
        <a:p>
          <a:r>
            <a:rPr lang="en-US"/>
            <a:t>Protección de datos personales</a:t>
          </a:r>
        </a:p>
      </dgm:t>
    </dgm:pt>
    <dgm:pt modelId="{8D4A094E-F106-4895-8FCB-9399A777DBD0}" type="parTrans" cxnId="{7FE85F69-638E-4C95-8AC9-09FC23600F5E}">
      <dgm:prSet/>
      <dgm:spPr/>
      <dgm:t>
        <a:bodyPr/>
        <a:lstStyle/>
        <a:p>
          <a:endParaRPr lang="en-US"/>
        </a:p>
      </dgm:t>
    </dgm:pt>
    <dgm:pt modelId="{9ADB6E55-5C0F-43BC-A98E-D6E8BEFCCF3F}" type="sibTrans" cxnId="{7FE85F69-638E-4C95-8AC9-09FC23600F5E}">
      <dgm:prSet/>
      <dgm:spPr/>
      <dgm:t>
        <a:bodyPr/>
        <a:lstStyle/>
        <a:p>
          <a:endParaRPr lang="en-US"/>
        </a:p>
      </dgm:t>
    </dgm:pt>
    <dgm:pt modelId="{A6B7020E-38D7-4CC0-AE76-835CB3A7C9B3}">
      <dgm:prSet/>
      <dgm:spPr/>
      <dgm:t>
        <a:bodyPr/>
        <a:lstStyle/>
        <a:p>
          <a:r>
            <a:rPr lang="en-US"/>
            <a:t>Conservación de evidencias</a:t>
          </a:r>
        </a:p>
      </dgm:t>
    </dgm:pt>
    <dgm:pt modelId="{0ECF3225-8A99-4C6C-A634-32CE446ECD23}" type="parTrans" cxnId="{B8BC7A6C-0E3E-4A35-AE33-05FD383E5C19}">
      <dgm:prSet/>
      <dgm:spPr/>
      <dgm:t>
        <a:bodyPr/>
        <a:lstStyle/>
        <a:p>
          <a:endParaRPr lang="en-US"/>
        </a:p>
      </dgm:t>
    </dgm:pt>
    <dgm:pt modelId="{2EB14112-7172-413D-991E-E370248ED86C}" type="sibTrans" cxnId="{B8BC7A6C-0E3E-4A35-AE33-05FD383E5C19}">
      <dgm:prSet/>
      <dgm:spPr/>
      <dgm:t>
        <a:bodyPr/>
        <a:lstStyle/>
        <a:p>
          <a:endParaRPr lang="en-US"/>
        </a:p>
      </dgm:t>
    </dgm:pt>
    <dgm:pt modelId="{33271723-ECC4-4E4C-AEA7-4D60D18C90D2}" type="pres">
      <dgm:prSet presAssocID="{BED097CE-7A81-4DD3-8C5F-9F1E890CD5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6DF406-4C1D-4863-AAE4-0AC555C671DE}" type="pres">
      <dgm:prSet presAssocID="{50E49197-F6D7-40AA-8FE0-3FFAFD19054C}" presName="hierRoot1" presStyleCnt="0"/>
      <dgm:spPr/>
    </dgm:pt>
    <dgm:pt modelId="{59D9EBC7-8006-42B1-9C2C-A53619741DC6}" type="pres">
      <dgm:prSet presAssocID="{50E49197-F6D7-40AA-8FE0-3FFAFD19054C}" presName="composite" presStyleCnt="0"/>
      <dgm:spPr/>
    </dgm:pt>
    <dgm:pt modelId="{BFC2DBD5-9676-457F-B229-1B43018D023A}" type="pres">
      <dgm:prSet presAssocID="{50E49197-F6D7-40AA-8FE0-3FFAFD19054C}" presName="background" presStyleLbl="node0" presStyleIdx="0" presStyleCnt="3"/>
      <dgm:spPr/>
    </dgm:pt>
    <dgm:pt modelId="{DE99A3D5-A03E-4020-A073-0A0A881945F2}" type="pres">
      <dgm:prSet presAssocID="{50E49197-F6D7-40AA-8FE0-3FFAFD19054C}" presName="text" presStyleLbl="fgAcc0" presStyleIdx="0" presStyleCnt="3">
        <dgm:presLayoutVars>
          <dgm:chPref val="3"/>
        </dgm:presLayoutVars>
      </dgm:prSet>
      <dgm:spPr/>
    </dgm:pt>
    <dgm:pt modelId="{8D48F92F-FF76-45BF-B73B-4DAE9AEDF334}" type="pres">
      <dgm:prSet presAssocID="{50E49197-F6D7-40AA-8FE0-3FFAFD19054C}" presName="hierChild2" presStyleCnt="0"/>
      <dgm:spPr/>
    </dgm:pt>
    <dgm:pt modelId="{604164DA-A96E-4B24-BF90-1DF06DDB8946}" type="pres">
      <dgm:prSet presAssocID="{D6E0AEAE-A46C-4627-B3B5-C7CCD61DA715}" presName="hierRoot1" presStyleCnt="0"/>
      <dgm:spPr/>
    </dgm:pt>
    <dgm:pt modelId="{67D5DA71-1CED-497E-9484-6F23DBC30283}" type="pres">
      <dgm:prSet presAssocID="{D6E0AEAE-A46C-4627-B3B5-C7CCD61DA715}" presName="composite" presStyleCnt="0"/>
      <dgm:spPr/>
    </dgm:pt>
    <dgm:pt modelId="{A2381C1B-C3D0-480A-8178-BBE3B1756B4D}" type="pres">
      <dgm:prSet presAssocID="{D6E0AEAE-A46C-4627-B3B5-C7CCD61DA715}" presName="background" presStyleLbl="node0" presStyleIdx="1" presStyleCnt="3"/>
      <dgm:spPr/>
    </dgm:pt>
    <dgm:pt modelId="{C713F419-B519-4B5B-B380-2608DA9F1147}" type="pres">
      <dgm:prSet presAssocID="{D6E0AEAE-A46C-4627-B3B5-C7CCD61DA715}" presName="text" presStyleLbl="fgAcc0" presStyleIdx="1" presStyleCnt="3">
        <dgm:presLayoutVars>
          <dgm:chPref val="3"/>
        </dgm:presLayoutVars>
      </dgm:prSet>
      <dgm:spPr/>
    </dgm:pt>
    <dgm:pt modelId="{87531192-A75F-4D75-89DD-0F212D5F4B08}" type="pres">
      <dgm:prSet presAssocID="{D6E0AEAE-A46C-4627-B3B5-C7CCD61DA715}" presName="hierChild2" presStyleCnt="0"/>
      <dgm:spPr/>
    </dgm:pt>
    <dgm:pt modelId="{34C494CE-187E-4AD2-BA16-AD8CFE6792A1}" type="pres">
      <dgm:prSet presAssocID="{A6B7020E-38D7-4CC0-AE76-835CB3A7C9B3}" presName="hierRoot1" presStyleCnt="0"/>
      <dgm:spPr/>
    </dgm:pt>
    <dgm:pt modelId="{48CDACA6-D973-457B-BF6C-CA8EF2580FBD}" type="pres">
      <dgm:prSet presAssocID="{A6B7020E-38D7-4CC0-AE76-835CB3A7C9B3}" presName="composite" presStyleCnt="0"/>
      <dgm:spPr/>
    </dgm:pt>
    <dgm:pt modelId="{764FF11C-3CD6-4767-8934-A23F24CF519B}" type="pres">
      <dgm:prSet presAssocID="{A6B7020E-38D7-4CC0-AE76-835CB3A7C9B3}" presName="background" presStyleLbl="node0" presStyleIdx="2" presStyleCnt="3"/>
      <dgm:spPr/>
    </dgm:pt>
    <dgm:pt modelId="{1F46982D-015A-44E8-B2BF-AFA5915F28C1}" type="pres">
      <dgm:prSet presAssocID="{A6B7020E-38D7-4CC0-AE76-835CB3A7C9B3}" presName="text" presStyleLbl="fgAcc0" presStyleIdx="2" presStyleCnt="3">
        <dgm:presLayoutVars>
          <dgm:chPref val="3"/>
        </dgm:presLayoutVars>
      </dgm:prSet>
      <dgm:spPr/>
    </dgm:pt>
    <dgm:pt modelId="{BE17FBED-0CD0-46D1-8580-483C3B7B9CAF}" type="pres">
      <dgm:prSet presAssocID="{A6B7020E-38D7-4CC0-AE76-835CB3A7C9B3}" presName="hierChild2" presStyleCnt="0"/>
      <dgm:spPr/>
    </dgm:pt>
  </dgm:ptLst>
  <dgm:cxnLst>
    <dgm:cxn modelId="{587D9E0A-4AA2-4552-83D3-51B6A125193C}" type="presOf" srcId="{A6B7020E-38D7-4CC0-AE76-835CB3A7C9B3}" destId="{1F46982D-015A-44E8-B2BF-AFA5915F28C1}" srcOrd="0" destOrd="0" presId="urn:microsoft.com/office/officeart/2005/8/layout/hierarchy1"/>
    <dgm:cxn modelId="{87811C18-BE72-45A3-966D-D2163A4747D6}" type="presOf" srcId="{D6E0AEAE-A46C-4627-B3B5-C7CCD61DA715}" destId="{C713F419-B519-4B5B-B380-2608DA9F1147}" srcOrd="0" destOrd="0" presId="urn:microsoft.com/office/officeart/2005/8/layout/hierarchy1"/>
    <dgm:cxn modelId="{9A6CA235-9D5B-4931-91AA-14376067BC3E}" type="presOf" srcId="{BED097CE-7A81-4DD3-8C5F-9F1E890CD517}" destId="{33271723-ECC4-4E4C-AEA7-4D60D18C90D2}" srcOrd="0" destOrd="0" presId="urn:microsoft.com/office/officeart/2005/8/layout/hierarchy1"/>
    <dgm:cxn modelId="{97E2BF60-8658-4BA0-9CB5-166FB198B28C}" srcId="{BED097CE-7A81-4DD3-8C5F-9F1E890CD517}" destId="{50E49197-F6D7-40AA-8FE0-3FFAFD19054C}" srcOrd="0" destOrd="0" parTransId="{EE65AB6E-EFF1-4763-9638-D325D2AA826B}" sibTransId="{09EF02ED-8E2E-479C-B4FF-91175FC8D656}"/>
    <dgm:cxn modelId="{D3CABE65-8722-4451-933E-1A80A54751F4}" type="presOf" srcId="{50E49197-F6D7-40AA-8FE0-3FFAFD19054C}" destId="{DE99A3D5-A03E-4020-A073-0A0A881945F2}" srcOrd="0" destOrd="0" presId="urn:microsoft.com/office/officeart/2005/8/layout/hierarchy1"/>
    <dgm:cxn modelId="{7FE85F69-638E-4C95-8AC9-09FC23600F5E}" srcId="{BED097CE-7A81-4DD3-8C5F-9F1E890CD517}" destId="{D6E0AEAE-A46C-4627-B3B5-C7CCD61DA715}" srcOrd="1" destOrd="0" parTransId="{8D4A094E-F106-4895-8FCB-9399A777DBD0}" sibTransId="{9ADB6E55-5C0F-43BC-A98E-D6E8BEFCCF3F}"/>
    <dgm:cxn modelId="{B8BC7A6C-0E3E-4A35-AE33-05FD383E5C19}" srcId="{BED097CE-7A81-4DD3-8C5F-9F1E890CD517}" destId="{A6B7020E-38D7-4CC0-AE76-835CB3A7C9B3}" srcOrd="2" destOrd="0" parTransId="{0ECF3225-8A99-4C6C-A634-32CE446ECD23}" sibTransId="{2EB14112-7172-413D-991E-E370248ED86C}"/>
    <dgm:cxn modelId="{78E1A5A9-2668-43AE-B156-7B88F4C02730}" type="presParOf" srcId="{33271723-ECC4-4E4C-AEA7-4D60D18C90D2}" destId="{466DF406-4C1D-4863-AAE4-0AC555C671DE}" srcOrd="0" destOrd="0" presId="urn:microsoft.com/office/officeart/2005/8/layout/hierarchy1"/>
    <dgm:cxn modelId="{307A573A-CDDD-48A4-9769-8CD7A25A178E}" type="presParOf" srcId="{466DF406-4C1D-4863-AAE4-0AC555C671DE}" destId="{59D9EBC7-8006-42B1-9C2C-A53619741DC6}" srcOrd="0" destOrd="0" presId="urn:microsoft.com/office/officeart/2005/8/layout/hierarchy1"/>
    <dgm:cxn modelId="{DCF8859D-09DE-4DCE-A05D-FE8409495A71}" type="presParOf" srcId="{59D9EBC7-8006-42B1-9C2C-A53619741DC6}" destId="{BFC2DBD5-9676-457F-B229-1B43018D023A}" srcOrd="0" destOrd="0" presId="urn:microsoft.com/office/officeart/2005/8/layout/hierarchy1"/>
    <dgm:cxn modelId="{85A4D343-A63F-43A1-B018-3793802C8369}" type="presParOf" srcId="{59D9EBC7-8006-42B1-9C2C-A53619741DC6}" destId="{DE99A3D5-A03E-4020-A073-0A0A881945F2}" srcOrd="1" destOrd="0" presId="urn:microsoft.com/office/officeart/2005/8/layout/hierarchy1"/>
    <dgm:cxn modelId="{A0B107E1-612D-4967-A359-3A26993A9717}" type="presParOf" srcId="{466DF406-4C1D-4863-AAE4-0AC555C671DE}" destId="{8D48F92F-FF76-45BF-B73B-4DAE9AEDF334}" srcOrd="1" destOrd="0" presId="urn:microsoft.com/office/officeart/2005/8/layout/hierarchy1"/>
    <dgm:cxn modelId="{D3B46D3B-8D80-4B7A-AC9F-E7C433EE97F4}" type="presParOf" srcId="{33271723-ECC4-4E4C-AEA7-4D60D18C90D2}" destId="{604164DA-A96E-4B24-BF90-1DF06DDB8946}" srcOrd="1" destOrd="0" presId="urn:microsoft.com/office/officeart/2005/8/layout/hierarchy1"/>
    <dgm:cxn modelId="{F459E507-4858-47DD-85F9-A04F8AB5E6DD}" type="presParOf" srcId="{604164DA-A96E-4B24-BF90-1DF06DDB8946}" destId="{67D5DA71-1CED-497E-9484-6F23DBC30283}" srcOrd="0" destOrd="0" presId="urn:microsoft.com/office/officeart/2005/8/layout/hierarchy1"/>
    <dgm:cxn modelId="{0F409783-92E7-4789-BA66-C7DD2A03D932}" type="presParOf" srcId="{67D5DA71-1CED-497E-9484-6F23DBC30283}" destId="{A2381C1B-C3D0-480A-8178-BBE3B1756B4D}" srcOrd="0" destOrd="0" presId="urn:microsoft.com/office/officeart/2005/8/layout/hierarchy1"/>
    <dgm:cxn modelId="{36798BEF-951C-4051-B775-699D1D08FDAC}" type="presParOf" srcId="{67D5DA71-1CED-497E-9484-6F23DBC30283}" destId="{C713F419-B519-4B5B-B380-2608DA9F1147}" srcOrd="1" destOrd="0" presId="urn:microsoft.com/office/officeart/2005/8/layout/hierarchy1"/>
    <dgm:cxn modelId="{577E9958-7FD2-4696-84C4-49C88547B94F}" type="presParOf" srcId="{604164DA-A96E-4B24-BF90-1DF06DDB8946}" destId="{87531192-A75F-4D75-89DD-0F212D5F4B08}" srcOrd="1" destOrd="0" presId="urn:microsoft.com/office/officeart/2005/8/layout/hierarchy1"/>
    <dgm:cxn modelId="{B0ED9029-0AF4-4CAD-A1D4-A2AF167A59EE}" type="presParOf" srcId="{33271723-ECC4-4E4C-AEA7-4D60D18C90D2}" destId="{34C494CE-187E-4AD2-BA16-AD8CFE6792A1}" srcOrd="2" destOrd="0" presId="urn:microsoft.com/office/officeart/2005/8/layout/hierarchy1"/>
    <dgm:cxn modelId="{6A24787C-1352-4298-B50A-6CCAD5EE2575}" type="presParOf" srcId="{34C494CE-187E-4AD2-BA16-AD8CFE6792A1}" destId="{48CDACA6-D973-457B-BF6C-CA8EF2580FBD}" srcOrd="0" destOrd="0" presId="urn:microsoft.com/office/officeart/2005/8/layout/hierarchy1"/>
    <dgm:cxn modelId="{C7EB315A-62D3-4E15-A975-9A0C35A29202}" type="presParOf" srcId="{48CDACA6-D973-457B-BF6C-CA8EF2580FBD}" destId="{764FF11C-3CD6-4767-8934-A23F24CF519B}" srcOrd="0" destOrd="0" presId="urn:microsoft.com/office/officeart/2005/8/layout/hierarchy1"/>
    <dgm:cxn modelId="{9324CF4B-EEAD-493B-BBBE-E0E3E7BC099B}" type="presParOf" srcId="{48CDACA6-D973-457B-BF6C-CA8EF2580FBD}" destId="{1F46982D-015A-44E8-B2BF-AFA5915F28C1}" srcOrd="1" destOrd="0" presId="urn:microsoft.com/office/officeart/2005/8/layout/hierarchy1"/>
    <dgm:cxn modelId="{FDBA4BD1-5829-4378-AE43-6A95504964A0}" type="presParOf" srcId="{34C494CE-187E-4AD2-BA16-AD8CFE6792A1}" destId="{BE17FBED-0CD0-46D1-8580-483C3B7B9C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6605D8-EE02-498C-ABCF-124B865A4F3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FBFA92-0E67-4F9F-A894-E67BCB8EBF46}">
      <dgm:prSet/>
      <dgm:spPr/>
      <dgm:t>
        <a:bodyPr/>
        <a:lstStyle/>
        <a:p>
          <a:r>
            <a:rPr lang="en-US"/>
            <a:t>LOPDGDD y RGPD</a:t>
          </a:r>
        </a:p>
      </dgm:t>
    </dgm:pt>
    <dgm:pt modelId="{47D9C9DA-8729-42E3-A143-C6D545F239F2}" type="parTrans" cxnId="{20C5062F-9F06-4305-8F29-D1FF554469C6}">
      <dgm:prSet/>
      <dgm:spPr/>
      <dgm:t>
        <a:bodyPr/>
        <a:lstStyle/>
        <a:p>
          <a:endParaRPr lang="en-US"/>
        </a:p>
      </dgm:t>
    </dgm:pt>
    <dgm:pt modelId="{9CF85D88-6288-499C-AD36-BA4F2990B9D7}" type="sibTrans" cxnId="{20C5062F-9F06-4305-8F29-D1FF554469C6}">
      <dgm:prSet/>
      <dgm:spPr/>
      <dgm:t>
        <a:bodyPr/>
        <a:lstStyle/>
        <a:p>
          <a:endParaRPr lang="en-US"/>
        </a:p>
      </dgm:t>
    </dgm:pt>
    <dgm:pt modelId="{5F5012F3-DCA7-4370-9D42-3AD0EDA29819}">
      <dgm:prSet/>
      <dgm:spPr/>
      <dgm:t>
        <a:bodyPr/>
        <a:lstStyle/>
        <a:p>
          <a:r>
            <a:rPr lang="en-US"/>
            <a:t>Normativa sectorial</a:t>
          </a:r>
        </a:p>
      </dgm:t>
    </dgm:pt>
    <dgm:pt modelId="{5A9559CB-EDC5-4469-9EF1-B12D1D927BD7}" type="parTrans" cxnId="{C2148527-510A-4E24-B6BA-19CAF880598D}">
      <dgm:prSet/>
      <dgm:spPr/>
      <dgm:t>
        <a:bodyPr/>
        <a:lstStyle/>
        <a:p>
          <a:endParaRPr lang="en-US"/>
        </a:p>
      </dgm:t>
    </dgm:pt>
    <dgm:pt modelId="{30FF02C4-5FF3-441F-AB63-42796718AE12}" type="sibTrans" cxnId="{C2148527-510A-4E24-B6BA-19CAF880598D}">
      <dgm:prSet/>
      <dgm:spPr/>
      <dgm:t>
        <a:bodyPr/>
        <a:lstStyle/>
        <a:p>
          <a:endParaRPr lang="en-US"/>
        </a:p>
      </dgm:t>
    </dgm:pt>
    <dgm:pt modelId="{1CB6B93F-8E54-4A00-8BFE-BCC1119CA880}">
      <dgm:prSet/>
      <dgm:spPr/>
      <dgm:t>
        <a:bodyPr/>
        <a:lstStyle/>
        <a:p>
          <a:r>
            <a:rPr lang="en-US"/>
            <a:t>Políticas internas de la organización</a:t>
          </a:r>
        </a:p>
      </dgm:t>
    </dgm:pt>
    <dgm:pt modelId="{0532CB76-3D85-412B-9A9E-79FC5E83DB2C}" type="parTrans" cxnId="{2E355E1F-00D4-46A7-869F-7CAA7978BECA}">
      <dgm:prSet/>
      <dgm:spPr/>
      <dgm:t>
        <a:bodyPr/>
        <a:lstStyle/>
        <a:p>
          <a:endParaRPr lang="en-US"/>
        </a:p>
      </dgm:t>
    </dgm:pt>
    <dgm:pt modelId="{43F8E0CF-3F25-4764-91DA-D70E4DE734A2}" type="sibTrans" cxnId="{2E355E1F-00D4-46A7-869F-7CAA7978BECA}">
      <dgm:prSet/>
      <dgm:spPr/>
      <dgm:t>
        <a:bodyPr/>
        <a:lstStyle/>
        <a:p>
          <a:endParaRPr lang="en-US"/>
        </a:p>
      </dgm:t>
    </dgm:pt>
    <dgm:pt modelId="{26EC5594-AD35-45E8-A5C8-3657303B6ABE}" type="pres">
      <dgm:prSet presAssocID="{376605D8-EE02-498C-ABCF-124B865A4F3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1D84F0-EF89-418F-82EE-1956BCCEF76A}" type="pres">
      <dgm:prSet presAssocID="{4CFBFA92-0E67-4F9F-A894-E67BCB8EBF46}" presName="hierRoot1" presStyleCnt="0"/>
      <dgm:spPr/>
    </dgm:pt>
    <dgm:pt modelId="{E8F81CFF-D591-486F-A2C9-C24AFC3954C9}" type="pres">
      <dgm:prSet presAssocID="{4CFBFA92-0E67-4F9F-A894-E67BCB8EBF46}" presName="composite" presStyleCnt="0"/>
      <dgm:spPr/>
    </dgm:pt>
    <dgm:pt modelId="{221F36F4-F72B-49B3-B03B-A72CF5F6EFAD}" type="pres">
      <dgm:prSet presAssocID="{4CFBFA92-0E67-4F9F-A894-E67BCB8EBF46}" presName="background" presStyleLbl="node0" presStyleIdx="0" presStyleCnt="3"/>
      <dgm:spPr/>
    </dgm:pt>
    <dgm:pt modelId="{8FA425B3-B250-4982-A250-37AD4BDA79A9}" type="pres">
      <dgm:prSet presAssocID="{4CFBFA92-0E67-4F9F-A894-E67BCB8EBF46}" presName="text" presStyleLbl="fgAcc0" presStyleIdx="0" presStyleCnt="3">
        <dgm:presLayoutVars>
          <dgm:chPref val="3"/>
        </dgm:presLayoutVars>
      </dgm:prSet>
      <dgm:spPr/>
    </dgm:pt>
    <dgm:pt modelId="{A4C8A609-FBA4-4BC9-B96C-9CE21FB3EF4E}" type="pres">
      <dgm:prSet presAssocID="{4CFBFA92-0E67-4F9F-A894-E67BCB8EBF46}" presName="hierChild2" presStyleCnt="0"/>
      <dgm:spPr/>
    </dgm:pt>
    <dgm:pt modelId="{23243F00-A015-4F16-BF05-5A65DAD5B870}" type="pres">
      <dgm:prSet presAssocID="{5F5012F3-DCA7-4370-9D42-3AD0EDA29819}" presName="hierRoot1" presStyleCnt="0"/>
      <dgm:spPr/>
    </dgm:pt>
    <dgm:pt modelId="{E8132BD6-E95C-447E-84C2-A9132BAFA817}" type="pres">
      <dgm:prSet presAssocID="{5F5012F3-DCA7-4370-9D42-3AD0EDA29819}" presName="composite" presStyleCnt="0"/>
      <dgm:spPr/>
    </dgm:pt>
    <dgm:pt modelId="{F369637B-0170-4310-8741-49B1CE496EE0}" type="pres">
      <dgm:prSet presAssocID="{5F5012F3-DCA7-4370-9D42-3AD0EDA29819}" presName="background" presStyleLbl="node0" presStyleIdx="1" presStyleCnt="3"/>
      <dgm:spPr/>
    </dgm:pt>
    <dgm:pt modelId="{A78C5E07-A447-4CB6-8696-B73192BE4CDA}" type="pres">
      <dgm:prSet presAssocID="{5F5012F3-DCA7-4370-9D42-3AD0EDA29819}" presName="text" presStyleLbl="fgAcc0" presStyleIdx="1" presStyleCnt="3">
        <dgm:presLayoutVars>
          <dgm:chPref val="3"/>
        </dgm:presLayoutVars>
      </dgm:prSet>
      <dgm:spPr/>
    </dgm:pt>
    <dgm:pt modelId="{69B87630-7073-4FCF-84A6-28B10CF27722}" type="pres">
      <dgm:prSet presAssocID="{5F5012F3-DCA7-4370-9D42-3AD0EDA29819}" presName="hierChild2" presStyleCnt="0"/>
      <dgm:spPr/>
    </dgm:pt>
    <dgm:pt modelId="{2CC37675-6D31-4B1D-9D26-54205DBFDE84}" type="pres">
      <dgm:prSet presAssocID="{1CB6B93F-8E54-4A00-8BFE-BCC1119CA880}" presName="hierRoot1" presStyleCnt="0"/>
      <dgm:spPr/>
    </dgm:pt>
    <dgm:pt modelId="{808F28AE-ADD7-4EB6-BFFA-52010E1389AB}" type="pres">
      <dgm:prSet presAssocID="{1CB6B93F-8E54-4A00-8BFE-BCC1119CA880}" presName="composite" presStyleCnt="0"/>
      <dgm:spPr/>
    </dgm:pt>
    <dgm:pt modelId="{145A5BA8-EE3C-4A2D-97B5-25D202BE3E21}" type="pres">
      <dgm:prSet presAssocID="{1CB6B93F-8E54-4A00-8BFE-BCC1119CA880}" presName="background" presStyleLbl="node0" presStyleIdx="2" presStyleCnt="3"/>
      <dgm:spPr/>
    </dgm:pt>
    <dgm:pt modelId="{01E670F2-3FB8-451A-B83D-5B8F1A268C90}" type="pres">
      <dgm:prSet presAssocID="{1CB6B93F-8E54-4A00-8BFE-BCC1119CA880}" presName="text" presStyleLbl="fgAcc0" presStyleIdx="2" presStyleCnt="3">
        <dgm:presLayoutVars>
          <dgm:chPref val="3"/>
        </dgm:presLayoutVars>
      </dgm:prSet>
      <dgm:spPr/>
    </dgm:pt>
    <dgm:pt modelId="{5D06D187-69A4-492D-9C18-384C58C41132}" type="pres">
      <dgm:prSet presAssocID="{1CB6B93F-8E54-4A00-8BFE-BCC1119CA880}" presName="hierChild2" presStyleCnt="0"/>
      <dgm:spPr/>
    </dgm:pt>
  </dgm:ptLst>
  <dgm:cxnLst>
    <dgm:cxn modelId="{2E355E1F-00D4-46A7-869F-7CAA7978BECA}" srcId="{376605D8-EE02-498C-ABCF-124B865A4F3F}" destId="{1CB6B93F-8E54-4A00-8BFE-BCC1119CA880}" srcOrd="2" destOrd="0" parTransId="{0532CB76-3D85-412B-9A9E-79FC5E83DB2C}" sibTransId="{43F8E0CF-3F25-4764-91DA-D70E4DE734A2}"/>
    <dgm:cxn modelId="{C2148527-510A-4E24-B6BA-19CAF880598D}" srcId="{376605D8-EE02-498C-ABCF-124B865A4F3F}" destId="{5F5012F3-DCA7-4370-9D42-3AD0EDA29819}" srcOrd="1" destOrd="0" parTransId="{5A9559CB-EDC5-4469-9EF1-B12D1D927BD7}" sibTransId="{30FF02C4-5FF3-441F-AB63-42796718AE12}"/>
    <dgm:cxn modelId="{20C5062F-9F06-4305-8F29-D1FF554469C6}" srcId="{376605D8-EE02-498C-ABCF-124B865A4F3F}" destId="{4CFBFA92-0E67-4F9F-A894-E67BCB8EBF46}" srcOrd="0" destOrd="0" parTransId="{47D9C9DA-8729-42E3-A143-C6D545F239F2}" sibTransId="{9CF85D88-6288-499C-AD36-BA4F2990B9D7}"/>
    <dgm:cxn modelId="{24BFFC4F-5126-4E76-9BEF-E187F4C1A932}" type="presOf" srcId="{4CFBFA92-0E67-4F9F-A894-E67BCB8EBF46}" destId="{8FA425B3-B250-4982-A250-37AD4BDA79A9}" srcOrd="0" destOrd="0" presId="urn:microsoft.com/office/officeart/2005/8/layout/hierarchy1"/>
    <dgm:cxn modelId="{162CDE50-D800-4215-A8C2-3320C389C059}" type="presOf" srcId="{1CB6B93F-8E54-4A00-8BFE-BCC1119CA880}" destId="{01E670F2-3FB8-451A-B83D-5B8F1A268C90}" srcOrd="0" destOrd="0" presId="urn:microsoft.com/office/officeart/2005/8/layout/hierarchy1"/>
    <dgm:cxn modelId="{3FD26D82-57A3-4816-B06D-68FE84C75D40}" type="presOf" srcId="{5F5012F3-DCA7-4370-9D42-3AD0EDA29819}" destId="{A78C5E07-A447-4CB6-8696-B73192BE4CDA}" srcOrd="0" destOrd="0" presId="urn:microsoft.com/office/officeart/2005/8/layout/hierarchy1"/>
    <dgm:cxn modelId="{A277FA91-6891-454A-8C90-6685920FAAE9}" type="presOf" srcId="{376605D8-EE02-498C-ABCF-124B865A4F3F}" destId="{26EC5594-AD35-45E8-A5C8-3657303B6ABE}" srcOrd="0" destOrd="0" presId="urn:microsoft.com/office/officeart/2005/8/layout/hierarchy1"/>
    <dgm:cxn modelId="{5B0F85D5-0B2B-4A9F-9236-B88D398ECA35}" type="presParOf" srcId="{26EC5594-AD35-45E8-A5C8-3657303B6ABE}" destId="{681D84F0-EF89-418F-82EE-1956BCCEF76A}" srcOrd="0" destOrd="0" presId="urn:microsoft.com/office/officeart/2005/8/layout/hierarchy1"/>
    <dgm:cxn modelId="{CBCF6E38-E024-4CB6-B872-214EAD9BE096}" type="presParOf" srcId="{681D84F0-EF89-418F-82EE-1956BCCEF76A}" destId="{E8F81CFF-D591-486F-A2C9-C24AFC3954C9}" srcOrd="0" destOrd="0" presId="urn:microsoft.com/office/officeart/2005/8/layout/hierarchy1"/>
    <dgm:cxn modelId="{2597BD9E-8700-47A6-AE18-309F11472DEE}" type="presParOf" srcId="{E8F81CFF-D591-486F-A2C9-C24AFC3954C9}" destId="{221F36F4-F72B-49B3-B03B-A72CF5F6EFAD}" srcOrd="0" destOrd="0" presId="urn:microsoft.com/office/officeart/2005/8/layout/hierarchy1"/>
    <dgm:cxn modelId="{1CC9B9DF-9519-4A95-930C-915AD86D6EAB}" type="presParOf" srcId="{E8F81CFF-D591-486F-A2C9-C24AFC3954C9}" destId="{8FA425B3-B250-4982-A250-37AD4BDA79A9}" srcOrd="1" destOrd="0" presId="urn:microsoft.com/office/officeart/2005/8/layout/hierarchy1"/>
    <dgm:cxn modelId="{923483D6-BB8A-40F6-9D3C-EE06DCA348E2}" type="presParOf" srcId="{681D84F0-EF89-418F-82EE-1956BCCEF76A}" destId="{A4C8A609-FBA4-4BC9-B96C-9CE21FB3EF4E}" srcOrd="1" destOrd="0" presId="urn:microsoft.com/office/officeart/2005/8/layout/hierarchy1"/>
    <dgm:cxn modelId="{3F2F7800-A9AE-4E13-B412-B71799B47A6B}" type="presParOf" srcId="{26EC5594-AD35-45E8-A5C8-3657303B6ABE}" destId="{23243F00-A015-4F16-BF05-5A65DAD5B870}" srcOrd="1" destOrd="0" presId="urn:microsoft.com/office/officeart/2005/8/layout/hierarchy1"/>
    <dgm:cxn modelId="{472150B2-0845-4FB8-8333-8B38CBE70294}" type="presParOf" srcId="{23243F00-A015-4F16-BF05-5A65DAD5B870}" destId="{E8132BD6-E95C-447E-84C2-A9132BAFA817}" srcOrd="0" destOrd="0" presId="urn:microsoft.com/office/officeart/2005/8/layout/hierarchy1"/>
    <dgm:cxn modelId="{6F79A79B-A196-4D01-801D-F337DAFFED7C}" type="presParOf" srcId="{E8132BD6-E95C-447E-84C2-A9132BAFA817}" destId="{F369637B-0170-4310-8741-49B1CE496EE0}" srcOrd="0" destOrd="0" presId="urn:microsoft.com/office/officeart/2005/8/layout/hierarchy1"/>
    <dgm:cxn modelId="{E6C89F64-7F25-454D-88EA-819622155D4C}" type="presParOf" srcId="{E8132BD6-E95C-447E-84C2-A9132BAFA817}" destId="{A78C5E07-A447-4CB6-8696-B73192BE4CDA}" srcOrd="1" destOrd="0" presId="urn:microsoft.com/office/officeart/2005/8/layout/hierarchy1"/>
    <dgm:cxn modelId="{450F404E-E042-4C46-955D-CCA8C898E123}" type="presParOf" srcId="{23243F00-A015-4F16-BF05-5A65DAD5B870}" destId="{69B87630-7073-4FCF-84A6-28B10CF27722}" srcOrd="1" destOrd="0" presId="urn:microsoft.com/office/officeart/2005/8/layout/hierarchy1"/>
    <dgm:cxn modelId="{D6A48B88-0369-462A-A9CA-6D1DC6227BA4}" type="presParOf" srcId="{26EC5594-AD35-45E8-A5C8-3657303B6ABE}" destId="{2CC37675-6D31-4B1D-9D26-54205DBFDE84}" srcOrd="2" destOrd="0" presId="urn:microsoft.com/office/officeart/2005/8/layout/hierarchy1"/>
    <dgm:cxn modelId="{82469F3A-D068-4E79-AE56-030427048E42}" type="presParOf" srcId="{2CC37675-6D31-4B1D-9D26-54205DBFDE84}" destId="{808F28AE-ADD7-4EB6-BFFA-52010E1389AB}" srcOrd="0" destOrd="0" presId="urn:microsoft.com/office/officeart/2005/8/layout/hierarchy1"/>
    <dgm:cxn modelId="{F658127C-3490-4785-B8CC-FE9B290920B4}" type="presParOf" srcId="{808F28AE-ADD7-4EB6-BFFA-52010E1389AB}" destId="{145A5BA8-EE3C-4A2D-97B5-25D202BE3E21}" srcOrd="0" destOrd="0" presId="urn:microsoft.com/office/officeart/2005/8/layout/hierarchy1"/>
    <dgm:cxn modelId="{5C70A8AA-C808-4E22-A5F0-9447E3402C79}" type="presParOf" srcId="{808F28AE-ADD7-4EB6-BFFA-52010E1389AB}" destId="{01E670F2-3FB8-451A-B83D-5B8F1A268C90}" srcOrd="1" destOrd="0" presId="urn:microsoft.com/office/officeart/2005/8/layout/hierarchy1"/>
    <dgm:cxn modelId="{79669EF4-6DF0-4776-AE75-35E19A2FA890}" type="presParOf" srcId="{2CC37675-6D31-4B1D-9D26-54205DBFDE84}" destId="{5D06D187-69A4-492D-9C18-384C58C4113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8800C8-ADC7-43C8-831A-07F578D4556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5A7657-CFA6-437E-9548-7F401AB119EE}">
      <dgm:prSet/>
      <dgm:spPr/>
      <dgm:t>
        <a:bodyPr/>
        <a:lstStyle/>
        <a:p>
          <a:r>
            <a:rPr lang="en-US"/>
            <a:t>Protección de la confidencialidad</a:t>
          </a:r>
        </a:p>
      </dgm:t>
    </dgm:pt>
    <dgm:pt modelId="{D95162C3-51C6-4885-B891-A7ED38B5F85C}" type="parTrans" cxnId="{C521D313-A3CD-4299-9D45-3179231E107D}">
      <dgm:prSet/>
      <dgm:spPr/>
      <dgm:t>
        <a:bodyPr/>
        <a:lstStyle/>
        <a:p>
          <a:endParaRPr lang="en-US"/>
        </a:p>
      </dgm:t>
    </dgm:pt>
    <dgm:pt modelId="{A656F782-E5AE-4320-87F2-952027AF4DB7}" type="sibTrans" cxnId="{C521D313-A3CD-4299-9D45-3179231E107D}">
      <dgm:prSet/>
      <dgm:spPr/>
      <dgm:t>
        <a:bodyPr/>
        <a:lstStyle/>
        <a:p>
          <a:endParaRPr lang="en-US"/>
        </a:p>
      </dgm:t>
    </dgm:pt>
    <dgm:pt modelId="{0396D04C-C1EF-4200-AB4E-68D1268B970E}">
      <dgm:prSet/>
      <dgm:spPr/>
      <dgm:t>
        <a:bodyPr/>
        <a:lstStyle/>
        <a:p>
          <a:r>
            <a:rPr lang="en-US"/>
            <a:t>Garantía de integridad</a:t>
          </a:r>
        </a:p>
      </dgm:t>
    </dgm:pt>
    <dgm:pt modelId="{B6F79F63-EC96-43CF-BA0A-0E95691FCD7C}" type="parTrans" cxnId="{8EA1CF11-DF18-49E9-8E18-F4AA18454692}">
      <dgm:prSet/>
      <dgm:spPr/>
      <dgm:t>
        <a:bodyPr/>
        <a:lstStyle/>
        <a:p>
          <a:endParaRPr lang="en-US"/>
        </a:p>
      </dgm:t>
    </dgm:pt>
    <dgm:pt modelId="{AC0D4C76-A466-4365-8EF9-943AFF947E75}" type="sibTrans" cxnId="{8EA1CF11-DF18-49E9-8E18-F4AA18454692}">
      <dgm:prSet/>
      <dgm:spPr/>
      <dgm:t>
        <a:bodyPr/>
        <a:lstStyle/>
        <a:p>
          <a:endParaRPr lang="en-US"/>
        </a:p>
      </dgm:t>
    </dgm:pt>
    <dgm:pt modelId="{105BE04D-CF84-4957-B0E5-951B142537E4}">
      <dgm:prSet/>
      <dgm:spPr/>
      <dgm:t>
        <a:bodyPr/>
        <a:lstStyle/>
        <a:p>
          <a:r>
            <a:rPr lang="en-US"/>
            <a:t>Asegurar la disponibilidad de los registros</a:t>
          </a:r>
        </a:p>
      </dgm:t>
    </dgm:pt>
    <dgm:pt modelId="{FCB9E47B-2BD2-4B29-BE53-BB87FF8DD3FC}" type="parTrans" cxnId="{FFEF486B-2E08-4689-B9C3-CFD033CFF82C}">
      <dgm:prSet/>
      <dgm:spPr/>
      <dgm:t>
        <a:bodyPr/>
        <a:lstStyle/>
        <a:p>
          <a:endParaRPr lang="en-US"/>
        </a:p>
      </dgm:t>
    </dgm:pt>
    <dgm:pt modelId="{FA1FDEBE-1B46-4102-B622-6A59EEB64C05}" type="sibTrans" cxnId="{FFEF486B-2E08-4689-B9C3-CFD033CFF82C}">
      <dgm:prSet/>
      <dgm:spPr/>
      <dgm:t>
        <a:bodyPr/>
        <a:lstStyle/>
        <a:p>
          <a:endParaRPr lang="en-US"/>
        </a:p>
      </dgm:t>
    </dgm:pt>
    <dgm:pt modelId="{78A7C0ED-24BB-45AF-90A8-960BB3CD4CDB}" type="pres">
      <dgm:prSet presAssocID="{D18800C8-ADC7-43C8-831A-07F578D4556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135315D-68CB-483A-A067-BBDFABE35969}" type="pres">
      <dgm:prSet presAssocID="{F75A7657-CFA6-437E-9548-7F401AB119EE}" presName="hierRoot1" presStyleCnt="0"/>
      <dgm:spPr/>
    </dgm:pt>
    <dgm:pt modelId="{A7815565-D45F-4170-ABE8-06E47031006C}" type="pres">
      <dgm:prSet presAssocID="{F75A7657-CFA6-437E-9548-7F401AB119EE}" presName="composite" presStyleCnt="0"/>
      <dgm:spPr/>
    </dgm:pt>
    <dgm:pt modelId="{EA594C27-F539-4AD8-8898-B37AF9629A35}" type="pres">
      <dgm:prSet presAssocID="{F75A7657-CFA6-437E-9548-7F401AB119EE}" presName="background" presStyleLbl="node0" presStyleIdx="0" presStyleCnt="3"/>
      <dgm:spPr/>
    </dgm:pt>
    <dgm:pt modelId="{A0BC97D4-FA8A-41B2-B29C-E8381A8B2A2A}" type="pres">
      <dgm:prSet presAssocID="{F75A7657-CFA6-437E-9548-7F401AB119EE}" presName="text" presStyleLbl="fgAcc0" presStyleIdx="0" presStyleCnt="3">
        <dgm:presLayoutVars>
          <dgm:chPref val="3"/>
        </dgm:presLayoutVars>
      </dgm:prSet>
      <dgm:spPr/>
    </dgm:pt>
    <dgm:pt modelId="{29422293-7EDB-43BD-9138-0BA6D32733E4}" type="pres">
      <dgm:prSet presAssocID="{F75A7657-CFA6-437E-9548-7F401AB119EE}" presName="hierChild2" presStyleCnt="0"/>
      <dgm:spPr/>
    </dgm:pt>
    <dgm:pt modelId="{6C2EF708-343F-4308-B7E5-77AFF5C57991}" type="pres">
      <dgm:prSet presAssocID="{0396D04C-C1EF-4200-AB4E-68D1268B970E}" presName="hierRoot1" presStyleCnt="0"/>
      <dgm:spPr/>
    </dgm:pt>
    <dgm:pt modelId="{6E450E4C-7B4B-4017-9382-4CC337C9C632}" type="pres">
      <dgm:prSet presAssocID="{0396D04C-C1EF-4200-AB4E-68D1268B970E}" presName="composite" presStyleCnt="0"/>
      <dgm:spPr/>
    </dgm:pt>
    <dgm:pt modelId="{F9588837-4D4A-4BA6-B4E0-2326D7D95C6D}" type="pres">
      <dgm:prSet presAssocID="{0396D04C-C1EF-4200-AB4E-68D1268B970E}" presName="background" presStyleLbl="node0" presStyleIdx="1" presStyleCnt="3"/>
      <dgm:spPr/>
    </dgm:pt>
    <dgm:pt modelId="{7BE928D3-6325-4CFB-8A26-4DDEC9798E56}" type="pres">
      <dgm:prSet presAssocID="{0396D04C-C1EF-4200-AB4E-68D1268B970E}" presName="text" presStyleLbl="fgAcc0" presStyleIdx="1" presStyleCnt="3">
        <dgm:presLayoutVars>
          <dgm:chPref val="3"/>
        </dgm:presLayoutVars>
      </dgm:prSet>
      <dgm:spPr/>
    </dgm:pt>
    <dgm:pt modelId="{839C6CD9-5CA5-4652-BE2F-D1B9E7B96F46}" type="pres">
      <dgm:prSet presAssocID="{0396D04C-C1EF-4200-AB4E-68D1268B970E}" presName="hierChild2" presStyleCnt="0"/>
      <dgm:spPr/>
    </dgm:pt>
    <dgm:pt modelId="{527F0ECF-9855-4C9F-A2F3-EA57260C0F8A}" type="pres">
      <dgm:prSet presAssocID="{105BE04D-CF84-4957-B0E5-951B142537E4}" presName="hierRoot1" presStyleCnt="0"/>
      <dgm:spPr/>
    </dgm:pt>
    <dgm:pt modelId="{62B5100B-4FCC-4137-A937-FA764072D8EA}" type="pres">
      <dgm:prSet presAssocID="{105BE04D-CF84-4957-B0E5-951B142537E4}" presName="composite" presStyleCnt="0"/>
      <dgm:spPr/>
    </dgm:pt>
    <dgm:pt modelId="{D1D94379-516A-4832-8E8F-7BE4049D8BED}" type="pres">
      <dgm:prSet presAssocID="{105BE04D-CF84-4957-B0E5-951B142537E4}" presName="background" presStyleLbl="node0" presStyleIdx="2" presStyleCnt="3"/>
      <dgm:spPr/>
    </dgm:pt>
    <dgm:pt modelId="{C0E99C77-5512-4F19-8AA6-B11A69DBF90B}" type="pres">
      <dgm:prSet presAssocID="{105BE04D-CF84-4957-B0E5-951B142537E4}" presName="text" presStyleLbl="fgAcc0" presStyleIdx="2" presStyleCnt="3">
        <dgm:presLayoutVars>
          <dgm:chPref val="3"/>
        </dgm:presLayoutVars>
      </dgm:prSet>
      <dgm:spPr/>
    </dgm:pt>
    <dgm:pt modelId="{F19E573F-C601-469A-8016-C242E733C7A5}" type="pres">
      <dgm:prSet presAssocID="{105BE04D-CF84-4957-B0E5-951B142537E4}" presName="hierChild2" presStyleCnt="0"/>
      <dgm:spPr/>
    </dgm:pt>
  </dgm:ptLst>
  <dgm:cxnLst>
    <dgm:cxn modelId="{8EA1CF11-DF18-49E9-8E18-F4AA18454692}" srcId="{D18800C8-ADC7-43C8-831A-07F578D45566}" destId="{0396D04C-C1EF-4200-AB4E-68D1268B970E}" srcOrd="1" destOrd="0" parTransId="{B6F79F63-EC96-43CF-BA0A-0E95691FCD7C}" sibTransId="{AC0D4C76-A466-4365-8EF9-943AFF947E75}"/>
    <dgm:cxn modelId="{C521D313-A3CD-4299-9D45-3179231E107D}" srcId="{D18800C8-ADC7-43C8-831A-07F578D45566}" destId="{F75A7657-CFA6-437E-9548-7F401AB119EE}" srcOrd="0" destOrd="0" parTransId="{D95162C3-51C6-4885-B891-A7ED38B5F85C}" sibTransId="{A656F782-E5AE-4320-87F2-952027AF4DB7}"/>
    <dgm:cxn modelId="{A6145E1A-BB53-4A0E-AD65-8C78AD6EE1D5}" type="presOf" srcId="{105BE04D-CF84-4957-B0E5-951B142537E4}" destId="{C0E99C77-5512-4F19-8AA6-B11A69DBF90B}" srcOrd="0" destOrd="0" presId="urn:microsoft.com/office/officeart/2005/8/layout/hierarchy1"/>
    <dgm:cxn modelId="{E3C1D46A-889D-4095-92A4-DE5A5B9AF53E}" type="presOf" srcId="{D18800C8-ADC7-43C8-831A-07F578D45566}" destId="{78A7C0ED-24BB-45AF-90A8-960BB3CD4CDB}" srcOrd="0" destOrd="0" presId="urn:microsoft.com/office/officeart/2005/8/layout/hierarchy1"/>
    <dgm:cxn modelId="{FFEF486B-2E08-4689-B9C3-CFD033CFF82C}" srcId="{D18800C8-ADC7-43C8-831A-07F578D45566}" destId="{105BE04D-CF84-4957-B0E5-951B142537E4}" srcOrd="2" destOrd="0" parTransId="{FCB9E47B-2BD2-4B29-BE53-BB87FF8DD3FC}" sibTransId="{FA1FDEBE-1B46-4102-B622-6A59EEB64C05}"/>
    <dgm:cxn modelId="{55100AC2-C5D2-407A-AD49-CADB97596208}" type="presOf" srcId="{0396D04C-C1EF-4200-AB4E-68D1268B970E}" destId="{7BE928D3-6325-4CFB-8A26-4DDEC9798E56}" srcOrd="0" destOrd="0" presId="urn:microsoft.com/office/officeart/2005/8/layout/hierarchy1"/>
    <dgm:cxn modelId="{CA6837E1-AD8D-4C36-BF97-EB89409FEAE4}" type="presOf" srcId="{F75A7657-CFA6-437E-9548-7F401AB119EE}" destId="{A0BC97D4-FA8A-41B2-B29C-E8381A8B2A2A}" srcOrd="0" destOrd="0" presId="urn:microsoft.com/office/officeart/2005/8/layout/hierarchy1"/>
    <dgm:cxn modelId="{D88F3A16-69D0-4433-ADEC-8A66B07CD54E}" type="presParOf" srcId="{78A7C0ED-24BB-45AF-90A8-960BB3CD4CDB}" destId="{8135315D-68CB-483A-A067-BBDFABE35969}" srcOrd="0" destOrd="0" presId="urn:microsoft.com/office/officeart/2005/8/layout/hierarchy1"/>
    <dgm:cxn modelId="{63ED8EB3-3FEC-4F5E-81DA-533000D57881}" type="presParOf" srcId="{8135315D-68CB-483A-A067-BBDFABE35969}" destId="{A7815565-D45F-4170-ABE8-06E47031006C}" srcOrd="0" destOrd="0" presId="urn:microsoft.com/office/officeart/2005/8/layout/hierarchy1"/>
    <dgm:cxn modelId="{5720CE81-47CC-469F-8325-F5BF6A8F9831}" type="presParOf" srcId="{A7815565-D45F-4170-ABE8-06E47031006C}" destId="{EA594C27-F539-4AD8-8898-B37AF9629A35}" srcOrd="0" destOrd="0" presId="urn:microsoft.com/office/officeart/2005/8/layout/hierarchy1"/>
    <dgm:cxn modelId="{5A903763-413A-4644-B1C5-649803F05EC4}" type="presParOf" srcId="{A7815565-D45F-4170-ABE8-06E47031006C}" destId="{A0BC97D4-FA8A-41B2-B29C-E8381A8B2A2A}" srcOrd="1" destOrd="0" presId="urn:microsoft.com/office/officeart/2005/8/layout/hierarchy1"/>
    <dgm:cxn modelId="{4FE183F8-D208-4A21-9146-F8A8E86D6705}" type="presParOf" srcId="{8135315D-68CB-483A-A067-BBDFABE35969}" destId="{29422293-7EDB-43BD-9138-0BA6D32733E4}" srcOrd="1" destOrd="0" presId="urn:microsoft.com/office/officeart/2005/8/layout/hierarchy1"/>
    <dgm:cxn modelId="{244A6CB9-114B-4B95-95D5-3D74C85F7FC8}" type="presParOf" srcId="{78A7C0ED-24BB-45AF-90A8-960BB3CD4CDB}" destId="{6C2EF708-343F-4308-B7E5-77AFF5C57991}" srcOrd="1" destOrd="0" presId="urn:microsoft.com/office/officeart/2005/8/layout/hierarchy1"/>
    <dgm:cxn modelId="{A268106E-FB7C-4DEE-8A25-FA20FBAB6664}" type="presParOf" srcId="{6C2EF708-343F-4308-B7E5-77AFF5C57991}" destId="{6E450E4C-7B4B-4017-9382-4CC337C9C632}" srcOrd="0" destOrd="0" presId="urn:microsoft.com/office/officeart/2005/8/layout/hierarchy1"/>
    <dgm:cxn modelId="{4E6F92EB-45C5-4CFD-91AE-62A4CA820B13}" type="presParOf" srcId="{6E450E4C-7B4B-4017-9382-4CC337C9C632}" destId="{F9588837-4D4A-4BA6-B4E0-2326D7D95C6D}" srcOrd="0" destOrd="0" presId="urn:microsoft.com/office/officeart/2005/8/layout/hierarchy1"/>
    <dgm:cxn modelId="{6BCC28BA-9896-4FAB-8F5A-5411E638A410}" type="presParOf" srcId="{6E450E4C-7B4B-4017-9382-4CC337C9C632}" destId="{7BE928D3-6325-4CFB-8A26-4DDEC9798E56}" srcOrd="1" destOrd="0" presId="urn:microsoft.com/office/officeart/2005/8/layout/hierarchy1"/>
    <dgm:cxn modelId="{5AB40D22-FDC1-4E25-A513-E2CAFF5870AF}" type="presParOf" srcId="{6C2EF708-343F-4308-B7E5-77AFF5C57991}" destId="{839C6CD9-5CA5-4652-BE2F-D1B9E7B96F46}" srcOrd="1" destOrd="0" presId="urn:microsoft.com/office/officeart/2005/8/layout/hierarchy1"/>
    <dgm:cxn modelId="{F087B5C4-D593-450C-97D6-021FB4C23A75}" type="presParOf" srcId="{78A7C0ED-24BB-45AF-90A8-960BB3CD4CDB}" destId="{527F0ECF-9855-4C9F-A2F3-EA57260C0F8A}" srcOrd="2" destOrd="0" presId="urn:microsoft.com/office/officeart/2005/8/layout/hierarchy1"/>
    <dgm:cxn modelId="{D73BF973-205E-4AAE-BFA3-CF901AA80DBB}" type="presParOf" srcId="{527F0ECF-9855-4C9F-A2F3-EA57260C0F8A}" destId="{62B5100B-4FCC-4137-A937-FA764072D8EA}" srcOrd="0" destOrd="0" presId="urn:microsoft.com/office/officeart/2005/8/layout/hierarchy1"/>
    <dgm:cxn modelId="{9DAD1013-FB2A-470E-BDF0-59A5A3FC6852}" type="presParOf" srcId="{62B5100B-4FCC-4137-A937-FA764072D8EA}" destId="{D1D94379-516A-4832-8E8F-7BE4049D8BED}" srcOrd="0" destOrd="0" presId="urn:microsoft.com/office/officeart/2005/8/layout/hierarchy1"/>
    <dgm:cxn modelId="{1BF64B3A-3E07-41D1-830A-725F5ECA0C91}" type="presParOf" srcId="{62B5100B-4FCC-4137-A937-FA764072D8EA}" destId="{C0E99C77-5512-4F19-8AA6-B11A69DBF90B}" srcOrd="1" destOrd="0" presId="urn:microsoft.com/office/officeart/2005/8/layout/hierarchy1"/>
    <dgm:cxn modelId="{E223BB35-A8CD-488B-954D-A33C8B2D39CF}" type="presParOf" srcId="{527F0ECF-9855-4C9F-A2F3-EA57260C0F8A}" destId="{F19E573F-C601-469A-8016-C242E733C7A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8F87413-FD6A-46A5-AEF9-EDEBC0E34AF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54EE25-A6A7-4147-9778-3529FBF23C7E}">
      <dgm:prSet/>
      <dgm:spPr/>
      <dgm:t>
        <a:bodyPr/>
        <a:lstStyle/>
        <a:p>
          <a:r>
            <a:rPr lang="en-US"/>
            <a:t>Cifrado de registros</a:t>
          </a:r>
        </a:p>
      </dgm:t>
    </dgm:pt>
    <dgm:pt modelId="{50410945-4F02-4541-AC30-9E50CD6FEFB6}" type="parTrans" cxnId="{ED75AD6D-F0CF-4D1E-97F4-7955ECF7C007}">
      <dgm:prSet/>
      <dgm:spPr/>
      <dgm:t>
        <a:bodyPr/>
        <a:lstStyle/>
        <a:p>
          <a:endParaRPr lang="en-US"/>
        </a:p>
      </dgm:t>
    </dgm:pt>
    <dgm:pt modelId="{3A0F4BB0-8233-4123-9DB5-87F16A7123C7}" type="sibTrans" cxnId="{ED75AD6D-F0CF-4D1E-97F4-7955ECF7C007}">
      <dgm:prSet/>
      <dgm:spPr/>
      <dgm:t>
        <a:bodyPr/>
        <a:lstStyle/>
        <a:p>
          <a:endParaRPr lang="en-US"/>
        </a:p>
      </dgm:t>
    </dgm:pt>
    <dgm:pt modelId="{843EE3B8-D110-4FE2-A345-B36C0529565F}">
      <dgm:prSet/>
      <dgm:spPr/>
      <dgm:t>
        <a:bodyPr/>
        <a:lstStyle/>
        <a:p>
          <a:r>
            <a:rPr lang="en-US"/>
            <a:t>Control de accesos</a:t>
          </a:r>
        </a:p>
      </dgm:t>
    </dgm:pt>
    <dgm:pt modelId="{4429EB59-D5C1-4F88-A800-E4E3EF46A7B7}" type="parTrans" cxnId="{0D214433-B013-4850-82CC-01A1B8F8AAD2}">
      <dgm:prSet/>
      <dgm:spPr/>
      <dgm:t>
        <a:bodyPr/>
        <a:lstStyle/>
        <a:p>
          <a:endParaRPr lang="en-US"/>
        </a:p>
      </dgm:t>
    </dgm:pt>
    <dgm:pt modelId="{68D77D03-1C7D-49CF-AB7E-57AA578CE5B7}" type="sibTrans" cxnId="{0D214433-B013-4850-82CC-01A1B8F8AAD2}">
      <dgm:prSet/>
      <dgm:spPr/>
      <dgm:t>
        <a:bodyPr/>
        <a:lstStyle/>
        <a:p>
          <a:endParaRPr lang="en-US"/>
        </a:p>
      </dgm:t>
    </dgm:pt>
    <dgm:pt modelId="{0F1AEC87-4222-439E-AC14-00CF1EA528AC}">
      <dgm:prSet/>
      <dgm:spPr/>
      <dgm:t>
        <a:bodyPr/>
        <a:lstStyle/>
        <a:p>
          <a:r>
            <a:rPr lang="en-US"/>
            <a:t>Copias de seguridad</a:t>
          </a:r>
        </a:p>
      </dgm:t>
    </dgm:pt>
    <dgm:pt modelId="{68E968EF-638A-498E-8CB6-FCA3D148CED5}" type="parTrans" cxnId="{A8506CC5-05FA-477D-AAED-4196124F20D3}">
      <dgm:prSet/>
      <dgm:spPr/>
      <dgm:t>
        <a:bodyPr/>
        <a:lstStyle/>
        <a:p>
          <a:endParaRPr lang="en-US"/>
        </a:p>
      </dgm:t>
    </dgm:pt>
    <dgm:pt modelId="{94F9727A-1BE0-4F8B-ABF9-1E5819F1632F}" type="sibTrans" cxnId="{A8506CC5-05FA-477D-AAED-4196124F20D3}">
      <dgm:prSet/>
      <dgm:spPr/>
      <dgm:t>
        <a:bodyPr/>
        <a:lstStyle/>
        <a:p>
          <a:endParaRPr lang="en-US"/>
        </a:p>
      </dgm:t>
    </dgm:pt>
    <dgm:pt modelId="{50F3FCDD-D36F-45A1-A5CE-9430AD51CFD9}">
      <dgm:prSet/>
      <dgm:spPr/>
      <dgm:t>
        <a:bodyPr/>
        <a:lstStyle/>
        <a:p>
          <a:r>
            <a:rPr lang="en-US"/>
            <a:t>Sistemas redundantes</a:t>
          </a:r>
        </a:p>
      </dgm:t>
    </dgm:pt>
    <dgm:pt modelId="{95E79B06-B222-48A2-B596-A9810CABEDBD}" type="parTrans" cxnId="{0E9A693C-820F-43A0-A5C6-E78A3D7BDCEF}">
      <dgm:prSet/>
      <dgm:spPr/>
      <dgm:t>
        <a:bodyPr/>
        <a:lstStyle/>
        <a:p>
          <a:endParaRPr lang="en-US"/>
        </a:p>
      </dgm:t>
    </dgm:pt>
    <dgm:pt modelId="{3F7D7A98-B917-4E97-B0E3-D90CEB9459AF}" type="sibTrans" cxnId="{0E9A693C-820F-43A0-A5C6-E78A3D7BDCEF}">
      <dgm:prSet/>
      <dgm:spPr/>
      <dgm:t>
        <a:bodyPr/>
        <a:lstStyle/>
        <a:p>
          <a:endParaRPr lang="en-US"/>
        </a:p>
      </dgm:t>
    </dgm:pt>
    <dgm:pt modelId="{A5FDED6C-9987-47A7-BBB1-422BBE1A65C4}" type="pres">
      <dgm:prSet presAssocID="{F8F87413-FD6A-46A5-AEF9-EDEBC0E34AF6}" presName="linear" presStyleCnt="0">
        <dgm:presLayoutVars>
          <dgm:animLvl val="lvl"/>
          <dgm:resizeHandles val="exact"/>
        </dgm:presLayoutVars>
      </dgm:prSet>
      <dgm:spPr/>
    </dgm:pt>
    <dgm:pt modelId="{17D616DB-7CEC-4264-9B3C-DCDC71510DAF}" type="pres">
      <dgm:prSet presAssocID="{1554EE25-A6A7-4147-9778-3529FBF23C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471F3B-712C-4D4A-AD9E-56146FB69C79}" type="pres">
      <dgm:prSet presAssocID="{3A0F4BB0-8233-4123-9DB5-87F16A7123C7}" presName="spacer" presStyleCnt="0"/>
      <dgm:spPr/>
    </dgm:pt>
    <dgm:pt modelId="{62B6E344-95CB-4012-B29E-45F0721D59C5}" type="pres">
      <dgm:prSet presAssocID="{843EE3B8-D110-4FE2-A345-B36C052956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714976-D613-4301-A9C2-50FC32A5CA5B}" type="pres">
      <dgm:prSet presAssocID="{68D77D03-1C7D-49CF-AB7E-57AA578CE5B7}" presName="spacer" presStyleCnt="0"/>
      <dgm:spPr/>
    </dgm:pt>
    <dgm:pt modelId="{6E039B21-E97E-45E6-9FFD-A4A72484AE20}" type="pres">
      <dgm:prSet presAssocID="{0F1AEC87-4222-439E-AC14-00CF1EA528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A871A85-48F2-4DE7-9807-BD5E6B9418CC}" type="pres">
      <dgm:prSet presAssocID="{94F9727A-1BE0-4F8B-ABF9-1E5819F1632F}" presName="spacer" presStyleCnt="0"/>
      <dgm:spPr/>
    </dgm:pt>
    <dgm:pt modelId="{30E955D0-EEE2-45AB-9922-EEE27BF39584}" type="pres">
      <dgm:prSet presAssocID="{50F3FCDD-D36F-45A1-A5CE-9430AD51CF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B09471A-50BD-454D-AC3D-5984A9DD8C5D}" type="presOf" srcId="{0F1AEC87-4222-439E-AC14-00CF1EA528AC}" destId="{6E039B21-E97E-45E6-9FFD-A4A72484AE20}" srcOrd="0" destOrd="0" presId="urn:microsoft.com/office/officeart/2005/8/layout/vList2"/>
    <dgm:cxn modelId="{F9702827-24F1-46C1-BF75-BAE7630AEAB6}" type="presOf" srcId="{843EE3B8-D110-4FE2-A345-B36C0529565F}" destId="{62B6E344-95CB-4012-B29E-45F0721D59C5}" srcOrd="0" destOrd="0" presId="urn:microsoft.com/office/officeart/2005/8/layout/vList2"/>
    <dgm:cxn modelId="{0D214433-B013-4850-82CC-01A1B8F8AAD2}" srcId="{F8F87413-FD6A-46A5-AEF9-EDEBC0E34AF6}" destId="{843EE3B8-D110-4FE2-A345-B36C0529565F}" srcOrd="1" destOrd="0" parTransId="{4429EB59-D5C1-4F88-A800-E4E3EF46A7B7}" sibTransId="{68D77D03-1C7D-49CF-AB7E-57AA578CE5B7}"/>
    <dgm:cxn modelId="{0E9A693C-820F-43A0-A5C6-E78A3D7BDCEF}" srcId="{F8F87413-FD6A-46A5-AEF9-EDEBC0E34AF6}" destId="{50F3FCDD-D36F-45A1-A5CE-9430AD51CFD9}" srcOrd="3" destOrd="0" parTransId="{95E79B06-B222-48A2-B596-A9810CABEDBD}" sibTransId="{3F7D7A98-B917-4E97-B0E3-D90CEB9459AF}"/>
    <dgm:cxn modelId="{B8222F68-BEB7-43CB-AF02-98D6F70DFF07}" type="presOf" srcId="{50F3FCDD-D36F-45A1-A5CE-9430AD51CFD9}" destId="{30E955D0-EEE2-45AB-9922-EEE27BF39584}" srcOrd="0" destOrd="0" presId="urn:microsoft.com/office/officeart/2005/8/layout/vList2"/>
    <dgm:cxn modelId="{ED75AD6D-F0CF-4D1E-97F4-7955ECF7C007}" srcId="{F8F87413-FD6A-46A5-AEF9-EDEBC0E34AF6}" destId="{1554EE25-A6A7-4147-9778-3529FBF23C7E}" srcOrd="0" destOrd="0" parTransId="{50410945-4F02-4541-AC30-9E50CD6FEFB6}" sibTransId="{3A0F4BB0-8233-4123-9DB5-87F16A7123C7}"/>
    <dgm:cxn modelId="{47C140BA-7FF6-4C2F-ACC4-E84B43135A38}" type="presOf" srcId="{1554EE25-A6A7-4147-9778-3529FBF23C7E}" destId="{17D616DB-7CEC-4264-9B3C-DCDC71510DAF}" srcOrd="0" destOrd="0" presId="urn:microsoft.com/office/officeart/2005/8/layout/vList2"/>
    <dgm:cxn modelId="{A8506CC5-05FA-477D-AAED-4196124F20D3}" srcId="{F8F87413-FD6A-46A5-AEF9-EDEBC0E34AF6}" destId="{0F1AEC87-4222-439E-AC14-00CF1EA528AC}" srcOrd="2" destOrd="0" parTransId="{68E968EF-638A-498E-8CB6-FCA3D148CED5}" sibTransId="{94F9727A-1BE0-4F8B-ABF9-1E5819F1632F}"/>
    <dgm:cxn modelId="{9B69DDC7-F743-4A33-BC7A-D7403B89DAB7}" type="presOf" srcId="{F8F87413-FD6A-46A5-AEF9-EDEBC0E34AF6}" destId="{A5FDED6C-9987-47A7-BBB1-422BBE1A65C4}" srcOrd="0" destOrd="0" presId="urn:microsoft.com/office/officeart/2005/8/layout/vList2"/>
    <dgm:cxn modelId="{216000F9-B1A8-4E83-A744-12D4B3815F7F}" type="presParOf" srcId="{A5FDED6C-9987-47A7-BBB1-422BBE1A65C4}" destId="{17D616DB-7CEC-4264-9B3C-DCDC71510DAF}" srcOrd="0" destOrd="0" presId="urn:microsoft.com/office/officeart/2005/8/layout/vList2"/>
    <dgm:cxn modelId="{70A14956-25DB-4DE3-B773-94062B941F82}" type="presParOf" srcId="{A5FDED6C-9987-47A7-BBB1-422BBE1A65C4}" destId="{CD471F3B-712C-4D4A-AD9E-56146FB69C79}" srcOrd="1" destOrd="0" presId="urn:microsoft.com/office/officeart/2005/8/layout/vList2"/>
    <dgm:cxn modelId="{A863623F-8885-4DFA-B229-02452C510916}" type="presParOf" srcId="{A5FDED6C-9987-47A7-BBB1-422BBE1A65C4}" destId="{62B6E344-95CB-4012-B29E-45F0721D59C5}" srcOrd="2" destOrd="0" presId="urn:microsoft.com/office/officeart/2005/8/layout/vList2"/>
    <dgm:cxn modelId="{D3ADD70F-44D5-4A78-826A-D0DA9B5DAC95}" type="presParOf" srcId="{A5FDED6C-9987-47A7-BBB1-422BBE1A65C4}" destId="{A1714976-D613-4301-A9C2-50FC32A5CA5B}" srcOrd="3" destOrd="0" presId="urn:microsoft.com/office/officeart/2005/8/layout/vList2"/>
    <dgm:cxn modelId="{FB7BF9FF-09DB-496A-95DC-F4824793FB00}" type="presParOf" srcId="{A5FDED6C-9987-47A7-BBB1-422BBE1A65C4}" destId="{6E039B21-E97E-45E6-9FFD-A4A72484AE20}" srcOrd="4" destOrd="0" presId="urn:microsoft.com/office/officeart/2005/8/layout/vList2"/>
    <dgm:cxn modelId="{3519E7CE-65D9-46FB-B1CC-B3AC19322764}" type="presParOf" srcId="{A5FDED6C-9987-47A7-BBB1-422BBE1A65C4}" destId="{EA871A85-48F2-4DE7-9807-BD5E6B9418CC}" srcOrd="5" destOrd="0" presId="urn:microsoft.com/office/officeart/2005/8/layout/vList2"/>
    <dgm:cxn modelId="{64325DD0-C7B2-417C-982F-23BE64D1C932}" type="presParOf" srcId="{A5FDED6C-9987-47A7-BBB1-422BBE1A65C4}" destId="{30E955D0-EEE2-45AB-9922-EEE27BF395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259D875-6FA2-42A2-933B-1DFBC2C1ECB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64F2A8-E332-4724-AB34-8DBFA4632FD6}">
      <dgm:prSet/>
      <dgm:spPr/>
      <dgm:t>
        <a:bodyPr/>
        <a:lstStyle/>
        <a:p>
          <a:r>
            <a:rPr lang="en-US"/>
            <a:t>Asignación de roles</a:t>
          </a:r>
        </a:p>
      </dgm:t>
    </dgm:pt>
    <dgm:pt modelId="{B0B29C88-623E-489B-A4FD-C7E5D0347864}" type="parTrans" cxnId="{9C5A833A-AB72-44FB-A15B-3C312F5D456C}">
      <dgm:prSet/>
      <dgm:spPr/>
      <dgm:t>
        <a:bodyPr/>
        <a:lstStyle/>
        <a:p>
          <a:endParaRPr lang="en-US"/>
        </a:p>
      </dgm:t>
    </dgm:pt>
    <dgm:pt modelId="{23D19E6D-6FFD-4191-97A2-34368653F1CB}" type="sibTrans" cxnId="{9C5A833A-AB72-44FB-A15B-3C312F5D456C}">
      <dgm:prSet/>
      <dgm:spPr/>
      <dgm:t>
        <a:bodyPr/>
        <a:lstStyle/>
        <a:p>
          <a:endParaRPr lang="en-US"/>
        </a:p>
      </dgm:t>
    </dgm:pt>
    <dgm:pt modelId="{E46D852A-5856-4D78-88DC-7F9896489AC0}">
      <dgm:prSet/>
      <dgm:spPr/>
      <dgm:t>
        <a:bodyPr/>
        <a:lstStyle/>
        <a:p>
          <a:r>
            <a:rPr lang="en-US"/>
            <a:t>Gestión y supervisión de registros</a:t>
          </a:r>
        </a:p>
      </dgm:t>
    </dgm:pt>
    <dgm:pt modelId="{41FAF207-4150-4F87-AFF3-AC9F55BF0B9B}" type="parTrans" cxnId="{66EDE112-8B34-4C32-8D0F-D8EC536736E5}">
      <dgm:prSet/>
      <dgm:spPr/>
      <dgm:t>
        <a:bodyPr/>
        <a:lstStyle/>
        <a:p>
          <a:endParaRPr lang="en-US"/>
        </a:p>
      </dgm:t>
    </dgm:pt>
    <dgm:pt modelId="{2980A743-E0E3-4320-9E0B-593025465D88}" type="sibTrans" cxnId="{66EDE112-8B34-4C32-8D0F-D8EC536736E5}">
      <dgm:prSet/>
      <dgm:spPr/>
      <dgm:t>
        <a:bodyPr/>
        <a:lstStyle/>
        <a:p>
          <a:endParaRPr lang="en-US"/>
        </a:p>
      </dgm:t>
    </dgm:pt>
    <dgm:pt modelId="{589E2684-CB10-4985-913D-D592458D970D}">
      <dgm:prSet/>
      <dgm:spPr/>
      <dgm:t>
        <a:bodyPr/>
        <a:lstStyle/>
        <a:p>
          <a:r>
            <a:rPr lang="en-US"/>
            <a:t>Control de accesos a los logs</a:t>
          </a:r>
        </a:p>
      </dgm:t>
    </dgm:pt>
    <dgm:pt modelId="{3DEE7CA4-A94B-4396-8613-1B0F68DB45DE}" type="parTrans" cxnId="{280EE5CF-91E6-44C0-B716-0D99F671B75F}">
      <dgm:prSet/>
      <dgm:spPr/>
      <dgm:t>
        <a:bodyPr/>
        <a:lstStyle/>
        <a:p>
          <a:endParaRPr lang="en-US"/>
        </a:p>
      </dgm:t>
    </dgm:pt>
    <dgm:pt modelId="{219E4003-AFF0-4C2F-A7B6-62FF896CEE13}" type="sibTrans" cxnId="{280EE5CF-91E6-44C0-B716-0D99F671B75F}">
      <dgm:prSet/>
      <dgm:spPr/>
      <dgm:t>
        <a:bodyPr/>
        <a:lstStyle/>
        <a:p>
          <a:endParaRPr lang="en-US"/>
        </a:p>
      </dgm:t>
    </dgm:pt>
    <dgm:pt modelId="{20F6C90B-BF79-4B8C-A37C-9E698D3F7E4D}" type="pres">
      <dgm:prSet presAssocID="{4259D875-6FA2-42A2-933B-1DFBC2C1ECB6}" presName="linear" presStyleCnt="0">
        <dgm:presLayoutVars>
          <dgm:animLvl val="lvl"/>
          <dgm:resizeHandles val="exact"/>
        </dgm:presLayoutVars>
      </dgm:prSet>
      <dgm:spPr/>
    </dgm:pt>
    <dgm:pt modelId="{E188EF39-33C1-4A7C-932B-C30986ACC4B5}" type="pres">
      <dgm:prSet presAssocID="{3D64F2A8-E332-4724-AB34-8DBFA4632F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A357D14-08EA-4E7E-9A36-6D58A92DF546}" type="pres">
      <dgm:prSet presAssocID="{23D19E6D-6FFD-4191-97A2-34368653F1CB}" presName="spacer" presStyleCnt="0"/>
      <dgm:spPr/>
    </dgm:pt>
    <dgm:pt modelId="{D266A487-E3A3-4DFB-A609-E6EF29E70775}" type="pres">
      <dgm:prSet presAssocID="{E46D852A-5856-4D78-88DC-7F9896489A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8E39202-72C1-4ED5-BB05-934114265892}" type="pres">
      <dgm:prSet presAssocID="{2980A743-E0E3-4320-9E0B-593025465D88}" presName="spacer" presStyleCnt="0"/>
      <dgm:spPr/>
    </dgm:pt>
    <dgm:pt modelId="{ED00CCC2-2E58-4DB1-9FC5-396D833BF59D}" type="pres">
      <dgm:prSet presAssocID="{589E2684-CB10-4985-913D-D592458D970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6EDE112-8B34-4C32-8D0F-D8EC536736E5}" srcId="{4259D875-6FA2-42A2-933B-1DFBC2C1ECB6}" destId="{E46D852A-5856-4D78-88DC-7F9896489AC0}" srcOrd="1" destOrd="0" parTransId="{41FAF207-4150-4F87-AFF3-AC9F55BF0B9B}" sibTransId="{2980A743-E0E3-4320-9E0B-593025465D88}"/>
    <dgm:cxn modelId="{7C27422E-6E98-45A4-A452-5DC7ECBB86FD}" type="presOf" srcId="{4259D875-6FA2-42A2-933B-1DFBC2C1ECB6}" destId="{20F6C90B-BF79-4B8C-A37C-9E698D3F7E4D}" srcOrd="0" destOrd="0" presId="urn:microsoft.com/office/officeart/2005/8/layout/vList2"/>
    <dgm:cxn modelId="{9C5A833A-AB72-44FB-A15B-3C312F5D456C}" srcId="{4259D875-6FA2-42A2-933B-1DFBC2C1ECB6}" destId="{3D64F2A8-E332-4724-AB34-8DBFA4632FD6}" srcOrd="0" destOrd="0" parTransId="{B0B29C88-623E-489B-A4FD-C7E5D0347864}" sibTransId="{23D19E6D-6FFD-4191-97A2-34368653F1CB}"/>
    <dgm:cxn modelId="{A08B0A88-0F9E-4947-A693-3A7C7C8F1D02}" type="presOf" srcId="{E46D852A-5856-4D78-88DC-7F9896489AC0}" destId="{D266A487-E3A3-4DFB-A609-E6EF29E70775}" srcOrd="0" destOrd="0" presId="urn:microsoft.com/office/officeart/2005/8/layout/vList2"/>
    <dgm:cxn modelId="{E331B08F-2A8C-4B43-8676-C2DDDDA4B60B}" type="presOf" srcId="{3D64F2A8-E332-4724-AB34-8DBFA4632FD6}" destId="{E188EF39-33C1-4A7C-932B-C30986ACC4B5}" srcOrd="0" destOrd="0" presId="urn:microsoft.com/office/officeart/2005/8/layout/vList2"/>
    <dgm:cxn modelId="{8FD7C1BC-6C74-44F6-BB71-4CF1FD4F96F7}" type="presOf" srcId="{589E2684-CB10-4985-913D-D592458D970D}" destId="{ED00CCC2-2E58-4DB1-9FC5-396D833BF59D}" srcOrd="0" destOrd="0" presId="urn:microsoft.com/office/officeart/2005/8/layout/vList2"/>
    <dgm:cxn modelId="{280EE5CF-91E6-44C0-B716-0D99F671B75F}" srcId="{4259D875-6FA2-42A2-933B-1DFBC2C1ECB6}" destId="{589E2684-CB10-4985-913D-D592458D970D}" srcOrd="2" destOrd="0" parTransId="{3DEE7CA4-A94B-4396-8613-1B0F68DB45DE}" sibTransId="{219E4003-AFF0-4C2F-A7B6-62FF896CEE13}"/>
    <dgm:cxn modelId="{0A5A120E-F3EE-4145-A57C-E125A7EF97EB}" type="presParOf" srcId="{20F6C90B-BF79-4B8C-A37C-9E698D3F7E4D}" destId="{E188EF39-33C1-4A7C-932B-C30986ACC4B5}" srcOrd="0" destOrd="0" presId="urn:microsoft.com/office/officeart/2005/8/layout/vList2"/>
    <dgm:cxn modelId="{07E8FE10-3732-4AFC-8F12-5C9030B7AA0B}" type="presParOf" srcId="{20F6C90B-BF79-4B8C-A37C-9E698D3F7E4D}" destId="{AA357D14-08EA-4E7E-9A36-6D58A92DF546}" srcOrd="1" destOrd="0" presId="urn:microsoft.com/office/officeart/2005/8/layout/vList2"/>
    <dgm:cxn modelId="{EFC460BD-D14D-44FC-A205-0F7C20A3F52E}" type="presParOf" srcId="{20F6C90B-BF79-4B8C-A37C-9E698D3F7E4D}" destId="{D266A487-E3A3-4DFB-A609-E6EF29E70775}" srcOrd="2" destOrd="0" presId="urn:microsoft.com/office/officeart/2005/8/layout/vList2"/>
    <dgm:cxn modelId="{A4075B7F-0EBF-404E-A8DF-8735E29B4587}" type="presParOf" srcId="{20F6C90B-BF79-4B8C-A37C-9E698D3F7E4D}" destId="{D8E39202-72C1-4ED5-BB05-934114265892}" srcOrd="3" destOrd="0" presId="urn:microsoft.com/office/officeart/2005/8/layout/vList2"/>
    <dgm:cxn modelId="{363E1455-D68C-4175-8CBE-217E4577F698}" type="presParOf" srcId="{20F6C90B-BF79-4B8C-A37C-9E698D3F7E4D}" destId="{ED00CCC2-2E58-4DB1-9FC5-396D833BF59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C30D9DF-ADA3-475A-98E9-D36A774073A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705BADD-CFFF-43DB-8F7D-6F2E19675850}">
      <dgm:prSet/>
      <dgm:spPr/>
      <dgm:t>
        <a:bodyPr/>
        <a:lstStyle/>
        <a:p>
          <a:r>
            <a:rPr lang="en-US"/>
            <a:t>Almacenamiento local</a:t>
          </a:r>
        </a:p>
      </dgm:t>
    </dgm:pt>
    <dgm:pt modelId="{90946D42-3227-49D2-8AE2-BFC9B630E5BF}" type="parTrans" cxnId="{8B6B5684-7FED-4996-937F-20B0EAC25B1A}">
      <dgm:prSet/>
      <dgm:spPr/>
      <dgm:t>
        <a:bodyPr/>
        <a:lstStyle/>
        <a:p>
          <a:endParaRPr lang="en-US"/>
        </a:p>
      </dgm:t>
    </dgm:pt>
    <dgm:pt modelId="{01092CC5-4FA4-4B53-85AA-8AF6D6833A90}" type="sibTrans" cxnId="{8B6B5684-7FED-4996-937F-20B0EAC25B1A}">
      <dgm:prSet/>
      <dgm:spPr/>
      <dgm:t>
        <a:bodyPr/>
        <a:lstStyle/>
        <a:p>
          <a:endParaRPr lang="en-US"/>
        </a:p>
      </dgm:t>
    </dgm:pt>
    <dgm:pt modelId="{9339B630-59A8-4A20-9C9E-CA835432D00A}">
      <dgm:prSet/>
      <dgm:spPr/>
      <dgm:t>
        <a:bodyPr/>
        <a:lstStyle/>
        <a:p>
          <a:r>
            <a:rPr lang="en-US"/>
            <a:t>Almacenamiento centralizado</a:t>
          </a:r>
        </a:p>
      </dgm:t>
    </dgm:pt>
    <dgm:pt modelId="{645C543B-B55C-4FC4-A58D-846F277B1432}" type="parTrans" cxnId="{0296F861-1F03-4F90-BE0C-0B79A96729C4}">
      <dgm:prSet/>
      <dgm:spPr/>
      <dgm:t>
        <a:bodyPr/>
        <a:lstStyle/>
        <a:p>
          <a:endParaRPr lang="en-US"/>
        </a:p>
      </dgm:t>
    </dgm:pt>
    <dgm:pt modelId="{740CA173-5122-4679-94A6-ACEF6332FE13}" type="sibTrans" cxnId="{0296F861-1F03-4F90-BE0C-0B79A96729C4}">
      <dgm:prSet/>
      <dgm:spPr/>
      <dgm:t>
        <a:bodyPr/>
        <a:lstStyle/>
        <a:p>
          <a:endParaRPr lang="en-US"/>
        </a:p>
      </dgm:t>
    </dgm:pt>
    <dgm:pt modelId="{E0B3F62B-534D-40D1-A969-C9C2BD73FDD4}">
      <dgm:prSet/>
      <dgm:spPr/>
      <dgm:t>
        <a:bodyPr/>
        <a:lstStyle/>
        <a:p>
          <a:r>
            <a:rPr lang="en-US"/>
            <a:t>Almacenamiento en la nube</a:t>
          </a:r>
        </a:p>
      </dgm:t>
    </dgm:pt>
    <dgm:pt modelId="{3B2741D7-25EF-48B2-A054-00BCAEB6DD4C}" type="parTrans" cxnId="{AA407753-9642-4DDE-9077-780633EA08B5}">
      <dgm:prSet/>
      <dgm:spPr/>
      <dgm:t>
        <a:bodyPr/>
        <a:lstStyle/>
        <a:p>
          <a:endParaRPr lang="en-US"/>
        </a:p>
      </dgm:t>
    </dgm:pt>
    <dgm:pt modelId="{D68173FB-4E4E-4FBB-8F51-DDB200009AF4}" type="sibTrans" cxnId="{AA407753-9642-4DDE-9077-780633EA08B5}">
      <dgm:prSet/>
      <dgm:spPr/>
      <dgm:t>
        <a:bodyPr/>
        <a:lstStyle/>
        <a:p>
          <a:endParaRPr lang="en-US"/>
        </a:p>
      </dgm:t>
    </dgm:pt>
    <dgm:pt modelId="{A2E6E549-868D-439C-AB29-ED43D92A71CD}" type="pres">
      <dgm:prSet presAssocID="{EC30D9DF-ADA3-475A-98E9-D36A774073AE}" presName="linear" presStyleCnt="0">
        <dgm:presLayoutVars>
          <dgm:animLvl val="lvl"/>
          <dgm:resizeHandles val="exact"/>
        </dgm:presLayoutVars>
      </dgm:prSet>
      <dgm:spPr/>
    </dgm:pt>
    <dgm:pt modelId="{AE7C9051-246E-4450-812E-D220FB3D98ED}" type="pres">
      <dgm:prSet presAssocID="{F705BADD-CFFF-43DB-8F7D-6F2E196758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859218-74A7-4BAE-AF9F-B866C033424F}" type="pres">
      <dgm:prSet presAssocID="{01092CC5-4FA4-4B53-85AA-8AF6D6833A90}" presName="spacer" presStyleCnt="0"/>
      <dgm:spPr/>
    </dgm:pt>
    <dgm:pt modelId="{44EC767F-5FBB-42A5-919E-4A68D62AD180}" type="pres">
      <dgm:prSet presAssocID="{9339B630-59A8-4A20-9C9E-CA835432D00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689B7A5-0AAE-4E4A-86E4-77E216760B61}" type="pres">
      <dgm:prSet presAssocID="{740CA173-5122-4679-94A6-ACEF6332FE13}" presName="spacer" presStyleCnt="0"/>
      <dgm:spPr/>
    </dgm:pt>
    <dgm:pt modelId="{C550D89B-8B3D-4039-968E-54226D14384F}" type="pres">
      <dgm:prSet presAssocID="{E0B3F62B-534D-40D1-A969-C9C2BD73FD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BF36004-93B3-49DC-A1D8-E48AF817CE05}" type="presOf" srcId="{9339B630-59A8-4A20-9C9E-CA835432D00A}" destId="{44EC767F-5FBB-42A5-919E-4A68D62AD180}" srcOrd="0" destOrd="0" presId="urn:microsoft.com/office/officeart/2005/8/layout/vList2"/>
    <dgm:cxn modelId="{B3AFC538-6C7C-44BF-8E75-24F8E4C6B710}" type="presOf" srcId="{E0B3F62B-534D-40D1-A969-C9C2BD73FDD4}" destId="{C550D89B-8B3D-4039-968E-54226D14384F}" srcOrd="0" destOrd="0" presId="urn:microsoft.com/office/officeart/2005/8/layout/vList2"/>
    <dgm:cxn modelId="{AFEAFD3E-F728-4016-8321-F08A1128B2B2}" type="presOf" srcId="{F705BADD-CFFF-43DB-8F7D-6F2E19675850}" destId="{AE7C9051-246E-4450-812E-D220FB3D98ED}" srcOrd="0" destOrd="0" presId="urn:microsoft.com/office/officeart/2005/8/layout/vList2"/>
    <dgm:cxn modelId="{0296F861-1F03-4F90-BE0C-0B79A96729C4}" srcId="{EC30D9DF-ADA3-475A-98E9-D36A774073AE}" destId="{9339B630-59A8-4A20-9C9E-CA835432D00A}" srcOrd="1" destOrd="0" parTransId="{645C543B-B55C-4FC4-A58D-846F277B1432}" sibTransId="{740CA173-5122-4679-94A6-ACEF6332FE13}"/>
    <dgm:cxn modelId="{AA407753-9642-4DDE-9077-780633EA08B5}" srcId="{EC30D9DF-ADA3-475A-98E9-D36A774073AE}" destId="{E0B3F62B-534D-40D1-A969-C9C2BD73FDD4}" srcOrd="2" destOrd="0" parTransId="{3B2741D7-25EF-48B2-A054-00BCAEB6DD4C}" sibTransId="{D68173FB-4E4E-4FBB-8F51-DDB200009AF4}"/>
    <dgm:cxn modelId="{8B6B5684-7FED-4996-937F-20B0EAC25B1A}" srcId="{EC30D9DF-ADA3-475A-98E9-D36A774073AE}" destId="{F705BADD-CFFF-43DB-8F7D-6F2E19675850}" srcOrd="0" destOrd="0" parTransId="{90946D42-3227-49D2-8AE2-BFC9B630E5BF}" sibTransId="{01092CC5-4FA4-4B53-85AA-8AF6D6833A90}"/>
    <dgm:cxn modelId="{269A1489-7DF1-4B11-9F84-7F55E21D5452}" type="presOf" srcId="{EC30D9DF-ADA3-475A-98E9-D36A774073AE}" destId="{A2E6E549-868D-439C-AB29-ED43D92A71CD}" srcOrd="0" destOrd="0" presId="urn:microsoft.com/office/officeart/2005/8/layout/vList2"/>
    <dgm:cxn modelId="{598EEAA3-99D8-4ED6-9FF0-2CBF42593EAB}" type="presParOf" srcId="{A2E6E549-868D-439C-AB29-ED43D92A71CD}" destId="{AE7C9051-246E-4450-812E-D220FB3D98ED}" srcOrd="0" destOrd="0" presId="urn:microsoft.com/office/officeart/2005/8/layout/vList2"/>
    <dgm:cxn modelId="{3C96D412-F505-473C-BC3B-3508D4497597}" type="presParOf" srcId="{A2E6E549-868D-439C-AB29-ED43D92A71CD}" destId="{47859218-74A7-4BAE-AF9F-B866C033424F}" srcOrd="1" destOrd="0" presId="urn:microsoft.com/office/officeart/2005/8/layout/vList2"/>
    <dgm:cxn modelId="{A225F969-ED99-48D0-A9E2-DEE79B674D4D}" type="presParOf" srcId="{A2E6E549-868D-439C-AB29-ED43D92A71CD}" destId="{44EC767F-5FBB-42A5-919E-4A68D62AD180}" srcOrd="2" destOrd="0" presId="urn:microsoft.com/office/officeart/2005/8/layout/vList2"/>
    <dgm:cxn modelId="{9A502794-EBA4-4B58-9988-17FF3521D013}" type="presParOf" srcId="{A2E6E549-868D-439C-AB29-ED43D92A71CD}" destId="{3689B7A5-0AAE-4E4A-86E4-77E216760B61}" srcOrd="3" destOrd="0" presId="urn:microsoft.com/office/officeart/2005/8/layout/vList2"/>
    <dgm:cxn modelId="{880CA0AC-73E5-439A-B475-9693EABE78DC}" type="presParOf" srcId="{A2E6E549-868D-439C-AB29-ED43D92A71CD}" destId="{C550D89B-8B3D-4039-968E-54226D1438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42477FB-E5CA-463E-8582-6A36E2DCE49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E101FD0-6739-4FB4-BEAD-C6C3727817C2}">
      <dgm:prSet/>
      <dgm:spPr/>
      <dgm:t>
        <a:bodyPr/>
        <a:lstStyle/>
        <a:p>
          <a:pPr>
            <a:defRPr cap="all"/>
          </a:pPr>
          <a:r>
            <a:rPr lang="en-US"/>
            <a:t>Rendimiento</a:t>
          </a:r>
        </a:p>
      </dgm:t>
    </dgm:pt>
    <dgm:pt modelId="{152A5829-E630-43AB-911E-5928C9ED42E0}" type="parTrans" cxnId="{8F2F6120-A40E-4313-8F4A-2B96C371A3C2}">
      <dgm:prSet/>
      <dgm:spPr/>
      <dgm:t>
        <a:bodyPr/>
        <a:lstStyle/>
        <a:p>
          <a:endParaRPr lang="en-US"/>
        </a:p>
      </dgm:t>
    </dgm:pt>
    <dgm:pt modelId="{EA485923-F802-4B2F-A5CE-18A06F1B0ADD}" type="sibTrans" cxnId="{8F2F6120-A40E-4313-8F4A-2B96C371A3C2}">
      <dgm:prSet/>
      <dgm:spPr/>
      <dgm:t>
        <a:bodyPr/>
        <a:lstStyle/>
        <a:p>
          <a:endParaRPr lang="en-US"/>
        </a:p>
      </dgm:t>
    </dgm:pt>
    <dgm:pt modelId="{44A04B8A-686D-4AC3-BB30-51F793A31E55}">
      <dgm:prSet/>
      <dgm:spPr/>
      <dgm:t>
        <a:bodyPr/>
        <a:lstStyle/>
        <a:p>
          <a:pPr>
            <a:defRPr cap="all"/>
          </a:pPr>
          <a:r>
            <a:rPr lang="en-US"/>
            <a:t>Escalabilidad</a:t>
          </a:r>
        </a:p>
      </dgm:t>
    </dgm:pt>
    <dgm:pt modelId="{13A0A161-D245-4AEA-A396-352E5CF4C54A}" type="parTrans" cxnId="{1EFC6497-D58A-4C4B-BD00-F9A442795F61}">
      <dgm:prSet/>
      <dgm:spPr/>
      <dgm:t>
        <a:bodyPr/>
        <a:lstStyle/>
        <a:p>
          <a:endParaRPr lang="en-US"/>
        </a:p>
      </dgm:t>
    </dgm:pt>
    <dgm:pt modelId="{FD616039-E53B-4FD7-B9A1-F45AD629CFCA}" type="sibTrans" cxnId="{1EFC6497-D58A-4C4B-BD00-F9A442795F61}">
      <dgm:prSet/>
      <dgm:spPr/>
      <dgm:t>
        <a:bodyPr/>
        <a:lstStyle/>
        <a:p>
          <a:endParaRPr lang="en-US"/>
        </a:p>
      </dgm:t>
    </dgm:pt>
    <dgm:pt modelId="{E49E5F2E-4CB2-44A1-8831-9E6733A3CEC6}">
      <dgm:prSet/>
      <dgm:spPr/>
      <dgm:t>
        <a:bodyPr/>
        <a:lstStyle/>
        <a:p>
          <a:pPr>
            <a:defRPr cap="all"/>
          </a:pPr>
          <a:r>
            <a:rPr lang="en-US"/>
            <a:t>Confidencialidad</a:t>
          </a:r>
        </a:p>
      </dgm:t>
    </dgm:pt>
    <dgm:pt modelId="{C89F34D0-9BA8-477C-A0AA-5F135F148206}" type="parTrans" cxnId="{585CBDA4-DFBB-44A2-9329-05A745D65ADE}">
      <dgm:prSet/>
      <dgm:spPr/>
      <dgm:t>
        <a:bodyPr/>
        <a:lstStyle/>
        <a:p>
          <a:endParaRPr lang="en-US"/>
        </a:p>
      </dgm:t>
    </dgm:pt>
    <dgm:pt modelId="{419E3ACC-69E7-482B-ADAC-B10ABDABD156}" type="sibTrans" cxnId="{585CBDA4-DFBB-44A2-9329-05A745D65ADE}">
      <dgm:prSet/>
      <dgm:spPr/>
      <dgm:t>
        <a:bodyPr/>
        <a:lstStyle/>
        <a:p>
          <a:endParaRPr lang="en-US"/>
        </a:p>
      </dgm:t>
    </dgm:pt>
    <dgm:pt modelId="{4A1A344E-FF21-496D-A6AB-ED0E917B6325}">
      <dgm:prSet/>
      <dgm:spPr/>
      <dgm:t>
        <a:bodyPr/>
        <a:lstStyle/>
        <a:p>
          <a:pPr>
            <a:defRPr cap="all"/>
          </a:pPr>
          <a:r>
            <a:rPr lang="en-US"/>
            <a:t>Integridad</a:t>
          </a:r>
        </a:p>
      </dgm:t>
    </dgm:pt>
    <dgm:pt modelId="{467B45DE-7581-4852-BFD2-8711BAF35FA1}" type="parTrans" cxnId="{EAE97AA8-4A9C-4EF5-B0D6-99FD7F668492}">
      <dgm:prSet/>
      <dgm:spPr/>
      <dgm:t>
        <a:bodyPr/>
        <a:lstStyle/>
        <a:p>
          <a:endParaRPr lang="en-US"/>
        </a:p>
      </dgm:t>
    </dgm:pt>
    <dgm:pt modelId="{FA73D48E-FCD3-4A2B-9584-D46FED23C5F5}" type="sibTrans" cxnId="{EAE97AA8-4A9C-4EF5-B0D6-99FD7F668492}">
      <dgm:prSet/>
      <dgm:spPr/>
      <dgm:t>
        <a:bodyPr/>
        <a:lstStyle/>
        <a:p>
          <a:endParaRPr lang="en-US"/>
        </a:p>
      </dgm:t>
    </dgm:pt>
    <dgm:pt modelId="{F2244580-936A-4778-96D5-5C7B26058909}">
      <dgm:prSet/>
      <dgm:spPr/>
      <dgm:t>
        <a:bodyPr/>
        <a:lstStyle/>
        <a:p>
          <a:pPr>
            <a:defRPr cap="all"/>
          </a:pPr>
          <a:r>
            <a:rPr lang="en-US"/>
            <a:t>Disponibilidad</a:t>
          </a:r>
        </a:p>
      </dgm:t>
    </dgm:pt>
    <dgm:pt modelId="{F1831328-EDA1-40CC-B2CF-0FC2BB4D0A7A}" type="parTrans" cxnId="{9F788105-E0A2-42A9-B62C-6169CABDC438}">
      <dgm:prSet/>
      <dgm:spPr/>
      <dgm:t>
        <a:bodyPr/>
        <a:lstStyle/>
        <a:p>
          <a:endParaRPr lang="en-US"/>
        </a:p>
      </dgm:t>
    </dgm:pt>
    <dgm:pt modelId="{D1AAAC29-134D-448A-9C6E-7B0ADA1070D5}" type="sibTrans" cxnId="{9F788105-E0A2-42A9-B62C-6169CABDC438}">
      <dgm:prSet/>
      <dgm:spPr/>
      <dgm:t>
        <a:bodyPr/>
        <a:lstStyle/>
        <a:p>
          <a:endParaRPr lang="en-US"/>
        </a:p>
      </dgm:t>
    </dgm:pt>
    <dgm:pt modelId="{3C0DFC2F-8F45-4C67-9AF3-FB3A467947EF}" type="pres">
      <dgm:prSet presAssocID="{D42477FB-E5CA-463E-8582-6A36E2DCE49A}" presName="root" presStyleCnt="0">
        <dgm:presLayoutVars>
          <dgm:dir/>
          <dgm:resizeHandles val="exact"/>
        </dgm:presLayoutVars>
      </dgm:prSet>
      <dgm:spPr/>
    </dgm:pt>
    <dgm:pt modelId="{5A3EB89F-3AF5-4989-858B-2C802383BFB3}" type="pres">
      <dgm:prSet presAssocID="{EE101FD0-6739-4FB4-BEAD-C6C3727817C2}" presName="compNode" presStyleCnt="0"/>
      <dgm:spPr/>
    </dgm:pt>
    <dgm:pt modelId="{5FDBFC57-F001-4E25-9014-B2958385B844}" type="pres">
      <dgm:prSet presAssocID="{EE101FD0-6739-4FB4-BEAD-C6C3727817C2}" presName="iconBgRect" presStyleLbl="bgShp" presStyleIdx="0" presStyleCnt="5"/>
      <dgm:spPr/>
    </dgm:pt>
    <dgm:pt modelId="{BDF4A17A-BEAE-4E42-9B8D-E9A022E4EB25}" type="pres">
      <dgm:prSet presAssocID="{EE101FD0-6739-4FB4-BEAD-C6C3727817C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1C28B7F-5ECE-45D8-9D14-3194A58CCF96}" type="pres">
      <dgm:prSet presAssocID="{EE101FD0-6739-4FB4-BEAD-C6C3727817C2}" presName="spaceRect" presStyleCnt="0"/>
      <dgm:spPr/>
    </dgm:pt>
    <dgm:pt modelId="{BD366672-74DC-4DFC-91B4-EE1882B766B6}" type="pres">
      <dgm:prSet presAssocID="{EE101FD0-6739-4FB4-BEAD-C6C3727817C2}" presName="textRect" presStyleLbl="revTx" presStyleIdx="0" presStyleCnt="5">
        <dgm:presLayoutVars>
          <dgm:chMax val="1"/>
          <dgm:chPref val="1"/>
        </dgm:presLayoutVars>
      </dgm:prSet>
      <dgm:spPr/>
    </dgm:pt>
    <dgm:pt modelId="{CAFBB90D-0DB8-4877-B940-E33E7B72B367}" type="pres">
      <dgm:prSet presAssocID="{EA485923-F802-4B2F-A5CE-18A06F1B0ADD}" presName="sibTrans" presStyleCnt="0"/>
      <dgm:spPr/>
    </dgm:pt>
    <dgm:pt modelId="{E692C526-75F7-48FA-9E34-49DC738F1AE9}" type="pres">
      <dgm:prSet presAssocID="{44A04B8A-686D-4AC3-BB30-51F793A31E55}" presName="compNode" presStyleCnt="0"/>
      <dgm:spPr/>
    </dgm:pt>
    <dgm:pt modelId="{9AD7B31E-3C45-481C-AAE7-E91CD6F0BEDC}" type="pres">
      <dgm:prSet presAssocID="{44A04B8A-686D-4AC3-BB30-51F793A31E55}" presName="iconBgRect" presStyleLbl="bgShp" presStyleIdx="1" presStyleCnt="5"/>
      <dgm:spPr/>
    </dgm:pt>
    <dgm:pt modelId="{1CA52CB0-0BC5-47B4-8A9E-88ABD90774B2}" type="pres">
      <dgm:prSet presAssocID="{44A04B8A-686D-4AC3-BB30-51F793A31E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A4EF0228-283C-44A2-B8A7-5EC8CC9BD4D3}" type="pres">
      <dgm:prSet presAssocID="{44A04B8A-686D-4AC3-BB30-51F793A31E55}" presName="spaceRect" presStyleCnt="0"/>
      <dgm:spPr/>
    </dgm:pt>
    <dgm:pt modelId="{4888170F-C188-4CE8-8E18-369E55956B07}" type="pres">
      <dgm:prSet presAssocID="{44A04B8A-686D-4AC3-BB30-51F793A31E55}" presName="textRect" presStyleLbl="revTx" presStyleIdx="1" presStyleCnt="5">
        <dgm:presLayoutVars>
          <dgm:chMax val="1"/>
          <dgm:chPref val="1"/>
        </dgm:presLayoutVars>
      </dgm:prSet>
      <dgm:spPr/>
    </dgm:pt>
    <dgm:pt modelId="{942FE1AC-076D-4E90-8A89-CBF0141739D4}" type="pres">
      <dgm:prSet presAssocID="{FD616039-E53B-4FD7-B9A1-F45AD629CFCA}" presName="sibTrans" presStyleCnt="0"/>
      <dgm:spPr/>
    </dgm:pt>
    <dgm:pt modelId="{99AA338D-113D-45A5-A110-6D74480F42F7}" type="pres">
      <dgm:prSet presAssocID="{E49E5F2E-4CB2-44A1-8831-9E6733A3CEC6}" presName="compNode" presStyleCnt="0"/>
      <dgm:spPr/>
    </dgm:pt>
    <dgm:pt modelId="{9F7F3817-DEDC-4340-AAFD-017C5133B1B6}" type="pres">
      <dgm:prSet presAssocID="{E49E5F2E-4CB2-44A1-8831-9E6733A3CEC6}" presName="iconBgRect" presStyleLbl="bgShp" presStyleIdx="2" presStyleCnt="5"/>
      <dgm:spPr/>
    </dgm:pt>
    <dgm:pt modelId="{CE88E32B-90E4-43BF-88E1-39F03AAFD857}" type="pres">
      <dgm:prSet presAssocID="{E49E5F2E-4CB2-44A1-8831-9E6733A3CEC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B24B48A6-9AA6-4D9C-99FB-3958DD8381E3}" type="pres">
      <dgm:prSet presAssocID="{E49E5F2E-4CB2-44A1-8831-9E6733A3CEC6}" presName="spaceRect" presStyleCnt="0"/>
      <dgm:spPr/>
    </dgm:pt>
    <dgm:pt modelId="{9767E7C3-6702-4852-A650-D3607DEDB628}" type="pres">
      <dgm:prSet presAssocID="{E49E5F2E-4CB2-44A1-8831-9E6733A3CEC6}" presName="textRect" presStyleLbl="revTx" presStyleIdx="2" presStyleCnt="5">
        <dgm:presLayoutVars>
          <dgm:chMax val="1"/>
          <dgm:chPref val="1"/>
        </dgm:presLayoutVars>
      </dgm:prSet>
      <dgm:spPr/>
    </dgm:pt>
    <dgm:pt modelId="{4ADB4025-84DF-42AF-998F-547222190857}" type="pres">
      <dgm:prSet presAssocID="{419E3ACC-69E7-482B-ADAC-B10ABDABD156}" presName="sibTrans" presStyleCnt="0"/>
      <dgm:spPr/>
    </dgm:pt>
    <dgm:pt modelId="{F52FFC4F-94DB-4A9D-BA66-F4C49FA9BF54}" type="pres">
      <dgm:prSet presAssocID="{4A1A344E-FF21-496D-A6AB-ED0E917B6325}" presName="compNode" presStyleCnt="0"/>
      <dgm:spPr/>
    </dgm:pt>
    <dgm:pt modelId="{677D9698-31A0-40B8-A356-D7D1EB2CA242}" type="pres">
      <dgm:prSet presAssocID="{4A1A344E-FF21-496D-A6AB-ED0E917B6325}" presName="iconBgRect" presStyleLbl="bgShp" presStyleIdx="3" presStyleCnt="5"/>
      <dgm:spPr/>
    </dgm:pt>
    <dgm:pt modelId="{984F1761-E285-4E4E-8E41-EC6722FCCA7C}" type="pres">
      <dgm:prSet presAssocID="{4A1A344E-FF21-496D-A6AB-ED0E917B632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580816C5-F721-47F2-BC2D-BF5EF6620A56}" type="pres">
      <dgm:prSet presAssocID="{4A1A344E-FF21-496D-A6AB-ED0E917B6325}" presName="spaceRect" presStyleCnt="0"/>
      <dgm:spPr/>
    </dgm:pt>
    <dgm:pt modelId="{A1131380-EB89-40CA-89B4-39D622AF8983}" type="pres">
      <dgm:prSet presAssocID="{4A1A344E-FF21-496D-A6AB-ED0E917B6325}" presName="textRect" presStyleLbl="revTx" presStyleIdx="3" presStyleCnt="5">
        <dgm:presLayoutVars>
          <dgm:chMax val="1"/>
          <dgm:chPref val="1"/>
        </dgm:presLayoutVars>
      </dgm:prSet>
      <dgm:spPr/>
    </dgm:pt>
    <dgm:pt modelId="{D5733C54-E631-4633-AD4E-DB571734AA27}" type="pres">
      <dgm:prSet presAssocID="{FA73D48E-FCD3-4A2B-9584-D46FED23C5F5}" presName="sibTrans" presStyleCnt="0"/>
      <dgm:spPr/>
    </dgm:pt>
    <dgm:pt modelId="{B273345F-4E92-492B-92E2-0A1D938865E1}" type="pres">
      <dgm:prSet presAssocID="{F2244580-936A-4778-96D5-5C7B26058909}" presName="compNode" presStyleCnt="0"/>
      <dgm:spPr/>
    </dgm:pt>
    <dgm:pt modelId="{F13CD26A-13E6-4097-A4B0-D9192560674C}" type="pres">
      <dgm:prSet presAssocID="{F2244580-936A-4778-96D5-5C7B26058909}" presName="iconBgRect" presStyleLbl="bgShp" presStyleIdx="4" presStyleCnt="5"/>
      <dgm:spPr/>
    </dgm:pt>
    <dgm:pt modelId="{2D4B98CF-5BFE-4273-A793-ED4C286DA24A}" type="pres">
      <dgm:prSet presAssocID="{F2244580-936A-4778-96D5-5C7B2605890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oj de arena terminado"/>
        </a:ext>
      </dgm:extLst>
    </dgm:pt>
    <dgm:pt modelId="{8951D877-68DA-475E-8B72-FEFA83771DBA}" type="pres">
      <dgm:prSet presAssocID="{F2244580-936A-4778-96D5-5C7B26058909}" presName="spaceRect" presStyleCnt="0"/>
      <dgm:spPr/>
    </dgm:pt>
    <dgm:pt modelId="{E0561BF4-0C41-4B9E-81BF-0C669A674143}" type="pres">
      <dgm:prSet presAssocID="{F2244580-936A-4778-96D5-5C7B2605890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F788105-E0A2-42A9-B62C-6169CABDC438}" srcId="{D42477FB-E5CA-463E-8582-6A36E2DCE49A}" destId="{F2244580-936A-4778-96D5-5C7B26058909}" srcOrd="4" destOrd="0" parTransId="{F1831328-EDA1-40CC-B2CF-0FC2BB4D0A7A}" sibTransId="{D1AAAC29-134D-448A-9C6E-7B0ADA1070D5}"/>
    <dgm:cxn modelId="{AD9A020C-F8FA-4C0B-BB74-272D7EE04927}" type="presOf" srcId="{44A04B8A-686D-4AC3-BB30-51F793A31E55}" destId="{4888170F-C188-4CE8-8E18-369E55956B07}" srcOrd="0" destOrd="0" presId="urn:microsoft.com/office/officeart/2018/5/layout/IconCircleLabelList"/>
    <dgm:cxn modelId="{8F2F6120-A40E-4313-8F4A-2B96C371A3C2}" srcId="{D42477FB-E5CA-463E-8582-6A36E2DCE49A}" destId="{EE101FD0-6739-4FB4-BEAD-C6C3727817C2}" srcOrd="0" destOrd="0" parTransId="{152A5829-E630-43AB-911E-5928C9ED42E0}" sibTransId="{EA485923-F802-4B2F-A5CE-18A06F1B0ADD}"/>
    <dgm:cxn modelId="{2CCA3029-2EA4-4C94-AEFD-312A7BA2129E}" type="presOf" srcId="{F2244580-936A-4778-96D5-5C7B26058909}" destId="{E0561BF4-0C41-4B9E-81BF-0C669A674143}" srcOrd="0" destOrd="0" presId="urn:microsoft.com/office/officeart/2018/5/layout/IconCircleLabelList"/>
    <dgm:cxn modelId="{909FF42A-A98F-4909-9534-8514B1B12E8B}" type="presOf" srcId="{E49E5F2E-4CB2-44A1-8831-9E6733A3CEC6}" destId="{9767E7C3-6702-4852-A650-D3607DEDB628}" srcOrd="0" destOrd="0" presId="urn:microsoft.com/office/officeart/2018/5/layout/IconCircleLabelList"/>
    <dgm:cxn modelId="{1EFC6497-D58A-4C4B-BD00-F9A442795F61}" srcId="{D42477FB-E5CA-463E-8582-6A36E2DCE49A}" destId="{44A04B8A-686D-4AC3-BB30-51F793A31E55}" srcOrd="1" destOrd="0" parTransId="{13A0A161-D245-4AEA-A396-352E5CF4C54A}" sibTransId="{FD616039-E53B-4FD7-B9A1-F45AD629CFCA}"/>
    <dgm:cxn modelId="{AAD94098-3634-4055-8EEB-600E07E4EEC6}" type="presOf" srcId="{EE101FD0-6739-4FB4-BEAD-C6C3727817C2}" destId="{BD366672-74DC-4DFC-91B4-EE1882B766B6}" srcOrd="0" destOrd="0" presId="urn:microsoft.com/office/officeart/2018/5/layout/IconCircleLabelList"/>
    <dgm:cxn modelId="{585CBDA4-DFBB-44A2-9329-05A745D65ADE}" srcId="{D42477FB-E5CA-463E-8582-6A36E2DCE49A}" destId="{E49E5F2E-4CB2-44A1-8831-9E6733A3CEC6}" srcOrd="2" destOrd="0" parTransId="{C89F34D0-9BA8-477C-A0AA-5F135F148206}" sibTransId="{419E3ACC-69E7-482B-ADAC-B10ABDABD156}"/>
    <dgm:cxn modelId="{EAE97AA8-4A9C-4EF5-B0D6-99FD7F668492}" srcId="{D42477FB-E5CA-463E-8582-6A36E2DCE49A}" destId="{4A1A344E-FF21-496D-A6AB-ED0E917B6325}" srcOrd="3" destOrd="0" parTransId="{467B45DE-7581-4852-BFD2-8711BAF35FA1}" sibTransId="{FA73D48E-FCD3-4A2B-9584-D46FED23C5F5}"/>
    <dgm:cxn modelId="{5F23B4AC-7446-4EDC-B33D-1803BB0D4E66}" type="presOf" srcId="{4A1A344E-FF21-496D-A6AB-ED0E917B6325}" destId="{A1131380-EB89-40CA-89B4-39D622AF8983}" srcOrd="0" destOrd="0" presId="urn:microsoft.com/office/officeart/2018/5/layout/IconCircleLabelList"/>
    <dgm:cxn modelId="{3F2779D3-2631-4761-AEC3-368D81B590E4}" type="presOf" srcId="{D42477FB-E5CA-463E-8582-6A36E2DCE49A}" destId="{3C0DFC2F-8F45-4C67-9AF3-FB3A467947EF}" srcOrd="0" destOrd="0" presId="urn:microsoft.com/office/officeart/2018/5/layout/IconCircleLabelList"/>
    <dgm:cxn modelId="{4B6C6340-9A74-433E-97C7-7AB7C8611090}" type="presParOf" srcId="{3C0DFC2F-8F45-4C67-9AF3-FB3A467947EF}" destId="{5A3EB89F-3AF5-4989-858B-2C802383BFB3}" srcOrd="0" destOrd="0" presId="urn:microsoft.com/office/officeart/2018/5/layout/IconCircleLabelList"/>
    <dgm:cxn modelId="{03AC2215-E90D-48B6-BB65-76054B600A98}" type="presParOf" srcId="{5A3EB89F-3AF5-4989-858B-2C802383BFB3}" destId="{5FDBFC57-F001-4E25-9014-B2958385B844}" srcOrd="0" destOrd="0" presId="urn:microsoft.com/office/officeart/2018/5/layout/IconCircleLabelList"/>
    <dgm:cxn modelId="{198FDE11-8987-4823-9580-35AF33E8EEC8}" type="presParOf" srcId="{5A3EB89F-3AF5-4989-858B-2C802383BFB3}" destId="{BDF4A17A-BEAE-4E42-9B8D-E9A022E4EB25}" srcOrd="1" destOrd="0" presId="urn:microsoft.com/office/officeart/2018/5/layout/IconCircleLabelList"/>
    <dgm:cxn modelId="{1BA698A1-EE15-4681-BF5A-378E08ADB12E}" type="presParOf" srcId="{5A3EB89F-3AF5-4989-858B-2C802383BFB3}" destId="{D1C28B7F-5ECE-45D8-9D14-3194A58CCF96}" srcOrd="2" destOrd="0" presId="urn:microsoft.com/office/officeart/2018/5/layout/IconCircleLabelList"/>
    <dgm:cxn modelId="{EED80D47-BE75-4729-B8CD-54371A0BDBAB}" type="presParOf" srcId="{5A3EB89F-3AF5-4989-858B-2C802383BFB3}" destId="{BD366672-74DC-4DFC-91B4-EE1882B766B6}" srcOrd="3" destOrd="0" presId="urn:microsoft.com/office/officeart/2018/5/layout/IconCircleLabelList"/>
    <dgm:cxn modelId="{253AFFCD-53B2-4719-BDC5-1A1A33CFFAF4}" type="presParOf" srcId="{3C0DFC2F-8F45-4C67-9AF3-FB3A467947EF}" destId="{CAFBB90D-0DB8-4877-B940-E33E7B72B367}" srcOrd="1" destOrd="0" presId="urn:microsoft.com/office/officeart/2018/5/layout/IconCircleLabelList"/>
    <dgm:cxn modelId="{BD317632-1B51-4CC6-B163-C4EB8F15CC7A}" type="presParOf" srcId="{3C0DFC2F-8F45-4C67-9AF3-FB3A467947EF}" destId="{E692C526-75F7-48FA-9E34-49DC738F1AE9}" srcOrd="2" destOrd="0" presId="urn:microsoft.com/office/officeart/2018/5/layout/IconCircleLabelList"/>
    <dgm:cxn modelId="{34E63685-37B9-4522-85CC-99A0F8689F51}" type="presParOf" srcId="{E692C526-75F7-48FA-9E34-49DC738F1AE9}" destId="{9AD7B31E-3C45-481C-AAE7-E91CD6F0BEDC}" srcOrd="0" destOrd="0" presId="urn:microsoft.com/office/officeart/2018/5/layout/IconCircleLabelList"/>
    <dgm:cxn modelId="{BC13075F-87FE-4D2F-A357-591BE0738BCD}" type="presParOf" srcId="{E692C526-75F7-48FA-9E34-49DC738F1AE9}" destId="{1CA52CB0-0BC5-47B4-8A9E-88ABD90774B2}" srcOrd="1" destOrd="0" presId="urn:microsoft.com/office/officeart/2018/5/layout/IconCircleLabelList"/>
    <dgm:cxn modelId="{7DC952C8-4182-43B7-88D4-CF9EB66A2B1D}" type="presParOf" srcId="{E692C526-75F7-48FA-9E34-49DC738F1AE9}" destId="{A4EF0228-283C-44A2-B8A7-5EC8CC9BD4D3}" srcOrd="2" destOrd="0" presId="urn:microsoft.com/office/officeart/2018/5/layout/IconCircleLabelList"/>
    <dgm:cxn modelId="{FADF8C73-6FE0-46B1-A4FF-28F9665894FF}" type="presParOf" srcId="{E692C526-75F7-48FA-9E34-49DC738F1AE9}" destId="{4888170F-C188-4CE8-8E18-369E55956B07}" srcOrd="3" destOrd="0" presId="urn:microsoft.com/office/officeart/2018/5/layout/IconCircleLabelList"/>
    <dgm:cxn modelId="{B9E85F46-2896-4FC2-BA13-7B39092F8AFD}" type="presParOf" srcId="{3C0DFC2F-8F45-4C67-9AF3-FB3A467947EF}" destId="{942FE1AC-076D-4E90-8A89-CBF0141739D4}" srcOrd="3" destOrd="0" presId="urn:microsoft.com/office/officeart/2018/5/layout/IconCircleLabelList"/>
    <dgm:cxn modelId="{1979D85D-C751-4E36-AF83-030340F886D4}" type="presParOf" srcId="{3C0DFC2F-8F45-4C67-9AF3-FB3A467947EF}" destId="{99AA338D-113D-45A5-A110-6D74480F42F7}" srcOrd="4" destOrd="0" presId="urn:microsoft.com/office/officeart/2018/5/layout/IconCircleLabelList"/>
    <dgm:cxn modelId="{685CC0B5-8ECB-408B-8F7F-5E455EB02C1D}" type="presParOf" srcId="{99AA338D-113D-45A5-A110-6D74480F42F7}" destId="{9F7F3817-DEDC-4340-AAFD-017C5133B1B6}" srcOrd="0" destOrd="0" presId="urn:microsoft.com/office/officeart/2018/5/layout/IconCircleLabelList"/>
    <dgm:cxn modelId="{726E99DC-7AD8-4CB3-8EAA-A53A20C2DBE8}" type="presParOf" srcId="{99AA338D-113D-45A5-A110-6D74480F42F7}" destId="{CE88E32B-90E4-43BF-88E1-39F03AAFD857}" srcOrd="1" destOrd="0" presId="urn:microsoft.com/office/officeart/2018/5/layout/IconCircleLabelList"/>
    <dgm:cxn modelId="{63C1F4DD-44D0-448B-8417-2EB3ED27C644}" type="presParOf" srcId="{99AA338D-113D-45A5-A110-6D74480F42F7}" destId="{B24B48A6-9AA6-4D9C-99FB-3958DD8381E3}" srcOrd="2" destOrd="0" presId="urn:microsoft.com/office/officeart/2018/5/layout/IconCircleLabelList"/>
    <dgm:cxn modelId="{89E5C1A2-98F4-4AD2-8FD0-8708E13790A9}" type="presParOf" srcId="{99AA338D-113D-45A5-A110-6D74480F42F7}" destId="{9767E7C3-6702-4852-A650-D3607DEDB628}" srcOrd="3" destOrd="0" presId="urn:microsoft.com/office/officeart/2018/5/layout/IconCircleLabelList"/>
    <dgm:cxn modelId="{A576DA1C-CB5D-43C5-A340-6C9A3FC3053D}" type="presParOf" srcId="{3C0DFC2F-8F45-4C67-9AF3-FB3A467947EF}" destId="{4ADB4025-84DF-42AF-998F-547222190857}" srcOrd="5" destOrd="0" presId="urn:microsoft.com/office/officeart/2018/5/layout/IconCircleLabelList"/>
    <dgm:cxn modelId="{C07DAB59-938C-49B9-9453-F9AFBD3314A5}" type="presParOf" srcId="{3C0DFC2F-8F45-4C67-9AF3-FB3A467947EF}" destId="{F52FFC4F-94DB-4A9D-BA66-F4C49FA9BF54}" srcOrd="6" destOrd="0" presId="urn:microsoft.com/office/officeart/2018/5/layout/IconCircleLabelList"/>
    <dgm:cxn modelId="{2E134B8E-2D93-44EF-9DBF-E25AEAD56B9E}" type="presParOf" srcId="{F52FFC4F-94DB-4A9D-BA66-F4C49FA9BF54}" destId="{677D9698-31A0-40B8-A356-D7D1EB2CA242}" srcOrd="0" destOrd="0" presId="urn:microsoft.com/office/officeart/2018/5/layout/IconCircleLabelList"/>
    <dgm:cxn modelId="{8DD57071-7314-40FF-BB75-A2EF93394573}" type="presParOf" srcId="{F52FFC4F-94DB-4A9D-BA66-F4C49FA9BF54}" destId="{984F1761-E285-4E4E-8E41-EC6722FCCA7C}" srcOrd="1" destOrd="0" presId="urn:microsoft.com/office/officeart/2018/5/layout/IconCircleLabelList"/>
    <dgm:cxn modelId="{1767511B-38A2-4D1B-AC63-895A450015E2}" type="presParOf" srcId="{F52FFC4F-94DB-4A9D-BA66-F4C49FA9BF54}" destId="{580816C5-F721-47F2-BC2D-BF5EF6620A56}" srcOrd="2" destOrd="0" presId="urn:microsoft.com/office/officeart/2018/5/layout/IconCircleLabelList"/>
    <dgm:cxn modelId="{3CB9EA8B-6561-4091-AAAD-896E47BF0E8C}" type="presParOf" srcId="{F52FFC4F-94DB-4A9D-BA66-F4C49FA9BF54}" destId="{A1131380-EB89-40CA-89B4-39D622AF8983}" srcOrd="3" destOrd="0" presId="urn:microsoft.com/office/officeart/2018/5/layout/IconCircleLabelList"/>
    <dgm:cxn modelId="{965025EE-4FFE-41E5-BD27-557EEFECE3C4}" type="presParOf" srcId="{3C0DFC2F-8F45-4C67-9AF3-FB3A467947EF}" destId="{D5733C54-E631-4633-AD4E-DB571734AA27}" srcOrd="7" destOrd="0" presId="urn:microsoft.com/office/officeart/2018/5/layout/IconCircleLabelList"/>
    <dgm:cxn modelId="{2E5547DE-9F6B-4D77-A1C6-13EFE0B488C0}" type="presParOf" srcId="{3C0DFC2F-8F45-4C67-9AF3-FB3A467947EF}" destId="{B273345F-4E92-492B-92E2-0A1D938865E1}" srcOrd="8" destOrd="0" presId="urn:microsoft.com/office/officeart/2018/5/layout/IconCircleLabelList"/>
    <dgm:cxn modelId="{8A682878-DE1D-4549-B7F2-5DAB4D69ED43}" type="presParOf" srcId="{B273345F-4E92-492B-92E2-0A1D938865E1}" destId="{F13CD26A-13E6-4097-A4B0-D9192560674C}" srcOrd="0" destOrd="0" presId="urn:microsoft.com/office/officeart/2018/5/layout/IconCircleLabelList"/>
    <dgm:cxn modelId="{BEF75D2C-81D4-46BB-8E63-AF74B20AC081}" type="presParOf" srcId="{B273345F-4E92-492B-92E2-0A1D938865E1}" destId="{2D4B98CF-5BFE-4273-A793-ED4C286DA24A}" srcOrd="1" destOrd="0" presId="urn:microsoft.com/office/officeart/2018/5/layout/IconCircleLabelList"/>
    <dgm:cxn modelId="{E1A886C6-ECCC-4781-A53C-B1FF0FCBFFE6}" type="presParOf" srcId="{B273345F-4E92-492B-92E2-0A1D938865E1}" destId="{8951D877-68DA-475E-8B72-FEFA83771DBA}" srcOrd="2" destOrd="0" presId="urn:microsoft.com/office/officeart/2018/5/layout/IconCircleLabelList"/>
    <dgm:cxn modelId="{5B142C3E-20EA-44AD-BD8B-4177B3338833}" type="presParOf" srcId="{B273345F-4E92-492B-92E2-0A1D938865E1}" destId="{E0561BF4-0C41-4B9E-81BF-0C669A6741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47C4C5F-F090-4A29-9CD7-8EAFA8445BA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E4CBAAA-CB14-4A64-B81C-7C11C0A45353}">
      <dgm:prSet/>
      <dgm:spPr/>
      <dgm:t>
        <a:bodyPr/>
        <a:lstStyle/>
        <a:p>
          <a:r>
            <a:rPr lang="en-US"/>
            <a:t>Evaluar necesidades de la organización</a:t>
          </a:r>
        </a:p>
      </dgm:t>
    </dgm:pt>
    <dgm:pt modelId="{55600EB5-1B57-4827-8F6D-8A61D6F708D8}" type="parTrans" cxnId="{923D1224-B6A6-4D07-AA66-53CCD540A17C}">
      <dgm:prSet/>
      <dgm:spPr/>
      <dgm:t>
        <a:bodyPr/>
        <a:lstStyle/>
        <a:p>
          <a:endParaRPr lang="en-US"/>
        </a:p>
      </dgm:t>
    </dgm:pt>
    <dgm:pt modelId="{A0612956-98B1-412A-93A3-84C0DAF306AA}" type="sibTrans" cxnId="{923D1224-B6A6-4D07-AA66-53CCD540A17C}">
      <dgm:prSet/>
      <dgm:spPr/>
      <dgm:t>
        <a:bodyPr/>
        <a:lstStyle/>
        <a:p>
          <a:endParaRPr lang="en-US"/>
        </a:p>
      </dgm:t>
    </dgm:pt>
    <dgm:pt modelId="{2B0ACD08-4545-4BB0-8CA1-4BC23CE9C088}">
      <dgm:prSet/>
      <dgm:spPr/>
      <dgm:t>
        <a:bodyPr/>
        <a:lstStyle/>
        <a:p>
          <a:r>
            <a:rPr lang="en-US"/>
            <a:t>Analizar costes y recursos</a:t>
          </a:r>
        </a:p>
      </dgm:t>
    </dgm:pt>
    <dgm:pt modelId="{8A2C8865-6AA4-417D-9BF8-28A5F4C71D60}" type="parTrans" cxnId="{A6DC4412-95E1-4C6D-9775-0C84D3434251}">
      <dgm:prSet/>
      <dgm:spPr/>
      <dgm:t>
        <a:bodyPr/>
        <a:lstStyle/>
        <a:p>
          <a:endParaRPr lang="en-US"/>
        </a:p>
      </dgm:t>
    </dgm:pt>
    <dgm:pt modelId="{8526D355-4420-42C2-8BAC-A0E89E76BCE8}" type="sibTrans" cxnId="{A6DC4412-95E1-4C6D-9775-0C84D3434251}">
      <dgm:prSet/>
      <dgm:spPr/>
      <dgm:t>
        <a:bodyPr/>
        <a:lstStyle/>
        <a:p>
          <a:endParaRPr lang="en-US"/>
        </a:p>
      </dgm:t>
    </dgm:pt>
    <dgm:pt modelId="{D7790FC1-754D-4A28-9AC4-ECF1F937B317}">
      <dgm:prSet/>
      <dgm:spPr/>
      <dgm:t>
        <a:bodyPr/>
        <a:lstStyle/>
        <a:p>
          <a:r>
            <a:rPr lang="en-US"/>
            <a:t>Garantizar cumplimiento legal</a:t>
          </a:r>
        </a:p>
      </dgm:t>
    </dgm:pt>
    <dgm:pt modelId="{3A238E48-8B16-4FE6-8911-66C216A0C935}" type="parTrans" cxnId="{A99E017C-12B0-4F2F-B2AB-6C1AA1F628B3}">
      <dgm:prSet/>
      <dgm:spPr/>
      <dgm:t>
        <a:bodyPr/>
        <a:lstStyle/>
        <a:p>
          <a:endParaRPr lang="en-US"/>
        </a:p>
      </dgm:t>
    </dgm:pt>
    <dgm:pt modelId="{D78B1346-2D7C-470C-81F7-3256F4A9C8AF}" type="sibTrans" cxnId="{A99E017C-12B0-4F2F-B2AB-6C1AA1F628B3}">
      <dgm:prSet/>
      <dgm:spPr/>
      <dgm:t>
        <a:bodyPr/>
        <a:lstStyle/>
        <a:p>
          <a:endParaRPr lang="en-US"/>
        </a:p>
      </dgm:t>
    </dgm:pt>
    <dgm:pt modelId="{2C2981C1-8A29-4FAE-BF8A-967CEE69B380}" type="pres">
      <dgm:prSet presAssocID="{947C4C5F-F090-4A29-9CD7-8EAFA8445BA6}" presName="root" presStyleCnt="0">
        <dgm:presLayoutVars>
          <dgm:dir/>
          <dgm:resizeHandles val="exact"/>
        </dgm:presLayoutVars>
      </dgm:prSet>
      <dgm:spPr/>
    </dgm:pt>
    <dgm:pt modelId="{5F35D432-F9CA-4EB9-802B-35DFE735B153}" type="pres">
      <dgm:prSet presAssocID="{FE4CBAAA-CB14-4A64-B81C-7C11C0A45353}" presName="compNode" presStyleCnt="0"/>
      <dgm:spPr/>
    </dgm:pt>
    <dgm:pt modelId="{19A2EDEE-0320-4282-98FB-D41B4E4911F0}" type="pres">
      <dgm:prSet presAssocID="{FE4CBAAA-CB14-4A64-B81C-7C11C0A453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9B8F62E9-0F37-40D3-B78F-2C04D402C889}" type="pres">
      <dgm:prSet presAssocID="{FE4CBAAA-CB14-4A64-B81C-7C11C0A45353}" presName="spaceRect" presStyleCnt="0"/>
      <dgm:spPr/>
    </dgm:pt>
    <dgm:pt modelId="{C9CF5CF9-A562-4A20-9C90-438654B83087}" type="pres">
      <dgm:prSet presAssocID="{FE4CBAAA-CB14-4A64-B81C-7C11C0A45353}" presName="textRect" presStyleLbl="revTx" presStyleIdx="0" presStyleCnt="3">
        <dgm:presLayoutVars>
          <dgm:chMax val="1"/>
          <dgm:chPref val="1"/>
        </dgm:presLayoutVars>
      </dgm:prSet>
      <dgm:spPr/>
    </dgm:pt>
    <dgm:pt modelId="{56E31F1D-37B0-4BD1-82F3-8A0D577AF85F}" type="pres">
      <dgm:prSet presAssocID="{A0612956-98B1-412A-93A3-84C0DAF306AA}" presName="sibTrans" presStyleCnt="0"/>
      <dgm:spPr/>
    </dgm:pt>
    <dgm:pt modelId="{0F40E4AB-6CD8-4641-B5D4-D16366129A03}" type="pres">
      <dgm:prSet presAssocID="{2B0ACD08-4545-4BB0-8CA1-4BC23CE9C088}" presName="compNode" presStyleCnt="0"/>
      <dgm:spPr/>
    </dgm:pt>
    <dgm:pt modelId="{8C49ECEB-D92F-4117-BB8B-728B90AB81BF}" type="pres">
      <dgm:prSet presAssocID="{2B0ACD08-4545-4BB0-8CA1-4BC23CE9C0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C5CABCC-A41B-4A54-A59E-9E488AF68B20}" type="pres">
      <dgm:prSet presAssocID="{2B0ACD08-4545-4BB0-8CA1-4BC23CE9C088}" presName="spaceRect" presStyleCnt="0"/>
      <dgm:spPr/>
    </dgm:pt>
    <dgm:pt modelId="{B60FAE51-A041-4CDA-9896-ABF1DE1FAA4D}" type="pres">
      <dgm:prSet presAssocID="{2B0ACD08-4545-4BB0-8CA1-4BC23CE9C088}" presName="textRect" presStyleLbl="revTx" presStyleIdx="1" presStyleCnt="3">
        <dgm:presLayoutVars>
          <dgm:chMax val="1"/>
          <dgm:chPref val="1"/>
        </dgm:presLayoutVars>
      </dgm:prSet>
      <dgm:spPr/>
    </dgm:pt>
    <dgm:pt modelId="{41C4B3F3-91E4-4529-8548-0B0FCB7A8AD2}" type="pres">
      <dgm:prSet presAssocID="{8526D355-4420-42C2-8BAC-A0E89E76BCE8}" presName="sibTrans" presStyleCnt="0"/>
      <dgm:spPr/>
    </dgm:pt>
    <dgm:pt modelId="{9A1E8A9A-BBB8-45C9-B542-6F20AF3D5C51}" type="pres">
      <dgm:prSet presAssocID="{D7790FC1-754D-4A28-9AC4-ECF1F937B317}" presName="compNode" presStyleCnt="0"/>
      <dgm:spPr/>
    </dgm:pt>
    <dgm:pt modelId="{94F1FEF7-A87C-4D6E-8307-A677454A2C44}" type="pres">
      <dgm:prSet presAssocID="{D7790FC1-754D-4A28-9AC4-ECF1F937B3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39B5572-FECE-43B5-928B-88C95EBAF4DE}" type="pres">
      <dgm:prSet presAssocID="{D7790FC1-754D-4A28-9AC4-ECF1F937B317}" presName="spaceRect" presStyleCnt="0"/>
      <dgm:spPr/>
    </dgm:pt>
    <dgm:pt modelId="{A76354B6-E95F-452C-884E-DDBA3041AC54}" type="pres">
      <dgm:prSet presAssocID="{D7790FC1-754D-4A28-9AC4-ECF1F937B31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DC4412-95E1-4C6D-9775-0C84D3434251}" srcId="{947C4C5F-F090-4A29-9CD7-8EAFA8445BA6}" destId="{2B0ACD08-4545-4BB0-8CA1-4BC23CE9C088}" srcOrd="1" destOrd="0" parTransId="{8A2C8865-6AA4-417D-9BF8-28A5F4C71D60}" sibTransId="{8526D355-4420-42C2-8BAC-A0E89E76BCE8}"/>
    <dgm:cxn modelId="{923D1224-B6A6-4D07-AA66-53CCD540A17C}" srcId="{947C4C5F-F090-4A29-9CD7-8EAFA8445BA6}" destId="{FE4CBAAA-CB14-4A64-B81C-7C11C0A45353}" srcOrd="0" destOrd="0" parTransId="{55600EB5-1B57-4827-8F6D-8A61D6F708D8}" sibTransId="{A0612956-98B1-412A-93A3-84C0DAF306AA}"/>
    <dgm:cxn modelId="{F1D70845-DC2C-4076-8826-8FC51FE6E934}" type="presOf" srcId="{947C4C5F-F090-4A29-9CD7-8EAFA8445BA6}" destId="{2C2981C1-8A29-4FAE-BF8A-967CEE69B380}" srcOrd="0" destOrd="0" presId="urn:microsoft.com/office/officeart/2018/2/layout/IconLabelList"/>
    <dgm:cxn modelId="{22F52274-EC00-4710-9CBD-73E1E00D3D0E}" type="presOf" srcId="{D7790FC1-754D-4A28-9AC4-ECF1F937B317}" destId="{A76354B6-E95F-452C-884E-DDBA3041AC54}" srcOrd="0" destOrd="0" presId="urn:microsoft.com/office/officeart/2018/2/layout/IconLabelList"/>
    <dgm:cxn modelId="{A99E017C-12B0-4F2F-B2AB-6C1AA1F628B3}" srcId="{947C4C5F-F090-4A29-9CD7-8EAFA8445BA6}" destId="{D7790FC1-754D-4A28-9AC4-ECF1F937B317}" srcOrd="2" destOrd="0" parTransId="{3A238E48-8B16-4FE6-8911-66C216A0C935}" sibTransId="{D78B1346-2D7C-470C-81F7-3256F4A9C8AF}"/>
    <dgm:cxn modelId="{69220AA2-6CF6-4E9A-A8AD-88E37F38B119}" type="presOf" srcId="{2B0ACD08-4545-4BB0-8CA1-4BC23CE9C088}" destId="{B60FAE51-A041-4CDA-9896-ABF1DE1FAA4D}" srcOrd="0" destOrd="0" presId="urn:microsoft.com/office/officeart/2018/2/layout/IconLabelList"/>
    <dgm:cxn modelId="{EF4C10CC-E1EE-4F8C-AB9C-51DF41D9C5A8}" type="presOf" srcId="{FE4CBAAA-CB14-4A64-B81C-7C11C0A45353}" destId="{C9CF5CF9-A562-4A20-9C90-438654B83087}" srcOrd="0" destOrd="0" presId="urn:microsoft.com/office/officeart/2018/2/layout/IconLabelList"/>
    <dgm:cxn modelId="{93CACCFB-7203-47C6-A587-225C046E98AF}" type="presParOf" srcId="{2C2981C1-8A29-4FAE-BF8A-967CEE69B380}" destId="{5F35D432-F9CA-4EB9-802B-35DFE735B153}" srcOrd="0" destOrd="0" presId="urn:microsoft.com/office/officeart/2018/2/layout/IconLabelList"/>
    <dgm:cxn modelId="{8ECDD908-B214-431A-A384-B68CF54D4EF4}" type="presParOf" srcId="{5F35D432-F9CA-4EB9-802B-35DFE735B153}" destId="{19A2EDEE-0320-4282-98FB-D41B4E4911F0}" srcOrd="0" destOrd="0" presId="urn:microsoft.com/office/officeart/2018/2/layout/IconLabelList"/>
    <dgm:cxn modelId="{0E30ABB9-59B1-4C3E-9DD8-257E0F424E60}" type="presParOf" srcId="{5F35D432-F9CA-4EB9-802B-35DFE735B153}" destId="{9B8F62E9-0F37-40D3-B78F-2C04D402C889}" srcOrd="1" destOrd="0" presId="urn:microsoft.com/office/officeart/2018/2/layout/IconLabelList"/>
    <dgm:cxn modelId="{E23B4CEC-E91A-46BA-AE51-3E6A904233C1}" type="presParOf" srcId="{5F35D432-F9CA-4EB9-802B-35DFE735B153}" destId="{C9CF5CF9-A562-4A20-9C90-438654B83087}" srcOrd="2" destOrd="0" presId="urn:microsoft.com/office/officeart/2018/2/layout/IconLabelList"/>
    <dgm:cxn modelId="{23224501-7AAE-424B-B51D-131F2B31822E}" type="presParOf" srcId="{2C2981C1-8A29-4FAE-BF8A-967CEE69B380}" destId="{56E31F1D-37B0-4BD1-82F3-8A0D577AF85F}" srcOrd="1" destOrd="0" presId="urn:microsoft.com/office/officeart/2018/2/layout/IconLabelList"/>
    <dgm:cxn modelId="{ADB2E861-BB5E-4364-97BC-39934178158E}" type="presParOf" srcId="{2C2981C1-8A29-4FAE-BF8A-967CEE69B380}" destId="{0F40E4AB-6CD8-4641-B5D4-D16366129A03}" srcOrd="2" destOrd="0" presId="urn:microsoft.com/office/officeart/2018/2/layout/IconLabelList"/>
    <dgm:cxn modelId="{A5795674-55F4-45FF-AA2A-41CF23AE137E}" type="presParOf" srcId="{0F40E4AB-6CD8-4641-B5D4-D16366129A03}" destId="{8C49ECEB-D92F-4117-BB8B-728B90AB81BF}" srcOrd="0" destOrd="0" presId="urn:microsoft.com/office/officeart/2018/2/layout/IconLabelList"/>
    <dgm:cxn modelId="{621FE435-816E-49E7-8501-EC51DDDFE614}" type="presParOf" srcId="{0F40E4AB-6CD8-4641-B5D4-D16366129A03}" destId="{AC5CABCC-A41B-4A54-A59E-9E488AF68B20}" srcOrd="1" destOrd="0" presId="urn:microsoft.com/office/officeart/2018/2/layout/IconLabelList"/>
    <dgm:cxn modelId="{4120D2DA-6B10-4BC8-8B51-3E28ACCCC722}" type="presParOf" srcId="{0F40E4AB-6CD8-4641-B5D4-D16366129A03}" destId="{B60FAE51-A041-4CDA-9896-ABF1DE1FAA4D}" srcOrd="2" destOrd="0" presId="urn:microsoft.com/office/officeart/2018/2/layout/IconLabelList"/>
    <dgm:cxn modelId="{D4014D1C-2981-4439-B858-B165EAAD4977}" type="presParOf" srcId="{2C2981C1-8A29-4FAE-BF8A-967CEE69B380}" destId="{41C4B3F3-91E4-4529-8548-0B0FCB7A8AD2}" srcOrd="3" destOrd="0" presId="urn:microsoft.com/office/officeart/2018/2/layout/IconLabelList"/>
    <dgm:cxn modelId="{F106C3DD-40D3-48E0-994D-A457B953FCBE}" type="presParOf" srcId="{2C2981C1-8A29-4FAE-BF8A-967CEE69B380}" destId="{9A1E8A9A-BBB8-45C9-B542-6F20AF3D5C51}" srcOrd="4" destOrd="0" presId="urn:microsoft.com/office/officeart/2018/2/layout/IconLabelList"/>
    <dgm:cxn modelId="{54D5144B-8A56-4329-84FE-DDD4910B5D94}" type="presParOf" srcId="{9A1E8A9A-BBB8-45C9-B542-6F20AF3D5C51}" destId="{94F1FEF7-A87C-4D6E-8307-A677454A2C44}" srcOrd="0" destOrd="0" presId="urn:microsoft.com/office/officeart/2018/2/layout/IconLabelList"/>
    <dgm:cxn modelId="{CBBC9C53-AAB3-4F51-B548-3BAB2C6ECFFB}" type="presParOf" srcId="{9A1E8A9A-BBB8-45C9-B542-6F20AF3D5C51}" destId="{939B5572-FECE-43B5-928B-88C95EBAF4DE}" srcOrd="1" destOrd="0" presId="urn:microsoft.com/office/officeart/2018/2/layout/IconLabelList"/>
    <dgm:cxn modelId="{060BA798-BBAA-4D68-A945-BEEA5F0B8D96}" type="presParOf" srcId="{9A1E8A9A-BBB8-45C9-B542-6F20AF3D5C51}" destId="{A76354B6-E95F-452C-884E-DDBA3041AC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0718BF1-E3C9-45B2-AEAE-ACA5EDC417D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244C718-79C3-4CCE-B375-AA16EAB16352}">
      <dgm:prSet/>
      <dgm:spPr/>
      <dgm:t>
        <a:bodyPr/>
        <a:lstStyle/>
        <a:p>
          <a:pPr>
            <a:defRPr cap="all"/>
          </a:pPr>
          <a:r>
            <a:rPr lang="en-US"/>
            <a:t>Acceso restringido</a:t>
          </a:r>
        </a:p>
      </dgm:t>
    </dgm:pt>
    <dgm:pt modelId="{F546DE7A-DAE4-47CB-A5A8-6798B7EF3037}" type="parTrans" cxnId="{F7865341-4FE6-453C-9220-A127288F0D86}">
      <dgm:prSet/>
      <dgm:spPr/>
      <dgm:t>
        <a:bodyPr/>
        <a:lstStyle/>
        <a:p>
          <a:endParaRPr lang="en-US"/>
        </a:p>
      </dgm:t>
    </dgm:pt>
    <dgm:pt modelId="{46E2F1D9-1329-4BF6-90D8-E7A27787B15A}" type="sibTrans" cxnId="{F7865341-4FE6-453C-9220-A127288F0D86}">
      <dgm:prSet/>
      <dgm:spPr/>
      <dgm:t>
        <a:bodyPr/>
        <a:lstStyle/>
        <a:p>
          <a:endParaRPr lang="en-US"/>
        </a:p>
      </dgm:t>
    </dgm:pt>
    <dgm:pt modelId="{1E9ECD50-6717-43BF-9B0D-8C24A80870CC}">
      <dgm:prSet/>
      <dgm:spPr/>
      <dgm:t>
        <a:bodyPr/>
        <a:lstStyle/>
        <a:p>
          <a:pPr>
            <a:defRPr cap="all"/>
          </a:pPr>
          <a:r>
            <a:rPr lang="en-US"/>
            <a:t>Trazabilidad</a:t>
          </a:r>
        </a:p>
      </dgm:t>
    </dgm:pt>
    <dgm:pt modelId="{FF07FBE5-3522-4914-952F-A899AAB31F76}" type="parTrans" cxnId="{812F2969-84E6-463D-894B-EC0FF22176D4}">
      <dgm:prSet/>
      <dgm:spPr/>
      <dgm:t>
        <a:bodyPr/>
        <a:lstStyle/>
        <a:p>
          <a:endParaRPr lang="en-US"/>
        </a:p>
      </dgm:t>
    </dgm:pt>
    <dgm:pt modelId="{D51214D7-DA14-4B2E-A397-8F03425E104A}" type="sibTrans" cxnId="{812F2969-84E6-463D-894B-EC0FF22176D4}">
      <dgm:prSet/>
      <dgm:spPr/>
      <dgm:t>
        <a:bodyPr/>
        <a:lstStyle/>
        <a:p>
          <a:endParaRPr lang="en-US"/>
        </a:p>
      </dgm:t>
    </dgm:pt>
    <dgm:pt modelId="{CB80632E-10E5-41E3-9A32-CB84522F891D}">
      <dgm:prSet/>
      <dgm:spPr/>
      <dgm:t>
        <a:bodyPr/>
        <a:lstStyle/>
        <a:p>
          <a:pPr>
            <a:defRPr cap="all"/>
          </a:pPr>
          <a:r>
            <a:rPr lang="en-US"/>
            <a:t>Protección frente a manipulaciones</a:t>
          </a:r>
        </a:p>
      </dgm:t>
    </dgm:pt>
    <dgm:pt modelId="{AA57BCEE-EA70-4599-8EC0-5FA5A96B6198}" type="parTrans" cxnId="{FE9F908D-9428-469A-BA5D-73A87B24FEB9}">
      <dgm:prSet/>
      <dgm:spPr/>
      <dgm:t>
        <a:bodyPr/>
        <a:lstStyle/>
        <a:p>
          <a:endParaRPr lang="en-US"/>
        </a:p>
      </dgm:t>
    </dgm:pt>
    <dgm:pt modelId="{AABF00B3-29C0-453B-AE50-E4EDF514D450}" type="sibTrans" cxnId="{FE9F908D-9428-469A-BA5D-73A87B24FEB9}">
      <dgm:prSet/>
      <dgm:spPr/>
      <dgm:t>
        <a:bodyPr/>
        <a:lstStyle/>
        <a:p>
          <a:endParaRPr lang="en-US"/>
        </a:p>
      </dgm:t>
    </dgm:pt>
    <dgm:pt modelId="{CF529797-63BB-4672-B6E7-67EDAB6CC26E}" type="pres">
      <dgm:prSet presAssocID="{00718BF1-E3C9-45B2-AEAE-ACA5EDC417D0}" presName="root" presStyleCnt="0">
        <dgm:presLayoutVars>
          <dgm:dir/>
          <dgm:resizeHandles val="exact"/>
        </dgm:presLayoutVars>
      </dgm:prSet>
      <dgm:spPr/>
    </dgm:pt>
    <dgm:pt modelId="{E3C3D4B9-2430-4633-B18D-BA255423BAAD}" type="pres">
      <dgm:prSet presAssocID="{E244C718-79C3-4CCE-B375-AA16EAB16352}" presName="compNode" presStyleCnt="0"/>
      <dgm:spPr/>
    </dgm:pt>
    <dgm:pt modelId="{EFEA9D95-3D00-4D4D-8076-F8A86D27B159}" type="pres">
      <dgm:prSet presAssocID="{E244C718-79C3-4CCE-B375-AA16EAB16352}" presName="iconBgRect" presStyleLbl="bgShp" presStyleIdx="0" presStyleCnt="3"/>
      <dgm:spPr/>
    </dgm:pt>
    <dgm:pt modelId="{D8D74C95-A693-4912-8236-3A7DFEBCDAFF}" type="pres">
      <dgm:prSet presAssocID="{E244C718-79C3-4CCE-B375-AA16EAB163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666091A-DED2-4329-9837-A1828D12D107}" type="pres">
      <dgm:prSet presAssocID="{E244C718-79C3-4CCE-B375-AA16EAB16352}" presName="spaceRect" presStyleCnt="0"/>
      <dgm:spPr/>
    </dgm:pt>
    <dgm:pt modelId="{D6C54810-168C-467C-9C70-0EE09F904B38}" type="pres">
      <dgm:prSet presAssocID="{E244C718-79C3-4CCE-B375-AA16EAB16352}" presName="textRect" presStyleLbl="revTx" presStyleIdx="0" presStyleCnt="3">
        <dgm:presLayoutVars>
          <dgm:chMax val="1"/>
          <dgm:chPref val="1"/>
        </dgm:presLayoutVars>
      </dgm:prSet>
      <dgm:spPr/>
    </dgm:pt>
    <dgm:pt modelId="{E4D65BB6-D98A-4E84-B13A-5DD32AA45A62}" type="pres">
      <dgm:prSet presAssocID="{46E2F1D9-1329-4BF6-90D8-E7A27787B15A}" presName="sibTrans" presStyleCnt="0"/>
      <dgm:spPr/>
    </dgm:pt>
    <dgm:pt modelId="{3F3FA0B4-C631-4D83-9416-94DCAE06DE93}" type="pres">
      <dgm:prSet presAssocID="{1E9ECD50-6717-43BF-9B0D-8C24A80870CC}" presName="compNode" presStyleCnt="0"/>
      <dgm:spPr/>
    </dgm:pt>
    <dgm:pt modelId="{CE6646C7-4E64-460F-ADFB-19B5A52ADACE}" type="pres">
      <dgm:prSet presAssocID="{1E9ECD50-6717-43BF-9B0D-8C24A80870CC}" presName="iconBgRect" presStyleLbl="bgShp" presStyleIdx="1" presStyleCnt="3"/>
      <dgm:spPr/>
    </dgm:pt>
    <dgm:pt modelId="{0DF437DB-0359-433F-BD99-00D710F96B7B}" type="pres">
      <dgm:prSet presAssocID="{1E9ECD50-6717-43BF-9B0D-8C24A80870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C3CDD7D9-9785-478F-83D6-C5516F61E101}" type="pres">
      <dgm:prSet presAssocID="{1E9ECD50-6717-43BF-9B0D-8C24A80870CC}" presName="spaceRect" presStyleCnt="0"/>
      <dgm:spPr/>
    </dgm:pt>
    <dgm:pt modelId="{19FBEDA7-3346-4AB5-8915-283800AD7EA2}" type="pres">
      <dgm:prSet presAssocID="{1E9ECD50-6717-43BF-9B0D-8C24A80870CC}" presName="textRect" presStyleLbl="revTx" presStyleIdx="1" presStyleCnt="3">
        <dgm:presLayoutVars>
          <dgm:chMax val="1"/>
          <dgm:chPref val="1"/>
        </dgm:presLayoutVars>
      </dgm:prSet>
      <dgm:spPr/>
    </dgm:pt>
    <dgm:pt modelId="{45EC3F3D-0CBF-4B39-BFD2-713C22273CB2}" type="pres">
      <dgm:prSet presAssocID="{D51214D7-DA14-4B2E-A397-8F03425E104A}" presName="sibTrans" presStyleCnt="0"/>
      <dgm:spPr/>
    </dgm:pt>
    <dgm:pt modelId="{268C2AD1-A469-4591-9731-A9C38CD32325}" type="pres">
      <dgm:prSet presAssocID="{CB80632E-10E5-41E3-9A32-CB84522F891D}" presName="compNode" presStyleCnt="0"/>
      <dgm:spPr/>
    </dgm:pt>
    <dgm:pt modelId="{AEEB7263-8C40-4CCE-9F18-B765C2EC43ED}" type="pres">
      <dgm:prSet presAssocID="{CB80632E-10E5-41E3-9A32-CB84522F891D}" presName="iconBgRect" presStyleLbl="bgShp" presStyleIdx="2" presStyleCnt="3"/>
      <dgm:spPr/>
    </dgm:pt>
    <dgm:pt modelId="{7EBBA18A-6231-4F64-9853-C6E7F54AB7EE}" type="pres">
      <dgm:prSet presAssocID="{CB80632E-10E5-41E3-9A32-CB84522F89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8A7B2B2-5963-4B63-A1B0-F65508F66DAF}" type="pres">
      <dgm:prSet presAssocID="{CB80632E-10E5-41E3-9A32-CB84522F891D}" presName="spaceRect" presStyleCnt="0"/>
      <dgm:spPr/>
    </dgm:pt>
    <dgm:pt modelId="{B87697EC-7198-4A84-8DCE-986F9347E177}" type="pres">
      <dgm:prSet presAssocID="{CB80632E-10E5-41E3-9A32-CB84522F89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BC85506-7F8B-4FD6-B1F6-3D844306250A}" type="presOf" srcId="{E244C718-79C3-4CCE-B375-AA16EAB16352}" destId="{D6C54810-168C-467C-9C70-0EE09F904B38}" srcOrd="0" destOrd="0" presId="urn:microsoft.com/office/officeart/2018/5/layout/IconCircleLabelList"/>
    <dgm:cxn modelId="{F4384E37-B64B-4EBF-AF12-B46D17C60340}" type="presOf" srcId="{CB80632E-10E5-41E3-9A32-CB84522F891D}" destId="{B87697EC-7198-4A84-8DCE-986F9347E177}" srcOrd="0" destOrd="0" presId="urn:microsoft.com/office/officeart/2018/5/layout/IconCircleLabelList"/>
    <dgm:cxn modelId="{F6B4BA3C-D59D-446A-81CC-BF406AADD290}" type="presOf" srcId="{1E9ECD50-6717-43BF-9B0D-8C24A80870CC}" destId="{19FBEDA7-3346-4AB5-8915-283800AD7EA2}" srcOrd="0" destOrd="0" presId="urn:microsoft.com/office/officeart/2018/5/layout/IconCircleLabelList"/>
    <dgm:cxn modelId="{F7865341-4FE6-453C-9220-A127288F0D86}" srcId="{00718BF1-E3C9-45B2-AEAE-ACA5EDC417D0}" destId="{E244C718-79C3-4CCE-B375-AA16EAB16352}" srcOrd="0" destOrd="0" parTransId="{F546DE7A-DAE4-47CB-A5A8-6798B7EF3037}" sibTransId="{46E2F1D9-1329-4BF6-90D8-E7A27787B15A}"/>
    <dgm:cxn modelId="{812F2969-84E6-463D-894B-EC0FF22176D4}" srcId="{00718BF1-E3C9-45B2-AEAE-ACA5EDC417D0}" destId="{1E9ECD50-6717-43BF-9B0D-8C24A80870CC}" srcOrd="1" destOrd="0" parTransId="{FF07FBE5-3522-4914-952F-A899AAB31F76}" sibTransId="{D51214D7-DA14-4B2E-A397-8F03425E104A}"/>
    <dgm:cxn modelId="{B0D90C87-0102-4CAC-9C25-673DF3505FFC}" type="presOf" srcId="{00718BF1-E3C9-45B2-AEAE-ACA5EDC417D0}" destId="{CF529797-63BB-4672-B6E7-67EDAB6CC26E}" srcOrd="0" destOrd="0" presId="urn:microsoft.com/office/officeart/2018/5/layout/IconCircleLabelList"/>
    <dgm:cxn modelId="{FE9F908D-9428-469A-BA5D-73A87B24FEB9}" srcId="{00718BF1-E3C9-45B2-AEAE-ACA5EDC417D0}" destId="{CB80632E-10E5-41E3-9A32-CB84522F891D}" srcOrd="2" destOrd="0" parTransId="{AA57BCEE-EA70-4599-8EC0-5FA5A96B6198}" sibTransId="{AABF00B3-29C0-453B-AE50-E4EDF514D450}"/>
    <dgm:cxn modelId="{FBF04F27-E09B-4739-B00A-55A392E4B777}" type="presParOf" srcId="{CF529797-63BB-4672-B6E7-67EDAB6CC26E}" destId="{E3C3D4B9-2430-4633-B18D-BA255423BAAD}" srcOrd="0" destOrd="0" presId="urn:microsoft.com/office/officeart/2018/5/layout/IconCircleLabelList"/>
    <dgm:cxn modelId="{C9E9D272-1DE5-4F18-B348-3B556B147B1B}" type="presParOf" srcId="{E3C3D4B9-2430-4633-B18D-BA255423BAAD}" destId="{EFEA9D95-3D00-4D4D-8076-F8A86D27B159}" srcOrd="0" destOrd="0" presId="urn:microsoft.com/office/officeart/2018/5/layout/IconCircleLabelList"/>
    <dgm:cxn modelId="{636D83AD-0ECA-464E-A1FD-C873F3D8E8B7}" type="presParOf" srcId="{E3C3D4B9-2430-4633-B18D-BA255423BAAD}" destId="{D8D74C95-A693-4912-8236-3A7DFEBCDAFF}" srcOrd="1" destOrd="0" presId="urn:microsoft.com/office/officeart/2018/5/layout/IconCircleLabelList"/>
    <dgm:cxn modelId="{FC84729C-E528-4B1A-B5D1-637A9F208AC9}" type="presParOf" srcId="{E3C3D4B9-2430-4633-B18D-BA255423BAAD}" destId="{A666091A-DED2-4329-9837-A1828D12D107}" srcOrd="2" destOrd="0" presId="urn:microsoft.com/office/officeart/2018/5/layout/IconCircleLabelList"/>
    <dgm:cxn modelId="{3B2B4847-CA27-4531-8FFE-0BAEF1A8F034}" type="presParOf" srcId="{E3C3D4B9-2430-4633-B18D-BA255423BAAD}" destId="{D6C54810-168C-467C-9C70-0EE09F904B38}" srcOrd="3" destOrd="0" presId="urn:microsoft.com/office/officeart/2018/5/layout/IconCircleLabelList"/>
    <dgm:cxn modelId="{65D900CB-B62F-4D16-91B0-8CAB757CF826}" type="presParOf" srcId="{CF529797-63BB-4672-B6E7-67EDAB6CC26E}" destId="{E4D65BB6-D98A-4E84-B13A-5DD32AA45A62}" srcOrd="1" destOrd="0" presId="urn:microsoft.com/office/officeart/2018/5/layout/IconCircleLabelList"/>
    <dgm:cxn modelId="{EC25CC51-308D-42A8-BFF5-1443B608E477}" type="presParOf" srcId="{CF529797-63BB-4672-B6E7-67EDAB6CC26E}" destId="{3F3FA0B4-C631-4D83-9416-94DCAE06DE93}" srcOrd="2" destOrd="0" presId="urn:microsoft.com/office/officeart/2018/5/layout/IconCircleLabelList"/>
    <dgm:cxn modelId="{6465EB98-2F58-4859-B12E-64280CA8E5B2}" type="presParOf" srcId="{3F3FA0B4-C631-4D83-9416-94DCAE06DE93}" destId="{CE6646C7-4E64-460F-ADFB-19B5A52ADACE}" srcOrd="0" destOrd="0" presId="urn:microsoft.com/office/officeart/2018/5/layout/IconCircleLabelList"/>
    <dgm:cxn modelId="{46186D88-55CB-49A1-A8EC-AE2EBAB74646}" type="presParOf" srcId="{3F3FA0B4-C631-4D83-9416-94DCAE06DE93}" destId="{0DF437DB-0359-433F-BD99-00D710F96B7B}" srcOrd="1" destOrd="0" presId="urn:microsoft.com/office/officeart/2018/5/layout/IconCircleLabelList"/>
    <dgm:cxn modelId="{D5A9533D-06D0-4CFF-ACBA-1FAB821008AD}" type="presParOf" srcId="{3F3FA0B4-C631-4D83-9416-94DCAE06DE93}" destId="{C3CDD7D9-9785-478F-83D6-C5516F61E101}" srcOrd="2" destOrd="0" presId="urn:microsoft.com/office/officeart/2018/5/layout/IconCircleLabelList"/>
    <dgm:cxn modelId="{1453F2CE-4238-420C-8AEB-9ED596F49A1D}" type="presParOf" srcId="{3F3FA0B4-C631-4D83-9416-94DCAE06DE93}" destId="{19FBEDA7-3346-4AB5-8915-283800AD7EA2}" srcOrd="3" destOrd="0" presId="urn:microsoft.com/office/officeart/2018/5/layout/IconCircleLabelList"/>
    <dgm:cxn modelId="{984678B2-B2C5-4D66-985C-40AC28E6AC5C}" type="presParOf" srcId="{CF529797-63BB-4672-B6E7-67EDAB6CC26E}" destId="{45EC3F3D-0CBF-4B39-BFD2-713C22273CB2}" srcOrd="3" destOrd="0" presId="urn:microsoft.com/office/officeart/2018/5/layout/IconCircleLabelList"/>
    <dgm:cxn modelId="{352A173F-E81E-4859-ABA1-F80FD045A6FA}" type="presParOf" srcId="{CF529797-63BB-4672-B6E7-67EDAB6CC26E}" destId="{268C2AD1-A469-4591-9731-A9C38CD32325}" srcOrd="4" destOrd="0" presId="urn:microsoft.com/office/officeart/2018/5/layout/IconCircleLabelList"/>
    <dgm:cxn modelId="{A62B3296-60B4-498F-A671-8474936E8DC4}" type="presParOf" srcId="{268C2AD1-A469-4591-9731-A9C38CD32325}" destId="{AEEB7263-8C40-4CCE-9F18-B765C2EC43ED}" srcOrd="0" destOrd="0" presId="urn:microsoft.com/office/officeart/2018/5/layout/IconCircleLabelList"/>
    <dgm:cxn modelId="{1CFA0F9B-6CFC-4344-8BED-F39D015BA50F}" type="presParOf" srcId="{268C2AD1-A469-4591-9731-A9C38CD32325}" destId="{7EBBA18A-6231-4F64-9853-C6E7F54AB7EE}" srcOrd="1" destOrd="0" presId="urn:microsoft.com/office/officeart/2018/5/layout/IconCircleLabelList"/>
    <dgm:cxn modelId="{AF65BACA-BA15-45AB-8D56-5EF504EBAB78}" type="presParOf" srcId="{268C2AD1-A469-4591-9731-A9C38CD32325}" destId="{18A7B2B2-5963-4B63-A1B0-F65508F66DAF}" srcOrd="2" destOrd="0" presId="urn:microsoft.com/office/officeart/2018/5/layout/IconCircleLabelList"/>
    <dgm:cxn modelId="{15AF2A66-3100-4C2B-A0E5-EEDD75F8B3C0}" type="presParOf" srcId="{268C2AD1-A469-4591-9731-A9C38CD32325}" destId="{B87697EC-7198-4A84-8DCE-986F9347E17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7476858-8E04-4FEF-8D54-E7EEB4EAF05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0D0D418-6F1F-4587-B744-0A3A6B68FA9A}">
      <dgm:prSet/>
      <dgm:spPr/>
      <dgm:t>
        <a:bodyPr/>
        <a:lstStyle/>
        <a:p>
          <a:r>
            <a:rPr lang="en-US"/>
            <a:t>Los registros son esenciales para la seguridad</a:t>
          </a:r>
        </a:p>
      </dgm:t>
    </dgm:pt>
    <dgm:pt modelId="{2EBCADBA-A041-4E67-8449-C6273BF1B8E3}" type="parTrans" cxnId="{A7A173A3-65A7-40C9-AE2D-DC233F49CDED}">
      <dgm:prSet/>
      <dgm:spPr/>
      <dgm:t>
        <a:bodyPr/>
        <a:lstStyle/>
        <a:p>
          <a:endParaRPr lang="en-US"/>
        </a:p>
      </dgm:t>
    </dgm:pt>
    <dgm:pt modelId="{8A9B700C-8088-44FE-95FE-76978E46AFE7}" type="sibTrans" cxnId="{A7A173A3-65A7-40C9-AE2D-DC233F49CDED}">
      <dgm:prSet/>
      <dgm:spPr/>
      <dgm:t>
        <a:bodyPr/>
        <a:lstStyle/>
        <a:p>
          <a:endParaRPr lang="en-US"/>
        </a:p>
      </dgm:t>
    </dgm:pt>
    <dgm:pt modelId="{968BE5F3-61FB-479A-A4AB-C577E2D64250}">
      <dgm:prSet/>
      <dgm:spPr/>
      <dgm:t>
        <a:bodyPr/>
        <a:lstStyle/>
        <a:p>
          <a:r>
            <a:rPr lang="en-US"/>
            <a:t>Una buena selección reduce riesgos</a:t>
          </a:r>
        </a:p>
      </dgm:t>
    </dgm:pt>
    <dgm:pt modelId="{744BB352-F7DA-477C-9CD6-A810446DC770}" type="parTrans" cxnId="{202E50D6-7D76-4A03-B1A4-CA276C50AA34}">
      <dgm:prSet/>
      <dgm:spPr/>
      <dgm:t>
        <a:bodyPr/>
        <a:lstStyle/>
        <a:p>
          <a:endParaRPr lang="en-US"/>
        </a:p>
      </dgm:t>
    </dgm:pt>
    <dgm:pt modelId="{FF806BE1-F023-4F3B-AAE0-6473538F5167}" type="sibTrans" cxnId="{202E50D6-7D76-4A03-B1A4-CA276C50AA34}">
      <dgm:prSet/>
      <dgm:spPr/>
      <dgm:t>
        <a:bodyPr/>
        <a:lstStyle/>
        <a:p>
          <a:endParaRPr lang="en-US"/>
        </a:p>
      </dgm:t>
    </dgm:pt>
    <dgm:pt modelId="{960665C4-CBBA-46D8-A842-60C43A20CC86}">
      <dgm:prSet/>
      <dgm:spPr/>
      <dgm:t>
        <a:bodyPr/>
        <a:lstStyle/>
        <a:p>
          <a:r>
            <a:rPr lang="en-US"/>
            <a:t>Clave para auditorías y cumplimiento normativo</a:t>
          </a:r>
        </a:p>
      </dgm:t>
    </dgm:pt>
    <dgm:pt modelId="{2485112C-67CB-45F9-A947-475E53CFE3B0}" type="parTrans" cxnId="{08A7CBEC-27BF-42C6-BFBB-6F0E72A739E9}">
      <dgm:prSet/>
      <dgm:spPr/>
      <dgm:t>
        <a:bodyPr/>
        <a:lstStyle/>
        <a:p>
          <a:endParaRPr lang="en-US"/>
        </a:p>
      </dgm:t>
    </dgm:pt>
    <dgm:pt modelId="{5D8C78BC-CEEE-49FE-B692-FBF74CA16835}" type="sibTrans" cxnId="{08A7CBEC-27BF-42C6-BFBB-6F0E72A739E9}">
      <dgm:prSet/>
      <dgm:spPr/>
      <dgm:t>
        <a:bodyPr/>
        <a:lstStyle/>
        <a:p>
          <a:endParaRPr lang="en-US"/>
        </a:p>
      </dgm:t>
    </dgm:pt>
    <dgm:pt modelId="{2560E622-2118-46A8-8A47-538420E54424}" type="pres">
      <dgm:prSet presAssocID="{17476858-8E04-4FEF-8D54-E7EEB4EAF05E}" presName="root" presStyleCnt="0">
        <dgm:presLayoutVars>
          <dgm:dir/>
          <dgm:resizeHandles val="exact"/>
        </dgm:presLayoutVars>
      </dgm:prSet>
      <dgm:spPr/>
    </dgm:pt>
    <dgm:pt modelId="{5FA6F18E-DA8F-4FEB-9CB1-37BBDAE78681}" type="pres">
      <dgm:prSet presAssocID="{80D0D418-6F1F-4587-B744-0A3A6B68FA9A}" presName="compNode" presStyleCnt="0"/>
      <dgm:spPr/>
    </dgm:pt>
    <dgm:pt modelId="{39D8D4D9-AC85-42AE-94B5-8CD5B3FFE590}" type="pres">
      <dgm:prSet presAssocID="{80D0D418-6F1F-4587-B744-0A3A6B68FA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9116626-E430-4F38-A448-0F49521D54F8}" type="pres">
      <dgm:prSet presAssocID="{80D0D418-6F1F-4587-B744-0A3A6B68FA9A}" presName="spaceRect" presStyleCnt="0"/>
      <dgm:spPr/>
    </dgm:pt>
    <dgm:pt modelId="{58C16A49-F2B1-416F-AFDD-06BE9EFA0ECE}" type="pres">
      <dgm:prSet presAssocID="{80D0D418-6F1F-4587-B744-0A3A6B68FA9A}" presName="textRect" presStyleLbl="revTx" presStyleIdx="0" presStyleCnt="3">
        <dgm:presLayoutVars>
          <dgm:chMax val="1"/>
          <dgm:chPref val="1"/>
        </dgm:presLayoutVars>
      </dgm:prSet>
      <dgm:spPr/>
    </dgm:pt>
    <dgm:pt modelId="{7E881348-3E80-4BD3-B5F7-77CC14302107}" type="pres">
      <dgm:prSet presAssocID="{8A9B700C-8088-44FE-95FE-76978E46AFE7}" presName="sibTrans" presStyleCnt="0"/>
      <dgm:spPr/>
    </dgm:pt>
    <dgm:pt modelId="{2EA51F36-2455-46AC-913A-025BA30BCAFE}" type="pres">
      <dgm:prSet presAssocID="{968BE5F3-61FB-479A-A4AB-C577E2D64250}" presName="compNode" presStyleCnt="0"/>
      <dgm:spPr/>
    </dgm:pt>
    <dgm:pt modelId="{C32CE1D3-C8FA-4DEA-86AB-89DFEB68D815}" type="pres">
      <dgm:prSet presAssocID="{968BE5F3-61FB-479A-A4AB-C577E2D642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DA436F48-6EF6-4E07-A8BB-83922F6B261F}" type="pres">
      <dgm:prSet presAssocID="{968BE5F3-61FB-479A-A4AB-C577E2D64250}" presName="spaceRect" presStyleCnt="0"/>
      <dgm:spPr/>
    </dgm:pt>
    <dgm:pt modelId="{413DF404-9254-4309-A2DE-73217C59392F}" type="pres">
      <dgm:prSet presAssocID="{968BE5F3-61FB-479A-A4AB-C577E2D64250}" presName="textRect" presStyleLbl="revTx" presStyleIdx="1" presStyleCnt="3">
        <dgm:presLayoutVars>
          <dgm:chMax val="1"/>
          <dgm:chPref val="1"/>
        </dgm:presLayoutVars>
      </dgm:prSet>
      <dgm:spPr/>
    </dgm:pt>
    <dgm:pt modelId="{0EAC3637-E861-40FC-A455-67D7A76EB06E}" type="pres">
      <dgm:prSet presAssocID="{FF806BE1-F023-4F3B-AAE0-6473538F5167}" presName="sibTrans" presStyleCnt="0"/>
      <dgm:spPr/>
    </dgm:pt>
    <dgm:pt modelId="{6A379058-B57F-4664-8DD1-2AB9368F4E62}" type="pres">
      <dgm:prSet presAssocID="{960665C4-CBBA-46D8-A842-60C43A20CC86}" presName="compNode" presStyleCnt="0"/>
      <dgm:spPr/>
    </dgm:pt>
    <dgm:pt modelId="{D3CA689E-476A-453D-BDC2-91D406A3FD4E}" type="pres">
      <dgm:prSet presAssocID="{960665C4-CBBA-46D8-A842-60C43A20CC8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5C08D49-4047-4013-8810-6FA568AF2A20}" type="pres">
      <dgm:prSet presAssocID="{960665C4-CBBA-46D8-A842-60C43A20CC86}" presName="spaceRect" presStyleCnt="0"/>
      <dgm:spPr/>
    </dgm:pt>
    <dgm:pt modelId="{6B5E9D35-05B1-44AD-95B8-FAA935736974}" type="pres">
      <dgm:prSet presAssocID="{960665C4-CBBA-46D8-A842-60C43A20CC8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5F0832-8015-4D55-9B4E-4A28D1C68647}" type="presOf" srcId="{968BE5F3-61FB-479A-A4AB-C577E2D64250}" destId="{413DF404-9254-4309-A2DE-73217C59392F}" srcOrd="0" destOrd="0" presId="urn:microsoft.com/office/officeart/2018/2/layout/IconLabelList"/>
    <dgm:cxn modelId="{43BCDA8C-4DF2-4E18-A41C-94A330F9DB0A}" type="presOf" srcId="{17476858-8E04-4FEF-8D54-E7EEB4EAF05E}" destId="{2560E622-2118-46A8-8A47-538420E54424}" srcOrd="0" destOrd="0" presId="urn:microsoft.com/office/officeart/2018/2/layout/IconLabelList"/>
    <dgm:cxn modelId="{A7A173A3-65A7-40C9-AE2D-DC233F49CDED}" srcId="{17476858-8E04-4FEF-8D54-E7EEB4EAF05E}" destId="{80D0D418-6F1F-4587-B744-0A3A6B68FA9A}" srcOrd="0" destOrd="0" parTransId="{2EBCADBA-A041-4E67-8449-C6273BF1B8E3}" sibTransId="{8A9B700C-8088-44FE-95FE-76978E46AFE7}"/>
    <dgm:cxn modelId="{27EF84BE-F8E5-4970-9DAB-3EFB77CD78D6}" type="presOf" srcId="{80D0D418-6F1F-4587-B744-0A3A6B68FA9A}" destId="{58C16A49-F2B1-416F-AFDD-06BE9EFA0ECE}" srcOrd="0" destOrd="0" presId="urn:microsoft.com/office/officeart/2018/2/layout/IconLabelList"/>
    <dgm:cxn modelId="{202E50D6-7D76-4A03-B1A4-CA276C50AA34}" srcId="{17476858-8E04-4FEF-8D54-E7EEB4EAF05E}" destId="{968BE5F3-61FB-479A-A4AB-C577E2D64250}" srcOrd="1" destOrd="0" parTransId="{744BB352-F7DA-477C-9CD6-A810446DC770}" sibTransId="{FF806BE1-F023-4F3B-AAE0-6473538F5167}"/>
    <dgm:cxn modelId="{D99B66E7-C34A-4E9B-8EBB-25BBD477FB99}" type="presOf" srcId="{960665C4-CBBA-46D8-A842-60C43A20CC86}" destId="{6B5E9D35-05B1-44AD-95B8-FAA935736974}" srcOrd="0" destOrd="0" presId="urn:microsoft.com/office/officeart/2018/2/layout/IconLabelList"/>
    <dgm:cxn modelId="{08A7CBEC-27BF-42C6-BFBB-6F0E72A739E9}" srcId="{17476858-8E04-4FEF-8D54-E7EEB4EAF05E}" destId="{960665C4-CBBA-46D8-A842-60C43A20CC86}" srcOrd="2" destOrd="0" parTransId="{2485112C-67CB-45F9-A947-475E53CFE3B0}" sibTransId="{5D8C78BC-CEEE-49FE-B692-FBF74CA16835}"/>
    <dgm:cxn modelId="{9BB8AAD1-9B8D-4AC7-92E9-2DE2520C57A0}" type="presParOf" srcId="{2560E622-2118-46A8-8A47-538420E54424}" destId="{5FA6F18E-DA8F-4FEB-9CB1-37BBDAE78681}" srcOrd="0" destOrd="0" presId="urn:microsoft.com/office/officeart/2018/2/layout/IconLabelList"/>
    <dgm:cxn modelId="{FA520644-788F-4C0F-8C23-23C0064F85B5}" type="presParOf" srcId="{5FA6F18E-DA8F-4FEB-9CB1-37BBDAE78681}" destId="{39D8D4D9-AC85-42AE-94B5-8CD5B3FFE590}" srcOrd="0" destOrd="0" presId="urn:microsoft.com/office/officeart/2018/2/layout/IconLabelList"/>
    <dgm:cxn modelId="{267184A7-7A28-42B5-91E9-7827CAB60DDD}" type="presParOf" srcId="{5FA6F18E-DA8F-4FEB-9CB1-37BBDAE78681}" destId="{49116626-E430-4F38-A448-0F49521D54F8}" srcOrd="1" destOrd="0" presId="urn:microsoft.com/office/officeart/2018/2/layout/IconLabelList"/>
    <dgm:cxn modelId="{760715FE-C5B3-4C99-A7DA-9C723372D024}" type="presParOf" srcId="{5FA6F18E-DA8F-4FEB-9CB1-37BBDAE78681}" destId="{58C16A49-F2B1-416F-AFDD-06BE9EFA0ECE}" srcOrd="2" destOrd="0" presId="urn:microsoft.com/office/officeart/2018/2/layout/IconLabelList"/>
    <dgm:cxn modelId="{C5A8BB35-43C4-4CA0-9CA3-97F77782EC97}" type="presParOf" srcId="{2560E622-2118-46A8-8A47-538420E54424}" destId="{7E881348-3E80-4BD3-B5F7-77CC14302107}" srcOrd="1" destOrd="0" presId="urn:microsoft.com/office/officeart/2018/2/layout/IconLabelList"/>
    <dgm:cxn modelId="{EE3274E0-520F-4837-92B0-EDB50D3D6A96}" type="presParOf" srcId="{2560E622-2118-46A8-8A47-538420E54424}" destId="{2EA51F36-2455-46AC-913A-025BA30BCAFE}" srcOrd="2" destOrd="0" presId="urn:microsoft.com/office/officeart/2018/2/layout/IconLabelList"/>
    <dgm:cxn modelId="{2673DC66-C483-4378-B1D8-6F6E77A32E1B}" type="presParOf" srcId="{2EA51F36-2455-46AC-913A-025BA30BCAFE}" destId="{C32CE1D3-C8FA-4DEA-86AB-89DFEB68D815}" srcOrd="0" destOrd="0" presId="urn:microsoft.com/office/officeart/2018/2/layout/IconLabelList"/>
    <dgm:cxn modelId="{6DCD5B54-66CB-4C30-86F6-64FF517D2439}" type="presParOf" srcId="{2EA51F36-2455-46AC-913A-025BA30BCAFE}" destId="{DA436F48-6EF6-4E07-A8BB-83922F6B261F}" srcOrd="1" destOrd="0" presId="urn:microsoft.com/office/officeart/2018/2/layout/IconLabelList"/>
    <dgm:cxn modelId="{C815E627-EC0A-4E93-9FF1-5BA5A7AC4F29}" type="presParOf" srcId="{2EA51F36-2455-46AC-913A-025BA30BCAFE}" destId="{413DF404-9254-4309-A2DE-73217C59392F}" srcOrd="2" destOrd="0" presId="urn:microsoft.com/office/officeart/2018/2/layout/IconLabelList"/>
    <dgm:cxn modelId="{DAD8E7B4-726A-417D-B4B1-CFBA413FBEF2}" type="presParOf" srcId="{2560E622-2118-46A8-8A47-538420E54424}" destId="{0EAC3637-E861-40FC-A455-67D7A76EB06E}" srcOrd="3" destOrd="0" presId="urn:microsoft.com/office/officeart/2018/2/layout/IconLabelList"/>
    <dgm:cxn modelId="{714276DD-C90B-4C4C-A8FA-BB3983375AA2}" type="presParOf" srcId="{2560E622-2118-46A8-8A47-538420E54424}" destId="{6A379058-B57F-4664-8DD1-2AB9368F4E62}" srcOrd="4" destOrd="0" presId="urn:microsoft.com/office/officeart/2018/2/layout/IconLabelList"/>
    <dgm:cxn modelId="{224B8BFC-F095-40C1-B63C-968EA7B0C4DB}" type="presParOf" srcId="{6A379058-B57F-4664-8DD1-2AB9368F4E62}" destId="{D3CA689E-476A-453D-BDC2-91D406A3FD4E}" srcOrd="0" destOrd="0" presId="urn:microsoft.com/office/officeart/2018/2/layout/IconLabelList"/>
    <dgm:cxn modelId="{AD9CE4B6-F0CC-4C09-BE2F-D77B4373E2C7}" type="presParOf" srcId="{6A379058-B57F-4664-8DD1-2AB9368F4E62}" destId="{A5C08D49-4047-4013-8810-6FA568AF2A20}" srcOrd="1" destOrd="0" presId="urn:microsoft.com/office/officeart/2018/2/layout/IconLabelList"/>
    <dgm:cxn modelId="{23D7781E-9DA8-47B9-B68A-4163924CD6FA}" type="presParOf" srcId="{6A379058-B57F-4664-8DD1-2AB9368F4E62}" destId="{6B5E9D35-05B1-44AD-95B8-FAA9357369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FC4DF-A375-40CD-8E59-4CE21DA5E882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BBA93-65AD-4205-ABEB-33B8E4C1E557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7A813-65AB-4081-A061-BAD79AF6D5D9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Selección del sistema de registro adecuado</a:t>
          </a:r>
        </a:p>
      </dsp:txBody>
      <dsp:txXfrm>
        <a:off x="80381" y="2738169"/>
        <a:ext cx="2306250" cy="720000"/>
      </dsp:txXfrm>
    </dsp:sp>
    <dsp:sp modelId="{AC0E8C2B-FD08-4E00-B812-E2EBC39C6A4C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59929-4259-49BC-BB98-19D458C735F6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2E135-3AA8-4031-A1BA-0EC74FF70188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Según los requerimientos de la organización</a:t>
          </a:r>
        </a:p>
      </dsp:txBody>
      <dsp:txXfrm>
        <a:off x="2790224" y="2738169"/>
        <a:ext cx="2306250" cy="720000"/>
      </dsp:txXfrm>
    </dsp:sp>
    <dsp:sp modelId="{DB7E54BC-CAAC-4B32-B0CD-F8BA2314C14B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9E35F-1484-4046-9269-7DCE97ED8138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B8FAA-8FD7-4BE5-8186-59D9B021D6A9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Aspecto clave para seguridad y cumplimiento legal</a:t>
          </a:r>
        </a:p>
      </dsp:txBody>
      <dsp:txXfrm>
        <a:off x="5500068" y="2738169"/>
        <a:ext cx="23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E36C1-4411-4E33-A199-2E606E5335E6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4E2397-F380-400E-8F8B-F2CF1017934E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 sistemas generan registros de eventos</a:t>
          </a:r>
        </a:p>
      </dsp:txBody>
      <dsp:txXfrm>
        <a:off x="291148" y="2456435"/>
        <a:ext cx="2180418" cy="720000"/>
      </dsp:txXfrm>
    </dsp:sp>
    <dsp:sp modelId="{65EFC081-1AB1-42AC-ADEA-388B47EFCA87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89CCD-0D90-4F7B-B58C-A2606CB07FEC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 registros permiten analizar el funcionamiento</a:t>
          </a:r>
        </a:p>
      </dsp:txBody>
      <dsp:txXfrm>
        <a:off x="2853140" y="2456435"/>
        <a:ext cx="2180418" cy="720000"/>
      </dsp:txXfrm>
    </dsp:sp>
    <dsp:sp modelId="{243D7754-FCB2-41CB-A3B3-D8458D57B80F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41791-2ECC-4CC3-A780-3BEEA528B41E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Son esenciales para auditoría y seguridad</a:t>
          </a:r>
        </a:p>
      </dsp:txBody>
      <dsp:txXfrm>
        <a:off x="5415132" y="2456435"/>
        <a:ext cx="218041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B28F6-A228-49F9-AE4C-B6393826872F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A18CD-1E6C-4D77-8027-49E72F4C84FE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3F8F8-AFEF-463E-886E-2CCD4787D6EC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Definir qué eventos registrar</a:t>
          </a:r>
        </a:p>
      </dsp:txBody>
      <dsp:txXfrm>
        <a:off x="80381" y="2738169"/>
        <a:ext cx="2306250" cy="720000"/>
      </dsp:txXfrm>
    </dsp:sp>
    <dsp:sp modelId="{3EC38429-3C0B-4FDB-8BD5-6F8E5A8F4152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EA036-9224-429F-9DFB-6C7E224C78FF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F4FF3-4FB2-480D-BBC0-8AACB463A2CE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Determinar periodos de retención</a:t>
          </a:r>
        </a:p>
      </dsp:txBody>
      <dsp:txXfrm>
        <a:off x="2790224" y="2738169"/>
        <a:ext cx="2306250" cy="720000"/>
      </dsp:txXfrm>
    </dsp:sp>
    <dsp:sp modelId="{421D7B87-2102-4453-B876-BBECF992E2E5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D9EF54-5A16-45C9-8CD9-72152EB8E0F8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419DB-755D-488F-BEF8-36EC11E655FA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Considerar necesidades de almacenamiento</a:t>
          </a:r>
        </a:p>
      </dsp:txBody>
      <dsp:txXfrm>
        <a:off x="5500068" y="2738169"/>
        <a:ext cx="23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DFFAD-A630-4373-BFD2-6F868C94D460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71FF8-D247-4D2B-AADE-D7F8D6534F20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88F82-12AF-4339-A0FD-DA3B1D35C077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Registros del sistema</a:t>
          </a:r>
        </a:p>
      </dsp:txBody>
      <dsp:txXfrm>
        <a:off x="2092" y="2524067"/>
        <a:ext cx="1741992" cy="696796"/>
      </dsp:txXfrm>
    </dsp:sp>
    <dsp:sp modelId="{D3E06976-093F-48A7-B355-F5B8611A02B0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2F7B1-8558-42DE-9E5F-FD81DBD4A39F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1E1EA-D654-43C2-949A-23461B338C93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Registros de aplicaciones</a:t>
          </a:r>
        </a:p>
      </dsp:txBody>
      <dsp:txXfrm>
        <a:off x="2048933" y="2524067"/>
        <a:ext cx="1741992" cy="696796"/>
      </dsp:txXfrm>
    </dsp:sp>
    <dsp:sp modelId="{9FFA1756-69E2-4DB7-94DC-63AF4272EE15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BCB1C-21F6-406F-A5B8-71DE3AB4865B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D07B5-FAD6-4337-B08C-AA9EC7B28BA7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Registros de seguridad</a:t>
          </a:r>
        </a:p>
      </dsp:txBody>
      <dsp:txXfrm>
        <a:off x="4095774" y="2524067"/>
        <a:ext cx="1741992" cy="696796"/>
      </dsp:txXfrm>
    </dsp:sp>
    <dsp:sp modelId="{BD754F2F-59DD-4AEB-B110-26D051BA08AB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5D10A-8635-4046-BB49-4F7C20A72A75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9F212-FC0E-4CAB-973E-7408CEDC0CF4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Registros de red</a:t>
          </a:r>
        </a:p>
      </dsp:txBody>
      <dsp:txXfrm>
        <a:off x="6142615" y="2524067"/>
        <a:ext cx="1741992" cy="696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2DBD5-9676-457F-B229-1B43018D023A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9A3D5-A03E-4020-A073-0A0A881945F2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Cumplimiento de normativas vigentes</a:t>
          </a:r>
        </a:p>
      </dsp:txBody>
      <dsp:txXfrm>
        <a:off x="298991" y="1277365"/>
        <a:ext cx="2219346" cy="1377989"/>
      </dsp:txXfrm>
    </dsp:sp>
    <dsp:sp modelId="{A2381C1B-C3D0-480A-8178-BBE3B1756B4D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3F419-B519-4B5B-B380-2608DA9F1147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Protección de datos personales</a:t>
          </a:r>
        </a:p>
      </dsp:txBody>
      <dsp:txXfrm>
        <a:off x="3116322" y="1277365"/>
        <a:ext cx="2219346" cy="1377989"/>
      </dsp:txXfrm>
    </dsp:sp>
    <dsp:sp modelId="{764FF11C-3CD6-4767-8934-A23F24CF519B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6982D-015A-44E8-B2BF-AFA5915F28C1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Conservación de evidencias</a:t>
          </a:r>
        </a:p>
      </dsp:txBody>
      <dsp:txXfrm>
        <a:off x="5933653" y="1277365"/>
        <a:ext cx="2219346" cy="13779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1F36F4-F72B-49B3-B03B-A72CF5F6EFAD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425B3-B250-4982-A250-37AD4BDA79A9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LOPDGDD y RGPD</a:t>
          </a:r>
        </a:p>
      </dsp:txBody>
      <dsp:txXfrm>
        <a:off x="298991" y="1277365"/>
        <a:ext cx="2219346" cy="1377989"/>
      </dsp:txXfrm>
    </dsp:sp>
    <dsp:sp modelId="{F369637B-0170-4310-8741-49B1CE496EE0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C5E07-A447-4CB6-8696-B73192BE4CDA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Normativa sectorial</a:t>
          </a:r>
        </a:p>
      </dsp:txBody>
      <dsp:txXfrm>
        <a:off x="3116322" y="1277365"/>
        <a:ext cx="2219346" cy="1377989"/>
      </dsp:txXfrm>
    </dsp:sp>
    <dsp:sp modelId="{145A5BA8-EE3C-4A2D-97B5-25D202BE3E2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670F2-3FB8-451A-B83D-5B8F1A268C90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Políticas internas de la organización</a:t>
          </a:r>
        </a:p>
      </dsp:txBody>
      <dsp:txXfrm>
        <a:off x="5933653" y="1277365"/>
        <a:ext cx="2219346" cy="13779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94C27-F539-4AD8-8898-B37AF9629A35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C97D4-FA8A-41B2-B29C-E8381A8B2A2A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Protección de la confidencialidad</a:t>
          </a:r>
        </a:p>
      </dsp:txBody>
      <dsp:txXfrm>
        <a:off x="298991" y="1277365"/>
        <a:ext cx="2219346" cy="1377989"/>
      </dsp:txXfrm>
    </dsp:sp>
    <dsp:sp modelId="{F9588837-4D4A-4BA6-B4E0-2326D7D95C6D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928D3-6325-4CFB-8A26-4DDEC9798E56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Garantía de integridad</a:t>
          </a:r>
        </a:p>
      </dsp:txBody>
      <dsp:txXfrm>
        <a:off x="3116322" y="1277365"/>
        <a:ext cx="2219346" cy="1377989"/>
      </dsp:txXfrm>
    </dsp:sp>
    <dsp:sp modelId="{D1D94379-516A-4832-8E8F-7BE4049D8BE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99C77-5512-4F19-8AA6-B11A69DBF90B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Asegurar la disponibilidad de los registros</a:t>
          </a:r>
        </a:p>
      </dsp:txBody>
      <dsp:txXfrm>
        <a:off x="5933653" y="1277365"/>
        <a:ext cx="2219346" cy="13779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616DB-7CEC-4264-9B3C-DCDC71510DAF}">
      <dsp:nvSpPr>
        <dsp:cNvPr id="0" name=""/>
        <dsp:cNvSpPr/>
      </dsp:nvSpPr>
      <dsp:spPr>
        <a:xfrm>
          <a:off x="0" y="14552"/>
          <a:ext cx="8195871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Cifrado de registros</a:t>
          </a:r>
        </a:p>
      </dsp:txBody>
      <dsp:txXfrm>
        <a:off x="40980" y="55532"/>
        <a:ext cx="8113911" cy="757514"/>
      </dsp:txXfrm>
    </dsp:sp>
    <dsp:sp modelId="{62B6E344-95CB-4012-B29E-45F0721D59C5}">
      <dsp:nvSpPr>
        <dsp:cNvPr id="0" name=""/>
        <dsp:cNvSpPr/>
      </dsp:nvSpPr>
      <dsp:spPr>
        <a:xfrm>
          <a:off x="0" y="954827"/>
          <a:ext cx="8195871" cy="83947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Control de accesos</a:t>
          </a:r>
        </a:p>
      </dsp:txBody>
      <dsp:txXfrm>
        <a:off x="40980" y="995807"/>
        <a:ext cx="8113911" cy="757514"/>
      </dsp:txXfrm>
    </dsp:sp>
    <dsp:sp modelId="{6E039B21-E97E-45E6-9FFD-A4A72484AE20}">
      <dsp:nvSpPr>
        <dsp:cNvPr id="0" name=""/>
        <dsp:cNvSpPr/>
      </dsp:nvSpPr>
      <dsp:spPr>
        <a:xfrm>
          <a:off x="0" y="1895102"/>
          <a:ext cx="8195871" cy="83947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Copias de seguridad</a:t>
          </a:r>
        </a:p>
      </dsp:txBody>
      <dsp:txXfrm>
        <a:off x="40980" y="1936082"/>
        <a:ext cx="8113911" cy="757514"/>
      </dsp:txXfrm>
    </dsp:sp>
    <dsp:sp modelId="{30E955D0-EEE2-45AB-9922-EEE27BF39584}">
      <dsp:nvSpPr>
        <dsp:cNvPr id="0" name=""/>
        <dsp:cNvSpPr/>
      </dsp:nvSpPr>
      <dsp:spPr>
        <a:xfrm>
          <a:off x="0" y="2835377"/>
          <a:ext cx="8195871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Sistemas redundantes</a:t>
          </a:r>
        </a:p>
      </dsp:txBody>
      <dsp:txXfrm>
        <a:off x="40980" y="2876357"/>
        <a:ext cx="8113911" cy="7575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8EF39-33C1-4A7C-932B-C30986ACC4B5}">
      <dsp:nvSpPr>
        <dsp:cNvPr id="0" name=""/>
        <dsp:cNvSpPr/>
      </dsp:nvSpPr>
      <dsp:spPr>
        <a:xfrm>
          <a:off x="0" y="134972"/>
          <a:ext cx="8195871" cy="10553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Asignación de roles</a:t>
          </a:r>
        </a:p>
      </dsp:txBody>
      <dsp:txXfrm>
        <a:off x="51517" y="186489"/>
        <a:ext cx="8092837" cy="952306"/>
      </dsp:txXfrm>
    </dsp:sp>
    <dsp:sp modelId="{D266A487-E3A3-4DFB-A609-E6EF29E70775}">
      <dsp:nvSpPr>
        <dsp:cNvPr id="0" name=""/>
        <dsp:cNvSpPr/>
      </dsp:nvSpPr>
      <dsp:spPr>
        <a:xfrm>
          <a:off x="0" y="1317032"/>
          <a:ext cx="8195871" cy="10553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Gestión y supervisión de registros</a:t>
          </a:r>
        </a:p>
      </dsp:txBody>
      <dsp:txXfrm>
        <a:off x="51517" y="1368549"/>
        <a:ext cx="8092837" cy="952306"/>
      </dsp:txXfrm>
    </dsp:sp>
    <dsp:sp modelId="{ED00CCC2-2E58-4DB1-9FC5-396D833BF59D}">
      <dsp:nvSpPr>
        <dsp:cNvPr id="0" name=""/>
        <dsp:cNvSpPr/>
      </dsp:nvSpPr>
      <dsp:spPr>
        <a:xfrm>
          <a:off x="0" y="2499092"/>
          <a:ext cx="8195871" cy="10553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Control de accesos a los logs</a:t>
          </a:r>
        </a:p>
      </dsp:txBody>
      <dsp:txXfrm>
        <a:off x="51517" y="2550609"/>
        <a:ext cx="8092837" cy="9523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7C9051-246E-4450-812E-D220FB3D98ED}">
      <dsp:nvSpPr>
        <dsp:cNvPr id="0" name=""/>
        <dsp:cNvSpPr/>
      </dsp:nvSpPr>
      <dsp:spPr>
        <a:xfrm>
          <a:off x="0" y="26084"/>
          <a:ext cx="4690291" cy="1591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Almacenamiento local</a:t>
          </a:r>
        </a:p>
      </dsp:txBody>
      <dsp:txXfrm>
        <a:off x="77676" y="103760"/>
        <a:ext cx="4534939" cy="1435848"/>
      </dsp:txXfrm>
    </dsp:sp>
    <dsp:sp modelId="{44EC767F-5FBB-42A5-919E-4A68D62AD180}">
      <dsp:nvSpPr>
        <dsp:cNvPr id="0" name=""/>
        <dsp:cNvSpPr/>
      </dsp:nvSpPr>
      <dsp:spPr>
        <a:xfrm>
          <a:off x="0" y="1732485"/>
          <a:ext cx="4690291" cy="15912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Almacenamiento centralizado</a:t>
          </a:r>
        </a:p>
      </dsp:txBody>
      <dsp:txXfrm>
        <a:off x="77676" y="1810161"/>
        <a:ext cx="4534939" cy="1435848"/>
      </dsp:txXfrm>
    </dsp:sp>
    <dsp:sp modelId="{C550D89B-8B3D-4039-968E-54226D14384F}">
      <dsp:nvSpPr>
        <dsp:cNvPr id="0" name=""/>
        <dsp:cNvSpPr/>
      </dsp:nvSpPr>
      <dsp:spPr>
        <a:xfrm>
          <a:off x="0" y="3438885"/>
          <a:ext cx="4690291" cy="15912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Almacenamiento en la nube</a:t>
          </a:r>
        </a:p>
      </dsp:txBody>
      <dsp:txXfrm>
        <a:off x="77676" y="3516561"/>
        <a:ext cx="4534939" cy="14358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BFC57-F001-4E25-9014-B2958385B844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4A17A-BEAE-4E42-9B8D-E9A022E4EB25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66672-74DC-4DFC-91B4-EE1882B766B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Rendimiento</a:t>
          </a:r>
        </a:p>
      </dsp:txBody>
      <dsp:txXfrm>
        <a:off x="518589" y="1265836"/>
        <a:ext cx="1582031" cy="632812"/>
      </dsp:txXfrm>
    </dsp:sp>
    <dsp:sp modelId="{9AD7B31E-3C45-481C-AAE7-E91CD6F0BEDC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A52CB0-0BC5-47B4-8A9E-88ABD90774B2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8170F-C188-4CE8-8E18-369E55956B07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Escalabilidad</a:t>
          </a:r>
        </a:p>
      </dsp:txBody>
      <dsp:txXfrm>
        <a:off x="2377476" y="1265836"/>
        <a:ext cx="1582031" cy="632812"/>
      </dsp:txXfrm>
    </dsp:sp>
    <dsp:sp modelId="{9F7F3817-DEDC-4340-AAFD-017C5133B1B6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8E32B-90E4-43BF-88E1-39F03AAFD857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7E7C3-6702-4852-A650-D3607DEDB628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Confidencialidad</a:t>
          </a:r>
        </a:p>
      </dsp:txBody>
      <dsp:txXfrm>
        <a:off x="4236363" y="1265836"/>
        <a:ext cx="1582031" cy="632812"/>
      </dsp:txXfrm>
    </dsp:sp>
    <dsp:sp modelId="{677D9698-31A0-40B8-A356-D7D1EB2CA242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F1761-E285-4E4E-8E41-EC6722FCCA7C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31380-EB89-40CA-89B4-39D622AF8983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Integridad</a:t>
          </a:r>
        </a:p>
      </dsp:txBody>
      <dsp:txXfrm>
        <a:off x="6095249" y="1265836"/>
        <a:ext cx="1582031" cy="632812"/>
      </dsp:txXfrm>
    </dsp:sp>
    <dsp:sp modelId="{F13CD26A-13E6-4097-A4B0-D9192560674C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B98CF-5BFE-4273-A793-ED4C286DA24A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61BF4-0C41-4B9E-81BF-0C669A674143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Disponibilidad</a:t>
          </a:r>
        </a:p>
      </dsp:txBody>
      <dsp:txXfrm>
        <a:off x="3306919" y="3559781"/>
        <a:ext cx="1582031" cy="6328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2EDEE-0320-4282-98FB-D41B4E4911F0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F5CF9-A562-4A20-9C90-438654B8308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Evaluar necesidades de la organización</a:t>
          </a:r>
        </a:p>
      </dsp:txBody>
      <dsp:txXfrm>
        <a:off x="78583" y="2435142"/>
        <a:ext cx="2399612" cy="720000"/>
      </dsp:txXfrm>
    </dsp:sp>
    <dsp:sp modelId="{8C49ECEB-D92F-4117-BB8B-728B90AB81BF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FAE51-A041-4CDA-9896-ABF1DE1FAA4D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Analizar costes y recursos</a:t>
          </a:r>
        </a:p>
      </dsp:txBody>
      <dsp:txXfrm>
        <a:off x="2898129" y="2435142"/>
        <a:ext cx="2399612" cy="720000"/>
      </dsp:txXfrm>
    </dsp:sp>
    <dsp:sp modelId="{94F1FEF7-A87C-4D6E-8307-A677454A2C44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354B6-E95F-452C-884E-DDBA3041AC5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Garantizar cumplimiento legal</a:t>
          </a:r>
        </a:p>
      </dsp:txBody>
      <dsp:txXfrm>
        <a:off x="5717674" y="2435142"/>
        <a:ext cx="2399612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EA9D95-3D00-4D4D-8076-F8A86D27B159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D74C95-A693-4912-8236-3A7DFEBCDAFF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54810-168C-467C-9C70-0EE09F904B38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Acceso restringido</a:t>
          </a:r>
        </a:p>
      </dsp:txBody>
      <dsp:txXfrm>
        <a:off x="46529" y="2703902"/>
        <a:ext cx="2418750" cy="720000"/>
      </dsp:txXfrm>
    </dsp:sp>
    <dsp:sp modelId="{CE6646C7-4E64-460F-ADFB-19B5A52ADACE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437DB-0359-433F-BD99-00D710F96B7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BEDA7-3346-4AB5-8915-283800AD7EA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Trazabilidad</a:t>
          </a:r>
        </a:p>
      </dsp:txBody>
      <dsp:txXfrm>
        <a:off x="2888560" y="2703902"/>
        <a:ext cx="2418750" cy="720000"/>
      </dsp:txXfrm>
    </dsp:sp>
    <dsp:sp modelId="{AEEB7263-8C40-4CCE-9F18-B765C2EC43ED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BA18A-6231-4F64-9853-C6E7F54AB7EE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697EC-7198-4A84-8DCE-986F9347E17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Protección frente a manipulaciones</a:t>
          </a:r>
        </a:p>
      </dsp:txBody>
      <dsp:txXfrm>
        <a:off x="5730591" y="2703902"/>
        <a:ext cx="241875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D8D4D9-AC85-42AE-94B5-8CD5B3FFE590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16A49-F2B1-416F-AFDD-06BE9EFA0ECE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 registros son esenciales para la seguridad</a:t>
          </a:r>
        </a:p>
      </dsp:txBody>
      <dsp:txXfrm>
        <a:off x="78583" y="2435142"/>
        <a:ext cx="2399612" cy="720000"/>
      </dsp:txXfrm>
    </dsp:sp>
    <dsp:sp modelId="{C32CE1D3-C8FA-4DEA-86AB-89DFEB68D815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DF404-9254-4309-A2DE-73217C59392F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Una buena selección reduce riesgos</a:t>
          </a:r>
        </a:p>
      </dsp:txBody>
      <dsp:txXfrm>
        <a:off x="2898129" y="2435142"/>
        <a:ext cx="2399612" cy="720000"/>
      </dsp:txXfrm>
    </dsp:sp>
    <dsp:sp modelId="{D3CA689E-476A-453D-BDC2-91D406A3FD4E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E9D35-05B1-44AD-95B8-FAA93573697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Clave para auditorías y cumplimiento normativo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100">
                <a:solidFill>
                  <a:srgbClr val="FFFFFF"/>
                </a:solidFill>
              </a:rPr>
              <a:t>Capítulo 6 – Selección del sistema de registro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C1B349-4397-3E59-37DF-7521E04F5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03364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1. Introducción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B96410-83D2-209F-3F17-DBB0F2A9A7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26424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2. Nivel de registros y retención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A37807-6C69-2173-3A76-0F5B8372A2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56069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Tipos de registros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B58700-C46A-EFBA-A0B2-804EBAA1D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46478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3. Requerimientos legales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62A4E4-950E-771D-DE2B-18B6BD7C3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23910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Aspectos legales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F1AD0B-9F1A-8FDE-3675-3C98E54E34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50268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4. Medidas de salvaguarda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B6BB19-D271-D211-FC1A-C9EB6D12E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86984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Medidas técnicas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72AE5F-0DE8-C891-C165-DDA415C51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039605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5. Responsabilidades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BFEB60-F5C0-E2F5-D635-C00346C207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34873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s-ES" sz="3300"/>
              <a:t>6. Almacenamiento de registros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F9321D-9A90-4984-5710-FF9DCF9D5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096537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Características del almacenamiento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D166B3-A0E0-D035-273D-55C8083C7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6506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7. Selección del sistema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59713A-4D57-36B6-9973-1E4315CE1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24745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Custodia de registros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6B69E4-015D-B6FB-7814-C4EFF854E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11650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8. Conclusión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25CED6-51F8-F373-1068-A18C7CB9AC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18371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</Words>
  <Application>Microsoft Office PowerPoint</Application>
  <PresentationFormat>Presentación en pantalla (4:3)</PresentationFormat>
  <Paragraphs>60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Capítulo 6 – Selección del sistema de registro</vt:lpstr>
      <vt:lpstr>1. Introducción</vt:lpstr>
      <vt:lpstr>2. Nivel de registros y retención</vt:lpstr>
      <vt:lpstr>Tipos de registros</vt:lpstr>
      <vt:lpstr>3. Requerimientos legales</vt:lpstr>
      <vt:lpstr>Aspectos legales</vt:lpstr>
      <vt:lpstr>4. Medidas de salvaguarda</vt:lpstr>
      <vt:lpstr>Medidas técnicas</vt:lpstr>
      <vt:lpstr>5. Responsabilidades</vt:lpstr>
      <vt:lpstr>6. Almacenamiento de registros</vt:lpstr>
      <vt:lpstr>Características del almacenamiento</vt:lpstr>
      <vt:lpstr>7. Selección del sistema</vt:lpstr>
      <vt:lpstr>Custodia de registros</vt:lpstr>
      <vt:lpstr>8. 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2026-01-07T12:03:30Z</dcterms:modified>
  <cp:category/>
</cp:coreProperties>
</file>