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1122" y="3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berto Ruiz" userId="47fa91d207cfb014" providerId="LiveId" clId="{85FEFC20-368C-4804-AF35-776ECB9C6605}"/>
    <pc:docChg chg="custSel modSld">
      <pc:chgData name="Alberto Ruiz" userId="47fa91d207cfb014" providerId="LiveId" clId="{85FEFC20-368C-4804-AF35-776ECB9C6605}" dt="2026-01-07T11:55:21.354" v="14" actId="26606"/>
      <pc:docMkLst>
        <pc:docMk/>
      </pc:docMkLst>
      <pc:sldChg chg="addSp modSp mod setBg">
        <pc:chgData name="Alberto Ruiz" userId="47fa91d207cfb014" providerId="LiveId" clId="{85FEFC20-368C-4804-AF35-776ECB9C6605}" dt="2026-01-07T11:54:34.062" v="0" actId="26606"/>
        <pc:sldMkLst>
          <pc:docMk/>
          <pc:sldMk cId="0" sldId="256"/>
        </pc:sldMkLst>
        <pc:spChg chg="mod">
          <ac:chgData name="Alberto Ruiz" userId="47fa91d207cfb014" providerId="LiveId" clId="{85FEFC20-368C-4804-AF35-776ECB9C6605}" dt="2026-01-07T11:54:34.062" v="0" actId="26606"/>
          <ac:spMkLst>
            <pc:docMk/>
            <pc:sldMk cId="0" sldId="256"/>
            <ac:spMk id="2" creationId="{00000000-0000-0000-0000-000000000000}"/>
          </ac:spMkLst>
        </pc:spChg>
        <pc:spChg chg="mod">
          <ac:chgData name="Alberto Ruiz" userId="47fa91d207cfb014" providerId="LiveId" clId="{85FEFC20-368C-4804-AF35-776ECB9C6605}" dt="2026-01-07T11:54:34.062" v="0" actId="26606"/>
          <ac:spMkLst>
            <pc:docMk/>
            <pc:sldMk cId="0" sldId="256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6-01-07T11:54:34.062" v="0" actId="26606"/>
          <ac:spMkLst>
            <pc:docMk/>
            <pc:sldMk cId="0" sldId="256"/>
            <ac:spMk id="9" creationId="{C0763A76-9F1C-4FC5-82B7-DD475DA461B2}"/>
          </ac:spMkLst>
        </pc:spChg>
        <pc:spChg chg="add">
          <ac:chgData name="Alberto Ruiz" userId="47fa91d207cfb014" providerId="LiveId" clId="{85FEFC20-368C-4804-AF35-776ECB9C6605}" dt="2026-01-07T11:54:34.062" v="0" actId="26606"/>
          <ac:spMkLst>
            <pc:docMk/>
            <pc:sldMk cId="0" sldId="256"/>
            <ac:spMk id="11" creationId="{E81BF4F6-F2CF-4984-9D14-D6966D92F99F}"/>
          </ac:spMkLst>
        </pc:spChg>
        <pc:picChg chg="add">
          <ac:chgData name="Alberto Ruiz" userId="47fa91d207cfb014" providerId="LiveId" clId="{85FEFC20-368C-4804-AF35-776ECB9C6605}" dt="2026-01-07T11:54:34.062" v="0" actId="26606"/>
          <ac:picMkLst>
            <pc:docMk/>
            <pc:sldMk cId="0" sldId="256"/>
            <ac:picMk id="5" creationId="{3301B007-9A16-FF53-84C4-77F4D051AFF5}"/>
          </ac:picMkLst>
        </pc:picChg>
      </pc:sldChg>
      <pc:sldChg chg="addSp delSp modSp mod setBg">
        <pc:chgData name="Alberto Ruiz" userId="47fa91d207cfb014" providerId="LiveId" clId="{85FEFC20-368C-4804-AF35-776ECB9C6605}" dt="2026-01-07T11:54:37.333" v="1" actId="26606"/>
        <pc:sldMkLst>
          <pc:docMk/>
          <pc:sldMk cId="0" sldId="257"/>
        </pc:sldMkLst>
        <pc:spChg chg="mod">
          <ac:chgData name="Alberto Ruiz" userId="47fa91d207cfb014" providerId="LiveId" clId="{85FEFC20-368C-4804-AF35-776ECB9C6605}" dt="2026-01-07T11:54:37.333" v="1" actId="26606"/>
          <ac:spMkLst>
            <pc:docMk/>
            <pc:sldMk cId="0" sldId="257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6-01-07T11:54:37.333" v="1" actId="26606"/>
          <ac:spMkLst>
            <pc:docMk/>
            <pc:sldMk cId="0" sldId="257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6-01-07T11:54:37.333" v="1" actId="26606"/>
          <ac:spMkLst>
            <pc:docMk/>
            <pc:sldMk cId="0" sldId="257"/>
            <ac:spMk id="9" creationId="{BACC6370-2D7E-4714-9D71-7542949D7D5D}"/>
          </ac:spMkLst>
        </pc:spChg>
        <pc:spChg chg="add">
          <ac:chgData name="Alberto Ruiz" userId="47fa91d207cfb014" providerId="LiveId" clId="{85FEFC20-368C-4804-AF35-776ECB9C6605}" dt="2026-01-07T11:54:37.333" v="1" actId="26606"/>
          <ac:spMkLst>
            <pc:docMk/>
            <pc:sldMk cId="0" sldId="257"/>
            <ac:spMk id="11" creationId="{F68B3F68-107C-434F-AA38-110D5EA91B85}"/>
          </ac:spMkLst>
        </pc:spChg>
        <pc:spChg chg="add">
          <ac:chgData name="Alberto Ruiz" userId="47fa91d207cfb014" providerId="LiveId" clId="{85FEFC20-368C-4804-AF35-776ECB9C6605}" dt="2026-01-07T11:54:37.333" v="1" actId="26606"/>
          <ac:spMkLst>
            <pc:docMk/>
            <pc:sldMk cId="0" sldId="257"/>
            <ac:spMk id="13" creationId="{AAD0DBB9-1A4B-4391-81D4-CB19F9AB918A}"/>
          </ac:spMkLst>
        </pc:spChg>
        <pc:spChg chg="add">
          <ac:chgData name="Alberto Ruiz" userId="47fa91d207cfb014" providerId="LiveId" clId="{85FEFC20-368C-4804-AF35-776ECB9C6605}" dt="2026-01-07T11:54:37.333" v="1" actId="26606"/>
          <ac:spMkLst>
            <pc:docMk/>
            <pc:sldMk cId="0" sldId="257"/>
            <ac:spMk id="15" creationId="{063BBA22-50EA-4C4D-BE05-F1CE4E63AA56}"/>
          </ac:spMkLst>
        </pc:spChg>
        <pc:graphicFrameChg chg="add">
          <ac:chgData name="Alberto Ruiz" userId="47fa91d207cfb014" providerId="LiveId" clId="{85FEFC20-368C-4804-AF35-776ECB9C6605}" dt="2026-01-07T11:54:37.333" v="1" actId="26606"/>
          <ac:graphicFrameMkLst>
            <pc:docMk/>
            <pc:sldMk cId="0" sldId="257"/>
            <ac:graphicFrameMk id="5" creationId="{3D7007B3-ED1D-3F53-01AB-01982E36408F}"/>
          </ac:graphicFrameMkLst>
        </pc:graphicFrameChg>
      </pc:sldChg>
      <pc:sldChg chg="addSp delSp modSp mod setBg">
        <pc:chgData name="Alberto Ruiz" userId="47fa91d207cfb014" providerId="LiveId" clId="{85FEFC20-368C-4804-AF35-776ECB9C6605}" dt="2026-01-07T11:54:40.413" v="2" actId="26606"/>
        <pc:sldMkLst>
          <pc:docMk/>
          <pc:sldMk cId="0" sldId="258"/>
        </pc:sldMkLst>
        <pc:spChg chg="mod">
          <ac:chgData name="Alberto Ruiz" userId="47fa91d207cfb014" providerId="LiveId" clId="{85FEFC20-368C-4804-AF35-776ECB9C6605}" dt="2026-01-07T11:54:40.413" v="2" actId="26606"/>
          <ac:spMkLst>
            <pc:docMk/>
            <pc:sldMk cId="0" sldId="258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6-01-07T11:54:40.413" v="2" actId="26606"/>
          <ac:spMkLst>
            <pc:docMk/>
            <pc:sldMk cId="0" sldId="258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6-01-07T11:54:40.413" v="2" actId="26606"/>
          <ac:spMkLst>
            <pc:docMk/>
            <pc:sldMk cId="0" sldId="258"/>
            <ac:spMk id="9" creationId="{BACC6370-2D7E-4714-9D71-7542949D7D5D}"/>
          </ac:spMkLst>
        </pc:spChg>
        <pc:spChg chg="add">
          <ac:chgData name="Alberto Ruiz" userId="47fa91d207cfb014" providerId="LiveId" clId="{85FEFC20-368C-4804-AF35-776ECB9C6605}" dt="2026-01-07T11:54:40.413" v="2" actId="26606"/>
          <ac:spMkLst>
            <pc:docMk/>
            <pc:sldMk cId="0" sldId="258"/>
            <ac:spMk id="11" creationId="{F68B3F68-107C-434F-AA38-110D5EA91B85}"/>
          </ac:spMkLst>
        </pc:spChg>
        <pc:spChg chg="add">
          <ac:chgData name="Alberto Ruiz" userId="47fa91d207cfb014" providerId="LiveId" clId="{85FEFC20-368C-4804-AF35-776ECB9C6605}" dt="2026-01-07T11:54:40.413" v="2" actId="26606"/>
          <ac:spMkLst>
            <pc:docMk/>
            <pc:sldMk cId="0" sldId="258"/>
            <ac:spMk id="13" creationId="{AAD0DBB9-1A4B-4391-81D4-CB19F9AB918A}"/>
          </ac:spMkLst>
        </pc:spChg>
        <pc:spChg chg="add">
          <ac:chgData name="Alberto Ruiz" userId="47fa91d207cfb014" providerId="LiveId" clId="{85FEFC20-368C-4804-AF35-776ECB9C6605}" dt="2026-01-07T11:54:40.413" v="2" actId="26606"/>
          <ac:spMkLst>
            <pc:docMk/>
            <pc:sldMk cId="0" sldId="258"/>
            <ac:spMk id="15" creationId="{063BBA22-50EA-4C4D-BE05-F1CE4E63AA56}"/>
          </ac:spMkLst>
        </pc:spChg>
        <pc:graphicFrameChg chg="add">
          <ac:chgData name="Alberto Ruiz" userId="47fa91d207cfb014" providerId="LiveId" clId="{85FEFC20-368C-4804-AF35-776ECB9C6605}" dt="2026-01-07T11:54:40.413" v="2" actId="26606"/>
          <ac:graphicFrameMkLst>
            <pc:docMk/>
            <pc:sldMk cId="0" sldId="258"/>
            <ac:graphicFrameMk id="5" creationId="{61A50C84-8366-5E17-170C-A62B7BBF48A3}"/>
          </ac:graphicFrameMkLst>
        </pc:graphicFrameChg>
      </pc:sldChg>
      <pc:sldChg chg="addSp delSp modSp mod setBg">
        <pc:chgData name="Alberto Ruiz" userId="47fa91d207cfb014" providerId="LiveId" clId="{85FEFC20-368C-4804-AF35-776ECB9C6605}" dt="2026-01-07T11:54:44.085" v="3" actId="26606"/>
        <pc:sldMkLst>
          <pc:docMk/>
          <pc:sldMk cId="0" sldId="259"/>
        </pc:sldMkLst>
        <pc:spChg chg="mod">
          <ac:chgData name="Alberto Ruiz" userId="47fa91d207cfb014" providerId="LiveId" clId="{85FEFC20-368C-4804-AF35-776ECB9C6605}" dt="2026-01-07T11:54:44.085" v="3" actId="26606"/>
          <ac:spMkLst>
            <pc:docMk/>
            <pc:sldMk cId="0" sldId="259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6-01-07T11:54:44.085" v="3" actId="26606"/>
          <ac:spMkLst>
            <pc:docMk/>
            <pc:sldMk cId="0" sldId="259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6-01-07T11:54:44.085" v="3" actId="26606"/>
          <ac:spMkLst>
            <pc:docMk/>
            <pc:sldMk cId="0" sldId="259"/>
            <ac:spMk id="9" creationId="{BACC6370-2D7E-4714-9D71-7542949D7D5D}"/>
          </ac:spMkLst>
        </pc:spChg>
        <pc:spChg chg="add">
          <ac:chgData name="Alberto Ruiz" userId="47fa91d207cfb014" providerId="LiveId" clId="{85FEFC20-368C-4804-AF35-776ECB9C6605}" dt="2026-01-07T11:54:44.085" v="3" actId="26606"/>
          <ac:spMkLst>
            <pc:docMk/>
            <pc:sldMk cId="0" sldId="259"/>
            <ac:spMk id="11" creationId="{F68B3F68-107C-434F-AA38-110D5EA91B85}"/>
          </ac:spMkLst>
        </pc:spChg>
        <pc:spChg chg="add">
          <ac:chgData name="Alberto Ruiz" userId="47fa91d207cfb014" providerId="LiveId" clId="{85FEFC20-368C-4804-AF35-776ECB9C6605}" dt="2026-01-07T11:54:44.085" v="3" actId="26606"/>
          <ac:spMkLst>
            <pc:docMk/>
            <pc:sldMk cId="0" sldId="259"/>
            <ac:spMk id="13" creationId="{AAD0DBB9-1A4B-4391-81D4-CB19F9AB918A}"/>
          </ac:spMkLst>
        </pc:spChg>
        <pc:spChg chg="add">
          <ac:chgData name="Alberto Ruiz" userId="47fa91d207cfb014" providerId="LiveId" clId="{85FEFC20-368C-4804-AF35-776ECB9C6605}" dt="2026-01-07T11:54:44.085" v="3" actId="26606"/>
          <ac:spMkLst>
            <pc:docMk/>
            <pc:sldMk cId="0" sldId="259"/>
            <ac:spMk id="15" creationId="{063BBA22-50EA-4C4D-BE05-F1CE4E63AA56}"/>
          </ac:spMkLst>
        </pc:spChg>
        <pc:graphicFrameChg chg="add">
          <ac:chgData name="Alberto Ruiz" userId="47fa91d207cfb014" providerId="LiveId" clId="{85FEFC20-368C-4804-AF35-776ECB9C6605}" dt="2026-01-07T11:54:44.085" v="3" actId="26606"/>
          <ac:graphicFrameMkLst>
            <pc:docMk/>
            <pc:sldMk cId="0" sldId="259"/>
            <ac:graphicFrameMk id="5" creationId="{5AED1F74-A868-08DB-F06F-3C1B322132ED}"/>
          </ac:graphicFrameMkLst>
        </pc:graphicFrameChg>
      </pc:sldChg>
      <pc:sldChg chg="addSp delSp modSp mod setBg">
        <pc:chgData name="Alberto Ruiz" userId="47fa91d207cfb014" providerId="LiveId" clId="{85FEFC20-368C-4804-AF35-776ECB9C6605}" dt="2026-01-07T11:54:47.662" v="4" actId="26606"/>
        <pc:sldMkLst>
          <pc:docMk/>
          <pc:sldMk cId="0" sldId="260"/>
        </pc:sldMkLst>
        <pc:spChg chg="mod">
          <ac:chgData name="Alberto Ruiz" userId="47fa91d207cfb014" providerId="LiveId" clId="{85FEFC20-368C-4804-AF35-776ECB9C6605}" dt="2026-01-07T11:54:47.662" v="4" actId="26606"/>
          <ac:spMkLst>
            <pc:docMk/>
            <pc:sldMk cId="0" sldId="260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6-01-07T11:54:47.662" v="4" actId="26606"/>
          <ac:spMkLst>
            <pc:docMk/>
            <pc:sldMk cId="0" sldId="260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6-01-07T11:54:47.662" v="4" actId="26606"/>
          <ac:spMkLst>
            <pc:docMk/>
            <pc:sldMk cId="0" sldId="260"/>
            <ac:spMk id="9" creationId="{BACC6370-2D7E-4714-9D71-7542949D7D5D}"/>
          </ac:spMkLst>
        </pc:spChg>
        <pc:spChg chg="add">
          <ac:chgData name="Alberto Ruiz" userId="47fa91d207cfb014" providerId="LiveId" clId="{85FEFC20-368C-4804-AF35-776ECB9C6605}" dt="2026-01-07T11:54:47.662" v="4" actId="26606"/>
          <ac:spMkLst>
            <pc:docMk/>
            <pc:sldMk cId="0" sldId="260"/>
            <ac:spMk id="11" creationId="{F68B3F68-107C-434F-AA38-110D5EA91B85}"/>
          </ac:spMkLst>
        </pc:spChg>
        <pc:spChg chg="add">
          <ac:chgData name="Alberto Ruiz" userId="47fa91d207cfb014" providerId="LiveId" clId="{85FEFC20-368C-4804-AF35-776ECB9C6605}" dt="2026-01-07T11:54:47.662" v="4" actId="26606"/>
          <ac:spMkLst>
            <pc:docMk/>
            <pc:sldMk cId="0" sldId="260"/>
            <ac:spMk id="13" creationId="{AAD0DBB9-1A4B-4391-81D4-CB19F9AB918A}"/>
          </ac:spMkLst>
        </pc:spChg>
        <pc:spChg chg="add">
          <ac:chgData name="Alberto Ruiz" userId="47fa91d207cfb014" providerId="LiveId" clId="{85FEFC20-368C-4804-AF35-776ECB9C6605}" dt="2026-01-07T11:54:47.662" v="4" actId="26606"/>
          <ac:spMkLst>
            <pc:docMk/>
            <pc:sldMk cId="0" sldId="260"/>
            <ac:spMk id="15" creationId="{063BBA22-50EA-4C4D-BE05-F1CE4E63AA56}"/>
          </ac:spMkLst>
        </pc:spChg>
        <pc:graphicFrameChg chg="add">
          <ac:chgData name="Alberto Ruiz" userId="47fa91d207cfb014" providerId="LiveId" clId="{85FEFC20-368C-4804-AF35-776ECB9C6605}" dt="2026-01-07T11:54:47.662" v="4" actId="26606"/>
          <ac:graphicFrameMkLst>
            <pc:docMk/>
            <pc:sldMk cId="0" sldId="260"/>
            <ac:graphicFrameMk id="5" creationId="{884126E4-FB02-B1B1-DC79-3C850427ADF1}"/>
          </ac:graphicFrameMkLst>
        </pc:graphicFrameChg>
      </pc:sldChg>
      <pc:sldChg chg="addSp delSp modSp mod setBg">
        <pc:chgData name="Alberto Ruiz" userId="47fa91d207cfb014" providerId="LiveId" clId="{85FEFC20-368C-4804-AF35-776ECB9C6605}" dt="2026-01-07T11:54:50.734" v="5" actId="26606"/>
        <pc:sldMkLst>
          <pc:docMk/>
          <pc:sldMk cId="0" sldId="261"/>
        </pc:sldMkLst>
        <pc:spChg chg="mod">
          <ac:chgData name="Alberto Ruiz" userId="47fa91d207cfb014" providerId="LiveId" clId="{85FEFC20-368C-4804-AF35-776ECB9C6605}" dt="2026-01-07T11:54:50.734" v="5" actId="26606"/>
          <ac:spMkLst>
            <pc:docMk/>
            <pc:sldMk cId="0" sldId="261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6-01-07T11:54:50.734" v="5" actId="26606"/>
          <ac:spMkLst>
            <pc:docMk/>
            <pc:sldMk cId="0" sldId="261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6-01-07T11:54:50.734" v="5" actId="26606"/>
          <ac:spMkLst>
            <pc:docMk/>
            <pc:sldMk cId="0" sldId="261"/>
            <ac:spMk id="9" creationId="{BACC6370-2D7E-4714-9D71-7542949D7D5D}"/>
          </ac:spMkLst>
        </pc:spChg>
        <pc:spChg chg="add">
          <ac:chgData name="Alberto Ruiz" userId="47fa91d207cfb014" providerId="LiveId" clId="{85FEFC20-368C-4804-AF35-776ECB9C6605}" dt="2026-01-07T11:54:50.734" v="5" actId="26606"/>
          <ac:spMkLst>
            <pc:docMk/>
            <pc:sldMk cId="0" sldId="261"/>
            <ac:spMk id="11" creationId="{F68B3F68-107C-434F-AA38-110D5EA91B85}"/>
          </ac:spMkLst>
        </pc:spChg>
        <pc:spChg chg="add">
          <ac:chgData name="Alberto Ruiz" userId="47fa91d207cfb014" providerId="LiveId" clId="{85FEFC20-368C-4804-AF35-776ECB9C6605}" dt="2026-01-07T11:54:50.734" v="5" actId="26606"/>
          <ac:spMkLst>
            <pc:docMk/>
            <pc:sldMk cId="0" sldId="261"/>
            <ac:spMk id="13" creationId="{AAD0DBB9-1A4B-4391-81D4-CB19F9AB918A}"/>
          </ac:spMkLst>
        </pc:spChg>
        <pc:spChg chg="add">
          <ac:chgData name="Alberto Ruiz" userId="47fa91d207cfb014" providerId="LiveId" clId="{85FEFC20-368C-4804-AF35-776ECB9C6605}" dt="2026-01-07T11:54:50.734" v="5" actId="26606"/>
          <ac:spMkLst>
            <pc:docMk/>
            <pc:sldMk cId="0" sldId="261"/>
            <ac:spMk id="15" creationId="{063BBA22-50EA-4C4D-BE05-F1CE4E63AA56}"/>
          </ac:spMkLst>
        </pc:spChg>
        <pc:graphicFrameChg chg="add">
          <ac:chgData name="Alberto Ruiz" userId="47fa91d207cfb014" providerId="LiveId" clId="{85FEFC20-368C-4804-AF35-776ECB9C6605}" dt="2026-01-07T11:54:50.734" v="5" actId="26606"/>
          <ac:graphicFrameMkLst>
            <pc:docMk/>
            <pc:sldMk cId="0" sldId="261"/>
            <ac:graphicFrameMk id="5" creationId="{FA163220-0990-EA80-7133-6AFA7CD307DC}"/>
          </ac:graphicFrameMkLst>
        </pc:graphicFrameChg>
      </pc:sldChg>
      <pc:sldChg chg="addSp delSp modSp mod setBg">
        <pc:chgData name="Alberto Ruiz" userId="47fa91d207cfb014" providerId="LiveId" clId="{85FEFC20-368C-4804-AF35-776ECB9C6605}" dt="2026-01-07T11:54:53.772" v="6" actId="26606"/>
        <pc:sldMkLst>
          <pc:docMk/>
          <pc:sldMk cId="0" sldId="262"/>
        </pc:sldMkLst>
        <pc:spChg chg="mod">
          <ac:chgData name="Alberto Ruiz" userId="47fa91d207cfb014" providerId="LiveId" clId="{85FEFC20-368C-4804-AF35-776ECB9C6605}" dt="2026-01-07T11:54:53.772" v="6" actId="26606"/>
          <ac:spMkLst>
            <pc:docMk/>
            <pc:sldMk cId="0" sldId="262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6-01-07T11:54:53.772" v="6" actId="26606"/>
          <ac:spMkLst>
            <pc:docMk/>
            <pc:sldMk cId="0" sldId="262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6-01-07T11:54:53.772" v="6" actId="26606"/>
          <ac:spMkLst>
            <pc:docMk/>
            <pc:sldMk cId="0" sldId="262"/>
            <ac:spMk id="9" creationId="{BACC6370-2D7E-4714-9D71-7542949D7D5D}"/>
          </ac:spMkLst>
        </pc:spChg>
        <pc:spChg chg="add">
          <ac:chgData name="Alberto Ruiz" userId="47fa91d207cfb014" providerId="LiveId" clId="{85FEFC20-368C-4804-AF35-776ECB9C6605}" dt="2026-01-07T11:54:53.772" v="6" actId="26606"/>
          <ac:spMkLst>
            <pc:docMk/>
            <pc:sldMk cId="0" sldId="262"/>
            <ac:spMk id="11" creationId="{F68B3F68-107C-434F-AA38-110D5EA91B85}"/>
          </ac:spMkLst>
        </pc:spChg>
        <pc:spChg chg="add">
          <ac:chgData name="Alberto Ruiz" userId="47fa91d207cfb014" providerId="LiveId" clId="{85FEFC20-368C-4804-AF35-776ECB9C6605}" dt="2026-01-07T11:54:53.772" v="6" actId="26606"/>
          <ac:spMkLst>
            <pc:docMk/>
            <pc:sldMk cId="0" sldId="262"/>
            <ac:spMk id="13" creationId="{AAD0DBB9-1A4B-4391-81D4-CB19F9AB918A}"/>
          </ac:spMkLst>
        </pc:spChg>
        <pc:spChg chg="add">
          <ac:chgData name="Alberto Ruiz" userId="47fa91d207cfb014" providerId="LiveId" clId="{85FEFC20-368C-4804-AF35-776ECB9C6605}" dt="2026-01-07T11:54:53.772" v="6" actId="26606"/>
          <ac:spMkLst>
            <pc:docMk/>
            <pc:sldMk cId="0" sldId="262"/>
            <ac:spMk id="15" creationId="{063BBA22-50EA-4C4D-BE05-F1CE4E63AA56}"/>
          </ac:spMkLst>
        </pc:spChg>
        <pc:graphicFrameChg chg="add">
          <ac:chgData name="Alberto Ruiz" userId="47fa91d207cfb014" providerId="LiveId" clId="{85FEFC20-368C-4804-AF35-776ECB9C6605}" dt="2026-01-07T11:54:53.772" v="6" actId="26606"/>
          <ac:graphicFrameMkLst>
            <pc:docMk/>
            <pc:sldMk cId="0" sldId="262"/>
            <ac:graphicFrameMk id="5" creationId="{991C2718-4454-F02C-B83C-49893F35FBCE}"/>
          </ac:graphicFrameMkLst>
        </pc:graphicFrameChg>
      </pc:sldChg>
      <pc:sldChg chg="addSp delSp modSp mod setBg">
        <pc:chgData name="Alberto Ruiz" userId="47fa91d207cfb014" providerId="LiveId" clId="{85FEFC20-368C-4804-AF35-776ECB9C6605}" dt="2026-01-07T11:54:56.594" v="7" actId="26606"/>
        <pc:sldMkLst>
          <pc:docMk/>
          <pc:sldMk cId="0" sldId="263"/>
        </pc:sldMkLst>
        <pc:spChg chg="mod">
          <ac:chgData name="Alberto Ruiz" userId="47fa91d207cfb014" providerId="LiveId" clId="{85FEFC20-368C-4804-AF35-776ECB9C6605}" dt="2026-01-07T11:54:56.594" v="7" actId="26606"/>
          <ac:spMkLst>
            <pc:docMk/>
            <pc:sldMk cId="0" sldId="263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6-01-07T11:54:56.594" v="7" actId="26606"/>
          <ac:spMkLst>
            <pc:docMk/>
            <pc:sldMk cId="0" sldId="263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6-01-07T11:54:56.594" v="7" actId="26606"/>
          <ac:spMkLst>
            <pc:docMk/>
            <pc:sldMk cId="0" sldId="263"/>
            <ac:spMk id="9" creationId="{BACC6370-2D7E-4714-9D71-7542949D7D5D}"/>
          </ac:spMkLst>
        </pc:spChg>
        <pc:spChg chg="add">
          <ac:chgData name="Alberto Ruiz" userId="47fa91d207cfb014" providerId="LiveId" clId="{85FEFC20-368C-4804-AF35-776ECB9C6605}" dt="2026-01-07T11:54:56.594" v="7" actId="26606"/>
          <ac:spMkLst>
            <pc:docMk/>
            <pc:sldMk cId="0" sldId="263"/>
            <ac:spMk id="11" creationId="{F68B3F68-107C-434F-AA38-110D5EA91B85}"/>
          </ac:spMkLst>
        </pc:spChg>
        <pc:spChg chg="add">
          <ac:chgData name="Alberto Ruiz" userId="47fa91d207cfb014" providerId="LiveId" clId="{85FEFC20-368C-4804-AF35-776ECB9C6605}" dt="2026-01-07T11:54:56.594" v="7" actId="26606"/>
          <ac:spMkLst>
            <pc:docMk/>
            <pc:sldMk cId="0" sldId="263"/>
            <ac:spMk id="13" creationId="{AAD0DBB9-1A4B-4391-81D4-CB19F9AB918A}"/>
          </ac:spMkLst>
        </pc:spChg>
        <pc:spChg chg="add">
          <ac:chgData name="Alberto Ruiz" userId="47fa91d207cfb014" providerId="LiveId" clId="{85FEFC20-368C-4804-AF35-776ECB9C6605}" dt="2026-01-07T11:54:56.594" v="7" actId="26606"/>
          <ac:spMkLst>
            <pc:docMk/>
            <pc:sldMk cId="0" sldId="263"/>
            <ac:spMk id="15" creationId="{063BBA22-50EA-4C4D-BE05-F1CE4E63AA56}"/>
          </ac:spMkLst>
        </pc:spChg>
        <pc:graphicFrameChg chg="add">
          <ac:chgData name="Alberto Ruiz" userId="47fa91d207cfb014" providerId="LiveId" clId="{85FEFC20-368C-4804-AF35-776ECB9C6605}" dt="2026-01-07T11:54:56.594" v="7" actId="26606"/>
          <ac:graphicFrameMkLst>
            <pc:docMk/>
            <pc:sldMk cId="0" sldId="263"/>
            <ac:graphicFrameMk id="5" creationId="{1B78208E-2784-D97E-8031-E05A7B2AB501}"/>
          </ac:graphicFrameMkLst>
        </pc:graphicFrameChg>
      </pc:sldChg>
      <pc:sldChg chg="addSp delSp modSp mod setBg">
        <pc:chgData name="Alberto Ruiz" userId="47fa91d207cfb014" providerId="LiveId" clId="{85FEFC20-368C-4804-AF35-776ECB9C6605}" dt="2026-01-07T11:54:59.746" v="8" actId="26606"/>
        <pc:sldMkLst>
          <pc:docMk/>
          <pc:sldMk cId="0" sldId="264"/>
        </pc:sldMkLst>
        <pc:spChg chg="mod">
          <ac:chgData name="Alberto Ruiz" userId="47fa91d207cfb014" providerId="LiveId" clId="{85FEFC20-368C-4804-AF35-776ECB9C6605}" dt="2026-01-07T11:54:59.746" v="8" actId="26606"/>
          <ac:spMkLst>
            <pc:docMk/>
            <pc:sldMk cId="0" sldId="264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6-01-07T11:54:59.746" v="8" actId="26606"/>
          <ac:spMkLst>
            <pc:docMk/>
            <pc:sldMk cId="0" sldId="264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6-01-07T11:54:59.746" v="8" actId="26606"/>
          <ac:spMkLst>
            <pc:docMk/>
            <pc:sldMk cId="0" sldId="264"/>
            <ac:spMk id="9" creationId="{BACC6370-2D7E-4714-9D71-7542949D7D5D}"/>
          </ac:spMkLst>
        </pc:spChg>
        <pc:spChg chg="add">
          <ac:chgData name="Alberto Ruiz" userId="47fa91d207cfb014" providerId="LiveId" clId="{85FEFC20-368C-4804-AF35-776ECB9C6605}" dt="2026-01-07T11:54:59.746" v="8" actId="26606"/>
          <ac:spMkLst>
            <pc:docMk/>
            <pc:sldMk cId="0" sldId="264"/>
            <ac:spMk id="11" creationId="{F68B3F68-107C-434F-AA38-110D5EA91B85}"/>
          </ac:spMkLst>
        </pc:spChg>
        <pc:spChg chg="add">
          <ac:chgData name="Alberto Ruiz" userId="47fa91d207cfb014" providerId="LiveId" clId="{85FEFC20-368C-4804-AF35-776ECB9C6605}" dt="2026-01-07T11:54:59.746" v="8" actId="26606"/>
          <ac:spMkLst>
            <pc:docMk/>
            <pc:sldMk cId="0" sldId="264"/>
            <ac:spMk id="13" creationId="{AAD0DBB9-1A4B-4391-81D4-CB19F9AB918A}"/>
          </ac:spMkLst>
        </pc:spChg>
        <pc:spChg chg="add">
          <ac:chgData name="Alberto Ruiz" userId="47fa91d207cfb014" providerId="LiveId" clId="{85FEFC20-368C-4804-AF35-776ECB9C6605}" dt="2026-01-07T11:54:59.746" v="8" actId="26606"/>
          <ac:spMkLst>
            <pc:docMk/>
            <pc:sldMk cId="0" sldId="264"/>
            <ac:spMk id="15" creationId="{063BBA22-50EA-4C4D-BE05-F1CE4E63AA56}"/>
          </ac:spMkLst>
        </pc:spChg>
        <pc:graphicFrameChg chg="add">
          <ac:chgData name="Alberto Ruiz" userId="47fa91d207cfb014" providerId="LiveId" clId="{85FEFC20-368C-4804-AF35-776ECB9C6605}" dt="2026-01-07T11:54:59.746" v="8" actId="26606"/>
          <ac:graphicFrameMkLst>
            <pc:docMk/>
            <pc:sldMk cId="0" sldId="264"/>
            <ac:graphicFrameMk id="5" creationId="{EBF86F4B-1F1C-99B5-22B6-C3AED23F5ADF}"/>
          </ac:graphicFrameMkLst>
        </pc:graphicFrameChg>
      </pc:sldChg>
      <pc:sldChg chg="addSp delSp modSp mod setBg">
        <pc:chgData name="Alberto Ruiz" userId="47fa91d207cfb014" providerId="LiveId" clId="{85FEFC20-368C-4804-AF35-776ECB9C6605}" dt="2026-01-07T11:55:03.153" v="9" actId="26606"/>
        <pc:sldMkLst>
          <pc:docMk/>
          <pc:sldMk cId="0" sldId="265"/>
        </pc:sldMkLst>
        <pc:spChg chg="mod">
          <ac:chgData name="Alberto Ruiz" userId="47fa91d207cfb014" providerId="LiveId" clId="{85FEFC20-368C-4804-AF35-776ECB9C6605}" dt="2026-01-07T11:55:03.153" v="9" actId="26606"/>
          <ac:spMkLst>
            <pc:docMk/>
            <pc:sldMk cId="0" sldId="265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6-01-07T11:55:03.153" v="9" actId="26606"/>
          <ac:spMkLst>
            <pc:docMk/>
            <pc:sldMk cId="0" sldId="265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6-01-07T11:55:03.153" v="9" actId="26606"/>
          <ac:spMkLst>
            <pc:docMk/>
            <pc:sldMk cId="0" sldId="265"/>
            <ac:spMk id="9" creationId="{BACC6370-2D7E-4714-9D71-7542949D7D5D}"/>
          </ac:spMkLst>
        </pc:spChg>
        <pc:spChg chg="add">
          <ac:chgData name="Alberto Ruiz" userId="47fa91d207cfb014" providerId="LiveId" clId="{85FEFC20-368C-4804-AF35-776ECB9C6605}" dt="2026-01-07T11:55:03.153" v="9" actId="26606"/>
          <ac:spMkLst>
            <pc:docMk/>
            <pc:sldMk cId="0" sldId="265"/>
            <ac:spMk id="11" creationId="{F68B3F68-107C-434F-AA38-110D5EA91B85}"/>
          </ac:spMkLst>
        </pc:spChg>
        <pc:spChg chg="add">
          <ac:chgData name="Alberto Ruiz" userId="47fa91d207cfb014" providerId="LiveId" clId="{85FEFC20-368C-4804-AF35-776ECB9C6605}" dt="2026-01-07T11:55:03.153" v="9" actId="26606"/>
          <ac:spMkLst>
            <pc:docMk/>
            <pc:sldMk cId="0" sldId="265"/>
            <ac:spMk id="13" creationId="{AAD0DBB9-1A4B-4391-81D4-CB19F9AB918A}"/>
          </ac:spMkLst>
        </pc:spChg>
        <pc:spChg chg="add">
          <ac:chgData name="Alberto Ruiz" userId="47fa91d207cfb014" providerId="LiveId" clId="{85FEFC20-368C-4804-AF35-776ECB9C6605}" dt="2026-01-07T11:55:03.153" v="9" actId="26606"/>
          <ac:spMkLst>
            <pc:docMk/>
            <pc:sldMk cId="0" sldId="265"/>
            <ac:spMk id="15" creationId="{063BBA22-50EA-4C4D-BE05-F1CE4E63AA56}"/>
          </ac:spMkLst>
        </pc:spChg>
        <pc:graphicFrameChg chg="add">
          <ac:chgData name="Alberto Ruiz" userId="47fa91d207cfb014" providerId="LiveId" clId="{85FEFC20-368C-4804-AF35-776ECB9C6605}" dt="2026-01-07T11:55:03.153" v="9" actId="26606"/>
          <ac:graphicFrameMkLst>
            <pc:docMk/>
            <pc:sldMk cId="0" sldId="265"/>
            <ac:graphicFrameMk id="5" creationId="{0C80C921-6B21-0816-3F9E-EA0E239633F5}"/>
          </ac:graphicFrameMkLst>
        </pc:graphicFrameChg>
      </pc:sldChg>
      <pc:sldChg chg="addSp delSp modSp mod setBg">
        <pc:chgData name="Alberto Ruiz" userId="47fa91d207cfb014" providerId="LiveId" clId="{85FEFC20-368C-4804-AF35-776ECB9C6605}" dt="2026-01-07T11:55:06.214" v="10" actId="26606"/>
        <pc:sldMkLst>
          <pc:docMk/>
          <pc:sldMk cId="0" sldId="266"/>
        </pc:sldMkLst>
        <pc:spChg chg="mod">
          <ac:chgData name="Alberto Ruiz" userId="47fa91d207cfb014" providerId="LiveId" clId="{85FEFC20-368C-4804-AF35-776ECB9C6605}" dt="2026-01-07T11:55:06.214" v="10" actId="26606"/>
          <ac:spMkLst>
            <pc:docMk/>
            <pc:sldMk cId="0" sldId="266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6-01-07T11:55:06.214" v="10" actId="26606"/>
          <ac:spMkLst>
            <pc:docMk/>
            <pc:sldMk cId="0" sldId="266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6-01-07T11:55:06.214" v="10" actId="26606"/>
          <ac:spMkLst>
            <pc:docMk/>
            <pc:sldMk cId="0" sldId="266"/>
            <ac:spMk id="9" creationId="{BACC6370-2D7E-4714-9D71-7542949D7D5D}"/>
          </ac:spMkLst>
        </pc:spChg>
        <pc:spChg chg="add">
          <ac:chgData name="Alberto Ruiz" userId="47fa91d207cfb014" providerId="LiveId" clId="{85FEFC20-368C-4804-AF35-776ECB9C6605}" dt="2026-01-07T11:55:06.214" v="10" actId="26606"/>
          <ac:spMkLst>
            <pc:docMk/>
            <pc:sldMk cId="0" sldId="266"/>
            <ac:spMk id="11" creationId="{F68B3F68-107C-434F-AA38-110D5EA91B85}"/>
          </ac:spMkLst>
        </pc:spChg>
        <pc:spChg chg="add">
          <ac:chgData name="Alberto Ruiz" userId="47fa91d207cfb014" providerId="LiveId" clId="{85FEFC20-368C-4804-AF35-776ECB9C6605}" dt="2026-01-07T11:55:06.214" v="10" actId="26606"/>
          <ac:spMkLst>
            <pc:docMk/>
            <pc:sldMk cId="0" sldId="266"/>
            <ac:spMk id="13" creationId="{AAD0DBB9-1A4B-4391-81D4-CB19F9AB918A}"/>
          </ac:spMkLst>
        </pc:spChg>
        <pc:spChg chg="add">
          <ac:chgData name="Alberto Ruiz" userId="47fa91d207cfb014" providerId="LiveId" clId="{85FEFC20-368C-4804-AF35-776ECB9C6605}" dt="2026-01-07T11:55:06.214" v="10" actId="26606"/>
          <ac:spMkLst>
            <pc:docMk/>
            <pc:sldMk cId="0" sldId="266"/>
            <ac:spMk id="15" creationId="{063BBA22-50EA-4C4D-BE05-F1CE4E63AA56}"/>
          </ac:spMkLst>
        </pc:spChg>
        <pc:graphicFrameChg chg="add">
          <ac:chgData name="Alberto Ruiz" userId="47fa91d207cfb014" providerId="LiveId" clId="{85FEFC20-368C-4804-AF35-776ECB9C6605}" dt="2026-01-07T11:55:06.214" v="10" actId="26606"/>
          <ac:graphicFrameMkLst>
            <pc:docMk/>
            <pc:sldMk cId="0" sldId="266"/>
            <ac:graphicFrameMk id="5" creationId="{0859B72B-6C88-6EB9-08ED-A3179CF48EBF}"/>
          </ac:graphicFrameMkLst>
        </pc:graphicFrameChg>
      </pc:sldChg>
      <pc:sldChg chg="addSp delSp modSp mod setBg">
        <pc:chgData name="Alberto Ruiz" userId="47fa91d207cfb014" providerId="LiveId" clId="{85FEFC20-368C-4804-AF35-776ECB9C6605}" dt="2026-01-07T11:55:09.255" v="11" actId="26606"/>
        <pc:sldMkLst>
          <pc:docMk/>
          <pc:sldMk cId="0" sldId="267"/>
        </pc:sldMkLst>
        <pc:spChg chg="mod">
          <ac:chgData name="Alberto Ruiz" userId="47fa91d207cfb014" providerId="LiveId" clId="{85FEFC20-368C-4804-AF35-776ECB9C6605}" dt="2026-01-07T11:55:09.255" v="11" actId="26606"/>
          <ac:spMkLst>
            <pc:docMk/>
            <pc:sldMk cId="0" sldId="267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6-01-07T11:55:09.255" v="11" actId="26606"/>
          <ac:spMkLst>
            <pc:docMk/>
            <pc:sldMk cId="0" sldId="267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6-01-07T11:55:09.255" v="11" actId="26606"/>
          <ac:spMkLst>
            <pc:docMk/>
            <pc:sldMk cId="0" sldId="267"/>
            <ac:spMk id="9" creationId="{BACC6370-2D7E-4714-9D71-7542949D7D5D}"/>
          </ac:spMkLst>
        </pc:spChg>
        <pc:spChg chg="add">
          <ac:chgData name="Alberto Ruiz" userId="47fa91d207cfb014" providerId="LiveId" clId="{85FEFC20-368C-4804-AF35-776ECB9C6605}" dt="2026-01-07T11:55:09.255" v="11" actId="26606"/>
          <ac:spMkLst>
            <pc:docMk/>
            <pc:sldMk cId="0" sldId="267"/>
            <ac:spMk id="11" creationId="{F68B3F68-107C-434F-AA38-110D5EA91B85}"/>
          </ac:spMkLst>
        </pc:spChg>
        <pc:spChg chg="add">
          <ac:chgData name="Alberto Ruiz" userId="47fa91d207cfb014" providerId="LiveId" clId="{85FEFC20-368C-4804-AF35-776ECB9C6605}" dt="2026-01-07T11:55:09.255" v="11" actId="26606"/>
          <ac:spMkLst>
            <pc:docMk/>
            <pc:sldMk cId="0" sldId="267"/>
            <ac:spMk id="13" creationId="{AAD0DBB9-1A4B-4391-81D4-CB19F9AB918A}"/>
          </ac:spMkLst>
        </pc:spChg>
        <pc:spChg chg="add">
          <ac:chgData name="Alberto Ruiz" userId="47fa91d207cfb014" providerId="LiveId" clId="{85FEFC20-368C-4804-AF35-776ECB9C6605}" dt="2026-01-07T11:55:09.255" v="11" actId="26606"/>
          <ac:spMkLst>
            <pc:docMk/>
            <pc:sldMk cId="0" sldId="267"/>
            <ac:spMk id="15" creationId="{063BBA22-50EA-4C4D-BE05-F1CE4E63AA56}"/>
          </ac:spMkLst>
        </pc:spChg>
        <pc:graphicFrameChg chg="add">
          <ac:chgData name="Alberto Ruiz" userId="47fa91d207cfb014" providerId="LiveId" clId="{85FEFC20-368C-4804-AF35-776ECB9C6605}" dt="2026-01-07T11:55:09.255" v="11" actId="26606"/>
          <ac:graphicFrameMkLst>
            <pc:docMk/>
            <pc:sldMk cId="0" sldId="267"/>
            <ac:graphicFrameMk id="5" creationId="{2BD6E40D-AC5B-B06F-038E-7592A49D6223}"/>
          </ac:graphicFrameMkLst>
        </pc:graphicFrameChg>
      </pc:sldChg>
      <pc:sldChg chg="addSp delSp modSp mod setBg">
        <pc:chgData name="Alberto Ruiz" userId="47fa91d207cfb014" providerId="LiveId" clId="{85FEFC20-368C-4804-AF35-776ECB9C6605}" dt="2026-01-07T11:55:13.802" v="12" actId="26606"/>
        <pc:sldMkLst>
          <pc:docMk/>
          <pc:sldMk cId="0" sldId="268"/>
        </pc:sldMkLst>
        <pc:spChg chg="mod">
          <ac:chgData name="Alberto Ruiz" userId="47fa91d207cfb014" providerId="LiveId" clId="{85FEFC20-368C-4804-AF35-776ECB9C6605}" dt="2026-01-07T11:55:13.802" v="12" actId="26606"/>
          <ac:spMkLst>
            <pc:docMk/>
            <pc:sldMk cId="0" sldId="268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6-01-07T11:55:13.802" v="12" actId="26606"/>
          <ac:spMkLst>
            <pc:docMk/>
            <pc:sldMk cId="0" sldId="268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6-01-07T11:55:13.802" v="12" actId="26606"/>
          <ac:spMkLst>
            <pc:docMk/>
            <pc:sldMk cId="0" sldId="268"/>
            <ac:spMk id="9" creationId="{BACC6370-2D7E-4714-9D71-7542949D7D5D}"/>
          </ac:spMkLst>
        </pc:spChg>
        <pc:spChg chg="add">
          <ac:chgData name="Alberto Ruiz" userId="47fa91d207cfb014" providerId="LiveId" clId="{85FEFC20-368C-4804-AF35-776ECB9C6605}" dt="2026-01-07T11:55:13.802" v="12" actId="26606"/>
          <ac:spMkLst>
            <pc:docMk/>
            <pc:sldMk cId="0" sldId="268"/>
            <ac:spMk id="11" creationId="{F68B3F68-107C-434F-AA38-110D5EA91B85}"/>
          </ac:spMkLst>
        </pc:spChg>
        <pc:spChg chg="add">
          <ac:chgData name="Alberto Ruiz" userId="47fa91d207cfb014" providerId="LiveId" clId="{85FEFC20-368C-4804-AF35-776ECB9C6605}" dt="2026-01-07T11:55:13.802" v="12" actId="26606"/>
          <ac:spMkLst>
            <pc:docMk/>
            <pc:sldMk cId="0" sldId="268"/>
            <ac:spMk id="13" creationId="{AAD0DBB9-1A4B-4391-81D4-CB19F9AB918A}"/>
          </ac:spMkLst>
        </pc:spChg>
        <pc:spChg chg="add">
          <ac:chgData name="Alberto Ruiz" userId="47fa91d207cfb014" providerId="LiveId" clId="{85FEFC20-368C-4804-AF35-776ECB9C6605}" dt="2026-01-07T11:55:13.802" v="12" actId="26606"/>
          <ac:spMkLst>
            <pc:docMk/>
            <pc:sldMk cId="0" sldId="268"/>
            <ac:spMk id="15" creationId="{063BBA22-50EA-4C4D-BE05-F1CE4E63AA56}"/>
          </ac:spMkLst>
        </pc:spChg>
        <pc:graphicFrameChg chg="add">
          <ac:chgData name="Alberto Ruiz" userId="47fa91d207cfb014" providerId="LiveId" clId="{85FEFC20-368C-4804-AF35-776ECB9C6605}" dt="2026-01-07T11:55:13.802" v="12" actId="26606"/>
          <ac:graphicFrameMkLst>
            <pc:docMk/>
            <pc:sldMk cId="0" sldId="268"/>
            <ac:graphicFrameMk id="5" creationId="{BFDA011C-6311-12CB-8A63-FA9FDD4FB756}"/>
          </ac:graphicFrameMkLst>
        </pc:graphicFrameChg>
      </pc:sldChg>
      <pc:sldChg chg="addSp delSp modSp mod setBg">
        <pc:chgData name="Alberto Ruiz" userId="47fa91d207cfb014" providerId="LiveId" clId="{85FEFC20-368C-4804-AF35-776ECB9C6605}" dt="2026-01-07T11:55:17.074" v="13" actId="26606"/>
        <pc:sldMkLst>
          <pc:docMk/>
          <pc:sldMk cId="0" sldId="269"/>
        </pc:sldMkLst>
        <pc:spChg chg="mod">
          <ac:chgData name="Alberto Ruiz" userId="47fa91d207cfb014" providerId="LiveId" clId="{85FEFC20-368C-4804-AF35-776ECB9C6605}" dt="2026-01-07T11:55:17.074" v="13" actId="26606"/>
          <ac:spMkLst>
            <pc:docMk/>
            <pc:sldMk cId="0" sldId="269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6-01-07T11:55:17.074" v="13" actId="26606"/>
          <ac:spMkLst>
            <pc:docMk/>
            <pc:sldMk cId="0" sldId="269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6-01-07T11:55:17.074" v="13" actId="26606"/>
          <ac:spMkLst>
            <pc:docMk/>
            <pc:sldMk cId="0" sldId="269"/>
            <ac:spMk id="9" creationId="{BACC6370-2D7E-4714-9D71-7542949D7D5D}"/>
          </ac:spMkLst>
        </pc:spChg>
        <pc:spChg chg="add">
          <ac:chgData name="Alberto Ruiz" userId="47fa91d207cfb014" providerId="LiveId" clId="{85FEFC20-368C-4804-AF35-776ECB9C6605}" dt="2026-01-07T11:55:17.074" v="13" actId="26606"/>
          <ac:spMkLst>
            <pc:docMk/>
            <pc:sldMk cId="0" sldId="269"/>
            <ac:spMk id="11" creationId="{F68B3F68-107C-434F-AA38-110D5EA91B85}"/>
          </ac:spMkLst>
        </pc:spChg>
        <pc:spChg chg="add">
          <ac:chgData name="Alberto Ruiz" userId="47fa91d207cfb014" providerId="LiveId" clId="{85FEFC20-368C-4804-AF35-776ECB9C6605}" dt="2026-01-07T11:55:17.074" v="13" actId="26606"/>
          <ac:spMkLst>
            <pc:docMk/>
            <pc:sldMk cId="0" sldId="269"/>
            <ac:spMk id="13" creationId="{AAD0DBB9-1A4B-4391-81D4-CB19F9AB918A}"/>
          </ac:spMkLst>
        </pc:spChg>
        <pc:spChg chg="add">
          <ac:chgData name="Alberto Ruiz" userId="47fa91d207cfb014" providerId="LiveId" clId="{85FEFC20-368C-4804-AF35-776ECB9C6605}" dt="2026-01-07T11:55:17.074" v="13" actId="26606"/>
          <ac:spMkLst>
            <pc:docMk/>
            <pc:sldMk cId="0" sldId="269"/>
            <ac:spMk id="15" creationId="{063BBA22-50EA-4C4D-BE05-F1CE4E63AA56}"/>
          </ac:spMkLst>
        </pc:spChg>
        <pc:graphicFrameChg chg="add">
          <ac:chgData name="Alberto Ruiz" userId="47fa91d207cfb014" providerId="LiveId" clId="{85FEFC20-368C-4804-AF35-776ECB9C6605}" dt="2026-01-07T11:55:17.074" v="13" actId="26606"/>
          <ac:graphicFrameMkLst>
            <pc:docMk/>
            <pc:sldMk cId="0" sldId="269"/>
            <ac:graphicFrameMk id="5" creationId="{F9813183-CF3A-E16D-F79C-7339521E5740}"/>
          </ac:graphicFrameMkLst>
        </pc:graphicFrameChg>
      </pc:sldChg>
      <pc:sldChg chg="addSp delSp modSp mod setBg">
        <pc:chgData name="Alberto Ruiz" userId="47fa91d207cfb014" providerId="LiveId" clId="{85FEFC20-368C-4804-AF35-776ECB9C6605}" dt="2026-01-07T11:55:21.354" v="14" actId="26606"/>
        <pc:sldMkLst>
          <pc:docMk/>
          <pc:sldMk cId="0" sldId="270"/>
        </pc:sldMkLst>
        <pc:spChg chg="mod">
          <ac:chgData name="Alberto Ruiz" userId="47fa91d207cfb014" providerId="LiveId" clId="{85FEFC20-368C-4804-AF35-776ECB9C6605}" dt="2026-01-07T11:55:21.354" v="14" actId="26606"/>
          <ac:spMkLst>
            <pc:docMk/>
            <pc:sldMk cId="0" sldId="270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6-01-07T11:55:21.354" v="14" actId="26606"/>
          <ac:spMkLst>
            <pc:docMk/>
            <pc:sldMk cId="0" sldId="270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6-01-07T11:55:21.354" v="14" actId="26606"/>
          <ac:spMkLst>
            <pc:docMk/>
            <pc:sldMk cId="0" sldId="270"/>
            <ac:spMk id="9" creationId="{AE2B703B-46F9-481A-A605-82E2A828C4FA}"/>
          </ac:spMkLst>
        </pc:spChg>
        <pc:spChg chg="add">
          <ac:chgData name="Alberto Ruiz" userId="47fa91d207cfb014" providerId="LiveId" clId="{85FEFC20-368C-4804-AF35-776ECB9C6605}" dt="2026-01-07T11:55:21.354" v="14" actId="26606"/>
          <ac:spMkLst>
            <pc:docMk/>
            <pc:sldMk cId="0" sldId="270"/>
            <ac:spMk id="11" creationId="{F13BE4D7-0C3D-4906-B230-A1C5B4665CCF}"/>
          </ac:spMkLst>
        </pc:spChg>
        <pc:graphicFrameChg chg="add">
          <ac:chgData name="Alberto Ruiz" userId="47fa91d207cfb014" providerId="LiveId" clId="{85FEFC20-368C-4804-AF35-776ECB9C6605}" dt="2026-01-07T11:55:21.354" v="14" actId="26606"/>
          <ac:graphicFrameMkLst>
            <pc:docMk/>
            <pc:sldMk cId="0" sldId="270"/>
            <ac:graphicFrameMk id="5" creationId="{B02AB2BB-3BF9-5EB2-43F1-4503C8DA8DD5}"/>
          </ac:graphicFrameMkLst>
        </pc:graphicFrame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10" Type="http://schemas.openxmlformats.org/officeDocument/2006/relationships/image" Target="../media/image23.svg"/><Relationship Id="rId4" Type="http://schemas.openxmlformats.org/officeDocument/2006/relationships/image" Target="../media/image17.svg"/><Relationship Id="rId9" Type="http://schemas.openxmlformats.org/officeDocument/2006/relationships/image" Target="../media/image22.png"/></Relationships>
</file>

<file path=ppt/diagrams/_rels/data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diagrams/_rels/data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9.svg"/></Relationships>
</file>

<file path=ppt/diagrams/_rels/data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31.svg"/></Relationships>
</file>

<file path=ppt/diagrams/_rels/data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24.png"/><Relationship Id="rId7" Type="http://schemas.openxmlformats.org/officeDocument/2006/relationships/image" Target="../media/image22.png"/><Relationship Id="rId2" Type="http://schemas.openxmlformats.org/officeDocument/2006/relationships/image" Target="../media/image33.svg"/><Relationship Id="rId1" Type="http://schemas.openxmlformats.org/officeDocument/2006/relationships/image" Target="../media/image32.png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25.svg"/></Relationships>
</file>

<file path=ppt/diagrams/_rels/data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4" Type="http://schemas.openxmlformats.org/officeDocument/2006/relationships/image" Target="../media/image37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10" Type="http://schemas.openxmlformats.org/officeDocument/2006/relationships/image" Target="../media/image23.svg"/><Relationship Id="rId4" Type="http://schemas.openxmlformats.org/officeDocument/2006/relationships/image" Target="../media/image17.svg"/><Relationship Id="rId9" Type="http://schemas.openxmlformats.org/officeDocument/2006/relationships/image" Target="../media/image22.png"/></Relationships>
</file>

<file path=ppt/diagrams/_rels/drawing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diagrams/_rels/drawing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9.svg"/></Relationships>
</file>

<file path=ppt/diagrams/_rels/drawing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31.svg"/></Relationships>
</file>

<file path=ppt/diagrams/_rels/drawing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24.png"/><Relationship Id="rId7" Type="http://schemas.openxmlformats.org/officeDocument/2006/relationships/image" Target="../media/image22.png"/><Relationship Id="rId2" Type="http://schemas.openxmlformats.org/officeDocument/2006/relationships/image" Target="../media/image33.svg"/><Relationship Id="rId1" Type="http://schemas.openxmlformats.org/officeDocument/2006/relationships/image" Target="../media/image32.png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25.svg"/></Relationships>
</file>

<file path=ppt/diagrams/_rels/drawing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4" Type="http://schemas.openxmlformats.org/officeDocument/2006/relationships/image" Target="../media/image3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E11F5C3-0913-43E0-A657-B069FBCA53B3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4BBC634B-37AD-4E47-9B8C-6B31797CBE7B}">
      <dgm:prSet/>
      <dgm:spPr/>
      <dgm:t>
        <a:bodyPr/>
        <a:lstStyle/>
        <a:p>
          <a:r>
            <a:rPr lang="en-US"/>
            <a:t>Los sistemas deben ser monitorizados continuamente</a:t>
          </a:r>
        </a:p>
      </dgm:t>
    </dgm:pt>
    <dgm:pt modelId="{9D0C47DB-5F3A-497D-AB88-14D161B48DCB}" type="parTrans" cxnId="{A873435B-8A09-444E-9C28-5690AB52BED9}">
      <dgm:prSet/>
      <dgm:spPr/>
      <dgm:t>
        <a:bodyPr/>
        <a:lstStyle/>
        <a:p>
          <a:endParaRPr lang="en-US"/>
        </a:p>
      </dgm:t>
    </dgm:pt>
    <dgm:pt modelId="{819997F8-1552-4364-80BB-1D8191FA0CCB}" type="sibTrans" cxnId="{A873435B-8A09-444E-9C28-5690AB52BED9}">
      <dgm:prSet/>
      <dgm:spPr/>
      <dgm:t>
        <a:bodyPr/>
        <a:lstStyle/>
        <a:p>
          <a:endParaRPr lang="en-US"/>
        </a:p>
      </dgm:t>
    </dgm:pt>
    <dgm:pt modelId="{00503AE8-CC58-451E-BDC8-782655A8ABDB}">
      <dgm:prSet/>
      <dgm:spPr/>
      <dgm:t>
        <a:bodyPr/>
        <a:lstStyle/>
        <a:p>
          <a:r>
            <a:rPr lang="en-US"/>
            <a:t>Permite detectar problemas antes de que afecten al servicio</a:t>
          </a:r>
        </a:p>
      </dgm:t>
    </dgm:pt>
    <dgm:pt modelId="{6B8B08AD-102A-4091-8EE7-D1DB963BFB52}" type="parTrans" cxnId="{29289059-A4B4-4B3B-9A0F-B8E760714154}">
      <dgm:prSet/>
      <dgm:spPr/>
      <dgm:t>
        <a:bodyPr/>
        <a:lstStyle/>
        <a:p>
          <a:endParaRPr lang="en-US"/>
        </a:p>
      </dgm:t>
    </dgm:pt>
    <dgm:pt modelId="{22585505-CECC-4F6B-97F7-D642F19FEEB4}" type="sibTrans" cxnId="{29289059-A4B4-4B3B-9A0F-B8E760714154}">
      <dgm:prSet/>
      <dgm:spPr/>
      <dgm:t>
        <a:bodyPr/>
        <a:lstStyle/>
        <a:p>
          <a:endParaRPr lang="en-US"/>
        </a:p>
      </dgm:t>
    </dgm:pt>
    <dgm:pt modelId="{FFC2C28F-F2A7-455D-BC08-487C6DDAFEFD}">
      <dgm:prSet/>
      <dgm:spPr/>
      <dgm:t>
        <a:bodyPr/>
        <a:lstStyle/>
        <a:p>
          <a:r>
            <a:rPr lang="en-US"/>
            <a:t>La monitorización mejora rendimiento y disponibilidad</a:t>
          </a:r>
        </a:p>
      </dgm:t>
    </dgm:pt>
    <dgm:pt modelId="{3345BE95-718B-42A3-9B87-DB96455F53C6}" type="parTrans" cxnId="{B0C7E9E4-6B6A-452E-8210-8487B9B9B283}">
      <dgm:prSet/>
      <dgm:spPr/>
      <dgm:t>
        <a:bodyPr/>
        <a:lstStyle/>
        <a:p>
          <a:endParaRPr lang="en-US"/>
        </a:p>
      </dgm:t>
    </dgm:pt>
    <dgm:pt modelId="{7B151D1B-7690-42B5-991A-B1AD6352CF3F}" type="sibTrans" cxnId="{B0C7E9E4-6B6A-452E-8210-8487B9B9B283}">
      <dgm:prSet/>
      <dgm:spPr/>
      <dgm:t>
        <a:bodyPr/>
        <a:lstStyle/>
        <a:p>
          <a:endParaRPr lang="en-US"/>
        </a:p>
      </dgm:t>
    </dgm:pt>
    <dgm:pt modelId="{9E271DDB-651B-4F7C-A325-01B01B11A9BF}" type="pres">
      <dgm:prSet presAssocID="{5E11F5C3-0913-43E0-A657-B069FBCA53B3}" presName="root" presStyleCnt="0">
        <dgm:presLayoutVars>
          <dgm:dir/>
          <dgm:resizeHandles val="exact"/>
        </dgm:presLayoutVars>
      </dgm:prSet>
      <dgm:spPr/>
    </dgm:pt>
    <dgm:pt modelId="{F23DAA15-65AE-4A1E-9DB6-59DC9CCDE0A8}" type="pres">
      <dgm:prSet presAssocID="{4BBC634B-37AD-4E47-9B8C-6B31797CBE7B}" presName="compNode" presStyleCnt="0"/>
      <dgm:spPr/>
    </dgm:pt>
    <dgm:pt modelId="{2757EC72-9EE2-4AF0-B7AE-542ACBFDDA2D}" type="pres">
      <dgm:prSet presAssocID="{4BBC634B-37AD-4E47-9B8C-6B31797CBE7B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granajes"/>
        </a:ext>
      </dgm:extLst>
    </dgm:pt>
    <dgm:pt modelId="{D44DD623-9547-4822-AE8C-C2C31FF9F559}" type="pres">
      <dgm:prSet presAssocID="{4BBC634B-37AD-4E47-9B8C-6B31797CBE7B}" presName="spaceRect" presStyleCnt="0"/>
      <dgm:spPr/>
    </dgm:pt>
    <dgm:pt modelId="{370F22F0-4EF2-4712-A112-A788544AF463}" type="pres">
      <dgm:prSet presAssocID="{4BBC634B-37AD-4E47-9B8C-6B31797CBE7B}" presName="textRect" presStyleLbl="revTx" presStyleIdx="0" presStyleCnt="3">
        <dgm:presLayoutVars>
          <dgm:chMax val="1"/>
          <dgm:chPref val="1"/>
        </dgm:presLayoutVars>
      </dgm:prSet>
      <dgm:spPr/>
    </dgm:pt>
    <dgm:pt modelId="{88B8AD98-0559-4309-B3C2-E0C72C9E2986}" type="pres">
      <dgm:prSet presAssocID="{819997F8-1552-4364-80BB-1D8191FA0CCB}" presName="sibTrans" presStyleCnt="0"/>
      <dgm:spPr/>
    </dgm:pt>
    <dgm:pt modelId="{25B44E29-4739-44F7-BEA2-5D084198B38A}" type="pres">
      <dgm:prSet presAssocID="{00503AE8-CC58-451E-BDC8-782655A8ABDB}" presName="compNode" presStyleCnt="0"/>
      <dgm:spPr/>
    </dgm:pt>
    <dgm:pt modelId="{44709AE4-413D-4977-B34D-8A12671D0CBE}" type="pres">
      <dgm:prSet presAssocID="{00503AE8-CC58-451E-BDC8-782655A8ABD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dvertencia"/>
        </a:ext>
      </dgm:extLst>
    </dgm:pt>
    <dgm:pt modelId="{367B21E3-5EFF-4B6A-BD4B-FEA434AE5CD5}" type="pres">
      <dgm:prSet presAssocID="{00503AE8-CC58-451E-BDC8-782655A8ABDB}" presName="spaceRect" presStyleCnt="0"/>
      <dgm:spPr/>
    </dgm:pt>
    <dgm:pt modelId="{1BEF52A4-9FFC-4DE1-9534-670736C3292E}" type="pres">
      <dgm:prSet presAssocID="{00503AE8-CC58-451E-BDC8-782655A8ABDB}" presName="textRect" presStyleLbl="revTx" presStyleIdx="1" presStyleCnt="3">
        <dgm:presLayoutVars>
          <dgm:chMax val="1"/>
          <dgm:chPref val="1"/>
        </dgm:presLayoutVars>
      </dgm:prSet>
      <dgm:spPr/>
    </dgm:pt>
    <dgm:pt modelId="{31ACC6E3-EAEA-4C6A-9706-452E5C00C976}" type="pres">
      <dgm:prSet presAssocID="{22585505-CECC-4F6B-97F7-D642F19FEEB4}" presName="sibTrans" presStyleCnt="0"/>
      <dgm:spPr/>
    </dgm:pt>
    <dgm:pt modelId="{F1129931-9919-4CCD-B041-07D44E5DA206}" type="pres">
      <dgm:prSet presAssocID="{FFC2C28F-F2A7-455D-BC08-487C6DDAFEFD}" presName="compNode" presStyleCnt="0"/>
      <dgm:spPr/>
    </dgm:pt>
    <dgm:pt modelId="{8BFB4C52-E064-4496-B183-AEB97309D433}" type="pres">
      <dgm:prSet presAssocID="{FFC2C28F-F2A7-455D-BC08-487C6DDAFEFD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F3B446CE-FFB5-45B8-8F34-CFAC7F056287}" type="pres">
      <dgm:prSet presAssocID="{FFC2C28F-F2A7-455D-BC08-487C6DDAFEFD}" presName="spaceRect" presStyleCnt="0"/>
      <dgm:spPr/>
    </dgm:pt>
    <dgm:pt modelId="{0FB76430-D737-486D-888C-8DBF4E725911}" type="pres">
      <dgm:prSet presAssocID="{FFC2C28F-F2A7-455D-BC08-487C6DDAFEFD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9E1A0F0E-FD81-4FF8-B1E7-B6298D749A31}" type="presOf" srcId="{FFC2C28F-F2A7-455D-BC08-487C6DDAFEFD}" destId="{0FB76430-D737-486D-888C-8DBF4E725911}" srcOrd="0" destOrd="0" presId="urn:microsoft.com/office/officeart/2018/2/layout/IconLabelList"/>
    <dgm:cxn modelId="{A873435B-8A09-444E-9C28-5690AB52BED9}" srcId="{5E11F5C3-0913-43E0-A657-B069FBCA53B3}" destId="{4BBC634B-37AD-4E47-9B8C-6B31797CBE7B}" srcOrd="0" destOrd="0" parTransId="{9D0C47DB-5F3A-497D-AB88-14D161B48DCB}" sibTransId="{819997F8-1552-4364-80BB-1D8191FA0CCB}"/>
    <dgm:cxn modelId="{BDCD6369-23B8-48B8-AA0C-EDA58D7698A3}" type="presOf" srcId="{4BBC634B-37AD-4E47-9B8C-6B31797CBE7B}" destId="{370F22F0-4EF2-4712-A112-A788544AF463}" srcOrd="0" destOrd="0" presId="urn:microsoft.com/office/officeart/2018/2/layout/IconLabelList"/>
    <dgm:cxn modelId="{29289059-A4B4-4B3B-9A0F-B8E760714154}" srcId="{5E11F5C3-0913-43E0-A657-B069FBCA53B3}" destId="{00503AE8-CC58-451E-BDC8-782655A8ABDB}" srcOrd="1" destOrd="0" parTransId="{6B8B08AD-102A-4091-8EE7-D1DB963BFB52}" sibTransId="{22585505-CECC-4F6B-97F7-D642F19FEEB4}"/>
    <dgm:cxn modelId="{163FC1CC-F857-41FC-972B-612A82FF3040}" type="presOf" srcId="{00503AE8-CC58-451E-BDC8-782655A8ABDB}" destId="{1BEF52A4-9FFC-4DE1-9534-670736C3292E}" srcOrd="0" destOrd="0" presId="urn:microsoft.com/office/officeart/2018/2/layout/IconLabelList"/>
    <dgm:cxn modelId="{B0C7E9E4-6B6A-452E-8210-8487B9B9B283}" srcId="{5E11F5C3-0913-43E0-A657-B069FBCA53B3}" destId="{FFC2C28F-F2A7-455D-BC08-487C6DDAFEFD}" srcOrd="2" destOrd="0" parTransId="{3345BE95-718B-42A3-9B87-DB96455F53C6}" sibTransId="{7B151D1B-7690-42B5-991A-B1AD6352CF3F}"/>
    <dgm:cxn modelId="{129FE8E9-801C-4249-BD03-25CDFF2C31B5}" type="presOf" srcId="{5E11F5C3-0913-43E0-A657-B069FBCA53B3}" destId="{9E271DDB-651B-4F7C-A325-01B01B11A9BF}" srcOrd="0" destOrd="0" presId="urn:microsoft.com/office/officeart/2018/2/layout/IconLabelList"/>
    <dgm:cxn modelId="{91D5066D-1343-4B7C-85F4-D73D7963BE12}" type="presParOf" srcId="{9E271DDB-651B-4F7C-A325-01B01B11A9BF}" destId="{F23DAA15-65AE-4A1E-9DB6-59DC9CCDE0A8}" srcOrd="0" destOrd="0" presId="urn:microsoft.com/office/officeart/2018/2/layout/IconLabelList"/>
    <dgm:cxn modelId="{23AC2C24-6FF4-4639-9B3D-BD46CB382711}" type="presParOf" srcId="{F23DAA15-65AE-4A1E-9DB6-59DC9CCDE0A8}" destId="{2757EC72-9EE2-4AF0-B7AE-542ACBFDDA2D}" srcOrd="0" destOrd="0" presId="urn:microsoft.com/office/officeart/2018/2/layout/IconLabelList"/>
    <dgm:cxn modelId="{8E17B8CD-5122-47B2-B334-1131E39A530C}" type="presParOf" srcId="{F23DAA15-65AE-4A1E-9DB6-59DC9CCDE0A8}" destId="{D44DD623-9547-4822-AE8C-C2C31FF9F559}" srcOrd="1" destOrd="0" presId="urn:microsoft.com/office/officeart/2018/2/layout/IconLabelList"/>
    <dgm:cxn modelId="{DFD9716B-D3BE-4E54-BF36-27A93FB0D4BF}" type="presParOf" srcId="{F23DAA15-65AE-4A1E-9DB6-59DC9CCDE0A8}" destId="{370F22F0-4EF2-4712-A112-A788544AF463}" srcOrd="2" destOrd="0" presId="urn:microsoft.com/office/officeart/2018/2/layout/IconLabelList"/>
    <dgm:cxn modelId="{DA87AD49-9881-47DF-9AC0-297D7B3B9882}" type="presParOf" srcId="{9E271DDB-651B-4F7C-A325-01B01B11A9BF}" destId="{88B8AD98-0559-4309-B3C2-E0C72C9E2986}" srcOrd="1" destOrd="0" presId="urn:microsoft.com/office/officeart/2018/2/layout/IconLabelList"/>
    <dgm:cxn modelId="{9F4C9A0C-FE60-48E4-93C4-5A03B23CC8CB}" type="presParOf" srcId="{9E271DDB-651B-4F7C-A325-01B01B11A9BF}" destId="{25B44E29-4739-44F7-BEA2-5D084198B38A}" srcOrd="2" destOrd="0" presId="urn:microsoft.com/office/officeart/2018/2/layout/IconLabelList"/>
    <dgm:cxn modelId="{F1BECE13-01B0-47D3-8293-A6281EF1EE2F}" type="presParOf" srcId="{25B44E29-4739-44F7-BEA2-5D084198B38A}" destId="{44709AE4-413D-4977-B34D-8A12671D0CBE}" srcOrd="0" destOrd="0" presId="urn:microsoft.com/office/officeart/2018/2/layout/IconLabelList"/>
    <dgm:cxn modelId="{AAF4FF98-6A77-44B2-92E3-C3BF8F6839E2}" type="presParOf" srcId="{25B44E29-4739-44F7-BEA2-5D084198B38A}" destId="{367B21E3-5EFF-4B6A-BD4B-FEA434AE5CD5}" srcOrd="1" destOrd="0" presId="urn:microsoft.com/office/officeart/2018/2/layout/IconLabelList"/>
    <dgm:cxn modelId="{07CEE0A0-E7A2-4941-A3FD-1FDB7ED07D99}" type="presParOf" srcId="{25B44E29-4739-44F7-BEA2-5D084198B38A}" destId="{1BEF52A4-9FFC-4DE1-9534-670736C3292E}" srcOrd="2" destOrd="0" presId="urn:microsoft.com/office/officeart/2018/2/layout/IconLabelList"/>
    <dgm:cxn modelId="{649EC760-6349-4573-A137-5102A17EB208}" type="presParOf" srcId="{9E271DDB-651B-4F7C-A325-01B01B11A9BF}" destId="{31ACC6E3-EAEA-4C6A-9706-452E5C00C976}" srcOrd="3" destOrd="0" presId="urn:microsoft.com/office/officeart/2018/2/layout/IconLabelList"/>
    <dgm:cxn modelId="{00DD252D-1878-499A-9D2C-FE6FC895D803}" type="presParOf" srcId="{9E271DDB-651B-4F7C-A325-01B01B11A9BF}" destId="{F1129931-9919-4CCD-B041-07D44E5DA206}" srcOrd="4" destOrd="0" presId="urn:microsoft.com/office/officeart/2018/2/layout/IconLabelList"/>
    <dgm:cxn modelId="{CBC26E4D-F179-42A1-A4D3-DE2680FAD489}" type="presParOf" srcId="{F1129931-9919-4CCD-B041-07D44E5DA206}" destId="{8BFB4C52-E064-4496-B183-AEB97309D433}" srcOrd="0" destOrd="0" presId="urn:microsoft.com/office/officeart/2018/2/layout/IconLabelList"/>
    <dgm:cxn modelId="{8124F7D2-180C-4E29-AD8A-10C4F5E11E42}" type="presParOf" srcId="{F1129931-9919-4CCD-B041-07D44E5DA206}" destId="{F3B446CE-FFB5-45B8-8F34-CFAC7F056287}" srcOrd="1" destOrd="0" presId="urn:microsoft.com/office/officeart/2018/2/layout/IconLabelList"/>
    <dgm:cxn modelId="{3B3E2B15-DF6C-421D-891F-5615DF00E2CB}" type="presParOf" srcId="{F1129931-9919-4CCD-B041-07D44E5DA206}" destId="{0FB76430-D737-486D-888C-8DBF4E725911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D821CF1-D7DC-48C3-840C-34E8C70CE5CB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4B48F2DA-8855-414C-93FE-87450AA7A2C4}">
      <dgm:prSet/>
      <dgm:spPr/>
      <dgm:t>
        <a:bodyPr/>
        <a:lstStyle/>
        <a:p>
          <a:pPr>
            <a:defRPr cap="all"/>
          </a:pPr>
          <a:r>
            <a:rPr lang="en-US"/>
            <a:t>Definir qué se quiere medir</a:t>
          </a:r>
        </a:p>
      </dgm:t>
    </dgm:pt>
    <dgm:pt modelId="{2652F03C-5537-4D22-966F-E5A1F0C2B359}" type="parTrans" cxnId="{0AD272E1-C794-43D6-96F9-3A6D44C2A0E8}">
      <dgm:prSet/>
      <dgm:spPr/>
      <dgm:t>
        <a:bodyPr/>
        <a:lstStyle/>
        <a:p>
          <a:endParaRPr lang="en-US"/>
        </a:p>
      </dgm:t>
    </dgm:pt>
    <dgm:pt modelId="{D72F7E0A-86C8-4579-8D39-BAA3A455B05C}" type="sibTrans" cxnId="{0AD272E1-C794-43D6-96F9-3A6D44C2A0E8}">
      <dgm:prSet/>
      <dgm:spPr/>
      <dgm:t>
        <a:bodyPr/>
        <a:lstStyle/>
        <a:p>
          <a:endParaRPr lang="en-US"/>
        </a:p>
      </dgm:t>
    </dgm:pt>
    <dgm:pt modelId="{0031E4AC-2B06-4DDB-941F-FB96C9D2C0FD}">
      <dgm:prSet/>
      <dgm:spPr/>
      <dgm:t>
        <a:bodyPr/>
        <a:lstStyle/>
        <a:p>
          <a:pPr>
            <a:defRPr cap="all"/>
          </a:pPr>
          <a:r>
            <a:rPr lang="en-US"/>
            <a:t>Relacionar métricas con objetivos del sistema</a:t>
          </a:r>
        </a:p>
      </dgm:t>
    </dgm:pt>
    <dgm:pt modelId="{E97BA3FD-310B-4901-8DF1-94A6499DD8B8}" type="parTrans" cxnId="{EE639FA2-A27E-49F3-8D1F-719286E25212}">
      <dgm:prSet/>
      <dgm:spPr/>
      <dgm:t>
        <a:bodyPr/>
        <a:lstStyle/>
        <a:p>
          <a:endParaRPr lang="en-US"/>
        </a:p>
      </dgm:t>
    </dgm:pt>
    <dgm:pt modelId="{65D11513-03B5-4802-88EB-F2493BF7D31D}" type="sibTrans" cxnId="{EE639FA2-A27E-49F3-8D1F-719286E25212}">
      <dgm:prSet/>
      <dgm:spPr/>
      <dgm:t>
        <a:bodyPr/>
        <a:lstStyle/>
        <a:p>
          <a:endParaRPr lang="en-US"/>
        </a:p>
      </dgm:t>
    </dgm:pt>
    <dgm:pt modelId="{D9B71563-C8C5-4237-AC96-10FEE897C26C}">
      <dgm:prSet/>
      <dgm:spPr/>
      <dgm:t>
        <a:bodyPr/>
        <a:lstStyle/>
        <a:p>
          <a:pPr>
            <a:defRPr cap="all"/>
          </a:pPr>
          <a:r>
            <a:rPr lang="en-US"/>
            <a:t>Alinear métricas con necesidades de la organización</a:t>
          </a:r>
        </a:p>
      </dgm:t>
    </dgm:pt>
    <dgm:pt modelId="{173437AE-5562-4F31-A95B-D6357E196073}" type="parTrans" cxnId="{34C554A9-06D9-44CE-9CF1-5A2609559EC5}">
      <dgm:prSet/>
      <dgm:spPr/>
      <dgm:t>
        <a:bodyPr/>
        <a:lstStyle/>
        <a:p>
          <a:endParaRPr lang="en-US"/>
        </a:p>
      </dgm:t>
    </dgm:pt>
    <dgm:pt modelId="{FA1D56DC-0D2D-4B25-BC33-977854357969}" type="sibTrans" cxnId="{34C554A9-06D9-44CE-9CF1-5A2609559EC5}">
      <dgm:prSet/>
      <dgm:spPr/>
      <dgm:t>
        <a:bodyPr/>
        <a:lstStyle/>
        <a:p>
          <a:endParaRPr lang="en-US"/>
        </a:p>
      </dgm:t>
    </dgm:pt>
    <dgm:pt modelId="{595FFD36-922F-4544-B00C-E7BB626BF5E7}" type="pres">
      <dgm:prSet presAssocID="{5D821CF1-D7DC-48C3-840C-34E8C70CE5CB}" presName="root" presStyleCnt="0">
        <dgm:presLayoutVars>
          <dgm:dir/>
          <dgm:resizeHandles val="exact"/>
        </dgm:presLayoutVars>
      </dgm:prSet>
      <dgm:spPr/>
    </dgm:pt>
    <dgm:pt modelId="{A12E5083-1884-4F6D-A7D0-161A6F8F22F9}" type="pres">
      <dgm:prSet presAssocID="{4B48F2DA-8855-414C-93FE-87450AA7A2C4}" presName="compNode" presStyleCnt="0"/>
      <dgm:spPr/>
    </dgm:pt>
    <dgm:pt modelId="{60ED8CC0-F3AC-4990-9ECC-DA7E813B5686}" type="pres">
      <dgm:prSet presAssocID="{4B48F2DA-8855-414C-93FE-87450AA7A2C4}" presName="iconBgRect" presStyleLbl="bgShp" presStyleIdx="0" presStyleCnt="3"/>
      <dgm:spPr/>
    </dgm:pt>
    <dgm:pt modelId="{A4C5FDDE-F7C8-4243-971C-0A8FB2F73E50}" type="pres">
      <dgm:prSet presAssocID="{4B48F2DA-8855-414C-93FE-87450AA7A2C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B79A7D23-3F43-46D5-B4AA-2B18BD825313}" type="pres">
      <dgm:prSet presAssocID="{4B48F2DA-8855-414C-93FE-87450AA7A2C4}" presName="spaceRect" presStyleCnt="0"/>
      <dgm:spPr/>
    </dgm:pt>
    <dgm:pt modelId="{1B2B2EDE-C7C7-4203-94EB-0D005F065848}" type="pres">
      <dgm:prSet presAssocID="{4B48F2DA-8855-414C-93FE-87450AA7A2C4}" presName="textRect" presStyleLbl="revTx" presStyleIdx="0" presStyleCnt="3">
        <dgm:presLayoutVars>
          <dgm:chMax val="1"/>
          <dgm:chPref val="1"/>
        </dgm:presLayoutVars>
      </dgm:prSet>
      <dgm:spPr/>
    </dgm:pt>
    <dgm:pt modelId="{D1E176F3-20D0-476A-9982-CDF3C908CAA2}" type="pres">
      <dgm:prSet presAssocID="{D72F7E0A-86C8-4579-8D39-BAA3A455B05C}" presName="sibTrans" presStyleCnt="0"/>
      <dgm:spPr/>
    </dgm:pt>
    <dgm:pt modelId="{CDC18B55-88E2-41BC-92FF-C6D8B43E45D8}" type="pres">
      <dgm:prSet presAssocID="{0031E4AC-2B06-4DDB-941F-FB96C9D2C0FD}" presName="compNode" presStyleCnt="0"/>
      <dgm:spPr/>
    </dgm:pt>
    <dgm:pt modelId="{C89C0C57-66F5-4DCC-BCCA-4FCFC2638590}" type="pres">
      <dgm:prSet presAssocID="{0031E4AC-2B06-4DDB-941F-FB96C9D2C0FD}" presName="iconBgRect" presStyleLbl="bgShp" presStyleIdx="1" presStyleCnt="3"/>
      <dgm:spPr/>
    </dgm:pt>
    <dgm:pt modelId="{927B6D8A-5565-4D7D-A4DB-6532D431EFEE}" type="pres">
      <dgm:prSet presAssocID="{0031E4AC-2B06-4DDB-941F-FB96C9D2C0F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ana"/>
        </a:ext>
      </dgm:extLst>
    </dgm:pt>
    <dgm:pt modelId="{67EB7E8F-CFF0-407E-8520-EFD4768F77A7}" type="pres">
      <dgm:prSet presAssocID="{0031E4AC-2B06-4DDB-941F-FB96C9D2C0FD}" presName="spaceRect" presStyleCnt="0"/>
      <dgm:spPr/>
    </dgm:pt>
    <dgm:pt modelId="{21475E05-4868-4A2E-98DC-0E64DBF00CDC}" type="pres">
      <dgm:prSet presAssocID="{0031E4AC-2B06-4DDB-941F-FB96C9D2C0FD}" presName="textRect" presStyleLbl="revTx" presStyleIdx="1" presStyleCnt="3">
        <dgm:presLayoutVars>
          <dgm:chMax val="1"/>
          <dgm:chPref val="1"/>
        </dgm:presLayoutVars>
      </dgm:prSet>
      <dgm:spPr/>
    </dgm:pt>
    <dgm:pt modelId="{AA3ED2D6-F17B-4377-A394-43F52750AADE}" type="pres">
      <dgm:prSet presAssocID="{65D11513-03B5-4802-88EB-F2493BF7D31D}" presName="sibTrans" presStyleCnt="0"/>
      <dgm:spPr/>
    </dgm:pt>
    <dgm:pt modelId="{EF936400-D131-4C06-ADDC-04D5624DFF6B}" type="pres">
      <dgm:prSet presAssocID="{D9B71563-C8C5-4237-AC96-10FEE897C26C}" presName="compNode" presStyleCnt="0"/>
      <dgm:spPr/>
    </dgm:pt>
    <dgm:pt modelId="{7F92D283-2D2C-45FA-8403-A633B10B6AA4}" type="pres">
      <dgm:prSet presAssocID="{D9B71563-C8C5-4237-AC96-10FEE897C26C}" presName="iconBgRect" presStyleLbl="bgShp" presStyleIdx="2" presStyleCnt="3"/>
      <dgm:spPr/>
    </dgm:pt>
    <dgm:pt modelId="{DBCF930D-CEB0-4EF4-A683-C1C5CC379906}" type="pres">
      <dgm:prSet presAssocID="{D9B71563-C8C5-4237-AC96-10FEE897C26C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Jerarquía"/>
        </a:ext>
      </dgm:extLst>
    </dgm:pt>
    <dgm:pt modelId="{AB1EDB7A-F8D5-459F-8783-250D106A17B3}" type="pres">
      <dgm:prSet presAssocID="{D9B71563-C8C5-4237-AC96-10FEE897C26C}" presName="spaceRect" presStyleCnt="0"/>
      <dgm:spPr/>
    </dgm:pt>
    <dgm:pt modelId="{8362E125-58BB-4DA9-93CD-4E020B8A117F}" type="pres">
      <dgm:prSet presAssocID="{D9B71563-C8C5-4237-AC96-10FEE897C26C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D79A9C38-071F-43C9-B4B3-E1ECC3AF10B8}" type="presOf" srcId="{0031E4AC-2B06-4DDB-941F-FB96C9D2C0FD}" destId="{21475E05-4868-4A2E-98DC-0E64DBF00CDC}" srcOrd="0" destOrd="0" presId="urn:microsoft.com/office/officeart/2018/5/layout/IconCircleLabelList"/>
    <dgm:cxn modelId="{EE639FA2-A27E-49F3-8D1F-719286E25212}" srcId="{5D821CF1-D7DC-48C3-840C-34E8C70CE5CB}" destId="{0031E4AC-2B06-4DDB-941F-FB96C9D2C0FD}" srcOrd="1" destOrd="0" parTransId="{E97BA3FD-310B-4901-8DF1-94A6499DD8B8}" sibTransId="{65D11513-03B5-4802-88EB-F2493BF7D31D}"/>
    <dgm:cxn modelId="{34C554A9-06D9-44CE-9CF1-5A2609559EC5}" srcId="{5D821CF1-D7DC-48C3-840C-34E8C70CE5CB}" destId="{D9B71563-C8C5-4237-AC96-10FEE897C26C}" srcOrd="2" destOrd="0" parTransId="{173437AE-5562-4F31-A95B-D6357E196073}" sibTransId="{FA1D56DC-0D2D-4B25-BC33-977854357969}"/>
    <dgm:cxn modelId="{E5CD23D0-AF4A-4762-889F-789A3487AF7D}" type="presOf" srcId="{D9B71563-C8C5-4237-AC96-10FEE897C26C}" destId="{8362E125-58BB-4DA9-93CD-4E020B8A117F}" srcOrd="0" destOrd="0" presId="urn:microsoft.com/office/officeart/2018/5/layout/IconCircleLabelList"/>
    <dgm:cxn modelId="{F09C12DD-2DEE-451F-942B-CF453D519213}" type="presOf" srcId="{5D821CF1-D7DC-48C3-840C-34E8C70CE5CB}" destId="{595FFD36-922F-4544-B00C-E7BB626BF5E7}" srcOrd="0" destOrd="0" presId="urn:microsoft.com/office/officeart/2018/5/layout/IconCircleLabelList"/>
    <dgm:cxn modelId="{0AD272E1-C794-43D6-96F9-3A6D44C2A0E8}" srcId="{5D821CF1-D7DC-48C3-840C-34E8C70CE5CB}" destId="{4B48F2DA-8855-414C-93FE-87450AA7A2C4}" srcOrd="0" destOrd="0" parTransId="{2652F03C-5537-4D22-966F-E5A1F0C2B359}" sibTransId="{D72F7E0A-86C8-4579-8D39-BAA3A455B05C}"/>
    <dgm:cxn modelId="{D0F8C9E4-6070-4A8A-9E7B-374F5D92A7F6}" type="presOf" srcId="{4B48F2DA-8855-414C-93FE-87450AA7A2C4}" destId="{1B2B2EDE-C7C7-4203-94EB-0D005F065848}" srcOrd="0" destOrd="0" presId="urn:microsoft.com/office/officeart/2018/5/layout/IconCircleLabelList"/>
    <dgm:cxn modelId="{61573F84-CC5B-4E6C-A89E-8F766447ED31}" type="presParOf" srcId="{595FFD36-922F-4544-B00C-E7BB626BF5E7}" destId="{A12E5083-1884-4F6D-A7D0-161A6F8F22F9}" srcOrd="0" destOrd="0" presId="urn:microsoft.com/office/officeart/2018/5/layout/IconCircleLabelList"/>
    <dgm:cxn modelId="{D57676EA-B04E-48F1-8B8D-C780F7E60F0F}" type="presParOf" srcId="{A12E5083-1884-4F6D-A7D0-161A6F8F22F9}" destId="{60ED8CC0-F3AC-4990-9ECC-DA7E813B5686}" srcOrd="0" destOrd="0" presId="urn:microsoft.com/office/officeart/2018/5/layout/IconCircleLabelList"/>
    <dgm:cxn modelId="{3F70ECEA-C26F-423E-87C6-2DBDE3CE3307}" type="presParOf" srcId="{A12E5083-1884-4F6D-A7D0-161A6F8F22F9}" destId="{A4C5FDDE-F7C8-4243-971C-0A8FB2F73E50}" srcOrd="1" destOrd="0" presId="urn:microsoft.com/office/officeart/2018/5/layout/IconCircleLabelList"/>
    <dgm:cxn modelId="{8DD0CE8E-AA6A-407B-9FC0-3BE6E96B3004}" type="presParOf" srcId="{A12E5083-1884-4F6D-A7D0-161A6F8F22F9}" destId="{B79A7D23-3F43-46D5-B4AA-2B18BD825313}" srcOrd="2" destOrd="0" presId="urn:microsoft.com/office/officeart/2018/5/layout/IconCircleLabelList"/>
    <dgm:cxn modelId="{0BCB9110-4BF4-4280-8373-64F7A17A0332}" type="presParOf" srcId="{A12E5083-1884-4F6D-A7D0-161A6F8F22F9}" destId="{1B2B2EDE-C7C7-4203-94EB-0D005F065848}" srcOrd="3" destOrd="0" presId="urn:microsoft.com/office/officeart/2018/5/layout/IconCircleLabelList"/>
    <dgm:cxn modelId="{3BF3CB28-EEB2-4D82-9517-9CDEA03EF7F8}" type="presParOf" srcId="{595FFD36-922F-4544-B00C-E7BB626BF5E7}" destId="{D1E176F3-20D0-476A-9982-CDF3C908CAA2}" srcOrd="1" destOrd="0" presId="urn:microsoft.com/office/officeart/2018/5/layout/IconCircleLabelList"/>
    <dgm:cxn modelId="{AE515B9B-3CD5-4E81-97F3-5BAE23E5D385}" type="presParOf" srcId="{595FFD36-922F-4544-B00C-E7BB626BF5E7}" destId="{CDC18B55-88E2-41BC-92FF-C6D8B43E45D8}" srcOrd="2" destOrd="0" presId="urn:microsoft.com/office/officeart/2018/5/layout/IconCircleLabelList"/>
    <dgm:cxn modelId="{25DF50BB-5F6C-446D-A4CC-C7D9B4C3F49F}" type="presParOf" srcId="{CDC18B55-88E2-41BC-92FF-C6D8B43E45D8}" destId="{C89C0C57-66F5-4DCC-BCCA-4FCFC2638590}" srcOrd="0" destOrd="0" presId="urn:microsoft.com/office/officeart/2018/5/layout/IconCircleLabelList"/>
    <dgm:cxn modelId="{F67EE135-C73E-4C7F-BA7E-25D73EFA84DA}" type="presParOf" srcId="{CDC18B55-88E2-41BC-92FF-C6D8B43E45D8}" destId="{927B6D8A-5565-4D7D-A4DB-6532D431EFEE}" srcOrd="1" destOrd="0" presId="urn:microsoft.com/office/officeart/2018/5/layout/IconCircleLabelList"/>
    <dgm:cxn modelId="{38BC1460-4E83-4E04-AD5F-885BC0F6B06E}" type="presParOf" srcId="{CDC18B55-88E2-41BC-92FF-C6D8B43E45D8}" destId="{67EB7E8F-CFF0-407E-8520-EFD4768F77A7}" srcOrd="2" destOrd="0" presId="urn:microsoft.com/office/officeart/2018/5/layout/IconCircleLabelList"/>
    <dgm:cxn modelId="{E3848442-8BD0-479C-BF2A-36228351C8AE}" type="presParOf" srcId="{CDC18B55-88E2-41BC-92FF-C6D8B43E45D8}" destId="{21475E05-4868-4A2E-98DC-0E64DBF00CDC}" srcOrd="3" destOrd="0" presId="urn:microsoft.com/office/officeart/2018/5/layout/IconCircleLabelList"/>
    <dgm:cxn modelId="{BDCFA92C-7085-46EE-A7CA-769787367734}" type="presParOf" srcId="{595FFD36-922F-4544-B00C-E7BB626BF5E7}" destId="{AA3ED2D6-F17B-4377-A394-43F52750AADE}" srcOrd="3" destOrd="0" presId="urn:microsoft.com/office/officeart/2018/5/layout/IconCircleLabelList"/>
    <dgm:cxn modelId="{0302D20F-6AFD-4E85-8B89-D9FA7E3183CB}" type="presParOf" srcId="{595FFD36-922F-4544-B00C-E7BB626BF5E7}" destId="{EF936400-D131-4C06-ADDC-04D5624DFF6B}" srcOrd="4" destOrd="0" presId="urn:microsoft.com/office/officeart/2018/5/layout/IconCircleLabelList"/>
    <dgm:cxn modelId="{40670C1A-0EE1-4D0F-8C66-EE8E6E88C9E3}" type="presParOf" srcId="{EF936400-D131-4C06-ADDC-04D5624DFF6B}" destId="{7F92D283-2D2C-45FA-8403-A633B10B6AA4}" srcOrd="0" destOrd="0" presId="urn:microsoft.com/office/officeart/2018/5/layout/IconCircleLabelList"/>
    <dgm:cxn modelId="{E6AA2E83-9488-4F39-8D46-FCF4F6B7330B}" type="presParOf" srcId="{EF936400-D131-4C06-ADDC-04D5624DFF6B}" destId="{DBCF930D-CEB0-4EF4-A683-C1C5CC379906}" srcOrd="1" destOrd="0" presId="urn:microsoft.com/office/officeart/2018/5/layout/IconCircleLabelList"/>
    <dgm:cxn modelId="{B55ED2C5-F9B7-4115-BA26-03FE108D57AA}" type="presParOf" srcId="{EF936400-D131-4C06-ADDC-04D5624DFF6B}" destId="{AB1EDB7A-F8D5-459F-8783-250D106A17B3}" srcOrd="2" destOrd="0" presId="urn:microsoft.com/office/officeart/2018/5/layout/IconCircleLabelList"/>
    <dgm:cxn modelId="{47F450D3-6DC8-47DC-B2EC-0003F8009F54}" type="presParOf" srcId="{EF936400-D131-4C06-ADDC-04D5624DFF6B}" destId="{8362E125-58BB-4DA9-93CD-4E020B8A117F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74041EC-791C-43DF-BAC1-68D47F0FC215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1C89795-8FCA-4758-85A6-4520FFAC3FC9}">
      <dgm:prSet/>
      <dgm:spPr/>
      <dgm:t>
        <a:bodyPr/>
        <a:lstStyle/>
        <a:p>
          <a:r>
            <a:rPr lang="en-US"/>
            <a:t>Relevancia</a:t>
          </a:r>
        </a:p>
      </dgm:t>
    </dgm:pt>
    <dgm:pt modelId="{003DCD49-F689-4776-B1FF-79A94ED8EA03}" type="parTrans" cxnId="{9DCC5747-744B-4E94-A830-7DF2A363BAD8}">
      <dgm:prSet/>
      <dgm:spPr/>
      <dgm:t>
        <a:bodyPr/>
        <a:lstStyle/>
        <a:p>
          <a:endParaRPr lang="en-US"/>
        </a:p>
      </dgm:t>
    </dgm:pt>
    <dgm:pt modelId="{E87F8F29-92F1-4CD7-A7F4-DA924E321264}" type="sibTrans" cxnId="{9DCC5747-744B-4E94-A830-7DF2A363BAD8}">
      <dgm:prSet/>
      <dgm:spPr/>
      <dgm:t>
        <a:bodyPr/>
        <a:lstStyle/>
        <a:p>
          <a:endParaRPr lang="en-US"/>
        </a:p>
      </dgm:t>
    </dgm:pt>
    <dgm:pt modelId="{F6F092C5-CEEF-4DA9-AD1B-B6DA9D728F73}">
      <dgm:prSet/>
      <dgm:spPr/>
      <dgm:t>
        <a:bodyPr/>
        <a:lstStyle/>
        <a:p>
          <a:r>
            <a:rPr lang="en-US"/>
            <a:t>Claridad</a:t>
          </a:r>
        </a:p>
      </dgm:t>
    </dgm:pt>
    <dgm:pt modelId="{E0A8AF5A-C833-410C-9713-F503D7545E31}" type="parTrans" cxnId="{7CCD83CB-293D-4FA9-9B84-1FAAD55954EA}">
      <dgm:prSet/>
      <dgm:spPr/>
      <dgm:t>
        <a:bodyPr/>
        <a:lstStyle/>
        <a:p>
          <a:endParaRPr lang="en-US"/>
        </a:p>
      </dgm:t>
    </dgm:pt>
    <dgm:pt modelId="{C8191EDD-7FD7-4B8F-9809-D0C06DA939E1}" type="sibTrans" cxnId="{7CCD83CB-293D-4FA9-9B84-1FAAD55954EA}">
      <dgm:prSet/>
      <dgm:spPr/>
      <dgm:t>
        <a:bodyPr/>
        <a:lstStyle/>
        <a:p>
          <a:endParaRPr lang="en-US"/>
        </a:p>
      </dgm:t>
    </dgm:pt>
    <dgm:pt modelId="{4D4D3533-56DE-4509-8B39-6654E1B0546C}">
      <dgm:prSet/>
      <dgm:spPr/>
      <dgm:t>
        <a:bodyPr/>
        <a:lstStyle/>
        <a:p>
          <a:r>
            <a:rPr lang="en-US"/>
            <a:t>Facilidad de obtención</a:t>
          </a:r>
        </a:p>
      </dgm:t>
    </dgm:pt>
    <dgm:pt modelId="{811AAB4D-AF89-4AF9-A356-F900B6A824CA}" type="parTrans" cxnId="{2365E4DF-CE5F-443D-946F-DDEC0877D92E}">
      <dgm:prSet/>
      <dgm:spPr/>
      <dgm:t>
        <a:bodyPr/>
        <a:lstStyle/>
        <a:p>
          <a:endParaRPr lang="en-US"/>
        </a:p>
      </dgm:t>
    </dgm:pt>
    <dgm:pt modelId="{26857A48-1BAC-4589-8892-E9FA652BD8B1}" type="sibTrans" cxnId="{2365E4DF-CE5F-443D-946F-DDEC0877D92E}">
      <dgm:prSet/>
      <dgm:spPr/>
      <dgm:t>
        <a:bodyPr/>
        <a:lstStyle/>
        <a:p>
          <a:endParaRPr lang="en-US"/>
        </a:p>
      </dgm:t>
    </dgm:pt>
    <dgm:pt modelId="{E0B8EFC2-05AE-464D-B6CD-145DCEA0FDEF}">
      <dgm:prSet/>
      <dgm:spPr/>
      <dgm:t>
        <a:bodyPr/>
        <a:lstStyle/>
        <a:p>
          <a:r>
            <a:rPr lang="en-US"/>
            <a:t>Utilidad para la toma de decisiones</a:t>
          </a:r>
        </a:p>
      </dgm:t>
    </dgm:pt>
    <dgm:pt modelId="{B711B8EA-287B-47CB-956B-C2FBAA768562}" type="parTrans" cxnId="{3F785D0F-56DE-432F-AE5A-F30F76849889}">
      <dgm:prSet/>
      <dgm:spPr/>
      <dgm:t>
        <a:bodyPr/>
        <a:lstStyle/>
        <a:p>
          <a:endParaRPr lang="en-US"/>
        </a:p>
      </dgm:t>
    </dgm:pt>
    <dgm:pt modelId="{59F1C73F-3D99-4468-8C27-8C0A6968BCEF}" type="sibTrans" cxnId="{3F785D0F-56DE-432F-AE5A-F30F76849889}">
      <dgm:prSet/>
      <dgm:spPr/>
      <dgm:t>
        <a:bodyPr/>
        <a:lstStyle/>
        <a:p>
          <a:endParaRPr lang="en-US"/>
        </a:p>
      </dgm:t>
    </dgm:pt>
    <dgm:pt modelId="{16AC394E-FBBF-4B1E-93AC-DCA8C53F7024}" type="pres">
      <dgm:prSet presAssocID="{674041EC-791C-43DF-BAC1-68D47F0FC215}" presName="linear" presStyleCnt="0">
        <dgm:presLayoutVars>
          <dgm:animLvl val="lvl"/>
          <dgm:resizeHandles val="exact"/>
        </dgm:presLayoutVars>
      </dgm:prSet>
      <dgm:spPr/>
    </dgm:pt>
    <dgm:pt modelId="{29749EEB-8641-41E2-8A32-497712E0EFDA}" type="pres">
      <dgm:prSet presAssocID="{11C89795-8FCA-4758-85A6-4520FFAC3FC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4BD3C49-C440-4A7B-B61E-49B47CEAD682}" type="pres">
      <dgm:prSet presAssocID="{E87F8F29-92F1-4CD7-A7F4-DA924E321264}" presName="spacer" presStyleCnt="0"/>
      <dgm:spPr/>
    </dgm:pt>
    <dgm:pt modelId="{DF12830D-4733-4456-BD65-A879EB52C6E4}" type="pres">
      <dgm:prSet presAssocID="{F6F092C5-CEEF-4DA9-AD1B-B6DA9D728F7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E37C9CC-3032-42DD-9826-538B6F0A6087}" type="pres">
      <dgm:prSet presAssocID="{C8191EDD-7FD7-4B8F-9809-D0C06DA939E1}" presName="spacer" presStyleCnt="0"/>
      <dgm:spPr/>
    </dgm:pt>
    <dgm:pt modelId="{D14066C5-1089-4C7C-ACF8-7A3C02FC6B9F}" type="pres">
      <dgm:prSet presAssocID="{4D4D3533-56DE-4509-8B39-6654E1B0546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898E64B-8F0D-49D2-981E-196066515012}" type="pres">
      <dgm:prSet presAssocID="{26857A48-1BAC-4589-8892-E9FA652BD8B1}" presName="spacer" presStyleCnt="0"/>
      <dgm:spPr/>
    </dgm:pt>
    <dgm:pt modelId="{03632B6A-D9F8-45FB-BC67-EFDB6FA476AA}" type="pres">
      <dgm:prSet presAssocID="{E0B8EFC2-05AE-464D-B6CD-145DCEA0FDEF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F323A401-3D3D-45B0-9E48-96DE55A2A1E7}" type="presOf" srcId="{674041EC-791C-43DF-BAC1-68D47F0FC215}" destId="{16AC394E-FBBF-4B1E-93AC-DCA8C53F7024}" srcOrd="0" destOrd="0" presId="urn:microsoft.com/office/officeart/2005/8/layout/vList2"/>
    <dgm:cxn modelId="{3F785D0F-56DE-432F-AE5A-F30F76849889}" srcId="{674041EC-791C-43DF-BAC1-68D47F0FC215}" destId="{E0B8EFC2-05AE-464D-B6CD-145DCEA0FDEF}" srcOrd="3" destOrd="0" parTransId="{B711B8EA-287B-47CB-956B-C2FBAA768562}" sibTransId="{59F1C73F-3D99-4468-8C27-8C0A6968BCEF}"/>
    <dgm:cxn modelId="{77DFE334-84C7-4E33-AF97-70AE43CF8A72}" type="presOf" srcId="{F6F092C5-CEEF-4DA9-AD1B-B6DA9D728F73}" destId="{DF12830D-4733-4456-BD65-A879EB52C6E4}" srcOrd="0" destOrd="0" presId="urn:microsoft.com/office/officeart/2005/8/layout/vList2"/>
    <dgm:cxn modelId="{9DCC5747-744B-4E94-A830-7DF2A363BAD8}" srcId="{674041EC-791C-43DF-BAC1-68D47F0FC215}" destId="{11C89795-8FCA-4758-85A6-4520FFAC3FC9}" srcOrd="0" destOrd="0" parTransId="{003DCD49-F689-4776-B1FF-79A94ED8EA03}" sibTransId="{E87F8F29-92F1-4CD7-A7F4-DA924E321264}"/>
    <dgm:cxn modelId="{2F5B1B7F-AFC0-4348-A6CA-6A160C7C1F70}" type="presOf" srcId="{4D4D3533-56DE-4509-8B39-6654E1B0546C}" destId="{D14066C5-1089-4C7C-ACF8-7A3C02FC6B9F}" srcOrd="0" destOrd="0" presId="urn:microsoft.com/office/officeart/2005/8/layout/vList2"/>
    <dgm:cxn modelId="{239BE09B-0CF5-45F8-9C4F-7A20D23704D2}" type="presOf" srcId="{11C89795-8FCA-4758-85A6-4520FFAC3FC9}" destId="{29749EEB-8641-41E2-8A32-497712E0EFDA}" srcOrd="0" destOrd="0" presId="urn:microsoft.com/office/officeart/2005/8/layout/vList2"/>
    <dgm:cxn modelId="{7CCD83CB-293D-4FA9-9B84-1FAAD55954EA}" srcId="{674041EC-791C-43DF-BAC1-68D47F0FC215}" destId="{F6F092C5-CEEF-4DA9-AD1B-B6DA9D728F73}" srcOrd="1" destOrd="0" parTransId="{E0A8AF5A-C833-410C-9713-F503D7545E31}" sibTransId="{C8191EDD-7FD7-4B8F-9809-D0C06DA939E1}"/>
    <dgm:cxn modelId="{2365E4DF-CE5F-443D-946F-DDEC0877D92E}" srcId="{674041EC-791C-43DF-BAC1-68D47F0FC215}" destId="{4D4D3533-56DE-4509-8B39-6654E1B0546C}" srcOrd="2" destOrd="0" parTransId="{811AAB4D-AF89-4AF9-A356-F900B6A824CA}" sibTransId="{26857A48-1BAC-4589-8892-E9FA652BD8B1}"/>
    <dgm:cxn modelId="{CA34FCDF-BF69-4D3F-9808-A621AF486036}" type="presOf" srcId="{E0B8EFC2-05AE-464D-B6CD-145DCEA0FDEF}" destId="{03632B6A-D9F8-45FB-BC67-EFDB6FA476AA}" srcOrd="0" destOrd="0" presId="urn:microsoft.com/office/officeart/2005/8/layout/vList2"/>
    <dgm:cxn modelId="{4BB47CA6-E6AE-4634-A8F2-FAAADDD0BF42}" type="presParOf" srcId="{16AC394E-FBBF-4B1E-93AC-DCA8C53F7024}" destId="{29749EEB-8641-41E2-8A32-497712E0EFDA}" srcOrd="0" destOrd="0" presId="urn:microsoft.com/office/officeart/2005/8/layout/vList2"/>
    <dgm:cxn modelId="{F0A74FF4-0782-417D-9596-9F953BCF9619}" type="presParOf" srcId="{16AC394E-FBBF-4B1E-93AC-DCA8C53F7024}" destId="{34BD3C49-C440-4A7B-B61E-49B47CEAD682}" srcOrd="1" destOrd="0" presId="urn:microsoft.com/office/officeart/2005/8/layout/vList2"/>
    <dgm:cxn modelId="{43896305-9948-47C0-B70F-0DB9848C70EA}" type="presParOf" srcId="{16AC394E-FBBF-4B1E-93AC-DCA8C53F7024}" destId="{DF12830D-4733-4456-BD65-A879EB52C6E4}" srcOrd="2" destOrd="0" presId="urn:microsoft.com/office/officeart/2005/8/layout/vList2"/>
    <dgm:cxn modelId="{CE9290B3-A29E-4EED-9041-939BF6323E32}" type="presParOf" srcId="{16AC394E-FBBF-4B1E-93AC-DCA8C53F7024}" destId="{3E37C9CC-3032-42DD-9826-538B6F0A6087}" srcOrd="3" destOrd="0" presId="urn:microsoft.com/office/officeart/2005/8/layout/vList2"/>
    <dgm:cxn modelId="{EF6F6F9A-8DE5-4BD7-97E9-68F5111DC5EF}" type="presParOf" srcId="{16AC394E-FBBF-4B1E-93AC-DCA8C53F7024}" destId="{D14066C5-1089-4C7C-ACF8-7A3C02FC6B9F}" srcOrd="4" destOrd="0" presId="urn:microsoft.com/office/officeart/2005/8/layout/vList2"/>
    <dgm:cxn modelId="{472F5906-EF38-4EE2-948D-BF89CAF2B64A}" type="presParOf" srcId="{16AC394E-FBBF-4B1E-93AC-DCA8C53F7024}" destId="{2898E64B-8F0D-49D2-981E-196066515012}" srcOrd="5" destOrd="0" presId="urn:microsoft.com/office/officeart/2005/8/layout/vList2"/>
    <dgm:cxn modelId="{F8DB356D-DF2B-47EF-9274-F61B2DAD40E1}" type="presParOf" srcId="{16AC394E-FBBF-4B1E-93AC-DCA8C53F7024}" destId="{03632B6A-D9F8-45FB-BC67-EFDB6FA476AA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CB05F8D-8870-491F-BEC5-8E19825D234D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1B3C5E35-3BBB-4C79-BDE1-AD83AD2A2ECE}">
      <dgm:prSet/>
      <dgm:spPr/>
      <dgm:t>
        <a:bodyPr/>
        <a:lstStyle/>
        <a:p>
          <a:pPr>
            <a:defRPr cap="all"/>
          </a:pPr>
          <a:r>
            <a:rPr lang="en-US"/>
            <a:t>Sistemas operativos</a:t>
          </a:r>
        </a:p>
      </dgm:t>
    </dgm:pt>
    <dgm:pt modelId="{4A2AD023-81C6-4318-9310-315DC55A82AE}" type="parTrans" cxnId="{712FEB6F-D139-4517-A5A1-CF6F809D137C}">
      <dgm:prSet/>
      <dgm:spPr/>
      <dgm:t>
        <a:bodyPr/>
        <a:lstStyle/>
        <a:p>
          <a:endParaRPr lang="en-US"/>
        </a:p>
      </dgm:t>
    </dgm:pt>
    <dgm:pt modelId="{543E1376-A4B7-4AD5-9891-D9AB5DF35CF4}" type="sibTrans" cxnId="{712FEB6F-D139-4517-A5A1-CF6F809D137C}">
      <dgm:prSet/>
      <dgm:spPr/>
      <dgm:t>
        <a:bodyPr/>
        <a:lstStyle/>
        <a:p>
          <a:endParaRPr lang="en-US"/>
        </a:p>
      </dgm:t>
    </dgm:pt>
    <dgm:pt modelId="{0E6D0133-16CD-4EDD-A7BB-8BB84E10D80C}">
      <dgm:prSet/>
      <dgm:spPr/>
      <dgm:t>
        <a:bodyPr/>
        <a:lstStyle/>
        <a:p>
          <a:pPr>
            <a:defRPr cap="all"/>
          </a:pPr>
          <a:r>
            <a:rPr lang="en-US"/>
            <a:t>Servidores</a:t>
          </a:r>
        </a:p>
      </dgm:t>
    </dgm:pt>
    <dgm:pt modelId="{61BD53FB-E223-4F29-9B63-4D6B89FA0331}" type="parTrans" cxnId="{7CC14CCE-8D09-44A5-99E3-93B77FD66F35}">
      <dgm:prSet/>
      <dgm:spPr/>
      <dgm:t>
        <a:bodyPr/>
        <a:lstStyle/>
        <a:p>
          <a:endParaRPr lang="en-US"/>
        </a:p>
      </dgm:t>
    </dgm:pt>
    <dgm:pt modelId="{40456339-A563-436B-AF3C-F17E63A9960F}" type="sibTrans" cxnId="{7CC14CCE-8D09-44A5-99E3-93B77FD66F35}">
      <dgm:prSet/>
      <dgm:spPr/>
      <dgm:t>
        <a:bodyPr/>
        <a:lstStyle/>
        <a:p>
          <a:endParaRPr lang="en-US"/>
        </a:p>
      </dgm:t>
    </dgm:pt>
    <dgm:pt modelId="{034521FE-6970-452B-8641-A57873B74015}">
      <dgm:prSet/>
      <dgm:spPr/>
      <dgm:t>
        <a:bodyPr/>
        <a:lstStyle/>
        <a:p>
          <a:pPr>
            <a:defRPr cap="all"/>
          </a:pPr>
          <a:r>
            <a:rPr lang="en-US"/>
            <a:t>Redes</a:t>
          </a:r>
        </a:p>
      </dgm:t>
    </dgm:pt>
    <dgm:pt modelId="{C9C05C78-5CAC-4D9B-8CF6-F7FF113D917F}" type="parTrans" cxnId="{FB0F7077-C3C1-4FDF-B7E3-89AFDD8E3FC3}">
      <dgm:prSet/>
      <dgm:spPr/>
      <dgm:t>
        <a:bodyPr/>
        <a:lstStyle/>
        <a:p>
          <a:endParaRPr lang="en-US"/>
        </a:p>
      </dgm:t>
    </dgm:pt>
    <dgm:pt modelId="{B8B84635-4036-4D88-B2A7-A0BF9DF19D6F}" type="sibTrans" cxnId="{FB0F7077-C3C1-4FDF-B7E3-89AFDD8E3FC3}">
      <dgm:prSet/>
      <dgm:spPr/>
      <dgm:t>
        <a:bodyPr/>
        <a:lstStyle/>
        <a:p>
          <a:endParaRPr lang="en-US"/>
        </a:p>
      </dgm:t>
    </dgm:pt>
    <dgm:pt modelId="{D2F42DC2-9AB8-400A-BDFE-2DCA286C94AA}">
      <dgm:prSet/>
      <dgm:spPr/>
      <dgm:t>
        <a:bodyPr/>
        <a:lstStyle/>
        <a:p>
          <a:pPr>
            <a:defRPr cap="all"/>
          </a:pPr>
          <a:r>
            <a:rPr lang="en-US"/>
            <a:t>Aplicaciones</a:t>
          </a:r>
        </a:p>
      </dgm:t>
    </dgm:pt>
    <dgm:pt modelId="{CB49D70C-9B95-4075-A7B0-E54F162B6984}" type="parTrans" cxnId="{D9CB8DAF-E7E6-44C0-B008-CDB522C67C2D}">
      <dgm:prSet/>
      <dgm:spPr/>
      <dgm:t>
        <a:bodyPr/>
        <a:lstStyle/>
        <a:p>
          <a:endParaRPr lang="en-US"/>
        </a:p>
      </dgm:t>
    </dgm:pt>
    <dgm:pt modelId="{84767F40-D9A1-4C48-ADBC-82F7C64F7B68}" type="sibTrans" cxnId="{D9CB8DAF-E7E6-44C0-B008-CDB522C67C2D}">
      <dgm:prSet/>
      <dgm:spPr/>
      <dgm:t>
        <a:bodyPr/>
        <a:lstStyle/>
        <a:p>
          <a:endParaRPr lang="en-US"/>
        </a:p>
      </dgm:t>
    </dgm:pt>
    <dgm:pt modelId="{0AA151D9-61F0-4A8A-8947-E86F5F6CEF3B}">
      <dgm:prSet/>
      <dgm:spPr/>
      <dgm:t>
        <a:bodyPr/>
        <a:lstStyle/>
        <a:p>
          <a:pPr>
            <a:defRPr cap="all"/>
          </a:pPr>
          <a:r>
            <a:rPr lang="en-US"/>
            <a:t>Servicios</a:t>
          </a:r>
        </a:p>
      </dgm:t>
    </dgm:pt>
    <dgm:pt modelId="{AC31039B-2440-4BBA-92BA-4459CB0898CF}" type="parTrans" cxnId="{D3C9A14D-6C46-4304-A442-49400FEFAF2B}">
      <dgm:prSet/>
      <dgm:spPr/>
      <dgm:t>
        <a:bodyPr/>
        <a:lstStyle/>
        <a:p>
          <a:endParaRPr lang="en-US"/>
        </a:p>
      </dgm:t>
    </dgm:pt>
    <dgm:pt modelId="{2745C3B7-6150-4A48-A189-CAF82BF7F518}" type="sibTrans" cxnId="{D3C9A14D-6C46-4304-A442-49400FEFAF2B}">
      <dgm:prSet/>
      <dgm:spPr/>
      <dgm:t>
        <a:bodyPr/>
        <a:lstStyle/>
        <a:p>
          <a:endParaRPr lang="en-US"/>
        </a:p>
      </dgm:t>
    </dgm:pt>
    <dgm:pt modelId="{42D943E6-D637-4CE2-BAEE-A818724DEA9C}" type="pres">
      <dgm:prSet presAssocID="{FCB05F8D-8870-491F-BEC5-8E19825D234D}" presName="root" presStyleCnt="0">
        <dgm:presLayoutVars>
          <dgm:dir/>
          <dgm:resizeHandles val="exact"/>
        </dgm:presLayoutVars>
      </dgm:prSet>
      <dgm:spPr/>
    </dgm:pt>
    <dgm:pt modelId="{82416AB7-0819-4A8C-9D3F-391BE55878BE}" type="pres">
      <dgm:prSet presAssocID="{1B3C5E35-3BBB-4C79-BDE1-AD83AD2A2ECE}" presName="compNode" presStyleCnt="0"/>
      <dgm:spPr/>
    </dgm:pt>
    <dgm:pt modelId="{815E72BD-F4C5-4686-BD27-E7D5F9435600}" type="pres">
      <dgm:prSet presAssocID="{1B3C5E35-3BBB-4C79-BDE1-AD83AD2A2ECE}" presName="iconBgRect" presStyleLbl="bgShp" presStyleIdx="0" presStyleCnt="5"/>
      <dgm:spPr/>
    </dgm:pt>
    <dgm:pt modelId="{12B45A26-6DD1-4D19-A4EC-935C1F912365}" type="pres">
      <dgm:prSet presAssocID="{1B3C5E35-3BBB-4C79-BDE1-AD83AD2A2ECE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uarios"/>
        </a:ext>
      </dgm:extLst>
    </dgm:pt>
    <dgm:pt modelId="{E0C4D227-0BF0-4419-B627-FE8E3227B930}" type="pres">
      <dgm:prSet presAssocID="{1B3C5E35-3BBB-4C79-BDE1-AD83AD2A2ECE}" presName="spaceRect" presStyleCnt="0"/>
      <dgm:spPr/>
    </dgm:pt>
    <dgm:pt modelId="{01BF543F-28FD-4A1E-89AF-714AE637C386}" type="pres">
      <dgm:prSet presAssocID="{1B3C5E35-3BBB-4C79-BDE1-AD83AD2A2ECE}" presName="textRect" presStyleLbl="revTx" presStyleIdx="0" presStyleCnt="5">
        <dgm:presLayoutVars>
          <dgm:chMax val="1"/>
          <dgm:chPref val="1"/>
        </dgm:presLayoutVars>
      </dgm:prSet>
      <dgm:spPr/>
    </dgm:pt>
    <dgm:pt modelId="{0690D11C-C54E-412B-A8C2-909AAE198E5E}" type="pres">
      <dgm:prSet presAssocID="{543E1376-A4B7-4AD5-9891-D9AB5DF35CF4}" presName="sibTrans" presStyleCnt="0"/>
      <dgm:spPr/>
    </dgm:pt>
    <dgm:pt modelId="{EE158E71-E987-4737-835A-8554BD4AA2B5}" type="pres">
      <dgm:prSet presAssocID="{0E6D0133-16CD-4EDD-A7BB-8BB84E10D80C}" presName="compNode" presStyleCnt="0"/>
      <dgm:spPr/>
    </dgm:pt>
    <dgm:pt modelId="{AC46178A-2776-422B-A9E9-7FB3A9AC9D44}" type="pres">
      <dgm:prSet presAssocID="{0E6D0133-16CD-4EDD-A7BB-8BB84E10D80C}" presName="iconBgRect" presStyleLbl="bgShp" presStyleIdx="1" presStyleCnt="5"/>
      <dgm:spPr/>
    </dgm:pt>
    <dgm:pt modelId="{993E8258-531B-4795-865F-DC177B1D2A68}" type="pres">
      <dgm:prSet presAssocID="{0E6D0133-16CD-4EDD-A7BB-8BB84E10D80C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se de datos"/>
        </a:ext>
      </dgm:extLst>
    </dgm:pt>
    <dgm:pt modelId="{AA796A53-827A-4C88-8E7B-BF11F85CF30E}" type="pres">
      <dgm:prSet presAssocID="{0E6D0133-16CD-4EDD-A7BB-8BB84E10D80C}" presName="spaceRect" presStyleCnt="0"/>
      <dgm:spPr/>
    </dgm:pt>
    <dgm:pt modelId="{BBD15C00-A1BF-4F41-93EC-DFEF97E28802}" type="pres">
      <dgm:prSet presAssocID="{0E6D0133-16CD-4EDD-A7BB-8BB84E10D80C}" presName="textRect" presStyleLbl="revTx" presStyleIdx="1" presStyleCnt="5">
        <dgm:presLayoutVars>
          <dgm:chMax val="1"/>
          <dgm:chPref val="1"/>
        </dgm:presLayoutVars>
      </dgm:prSet>
      <dgm:spPr/>
    </dgm:pt>
    <dgm:pt modelId="{8583908E-5ECD-413B-840A-A9C0B3B927FA}" type="pres">
      <dgm:prSet presAssocID="{40456339-A563-436B-AF3C-F17E63A9960F}" presName="sibTrans" presStyleCnt="0"/>
      <dgm:spPr/>
    </dgm:pt>
    <dgm:pt modelId="{8B621B17-B257-4AE8-9628-B4927048C98D}" type="pres">
      <dgm:prSet presAssocID="{034521FE-6970-452B-8641-A57873B74015}" presName="compNode" presStyleCnt="0"/>
      <dgm:spPr/>
    </dgm:pt>
    <dgm:pt modelId="{10C304A2-FFA1-4A05-A9FC-94EFE33F46A8}" type="pres">
      <dgm:prSet presAssocID="{034521FE-6970-452B-8641-A57873B74015}" presName="iconBgRect" presStyleLbl="bgShp" presStyleIdx="2" presStyleCnt="5"/>
      <dgm:spPr/>
    </dgm:pt>
    <dgm:pt modelId="{E58F04EF-A287-437D-904A-3CF463657ADE}" type="pres">
      <dgm:prSet presAssocID="{034521FE-6970-452B-8641-A57873B74015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reless router"/>
        </a:ext>
      </dgm:extLst>
    </dgm:pt>
    <dgm:pt modelId="{C02E38F5-273D-4188-B7B0-7C661F8DB581}" type="pres">
      <dgm:prSet presAssocID="{034521FE-6970-452B-8641-A57873B74015}" presName="spaceRect" presStyleCnt="0"/>
      <dgm:spPr/>
    </dgm:pt>
    <dgm:pt modelId="{982BE846-074D-480D-8608-FEBAF0F6BBAF}" type="pres">
      <dgm:prSet presAssocID="{034521FE-6970-452B-8641-A57873B74015}" presName="textRect" presStyleLbl="revTx" presStyleIdx="2" presStyleCnt="5">
        <dgm:presLayoutVars>
          <dgm:chMax val="1"/>
          <dgm:chPref val="1"/>
        </dgm:presLayoutVars>
      </dgm:prSet>
      <dgm:spPr/>
    </dgm:pt>
    <dgm:pt modelId="{F2978841-AF8D-4572-8975-5351540EF9C0}" type="pres">
      <dgm:prSet presAssocID="{B8B84635-4036-4D88-B2A7-A0BF9DF19D6F}" presName="sibTrans" presStyleCnt="0"/>
      <dgm:spPr/>
    </dgm:pt>
    <dgm:pt modelId="{76341BA6-83B0-497B-B701-3A46D24F3774}" type="pres">
      <dgm:prSet presAssocID="{D2F42DC2-9AB8-400A-BDFE-2DCA286C94AA}" presName="compNode" presStyleCnt="0"/>
      <dgm:spPr/>
    </dgm:pt>
    <dgm:pt modelId="{3E343700-F76F-4D17-A09A-D2B4B4559455}" type="pres">
      <dgm:prSet presAssocID="{D2F42DC2-9AB8-400A-BDFE-2DCA286C94AA}" presName="iconBgRect" presStyleLbl="bgShp" presStyleIdx="3" presStyleCnt="5"/>
      <dgm:spPr/>
    </dgm:pt>
    <dgm:pt modelId="{7AD2CFD2-463A-4FB4-B880-734CD12BAA14}" type="pres">
      <dgm:prSet presAssocID="{D2F42DC2-9AB8-400A-BDFE-2DCA286C94AA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5BE18B81-0281-4EDF-9F03-2730A1CD8894}" type="pres">
      <dgm:prSet presAssocID="{D2F42DC2-9AB8-400A-BDFE-2DCA286C94AA}" presName="spaceRect" presStyleCnt="0"/>
      <dgm:spPr/>
    </dgm:pt>
    <dgm:pt modelId="{27A62AC8-061F-421D-9BBA-6A31F625779E}" type="pres">
      <dgm:prSet presAssocID="{D2F42DC2-9AB8-400A-BDFE-2DCA286C94AA}" presName="textRect" presStyleLbl="revTx" presStyleIdx="3" presStyleCnt="5">
        <dgm:presLayoutVars>
          <dgm:chMax val="1"/>
          <dgm:chPref val="1"/>
        </dgm:presLayoutVars>
      </dgm:prSet>
      <dgm:spPr/>
    </dgm:pt>
    <dgm:pt modelId="{BADB67E6-B5E1-47DD-A843-05129D661F99}" type="pres">
      <dgm:prSet presAssocID="{84767F40-D9A1-4C48-ADBC-82F7C64F7B68}" presName="sibTrans" presStyleCnt="0"/>
      <dgm:spPr/>
    </dgm:pt>
    <dgm:pt modelId="{2D908E8E-76EC-4008-A090-6EB32DD6968A}" type="pres">
      <dgm:prSet presAssocID="{0AA151D9-61F0-4A8A-8947-E86F5F6CEF3B}" presName="compNode" presStyleCnt="0"/>
      <dgm:spPr/>
    </dgm:pt>
    <dgm:pt modelId="{57442391-59C5-4480-BCA1-6F5833681166}" type="pres">
      <dgm:prSet presAssocID="{0AA151D9-61F0-4A8A-8947-E86F5F6CEF3B}" presName="iconBgRect" presStyleLbl="bgShp" presStyleIdx="4" presStyleCnt="5"/>
      <dgm:spPr/>
    </dgm:pt>
    <dgm:pt modelId="{DD830837-2461-4EB6-A592-33EB39204D20}" type="pres">
      <dgm:prSet presAssocID="{0AA151D9-61F0-4A8A-8947-E86F5F6CEF3B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384FDD1A-F0F3-4839-9216-FD710CC1CE13}" type="pres">
      <dgm:prSet presAssocID="{0AA151D9-61F0-4A8A-8947-E86F5F6CEF3B}" presName="spaceRect" presStyleCnt="0"/>
      <dgm:spPr/>
    </dgm:pt>
    <dgm:pt modelId="{A44B8BD0-B4BF-45E2-B0FA-11BE515F92C6}" type="pres">
      <dgm:prSet presAssocID="{0AA151D9-61F0-4A8A-8947-E86F5F6CEF3B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1F4E1D0C-19A6-4961-953B-D8BD277AE89A}" type="presOf" srcId="{FCB05F8D-8870-491F-BEC5-8E19825D234D}" destId="{42D943E6-D637-4CE2-BAEE-A818724DEA9C}" srcOrd="0" destOrd="0" presId="urn:microsoft.com/office/officeart/2018/5/layout/IconCircleLabelList"/>
    <dgm:cxn modelId="{5984701B-770C-40ED-BD84-0735B2F42083}" type="presOf" srcId="{0E6D0133-16CD-4EDD-A7BB-8BB84E10D80C}" destId="{BBD15C00-A1BF-4F41-93EC-DFEF97E28802}" srcOrd="0" destOrd="0" presId="urn:microsoft.com/office/officeart/2018/5/layout/IconCircleLabelList"/>
    <dgm:cxn modelId="{E7265D33-3402-4B34-852A-E987A498CA32}" type="presOf" srcId="{D2F42DC2-9AB8-400A-BDFE-2DCA286C94AA}" destId="{27A62AC8-061F-421D-9BBA-6A31F625779E}" srcOrd="0" destOrd="0" presId="urn:microsoft.com/office/officeart/2018/5/layout/IconCircleLabelList"/>
    <dgm:cxn modelId="{D3C9A14D-6C46-4304-A442-49400FEFAF2B}" srcId="{FCB05F8D-8870-491F-BEC5-8E19825D234D}" destId="{0AA151D9-61F0-4A8A-8947-E86F5F6CEF3B}" srcOrd="4" destOrd="0" parTransId="{AC31039B-2440-4BBA-92BA-4459CB0898CF}" sibTransId="{2745C3B7-6150-4A48-A189-CAF82BF7F518}"/>
    <dgm:cxn modelId="{712FEB6F-D139-4517-A5A1-CF6F809D137C}" srcId="{FCB05F8D-8870-491F-BEC5-8E19825D234D}" destId="{1B3C5E35-3BBB-4C79-BDE1-AD83AD2A2ECE}" srcOrd="0" destOrd="0" parTransId="{4A2AD023-81C6-4318-9310-315DC55A82AE}" sibTransId="{543E1376-A4B7-4AD5-9891-D9AB5DF35CF4}"/>
    <dgm:cxn modelId="{FB0F7077-C3C1-4FDF-B7E3-89AFDD8E3FC3}" srcId="{FCB05F8D-8870-491F-BEC5-8E19825D234D}" destId="{034521FE-6970-452B-8641-A57873B74015}" srcOrd="2" destOrd="0" parTransId="{C9C05C78-5CAC-4D9B-8CF6-F7FF113D917F}" sibTransId="{B8B84635-4036-4D88-B2A7-A0BF9DF19D6F}"/>
    <dgm:cxn modelId="{D9CB8DAF-E7E6-44C0-B008-CDB522C67C2D}" srcId="{FCB05F8D-8870-491F-BEC5-8E19825D234D}" destId="{D2F42DC2-9AB8-400A-BDFE-2DCA286C94AA}" srcOrd="3" destOrd="0" parTransId="{CB49D70C-9B95-4075-A7B0-E54F162B6984}" sibTransId="{84767F40-D9A1-4C48-ADBC-82F7C64F7B68}"/>
    <dgm:cxn modelId="{7CC14CCE-8D09-44A5-99E3-93B77FD66F35}" srcId="{FCB05F8D-8870-491F-BEC5-8E19825D234D}" destId="{0E6D0133-16CD-4EDD-A7BB-8BB84E10D80C}" srcOrd="1" destOrd="0" parTransId="{61BD53FB-E223-4F29-9B63-4D6B89FA0331}" sibTransId="{40456339-A563-436B-AF3C-F17E63A9960F}"/>
    <dgm:cxn modelId="{C0D58DED-B55B-4C1E-8031-8CAB241995A1}" type="presOf" srcId="{1B3C5E35-3BBB-4C79-BDE1-AD83AD2A2ECE}" destId="{01BF543F-28FD-4A1E-89AF-714AE637C386}" srcOrd="0" destOrd="0" presId="urn:microsoft.com/office/officeart/2018/5/layout/IconCircleLabelList"/>
    <dgm:cxn modelId="{3DEF9FF4-CCEA-4A79-9154-9E3447B4BE8E}" type="presOf" srcId="{034521FE-6970-452B-8641-A57873B74015}" destId="{982BE846-074D-480D-8608-FEBAF0F6BBAF}" srcOrd="0" destOrd="0" presId="urn:microsoft.com/office/officeart/2018/5/layout/IconCircleLabelList"/>
    <dgm:cxn modelId="{DEDE82F9-E284-41F3-AEF4-FA501E5B49B3}" type="presOf" srcId="{0AA151D9-61F0-4A8A-8947-E86F5F6CEF3B}" destId="{A44B8BD0-B4BF-45E2-B0FA-11BE515F92C6}" srcOrd="0" destOrd="0" presId="urn:microsoft.com/office/officeart/2018/5/layout/IconCircleLabelList"/>
    <dgm:cxn modelId="{1D4F062B-AF32-4A1E-B675-5AA8E3519064}" type="presParOf" srcId="{42D943E6-D637-4CE2-BAEE-A818724DEA9C}" destId="{82416AB7-0819-4A8C-9D3F-391BE55878BE}" srcOrd="0" destOrd="0" presId="urn:microsoft.com/office/officeart/2018/5/layout/IconCircleLabelList"/>
    <dgm:cxn modelId="{F9775116-A382-4BC5-9BB2-0757A91B1B57}" type="presParOf" srcId="{82416AB7-0819-4A8C-9D3F-391BE55878BE}" destId="{815E72BD-F4C5-4686-BD27-E7D5F9435600}" srcOrd="0" destOrd="0" presId="urn:microsoft.com/office/officeart/2018/5/layout/IconCircleLabelList"/>
    <dgm:cxn modelId="{B9FB63C2-583D-4C65-AF4C-700687F1DFE4}" type="presParOf" srcId="{82416AB7-0819-4A8C-9D3F-391BE55878BE}" destId="{12B45A26-6DD1-4D19-A4EC-935C1F912365}" srcOrd="1" destOrd="0" presId="urn:microsoft.com/office/officeart/2018/5/layout/IconCircleLabelList"/>
    <dgm:cxn modelId="{02D74277-AD80-47F0-BC48-0D1DA34823AF}" type="presParOf" srcId="{82416AB7-0819-4A8C-9D3F-391BE55878BE}" destId="{E0C4D227-0BF0-4419-B627-FE8E3227B930}" srcOrd="2" destOrd="0" presId="urn:microsoft.com/office/officeart/2018/5/layout/IconCircleLabelList"/>
    <dgm:cxn modelId="{BF7A6AE2-3578-4621-86A0-C0DD771D1FAE}" type="presParOf" srcId="{82416AB7-0819-4A8C-9D3F-391BE55878BE}" destId="{01BF543F-28FD-4A1E-89AF-714AE637C386}" srcOrd="3" destOrd="0" presId="urn:microsoft.com/office/officeart/2018/5/layout/IconCircleLabelList"/>
    <dgm:cxn modelId="{01EC862F-3B9E-4F59-BFA9-32D1441E2BE3}" type="presParOf" srcId="{42D943E6-D637-4CE2-BAEE-A818724DEA9C}" destId="{0690D11C-C54E-412B-A8C2-909AAE198E5E}" srcOrd="1" destOrd="0" presId="urn:microsoft.com/office/officeart/2018/5/layout/IconCircleLabelList"/>
    <dgm:cxn modelId="{40BE7BE4-5483-4537-936E-078A688C4040}" type="presParOf" srcId="{42D943E6-D637-4CE2-BAEE-A818724DEA9C}" destId="{EE158E71-E987-4737-835A-8554BD4AA2B5}" srcOrd="2" destOrd="0" presId="urn:microsoft.com/office/officeart/2018/5/layout/IconCircleLabelList"/>
    <dgm:cxn modelId="{5EADDEE6-5C5B-422C-8946-B5BCB7BE403C}" type="presParOf" srcId="{EE158E71-E987-4737-835A-8554BD4AA2B5}" destId="{AC46178A-2776-422B-A9E9-7FB3A9AC9D44}" srcOrd="0" destOrd="0" presId="urn:microsoft.com/office/officeart/2018/5/layout/IconCircleLabelList"/>
    <dgm:cxn modelId="{F72866C3-FA7E-47DD-8C8B-B3BAADB1C7CE}" type="presParOf" srcId="{EE158E71-E987-4737-835A-8554BD4AA2B5}" destId="{993E8258-531B-4795-865F-DC177B1D2A68}" srcOrd="1" destOrd="0" presId="urn:microsoft.com/office/officeart/2018/5/layout/IconCircleLabelList"/>
    <dgm:cxn modelId="{F574B187-C053-472B-AB81-A2DB9D5C9A05}" type="presParOf" srcId="{EE158E71-E987-4737-835A-8554BD4AA2B5}" destId="{AA796A53-827A-4C88-8E7B-BF11F85CF30E}" srcOrd="2" destOrd="0" presId="urn:microsoft.com/office/officeart/2018/5/layout/IconCircleLabelList"/>
    <dgm:cxn modelId="{0437FAF1-039F-48C3-9926-A4E80A69F3D0}" type="presParOf" srcId="{EE158E71-E987-4737-835A-8554BD4AA2B5}" destId="{BBD15C00-A1BF-4F41-93EC-DFEF97E28802}" srcOrd="3" destOrd="0" presId="urn:microsoft.com/office/officeart/2018/5/layout/IconCircleLabelList"/>
    <dgm:cxn modelId="{E086BCF3-305B-4150-90E2-4ECDFFB73D22}" type="presParOf" srcId="{42D943E6-D637-4CE2-BAEE-A818724DEA9C}" destId="{8583908E-5ECD-413B-840A-A9C0B3B927FA}" srcOrd="3" destOrd="0" presId="urn:microsoft.com/office/officeart/2018/5/layout/IconCircleLabelList"/>
    <dgm:cxn modelId="{B32499C9-582A-4669-AF32-97A90CA2FE23}" type="presParOf" srcId="{42D943E6-D637-4CE2-BAEE-A818724DEA9C}" destId="{8B621B17-B257-4AE8-9628-B4927048C98D}" srcOrd="4" destOrd="0" presId="urn:microsoft.com/office/officeart/2018/5/layout/IconCircleLabelList"/>
    <dgm:cxn modelId="{3BD9D9B9-1283-4457-BCB3-9572629AF851}" type="presParOf" srcId="{8B621B17-B257-4AE8-9628-B4927048C98D}" destId="{10C304A2-FFA1-4A05-A9FC-94EFE33F46A8}" srcOrd="0" destOrd="0" presId="urn:microsoft.com/office/officeart/2018/5/layout/IconCircleLabelList"/>
    <dgm:cxn modelId="{2EA680C3-CB3E-4955-9B40-C0AACF9B1725}" type="presParOf" srcId="{8B621B17-B257-4AE8-9628-B4927048C98D}" destId="{E58F04EF-A287-437D-904A-3CF463657ADE}" srcOrd="1" destOrd="0" presId="urn:microsoft.com/office/officeart/2018/5/layout/IconCircleLabelList"/>
    <dgm:cxn modelId="{49E856D8-8102-4F76-8019-E967C40F1313}" type="presParOf" srcId="{8B621B17-B257-4AE8-9628-B4927048C98D}" destId="{C02E38F5-273D-4188-B7B0-7C661F8DB581}" srcOrd="2" destOrd="0" presId="urn:microsoft.com/office/officeart/2018/5/layout/IconCircleLabelList"/>
    <dgm:cxn modelId="{ECBCC381-B6FA-4475-9F61-D792FA3093E4}" type="presParOf" srcId="{8B621B17-B257-4AE8-9628-B4927048C98D}" destId="{982BE846-074D-480D-8608-FEBAF0F6BBAF}" srcOrd="3" destOrd="0" presId="urn:microsoft.com/office/officeart/2018/5/layout/IconCircleLabelList"/>
    <dgm:cxn modelId="{B5E94413-6733-4CCF-878B-93AD616DC5C5}" type="presParOf" srcId="{42D943E6-D637-4CE2-BAEE-A818724DEA9C}" destId="{F2978841-AF8D-4572-8975-5351540EF9C0}" srcOrd="5" destOrd="0" presId="urn:microsoft.com/office/officeart/2018/5/layout/IconCircleLabelList"/>
    <dgm:cxn modelId="{0351D094-7999-403B-92E3-B116200EB310}" type="presParOf" srcId="{42D943E6-D637-4CE2-BAEE-A818724DEA9C}" destId="{76341BA6-83B0-497B-B701-3A46D24F3774}" srcOrd="6" destOrd="0" presId="urn:microsoft.com/office/officeart/2018/5/layout/IconCircleLabelList"/>
    <dgm:cxn modelId="{D16139DD-9BBA-46D4-A85E-D076C0B1CEDD}" type="presParOf" srcId="{76341BA6-83B0-497B-B701-3A46D24F3774}" destId="{3E343700-F76F-4D17-A09A-D2B4B4559455}" srcOrd="0" destOrd="0" presId="urn:microsoft.com/office/officeart/2018/5/layout/IconCircleLabelList"/>
    <dgm:cxn modelId="{F474642C-DB86-4A91-89F2-0B59B4E34C48}" type="presParOf" srcId="{76341BA6-83B0-497B-B701-3A46D24F3774}" destId="{7AD2CFD2-463A-4FB4-B880-734CD12BAA14}" srcOrd="1" destOrd="0" presId="urn:microsoft.com/office/officeart/2018/5/layout/IconCircleLabelList"/>
    <dgm:cxn modelId="{6A82FE7D-5BEC-453E-923B-2035D20F1065}" type="presParOf" srcId="{76341BA6-83B0-497B-B701-3A46D24F3774}" destId="{5BE18B81-0281-4EDF-9F03-2730A1CD8894}" srcOrd="2" destOrd="0" presId="urn:microsoft.com/office/officeart/2018/5/layout/IconCircleLabelList"/>
    <dgm:cxn modelId="{BF1A8DD1-1AAA-4F36-BCF2-B33957244BD8}" type="presParOf" srcId="{76341BA6-83B0-497B-B701-3A46D24F3774}" destId="{27A62AC8-061F-421D-9BBA-6A31F625779E}" srcOrd="3" destOrd="0" presId="urn:microsoft.com/office/officeart/2018/5/layout/IconCircleLabelList"/>
    <dgm:cxn modelId="{DA5B1651-E424-40B9-8D71-25C03C27E20B}" type="presParOf" srcId="{42D943E6-D637-4CE2-BAEE-A818724DEA9C}" destId="{BADB67E6-B5E1-47DD-A843-05129D661F99}" srcOrd="7" destOrd="0" presId="urn:microsoft.com/office/officeart/2018/5/layout/IconCircleLabelList"/>
    <dgm:cxn modelId="{198A7ACB-459E-4533-9A4B-2DC52FFA2897}" type="presParOf" srcId="{42D943E6-D637-4CE2-BAEE-A818724DEA9C}" destId="{2D908E8E-76EC-4008-A090-6EB32DD6968A}" srcOrd="8" destOrd="0" presId="urn:microsoft.com/office/officeart/2018/5/layout/IconCircleLabelList"/>
    <dgm:cxn modelId="{01D986DD-CA72-4F79-BC10-D9C71199CA02}" type="presParOf" srcId="{2D908E8E-76EC-4008-A090-6EB32DD6968A}" destId="{57442391-59C5-4480-BCA1-6F5833681166}" srcOrd="0" destOrd="0" presId="urn:microsoft.com/office/officeart/2018/5/layout/IconCircleLabelList"/>
    <dgm:cxn modelId="{3E6E6125-EE32-4604-9472-3580B97A9EBD}" type="presParOf" srcId="{2D908E8E-76EC-4008-A090-6EB32DD6968A}" destId="{DD830837-2461-4EB6-A592-33EB39204D20}" srcOrd="1" destOrd="0" presId="urn:microsoft.com/office/officeart/2018/5/layout/IconCircleLabelList"/>
    <dgm:cxn modelId="{FD2031A5-16E3-4339-BDB5-76049EF65925}" type="presParOf" srcId="{2D908E8E-76EC-4008-A090-6EB32DD6968A}" destId="{384FDD1A-F0F3-4839-9216-FD710CC1CE13}" srcOrd="2" destOrd="0" presId="urn:microsoft.com/office/officeart/2018/5/layout/IconCircleLabelList"/>
    <dgm:cxn modelId="{99CD633A-F220-40F5-8537-9B8BE58AFE55}" type="presParOf" srcId="{2D908E8E-76EC-4008-A090-6EB32DD6968A}" destId="{A44B8BD0-B4BF-45E2-B0FA-11BE515F92C6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4AEAA35-E586-42E7-B5B4-4817109A6285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55E5C63-62F3-4FA9-B7E8-01E40FEF791C}">
      <dgm:prSet/>
      <dgm:spPr/>
      <dgm:t>
        <a:bodyPr/>
        <a:lstStyle/>
        <a:p>
          <a:r>
            <a:rPr lang="en-US"/>
            <a:t>CPU</a:t>
          </a:r>
        </a:p>
      </dgm:t>
    </dgm:pt>
    <dgm:pt modelId="{1C7A46D4-0ED3-43C3-AC94-C44E7FD46EF8}" type="parTrans" cxnId="{95DC0A96-1CFD-4FA3-9C5E-EE4B02A017E7}">
      <dgm:prSet/>
      <dgm:spPr/>
      <dgm:t>
        <a:bodyPr/>
        <a:lstStyle/>
        <a:p>
          <a:endParaRPr lang="en-US"/>
        </a:p>
      </dgm:t>
    </dgm:pt>
    <dgm:pt modelId="{0DFF3B47-1622-4D76-BB24-A91602A8AF63}" type="sibTrans" cxnId="{95DC0A96-1CFD-4FA3-9C5E-EE4B02A017E7}">
      <dgm:prSet/>
      <dgm:spPr/>
      <dgm:t>
        <a:bodyPr/>
        <a:lstStyle/>
        <a:p>
          <a:endParaRPr lang="en-US"/>
        </a:p>
      </dgm:t>
    </dgm:pt>
    <dgm:pt modelId="{E6F24342-7129-4776-AA99-DFB65AEDEAFB}">
      <dgm:prSet/>
      <dgm:spPr/>
      <dgm:t>
        <a:bodyPr/>
        <a:lstStyle/>
        <a:p>
          <a:r>
            <a:rPr lang="en-US"/>
            <a:t>Memoria RAM</a:t>
          </a:r>
        </a:p>
      </dgm:t>
    </dgm:pt>
    <dgm:pt modelId="{601A322A-D18E-4954-B41A-DAAB2F8A7105}" type="parTrans" cxnId="{FC71F2D6-CC5F-4584-9034-00BC5F9837F6}">
      <dgm:prSet/>
      <dgm:spPr/>
      <dgm:t>
        <a:bodyPr/>
        <a:lstStyle/>
        <a:p>
          <a:endParaRPr lang="en-US"/>
        </a:p>
      </dgm:t>
    </dgm:pt>
    <dgm:pt modelId="{666A73FE-6C56-49F9-A5DF-8C767BC0FA20}" type="sibTrans" cxnId="{FC71F2D6-CC5F-4584-9034-00BC5F9837F6}">
      <dgm:prSet/>
      <dgm:spPr/>
      <dgm:t>
        <a:bodyPr/>
        <a:lstStyle/>
        <a:p>
          <a:endParaRPr lang="en-US"/>
        </a:p>
      </dgm:t>
    </dgm:pt>
    <dgm:pt modelId="{E88E65A6-7E8E-4B79-BD38-A8886465388A}">
      <dgm:prSet/>
      <dgm:spPr/>
      <dgm:t>
        <a:bodyPr/>
        <a:lstStyle/>
        <a:p>
          <a:r>
            <a:rPr lang="en-US"/>
            <a:t>Disco</a:t>
          </a:r>
        </a:p>
      </dgm:t>
    </dgm:pt>
    <dgm:pt modelId="{7514B2F3-437A-48C8-8B5A-AEB7276FA40A}" type="parTrans" cxnId="{A20194E4-89B3-4FC4-BC37-0C0C2AC05FEA}">
      <dgm:prSet/>
      <dgm:spPr/>
      <dgm:t>
        <a:bodyPr/>
        <a:lstStyle/>
        <a:p>
          <a:endParaRPr lang="en-US"/>
        </a:p>
      </dgm:t>
    </dgm:pt>
    <dgm:pt modelId="{48632385-85E4-47AE-AF06-3A8EB144661E}" type="sibTrans" cxnId="{A20194E4-89B3-4FC4-BC37-0C0C2AC05FEA}">
      <dgm:prSet/>
      <dgm:spPr/>
      <dgm:t>
        <a:bodyPr/>
        <a:lstStyle/>
        <a:p>
          <a:endParaRPr lang="en-US"/>
        </a:p>
      </dgm:t>
    </dgm:pt>
    <dgm:pt modelId="{C4BE944F-71B9-4030-81B5-6060A827A8EE}">
      <dgm:prSet/>
      <dgm:spPr/>
      <dgm:t>
        <a:bodyPr/>
        <a:lstStyle/>
        <a:p>
          <a:r>
            <a:rPr lang="en-US"/>
            <a:t>Tráfico de red</a:t>
          </a:r>
        </a:p>
      </dgm:t>
    </dgm:pt>
    <dgm:pt modelId="{A386708A-7B76-4504-B790-D1757D2F4E21}" type="parTrans" cxnId="{A4A120FB-937C-4881-80D0-607877D6A338}">
      <dgm:prSet/>
      <dgm:spPr/>
      <dgm:t>
        <a:bodyPr/>
        <a:lstStyle/>
        <a:p>
          <a:endParaRPr lang="en-US"/>
        </a:p>
      </dgm:t>
    </dgm:pt>
    <dgm:pt modelId="{736E6518-5D76-423D-A3F8-481E6C6C6E98}" type="sibTrans" cxnId="{A4A120FB-937C-4881-80D0-607877D6A338}">
      <dgm:prSet/>
      <dgm:spPr/>
      <dgm:t>
        <a:bodyPr/>
        <a:lstStyle/>
        <a:p>
          <a:endParaRPr lang="en-US"/>
        </a:p>
      </dgm:t>
    </dgm:pt>
    <dgm:pt modelId="{0CD896D5-BC13-4BBB-9404-770F513B94A9}">
      <dgm:prSet/>
      <dgm:spPr/>
      <dgm:t>
        <a:bodyPr/>
        <a:lstStyle/>
        <a:p>
          <a:r>
            <a:rPr lang="en-US"/>
            <a:t>Servicios activos</a:t>
          </a:r>
        </a:p>
      </dgm:t>
    </dgm:pt>
    <dgm:pt modelId="{6D674AED-3634-4E3E-A049-CD6C3C611E25}" type="parTrans" cxnId="{5BF820A5-0CC5-4D37-8E48-CE93C161821B}">
      <dgm:prSet/>
      <dgm:spPr/>
      <dgm:t>
        <a:bodyPr/>
        <a:lstStyle/>
        <a:p>
          <a:endParaRPr lang="en-US"/>
        </a:p>
      </dgm:t>
    </dgm:pt>
    <dgm:pt modelId="{C1B43D98-C001-4BD8-8F1C-0ED5B8CA6203}" type="sibTrans" cxnId="{5BF820A5-0CC5-4D37-8E48-CE93C161821B}">
      <dgm:prSet/>
      <dgm:spPr/>
      <dgm:t>
        <a:bodyPr/>
        <a:lstStyle/>
        <a:p>
          <a:endParaRPr lang="en-US"/>
        </a:p>
      </dgm:t>
    </dgm:pt>
    <dgm:pt modelId="{43DF2061-907F-470D-8393-E3D71383F74D}" type="pres">
      <dgm:prSet presAssocID="{14AEAA35-E586-42E7-B5B4-4817109A6285}" presName="diagram" presStyleCnt="0">
        <dgm:presLayoutVars>
          <dgm:dir/>
          <dgm:resizeHandles val="exact"/>
        </dgm:presLayoutVars>
      </dgm:prSet>
      <dgm:spPr/>
    </dgm:pt>
    <dgm:pt modelId="{7EA712B2-71B4-47E9-BA9F-86E63E7A3C06}" type="pres">
      <dgm:prSet presAssocID="{855E5C63-62F3-4FA9-B7E8-01E40FEF791C}" presName="node" presStyleLbl="node1" presStyleIdx="0" presStyleCnt="5">
        <dgm:presLayoutVars>
          <dgm:bulletEnabled val="1"/>
        </dgm:presLayoutVars>
      </dgm:prSet>
      <dgm:spPr/>
    </dgm:pt>
    <dgm:pt modelId="{692FF0B8-8B86-4FD6-A678-EC7B83D0C971}" type="pres">
      <dgm:prSet presAssocID="{0DFF3B47-1622-4D76-BB24-A91602A8AF63}" presName="sibTrans" presStyleCnt="0"/>
      <dgm:spPr/>
    </dgm:pt>
    <dgm:pt modelId="{EEC289DF-2D35-4C10-8B3A-6BC260610C6E}" type="pres">
      <dgm:prSet presAssocID="{E6F24342-7129-4776-AA99-DFB65AEDEAFB}" presName="node" presStyleLbl="node1" presStyleIdx="1" presStyleCnt="5">
        <dgm:presLayoutVars>
          <dgm:bulletEnabled val="1"/>
        </dgm:presLayoutVars>
      </dgm:prSet>
      <dgm:spPr/>
    </dgm:pt>
    <dgm:pt modelId="{8926E760-56D8-4B81-B2CA-88F0F05CEA92}" type="pres">
      <dgm:prSet presAssocID="{666A73FE-6C56-49F9-A5DF-8C767BC0FA20}" presName="sibTrans" presStyleCnt="0"/>
      <dgm:spPr/>
    </dgm:pt>
    <dgm:pt modelId="{69E99094-F0EC-4BD5-ACFE-C756894D12EF}" type="pres">
      <dgm:prSet presAssocID="{E88E65A6-7E8E-4B79-BD38-A8886465388A}" presName="node" presStyleLbl="node1" presStyleIdx="2" presStyleCnt="5">
        <dgm:presLayoutVars>
          <dgm:bulletEnabled val="1"/>
        </dgm:presLayoutVars>
      </dgm:prSet>
      <dgm:spPr/>
    </dgm:pt>
    <dgm:pt modelId="{AE106071-F9CB-4CAA-A7A5-BD316E56041D}" type="pres">
      <dgm:prSet presAssocID="{48632385-85E4-47AE-AF06-3A8EB144661E}" presName="sibTrans" presStyleCnt="0"/>
      <dgm:spPr/>
    </dgm:pt>
    <dgm:pt modelId="{52F74659-F7B2-43B3-A86A-200B689CC1BC}" type="pres">
      <dgm:prSet presAssocID="{C4BE944F-71B9-4030-81B5-6060A827A8EE}" presName="node" presStyleLbl="node1" presStyleIdx="3" presStyleCnt="5">
        <dgm:presLayoutVars>
          <dgm:bulletEnabled val="1"/>
        </dgm:presLayoutVars>
      </dgm:prSet>
      <dgm:spPr/>
    </dgm:pt>
    <dgm:pt modelId="{7B5A8BDD-8215-48AF-B098-170D1FEC0221}" type="pres">
      <dgm:prSet presAssocID="{736E6518-5D76-423D-A3F8-481E6C6C6E98}" presName="sibTrans" presStyleCnt="0"/>
      <dgm:spPr/>
    </dgm:pt>
    <dgm:pt modelId="{307E4FA8-CC6D-47E4-9E95-B1863BAE9EF6}" type="pres">
      <dgm:prSet presAssocID="{0CD896D5-BC13-4BBB-9404-770F513B94A9}" presName="node" presStyleLbl="node1" presStyleIdx="4" presStyleCnt="5">
        <dgm:presLayoutVars>
          <dgm:bulletEnabled val="1"/>
        </dgm:presLayoutVars>
      </dgm:prSet>
      <dgm:spPr/>
    </dgm:pt>
  </dgm:ptLst>
  <dgm:cxnLst>
    <dgm:cxn modelId="{DA301C66-4EAF-4B4E-BEFC-F711DA45471C}" type="presOf" srcId="{0CD896D5-BC13-4BBB-9404-770F513B94A9}" destId="{307E4FA8-CC6D-47E4-9E95-B1863BAE9EF6}" srcOrd="0" destOrd="0" presId="urn:microsoft.com/office/officeart/2005/8/layout/default"/>
    <dgm:cxn modelId="{93DA174F-C19C-4646-B9AD-609FD03207DE}" type="presOf" srcId="{E6F24342-7129-4776-AA99-DFB65AEDEAFB}" destId="{EEC289DF-2D35-4C10-8B3A-6BC260610C6E}" srcOrd="0" destOrd="0" presId="urn:microsoft.com/office/officeart/2005/8/layout/default"/>
    <dgm:cxn modelId="{95DC0A96-1CFD-4FA3-9C5E-EE4B02A017E7}" srcId="{14AEAA35-E586-42E7-B5B4-4817109A6285}" destId="{855E5C63-62F3-4FA9-B7E8-01E40FEF791C}" srcOrd="0" destOrd="0" parTransId="{1C7A46D4-0ED3-43C3-AC94-C44E7FD46EF8}" sibTransId="{0DFF3B47-1622-4D76-BB24-A91602A8AF63}"/>
    <dgm:cxn modelId="{5BF820A5-0CC5-4D37-8E48-CE93C161821B}" srcId="{14AEAA35-E586-42E7-B5B4-4817109A6285}" destId="{0CD896D5-BC13-4BBB-9404-770F513B94A9}" srcOrd="4" destOrd="0" parTransId="{6D674AED-3634-4E3E-A049-CD6C3C611E25}" sibTransId="{C1B43D98-C001-4BD8-8F1C-0ED5B8CA6203}"/>
    <dgm:cxn modelId="{EB6295AA-3CAF-4452-9FCB-F2FA0C884126}" type="presOf" srcId="{C4BE944F-71B9-4030-81B5-6060A827A8EE}" destId="{52F74659-F7B2-43B3-A86A-200B689CC1BC}" srcOrd="0" destOrd="0" presId="urn:microsoft.com/office/officeart/2005/8/layout/default"/>
    <dgm:cxn modelId="{3FD5C8C4-8C81-47DC-873B-85675208D09D}" type="presOf" srcId="{E88E65A6-7E8E-4B79-BD38-A8886465388A}" destId="{69E99094-F0EC-4BD5-ACFE-C756894D12EF}" srcOrd="0" destOrd="0" presId="urn:microsoft.com/office/officeart/2005/8/layout/default"/>
    <dgm:cxn modelId="{F2BB7ACA-E176-4467-84F9-63FF67A97919}" type="presOf" srcId="{14AEAA35-E586-42E7-B5B4-4817109A6285}" destId="{43DF2061-907F-470D-8393-E3D71383F74D}" srcOrd="0" destOrd="0" presId="urn:microsoft.com/office/officeart/2005/8/layout/default"/>
    <dgm:cxn modelId="{4C87D1D6-F26D-4F83-B3A7-87C2B08915A1}" type="presOf" srcId="{855E5C63-62F3-4FA9-B7E8-01E40FEF791C}" destId="{7EA712B2-71B4-47E9-BA9F-86E63E7A3C06}" srcOrd="0" destOrd="0" presId="urn:microsoft.com/office/officeart/2005/8/layout/default"/>
    <dgm:cxn modelId="{FC71F2D6-CC5F-4584-9034-00BC5F9837F6}" srcId="{14AEAA35-E586-42E7-B5B4-4817109A6285}" destId="{E6F24342-7129-4776-AA99-DFB65AEDEAFB}" srcOrd="1" destOrd="0" parTransId="{601A322A-D18E-4954-B41A-DAAB2F8A7105}" sibTransId="{666A73FE-6C56-49F9-A5DF-8C767BC0FA20}"/>
    <dgm:cxn modelId="{A20194E4-89B3-4FC4-BC37-0C0C2AC05FEA}" srcId="{14AEAA35-E586-42E7-B5B4-4817109A6285}" destId="{E88E65A6-7E8E-4B79-BD38-A8886465388A}" srcOrd="2" destOrd="0" parTransId="{7514B2F3-437A-48C8-8B5A-AEB7276FA40A}" sibTransId="{48632385-85E4-47AE-AF06-3A8EB144661E}"/>
    <dgm:cxn modelId="{A4A120FB-937C-4881-80D0-607877D6A338}" srcId="{14AEAA35-E586-42E7-B5B4-4817109A6285}" destId="{C4BE944F-71B9-4030-81B5-6060A827A8EE}" srcOrd="3" destOrd="0" parTransId="{A386708A-7B76-4504-B790-D1757D2F4E21}" sibTransId="{736E6518-5D76-423D-A3F8-481E6C6C6E98}"/>
    <dgm:cxn modelId="{BFECF9E0-6BB7-4EF7-95E0-8DDDC242A7C3}" type="presParOf" srcId="{43DF2061-907F-470D-8393-E3D71383F74D}" destId="{7EA712B2-71B4-47E9-BA9F-86E63E7A3C06}" srcOrd="0" destOrd="0" presId="urn:microsoft.com/office/officeart/2005/8/layout/default"/>
    <dgm:cxn modelId="{DEF04331-3B88-49F3-BC26-D15E26F1366C}" type="presParOf" srcId="{43DF2061-907F-470D-8393-E3D71383F74D}" destId="{692FF0B8-8B86-4FD6-A678-EC7B83D0C971}" srcOrd="1" destOrd="0" presId="urn:microsoft.com/office/officeart/2005/8/layout/default"/>
    <dgm:cxn modelId="{61F75C19-2A64-4270-9E3C-1CC65DF64C3D}" type="presParOf" srcId="{43DF2061-907F-470D-8393-E3D71383F74D}" destId="{EEC289DF-2D35-4C10-8B3A-6BC260610C6E}" srcOrd="2" destOrd="0" presId="urn:microsoft.com/office/officeart/2005/8/layout/default"/>
    <dgm:cxn modelId="{3BA0C06C-83D5-406D-935D-082A732EFCC7}" type="presParOf" srcId="{43DF2061-907F-470D-8393-E3D71383F74D}" destId="{8926E760-56D8-4B81-B2CA-88F0F05CEA92}" srcOrd="3" destOrd="0" presId="urn:microsoft.com/office/officeart/2005/8/layout/default"/>
    <dgm:cxn modelId="{73EC2911-AD0A-409E-9933-1A4911AA982A}" type="presParOf" srcId="{43DF2061-907F-470D-8393-E3D71383F74D}" destId="{69E99094-F0EC-4BD5-ACFE-C756894D12EF}" srcOrd="4" destOrd="0" presId="urn:microsoft.com/office/officeart/2005/8/layout/default"/>
    <dgm:cxn modelId="{84E3F16B-856C-41A7-A406-BC9B5A0ED210}" type="presParOf" srcId="{43DF2061-907F-470D-8393-E3D71383F74D}" destId="{AE106071-F9CB-4CAA-A7A5-BD316E56041D}" srcOrd="5" destOrd="0" presId="urn:microsoft.com/office/officeart/2005/8/layout/default"/>
    <dgm:cxn modelId="{AD8546D0-BAB1-4945-8B25-0BE1CCB013E7}" type="presParOf" srcId="{43DF2061-907F-470D-8393-E3D71383F74D}" destId="{52F74659-F7B2-43B3-A86A-200B689CC1BC}" srcOrd="6" destOrd="0" presId="urn:microsoft.com/office/officeart/2005/8/layout/default"/>
    <dgm:cxn modelId="{AEE5A72E-94ED-4468-BACF-28BDC858BD0F}" type="presParOf" srcId="{43DF2061-907F-470D-8393-E3D71383F74D}" destId="{7B5A8BDD-8215-48AF-B098-170D1FEC0221}" srcOrd="7" destOrd="0" presId="urn:microsoft.com/office/officeart/2005/8/layout/default"/>
    <dgm:cxn modelId="{D4B2B3C2-80C3-455A-8EF4-CDFC8A2539A9}" type="presParOf" srcId="{43DF2061-907F-470D-8393-E3D71383F74D}" destId="{307E4FA8-CC6D-47E4-9E95-B1863BAE9EF6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FE45FE7-FBCC-46A7-8552-F3DF815EC2DB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542D20B-FF88-414D-AB2E-653E4829C1A9}">
      <dgm:prSet/>
      <dgm:spPr/>
      <dgm:t>
        <a:bodyPr/>
        <a:lstStyle/>
        <a:p>
          <a:r>
            <a:rPr lang="en-US"/>
            <a:t>Indicadores cuantitativos</a:t>
          </a:r>
        </a:p>
      </dgm:t>
    </dgm:pt>
    <dgm:pt modelId="{F4387BF4-67FE-4CC9-A078-670065E551ED}" type="parTrans" cxnId="{9B6B81C3-21ED-482B-849E-6ECA1CC25D21}">
      <dgm:prSet/>
      <dgm:spPr/>
      <dgm:t>
        <a:bodyPr/>
        <a:lstStyle/>
        <a:p>
          <a:endParaRPr lang="en-US"/>
        </a:p>
      </dgm:t>
    </dgm:pt>
    <dgm:pt modelId="{35A6FD39-2C5D-4BAF-88F0-844C2AAA3B31}" type="sibTrans" cxnId="{9B6B81C3-21ED-482B-849E-6ECA1CC25D21}">
      <dgm:prSet/>
      <dgm:spPr/>
      <dgm:t>
        <a:bodyPr/>
        <a:lstStyle/>
        <a:p>
          <a:endParaRPr lang="en-US"/>
        </a:p>
      </dgm:t>
    </dgm:pt>
    <dgm:pt modelId="{67DD172B-6969-4AB1-A744-6C5141FBAF9B}">
      <dgm:prSet/>
      <dgm:spPr/>
      <dgm:t>
        <a:bodyPr/>
        <a:lstStyle/>
        <a:p>
          <a:r>
            <a:rPr lang="en-US"/>
            <a:t>Indicadores cualitativos</a:t>
          </a:r>
        </a:p>
      </dgm:t>
    </dgm:pt>
    <dgm:pt modelId="{28A42C40-5DC4-4EAC-959D-A6C605399B3B}" type="parTrans" cxnId="{D431D1D7-FC4C-4DAE-A715-B2C96142164C}">
      <dgm:prSet/>
      <dgm:spPr/>
      <dgm:t>
        <a:bodyPr/>
        <a:lstStyle/>
        <a:p>
          <a:endParaRPr lang="en-US"/>
        </a:p>
      </dgm:t>
    </dgm:pt>
    <dgm:pt modelId="{296025AC-BEBF-4F93-8816-65244CE9F05C}" type="sibTrans" cxnId="{D431D1D7-FC4C-4DAE-A715-B2C96142164C}">
      <dgm:prSet/>
      <dgm:spPr/>
      <dgm:t>
        <a:bodyPr/>
        <a:lstStyle/>
        <a:p>
          <a:endParaRPr lang="en-US"/>
        </a:p>
      </dgm:t>
    </dgm:pt>
    <dgm:pt modelId="{BB83C984-048C-4A9C-B80A-7E66B4B5DBB3}">
      <dgm:prSet/>
      <dgm:spPr/>
      <dgm:t>
        <a:bodyPr/>
        <a:lstStyle/>
        <a:p>
          <a:r>
            <a:rPr lang="en-US"/>
            <a:t>Indicadores de rendimiento y disponibilidad</a:t>
          </a:r>
        </a:p>
      </dgm:t>
    </dgm:pt>
    <dgm:pt modelId="{40081213-C305-4BEA-8831-FBCCE7003D59}" type="parTrans" cxnId="{466718EB-CAFD-44D0-B7A6-5A6DDC1B5E5C}">
      <dgm:prSet/>
      <dgm:spPr/>
      <dgm:t>
        <a:bodyPr/>
        <a:lstStyle/>
        <a:p>
          <a:endParaRPr lang="en-US"/>
        </a:p>
      </dgm:t>
    </dgm:pt>
    <dgm:pt modelId="{F8D9F5A5-1530-49D1-A88C-39969FF2FE9E}" type="sibTrans" cxnId="{466718EB-CAFD-44D0-B7A6-5A6DDC1B5E5C}">
      <dgm:prSet/>
      <dgm:spPr/>
      <dgm:t>
        <a:bodyPr/>
        <a:lstStyle/>
        <a:p>
          <a:endParaRPr lang="en-US"/>
        </a:p>
      </dgm:t>
    </dgm:pt>
    <dgm:pt modelId="{E1CA2EE9-4B42-410F-85FB-07519A411AA5}" type="pres">
      <dgm:prSet presAssocID="{3FE45FE7-FBCC-46A7-8552-F3DF815EC2DB}" presName="linear" presStyleCnt="0">
        <dgm:presLayoutVars>
          <dgm:animLvl val="lvl"/>
          <dgm:resizeHandles val="exact"/>
        </dgm:presLayoutVars>
      </dgm:prSet>
      <dgm:spPr/>
    </dgm:pt>
    <dgm:pt modelId="{D2CD267C-82E6-4071-8344-85614E95A346}" type="pres">
      <dgm:prSet presAssocID="{C542D20B-FF88-414D-AB2E-653E4829C1A9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68E375F8-EFCA-4A9A-A6F1-6EB5D9BA785A}" type="pres">
      <dgm:prSet presAssocID="{35A6FD39-2C5D-4BAF-88F0-844C2AAA3B31}" presName="spacer" presStyleCnt="0"/>
      <dgm:spPr/>
    </dgm:pt>
    <dgm:pt modelId="{E56D86A4-10E9-4B04-ACE1-74610ED0E986}" type="pres">
      <dgm:prSet presAssocID="{67DD172B-6969-4AB1-A744-6C5141FBAF9B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C32CAEAA-C0AE-4FFF-AFA4-FB759CD640A3}" type="pres">
      <dgm:prSet presAssocID="{296025AC-BEBF-4F93-8816-65244CE9F05C}" presName="spacer" presStyleCnt="0"/>
      <dgm:spPr/>
    </dgm:pt>
    <dgm:pt modelId="{B5CF32FD-8E5B-4B26-9043-0DE09F5F9D53}" type="pres">
      <dgm:prSet presAssocID="{BB83C984-048C-4A9C-B80A-7E66B4B5DBB3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FEC51E1D-8F45-41FE-ACF8-35EE67F3BE2F}" type="presOf" srcId="{67DD172B-6969-4AB1-A744-6C5141FBAF9B}" destId="{E56D86A4-10E9-4B04-ACE1-74610ED0E986}" srcOrd="0" destOrd="0" presId="urn:microsoft.com/office/officeart/2005/8/layout/vList2"/>
    <dgm:cxn modelId="{BAF5D251-AC49-4AC3-BC6A-9AA43645ED64}" type="presOf" srcId="{BB83C984-048C-4A9C-B80A-7E66B4B5DBB3}" destId="{B5CF32FD-8E5B-4B26-9043-0DE09F5F9D53}" srcOrd="0" destOrd="0" presId="urn:microsoft.com/office/officeart/2005/8/layout/vList2"/>
    <dgm:cxn modelId="{CBFF539B-A0CD-4F85-BFD8-3DC66901A8D7}" type="presOf" srcId="{3FE45FE7-FBCC-46A7-8552-F3DF815EC2DB}" destId="{E1CA2EE9-4B42-410F-85FB-07519A411AA5}" srcOrd="0" destOrd="0" presId="urn:microsoft.com/office/officeart/2005/8/layout/vList2"/>
    <dgm:cxn modelId="{9B6B81C3-21ED-482B-849E-6ECA1CC25D21}" srcId="{3FE45FE7-FBCC-46A7-8552-F3DF815EC2DB}" destId="{C542D20B-FF88-414D-AB2E-653E4829C1A9}" srcOrd="0" destOrd="0" parTransId="{F4387BF4-67FE-4CC9-A078-670065E551ED}" sibTransId="{35A6FD39-2C5D-4BAF-88F0-844C2AAA3B31}"/>
    <dgm:cxn modelId="{D431D1D7-FC4C-4DAE-A715-B2C96142164C}" srcId="{3FE45FE7-FBCC-46A7-8552-F3DF815EC2DB}" destId="{67DD172B-6969-4AB1-A744-6C5141FBAF9B}" srcOrd="1" destOrd="0" parTransId="{28A42C40-5DC4-4EAC-959D-A6C605399B3B}" sibTransId="{296025AC-BEBF-4F93-8816-65244CE9F05C}"/>
    <dgm:cxn modelId="{4B03A4DA-6D46-43DD-9062-F0B05E9F4670}" type="presOf" srcId="{C542D20B-FF88-414D-AB2E-653E4829C1A9}" destId="{D2CD267C-82E6-4071-8344-85614E95A346}" srcOrd="0" destOrd="0" presId="urn:microsoft.com/office/officeart/2005/8/layout/vList2"/>
    <dgm:cxn modelId="{466718EB-CAFD-44D0-B7A6-5A6DDC1B5E5C}" srcId="{3FE45FE7-FBCC-46A7-8552-F3DF815EC2DB}" destId="{BB83C984-048C-4A9C-B80A-7E66B4B5DBB3}" srcOrd="2" destOrd="0" parTransId="{40081213-C305-4BEA-8831-FBCCE7003D59}" sibTransId="{F8D9F5A5-1530-49D1-A88C-39969FF2FE9E}"/>
    <dgm:cxn modelId="{E60D8C15-DBBC-4768-A9A6-E60F86D91A6C}" type="presParOf" srcId="{E1CA2EE9-4B42-410F-85FB-07519A411AA5}" destId="{D2CD267C-82E6-4071-8344-85614E95A346}" srcOrd="0" destOrd="0" presId="urn:microsoft.com/office/officeart/2005/8/layout/vList2"/>
    <dgm:cxn modelId="{C661D714-35B8-43F8-9598-C40AB0D95F7A}" type="presParOf" srcId="{E1CA2EE9-4B42-410F-85FB-07519A411AA5}" destId="{68E375F8-EFCA-4A9A-A6F1-6EB5D9BA785A}" srcOrd="1" destOrd="0" presId="urn:microsoft.com/office/officeart/2005/8/layout/vList2"/>
    <dgm:cxn modelId="{B922FAAB-0EA9-4E84-A1A9-1060BC0513E1}" type="presParOf" srcId="{E1CA2EE9-4B42-410F-85FB-07519A411AA5}" destId="{E56D86A4-10E9-4B04-ACE1-74610ED0E986}" srcOrd="2" destOrd="0" presId="urn:microsoft.com/office/officeart/2005/8/layout/vList2"/>
    <dgm:cxn modelId="{117084EB-9FA2-4A90-A209-1CF2DEE0CFC2}" type="presParOf" srcId="{E1CA2EE9-4B42-410F-85FB-07519A411AA5}" destId="{C32CAEAA-C0AE-4FFF-AFA4-FB759CD640A3}" srcOrd="3" destOrd="0" presId="urn:microsoft.com/office/officeart/2005/8/layout/vList2"/>
    <dgm:cxn modelId="{103FABFB-96E2-4AD3-AFED-F75FC73CBACE}" type="presParOf" srcId="{E1CA2EE9-4B42-410F-85FB-07519A411AA5}" destId="{B5CF32FD-8E5B-4B26-9043-0DE09F5F9D53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18A6DEEC-063E-4413-B8D1-C89D3C7AA6E5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62FF903-CD44-4142-AB99-EE0AD7C6D378}">
      <dgm:prSet/>
      <dgm:spPr/>
      <dgm:t>
        <a:bodyPr/>
        <a:lstStyle/>
        <a:p>
          <a:r>
            <a:rPr lang="en-US"/>
            <a:t>Qué mide</a:t>
          </a:r>
        </a:p>
      </dgm:t>
    </dgm:pt>
    <dgm:pt modelId="{DF87C349-76D5-44F1-8DB2-43F4C63FEF6D}" type="parTrans" cxnId="{BD2A3A45-C2D3-4FFB-A002-FBC08E65F77D}">
      <dgm:prSet/>
      <dgm:spPr/>
      <dgm:t>
        <a:bodyPr/>
        <a:lstStyle/>
        <a:p>
          <a:endParaRPr lang="en-US"/>
        </a:p>
      </dgm:t>
    </dgm:pt>
    <dgm:pt modelId="{EE112CEB-55C2-44F6-9CB6-D04ED9FF353C}" type="sibTrans" cxnId="{BD2A3A45-C2D3-4FFB-A002-FBC08E65F77D}">
      <dgm:prSet/>
      <dgm:spPr/>
      <dgm:t>
        <a:bodyPr/>
        <a:lstStyle/>
        <a:p>
          <a:endParaRPr lang="en-US"/>
        </a:p>
      </dgm:t>
    </dgm:pt>
    <dgm:pt modelId="{0745FA5F-67D2-4D24-8540-10E5885CB0D6}">
      <dgm:prSet/>
      <dgm:spPr/>
      <dgm:t>
        <a:bodyPr/>
        <a:lstStyle/>
        <a:p>
          <a:r>
            <a:rPr lang="en-US"/>
            <a:t>Cómo se obtiene</a:t>
          </a:r>
        </a:p>
      </dgm:t>
    </dgm:pt>
    <dgm:pt modelId="{47EE5506-CDFF-4DC6-A39D-0016D3035C49}" type="parTrans" cxnId="{06DF5E66-A980-4340-888B-50B6655716C0}">
      <dgm:prSet/>
      <dgm:spPr/>
      <dgm:t>
        <a:bodyPr/>
        <a:lstStyle/>
        <a:p>
          <a:endParaRPr lang="en-US"/>
        </a:p>
      </dgm:t>
    </dgm:pt>
    <dgm:pt modelId="{69B743EE-8F06-4368-B14D-D83D4A57CB10}" type="sibTrans" cxnId="{06DF5E66-A980-4340-888B-50B6655716C0}">
      <dgm:prSet/>
      <dgm:spPr/>
      <dgm:t>
        <a:bodyPr/>
        <a:lstStyle/>
        <a:p>
          <a:endParaRPr lang="en-US"/>
        </a:p>
      </dgm:t>
    </dgm:pt>
    <dgm:pt modelId="{E8D7CC2F-55BC-4B9C-A3B0-8CC2658791D0}">
      <dgm:prSet/>
      <dgm:spPr/>
      <dgm:t>
        <a:bodyPr/>
        <a:lstStyle/>
        <a:p>
          <a:r>
            <a:rPr lang="en-US"/>
            <a:t>Periodicidad</a:t>
          </a:r>
        </a:p>
      </dgm:t>
    </dgm:pt>
    <dgm:pt modelId="{6D29D5FD-7624-439A-A5A9-63C00ECC143E}" type="parTrans" cxnId="{BF365E5C-2527-4D0B-B9A0-1B9970C5930A}">
      <dgm:prSet/>
      <dgm:spPr/>
      <dgm:t>
        <a:bodyPr/>
        <a:lstStyle/>
        <a:p>
          <a:endParaRPr lang="en-US"/>
        </a:p>
      </dgm:t>
    </dgm:pt>
    <dgm:pt modelId="{451C34CF-FDBA-4BF4-8D70-D6C28498D78E}" type="sibTrans" cxnId="{BF365E5C-2527-4D0B-B9A0-1B9970C5930A}">
      <dgm:prSet/>
      <dgm:spPr/>
      <dgm:t>
        <a:bodyPr/>
        <a:lstStyle/>
        <a:p>
          <a:endParaRPr lang="en-US"/>
        </a:p>
      </dgm:t>
    </dgm:pt>
    <dgm:pt modelId="{77A48FF2-A744-46EA-9867-92697407FB0F}">
      <dgm:prSet/>
      <dgm:spPr/>
      <dgm:t>
        <a:bodyPr/>
        <a:lstStyle/>
        <a:p>
          <a:r>
            <a:rPr lang="en-US"/>
            <a:t>Valor normal y crítico</a:t>
          </a:r>
        </a:p>
      </dgm:t>
    </dgm:pt>
    <dgm:pt modelId="{0B43092A-4D82-4EDC-9493-536B18370DE8}" type="parTrans" cxnId="{968EFB95-957A-4A47-B507-1CA279E305D3}">
      <dgm:prSet/>
      <dgm:spPr/>
      <dgm:t>
        <a:bodyPr/>
        <a:lstStyle/>
        <a:p>
          <a:endParaRPr lang="en-US"/>
        </a:p>
      </dgm:t>
    </dgm:pt>
    <dgm:pt modelId="{951AD847-28D0-4995-A58B-204F6917B835}" type="sibTrans" cxnId="{968EFB95-957A-4A47-B507-1CA279E305D3}">
      <dgm:prSet/>
      <dgm:spPr/>
      <dgm:t>
        <a:bodyPr/>
        <a:lstStyle/>
        <a:p>
          <a:endParaRPr lang="en-US"/>
        </a:p>
      </dgm:t>
    </dgm:pt>
    <dgm:pt modelId="{BC234DE3-1F83-42C0-ADBE-5C0A49BE8391}" type="pres">
      <dgm:prSet presAssocID="{18A6DEEC-063E-4413-B8D1-C89D3C7AA6E5}" presName="diagram" presStyleCnt="0">
        <dgm:presLayoutVars>
          <dgm:dir/>
          <dgm:resizeHandles val="exact"/>
        </dgm:presLayoutVars>
      </dgm:prSet>
      <dgm:spPr/>
    </dgm:pt>
    <dgm:pt modelId="{8918A1F4-5B1C-4F3F-AAF1-ECE2D5DBF66E}" type="pres">
      <dgm:prSet presAssocID="{262FF903-CD44-4142-AB99-EE0AD7C6D378}" presName="node" presStyleLbl="node1" presStyleIdx="0" presStyleCnt="4">
        <dgm:presLayoutVars>
          <dgm:bulletEnabled val="1"/>
        </dgm:presLayoutVars>
      </dgm:prSet>
      <dgm:spPr/>
    </dgm:pt>
    <dgm:pt modelId="{7DA9A444-F809-4E4D-B6CD-C0C6BD4FE2D5}" type="pres">
      <dgm:prSet presAssocID="{EE112CEB-55C2-44F6-9CB6-D04ED9FF353C}" presName="sibTrans" presStyleCnt="0"/>
      <dgm:spPr/>
    </dgm:pt>
    <dgm:pt modelId="{F8D7FACC-00BE-470E-B0CB-093291AE29E9}" type="pres">
      <dgm:prSet presAssocID="{0745FA5F-67D2-4D24-8540-10E5885CB0D6}" presName="node" presStyleLbl="node1" presStyleIdx="1" presStyleCnt="4">
        <dgm:presLayoutVars>
          <dgm:bulletEnabled val="1"/>
        </dgm:presLayoutVars>
      </dgm:prSet>
      <dgm:spPr/>
    </dgm:pt>
    <dgm:pt modelId="{6A5770D4-25C7-4F42-B66B-74F62FBB5319}" type="pres">
      <dgm:prSet presAssocID="{69B743EE-8F06-4368-B14D-D83D4A57CB10}" presName="sibTrans" presStyleCnt="0"/>
      <dgm:spPr/>
    </dgm:pt>
    <dgm:pt modelId="{FB0349F5-4F5F-4372-95C9-50D524F80D3C}" type="pres">
      <dgm:prSet presAssocID="{E8D7CC2F-55BC-4B9C-A3B0-8CC2658791D0}" presName="node" presStyleLbl="node1" presStyleIdx="2" presStyleCnt="4">
        <dgm:presLayoutVars>
          <dgm:bulletEnabled val="1"/>
        </dgm:presLayoutVars>
      </dgm:prSet>
      <dgm:spPr/>
    </dgm:pt>
    <dgm:pt modelId="{21CD838D-9B29-4632-AA4E-E4F082571325}" type="pres">
      <dgm:prSet presAssocID="{451C34CF-FDBA-4BF4-8D70-D6C28498D78E}" presName="sibTrans" presStyleCnt="0"/>
      <dgm:spPr/>
    </dgm:pt>
    <dgm:pt modelId="{240C1389-5769-4AD6-9920-5D0F3F9B63C5}" type="pres">
      <dgm:prSet presAssocID="{77A48FF2-A744-46EA-9867-92697407FB0F}" presName="node" presStyleLbl="node1" presStyleIdx="3" presStyleCnt="4">
        <dgm:presLayoutVars>
          <dgm:bulletEnabled val="1"/>
        </dgm:presLayoutVars>
      </dgm:prSet>
      <dgm:spPr/>
    </dgm:pt>
  </dgm:ptLst>
  <dgm:cxnLst>
    <dgm:cxn modelId="{11C77A2E-7730-4826-94B3-603DF87F9DA2}" type="presOf" srcId="{77A48FF2-A744-46EA-9867-92697407FB0F}" destId="{240C1389-5769-4AD6-9920-5D0F3F9B63C5}" srcOrd="0" destOrd="0" presId="urn:microsoft.com/office/officeart/2005/8/layout/default"/>
    <dgm:cxn modelId="{BF365E5C-2527-4D0B-B9A0-1B9970C5930A}" srcId="{18A6DEEC-063E-4413-B8D1-C89D3C7AA6E5}" destId="{E8D7CC2F-55BC-4B9C-A3B0-8CC2658791D0}" srcOrd="2" destOrd="0" parTransId="{6D29D5FD-7624-439A-A5A9-63C00ECC143E}" sibTransId="{451C34CF-FDBA-4BF4-8D70-D6C28498D78E}"/>
    <dgm:cxn modelId="{BD2A3A45-C2D3-4FFB-A002-FBC08E65F77D}" srcId="{18A6DEEC-063E-4413-B8D1-C89D3C7AA6E5}" destId="{262FF903-CD44-4142-AB99-EE0AD7C6D378}" srcOrd="0" destOrd="0" parTransId="{DF87C349-76D5-44F1-8DB2-43F4C63FEF6D}" sibTransId="{EE112CEB-55C2-44F6-9CB6-D04ED9FF353C}"/>
    <dgm:cxn modelId="{06DF5E66-A980-4340-888B-50B6655716C0}" srcId="{18A6DEEC-063E-4413-B8D1-C89D3C7AA6E5}" destId="{0745FA5F-67D2-4D24-8540-10E5885CB0D6}" srcOrd="1" destOrd="0" parTransId="{47EE5506-CDFF-4DC6-A39D-0016D3035C49}" sibTransId="{69B743EE-8F06-4368-B14D-D83D4A57CB10}"/>
    <dgm:cxn modelId="{3C3EAC72-95D1-4E44-B372-0904843E0038}" type="presOf" srcId="{E8D7CC2F-55BC-4B9C-A3B0-8CC2658791D0}" destId="{FB0349F5-4F5F-4372-95C9-50D524F80D3C}" srcOrd="0" destOrd="0" presId="urn:microsoft.com/office/officeart/2005/8/layout/default"/>
    <dgm:cxn modelId="{968EFB95-957A-4A47-B507-1CA279E305D3}" srcId="{18A6DEEC-063E-4413-B8D1-C89D3C7AA6E5}" destId="{77A48FF2-A744-46EA-9867-92697407FB0F}" srcOrd="3" destOrd="0" parTransId="{0B43092A-4D82-4EDC-9493-536B18370DE8}" sibTransId="{951AD847-28D0-4995-A58B-204F6917B835}"/>
    <dgm:cxn modelId="{2147F5A0-1A39-48C0-B568-6E520D6C2A19}" type="presOf" srcId="{262FF903-CD44-4142-AB99-EE0AD7C6D378}" destId="{8918A1F4-5B1C-4F3F-AAF1-ECE2D5DBF66E}" srcOrd="0" destOrd="0" presId="urn:microsoft.com/office/officeart/2005/8/layout/default"/>
    <dgm:cxn modelId="{5024BEA7-4BC6-45E8-8E59-7E5844583B90}" type="presOf" srcId="{18A6DEEC-063E-4413-B8D1-C89D3C7AA6E5}" destId="{BC234DE3-1F83-42C0-ADBE-5C0A49BE8391}" srcOrd="0" destOrd="0" presId="urn:microsoft.com/office/officeart/2005/8/layout/default"/>
    <dgm:cxn modelId="{B9D309FA-B67A-439E-A980-BFFD1F09C95D}" type="presOf" srcId="{0745FA5F-67D2-4D24-8540-10E5885CB0D6}" destId="{F8D7FACC-00BE-470E-B0CB-093291AE29E9}" srcOrd="0" destOrd="0" presId="urn:microsoft.com/office/officeart/2005/8/layout/default"/>
    <dgm:cxn modelId="{9857BF6B-6CA8-4CEC-B359-961012F69989}" type="presParOf" srcId="{BC234DE3-1F83-42C0-ADBE-5C0A49BE8391}" destId="{8918A1F4-5B1C-4F3F-AAF1-ECE2D5DBF66E}" srcOrd="0" destOrd="0" presId="urn:microsoft.com/office/officeart/2005/8/layout/default"/>
    <dgm:cxn modelId="{9FE4338A-257B-4AFD-9794-70B0E27FFE5A}" type="presParOf" srcId="{BC234DE3-1F83-42C0-ADBE-5C0A49BE8391}" destId="{7DA9A444-F809-4E4D-B6CD-C0C6BD4FE2D5}" srcOrd="1" destOrd="0" presId="urn:microsoft.com/office/officeart/2005/8/layout/default"/>
    <dgm:cxn modelId="{D397EBFE-61D4-4E91-9A57-6262F5B05057}" type="presParOf" srcId="{BC234DE3-1F83-42C0-ADBE-5C0A49BE8391}" destId="{F8D7FACC-00BE-470E-B0CB-093291AE29E9}" srcOrd="2" destOrd="0" presId="urn:microsoft.com/office/officeart/2005/8/layout/default"/>
    <dgm:cxn modelId="{61B0B8B9-681F-4C47-BC88-24DE730C2519}" type="presParOf" srcId="{BC234DE3-1F83-42C0-ADBE-5C0A49BE8391}" destId="{6A5770D4-25C7-4F42-B66B-74F62FBB5319}" srcOrd="3" destOrd="0" presId="urn:microsoft.com/office/officeart/2005/8/layout/default"/>
    <dgm:cxn modelId="{52F6C76B-1217-47FE-AF48-BA9FA82BAC2C}" type="presParOf" srcId="{BC234DE3-1F83-42C0-ADBE-5C0A49BE8391}" destId="{FB0349F5-4F5F-4372-95C9-50D524F80D3C}" srcOrd="4" destOrd="0" presId="urn:microsoft.com/office/officeart/2005/8/layout/default"/>
    <dgm:cxn modelId="{509183F9-559F-42FC-84E2-CD49F8DD5F6D}" type="presParOf" srcId="{BC234DE3-1F83-42C0-ADBE-5C0A49BE8391}" destId="{21CD838D-9B29-4632-AA4E-E4F082571325}" srcOrd="5" destOrd="0" presId="urn:microsoft.com/office/officeart/2005/8/layout/default"/>
    <dgm:cxn modelId="{DA940F58-6448-498E-81DC-CCA21770D6ED}" type="presParOf" srcId="{BC234DE3-1F83-42C0-ADBE-5C0A49BE8391}" destId="{240C1389-5769-4AD6-9920-5D0F3F9B63C5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DFD5D81C-4C65-499B-A934-AC248AA95F3B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3E6AE8E-3529-4E63-BB85-9D85CA102C9B}">
      <dgm:prSet/>
      <dgm:spPr/>
      <dgm:t>
        <a:bodyPr/>
        <a:lstStyle/>
        <a:p>
          <a:r>
            <a:rPr lang="en-US"/>
            <a:t>Valores máximos y mínimos aceptables</a:t>
          </a:r>
        </a:p>
      </dgm:t>
    </dgm:pt>
    <dgm:pt modelId="{841CD7C8-F9BC-43D4-B5EA-7051FE62FA25}" type="parTrans" cxnId="{1DB13F89-1113-4362-8748-A6073A1DBF8D}">
      <dgm:prSet/>
      <dgm:spPr/>
      <dgm:t>
        <a:bodyPr/>
        <a:lstStyle/>
        <a:p>
          <a:endParaRPr lang="en-US"/>
        </a:p>
      </dgm:t>
    </dgm:pt>
    <dgm:pt modelId="{D1998E6D-3D7E-48C8-828F-8669AE0153C5}" type="sibTrans" cxnId="{1DB13F89-1113-4362-8748-A6073A1DBF8D}">
      <dgm:prSet/>
      <dgm:spPr/>
      <dgm:t>
        <a:bodyPr/>
        <a:lstStyle/>
        <a:p>
          <a:endParaRPr lang="en-US"/>
        </a:p>
      </dgm:t>
    </dgm:pt>
    <dgm:pt modelId="{A4809FB6-C06C-4443-B526-69533CF2C577}">
      <dgm:prSet/>
      <dgm:spPr/>
      <dgm:t>
        <a:bodyPr/>
        <a:lstStyle/>
        <a:p>
          <a:r>
            <a:rPr lang="en-US"/>
            <a:t>Permiten generar alertas</a:t>
          </a:r>
        </a:p>
      </dgm:t>
    </dgm:pt>
    <dgm:pt modelId="{FE4B016E-0395-4E9C-A7C2-B546E99EB87B}" type="parTrans" cxnId="{D4238119-627C-4D59-A0D8-4E2F4EE85EB7}">
      <dgm:prSet/>
      <dgm:spPr/>
      <dgm:t>
        <a:bodyPr/>
        <a:lstStyle/>
        <a:p>
          <a:endParaRPr lang="en-US"/>
        </a:p>
      </dgm:t>
    </dgm:pt>
    <dgm:pt modelId="{453DE629-A410-45EC-A128-B8D66E9EDDB7}" type="sibTrans" cxnId="{D4238119-627C-4D59-A0D8-4E2F4EE85EB7}">
      <dgm:prSet/>
      <dgm:spPr/>
      <dgm:t>
        <a:bodyPr/>
        <a:lstStyle/>
        <a:p>
          <a:endParaRPr lang="en-US"/>
        </a:p>
      </dgm:t>
    </dgm:pt>
    <dgm:pt modelId="{38405230-E41B-4204-B9A6-14E1C2CEFAE5}">
      <dgm:prSet/>
      <dgm:spPr/>
      <dgm:t>
        <a:bodyPr/>
        <a:lstStyle/>
        <a:p>
          <a:r>
            <a:rPr lang="en-US"/>
            <a:t>Evitan fallos graves del sistema</a:t>
          </a:r>
        </a:p>
      </dgm:t>
    </dgm:pt>
    <dgm:pt modelId="{97E1F401-03A6-47B2-87CC-A7FEC079EE49}" type="parTrans" cxnId="{2E50129D-9534-4CAE-ACD3-08246B193BCB}">
      <dgm:prSet/>
      <dgm:spPr/>
      <dgm:t>
        <a:bodyPr/>
        <a:lstStyle/>
        <a:p>
          <a:endParaRPr lang="en-US"/>
        </a:p>
      </dgm:t>
    </dgm:pt>
    <dgm:pt modelId="{F066204C-C27C-4904-A7E6-708F06A2968F}" type="sibTrans" cxnId="{2E50129D-9534-4CAE-ACD3-08246B193BCB}">
      <dgm:prSet/>
      <dgm:spPr/>
      <dgm:t>
        <a:bodyPr/>
        <a:lstStyle/>
        <a:p>
          <a:endParaRPr lang="en-US"/>
        </a:p>
      </dgm:t>
    </dgm:pt>
    <dgm:pt modelId="{3D2B2A97-B9B6-4BDD-A187-D8926EAB1FCD}" type="pres">
      <dgm:prSet presAssocID="{DFD5D81C-4C65-499B-A934-AC248AA95F3B}" presName="linear" presStyleCnt="0">
        <dgm:presLayoutVars>
          <dgm:animLvl val="lvl"/>
          <dgm:resizeHandles val="exact"/>
        </dgm:presLayoutVars>
      </dgm:prSet>
      <dgm:spPr/>
    </dgm:pt>
    <dgm:pt modelId="{54B73280-4E64-4C0C-9D93-9308FB54E33D}" type="pres">
      <dgm:prSet presAssocID="{C3E6AE8E-3529-4E63-BB85-9D85CA102C9B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FECF3EC5-2810-47FB-8CC9-C8DDA969F60E}" type="pres">
      <dgm:prSet presAssocID="{D1998E6D-3D7E-48C8-828F-8669AE0153C5}" presName="spacer" presStyleCnt="0"/>
      <dgm:spPr/>
    </dgm:pt>
    <dgm:pt modelId="{F66D0B8A-6614-483C-9621-7AAF50DD9C51}" type="pres">
      <dgm:prSet presAssocID="{A4809FB6-C06C-4443-B526-69533CF2C577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11FB8A41-AF8E-466E-9E83-DAAFFCE2666D}" type="pres">
      <dgm:prSet presAssocID="{453DE629-A410-45EC-A128-B8D66E9EDDB7}" presName="spacer" presStyleCnt="0"/>
      <dgm:spPr/>
    </dgm:pt>
    <dgm:pt modelId="{A1FF1DC5-8254-48EA-AA9A-E76C00E66254}" type="pres">
      <dgm:prSet presAssocID="{38405230-E41B-4204-B9A6-14E1C2CEFAE5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D4238119-627C-4D59-A0D8-4E2F4EE85EB7}" srcId="{DFD5D81C-4C65-499B-A934-AC248AA95F3B}" destId="{A4809FB6-C06C-4443-B526-69533CF2C577}" srcOrd="1" destOrd="0" parTransId="{FE4B016E-0395-4E9C-A7C2-B546E99EB87B}" sibTransId="{453DE629-A410-45EC-A128-B8D66E9EDDB7}"/>
    <dgm:cxn modelId="{6E21AB47-AA49-429C-A268-0723BFF0C1F3}" type="presOf" srcId="{DFD5D81C-4C65-499B-A934-AC248AA95F3B}" destId="{3D2B2A97-B9B6-4BDD-A187-D8926EAB1FCD}" srcOrd="0" destOrd="0" presId="urn:microsoft.com/office/officeart/2005/8/layout/vList2"/>
    <dgm:cxn modelId="{312C156A-F9D6-4EAA-BE8E-FDC4000EB77A}" type="presOf" srcId="{38405230-E41B-4204-B9A6-14E1C2CEFAE5}" destId="{A1FF1DC5-8254-48EA-AA9A-E76C00E66254}" srcOrd="0" destOrd="0" presId="urn:microsoft.com/office/officeart/2005/8/layout/vList2"/>
    <dgm:cxn modelId="{5E72277E-5278-4CD3-AB8C-3EE642994641}" type="presOf" srcId="{A4809FB6-C06C-4443-B526-69533CF2C577}" destId="{F66D0B8A-6614-483C-9621-7AAF50DD9C51}" srcOrd="0" destOrd="0" presId="urn:microsoft.com/office/officeart/2005/8/layout/vList2"/>
    <dgm:cxn modelId="{1DB13F89-1113-4362-8748-A6073A1DBF8D}" srcId="{DFD5D81C-4C65-499B-A934-AC248AA95F3B}" destId="{C3E6AE8E-3529-4E63-BB85-9D85CA102C9B}" srcOrd="0" destOrd="0" parTransId="{841CD7C8-F9BC-43D4-B5EA-7051FE62FA25}" sibTransId="{D1998E6D-3D7E-48C8-828F-8669AE0153C5}"/>
    <dgm:cxn modelId="{2E50129D-9534-4CAE-ACD3-08246B193BCB}" srcId="{DFD5D81C-4C65-499B-A934-AC248AA95F3B}" destId="{38405230-E41B-4204-B9A6-14E1C2CEFAE5}" srcOrd="2" destOrd="0" parTransId="{97E1F401-03A6-47B2-87CC-A7FEC079EE49}" sibTransId="{F066204C-C27C-4904-A7E6-708F06A2968F}"/>
    <dgm:cxn modelId="{D1202EAF-2701-45C0-A390-CB0898F1FAEC}" type="presOf" srcId="{C3E6AE8E-3529-4E63-BB85-9D85CA102C9B}" destId="{54B73280-4E64-4C0C-9D93-9308FB54E33D}" srcOrd="0" destOrd="0" presId="urn:microsoft.com/office/officeart/2005/8/layout/vList2"/>
    <dgm:cxn modelId="{475546D8-E8CB-4E2C-90A6-84FF8ADC7560}" type="presParOf" srcId="{3D2B2A97-B9B6-4BDD-A187-D8926EAB1FCD}" destId="{54B73280-4E64-4C0C-9D93-9308FB54E33D}" srcOrd="0" destOrd="0" presId="urn:microsoft.com/office/officeart/2005/8/layout/vList2"/>
    <dgm:cxn modelId="{9A1E5E1F-C8BF-4098-8537-F0C3904E48EB}" type="presParOf" srcId="{3D2B2A97-B9B6-4BDD-A187-D8926EAB1FCD}" destId="{FECF3EC5-2810-47FB-8CC9-C8DDA969F60E}" srcOrd="1" destOrd="0" presId="urn:microsoft.com/office/officeart/2005/8/layout/vList2"/>
    <dgm:cxn modelId="{BE89BC18-BB49-4DC3-9DEB-A1C9B9B42FBD}" type="presParOf" srcId="{3D2B2A97-B9B6-4BDD-A187-D8926EAB1FCD}" destId="{F66D0B8A-6614-483C-9621-7AAF50DD9C51}" srcOrd="2" destOrd="0" presId="urn:microsoft.com/office/officeart/2005/8/layout/vList2"/>
    <dgm:cxn modelId="{F404EFD9-F5A6-403E-B35F-60CC41EEE751}" type="presParOf" srcId="{3D2B2A97-B9B6-4BDD-A187-D8926EAB1FCD}" destId="{11FB8A41-AF8E-466E-9E83-DAAFFCE2666D}" srcOrd="3" destOrd="0" presId="urn:microsoft.com/office/officeart/2005/8/layout/vList2"/>
    <dgm:cxn modelId="{F093F8D1-3E51-463F-A7B5-A7366FC7C5B2}" type="presParOf" srcId="{3D2B2A97-B9B6-4BDD-A187-D8926EAB1FCD}" destId="{A1FF1DC5-8254-48EA-AA9A-E76C00E66254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89D393D6-65C0-450B-9EE1-80BD681094B0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F709A24-0518-4693-B6F9-3686097988FC}">
      <dgm:prSet/>
      <dgm:spPr/>
      <dgm:t>
        <a:bodyPr/>
        <a:lstStyle/>
        <a:p>
          <a:r>
            <a:rPr lang="en-US"/>
            <a:t>Umbral normal</a:t>
          </a:r>
        </a:p>
      </dgm:t>
    </dgm:pt>
    <dgm:pt modelId="{0A8AE4F2-F27D-43D6-AF32-C4731AE5B790}" type="parTrans" cxnId="{04B28629-7B3B-406D-938B-F73ED018A5AB}">
      <dgm:prSet/>
      <dgm:spPr/>
      <dgm:t>
        <a:bodyPr/>
        <a:lstStyle/>
        <a:p>
          <a:endParaRPr lang="en-US"/>
        </a:p>
      </dgm:t>
    </dgm:pt>
    <dgm:pt modelId="{EAF4EBF0-2E43-437B-A3D0-E2FB5E7DA18B}" type="sibTrans" cxnId="{04B28629-7B3B-406D-938B-F73ED018A5AB}">
      <dgm:prSet/>
      <dgm:spPr/>
      <dgm:t>
        <a:bodyPr/>
        <a:lstStyle/>
        <a:p>
          <a:endParaRPr lang="en-US"/>
        </a:p>
      </dgm:t>
    </dgm:pt>
    <dgm:pt modelId="{741BB975-0A27-4B67-8543-03633F4F92FF}">
      <dgm:prSet/>
      <dgm:spPr/>
      <dgm:t>
        <a:bodyPr/>
        <a:lstStyle/>
        <a:p>
          <a:r>
            <a:rPr lang="en-US"/>
            <a:t>Umbral de advertencia</a:t>
          </a:r>
        </a:p>
      </dgm:t>
    </dgm:pt>
    <dgm:pt modelId="{BE1785E4-2EC8-4F8B-A9D0-62A51A191CC6}" type="parTrans" cxnId="{CB53E6D4-F169-4B5B-A2EC-F9B0C0DF4990}">
      <dgm:prSet/>
      <dgm:spPr/>
      <dgm:t>
        <a:bodyPr/>
        <a:lstStyle/>
        <a:p>
          <a:endParaRPr lang="en-US"/>
        </a:p>
      </dgm:t>
    </dgm:pt>
    <dgm:pt modelId="{B4915F1F-B6BA-4B36-B958-8E9310697D60}" type="sibTrans" cxnId="{CB53E6D4-F169-4B5B-A2EC-F9B0C0DF4990}">
      <dgm:prSet/>
      <dgm:spPr/>
      <dgm:t>
        <a:bodyPr/>
        <a:lstStyle/>
        <a:p>
          <a:endParaRPr lang="en-US"/>
        </a:p>
      </dgm:t>
    </dgm:pt>
    <dgm:pt modelId="{655B075D-5666-4F4D-A664-F052B6A8BB76}">
      <dgm:prSet/>
      <dgm:spPr/>
      <dgm:t>
        <a:bodyPr/>
        <a:lstStyle/>
        <a:p>
          <a:r>
            <a:rPr lang="en-US"/>
            <a:t>Umbral crítico</a:t>
          </a:r>
        </a:p>
      </dgm:t>
    </dgm:pt>
    <dgm:pt modelId="{EA290945-CFE3-4987-BE85-05EC04D867BB}" type="parTrans" cxnId="{49C18AE3-6583-43F4-A465-F8B079F13345}">
      <dgm:prSet/>
      <dgm:spPr/>
      <dgm:t>
        <a:bodyPr/>
        <a:lstStyle/>
        <a:p>
          <a:endParaRPr lang="en-US"/>
        </a:p>
      </dgm:t>
    </dgm:pt>
    <dgm:pt modelId="{92A27D4E-12C1-40D9-8386-E1CE592019F5}" type="sibTrans" cxnId="{49C18AE3-6583-43F4-A465-F8B079F13345}">
      <dgm:prSet/>
      <dgm:spPr/>
      <dgm:t>
        <a:bodyPr/>
        <a:lstStyle/>
        <a:p>
          <a:endParaRPr lang="en-US"/>
        </a:p>
      </dgm:t>
    </dgm:pt>
    <dgm:pt modelId="{A7F42E8A-2D28-4876-A420-4D919E53F9D2}" type="pres">
      <dgm:prSet presAssocID="{89D393D6-65C0-450B-9EE1-80BD681094B0}" presName="linear" presStyleCnt="0">
        <dgm:presLayoutVars>
          <dgm:animLvl val="lvl"/>
          <dgm:resizeHandles val="exact"/>
        </dgm:presLayoutVars>
      </dgm:prSet>
      <dgm:spPr/>
    </dgm:pt>
    <dgm:pt modelId="{24F84E23-9E99-4D52-9C6C-7C6B0827502B}" type="pres">
      <dgm:prSet presAssocID="{CF709A24-0518-4693-B6F9-3686097988FC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3340B78A-BA0F-4B8C-8D3C-21E6E9F5E05A}" type="pres">
      <dgm:prSet presAssocID="{EAF4EBF0-2E43-437B-A3D0-E2FB5E7DA18B}" presName="spacer" presStyleCnt="0"/>
      <dgm:spPr/>
    </dgm:pt>
    <dgm:pt modelId="{08B05034-B93E-49A4-BAD8-7C92E39849DB}" type="pres">
      <dgm:prSet presAssocID="{741BB975-0A27-4B67-8543-03633F4F92FF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D123612-494B-47CB-A902-1D30667669DE}" type="pres">
      <dgm:prSet presAssocID="{B4915F1F-B6BA-4B36-B958-8E9310697D60}" presName="spacer" presStyleCnt="0"/>
      <dgm:spPr/>
    </dgm:pt>
    <dgm:pt modelId="{E451E844-CF48-4892-8CFB-618072B03D0D}" type="pres">
      <dgm:prSet presAssocID="{655B075D-5666-4F4D-A664-F052B6A8BB76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238F3001-8BEE-4359-8FB4-2774380D6ED9}" type="presOf" srcId="{CF709A24-0518-4693-B6F9-3686097988FC}" destId="{24F84E23-9E99-4D52-9C6C-7C6B0827502B}" srcOrd="0" destOrd="0" presId="urn:microsoft.com/office/officeart/2005/8/layout/vList2"/>
    <dgm:cxn modelId="{A5880617-95BA-4521-90AC-A39EA86CA345}" type="presOf" srcId="{89D393D6-65C0-450B-9EE1-80BD681094B0}" destId="{A7F42E8A-2D28-4876-A420-4D919E53F9D2}" srcOrd="0" destOrd="0" presId="urn:microsoft.com/office/officeart/2005/8/layout/vList2"/>
    <dgm:cxn modelId="{04B28629-7B3B-406D-938B-F73ED018A5AB}" srcId="{89D393D6-65C0-450B-9EE1-80BD681094B0}" destId="{CF709A24-0518-4693-B6F9-3686097988FC}" srcOrd="0" destOrd="0" parTransId="{0A8AE4F2-F27D-43D6-AF32-C4731AE5B790}" sibTransId="{EAF4EBF0-2E43-437B-A3D0-E2FB5E7DA18B}"/>
    <dgm:cxn modelId="{8B5D7C69-CB2B-4D75-AA29-9D05022BC872}" type="presOf" srcId="{741BB975-0A27-4B67-8543-03633F4F92FF}" destId="{08B05034-B93E-49A4-BAD8-7C92E39849DB}" srcOrd="0" destOrd="0" presId="urn:microsoft.com/office/officeart/2005/8/layout/vList2"/>
    <dgm:cxn modelId="{3E3FAA49-64A9-464E-93D3-623B0D3B76D9}" type="presOf" srcId="{655B075D-5666-4F4D-A664-F052B6A8BB76}" destId="{E451E844-CF48-4892-8CFB-618072B03D0D}" srcOrd="0" destOrd="0" presId="urn:microsoft.com/office/officeart/2005/8/layout/vList2"/>
    <dgm:cxn modelId="{CB53E6D4-F169-4B5B-A2EC-F9B0C0DF4990}" srcId="{89D393D6-65C0-450B-9EE1-80BD681094B0}" destId="{741BB975-0A27-4B67-8543-03633F4F92FF}" srcOrd="1" destOrd="0" parTransId="{BE1785E4-2EC8-4F8B-A9D0-62A51A191CC6}" sibTransId="{B4915F1F-B6BA-4B36-B958-8E9310697D60}"/>
    <dgm:cxn modelId="{49C18AE3-6583-43F4-A465-F8B079F13345}" srcId="{89D393D6-65C0-450B-9EE1-80BD681094B0}" destId="{655B075D-5666-4F4D-A664-F052B6A8BB76}" srcOrd="2" destOrd="0" parTransId="{EA290945-CFE3-4987-BE85-05EC04D867BB}" sibTransId="{92A27D4E-12C1-40D9-8386-E1CE592019F5}"/>
    <dgm:cxn modelId="{EB72E84E-ACB7-4EAE-89A0-DB3AE83FC3B2}" type="presParOf" srcId="{A7F42E8A-2D28-4876-A420-4D919E53F9D2}" destId="{24F84E23-9E99-4D52-9C6C-7C6B0827502B}" srcOrd="0" destOrd="0" presId="urn:microsoft.com/office/officeart/2005/8/layout/vList2"/>
    <dgm:cxn modelId="{B2F02266-8F18-4BCD-ACC3-697581189AF2}" type="presParOf" srcId="{A7F42E8A-2D28-4876-A420-4D919E53F9D2}" destId="{3340B78A-BA0F-4B8C-8D3C-21E6E9F5E05A}" srcOrd="1" destOrd="0" presId="urn:microsoft.com/office/officeart/2005/8/layout/vList2"/>
    <dgm:cxn modelId="{48895214-0B9D-4F13-9A7E-23EC5A360F96}" type="presParOf" srcId="{A7F42E8A-2D28-4876-A420-4D919E53F9D2}" destId="{08B05034-B93E-49A4-BAD8-7C92E39849DB}" srcOrd="2" destOrd="0" presId="urn:microsoft.com/office/officeart/2005/8/layout/vList2"/>
    <dgm:cxn modelId="{35A319EE-05F4-49BF-A1F2-E6E33B27731E}" type="presParOf" srcId="{A7F42E8A-2D28-4876-A420-4D919E53F9D2}" destId="{BD123612-494B-47CB-A902-1D30667669DE}" srcOrd="3" destOrd="0" presId="urn:microsoft.com/office/officeart/2005/8/layout/vList2"/>
    <dgm:cxn modelId="{468068DF-231C-493A-A4C0-37C352468EEF}" type="presParOf" srcId="{A7F42E8A-2D28-4876-A420-4D919E53F9D2}" destId="{E451E844-CF48-4892-8CFB-618072B03D0D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D0956F2D-3721-4780-8D67-7F4C45D36BAB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BA36425E-F22B-40D1-9575-FB15B03BA0E6}">
      <dgm:prSet/>
      <dgm:spPr/>
      <dgm:t>
        <a:bodyPr/>
        <a:lstStyle/>
        <a:p>
          <a:pPr>
            <a:defRPr cap="all"/>
          </a:pPr>
          <a:r>
            <a:rPr lang="en-US"/>
            <a:t>Obtención automática de datos</a:t>
          </a:r>
        </a:p>
      </dgm:t>
    </dgm:pt>
    <dgm:pt modelId="{7AEE91FA-8869-4ADC-B454-FD6E89CB2BA3}" type="parTrans" cxnId="{2D6C9093-7630-4923-87AF-502489B6F887}">
      <dgm:prSet/>
      <dgm:spPr/>
      <dgm:t>
        <a:bodyPr/>
        <a:lstStyle/>
        <a:p>
          <a:endParaRPr lang="en-US"/>
        </a:p>
      </dgm:t>
    </dgm:pt>
    <dgm:pt modelId="{F4118588-E46F-42D7-B512-DA606B1E239A}" type="sibTrans" cxnId="{2D6C9093-7630-4923-87AF-502489B6F887}">
      <dgm:prSet/>
      <dgm:spPr/>
      <dgm:t>
        <a:bodyPr/>
        <a:lstStyle/>
        <a:p>
          <a:endParaRPr lang="en-US"/>
        </a:p>
      </dgm:t>
    </dgm:pt>
    <dgm:pt modelId="{EB9E1C57-0176-448D-9B6B-9C1B94F766B9}">
      <dgm:prSet/>
      <dgm:spPr/>
      <dgm:t>
        <a:bodyPr/>
        <a:lstStyle/>
        <a:p>
          <a:pPr>
            <a:defRPr cap="all"/>
          </a:pPr>
          <a:r>
            <a:rPr lang="en-US"/>
            <a:t>Almacenamiento de métricas</a:t>
          </a:r>
        </a:p>
      </dgm:t>
    </dgm:pt>
    <dgm:pt modelId="{119F3C26-4073-4797-86DA-5C089951130C}" type="parTrans" cxnId="{42A5D21A-D16B-455E-9112-911702F2B548}">
      <dgm:prSet/>
      <dgm:spPr/>
      <dgm:t>
        <a:bodyPr/>
        <a:lstStyle/>
        <a:p>
          <a:endParaRPr lang="en-US"/>
        </a:p>
      </dgm:t>
    </dgm:pt>
    <dgm:pt modelId="{FC93FDB3-D8E9-4D1B-96A9-70BE1418D5D1}" type="sibTrans" cxnId="{42A5D21A-D16B-455E-9112-911702F2B548}">
      <dgm:prSet/>
      <dgm:spPr/>
      <dgm:t>
        <a:bodyPr/>
        <a:lstStyle/>
        <a:p>
          <a:endParaRPr lang="en-US"/>
        </a:p>
      </dgm:t>
    </dgm:pt>
    <dgm:pt modelId="{5D654A69-D531-43F0-BBFA-1C67906CEDF6}">
      <dgm:prSet/>
      <dgm:spPr/>
      <dgm:t>
        <a:bodyPr/>
        <a:lstStyle/>
        <a:p>
          <a:pPr>
            <a:defRPr cap="all"/>
          </a:pPr>
          <a:r>
            <a:rPr lang="en-US"/>
            <a:t>Análisis histórico del rendimiento</a:t>
          </a:r>
        </a:p>
      </dgm:t>
    </dgm:pt>
    <dgm:pt modelId="{B0C91CCB-B137-465E-BA16-4B5583F3168B}" type="parTrans" cxnId="{B1A290F5-1E18-4A8A-9876-8BCEFE92BB31}">
      <dgm:prSet/>
      <dgm:spPr/>
      <dgm:t>
        <a:bodyPr/>
        <a:lstStyle/>
        <a:p>
          <a:endParaRPr lang="en-US"/>
        </a:p>
      </dgm:t>
    </dgm:pt>
    <dgm:pt modelId="{B7D15350-B63E-4813-9C26-920DF0397EC9}" type="sibTrans" cxnId="{B1A290F5-1E18-4A8A-9876-8BCEFE92BB31}">
      <dgm:prSet/>
      <dgm:spPr/>
      <dgm:t>
        <a:bodyPr/>
        <a:lstStyle/>
        <a:p>
          <a:endParaRPr lang="en-US"/>
        </a:p>
      </dgm:t>
    </dgm:pt>
    <dgm:pt modelId="{E75B2573-7745-4FD4-A6E3-2701246AB889}" type="pres">
      <dgm:prSet presAssocID="{D0956F2D-3721-4780-8D67-7F4C45D36BAB}" presName="root" presStyleCnt="0">
        <dgm:presLayoutVars>
          <dgm:dir/>
          <dgm:resizeHandles val="exact"/>
        </dgm:presLayoutVars>
      </dgm:prSet>
      <dgm:spPr/>
    </dgm:pt>
    <dgm:pt modelId="{2CA3677B-CB27-419B-8BAB-0E953DC0E4FF}" type="pres">
      <dgm:prSet presAssocID="{BA36425E-F22B-40D1-9575-FB15B03BA0E6}" presName="compNode" presStyleCnt="0"/>
      <dgm:spPr/>
    </dgm:pt>
    <dgm:pt modelId="{22A35E44-2378-497E-AED7-5E5FACA6B048}" type="pres">
      <dgm:prSet presAssocID="{BA36425E-F22B-40D1-9575-FB15B03BA0E6}" presName="iconBgRect" presStyleLbl="bgShp" presStyleIdx="0" presStyleCnt="3"/>
      <dgm:spPr/>
    </dgm:pt>
    <dgm:pt modelId="{A5F083A5-4B74-4246-AD6F-2CDB0BCCB014}" type="pres">
      <dgm:prSet presAssocID="{BA36425E-F22B-40D1-9575-FB15B03BA0E6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se de datos"/>
        </a:ext>
      </dgm:extLst>
    </dgm:pt>
    <dgm:pt modelId="{33BADCE9-87CA-4B0C-98E5-AB588540AD3D}" type="pres">
      <dgm:prSet presAssocID="{BA36425E-F22B-40D1-9575-FB15B03BA0E6}" presName="spaceRect" presStyleCnt="0"/>
      <dgm:spPr/>
    </dgm:pt>
    <dgm:pt modelId="{2A7C6B95-C06F-49F3-BA53-5A290B26D62B}" type="pres">
      <dgm:prSet presAssocID="{BA36425E-F22B-40D1-9575-FB15B03BA0E6}" presName="textRect" presStyleLbl="revTx" presStyleIdx="0" presStyleCnt="3">
        <dgm:presLayoutVars>
          <dgm:chMax val="1"/>
          <dgm:chPref val="1"/>
        </dgm:presLayoutVars>
      </dgm:prSet>
      <dgm:spPr/>
    </dgm:pt>
    <dgm:pt modelId="{A27A5B15-2EAE-416E-B040-647D2F921D77}" type="pres">
      <dgm:prSet presAssocID="{F4118588-E46F-42D7-B512-DA606B1E239A}" presName="sibTrans" presStyleCnt="0"/>
      <dgm:spPr/>
    </dgm:pt>
    <dgm:pt modelId="{30C89E74-938F-4ADC-BE99-28691DEB402A}" type="pres">
      <dgm:prSet presAssocID="{EB9E1C57-0176-448D-9B6B-9C1B94F766B9}" presName="compNode" presStyleCnt="0"/>
      <dgm:spPr/>
    </dgm:pt>
    <dgm:pt modelId="{C69FECC0-98B5-41B4-A5CC-28389706E7CD}" type="pres">
      <dgm:prSet presAssocID="{EB9E1C57-0176-448D-9B6B-9C1B94F766B9}" presName="iconBgRect" presStyleLbl="bgShp" presStyleIdx="1" presStyleCnt="3"/>
      <dgm:spPr/>
    </dgm:pt>
    <dgm:pt modelId="{29F7E9CD-FA96-417A-9053-BFBEBBFDC237}" type="pres">
      <dgm:prSet presAssocID="{EB9E1C57-0176-448D-9B6B-9C1B94F766B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6B77F25B-B61B-48CD-8A26-71397D7AFEC3}" type="pres">
      <dgm:prSet presAssocID="{EB9E1C57-0176-448D-9B6B-9C1B94F766B9}" presName="spaceRect" presStyleCnt="0"/>
      <dgm:spPr/>
    </dgm:pt>
    <dgm:pt modelId="{6D069051-C0C4-4D0A-8EFD-F00458F159FF}" type="pres">
      <dgm:prSet presAssocID="{EB9E1C57-0176-448D-9B6B-9C1B94F766B9}" presName="textRect" presStyleLbl="revTx" presStyleIdx="1" presStyleCnt="3">
        <dgm:presLayoutVars>
          <dgm:chMax val="1"/>
          <dgm:chPref val="1"/>
        </dgm:presLayoutVars>
      </dgm:prSet>
      <dgm:spPr/>
    </dgm:pt>
    <dgm:pt modelId="{28FCFB8F-1206-44C1-BFAE-C9A848857DE2}" type="pres">
      <dgm:prSet presAssocID="{FC93FDB3-D8E9-4D1B-96A9-70BE1418D5D1}" presName="sibTrans" presStyleCnt="0"/>
      <dgm:spPr/>
    </dgm:pt>
    <dgm:pt modelId="{CCEAE9F4-F436-4CFB-8DE8-69A5F810C304}" type="pres">
      <dgm:prSet presAssocID="{5D654A69-D531-43F0-BBFA-1C67906CEDF6}" presName="compNode" presStyleCnt="0"/>
      <dgm:spPr/>
    </dgm:pt>
    <dgm:pt modelId="{4762909B-C3C5-401E-9133-7BC1AD853CFB}" type="pres">
      <dgm:prSet presAssocID="{5D654A69-D531-43F0-BBFA-1C67906CEDF6}" presName="iconBgRect" presStyleLbl="bgShp" presStyleIdx="2" presStyleCnt="3"/>
      <dgm:spPr/>
    </dgm:pt>
    <dgm:pt modelId="{8BF2DE8E-ABB9-45F7-B17C-C58189D9241C}" type="pres">
      <dgm:prSet presAssocID="{5D654A69-D531-43F0-BBFA-1C67906CEDF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91CD635C-F8D3-4982-832E-30DE923FB5F9}" type="pres">
      <dgm:prSet presAssocID="{5D654A69-D531-43F0-BBFA-1C67906CEDF6}" presName="spaceRect" presStyleCnt="0"/>
      <dgm:spPr/>
    </dgm:pt>
    <dgm:pt modelId="{A20672DE-24C0-4ACF-B161-21214DA7949B}" type="pres">
      <dgm:prSet presAssocID="{5D654A69-D531-43F0-BBFA-1C67906CEDF6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42A5D21A-D16B-455E-9112-911702F2B548}" srcId="{D0956F2D-3721-4780-8D67-7F4C45D36BAB}" destId="{EB9E1C57-0176-448D-9B6B-9C1B94F766B9}" srcOrd="1" destOrd="0" parTransId="{119F3C26-4073-4797-86DA-5C089951130C}" sibTransId="{FC93FDB3-D8E9-4D1B-96A9-70BE1418D5D1}"/>
    <dgm:cxn modelId="{03575A3E-FE4F-4400-8B28-52D60D2AEE5C}" type="presOf" srcId="{EB9E1C57-0176-448D-9B6B-9C1B94F766B9}" destId="{6D069051-C0C4-4D0A-8EFD-F00458F159FF}" srcOrd="0" destOrd="0" presId="urn:microsoft.com/office/officeart/2018/5/layout/IconCircleLabelList"/>
    <dgm:cxn modelId="{865E7165-40E1-4CD7-9BD5-C7AF7D4C1524}" type="presOf" srcId="{BA36425E-F22B-40D1-9575-FB15B03BA0E6}" destId="{2A7C6B95-C06F-49F3-BA53-5A290B26D62B}" srcOrd="0" destOrd="0" presId="urn:microsoft.com/office/officeart/2018/5/layout/IconCircleLabelList"/>
    <dgm:cxn modelId="{2D6C9093-7630-4923-87AF-502489B6F887}" srcId="{D0956F2D-3721-4780-8D67-7F4C45D36BAB}" destId="{BA36425E-F22B-40D1-9575-FB15B03BA0E6}" srcOrd="0" destOrd="0" parTransId="{7AEE91FA-8869-4ADC-B454-FD6E89CB2BA3}" sibTransId="{F4118588-E46F-42D7-B512-DA606B1E239A}"/>
    <dgm:cxn modelId="{4C72F0B1-E941-41E3-9615-C7D50345062F}" type="presOf" srcId="{5D654A69-D531-43F0-BBFA-1C67906CEDF6}" destId="{A20672DE-24C0-4ACF-B161-21214DA7949B}" srcOrd="0" destOrd="0" presId="urn:microsoft.com/office/officeart/2018/5/layout/IconCircleLabelList"/>
    <dgm:cxn modelId="{EF0F32DD-73F2-4DF0-843F-3BFAB9CD24AB}" type="presOf" srcId="{D0956F2D-3721-4780-8D67-7F4C45D36BAB}" destId="{E75B2573-7745-4FD4-A6E3-2701246AB889}" srcOrd="0" destOrd="0" presId="urn:microsoft.com/office/officeart/2018/5/layout/IconCircleLabelList"/>
    <dgm:cxn modelId="{B1A290F5-1E18-4A8A-9876-8BCEFE92BB31}" srcId="{D0956F2D-3721-4780-8D67-7F4C45D36BAB}" destId="{5D654A69-D531-43F0-BBFA-1C67906CEDF6}" srcOrd="2" destOrd="0" parTransId="{B0C91CCB-B137-465E-BA16-4B5583F3168B}" sibTransId="{B7D15350-B63E-4813-9C26-920DF0397EC9}"/>
    <dgm:cxn modelId="{49126F23-A9B2-4E2B-98CD-A23B793B2CDF}" type="presParOf" srcId="{E75B2573-7745-4FD4-A6E3-2701246AB889}" destId="{2CA3677B-CB27-419B-8BAB-0E953DC0E4FF}" srcOrd="0" destOrd="0" presId="urn:microsoft.com/office/officeart/2018/5/layout/IconCircleLabelList"/>
    <dgm:cxn modelId="{0FDBF90D-BA98-4CC0-B284-739BB1F375DB}" type="presParOf" srcId="{2CA3677B-CB27-419B-8BAB-0E953DC0E4FF}" destId="{22A35E44-2378-497E-AED7-5E5FACA6B048}" srcOrd="0" destOrd="0" presId="urn:microsoft.com/office/officeart/2018/5/layout/IconCircleLabelList"/>
    <dgm:cxn modelId="{D853203F-36E5-4995-9A07-B9A156AFC17A}" type="presParOf" srcId="{2CA3677B-CB27-419B-8BAB-0E953DC0E4FF}" destId="{A5F083A5-4B74-4246-AD6F-2CDB0BCCB014}" srcOrd="1" destOrd="0" presId="urn:microsoft.com/office/officeart/2018/5/layout/IconCircleLabelList"/>
    <dgm:cxn modelId="{ADC1272C-B68B-4A5D-8D6E-2FA0A895714E}" type="presParOf" srcId="{2CA3677B-CB27-419B-8BAB-0E953DC0E4FF}" destId="{33BADCE9-87CA-4B0C-98E5-AB588540AD3D}" srcOrd="2" destOrd="0" presId="urn:microsoft.com/office/officeart/2018/5/layout/IconCircleLabelList"/>
    <dgm:cxn modelId="{5FD48A1D-F5B5-4AF4-A808-B6E888DD4D66}" type="presParOf" srcId="{2CA3677B-CB27-419B-8BAB-0E953DC0E4FF}" destId="{2A7C6B95-C06F-49F3-BA53-5A290B26D62B}" srcOrd="3" destOrd="0" presId="urn:microsoft.com/office/officeart/2018/5/layout/IconCircleLabelList"/>
    <dgm:cxn modelId="{4391639C-3F79-4A22-9BBA-A1BBC0173BEC}" type="presParOf" srcId="{E75B2573-7745-4FD4-A6E3-2701246AB889}" destId="{A27A5B15-2EAE-416E-B040-647D2F921D77}" srcOrd="1" destOrd="0" presId="urn:microsoft.com/office/officeart/2018/5/layout/IconCircleLabelList"/>
    <dgm:cxn modelId="{691EA80B-3523-43AE-AD7F-64BEBB5C31F1}" type="presParOf" srcId="{E75B2573-7745-4FD4-A6E3-2701246AB889}" destId="{30C89E74-938F-4ADC-BE99-28691DEB402A}" srcOrd="2" destOrd="0" presId="urn:microsoft.com/office/officeart/2018/5/layout/IconCircleLabelList"/>
    <dgm:cxn modelId="{B810D455-8371-4D5D-A495-594E248767AD}" type="presParOf" srcId="{30C89E74-938F-4ADC-BE99-28691DEB402A}" destId="{C69FECC0-98B5-41B4-A5CC-28389706E7CD}" srcOrd="0" destOrd="0" presId="urn:microsoft.com/office/officeart/2018/5/layout/IconCircleLabelList"/>
    <dgm:cxn modelId="{E5717A2C-9ACE-4C67-AB67-27EBFAFA7B41}" type="presParOf" srcId="{30C89E74-938F-4ADC-BE99-28691DEB402A}" destId="{29F7E9CD-FA96-417A-9053-BFBEBBFDC237}" srcOrd="1" destOrd="0" presId="urn:microsoft.com/office/officeart/2018/5/layout/IconCircleLabelList"/>
    <dgm:cxn modelId="{38E0C65F-62E1-4F49-98A7-03F2DAE3A85F}" type="presParOf" srcId="{30C89E74-938F-4ADC-BE99-28691DEB402A}" destId="{6B77F25B-B61B-48CD-8A26-71397D7AFEC3}" srcOrd="2" destOrd="0" presId="urn:microsoft.com/office/officeart/2018/5/layout/IconCircleLabelList"/>
    <dgm:cxn modelId="{04A78631-DFB0-4E67-9AF3-34C8EBEA1416}" type="presParOf" srcId="{30C89E74-938F-4ADC-BE99-28691DEB402A}" destId="{6D069051-C0C4-4D0A-8EFD-F00458F159FF}" srcOrd="3" destOrd="0" presId="urn:microsoft.com/office/officeart/2018/5/layout/IconCircleLabelList"/>
    <dgm:cxn modelId="{11873BBF-B8D3-4B8F-9983-38D72C94897F}" type="presParOf" srcId="{E75B2573-7745-4FD4-A6E3-2701246AB889}" destId="{28FCFB8F-1206-44C1-BFAE-C9A848857DE2}" srcOrd="3" destOrd="0" presId="urn:microsoft.com/office/officeart/2018/5/layout/IconCircleLabelList"/>
    <dgm:cxn modelId="{22488E92-1865-4A5E-AD81-BF612E7E59CF}" type="presParOf" srcId="{E75B2573-7745-4FD4-A6E3-2701246AB889}" destId="{CCEAE9F4-F436-4CFB-8DE8-69A5F810C304}" srcOrd="4" destOrd="0" presId="urn:microsoft.com/office/officeart/2018/5/layout/IconCircleLabelList"/>
    <dgm:cxn modelId="{18C0E3B6-719A-4C5B-9F6E-FFC9773072B6}" type="presParOf" srcId="{CCEAE9F4-F436-4CFB-8DE8-69A5F810C304}" destId="{4762909B-C3C5-401E-9133-7BC1AD853CFB}" srcOrd="0" destOrd="0" presId="urn:microsoft.com/office/officeart/2018/5/layout/IconCircleLabelList"/>
    <dgm:cxn modelId="{CC5C2D72-9A01-4479-B8EC-8B0E3FF3BDB6}" type="presParOf" srcId="{CCEAE9F4-F436-4CFB-8DE8-69A5F810C304}" destId="{8BF2DE8E-ABB9-45F7-B17C-C58189D9241C}" srcOrd="1" destOrd="0" presId="urn:microsoft.com/office/officeart/2018/5/layout/IconCircleLabelList"/>
    <dgm:cxn modelId="{8F146547-7300-4665-8E63-00F10DF38894}" type="presParOf" srcId="{CCEAE9F4-F436-4CFB-8DE8-69A5F810C304}" destId="{91CD635C-F8D3-4982-832E-30DE923FB5F9}" srcOrd="2" destOrd="0" presId="urn:microsoft.com/office/officeart/2018/5/layout/IconCircleLabelList"/>
    <dgm:cxn modelId="{09764867-2685-4CC9-9219-5D7072152043}" type="presParOf" srcId="{CCEAE9F4-F436-4CFB-8DE8-69A5F810C304}" destId="{A20672DE-24C0-4ACF-B161-21214DA7949B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EDE00367-F695-4C57-8945-BCA69CC28C68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0310A738-764D-48FF-9ADA-0F09C2C73094}">
      <dgm:prSet/>
      <dgm:spPr/>
      <dgm:t>
        <a:bodyPr/>
        <a:lstStyle/>
        <a:p>
          <a:pPr>
            <a:defRPr cap="all"/>
          </a:pPr>
          <a:r>
            <a:rPr lang="en-US"/>
            <a:t>Detección de tendencias</a:t>
          </a:r>
        </a:p>
      </dgm:t>
    </dgm:pt>
    <dgm:pt modelId="{F11288B4-EC61-4334-9C40-8DA94EE8A43C}" type="parTrans" cxnId="{D4AD0E50-E35D-4468-B71D-F0A9A7EEB2BF}">
      <dgm:prSet/>
      <dgm:spPr/>
      <dgm:t>
        <a:bodyPr/>
        <a:lstStyle/>
        <a:p>
          <a:endParaRPr lang="en-US"/>
        </a:p>
      </dgm:t>
    </dgm:pt>
    <dgm:pt modelId="{D92DF90B-4382-4F23-AA30-EB031D536555}" type="sibTrans" cxnId="{D4AD0E50-E35D-4468-B71D-F0A9A7EEB2BF}">
      <dgm:prSet/>
      <dgm:spPr/>
      <dgm:t>
        <a:bodyPr/>
        <a:lstStyle/>
        <a:p>
          <a:endParaRPr lang="en-US"/>
        </a:p>
      </dgm:t>
    </dgm:pt>
    <dgm:pt modelId="{2E361C9C-B232-4C2C-8CA2-36462C18276D}">
      <dgm:prSet/>
      <dgm:spPr/>
      <dgm:t>
        <a:bodyPr/>
        <a:lstStyle/>
        <a:p>
          <a:pPr>
            <a:defRPr cap="all"/>
          </a:pPr>
          <a:r>
            <a:rPr lang="en-US"/>
            <a:t>Identificación de anomalías</a:t>
          </a:r>
        </a:p>
      </dgm:t>
    </dgm:pt>
    <dgm:pt modelId="{46EAACAD-49B9-4271-97B2-DB3C8DC18F37}" type="parTrans" cxnId="{023F562E-27CD-414A-805C-2C68E81CD5DE}">
      <dgm:prSet/>
      <dgm:spPr/>
      <dgm:t>
        <a:bodyPr/>
        <a:lstStyle/>
        <a:p>
          <a:endParaRPr lang="en-US"/>
        </a:p>
      </dgm:t>
    </dgm:pt>
    <dgm:pt modelId="{DFD1BC14-F724-4CF7-90DB-964ECC15E2C0}" type="sibTrans" cxnId="{023F562E-27CD-414A-805C-2C68E81CD5DE}">
      <dgm:prSet/>
      <dgm:spPr/>
      <dgm:t>
        <a:bodyPr/>
        <a:lstStyle/>
        <a:p>
          <a:endParaRPr lang="en-US"/>
        </a:p>
      </dgm:t>
    </dgm:pt>
    <dgm:pt modelId="{3CA8870F-7804-4CF6-A764-0D5DC36B4437}">
      <dgm:prSet/>
      <dgm:spPr/>
      <dgm:t>
        <a:bodyPr/>
        <a:lstStyle/>
        <a:p>
          <a:pPr>
            <a:defRPr cap="all"/>
          </a:pPr>
          <a:r>
            <a:rPr lang="en-US"/>
            <a:t>Apoyo a decisiones técnicas</a:t>
          </a:r>
        </a:p>
      </dgm:t>
    </dgm:pt>
    <dgm:pt modelId="{40024103-2F64-4675-A530-230D67737A0B}" type="parTrans" cxnId="{B52EA82F-C1B4-4820-B431-F9EC9718C838}">
      <dgm:prSet/>
      <dgm:spPr/>
      <dgm:t>
        <a:bodyPr/>
        <a:lstStyle/>
        <a:p>
          <a:endParaRPr lang="en-US"/>
        </a:p>
      </dgm:t>
    </dgm:pt>
    <dgm:pt modelId="{CC6E1EF2-2A38-4CFA-975D-B060737B83DE}" type="sibTrans" cxnId="{B52EA82F-C1B4-4820-B431-F9EC9718C838}">
      <dgm:prSet/>
      <dgm:spPr/>
      <dgm:t>
        <a:bodyPr/>
        <a:lstStyle/>
        <a:p>
          <a:endParaRPr lang="en-US"/>
        </a:p>
      </dgm:t>
    </dgm:pt>
    <dgm:pt modelId="{900042A3-E856-4AB8-8133-50EF6A3770A6}" type="pres">
      <dgm:prSet presAssocID="{EDE00367-F695-4C57-8945-BCA69CC28C68}" presName="root" presStyleCnt="0">
        <dgm:presLayoutVars>
          <dgm:dir/>
          <dgm:resizeHandles val="exact"/>
        </dgm:presLayoutVars>
      </dgm:prSet>
      <dgm:spPr/>
    </dgm:pt>
    <dgm:pt modelId="{54B8F4DE-4F90-4B22-A89A-644F14B6D96B}" type="pres">
      <dgm:prSet presAssocID="{0310A738-764D-48FF-9ADA-0F09C2C73094}" presName="compNode" presStyleCnt="0"/>
      <dgm:spPr/>
    </dgm:pt>
    <dgm:pt modelId="{D1774F3C-44C4-4734-8B9A-EBEFE82DBD72}" type="pres">
      <dgm:prSet presAssocID="{0310A738-764D-48FF-9ADA-0F09C2C73094}" presName="iconBgRect" presStyleLbl="bgShp" presStyleIdx="0" presStyleCnt="3"/>
      <dgm:spPr/>
    </dgm:pt>
    <dgm:pt modelId="{E2DF18F7-DAE0-4C3D-ACA6-52892A90DE1C}" type="pres">
      <dgm:prSet presAssocID="{0310A738-764D-48FF-9ADA-0F09C2C7309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0555EE88-5865-4A70-8CFA-25A178550BF1}" type="pres">
      <dgm:prSet presAssocID="{0310A738-764D-48FF-9ADA-0F09C2C73094}" presName="spaceRect" presStyleCnt="0"/>
      <dgm:spPr/>
    </dgm:pt>
    <dgm:pt modelId="{18B8A6AB-CA71-4F2F-81CB-340DB3376DAE}" type="pres">
      <dgm:prSet presAssocID="{0310A738-764D-48FF-9ADA-0F09C2C73094}" presName="textRect" presStyleLbl="revTx" presStyleIdx="0" presStyleCnt="3">
        <dgm:presLayoutVars>
          <dgm:chMax val="1"/>
          <dgm:chPref val="1"/>
        </dgm:presLayoutVars>
      </dgm:prSet>
      <dgm:spPr/>
    </dgm:pt>
    <dgm:pt modelId="{3F4E0998-CD6E-4D7B-B55B-A81855642F91}" type="pres">
      <dgm:prSet presAssocID="{D92DF90B-4382-4F23-AA30-EB031D536555}" presName="sibTrans" presStyleCnt="0"/>
      <dgm:spPr/>
    </dgm:pt>
    <dgm:pt modelId="{03C9883E-0DEE-4D15-915A-3EB496BCCECD}" type="pres">
      <dgm:prSet presAssocID="{2E361C9C-B232-4C2C-8CA2-36462C18276D}" presName="compNode" presStyleCnt="0"/>
      <dgm:spPr/>
    </dgm:pt>
    <dgm:pt modelId="{101DF54C-E0F8-45DB-A00A-2CA1D725AC35}" type="pres">
      <dgm:prSet presAssocID="{2E361C9C-B232-4C2C-8CA2-36462C18276D}" presName="iconBgRect" presStyleLbl="bgShp" presStyleIdx="1" presStyleCnt="3"/>
      <dgm:spPr/>
    </dgm:pt>
    <dgm:pt modelId="{7D642A70-9BD1-45AD-86CD-5419E78A3B8D}" type="pres">
      <dgm:prSet presAssocID="{2E361C9C-B232-4C2C-8CA2-36462C18276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9DF242D2-11FA-4491-B382-F4252DE45773}" type="pres">
      <dgm:prSet presAssocID="{2E361C9C-B232-4C2C-8CA2-36462C18276D}" presName="spaceRect" presStyleCnt="0"/>
      <dgm:spPr/>
    </dgm:pt>
    <dgm:pt modelId="{99A6ED33-C913-4711-9578-15A3A42B1362}" type="pres">
      <dgm:prSet presAssocID="{2E361C9C-B232-4C2C-8CA2-36462C18276D}" presName="textRect" presStyleLbl="revTx" presStyleIdx="1" presStyleCnt="3">
        <dgm:presLayoutVars>
          <dgm:chMax val="1"/>
          <dgm:chPref val="1"/>
        </dgm:presLayoutVars>
      </dgm:prSet>
      <dgm:spPr/>
    </dgm:pt>
    <dgm:pt modelId="{73D6F29B-D474-4722-ADB3-FA705A3EA4C3}" type="pres">
      <dgm:prSet presAssocID="{DFD1BC14-F724-4CF7-90DB-964ECC15E2C0}" presName="sibTrans" presStyleCnt="0"/>
      <dgm:spPr/>
    </dgm:pt>
    <dgm:pt modelId="{A0A013B1-9F75-4D7C-9F3D-BDFEE6407D7A}" type="pres">
      <dgm:prSet presAssocID="{3CA8870F-7804-4CF6-A764-0D5DC36B4437}" presName="compNode" presStyleCnt="0"/>
      <dgm:spPr/>
    </dgm:pt>
    <dgm:pt modelId="{07FCC60D-B108-421E-9669-B55602DD2476}" type="pres">
      <dgm:prSet presAssocID="{3CA8870F-7804-4CF6-A764-0D5DC36B4437}" presName="iconBgRect" presStyleLbl="bgShp" presStyleIdx="2" presStyleCnt="3"/>
      <dgm:spPr/>
    </dgm:pt>
    <dgm:pt modelId="{C4F53DFD-64CA-4921-AA1E-E37D96492EB6}" type="pres">
      <dgm:prSet presAssocID="{3CA8870F-7804-4CF6-A764-0D5DC36B443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0A4CF868-0E35-4BC9-9E47-A990A636948B}" type="pres">
      <dgm:prSet presAssocID="{3CA8870F-7804-4CF6-A764-0D5DC36B4437}" presName="spaceRect" presStyleCnt="0"/>
      <dgm:spPr/>
    </dgm:pt>
    <dgm:pt modelId="{5AFC04A0-3060-45AB-A850-D6EC8DA973BC}" type="pres">
      <dgm:prSet presAssocID="{3CA8870F-7804-4CF6-A764-0D5DC36B4437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ECCAB109-F3A1-4EF0-8D98-E9E477587EF5}" type="presOf" srcId="{EDE00367-F695-4C57-8945-BCA69CC28C68}" destId="{900042A3-E856-4AB8-8133-50EF6A3770A6}" srcOrd="0" destOrd="0" presId="urn:microsoft.com/office/officeart/2018/5/layout/IconCircleLabelList"/>
    <dgm:cxn modelId="{023F562E-27CD-414A-805C-2C68E81CD5DE}" srcId="{EDE00367-F695-4C57-8945-BCA69CC28C68}" destId="{2E361C9C-B232-4C2C-8CA2-36462C18276D}" srcOrd="1" destOrd="0" parTransId="{46EAACAD-49B9-4271-97B2-DB3C8DC18F37}" sibTransId="{DFD1BC14-F724-4CF7-90DB-964ECC15E2C0}"/>
    <dgm:cxn modelId="{B52EA82F-C1B4-4820-B431-F9EC9718C838}" srcId="{EDE00367-F695-4C57-8945-BCA69CC28C68}" destId="{3CA8870F-7804-4CF6-A764-0D5DC36B4437}" srcOrd="2" destOrd="0" parTransId="{40024103-2F64-4675-A530-230D67737A0B}" sibTransId="{CC6E1EF2-2A38-4CFA-975D-B060737B83DE}"/>
    <dgm:cxn modelId="{D4AD0E50-E35D-4468-B71D-F0A9A7EEB2BF}" srcId="{EDE00367-F695-4C57-8945-BCA69CC28C68}" destId="{0310A738-764D-48FF-9ADA-0F09C2C73094}" srcOrd="0" destOrd="0" parTransId="{F11288B4-EC61-4334-9C40-8DA94EE8A43C}" sibTransId="{D92DF90B-4382-4F23-AA30-EB031D536555}"/>
    <dgm:cxn modelId="{C779308C-9F4E-4926-8D94-69D9145C19B4}" type="presOf" srcId="{3CA8870F-7804-4CF6-A764-0D5DC36B4437}" destId="{5AFC04A0-3060-45AB-A850-D6EC8DA973BC}" srcOrd="0" destOrd="0" presId="urn:microsoft.com/office/officeart/2018/5/layout/IconCircleLabelList"/>
    <dgm:cxn modelId="{70A475C1-A498-4DAA-B91E-4517444D1D10}" type="presOf" srcId="{2E361C9C-B232-4C2C-8CA2-36462C18276D}" destId="{99A6ED33-C913-4711-9578-15A3A42B1362}" srcOrd="0" destOrd="0" presId="urn:microsoft.com/office/officeart/2018/5/layout/IconCircleLabelList"/>
    <dgm:cxn modelId="{5F0AC3D0-D7F7-4DE3-878A-36EAE716BBF5}" type="presOf" srcId="{0310A738-764D-48FF-9ADA-0F09C2C73094}" destId="{18B8A6AB-CA71-4F2F-81CB-340DB3376DAE}" srcOrd="0" destOrd="0" presId="urn:microsoft.com/office/officeart/2018/5/layout/IconCircleLabelList"/>
    <dgm:cxn modelId="{D03951AD-F6DF-49BF-9916-27CA5C544F2D}" type="presParOf" srcId="{900042A3-E856-4AB8-8133-50EF6A3770A6}" destId="{54B8F4DE-4F90-4B22-A89A-644F14B6D96B}" srcOrd="0" destOrd="0" presId="urn:microsoft.com/office/officeart/2018/5/layout/IconCircleLabelList"/>
    <dgm:cxn modelId="{55BECE74-A26C-4EAB-BC14-365AB8669689}" type="presParOf" srcId="{54B8F4DE-4F90-4B22-A89A-644F14B6D96B}" destId="{D1774F3C-44C4-4734-8B9A-EBEFE82DBD72}" srcOrd="0" destOrd="0" presId="urn:microsoft.com/office/officeart/2018/5/layout/IconCircleLabelList"/>
    <dgm:cxn modelId="{313775E6-8F93-4DEE-B004-E3464C80FAA0}" type="presParOf" srcId="{54B8F4DE-4F90-4B22-A89A-644F14B6D96B}" destId="{E2DF18F7-DAE0-4C3D-ACA6-52892A90DE1C}" srcOrd="1" destOrd="0" presId="urn:microsoft.com/office/officeart/2018/5/layout/IconCircleLabelList"/>
    <dgm:cxn modelId="{A9892720-D70A-4C1A-A37D-28CB5B7BDA68}" type="presParOf" srcId="{54B8F4DE-4F90-4B22-A89A-644F14B6D96B}" destId="{0555EE88-5865-4A70-8CFA-25A178550BF1}" srcOrd="2" destOrd="0" presId="urn:microsoft.com/office/officeart/2018/5/layout/IconCircleLabelList"/>
    <dgm:cxn modelId="{E8F20150-3B6E-4007-BAD6-82563ABD89F4}" type="presParOf" srcId="{54B8F4DE-4F90-4B22-A89A-644F14B6D96B}" destId="{18B8A6AB-CA71-4F2F-81CB-340DB3376DAE}" srcOrd="3" destOrd="0" presId="urn:microsoft.com/office/officeart/2018/5/layout/IconCircleLabelList"/>
    <dgm:cxn modelId="{AEE52B6A-08F3-4F41-BC82-F11F74C180FB}" type="presParOf" srcId="{900042A3-E856-4AB8-8133-50EF6A3770A6}" destId="{3F4E0998-CD6E-4D7B-B55B-A81855642F91}" srcOrd="1" destOrd="0" presId="urn:microsoft.com/office/officeart/2018/5/layout/IconCircleLabelList"/>
    <dgm:cxn modelId="{F6D59379-4087-430D-85BD-CA74848F5C41}" type="presParOf" srcId="{900042A3-E856-4AB8-8133-50EF6A3770A6}" destId="{03C9883E-0DEE-4D15-915A-3EB496BCCECD}" srcOrd="2" destOrd="0" presId="urn:microsoft.com/office/officeart/2018/5/layout/IconCircleLabelList"/>
    <dgm:cxn modelId="{F3EB63B7-DF39-4CBE-BFB1-35CFA0CCBF47}" type="presParOf" srcId="{03C9883E-0DEE-4D15-915A-3EB496BCCECD}" destId="{101DF54C-E0F8-45DB-A00A-2CA1D725AC35}" srcOrd="0" destOrd="0" presId="urn:microsoft.com/office/officeart/2018/5/layout/IconCircleLabelList"/>
    <dgm:cxn modelId="{5D13C5E9-E964-4C53-8242-854D458C982B}" type="presParOf" srcId="{03C9883E-0DEE-4D15-915A-3EB496BCCECD}" destId="{7D642A70-9BD1-45AD-86CD-5419E78A3B8D}" srcOrd="1" destOrd="0" presId="urn:microsoft.com/office/officeart/2018/5/layout/IconCircleLabelList"/>
    <dgm:cxn modelId="{074CDBA8-F591-4ACF-9929-578A022AA131}" type="presParOf" srcId="{03C9883E-0DEE-4D15-915A-3EB496BCCECD}" destId="{9DF242D2-11FA-4491-B382-F4252DE45773}" srcOrd="2" destOrd="0" presId="urn:microsoft.com/office/officeart/2018/5/layout/IconCircleLabelList"/>
    <dgm:cxn modelId="{83AD7B66-F173-4CD8-B731-A51DDEEF266E}" type="presParOf" srcId="{03C9883E-0DEE-4D15-915A-3EB496BCCECD}" destId="{99A6ED33-C913-4711-9578-15A3A42B1362}" srcOrd="3" destOrd="0" presId="urn:microsoft.com/office/officeart/2018/5/layout/IconCircleLabelList"/>
    <dgm:cxn modelId="{473BF3DC-C4AD-494C-A8A5-7CEB3E604B75}" type="presParOf" srcId="{900042A3-E856-4AB8-8133-50EF6A3770A6}" destId="{73D6F29B-D474-4722-ADB3-FA705A3EA4C3}" srcOrd="3" destOrd="0" presId="urn:microsoft.com/office/officeart/2018/5/layout/IconCircleLabelList"/>
    <dgm:cxn modelId="{498DEDAA-D022-48A8-A3CC-F266CE9C7EA5}" type="presParOf" srcId="{900042A3-E856-4AB8-8133-50EF6A3770A6}" destId="{A0A013B1-9F75-4D7C-9F3D-BDFEE6407D7A}" srcOrd="4" destOrd="0" presId="urn:microsoft.com/office/officeart/2018/5/layout/IconCircleLabelList"/>
    <dgm:cxn modelId="{88958A6D-934C-4C03-B1BB-D54D670A0A29}" type="presParOf" srcId="{A0A013B1-9F75-4D7C-9F3D-BDFEE6407D7A}" destId="{07FCC60D-B108-421E-9669-B55602DD2476}" srcOrd="0" destOrd="0" presId="urn:microsoft.com/office/officeart/2018/5/layout/IconCircleLabelList"/>
    <dgm:cxn modelId="{CA78AD99-C0E9-410A-80E5-D19BAEAFAFDE}" type="presParOf" srcId="{A0A013B1-9F75-4D7C-9F3D-BDFEE6407D7A}" destId="{C4F53DFD-64CA-4921-AA1E-E37D96492EB6}" srcOrd="1" destOrd="0" presId="urn:microsoft.com/office/officeart/2018/5/layout/IconCircleLabelList"/>
    <dgm:cxn modelId="{D1A830E3-B169-4846-9E7C-3949AB40B524}" type="presParOf" srcId="{A0A013B1-9F75-4D7C-9F3D-BDFEE6407D7A}" destId="{0A4CF868-0E35-4BC9-9E47-A990A636948B}" srcOrd="2" destOrd="0" presId="urn:microsoft.com/office/officeart/2018/5/layout/IconCircleLabelList"/>
    <dgm:cxn modelId="{AF0ED785-18B6-4143-99B4-339511FDCDB7}" type="presParOf" srcId="{A0A013B1-9F75-4D7C-9F3D-BDFEE6407D7A}" destId="{5AFC04A0-3060-45AB-A850-D6EC8DA973BC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9118D01E-B1EE-4911-B884-0DF03D36CDF0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F3EB2774-1A34-4D57-B7A8-F7B726D4E10B}">
      <dgm:prSet/>
      <dgm:spPr/>
      <dgm:t>
        <a:bodyPr/>
        <a:lstStyle/>
        <a:p>
          <a:r>
            <a:rPr lang="en-US"/>
            <a:t>Consolidación de indicadores</a:t>
          </a:r>
        </a:p>
      </dgm:t>
    </dgm:pt>
    <dgm:pt modelId="{4A80F988-2446-4CE1-B0C7-632E2038403E}" type="parTrans" cxnId="{A0D0B339-E552-4958-9082-462CE593CA63}">
      <dgm:prSet/>
      <dgm:spPr/>
      <dgm:t>
        <a:bodyPr/>
        <a:lstStyle/>
        <a:p>
          <a:endParaRPr lang="en-US"/>
        </a:p>
      </dgm:t>
    </dgm:pt>
    <dgm:pt modelId="{634946D0-B48D-4F30-8B66-44B3C3DC5381}" type="sibTrans" cxnId="{A0D0B339-E552-4958-9082-462CE593CA63}">
      <dgm:prSet/>
      <dgm:spPr/>
      <dgm:t>
        <a:bodyPr/>
        <a:lstStyle/>
        <a:p>
          <a:endParaRPr lang="en-US"/>
        </a:p>
      </dgm:t>
    </dgm:pt>
    <dgm:pt modelId="{85514157-88C9-4E16-A93F-C29927DC4BEB}">
      <dgm:prSet/>
      <dgm:spPr/>
      <dgm:t>
        <a:bodyPr/>
        <a:lstStyle/>
        <a:p>
          <a:r>
            <a:rPr lang="en-US"/>
            <a:t>Visión global del sistema</a:t>
          </a:r>
        </a:p>
      </dgm:t>
    </dgm:pt>
    <dgm:pt modelId="{D448C55E-A552-4D4A-BA5A-748C04EB3EC6}" type="parTrans" cxnId="{4D4F06C1-DF83-4871-B537-19841867ED2F}">
      <dgm:prSet/>
      <dgm:spPr/>
      <dgm:t>
        <a:bodyPr/>
        <a:lstStyle/>
        <a:p>
          <a:endParaRPr lang="en-US"/>
        </a:p>
      </dgm:t>
    </dgm:pt>
    <dgm:pt modelId="{4183A90C-2E53-48B9-BDA7-BC06A92D2011}" type="sibTrans" cxnId="{4D4F06C1-DF83-4871-B537-19841867ED2F}">
      <dgm:prSet/>
      <dgm:spPr/>
      <dgm:t>
        <a:bodyPr/>
        <a:lstStyle/>
        <a:p>
          <a:endParaRPr lang="en-US"/>
        </a:p>
      </dgm:t>
    </dgm:pt>
    <dgm:pt modelId="{E45917E7-56D0-4541-AE16-C05C4DF4F633}">
      <dgm:prSet/>
      <dgm:spPr/>
      <dgm:t>
        <a:bodyPr/>
        <a:lstStyle/>
        <a:p>
          <a:r>
            <a:rPr lang="en-US"/>
            <a:t>Facilita la supervisión</a:t>
          </a:r>
        </a:p>
      </dgm:t>
    </dgm:pt>
    <dgm:pt modelId="{B0C1F4F9-5428-40E5-8BCD-65CA3586B023}" type="parTrans" cxnId="{81A206DD-E914-46B8-B851-D650C10D5298}">
      <dgm:prSet/>
      <dgm:spPr/>
      <dgm:t>
        <a:bodyPr/>
        <a:lstStyle/>
        <a:p>
          <a:endParaRPr lang="en-US"/>
        </a:p>
      </dgm:t>
    </dgm:pt>
    <dgm:pt modelId="{3CFB7966-CE45-451C-9682-3DA5DAC65E7E}" type="sibTrans" cxnId="{81A206DD-E914-46B8-B851-D650C10D5298}">
      <dgm:prSet/>
      <dgm:spPr/>
      <dgm:t>
        <a:bodyPr/>
        <a:lstStyle/>
        <a:p>
          <a:endParaRPr lang="en-US"/>
        </a:p>
      </dgm:t>
    </dgm:pt>
    <dgm:pt modelId="{BEC46296-7BDF-4549-8C22-937001FA5C75}" type="pres">
      <dgm:prSet presAssocID="{9118D01E-B1EE-4911-B884-0DF03D36CDF0}" presName="root" presStyleCnt="0">
        <dgm:presLayoutVars>
          <dgm:dir/>
          <dgm:resizeHandles val="exact"/>
        </dgm:presLayoutVars>
      </dgm:prSet>
      <dgm:spPr/>
    </dgm:pt>
    <dgm:pt modelId="{45F67F2A-D6D6-416A-B6D0-0ABE0AEC1590}" type="pres">
      <dgm:prSet presAssocID="{F3EB2774-1A34-4D57-B7A8-F7B726D4E10B}" presName="compNode" presStyleCnt="0"/>
      <dgm:spPr/>
    </dgm:pt>
    <dgm:pt modelId="{154E2DCF-0234-4CBD-BD58-F6ECCA3DF6A1}" type="pres">
      <dgm:prSet presAssocID="{F3EB2774-1A34-4D57-B7A8-F7B726D4E10B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88201BA4-6FEA-4DB8-A44A-10A01DF17D55}" type="pres">
      <dgm:prSet presAssocID="{F3EB2774-1A34-4D57-B7A8-F7B726D4E10B}" presName="spaceRect" presStyleCnt="0"/>
      <dgm:spPr/>
    </dgm:pt>
    <dgm:pt modelId="{EF1D1D31-BF5B-44FF-B219-CE11ABC21B5D}" type="pres">
      <dgm:prSet presAssocID="{F3EB2774-1A34-4D57-B7A8-F7B726D4E10B}" presName="textRect" presStyleLbl="revTx" presStyleIdx="0" presStyleCnt="3">
        <dgm:presLayoutVars>
          <dgm:chMax val="1"/>
          <dgm:chPref val="1"/>
        </dgm:presLayoutVars>
      </dgm:prSet>
      <dgm:spPr/>
    </dgm:pt>
    <dgm:pt modelId="{464072D2-E021-4E21-9B5B-3585E9E26036}" type="pres">
      <dgm:prSet presAssocID="{634946D0-B48D-4F30-8B66-44B3C3DC5381}" presName="sibTrans" presStyleCnt="0"/>
      <dgm:spPr/>
    </dgm:pt>
    <dgm:pt modelId="{37BB2EDF-BEAA-47D0-90B5-30C1F879B20A}" type="pres">
      <dgm:prSet presAssocID="{85514157-88C9-4E16-A93F-C29927DC4BEB}" presName="compNode" presStyleCnt="0"/>
      <dgm:spPr/>
    </dgm:pt>
    <dgm:pt modelId="{0336BE16-02A5-4BA0-A715-B02ABD4FB1C6}" type="pres">
      <dgm:prSet presAssocID="{85514157-88C9-4E16-A93F-C29927DC4BE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arth Globe Americas"/>
        </a:ext>
      </dgm:extLst>
    </dgm:pt>
    <dgm:pt modelId="{2030E986-6026-4EB2-B4E4-A69A981A839D}" type="pres">
      <dgm:prSet presAssocID="{85514157-88C9-4E16-A93F-C29927DC4BEB}" presName="spaceRect" presStyleCnt="0"/>
      <dgm:spPr/>
    </dgm:pt>
    <dgm:pt modelId="{E36D0917-5598-4CB7-A341-0B747CB00BB6}" type="pres">
      <dgm:prSet presAssocID="{85514157-88C9-4E16-A93F-C29927DC4BEB}" presName="textRect" presStyleLbl="revTx" presStyleIdx="1" presStyleCnt="3">
        <dgm:presLayoutVars>
          <dgm:chMax val="1"/>
          <dgm:chPref val="1"/>
        </dgm:presLayoutVars>
      </dgm:prSet>
      <dgm:spPr/>
    </dgm:pt>
    <dgm:pt modelId="{1F3509F5-C747-42B7-B0A0-4498B6BFFA86}" type="pres">
      <dgm:prSet presAssocID="{4183A90C-2E53-48B9-BDA7-BC06A92D2011}" presName="sibTrans" presStyleCnt="0"/>
      <dgm:spPr/>
    </dgm:pt>
    <dgm:pt modelId="{56492D4D-F1DE-4517-82F8-6DA11B479C84}" type="pres">
      <dgm:prSet presAssocID="{E45917E7-56D0-4541-AE16-C05C4DF4F633}" presName="compNode" presStyleCnt="0"/>
      <dgm:spPr/>
    </dgm:pt>
    <dgm:pt modelId="{A94688E9-0641-49E3-8ADA-313C19F1DAE2}" type="pres">
      <dgm:prSet presAssocID="{E45917E7-56D0-4541-AE16-C05C4DF4F633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B3F1532C-FD0A-4977-B4B6-F1E892417C8C}" type="pres">
      <dgm:prSet presAssocID="{E45917E7-56D0-4541-AE16-C05C4DF4F633}" presName="spaceRect" presStyleCnt="0"/>
      <dgm:spPr/>
    </dgm:pt>
    <dgm:pt modelId="{B0206410-A362-4B8C-9FBE-96FAA4BB6512}" type="pres">
      <dgm:prSet presAssocID="{E45917E7-56D0-4541-AE16-C05C4DF4F633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206D540B-54A7-4FA2-A599-64297BFF5ED9}" type="presOf" srcId="{E45917E7-56D0-4541-AE16-C05C4DF4F633}" destId="{B0206410-A362-4B8C-9FBE-96FAA4BB6512}" srcOrd="0" destOrd="0" presId="urn:microsoft.com/office/officeart/2018/2/layout/IconLabelList"/>
    <dgm:cxn modelId="{A0D0B339-E552-4958-9082-462CE593CA63}" srcId="{9118D01E-B1EE-4911-B884-0DF03D36CDF0}" destId="{F3EB2774-1A34-4D57-B7A8-F7B726D4E10B}" srcOrd="0" destOrd="0" parTransId="{4A80F988-2446-4CE1-B0C7-632E2038403E}" sibTransId="{634946D0-B48D-4F30-8B66-44B3C3DC5381}"/>
    <dgm:cxn modelId="{69985246-16DE-41FB-9DF3-FC781E349096}" type="presOf" srcId="{9118D01E-B1EE-4911-B884-0DF03D36CDF0}" destId="{BEC46296-7BDF-4549-8C22-937001FA5C75}" srcOrd="0" destOrd="0" presId="urn:microsoft.com/office/officeart/2018/2/layout/IconLabelList"/>
    <dgm:cxn modelId="{9822AD50-9B47-428D-974B-203415233AB9}" type="presOf" srcId="{F3EB2774-1A34-4D57-B7A8-F7B726D4E10B}" destId="{EF1D1D31-BF5B-44FF-B219-CE11ABC21B5D}" srcOrd="0" destOrd="0" presId="urn:microsoft.com/office/officeart/2018/2/layout/IconLabelList"/>
    <dgm:cxn modelId="{4D4F06C1-DF83-4871-B537-19841867ED2F}" srcId="{9118D01E-B1EE-4911-B884-0DF03D36CDF0}" destId="{85514157-88C9-4E16-A93F-C29927DC4BEB}" srcOrd="1" destOrd="0" parTransId="{D448C55E-A552-4D4A-BA5A-748C04EB3EC6}" sibTransId="{4183A90C-2E53-48B9-BDA7-BC06A92D2011}"/>
    <dgm:cxn modelId="{81A206DD-E914-46B8-B851-D650C10D5298}" srcId="{9118D01E-B1EE-4911-B884-0DF03D36CDF0}" destId="{E45917E7-56D0-4541-AE16-C05C4DF4F633}" srcOrd="2" destOrd="0" parTransId="{B0C1F4F9-5428-40E5-8BCD-65CA3586B023}" sibTransId="{3CFB7966-CE45-451C-9682-3DA5DAC65E7E}"/>
    <dgm:cxn modelId="{264824E7-F75A-4569-B51E-5D613F34BB41}" type="presOf" srcId="{85514157-88C9-4E16-A93F-C29927DC4BEB}" destId="{E36D0917-5598-4CB7-A341-0B747CB00BB6}" srcOrd="0" destOrd="0" presId="urn:microsoft.com/office/officeart/2018/2/layout/IconLabelList"/>
    <dgm:cxn modelId="{A3FE2D4B-0E7F-45D6-A4A6-31A1B3F734B0}" type="presParOf" srcId="{BEC46296-7BDF-4549-8C22-937001FA5C75}" destId="{45F67F2A-D6D6-416A-B6D0-0ABE0AEC1590}" srcOrd="0" destOrd="0" presId="urn:microsoft.com/office/officeart/2018/2/layout/IconLabelList"/>
    <dgm:cxn modelId="{E1B52208-6591-47E7-9B92-6818294E2A78}" type="presParOf" srcId="{45F67F2A-D6D6-416A-B6D0-0ABE0AEC1590}" destId="{154E2DCF-0234-4CBD-BD58-F6ECCA3DF6A1}" srcOrd="0" destOrd="0" presId="urn:microsoft.com/office/officeart/2018/2/layout/IconLabelList"/>
    <dgm:cxn modelId="{C942A4BB-D502-4602-B7A4-7983D1DCBAE9}" type="presParOf" srcId="{45F67F2A-D6D6-416A-B6D0-0ABE0AEC1590}" destId="{88201BA4-6FEA-4DB8-A44A-10A01DF17D55}" srcOrd="1" destOrd="0" presId="urn:microsoft.com/office/officeart/2018/2/layout/IconLabelList"/>
    <dgm:cxn modelId="{91C8535B-A245-4544-B97C-0BA164B57A31}" type="presParOf" srcId="{45F67F2A-D6D6-416A-B6D0-0ABE0AEC1590}" destId="{EF1D1D31-BF5B-44FF-B219-CE11ABC21B5D}" srcOrd="2" destOrd="0" presId="urn:microsoft.com/office/officeart/2018/2/layout/IconLabelList"/>
    <dgm:cxn modelId="{91269EAD-C194-4821-919B-A05FF34D9326}" type="presParOf" srcId="{BEC46296-7BDF-4549-8C22-937001FA5C75}" destId="{464072D2-E021-4E21-9B5B-3585E9E26036}" srcOrd="1" destOrd="0" presId="urn:microsoft.com/office/officeart/2018/2/layout/IconLabelList"/>
    <dgm:cxn modelId="{EE1C8137-9804-4C48-9B81-EB655B27C08A}" type="presParOf" srcId="{BEC46296-7BDF-4549-8C22-937001FA5C75}" destId="{37BB2EDF-BEAA-47D0-90B5-30C1F879B20A}" srcOrd="2" destOrd="0" presId="urn:microsoft.com/office/officeart/2018/2/layout/IconLabelList"/>
    <dgm:cxn modelId="{9BC9450D-2F8D-4838-B36C-56DC6346EE1C}" type="presParOf" srcId="{37BB2EDF-BEAA-47D0-90B5-30C1F879B20A}" destId="{0336BE16-02A5-4BA0-A715-B02ABD4FB1C6}" srcOrd="0" destOrd="0" presId="urn:microsoft.com/office/officeart/2018/2/layout/IconLabelList"/>
    <dgm:cxn modelId="{7D462B86-9C2D-4C7C-9809-FB42FBC753DC}" type="presParOf" srcId="{37BB2EDF-BEAA-47D0-90B5-30C1F879B20A}" destId="{2030E986-6026-4EB2-B4E4-A69A981A839D}" srcOrd="1" destOrd="0" presId="urn:microsoft.com/office/officeart/2018/2/layout/IconLabelList"/>
    <dgm:cxn modelId="{74B4FB48-AAE1-4EAC-9DCD-3D9415764A41}" type="presParOf" srcId="{37BB2EDF-BEAA-47D0-90B5-30C1F879B20A}" destId="{E36D0917-5598-4CB7-A341-0B747CB00BB6}" srcOrd="2" destOrd="0" presId="urn:microsoft.com/office/officeart/2018/2/layout/IconLabelList"/>
    <dgm:cxn modelId="{03A45172-B31A-4D84-B343-E0E705281734}" type="presParOf" srcId="{BEC46296-7BDF-4549-8C22-937001FA5C75}" destId="{1F3509F5-C747-42B7-B0A0-4498B6BFFA86}" srcOrd="3" destOrd="0" presId="urn:microsoft.com/office/officeart/2018/2/layout/IconLabelList"/>
    <dgm:cxn modelId="{8427EAC2-56FA-49E0-A151-DDB45DDA2A70}" type="presParOf" srcId="{BEC46296-7BDF-4549-8C22-937001FA5C75}" destId="{56492D4D-F1DE-4517-82F8-6DA11B479C84}" srcOrd="4" destOrd="0" presId="urn:microsoft.com/office/officeart/2018/2/layout/IconLabelList"/>
    <dgm:cxn modelId="{CD206B01-E1A1-4911-ACA0-08C1F6EA5176}" type="presParOf" srcId="{56492D4D-F1DE-4517-82F8-6DA11B479C84}" destId="{A94688E9-0641-49E3-8ADA-313C19F1DAE2}" srcOrd="0" destOrd="0" presId="urn:microsoft.com/office/officeart/2018/2/layout/IconLabelList"/>
    <dgm:cxn modelId="{2983F243-6458-4258-ADE4-207576AE2B14}" type="presParOf" srcId="{56492D4D-F1DE-4517-82F8-6DA11B479C84}" destId="{B3F1532C-FD0A-4977-B4B6-F1E892417C8C}" srcOrd="1" destOrd="0" presId="urn:microsoft.com/office/officeart/2018/2/layout/IconLabelList"/>
    <dgm:cxn modelId="{ABE1D905-882D-4DCC-837A-D0BBCE2A789C}" type="presParOf" srcId="{56492D4D-F1DE-4517-82F8-6DA11B479C84}" destId="{B0206410-A362-4B8C-9FBE-96FAA4BB6512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2BCD5AEB-125A-4969-A260-FB315D473795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C010115D-E4BE-460A-8396-0816549B3C74}">
      <dgm:prSet/>
      <dgm:spPr/>
      <dgm:t>
        <a:bodyPr/>
        <a:lstStyle/>
        <a:p>
          <a:pPr>
            <a:defRPr cap="all"/>
          </a:pPr>
          <a:r>
            <a:rPr lang="en-US"/>
            <a:t>Información clara</a:t>
          </a:r>
        </a:p>
      </dgm:t>
    </dgm:pt>
    <dgm:pt modelId="{D84D8695-706C-47BA-BECF-26D9C9CBBA5B}" type="parTrans" cxnId="{F377792C-8FDC-4E6D-827F-D92D896CAC9C}">
      <dgm:prSet/>
      <dgm:spPr/>
      <dgm:t>
        <a:bodyPr/>
        <a:lstStyle/>
        <a:p>
          <a:endParaRPr lang="en-US"/>
        </a:p>
      </dgm:t>
    </dgm:pt>
    <dgm:pt modelId="{15984912-ED9E-42E8-89D2-4D2119B4B73F}" type="sibTrans" cxnId="{F377792C-8FDC-4E6D-827F-D92D896CAC9C}">
      <dgm:prSet/>
      <dgm:spPr/>
      <dgm:t>
        <a:bodyPr/>
        <a:lstStyle/>
        <a:p>
          <a:endParaRPr lang="en-US"/>
        </a:p>
      </dgm:t>
    </dgm:pt>
    <dgm:pt modelId="{F7FCEE25-EDD1-418A-93E7-C146059F5704}">
      <dgm:prSet/>
      <dgm:spPr/>
      <dgm:t>
        <a:bodyPr/>
        <a:lstStyle/>
        <a:p>
          <a:pPr>
            <a:defRPr cap="all"/>
          </a:pPr>
          <a:r>
            <a:rPr lang="en-US"/>
            <a:t>Datos actualizados</a:t>
          </a:r>
        </a:p>
      </dgm:t>
    </dgm:pt>
    <dgm:pt modelId="{8C593BF4-80A8-44B4-87DC-C97DC59ADCF1}" type="parTrans" cxnId="{8DDDA944-DCF1-40AE-A042-04B9CC002905}">
      <dgm:prSet/>
      <dgm:spPr/>
      <dgm:t>
        <a:bodyPr/>
        <a:lstStyle/>
        <a:p>
          <a:endParaRPr lang="en-US"/>
        </a:p>
      </dgm:t>
    </dgm:pt>
    <dgm:pt modelId="{97FA9732-87C8-46C2-9D94-ADACC0F33877}" type="sibTrans" cxnId="{8DDDA944-DCF1-40AE-A042-04B9CC002905}">
      <dgm:prSet/>
      <dgm:spPr/>
      <dgm:t>
        <a:bodyPr/>
        <a:lstStyle/>
        <a:p>
          <a:endParaRPr lang="en-US"/>
        </a:p>
      </dgm:t>
    </dgm:pt>
    <dgm:pt modelId="{2B2195C2-B6C0-4AFE-84D6-9B5819B25D4D}">
      <dgm:prSet/>
      <dgm:spPr/>
      <dgm:t>
        <a:bodyPr/>
        <a:lstStyle/>
        <a:p>
          <a:pPr>
            <a:defRPr cap="all"/>
          </a:pPr>
          <a:r>
            <a:rPr lang="en-US"/>
            <a:t>Indicadores clave</a:t>
          </a:r>
        </a:p>
      </dgm:t>
    </dgm:pt>
    <dgm:pt modelId="{2BDE8B17-5492-4E60-8C9D-E00AC043A077}" type="parTrans" cxnId="{F6699791-29DB-4E4D-8F0F-A601AFE3C2B1}">
      <dgm:prSet/>
      <dgm:spPr/>
      <dgm:t>
        <a:bodyPr/>
        <a:lstStyle/>
        <a:p>
          <a:endParaRPr lang="en-US"/>
        </a:p>
      </dgm:t>
    </dgm:pt>
    <dgm:pt modelId="{B45FD3DB-805C-4203-AA7C-01D876ED20CB}" type="sibTrans" cxnId="{F6699791-29DB-4E4D-8F0F-A601AFE3C2B1}">
      <dgm:prSet/>
      <dgm:spPr/>
      <dgm:t>
        <a:bodyPr/>
        <a:lstStyle/>
        <a:p>
          <a:endParaRPr lang="en-US"/>
        </a:p>
      </dgm:t>
    </dgm:pt>
    <dgm:pt modelId="{F1CC510A-1C1A-4585-B0DA-EF3B41A9FF71}">
      <dgm:prSet/>
      <dgm:spPr/>
      <dgm:t>
        <a:bodyPr/>
        <a:lstStyle/>
        <a:p>
          <a:pPr>
            <a:defRPr cap="all"/>
          </a:pPr>
          <a:r>
            <a:rPr lang="en-US"/>
            <a:t>Facilidad de interpretación</a:t>
          </a:r>
        </a:p>
      </dgm:t>
    </dgm:pt>
    <dgm:pt modelId="{ED3F0508-EB0C-4F0D-8EDD-F62A6267B8BA}" type="parTrans" cxnId="{08F5951B-7B22-4261-A393-551CEC9B50D2}">
      <dgm:prSet/>
      <dgm:spPr/>
      <dgm:t>
        <a:bodyPr/>
        <a:lstStyle/>
        <a:p>
          <a:endParaRPr lang="en-US"/>
        </a:p>
      </dgm:t>
    </dgm:pt>
    <dgm:pt modelId="{506F6711-26F1-4212-BDCE-07AAD4E1AF4F}" type="sibTrans" cxnId="{08F5951B-7B22-4261-A393-551CEC9B50D2}">
      <dgm:prSet/>
      <dgm:spPr/>
      <dgm:t>
        <a:bodyPr/>
        <a:lstStyle/>
        <a:p>
          <a:endParaRPr lang="en-US"/>
        </a:p>
      </dgm:t>
    </dgm:pt>
    <dgm:pt modelId="{59C12472-0022-4D33-A320-76076CE176AF}" type="pres">
      <dgm:prSet presAssocID="{2BCD5AEB-125A-4969-A260-FB315D473795}" presName="root" presStyleCnt="0">
        <dgm:presLayoutVars>
          <dgm:dir/>
          <dgm:resizeHandles val="exact"/>
        </dgm:presLayoutVars>
      </dgm:prSet>
      <dgm:spPr/>
    </dgm:pt>
    <dgm:pt modelId="{13434EDE-D373-486C-8937-067A83C0BE25}" type="pres">
      <dgm:prSet presAssocID="{C010115D-E4BE-460A-8396-0816549B3C74}" presName="compNode" presStyleCnt="0"/>
      <dgm:spPr/>
    </dgm:pt>
    <dgm:pt modelId="{09084BEB-667C-42BF-B58D-844D2F0DFD3F}" type="pres">
      <dgm:prSet presAssocID="{C010115D-E4BE-460A-8396-0816549B3C74}" presName="iconBgRect" presStyleLbl="bgShp" presStyleIdx="0" presStyleCnt="4"/>
      <dgm:spPr/>
    </dgm:pt>
    <dgm:pt modelId="{48F919FB-2AA9-45E8-9892-627E918F1D5D}" type="pres">
      <dgm:prSet presAssocID="{C010115D-E4BE-460A-8396-0816549B3C74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uricular"/>
        </a:ext>
      </dgm:extLst>
    </dgm:pt>
    <dgm:pt modelId="{2E247B61-E207-4B47-B963-303283506FF7}" type="pres">
      <dgm:prSet presAssocID="{C010115D-E4BE-460A-8396-0816549B3C74}" presName="spaceRect" presStyleCnt="0"/>
      <dgm:spPr/>
    </dgm:pt>
    <dgm:pt modelId="{9A8E93E3-E744-46DD-8F09-79B4E90EB485}" type="pres">
      <dgm:prSet presAssocID="{C010115D-E4BE-460A-8396-0816549B3C74}" presName="textRect" presStyleLbl="revTx" presStyleIdx="0" presStyleCnt="4">
        <dgm:presLayoutVars>
          <dgm:chMax val="1"/>
          <dgm:chPref val="1"/>
        </dgm:presLayoutVars>
      </dgm:prSet>
      <dgm:spPr/>
    </dgm:pt>
    <dgm:pt modelId="{84B697F3-6266-404F-BCEA-5C17DDEBD13B}" type="pres">
      <dgm:prSet presAssocID="{15984912-ED9E-42E8-89D2-4D2119B4B73F}" presName="sibTrans" presStyleCnt="0"/>
      <dgm:spPr/>
    </dgm:pt>
    <dgm:pt modelId="{3EA96CAE-FEC5-4B77-BD24-567BB26E5364}" type="pres">
      <dgm:prSet presAssocID="{F7FCEE25-EDD1-418A-93E7-C146059F5704}" presName="compNode" presStyleCnt="0"/>
      <dgm:spPr/>
    </dgm:pt>
    <dgm:pt modelId="{104304AB-BD43-4189-86B3-FF3EE8C73E18}" type="pres">
      <dgm:prSet presAssocID="{F7FCEE25-EDD1-418A-93E7-C146059F5704}" presName="iconBgRect" presStyleLbl="bgShp" presStyleIdx="1" presStyleCnt="4"/>
      <dgm:spPr/>
    </dgm:pt>
    <dgm:pt modelId="{18715DB1-415A-490F-A195-8B7201125575}" type="pres">
      <dgm:prSet presAssocID="{F7FCEE25-EDD1-418A-93E7-C146059F5704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CF4DB5A7-93B2-4F15-A9FD-4AB611E8BB3B}" type="pres">
      <dgm:prSet presAssocID="{F7FCEE25-EDD1-418A-93E7-C146059F5704}" presName="spaceRect" presStyleCnt="0"/>
      <dgm:spPr/>
    </dgm:pt>
    <dgm:pt modelId="{3E33985D-82D6-4634-8119-7035EFE29E4A}" type="pres">
      <dgm:prSet presAssocID="{F7FCEE25-EDD1-418A-93E7-C146059F5704}" presName="textRect" presStyleLbl="revTx" presStyleIdx="1" presStyleCnt="4">
        <dgm:presLayoutVars>
          <dgm:chMax val="1"/>
          <dgm:chPref val="1"/>
        </dgm:presLayoutVars>
      </dgm:prSet>
      <dgm:spPr/>
    </dgm:pt>
    <dgm:pt modelId="{2A7243EC-4E74-43DE-8319-C37145E1219D}" type="pres">
      <dgm:prSet presAssocID="{97FA9732-87C8-46C2-9D94-ADACC0F33877}" presName="sibTrans" presStyleCnt="0"/>
      <dgm:spPr/>
    </dgm:pt>
    <dgm:pt modelId="{22361B52-8AF8-4983-B9E4-647F7A282486}" type="pres">
      <dgm:prSet presAssocID="{2B2195C2-B6C0-4AFE-84D6-9B5819B25D4D}" presName="compNode" presStyleCnt="0"/>
      <dgm:spPr/>
    </dgm:pt>
    <dgm:pt modelId="{F097C89C-BC1E-4C62-A037-90F9E57F445B}" type="pres">
      <dgm:prSet presAssocID="{2B2195C2-B6C0-4AFE-84D6-9B5819B25D4D}" presName="iconBgRect" presStyleLbl="bgShp" presStyleIdx="2" presStyleCnt="4"/>
      <dgm:spPr/>
    </dgm:pt>
    <dgm:pt modelId="{2F297B11-E803-4914-AD0F-37BD011AE607}" type="pres">
      <dgm:prSet presAssocID="{2B2195C2-B6C0-4AFE-84D6-9B5819B25D4D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ve"/>
        </a:ext>
      </dgm:extLst>
    </dgm:pt>
    <dgm:pt modelId="{DC435249-140D-488A-AB96-DA4F10B3E67D}" type="pres">
      <dgm:prSet presAssocID="{2B2195C2-B6C0-4AFE-84D6-9B5819B25D4D}" presName="spaceRect" presStyleCnt="0"/>
      <dgm:spPr/>
    </dgm:pt>
    <dgm:pt modelId="{FCF1DFF8-B8D7-491B-8B5F-9D9FC4112F70}" type="pres">
      <dgm:prSet presAssocID="{2B2195C2-B6C0-4AFE-84D6-9B5819B25D4D}" presName="textRect" presStyleLbl="revTx" presStyleIdx="2" presStyleCnt="4">
        <dgm:presLayoutVars>
          <dgm:chMax val="1"/>
          <dgm:chPref val="1"/>
        </dgm:presLayoutVars>
      </dgm:prSet>
      <dgm:spPr/>
    </dgm:pt>
    <dgm:pt modelId="{87403BF5-198F-47AD-AF50-8A21AF69B0F2}" type="pres">
      <dgm:prSet presAssocID="{B45FD3DB-805C-4203-AA7C-01D876ED20CB}" presName="sibTrans" presStyleCnt="0"/>
      <dgm:spPr/>
    </dgm:pt>
    <dgm:pt modelId="{6D78E5FF-DED9-48F3-A5F6-3D330F0AC65F}" type="pres">
      <dgm:prSet presAssocID="{F1CC510A-1C1A-4585-B0DA-EF3B41A9FF71}" presName="compNode" presStyleCnt="0"/>
      <dgm:spPr/>
    </dgm:pt>
    <dgm:pt modelId="{8FC704A2-8EAC-488F-A374-0CB368B4F15D}" type="pres">
      <dgm:prSet presAssocID="{F1CC510A-1C1A-4585-B0DA-EF3B41A9FF71}" presName="iconBgRect" presStyleLbl="bgShp" presStyleIdx="3" presStyleCnt="4"/>
      <dgm:spPr/>
    </dgm:pt>
    <dgm:pt modelId="{8A55B992-56D5-4ADD-9CD2-ECB1A8E3DED4}" type="pres">
      <dgm:prSet presAssocID="{F1CC510A-1C1A-4585-B0DA-EF3B41A9FF71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1144AD1A-63C0-41F7-A477-994E50F5C2B7}" type="pres">
      <dgm:prSet presAssocID="{F1CC510A-1C1A-4585-B0DA-EF3B41A9FF71}" presName="spaceRect" presStyleCnt="0"/>
      <dgm:spPr/>
    </dgm:pt>
    <dgm:pt modelId="{D56387AE-09BC-48B1-86D8-3695057DFFB3}" type="pres">
      <dgm:prSet presAssocID="{F1CC510A-1C1A-4585-B0DA-EF3B41A9FF71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C1FB8F06-4518-4896-8961-FAF2F1E1C99F}" type="presOf" srcId="{F1CC510A-1C1A-4585-B0DA-EF3B41A9FF71}" destId="{D56387AE-09BC-48B1-86D8-3695057DFFB3}" srcOrd="0" destOrd="0" presId="urn:microsoft.com/office/officeart/2018/5/layout/IconCircleLabelList"/>
    <dgm:cxn modelId="{D20DDB14-C2B3-4C9D-95F4-7CE2178D8A58}" type="presOf" srcId="{F7FCEE25-EDD1-418A-93E7-C146059F5704}" destId="{3E33985D-82D6-4634-8119-7035EFE29E4A}" srcOrd="0" destOrd="0" presId="urn:microsoft.com/office/officeart/2018/5/layout/IconCircleLabelList"/>
    <dgm:cxn modelId="{08F5951B-7B22-4261-A393-551CEC9B50D2}" srcId="{2BCD5AEB-125A-4969-A260-FB315D473795}" destId="{F1CC510A-1C1A-4585-B0DA-EF3B41A9FF71}" srcOrd="3" destOrd="0" parTransId="{ED3F0508-EB0C-4F0D-8EDD-F62A6267B8BA}" sibTransId="{506F6711-26F1-4212-BDCE-07AAD4E1AF4F}"/>
    <dgm:cxn modelId="{F377792C-8FDC-4E6D-827F-D92D896CAC9C}" srcId="{2BCD5AEB-125A-4969-A260-FB315D473795}" destId="{C010115D-E4BE-460A-8396-0816549B3C74}" srcOrd="0" destOrd="0" parTransId="{D84D8695-706C-47BA-BECF-26D9C9CBBA5B}" sibTransId="{15984912-ED9E-42E8-89D2-4D2119B4B73F}"/>
    <dgm:cxn modelId="{2AFF515E-3C52-4F17-91BC-CF769210EC94}" type="presOf" srcId="{2BCD5AEB-125A-4969-A260-FB315D473795}" destId="{59C12472-0022-4D33-A320-76076CE176AF}" srcOrd="0" destOrd="0" presId="urn:microsoft.com/office/officeart/2018/5/layout/IconCircleLabelList"/>
    <dgm:cxn modelId="{8DDDA944-DCF1-40AE-A042-04B9CC002905}" srcId="{2BCD5AEB-125A-4969-A260-FB315D473795}" destId="{F7FCEE25-EDD1-418A-93E7-C146059F5704}" srcOrd="1" destOrd="0" parTransId="{8C593BF4-80A8-44B4-87DC-C97DC59ADCF1}" sibTransId="{97FA9732-87C8-46C2-9D94-ADACC0F33877}"/>
    <dgm:cxn modelId="{F6699791-29DB-4E4D-8F0F-A601AFE3C2B1}" srcId="{2BCD5AEB-125A-4969-A260-FB315D473795}" destId="{2B2195C2-B6C0-4AFE-84D6-9B5819B25D4D}" srcOrd="2" destOrd="0" parTransId="{2BDE8B17-5492-4E60-8C9D-E00AC043A077}" sibTransId="{B45FD3DB-805C-4203-AA7C-01D876ED20CB}"/>
    <dgm:cxn modelId="{EF07AC9A-E710-443F-B8B4-94462B64E46C}" type="presOf" srcId="{C010115D-E4BE-460A-8396-0816549B3C74}" destId="{9A8E93E3-E744-46DD-8F09-79B4E90EB485}" srcOrd="0" destOrd="0" presId="urn:microsoft.com/office/officeart/2018/5/layout/IconCircleLabelList"/>
    <dgm:cxn modelId="{469127F6-D1E9-4843-BC18-A168B88A9A38}" type="presOf" srcId="{2B2195C2-B6C0-4AFE-84D6-9B5819B25D4D}" destId="{FCF1DFF8-B8D7-491B-8B5F-9D9FC4112F70}" srcOrd="0" destOrd="0" presId="urn:microsoft.com/office/officeart/2018/5/layout/IconCircleLabelList"/>
    <dgm:cxn modelId="{A1CFAF6E-A812-4F78-B008-704FFC033274}" type="presParOf" srcId="{59C12472-0022-4D33-A320-76076CE176AF}" destId="{13434EDE-D373-486C-8937-067A83C0BE25}" srcOrd="0" destOrd="0" presId="urn:microsoft.com/office/officeart/2018/5/layout/IconCircleLabelList"/>
    <dgm:cxn modelId="{10984F66-E941-4DE3-B2CF-BB8DEF50E747}" type="presParOf" srcId="{13434EDE-D373-486C-8937-067A83C0BE25}" destId="{09084BEB-667C-42BF-B58D-844D2F0DFD3F}" srcOrd="0" destOrd="0" presId="urn:microsoft.com/office/officeart/2018/5/layout/IconCircleLabelList"/>
    <dgm:cxn modelId="{E34A1A52-D252-4689-A832-4416D1DAB964}" type="presParOf" srcId="{13434EDE-D373-486C-8937-067A83C0BE25}" destId="{48F919FB-2AA9-45E8-9892-627E918F1D5D}" srcOrd="1" destOrd="0" presId="urn:microsoft.com/office/officeart/2018/5/layout/IconCircleLabelList"/>
    <dgm:cxn modelId="{2DA61086-8F89-4A4D-A135-2A627D6C57CF}" type="presParOf" srcId="{13434EDE-D373-486C-8937-067A83C0BE25}" destId="{2E247B61-E207-4B47-B963-303283506FF7}" srcOrd="2" destOrd="0" presId="urn:microsoft.com/office/officeart/2018/5/layout/IconCircleLabelList"/>
    <dgm:cxn modelId="{E0851A6E-93A0-4430-820D-F9DE772806E0}" type="presParOf" srcId="{13434EDE-D373-486C-8937-067A83C0BE25}" destId="{9A8E93E3-E744-46DD-8F09-79B4E90EB485}" srcOrd="3" destOrd="0" presId="urn:microsoft.com/office/officeart/2018/5/layout/IconCircleLabelList"/>
    <dgm:cxn modelId="{6E4C9189-FA04-4E6A-A36E-57AF370361E9}" type="presParOf" srcId="{59C12472-0022-4D33-A320-76076CE176AF}" destId="{84B697F3-6266-404F-BCEA-5C17DDEBD13B}" srcOrd="1" destOrd="0" presId="urn:microsoft.com/office/officeart/2018/5/layout/IconCircleLabelList"/>
    <dgm:cxn modelId="{30800BC0-2A83-4ED7-87AF-32051BC7DD72}" type="presParOf" srcId="{59C12472-0022-4D33-A320-76076CE176AF}" destId="{3EA96CAE-FEC5-4B77-BD24-567BB26E5364}" srcOrd="2" destOrd="0" presId="urn:microsoft.com/office/officeart/2018/5/layout/IconCircleLabelList"/>
    <dgm:cxn modelId="{42D5B01C-8E69-4CD4-916E-5195B3AEAA13}" type="presParOf" srcId="{3EA96CAE-FEC5-4B77-BD24-567BB26E5364}" destId="{104304AB-BD43-4189-86B3-FF3EE8C73E18}" srcOrd="0" destOrd="0" presId="urn:microsoft.com/office/officeart/2018/5/layout/IconCircleLabelList"/>
    <dgm:cxn modelId="{EE57E360-1D1C-4EE8-8CC3-6A0E69A2249B}" type="presParOf" srcId="{3EA96CAE-FEC5-4B77-BD24-567BB26E5364}" destId="{18715DB1-415A-490F-A195-8B7201125575}" srcOrd="1" destOrd="0" presId="urn:microsoft.com/office/officeart/2018/5/layout/IconCircleLabelList"/>
    <dgm:cxn modelId="{8DE7CFCA-31EF-4E72-B9B5-A981080504D9}" type="presParOf" srcId="{3EA96CAE-FEC5-4B77-BD24-567BB26E5364}" destId="{CF4DB5A7-93B2-4F15-A9FD-4AB611E8BB3B}" srcOrd="2" destOrd="0" presId="urn:microsoft.com/office/officeart/2018/5/layout/IconCircleLabelList"/>
    <dgm:cxn modelId="{87824C14-F4C9-4C95-90B3-3CAD76E3D48A}" type="presParOf" srcId="{3EA96CAE-FEC5-4B77-BD24-567BB26E5364}" destId="{3E33985D-82D6-4634-8119-7035EFE29E4A}" srcOrd="3" destOrd="0" presId="urn:microsoft.com/office/officeart/2018/5/layout/IconCircleLabelList"/>
    <dgm:cxn modelId="{633CBB4B-381D-45B1-8A6E-59FAE8CA4CC0}" type="presParOf" srcId="{59C12472-0022-4D33-A320-76076CE176AF}" destId="{2A7243EC-4E74-43DE-8319-C37145E1219D}" srcOrd="3" destOrd="0" presId="urn:microsoft.com/office/officeart/2018/5/layout/IconCircleLabelList"/>
    <dgm:cxn modelId="{097820E4-6564-4B22-AC06-F0446B0190C1}" type="presParOf" srcId="{59C12472-0022-4D33-A320-76076CE176AF}" destId="{22361B52-8AF8-4983-B9E4-647F7A282486}" srcOrd="4" destOrd="0" presId="urn:microsoft.com/office/officeart/2018/5/layout/IconCircleLabelList"/>
    <dgm:cxn modelId="{C3539351-677D-4F8A-9668-C387DA73D01B}" type="presParOf" srcId="{22361B52-8AF8-4983-B9E4-647F7A282486}" destId="{F097C89C-BC1E-4C62-A037-90F9E57F445B}" srcOrd="0" destOrd="0" presId="urn:microsoft.com/office/officeart/2018/5/layout/IconCircleLabelList"/>
    <dgm:cxn modelId="{68EAA7B6-7A2A-46B1-B72C-63123BEE3740}" type="presParOf" srcId="{22361B52-8AF8-4983-B9E4-647F7A282486}" destId="{2F297B11-E803-4914-AD0F-37BD011AE607}" srcOrd="1" destOrd="0" presId="urn:microsoft.com/office/officeart/2018/5/layout/IconCircleLabelList"/>
    <dgm:cxn modelId="{C65B6F21-0237-4925-BA97-6A4348DE761F}" type="presParOf" srcId="{22361B52-8AF8-4983-B9E4-647F7A282486}" destId="{DC435249-140D-488A-AB96-DA4F10B3E67D}" srcOrd="2" destOrd="0" presId="urn:microsoft.com/office/officeart/2018/5/layout/IconCircleLabelList"/>
    <dgm:cxn modelId="{02E6C92D-52E1-4103-833B-CA6DE5C1FF7D}" type="presParOf" srcId="{22361B52-8AF8-4983-B9E4-647F7A282486}" destId="{FCF1DFF8-B8D7-491B-8B5F-9D9FC4112F70}" srcOrd="3" destOrd="0" presId="urn:microsoft.com/office/officeart/2018/5/layout/IconCircleLabelList"/>
    <dgm:cxn modelId="{469DC53C-C57D-411C-B99F-4D795E699516}" type="presParOf" srcId="{59C12472-0022-4D33-A320-76076CE176AF}" destId="{87403BF5-198F-47AD-AF50-8A21AF69B0F2}" srcOrd="5" destOrd="0" presId="urn:microsoft.com/office/officeart/2018/5/layout/IconCircleLabelList"/>
    <dgm:cxn modelId="{E79ECDDC-8510-407F-9184-67B0AB7F7764}" type="presParOf" srcId="{59C12472-0022-4D33-A320-76076CE176AF}" destId="{6D78E5FF-DED9-48F3-A5F6-3D330F0AC65F}" srcOrd="6" destOrd="0" presId="urn:microsoft.com/office/officeart/2018/5/layout/IconCircleLabelList"/>
    <dgm:cxn modelId="{0CE06B5B-312E-46F1-9DBC-E8039F09957F}" type="presParOf" srcId="{6D78E5FF-DED9-48F3-A5F6-3D330F0AC65F}" destId="{8FC704A2-8EAC-488F-A374-0CB368B4F15D}" srcOrd="0" destOrd="0" presId="urn:microsoft.com/office/officeart/2018/5/layout/IconCircleLabelList"/>
    <dgm:cxn modelId="{E75423B3-8057-45F0-AD7D-ED3182E368E2}" type="presParOf" srcId="{6D78E5FF-DED9-48F3-A5F6-3D330F0AC65F}" destId="{8A55B992-56D5-4ADD-9CD2-ECB1A8E3DED4}" srcOrd="1" destOrd="0" presId="urn:microsoft.com/office/officeart/2018/5/layout/IconCircleLabelList"/>
    <dgm:cxn modelId="{7D8E3EB5-EB60-466B-B281-C8362809CDB6}" type="presParOf" srcId="{6D78E5FF-DED9-48F3-A5F6-3D330F0AC65F}" destId="{1144AD1A-63C0-41F7-A477-994E50F5C2B7}" srcOrd="2" destOrd="0" presId="urn:microsoft.com/office/officeart/2018/5/layout/IconCircleLabelList"/>
    <dgm:cxn modelId="{1F9A2E96-96C8-4480-994D-5B0A5CCA7263}" type="presParOf" srcId="{6D78E5FF-DED9-48F3-A5F6-3D330F0AC65F}" destId="{D56387AE-09BC-48B1-86D8-3695057DFFB3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4A0A36E9-EC64-45C4-A8F1-31FFF4747416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29CD9210-9CB1-47BA-BE16-30B14F06FD46}">
      <dgm:prSet/>
      <dgm:spPr/>
      <dgm:t>
        <a:bodyPr/>
        <a:lstStyle/>
        <a:p>
          <a:pPr>
            <a:defRPr cap="all"/>
          </a:pPr>
          <a:r>
            <a:rPr lang="en-US"/>
            <a:t>Las métricas son esenciales para la gestión</a:t>
          </a:r>
        </a:p>
      </dgm:t>
    </dgm:pt>
    <dgm:pt modelId="{22F5B919-C460-45A2-883A-D782462D6FBD}" type="parTrans" cxnId="{36BF1612-76CD-49CE-85A5-E9D51F8D3413}">
      <dgm:prSet/>
      <dgm:spPr/>
      <dgm:t>
        <a:bodyPr/>
        <a:lstStyle/>
        <a:p>
          <a:endParaRPr lang="en-US"/>
        </a:p>
      </dgm:t>
    </dgm:pt>
    <dgm:pt modelId="{D9D11D5D-0D19-4834-AA4C-14D946D33831}" type="sibTrans" cxnId="{36BF1612-76CD-49CE-85A5-E9D51F8D3413}">
      <dgm:prSet/>
      <dgm:spPr/>
      <dgm:t>
        <a:bodyPr/>
        <a:lstStyle/>
        <a:p>
          <a:endParaRPr lang="en-US"/>
        </a:p>
      </dgm:t>
    </dgm:pt>
    <dgm:pt modelId="{D32052C7-A2F2-4B20-9F53-7F85708352CE}">
      <dgm:prSet/>
      <dgm:spPr/>
      <dgm:t>
        <a:bodyPr/>
        <a:lstStyle/>
        <a:p>
          <a:pPr>
            <a:defRPr cap="all"/>
          </a:pPr>
          <a:r>
            <a:rPr lang="en-US"/>
            <a:t>Permiten anticipar problemas</a:t>
          </a:r>
        </a:p>
      </dgm:t>
    </dgm:pt>
    <dgm:pt modelId="{E7356799-AD81-4CD2-9DF1-D1C4743FB6A6}" type="parTrans" cxnId="{B40899DE-FF4B-4306-835F-F58278EB78EE}">
      <dgm:prSet/>
      <dgm:spPr/>
      <dgm:t>
        <a:bodyPr/>
        <a:lstStyle/>
        <a:p>
          <a:endParaRPr lang="en-US"/>
        </a:p>
      </dgm:t>
    </dgm:pt>
    <dgm:pt modelId="{D7437E23-602A-4F18-8458-6A0E0A1C5CC7}" type="sibTrans" cxnId="{B40899DE-FF4B-4306-835F-F58278EB78EE}">
      <dgm:prSet/>
      <dgm:spPr/>
      <dgm:t>
        <a:bodyPr/>
        <a:lstStyle/>
        <a:p>
          <a:endParaRPr lang="en-US"/>
        </a:p>
      </dgm:t>
    </dgm:pt>
    <dgm:pt modelId="{7148F3E7-FD36-4190-990A-B67C146776A8}">
      <dgm:prSet/>
      <dgm:spPr/>
      <dgm:t>
        <a:bodyPr/>
        <a:lstStyle/>
        <a:p>
          <a:pPr>
            <a:defRPr cap="all"/>
          </a:pPr>
          <a:r>
            <a:rPr lang="en-US"/>
            <a:t>Mejoran estabilidad y rendimiento</a:t>
          </a:r>
        </a:p>
      </dgm:t>
    </dgm:pt>
    <dgm:pt modelId="{60E7A914-FC69-4996-B442-F04DE65D59ED}" type="parTrans" cxnId="{5C85D74B-F197-459A-871B-8428AF3F8BFD}">
      <dgm:prSet/>
      <dgm:spPr/>
      <dgm:t>
        <a:bodyPr/>
        <a:lstStyle/>
        <a:p>
          <a:endParaRPr lang="en-US"/>
        </a:p>
      </dgm:t>
    </dgm:pt>
    <dgm:pt modelId="{ABC2ACAC-655E-4187-951C-21ED2D341314}" type="sibTrans" cxnId="{5C85D74B-F197-459A-871B-8428AF3F8BFD}">
      <dgm:prSet/>
      <dgm:spPr/>
      <dgm:t>
        <a:bodyPr/>
        <a:lstStyle/>
        <a:p>
          <a:endParaRPr lang="en-US"/>
        </a:p>
      </dgm:t>
    </dgm:pt>
    <dgm:pt modelId="{5F363909-8B00-478A-9187-FEEEAEAED628}" type="pres">
      <dgm:prSet presAssocID="{4A0A36E9-EC64-45C4-A8F1-31FFF4747416}" presName="root" presStyleCnt="0">
        <dgm:presLayoutVars>
          <dgm:dir/>
          <dgm:resizeHandles val="exact"/>
        </dgm:presLayoutVars>
      </dgm:prSet>
      <dgm:spPr/>
    </dgm:pt>
    <dgm:pt modelId="{1DF1BB88-8FAA-4836-A1AB-4B114607F0AD}" type="pres">
      <dgm:prSet presAssocID="{29CD9210-9CB1-47BA-BE16-30B14F06FD46}" presName="compNode" presStyleCnt="0"/>
      <dgm:spPr/>
    </dgm:pt>
    <dgm:pt modelId="{DC4294A3-DD3C-485C-B97A-D60D0425F124}" type="pres">
      <dgm:prSet presAssocID="{29CD9210-9CB1-47BA-BE16-30B14F06FD46}" presName="iconBgRect" presStyleLbl="bgShp" presStyleIdx="0" presStyleCnt="3"/>
      <dgm:spPr/>
    </dgm:pt>
    <dgm:pt modelId="{9B443472-CCDA-44A0-BD50-479CD3656367}" type="pres">
      <dgm:prSet presAssocID="{29CD9210-9CB1-47BA-BE16-30B14F06FD46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784E5D8E-EBED-4A38-9DD1-5CD543D81897}" type="pres">
      <dgm:prSet presAssocID="{29CD9210-9CB1-47BA-BE16-30B14F06FD46}" presName="spaceRect" presStyleCnt="0"/>
      <dgm:spPr/>
    </dgm:pt>
    <dgm:pt modelId="{06AB104C-DD0B-4327-BEFD-85E87DB14E7B}" type="pres">
      <dgm:prSet presAssocID="{29CD9210-9CB1-47BA-BE16-30B14F06FD46}" presName="textRect" presStyleLbl="revTx" presStyleIdx="0" presStyleCnt="3">
        <dgm:presLayoutVars>
          <dgm:chMax val="1"/>
          <dgm:chPref val="1"/>
        </dgm:presLayoutVars>
      </dgm:prSet>
      <dgm:spPr/>
    </dgm:pt>
    <dgm:pt modelId="{DF2ED90B-09D0-4D4F-B820-68C0117285EF}" type="pres">
      <dgm:prSet presAssocID="{D9D11D5D-0D19-4834-AA4C-14D946D33831}" presName="sibTrans" presStyleCnt="0"/>
      <dgm:spPr/>
    </dgm:pt>
    <dgm:pt modelId="{ADECA192-AD92-48D2-AFE2-A7F8E37B2B75}" type="pres">
      <dgm:prSet presAssocID="{D32052C7-A2F2-4B20-9F53-7F85708352CE}" presName="compNode" presStyleCnt="0"/>
      <dgm:spPr/>
    </dgm:pt>
    <dgm:pt modelId="{B87033E7-112F-4140-8711-785BC496109F}" type="pres">
      <dgm:prSet presAssocID="{D32052C7-A2F2-4B20-9F53-7F85708352CE}" presName="iconBgRect" presStyleLbl="bgShp" presStyleIdx="1" presStyleCnt="3"/>
      <dgm:spPr/>
    </dgm:pt>
    <dgm:pt modelId="{46BF3D8F-25C5-4B7A-ABAD-FCFF1CE70DED}" type="pres">
      <dgm:prSet presAssocID="{D32052C7-A2F2-4B20-9F53-7F85708352C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dvertencia"/>
        </a:ext>
      </dgm:extLst>
    </dgm:pt>
    <dgm:pt modelId="{A394D7B0-340A-4A51-A332-5AA69A752F40}" type="pres">
      <dgm:prSet presAssocID="{D32052C7-A2F2-4B20-9F53-7F85708352CE}" presName="spaceRect" presStyleCnt="0"/>
      <dgm:spPr/>
    </dgm:pt>
    <dgm:pt modelId="{863B9506-F6FA-4C34-B238-7722D0C8A9D3}" type="pres">
      <dgm:prSet presAssocID="{D32052C7-A2F2-4B20-9F53-7F85708352CE}" presName="textRect" presStyleLbl="revTx" presStyleIdx="1" presStyleCnt="3">
        <dgm:presLayoutVars>
          <dgm:chMax val="1"/>
          <dgm:chPref val="1"/>
        </dgm:presLayoutVars>
      </dgm:prSet>
      <dgm:spPr/>
    </dgm:pt>
    <dgm:pt modelId="{986A5184-D760-4D65-9049-C0CCEE33E884}" type="pres">
      <dgm:prSet presAssocID="{D7437E23-602A-4F18-8458-6A0E0A1C5CC7}" presName="sibTrans" presStyleCnt="0"/>
      <dgm:spPr/>
    </dgm:pt>
    <dgm:pt modelId="{A7A73A5E-B082-4650-83EB-10A6BC3A403B}" type="pres">
      <dgm:prSet presAssocID="{7148F3E7-FD36-4190-990A-B67C146776A8}" presName="compNode" presStyleCnt="0"/>
      <dgm:spPr/>
    </dgm:pt>
    <dgm:pt modelId="{05794257-AFAF-490D-9DBD-0839ADA72DDD}" type="pres">
      <dgm:prSet presAssocID="{7148F3E7-FD36-4190-990A-B67C146776A8}" presName="iconBgRect" presStyleLbl="bgShp" presStyleIdx="2" presStyleCnt="3"/>
      <dgm:spPr/>
    </dgm:pt>
    <dgm:pt modelId="{C9C4F95E-4AAF-4276-9D7D-D0E7F5FA530D}" type="pres">
      <dgm:prSet presAssocID="{7148F3E7-FD36-4190-990A-B67C146776A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65BA8CC3-D703-463A-A816-CC8470DA9CA9}" type="pres">
      <dgm:prSet presAssocID="{7148F3E7-FD36-4190-990A-B67C146776A8}" presName="spaceRect" presStyleCnt="0"/>
      <dgm:spPr/>
    </dgm:pt>
    <dgm:pt modelId="{C69284C8-EAFE-4B73-A4ED-6F2D2F8D5147}" type="pres">
      <dgm:prSet presAssocID="{7148F3E7-FD36-4190-990A-B67C146776A8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36BF1612-76CD-49CE-85A5-E9D51F8D3413}" srcId="{4A0A36E9-EC64-45C4-A8F1-31FFF4747416}" destId="{29CD9210-9CB1-47BA-BE16-30B14F06FD46}" srcOrd="0" destOrd="0" parTransId="{22F5B919-C460-45A2-883A-D782462D6FBD}" sibTransId="{D9D11D5D-0D19-4834-AA4C-14D946D33831}"/>
    <dgm:cxn modelId="{CBFF0B22-1315-4766-AEF5-4400FC9D0E2E}" type="presOf" srcId="{29CD9210-9CB1-47BA-BE16-30B14F06FD46}" destId="{06AB104C-DD0B-4327-BEFD-85E87DB14E7B}" srcOrd="0" destOrd="0" presId="urn:microsoft.com/office/officeart/2018/5/layout/IconCircleLabelList"/>
    <dgm:cxn modelId="{0D1FFA33-96EA-4FE3-BAFF-0CF6ECB8A853}" type="presOf" srcId="{4A0A36E9-EC64-45C4-A8F1-31FFF4747416}" destId="{5F363909-8B00-478A-9187-FEEEAEAED628}" srcOrd="0" destOrd="0" presId="urn:microsoft.com/office/officeart/2018/5/layout/IconCircleLabelList"/>
    <dgm:cxn modelId="{5C85D74B-F197-459A-871B-8428AF3F8BFD}" srcId="{4A0A36E9-EC64-45C4-A8F1-31FFF4747416}" destId="{7148F3E7-FD36-4190-990A-B67C146776A8}" srcOrd="2" destOrd="0" parTransId="{60E7A914-FC69-4996-B442-F04DE65D59ED}" sibTransId="{ABC2ACAC-655E-4187-951C-21ED2D341314}"/>
    <dgm:cxn modelId="{8A60D09A-16B1-47D2-9DDA-53B7425270A5}" type="presOf" srcId="{D32052C7-A2F2-4B20-9F53-7F85708352CE}" destId="{863B9506-F6FA-4C34-B238-7722D0C8A9D3}" srcOrd="0" destOrd="0" presId="urn:microsoft.com/office/officeart/2018/5/layout/IconCircleLabelList"/>
    <dgm:cxn modelId="{6ABC18A6-0743-4AD8-A259-8A95E7F61BB6}" type="presOf" srcId="{7148F3E7-FD36-4190-990A-B67C146776A8}" destId="{C69284C8-EAFE-4B73-A4ED-6F2D2F8D5147}" srcOrd="0" destOrd="0" presId="urn:microsoft.com/office/officeart/2018/5/layout/IconCircleLabelList"/>
    <dgm:cxn modelId="{B40899DE-FF4B-4306-835F-F58278EB78EE}" srcId="{4A0A36E9-EC64-45C4-A8F1-31FFF4747416}" destId="{D32052C7-A2F2-4B20-9F53-7F85708352CE}" srcOrd="1" destOrd="0" parTransId="{E7356799-AD81-4CD2-9DF1-D1C4743FB6A6}" sibTransId="{D7437E23-602A-4F18-8458-6A0E0A1C5CC7}"/>
    <dgm:cxn modelId="{50A382BC-456D-4242-B1FA-80DE456C3C80}" type="presParOf" srcId="{5F363909-8B00-478A-9187-FEEEAEAED628}" destId="{1DF1BB88-8FAA-4836-A1AB-4B114607F0AD}" srcOrd="0" destOrd="0" presId="urn:microsoft.com/office/officeart/2018/5/layout/IconCircleLabelList"/>
    <dgm:cxn modelId="{DE8A17D0-D1EC-46DE-98FB-E42017BB58F3}" type="presParOf" srcId="{1DF1BB88-8FAA-4836-A1AB-4B114607F0AD}" destId="{DC4294A3-DD3C-485C-B97A-D60D0425F124}" srcOrd="0" destOrd="0" presId="urn:microsoft.com/office/officeart/2018/5/layout/IconCircleLabelList"/>
    <dgm:cxn modelId="{9A40CC2C-25BF-4271-BE29-7AA0C3E88839}" type="presParOf" srcId="{1DF1BB88-8FAA-4836-A1AB-4B114607F0AD}" destId="{9B443472-CCDA-44A0-BD50-479CD3656367}" srcOrd="1" destOrd="0" presId="urn:microsoft.com/office/officeart/2018/5/layout/IconCircleLabelList"/>
    <dgm:cxn modelId="{43758A42-78D9-4E2E-9E12-50C73C1F77D3}" type="presParOf" srcId="{1DF1BB88-8FAA-4836-A1AB-4B114607F0AD}" destId="{784E5D8E-EBED-4A38-9DD1-5CD543D81897}" srcOrd="2" destOrd="0" presId="urn:microsoft.com/office/officeart/2018/5/layout/IconCircleLabelList"/>
    <dgm:cxn modelId="{6598DB7C-0151-40DC-8CB2-877D86DB5B14}" type="presParOf" srcId="{1DF1BB88-8FAA-4836-A1AB-4B114607F0AD}" destId="{06AB104C-DD0B-4327-BEFD-85E87DB14E7B}" srcOrd="3" destOrd="0" presId="urn:microsoft.com/office/officeart/2018/5/layout/IconCircleLabelList"/>
    <dgm:cxn modelId="{30DF8F04-5F64-4869-85FA-501BDA3E9ED5}" type="presParOf" srcId="{5F363909-8B00-478A-9187-FEEEAEAED628}" destId="{DF2ED90B-09D0-4D4F-B820-68C0117285EF}" srcOrd="1" destOrd="0" presId="urn:microsoft.com/office/officeart/2018/5/layout/IconCircleLabelList"/>
    <dgm:cxn modelId="{D257E4FD-E2C3-46F8-BA5A-7F86D2C4FE9E}" type="presParOf" srcId="{5F363909-8B00-478A-9187-FEEEAEAED628}" destId="{ADECA192-AD92-48D2-AFE2-A7F8E37B2B75}" srcOrd="2" destOrd="0" presId="urn:microsoft.com/office/officeart/2018/5/layout/IconCircleLabelList"/>
    <dgm:cxn modelId="{30DF98C6-86A2-4020-ACA6-09484F9E81FB}" type="presParOf" srcId="{ADECA192-AD92-48D2-AFE2-A7F8E37B2B75}" destId="{B87033E7-112F-4140-8711-785BC496109F}" srcOrd="0" destOrd="0" presId="urn:microsoft.com/office/officeart/2018/5/layout/IconCircleLabelList"/>
    <dgm:cxn modelId="{9E89C5B3-D605-49B8-A105-17C090099F42}" type="presParOf" srcId="{ADECA192-AD92-48D2-AFE2-A7F8E37B2B75}" destId="{46BF3D8F-25C5-4B7A-ABAD-FCFF1CE70DED}" srcOrd="1" destOrd="0" presId="urn:microsoft.com/office/officeart/2018/5/layout/IconCircleLabelList"/>
    <dgm:cxn modelId="{C6D70C3A-DF5B-4BB0-85DD-CCFCC2D3A6F2}" type="presParOf" srcId="{ADECA192-AD92-48D2-AFE2-A7F8E37B2B75}" destId="{A394D7B0-340A-4A51-A332-5AA69A752F40}" srcOrd="2" destOrd="0" presId="urn:microsoft.com/office/officeart/2018/5/layout/IconCircleLabelList"/>
    <dgm:cxn modelId="{FE289B8A-B346-4ACE-9392-E4981F4B4BD6}" type="presParOf" srcId="{ADECA192-AD92-48D2-AFE2-A7F8E37B2B75}" destId="{863B9506-F6FA-4C34-B238-7722D0C8A9D3}" srcOrd="3" destOrd="0" presId="urn:microsoft.com/office/officeart/2018/5/layout/IconCircleLabelList"/>
    <dgm:cxn modelId="{CD9A80FE-788A-4CA5-BF51-4E6352540A3D}" type="presParOf" srcId="{5F363909-8B00-478A-9187-FEEEAEAED628}" destId="{986A5184-D760-4D65-9049-C0CCEE33E884}" srcOrd="3" destOrd="0" presId="urn:microsoft.com/office/officeart/2018/5/layout/IconCircleLabelList"/>
    <dgm:cxn modelId="{79CE65C9-C17C-4912-83B0-C61043228875}" type="presParOf" srcId="{5F363909-8B00-478A-9187-FEEEAEAED628}" destId="{A7A73A5E-B082-4650-83EB-10A6BC3A403B}" srcOrd="4" destOrd="0" presId="urn:microsoft.com/office/officeart/2018/5/layout/IconCircleLabelList"/>
    <dgm:cxn modelId="{058674BF-8B6E-448B-88FB-058CD7932478}" type="presParOf" srcId="{A7A73A5E-B082-4650-83EB-10A6BC3A403B}" destId="{05794257-AFAF-490D-9DBD-0839ADA72DDD}" srcOrd="0" destOrd="0" presId="urn:microsoft.com/office/officeart/2018/5/layout/IconCircleLabelList"/>
    <dgm:cxn modelId="{30C63583-13D5-45D9-89D7-DB60137174C9}" type="presParOf" srcId="{A7A73A5E-B082-4650-83EB-10A6BC3A403B}" destId="{C9C4F95E-4AAF-4276-9D7D-D0E7F5FA530D}" srcOrd="1" destOrd="0" presId="urn:microsoft.com/office/officeart/2018/5/layout/IconCircleLabelList"/>
    <dgm:cxn modelId="{260B2625-107F-461C-BF60-EE924A952BEC}" type="presParOf" srcId="{A7A73A5E-B082-4650-83EB-10A6BC3A403B}" destId="{65BA8CC3-D703-463A-A816-CC8470DA9CA9}" srcOrd="2" destOrd="0" presId="urn:microsoft.com/office/officeart/2018/5/layout/IconCircleLabelList"/>
    <dgm:cxn modelId="{A37EB980-0785-406D-A2F1-19C2B2591FE3}" type="presParOf" srcId="{A7A73A5E-B082-4650-83EB-10A6BC3A403B}" destId="{C69284C8-EAFE-4B73-A4ED-6F2D2F8D5147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57EC72-9EE2-4AF0-B7AE-542ACBFDDA2D}">
      <dsp:nvSpPr>
        <dsp:cNvPr id="0" name=""/>
        <dsp:cNvSpPr/>
      </dsp:nvSpPr>
      <dsp:spPr>
        <a:xfrm>
          <a:off x="738477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0F22F0-4EF2-4712-A112-A788544AF463}">
      <dsp:nvSpPr>
        <dsp:cNvPr id="0" name=""/>
        <dsp:cNvSpPr/>
      </dsp:nvSpPr>
      <dsp:spPr>
        <a:xfrm>
          <a:off x="78583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Los sistemas deben ser monitorizados continuamente</a:t>
          </a:r>
        </a:p>
      </dsp:txBody>
      <dsp:txXfrm>
        <a:off x="78583" y="2435142"/>
        <a:ext cx="2399612" cy="720000"/>
      </dsp:txXfrm>
    </dsp:sp>
    <dsp:sp modelId="{44709AE4-413D-4977-B34D-8A12671D0CBE}">
      <dsp:nvSpPr>
        <dsp:cNvPr id="0" name=""/>
        <dsp:cNvSpPr/>
      </dsp:nvSpPr>
      <dsp:spPr>
        <a:xfrm>
          <a:off x="3558022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EF52A4-9FFC-4DE1-9534-670736C3292E}">
      <dsp:nvSpPr>
        <dsp:cNvPr id="0" name=""/>
        <dsp:cNvSpPr/>
      </dsp:nvSpPr>
      <dsp:spPr>
        <a:xfrm>
          <a:off x="2898129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Permite detectar problemas antes de que afecten al servicio</a:t>
          </a:r>
        </a:p>
      </dsp:txBody>
      <dsp:txXfrm>
        <a:off x="2898129" y="2435142"/>
        <a:ext cx="2399612" cy="720000"/>
      </dsp:txXfrm>
    </dsp:sp>
    <dsp:sp modelId="{8BFB4C52-E064-4496-B183-AEB97309D433}">
      <dsp:nvSpPr>
        <dsp:cNvPr id="0" name=""/>
        <dsp:cNvSpPr/>
      </dsp:nvSpPr>
      <dsp:spPr>
        <a:xfrm>
          <a:off x="6377567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B76430-D737-486D-888C-8DBF4E725911}">
      <dsp:nvSpPr>
        <dsp:cNvPr id="0" name=""/>
        <dsp:cNvSpPr/>
      </dsp:nvSpPr>
      <dsp:spPr>
        <a:xfrm>
          <a:off x="5717674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La monitorización mejora rendimiento y disponibilidad</a:t>
          </a:r>
        </a:p>
      </dsp:txBody>
      <dsp:txXfrm>
        <a:off x="5717674" y="2435142"/>
        <a:ext cx="2399612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ED8CC0-F3AC-4990-9ECC-DA7E813B5686}">
      <dsp:nvSpPr>
        <dsp:cNvPr id="0" name=""/>
        <dsp:cNvSpPr/>
      </dsp:nvSpPr>
      <dsp:spPr>
        <a:xfrm>
          <a:off x="518185" y="768902"/>
          <a:ext cx="1475437" cy="147543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C5FDDE-F7C8-4243-971C-0A8FB2F73E50}">
      <dsp:nvSpPr>
        <dsp:cNvPr id="0" name=""/>
        <dsp:cNvSpPr/>
      </dsp:nvSpPr>
      <dsp:spPr>
        <a:xfrm>
          <a:off x="832623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2B2EDE-C7C7-4203-94EB-0D005F065848}">
      <dsp:nvSpPr>
        <dsp:cNvPr id="0" name=""/>
        <dsp:cNvSpPr/>
      </dsp:nvSpPr>
      <dsp:spPr>
        <a:xfrm>
          <a:off x="46529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Definir qué se quiere medir</a:t>
          </a:r>
        </a:p>
      </dsp:txBody>
      <dsp:txXfrm>
        <a:off x="46529" y="2703902"/>
        <a:ext cx="2418750" cy="720000"/>
      </dsp:txXfrm>
    </dsp:sp>
    <dsp:sp modelId="{C89C0C57-66F5-4DCC-BCCA-4FCFC2638590}">
      <dsp:nvSpPr>
        <dsp:cNvPr id="0" name=""/>
        <dsp:cNvSpPr/>
      </dsp:nvSpPr>
      <dsp:spPr>
        <a:xfrm>
          <a:off x="3360216" y="768902"/>
          <a:ext cx="1475437" cy="147543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7B6D8A-5565-4D7D-A4DB-6532D431EFEE}">
      <dsp:nvSpPr>
        <dsp:cNvPr id="0" name=""/>
        <dsp:cNvSpPr/>
      </dsp:nvSpPr>
      <dsp:spPr>
        <a:xfrm>
          <a:off x="3674654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475E05-4868-4A2E-98DC-0E64DBF00CDC}">
      <dsp:nvSpPr>
        <dsp:cNvPr id="0" name=""/>
        <dsp:cNvSpPr/>
      </dsp:nvSpPr>
      <dsp:spPr>
        <a:xfrm>
          <a:off x="2888560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Relacionar métricas con objetivos del sistema</a:t>
          </a:r>
        </a:p>
      </dsp:txBody>
      <dsp:txXfrm>
        <a:off x="2888560" y="2703902"/>
        <a:ext cx="2418750" cy="720000"/>
      </dsp:txXfrm>
    </dsp:sp>
    <dsp:sp modelId="{7F92D283-2D2C-45FA-8403-A633B10B6AA4}">
      <dsp:nvSpPr>
        <dsp:cNvPr id="0" name=""/>
        <dsp:cNvSpPr/>
      </dsp:nvSpPr>
      <dsp:spPr>
        <a:xfrm>
          <a:off x="6202248" y="768902"/>
          <a:ext cx="1475437" cy="147543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CF930D-CEB0-4EF4-A683-C1C5CC379906}">
      <dsp:nvSpPr>
        <dsp:cNvPr id="0" name=""/>
        <dsp:cNvSpPr/>
      </dsp:nvSpPr>
      <dsp:spPr>
        <a:xfrm>
          <a:off x="6516685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62E125-58BB-4DA9-93CD-4E020B8A117F}">
      <dsp:nvSpPr>
        <dsp:cNvPr id="0" name=""/>
        <dsp:cNvSpPr/>
      </dsp:nvSpPr>
      <dsp:spPr>
        <a:xfrm>
          <a:off x="5730591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Alinear métricas con necesidades de la organización</a:t>
          </a:r>
        </a:p>
      </dsp:txBody>
      <dsp:txXfrm>
        <a:off x="5730591" y="2703902"/>
        <a:ext cx="241875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749EEB-8641-41E2-8A32-497712E0EFDA}">
      <dsp:nvSpPr>
        <dsp:cNvPr id="0" name=""/>
        <dsp:cNvSpPr/>
      </dsp:nvSpPr>
      <dsp:spPr>
        <a:xfrm>
          <a:off x="0" y="4802"/>
          <a:ext cx="8195871" cy="9594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Relevancia</a:t>
          </a:r>
        </a:p>
      </dsp:txBody>
      <dsp:txXfrm>
        <a:off x="46834" y="51636"/>
        <a:ext cx="8102203" cy="865732"/>
      </dsp:txXfrm>
    </dsp:sp>
    <dsp:sp modelId="{DF12830D-4733-4456-BD65-A879EB52C6E4}">
      <dsp:nvSpPr>
        <dsp:cNvPr id="0" name=""/>
        <dsp:cNvSpPr/>
      </dsp:nvSpPr>
      <dsp:spPr>
        <a:xfrm>
          <a:off x="0" y="1079402"/>
          <a:ext cx="8195871" cy="959400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Claridad</a:t>
          </a:r>
        </a:p>
      </dsp:txBody>
      <dsp:txXfrm>
        <a:off x="46834" y="1126236"/>
        <a:ext cx="8102203" cy="865732"/>
      </dsp:txXfrm>
    </dsp:sp>
    <dsp:sp modelId="{D14066C5-1089-4C7C-ACF8-7A3C02FC6B9F}">
      <dsp:nvSpPr>
        <dsp:cNvPr id="0" name=""/>
        <dsp:cNvSpPr/>
      </dsp:nvSpPr>
      <dsp:spPr>
        <a:xfrm>
          <a:off x="0" y="2154002"/>
          <a:ext cx="8195871" cy="959400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Facilidad de obtención</a:t>
          </a:r>
        </a:p>
      </dsp:txBody>
      <dsp:txXfrm>
        <a:off x="46834" y="2200836"/>
        <a:ext cx="8102203" cy="865732"/>
      </dsp:txXfrm>
    </dsp:sp>
    <dsp:sp modelId="{03632B6A-D9F8-45FB-BC67-EFDB6FA476AA}">
      <dsp:nvSpPr>
        <dsp:cNvPr id="0" name=""/>
        <dsp:cNvSpPr/>
      </dsp:nvSpPr>
      <dsp:spPr>
        <a:xfrm>
          <a:off x="0" y="3228602"/>
          <a:ext cx="8195871" cy="95940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Utilidad para la toma de decisiones</a:t>
          </a:r>
        </a:p>
      </dsp:txBody>
      <dsp:txXfrm>
        <a:off x="46834" y="3275436"/>
        <a:ext cx="8102203" cy="86573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5E72BD-F4C5-4686-BD27-E7D5F9435600}">
      <dsp:nvSpPr>
        <dsp:cNvPr id="0" name=""/>
        <dsp:cNvSpPr/>
      </dsp:nvSpPr>
      <dsp:spPr>
        <a:xfrm>
          <a:off x="827085" y="211"/>
          <a:ext cx="965039" cy="965039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B45A26-6DD1-4D19-A4EC-935C1F912365}">
      <dsp:nvSpPr>
        <dsp:cNvPr id="0" name=""/>
        <dsp:cNvSpPr/>
      </dsp:nvSpPr>
      <dsp:spPr>
        <a:xfrm>
          <a:off x="1032749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BF543F-28FD-4A1E-89AF-714AE637C386}">
      <dsp:nvSpPr>
        <dsp:cNvPr id="0" name=""/>
        <dsp:cNvSpPr/>
      </dsp:nvSpPr>
      <dsp:spPr>
        <a:xfrm>
          <a:off x="518589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100" kern="1200"/>
            <a:t>Sistemas operativos</a:t>
          </a:r>
        </a:p>
      </dsp:txBody>
      <dsp:txXfrm>
        <a:off x="518589" y="1265836"/>
        <a:ext cx="1582031" cy="632812"/>
      </dsp:txXfrm>
    </dsp:sp>
    <dsp:sp modelId="{AC46178A-2776-422B-A9E9-7FB3A9AC9D44}">
      <dsp:nvSpPr>
        <dsp:cNvPr id="0" name=""/>
        <dsp:cNvSpPr/>
      </dsp:nvSpPr>
      <dsp:spPr>
        <a:xfrm>
          <a:off x="2685972" y="211"/>
          <a:ext cx="965039" cy="965039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93E8258-531B-4795-865F-DC177B1D2A68}">
      <dsp:nvSpPr>
        <dsp:cNvPr id="0" name=""/>
        <dsp:cNvSpPr/>
      </dsp:nvSpPr>
      <dsp:spPr>
        <a:xfrm>
          <a:off x="2891636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D15C00-A1BF-4F41-93EC-DFEF97E28802}">
      <dsp:nvSpPr>
        <dsp:cNvPr id="0" name=""/>
        <dsp:cNvSpPr/>
      </dsp:nvSpPr>
      <dsp:spPr>
        <a:xfrm>
          <a:off x="2377476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100" kern="1200"/>
            <a:t>Servidores</a:t>
          </a:r>
        </a:p>
      </dsp:txBody>
      <dsp:txXfrm>
        <a:off x="2377476" y="1265836"/>
        <a:ext cx="1582031" cy="632812"/>
      </dsp:txXfrm>
    </dsp:sp>
    <dsp:sp modelId="{10C304A2-FFA1-4A05-A9FC-94EFE33F46A8}">
      <dsp:nvSpPr>
        <dsp:cNvPr id="0" name=""/>
        <dsp:cNvSpPr/>
      </dsp:nvSpPr>
      <dsp:spPr>
        <a:xfrm>
          <a:off x="4544859" y="211"/>
          <a:ext cx="965039" cy="965039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58F04EF-A287-437D-904A-3CF463657ADE}">
      <dsp:nvSpPr>
        <dsp:cNvPr id="0" name=""/>
        <dsp:cNvSpPr/>
      </dsp:nvSpPr>
      <dsp:spPr>
        <a:xfrm>
          <a:off x="4750523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2BE846-074D-480D-8608-FEBAF0F6BBAF}">
      <dsp:nvSpPr>
        <dsp:cNvPr id="0" name=""/>
        <dsp:cNvSpPr/>
      </dsp:nvSpPr>
      <dsp:spPr>
        <a:xfrm>
          <a:off x="4236363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100" kern="1200"/>
            <a:t>Redes</a:t>
          </a:r>
        </a:p>
      </dsp:txBody>
      <dsp:txXfrm>
        <a:off x="4236363" y="1265836"/>
        <a:ext cx="1582031" cy="632812"/>
      </dsp:txXfrm>
    </dsp:sp>
    <dsp:sp modelId="{3E343700-F76F-4D17-A09A-D2B4B4559455}">
      <dsp:nvSpPr>
        <dsp:cNvPr id="0" name=""/>
        <dsp:cNvSpPr/>
      </dsp:nvSpPr>
      <dsp:spPr>
        <a:xfrm>
          <a:off x="6403746" y="211"/>
          <a:ext cx="965039" cy="965039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D2CFD2-463A-4FB4-B880-734CD12BAA14}">
      <dsp:nvSpPr>
        <dsp:cNvPr id="0" name=""/>
        <dsp:cNvSpPr/>
      </dsp:nvSpPr>
      <dsp:spPr>
        <a:xfrm>
          <a:off x="6609410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A62AC8-061F-421D-9BBA-6A31F625779E}">
      <dsp:nvSpPr>
        <dsp:cNvPr id="0" name=""/>
        <dsp:cNvSpPr/>
      </dsp:nvSpPr>
      <dsp:spPr>
        <a:xfrm>
          <a:off x="6095249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100" kern="1200"/>
            <a:t>Aplicaciones</a:t>
          </a:r>
        </a:p>
      </dsp:txBody>
      <dsp:txXfrm>
        <a:off x="6095249" y="1265836"/>
        <a:ext cx="1582031" cy="632812"/>
      </dsp:txXfrm>
    </dsp:sp>
    <dsp:sp modelId="{57442391-59C5-4480-BCA1-6F5833681166}">
      <dsp:nvSpPr>
        <dsp:cNvPr id="0" name=""/>
        <dsp:cNvSpPr/>
      </dsp:nvSpPr>
      <dsp:spPr>
        <a:xfrm>
          <a:off x="3615415" y="2294156"/>
          <a:ext cx="965039" cy="965039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830837-2461-4EB6-A592-33EB39204D20}">
      <dsp:nvSpPr>
        <dsp:cNvPr id="0" name=""/>
        <dsp:cNvSpPr/>
      </dsp:nvSpPr>
      <dsp:spPr>
        <a:xfrm>
          <a:off x="3821080" y="2499820"/>
          <a:ext cx="553710" cy="55371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4B8BD0-B4BF-45E2-B0FA-11BE515F92C6}">
      <dsp:nvSpPr>
        <dsp:cNvPr id="0" name=""/>
        <dsp:cNvSpPr/>
      </dsp:nvSpPr>
      <dsp:spPr>
        <a:xfrm>
          <a:off x="3306919" y="3559781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100" kern="1200"/>
            <a:t>Servicios</a:t>
          </a:r>
        </a:p>
      </dsp:txBody>
      <dsp:txXfrm>
        <a:off x="3306919" y="3559781"/>
        <a:ext cx="1582031" cy="63281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A712B2-71B4-47E9-BA9F-86E63E7A3C06}">
      <dsp:nvSpPr>
        <dsp:cNvPr id="0" name=""/>
        <dsp:cNvSpPr/>
      </dsp:nvSpPr>
      <dsp:spPr>
        <a:xfrm>
          <a:off x="0" y="431616"/>
          <a:ext cx="2561209" cy="153672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CPU</a:t>
          </a:r>
        </a:p>
      </dsp:txBody>
      <dsp:txXfrm>
        <a:off x="0" y="431616"/>
        <a:ext cx="2561209" cy="1536725"/>
      </dsp:txXfrm>
    </dsp:sp>
    <dsp:sp modelId="{EEC289DF-2D35-4C10-8B3A-6BC260610C6E}">
      <dsp:nvSpPr>
        <dsp:cNvPr id="0" name=""/>
        <dsp:cNvSpPr/>
      </dsp:nvSpPr>
      <dsp:spPr>
        <a:xfrm>
          <a:off x="2817330" y="431616"/>
          <a:ext cx="2561209" cy="1536725"/>
        </a:xfrm>
        <a:prstGeom prst="rect">
          <a:avLst/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Memoria RAM</a:t>
          </a:r>
        </a:p>
      </dsp:txBody>
      <dsp:txXfrm>
        <a:off x="2817330" y="431616"/>
        <a:ext cx="2561209" cy="1536725"/>
      </dsp:txXfrm>
    </dsp:sp>
    <dsp:sp modelId="{69E99094-F0EC-4BD5-ACFE-C756894D12EF}">
      <dsp:nvSpPr>
        <dsp:cNvPr id="0" name=""/>
        <dsp:cNvSpPr/>
      </dsp:nvSpPr>
      <dsp:spPr>
        <a:xfrm>
          <a:off x="5634661" y="431616"/>
          <a:ext cx="2561209" cy="1536725"/>
        </a:xfrm>
        <a:prstGeom prst="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Disco</a:t>
          </a:r>
        </a:p>
      </dsp:txBody>
      <dsp:txXfrm>
        <a:off x="5634661" y="431616"/>
        <a:ext cx="2561209" cy="1536725"/>
      </dsp:txXfrm>
    </dsp:sp>
    <dsp:sp modelId="{52F74659-F7B2-43B3-A86A-200B689CC1BC}">
      <dsp:nvSpPr>
        <dsp:cNvPr id="0" name=""/>
        <dsp:cNvSpPr/>
      </dsp:nvSpPr>
      <dsp:spPr>
        <a:xfrm>
          <a:off x="1408665" y="2224462"/>
          <a:ext cx="2561209" cy="1536725"/>
        </a:xfrm>
        <a:prstGeom prst="rect">
          <a:avLst/>
        </a:prstGeom>
        <a:solidFill>
          <a:schemeClr val="accent2">
            <a:hueOff val="3511139"/>
            <a:satOff val="-4379"/>
            <a:lumOff val="10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Tráfico de red</a:t>
          </a:r>
        </a:p>
      </dsp:txBody>
      <dsp:txXfrm>
        <a:off x="1408665" y="2224462"/>
        <a:ext cx="2561209" cy="1536725"/>
      </dsp:txXfrm>
    </dsp:sp>
    <dsp:sp modelId="{307E4FA8-CC6D-47E4-9E95-B1863BAE9EF6}">
      <dsp:nvSpPr>
        <dsp:cNvPr id="0" name=""/>
        <dsp:cNvSpPr/>
      </dsp:nvSpPr>
      <dsp:spPr>
        <a:xfrm>
          <a:off x="4225995" y="2224462"/>
          <a:ext cx="2561209" cy="1536725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Servicios activos</a:t>
          </a:r>
        </a:p>
      </dsp:txBody>
      <dsp:txXfrm>
        <a:off x="4225995" y="2224462"/>
        <a:ext cx="2561209" cy="153672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CD267C-82E6-4071-8344-85614E95A346}">
      <dsp:nvSpPr>
        <dsp:cNvPr id="0" name=""/>
        <dsp:cNvSpPr/>
      </dsp:nvSpPr>
      <dsp:spPr>
        <a:xfrm>
          <a:off x="0" y="775247"/>
          <a:ext cx="8195871" cy="81549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Indicadores cuantitativos</a:t>
          </a:r>
        </a:p>
      </dsp:txBody>
      <dsp:txXfrm>
        <a:off x="39809" y="815056"/>
        <a:ext cx="8116253" cy="735872"/>
      </dsp:txXfrm>
    </dsp:sp>
    <dsp:sp modelId="{E56D86A4-10E9-4B04-ACE1-74610ED0E986}">
      <dsp:nvSpPr>
        <dsp:cNvPr id="0" name=""/>
        <dsp:cNvSpPr/>
      </dsp:nvSpPr>
      <dsp:spPr>
        <a:xfrm>
          <a:off x="0" y="1688657"/>
          <a:ext cx="8195871" cy="815490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Indicadores cualitativos</a:t>
          </a:r>
        </a:p>
      </dsp:txBody>
      <dsp:txXfrm>
        <a:off x="39809" y="1728466"/>
        <a:ext cx="8116253" cy="735872"/>
      </dsp:txXfrm>
    </dsp:sp>
    <dsp:sp modelId="{B5CF32FD-8E5B-4B26-9043-0DE09F5F9D53}">
      <dsp:nvSpPr>
        <dsp:cNvPr id="0" name=""/>
        <dsp:cNvSpPr/>
      </dsp:nvSpPr>
      <dsp:spPr>
        <a:xfrm>
          <a:off x="0" y="2602067"/>
          <a:ext cx="8195871" cy="81549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Indicadores de rendimiento y disponibilidad</a:t>
          </a:r>
        </a:p>
      </dsp:txBody>
      <dsp:txXfrm>
        <a:off x="39809" y="2641876"/>
        <a:ext cx="8116253" cy="73587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18A1F4-5B1C-4F3F-AAF1-ECE2D5DBF66E}">
      <dsp:nvSpPr>
        <dsp:cNvPr id="0" name=""/>
        <dsp:cNvSpPr/>
      </dsp:nvSpPr>
      <dsp:spPr>
        <a:xfrm>
          <a:off x="715337" y="2413"/>
          <a:ext cx="3221521" cy="193291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Qué mide</a:t>
          </a:r>
        </a:p>
      </dsp:txBody>
      <dsp:txXfrm>
        <a:off x="715337" y="2413"/>
        <a:ext cx="3221521" cy="1932912"/>
      </dsp:txXfrm>
    </dsp:sp>
    <dsp:sp modelId="{F8D7FACC-00BE-470E-B0CB-093291AE29E9}">
      <dsp:nvSpPr>
        <dsp:cNvPr id="0" name=""/>
        <dsp:cNvSpPr/>
      </dsp:nvSpPr>
      <dsp:spPr>
        <a:xfrm>
          <a:off x="4259011" y="2413"/>
          <a:ext cx="3221521" cy="1932912"/>
        </a:xfrm>
        <a:prstGeom prst="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Cómo se obtiene</a:t>
          </a:r>
        </a:p>
      </dsp:txBody>
      <dsp:txXfrm>
        <a:off x="4259011" y="2413"/>
        <a:ext cx="3221521" cy="1932912"/>
      </dsp:txXfrm>
    </dsp:sp>
    <dsp:sp modelId="{FB0349F5-4F5F-4372-95C9-50D524F80D3C}">
      <dsp:nvSpPr>
        <dsp:cNvPr id="0" name=""/>
        <dsp:cNvSpPr/>
      </dsp:nvSpPr>
      <dsp:spPr>
        <a:xfrm>
          <a:off x="715337" y="2257478"/>
          <a:ext cx="3221521" cy="1932912"/>
        </a:xfrm>
        <a:prstGeom prst="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Periodicidad</a:t>
          </a:r>
        </a:p>
      </dsp:txBody>
      <dsp:txXfrm>
        <a:off x="715337" y="2257478"/>
        <a:ext cx="3221521" cy="1932912"/>
      </dsp:txXfrm>
    </dsp:sp>
    <dsp:sp modelId="{240C1389-5769-4AD6-9920-5D0F3F9B63C5}">
      <dsp:nvSpPr>
        <dsp:cNvPr id="0" name=""/>
        <dsp:cNvSpPr/>
      </dsp:nvSpPr>
      <dsp:spPr>
        <a:xfrm>
          <a:off x="4259011" y="2257478"/>
          <a:ext cx="3221521" cy="1932912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Valor normal y crítico</a:t>
          </a:r>
        </a:p>
      </dsp:txBody>
      <dsp:txXfrm>
        <a:off x="4259011" y="2257478"/>
        <a:ext cx="3221521" cy="193291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B73280-4E64-4C0C-9D93-9308FB54E33D}">
      <dsp:nvSpPr>
        <dsp:cNvPr id="0" name=""/>
        <dsp:cNvSpPr/>
      </dsp:nvSpPr>
      <dsp:spPr>
        <a:xfrm>
          <a:off x="0" y="619817"/>
          <a:ext cx="8195871" cy="91143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Valores máximos y mínimos aceptables</a:t>
          </a:r>
        </a:p>
      </dsp:txBody>
      <dsp:txXfrm>
        <a:off x="44492" y="664309"/>
        <a:ext cx="8106887" cy="822446"/>
      </dsp:txXfrm>
    </dsp:sp>
    <dsp:sp modelId="{F66D0B8A-6614-483C-9621-7AAF50DD9C51}">
      <dsp:nvSpPr>
        <dsp:cNvPr id="0" name=""/>
        <dsp:cNvSpPr/>
      </dsp:nvSpPr>
      <dsp:spPr>
        <a:xfrm>
          <a:off x="0" y="1640687"/>
          <a:ext cx="8195871" cy="911430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Permiten generar alertas</a:t>
          </a:r>
        </a:p>
      </dsp:txBody>
      <dsp:txXfrm>
        <a:off x="44492" y="1685179"/>
        <a:ext cx="8106887" cy="822446"/>
      </dsp:txXfrm>
    </dsp:sp>
    <dsp:sp modelId="{A1FF1DC5-8254-48EA-AA9A-E76C00E66254}">
      <dsp:nvSpPr>
        <dsp:cNvPr id="0" name=""/>
        <dsp:cNvSpPr/>
      </dsp:nvSpPr>
      <dsp:spPr>
        <a:xfrm>
          <a:off x="0" y="2661557"/>
          <a:ext cx="8195871" cy="91143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Evitan fallos graves del sistema</a:t>
          </a:r>
        </a:p>
      </dsp:txBody>
      <dsp:txXfrm>
        <a:off x="44492" y="2706049"/>
        <a:ext cx="8106887" cy="822446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F84E23-9E99-4D52-9C6C-7C6B0827502B}">
      <dsp:nvSpPr>
        <dsp:cNvPr id="0" name=""/>
        <dsp:cNvSpPr/>
      </dsp:nvSpPr>
      <dsp:spPr>
        <a:xfrm>
          <a:off x="0" y="36954"/>
          <a:ext cx="8195871" cy="127120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1930" tIns="201930" rIns="201930" bIns="201930" numCol="1" spcCol="1270" anchor="ctr" anchorCtr="0">
          <a:noAutofit/>
        </a:bodyPr>
        <a:lstStyle/>
        <a:p>
          <a:pPr marL="0" lvl="0" indent="0" algn="l" defTabSz="2355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300" kern="1200"/>
            <a:t>Umbral normal</a:t>
          </a:r>
        </a:p>
      </dsp:txBody>
      <dsp:txXfrm>
        <a:off x="62055" y="99009"/>
        <a:ext cx="8071761" cy="1147095"/>
      </dsp:txXfrm>
    </dsp:sp>
    <dsp:sp modelId="{08B05034-B93E-49A4-BAD8-7C92E39849DB}">
      <dsp:nvSpPr>
        <dsp:cNvPr id="0" name=""/>
        <dsp:cNvSpPr/>
      </dsp:nvSpPr>
      <dsp:spPr>
        <a:xfrm>
          <a:off x="0" y="1460800"/>
          <a:ext cx="8195871" cy="1271205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1930" tIns="201930" rIns="201930" bIns="201930" numCol="1" spcCol="1270" anchor="ctr" anchorCtr="0">
          <a:noAutofit/>
        </a:bodyPr>
        <a:lstStyle/>
        <a:p>
          <a:pPr marL="0" lvl="0" indent="0" algn="l" defTabSz="2355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300" kern="1200"/>
            <a:t>Umbral de advertencia</a:t>
          </a:r>
        </a:p>
      </dsp:txBody>
      <dsp:txXfrm>
        <a:off x="62055" y="1522855"/>
        <a:ext cx="8071761" cy="1147095"/>
      </dsp:txXfrm>
    </dsp:sp>
    <dsp:sp modelId="{E451E844-CF48-4892-8CFB-618072B03D0D}">
      <dsp:nvSpPr>
        <dsp:cNvPr id="0" name=""/>
        <dsp:cNvSpPr/>
      </dsp:nvSpPr>
      <dsp:spPr>
        <a:xfrm>
          <a:off x="0" y="2884645"/>
          <a:ext cx="8195871" cy="1271205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1930" tIns="201930" rIns="201930" bIns="201930" numCol="1" spcCol="1270" anchor="ctr" anchorCtr="0">
          <a:noAutofit/>
        </a:bodyPr>
        <a:lstStyle/>
        <a:p>
          <a:pPr marL="0" lvl="0" indent="0" algn="l" defTabSz="2355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300" kern="1200"/>
            <a:t>Umbral crítico</a:t>
          </a:r>
        </a:p>
      </dsp:txBody>
      <dsp:txXfrm>
        <a:off x="62055" y="2946700"/>
        <a:ext cx="8071761" cy="1147095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A35E44-2378-497E-AED7-5E5FACA6B048}">
      <dsp:nvSpPr>
        <dsp:cNvPr id="0" name=""/>
        <dsp:cNvSpPr/>
      </dsp:nvSpPr>
      <dsp:spPr>
        <a:xfrm>
          <a:off x="518185" y="768902"/>
          <a:ext cx="1475437" cy="147543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F083A5-4B74-4246-AD6F-2CDB0BCCB014}">
      <dsp:nvSpPr>
        <dsp:cNvPr id="0" name=""/>
        <dsp:cNvSpPr/>
      </dsp:nvSpPr>
      <dsp:spPr>
        <a:xfrm>
          <a:off x="832623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7C6B95-C06F-49F3-BA53-5A290B26D62B}">
      <dsp:nvSpPr>
        <dsp:cNvPr id="0" name=""/>
        <dsp:cNvSpPr/>
      </dsp:nvSpPr>
      <dsp:spPr>
        <a:xfrm>
          <a:off x="46529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Obtención automática de datos</a:t>
          </a:r>
        </a:p>
      </dsp:txBody>
      <dsp:txXfrm>
        <a:off x="46529" y="2703902"/>
        <a:ext cx="2418750" cy="720000"/>
      </dsp:txXfrm>
    </dsp:sp>
    <dsp:sp modelId="{C69FECC0-98B5-41B4-A5CC-28389706E7CD}">
      <dsp:nvSpPr>
        <dsp:cNvPr id="0" name=""/>
        <dsp:cNvSpPr/>
      </dsp:nvSpPr>
      <dsp:spPr>
        <a:xfrm>
          <a:off x="3360216" y="768902"/>
          <a:ext cx="1475437" cy="147543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F7E9CD-FA96-417A-9053-BFBEBBFDC237}">
      <dsp:nvSpPr>
        <dsp:cNvPr id="0" name=""/>
        <dsp:cNvSpPr/>
      </dsp:nvSpPr>
      <dsp:spPr>
        <a:xfrm>
          <a:off x="3674654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069051-C0C4-4D0A-8EFD-F00458F159FF}">
      <dsp:nvSpPr>
        <dsp:cNvPr id="0" name=""/>
        <dsp:cNvSpPr/>
      </dsp:nvSpPr>
      <dsp:spPr>
        <a:xfrm>
          <a:off x="2888560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Almacenamiento de métricas</a:t>
          </a:r>
        </a:p>
      </dsp:txBody>
      <dsp:txXfrm>
        <a:off x="2888560" y="2703902"/>
        <a:ext cx="2418750" cy="720000"/>
      </dsp:txXfrm>
    </dsp:sp>
    <dsp:sp modelId="{4762909B-C3C5-401E-9133-7BC1AD853CFB}">
      <dsp:nvSpPr>
        <dsp:cNvPr id="0" name=""/>
        <dsp:cNvSpPr/>
      </dsp:nvSpPr>
      <dsp:spPr>
        <a:xfrm>
          <a:off x="6202248" y="768902"/>
          <a:ext cx="1475437" cy="147543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F2DE8E-ABB9-45F7-B17C-C58189D9241C}">
      <dsp:nvSpPr>
        <dsp:cNvPr id="0" name=""/>
        <dsp:cNvSpPr/>
      </dsp:nvSpPr>
      <dsp:spPr>
        <a:xfrm>
          <a:off x="6516685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0672DE-24C0-4ACF-B161-21214DA7949B}">
      <dsp:nvSpPr>
        <dsp:cNvPr id="0" name=""/>
        <dsp:cNvSpPr/>
      </dsp:nvSpPr>
      <dsp:spPr>
        <a:xfrm>
          <a:off x="5730591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Análisis histórico del rendimiento</a:t>
          </a:r>
        </a:p>
      </dsp:txBody>
      <dsp:txXfrm>
        <a:off x="5730591" y="2703902"/>
        <a:ext cx="2418750" cy="72000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774F3C-44C4-4734-8B9A-EBEFE82DBD72}">
      <dsp:nvSpPr>
        <dsp:cNvPr id="0" name=""/>
        <dsp:cNvSpPr/>
      </dsp:nvSpPr>
      <dsp:spPr>
        <a:xfrm>
          <a:off x="518185" y="768902"/>
          <a:ext cx="1475437" cy="147543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DF18F7-DAE0-4C3D-ACA6-52892A90DE1C}">
      <dsp:nvSpPr>
        <dsp:cNvPr id="0" name=""/>
        <dsp:cNvSpPr/>
      </dsp:nvSpPr>
      <dsp:spPr>
        <a:xfrm>
          <a:off x="832623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B8A6AB-CA71-4F2F-81CB-340DB3376DAE}">
      <dsp:nvSpPr>
        <dsp:cNvPr id="0" name=""/>
        <dsp:cNvSpPr/>
      </dsp:nvSpPr>
      <dsp:spPr>
        <a:xfrm>
          <a:off x="46529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100" kern="1200"/>
            <a:t>Detección de tendencias</a:t>
          </a:r>
        </a:p>
      </dsp:txBody>
      <dsp:txXfrm>
        <a:off x="46529" y="2703902"/>
        <a:ext cx="2418750" cy="720000"/>
      </dsp:txXfrm>
    </dsp:sp>
    <dsp:sp modelId="{101DF54C-E0F8-45DB-A00A-2CA1D725AC35}">
      <dsp:nvSpPr>
        <dsp:cNvPr id="0" name=""/>
        <dsp:cNvSpPr/>
      </dsp:nvSpPr>
      <dsp:spPr>
        <a:xfrm>
          <a:off x="3360216" y="768902"/>
          <a:ext cx="1475437" cy="147543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642A70-9BD1-45AD-86CD-5419E78A3B8D}">
      <dsp:nvSpPr>
        <dsp:cNvPr id="0" name=""/>
        <dsp:cNvSpPr/>
      </dsp:nvSpPr>
      <dsp:spPr>
        <a:xfrm>
          <a:off x="3674654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A6ED33-C913-4711-9578-15A3A42B1362}">
      <dsp:nvSpPr>
        <dsp:cNvPr id="0" name=""/>
        <dsp:cNvSpPr/>
      </dsp:nvSpPr>
      <dsp:spPr>
        <a:xfrm>
          <a:off x="2888560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100" kern="1200"/>
            <a:t>Identificación de anomalías</a:t>
          </a:r>
        </a:p>
      </dsp:txBody>
      <dsp:txXfrm>
        <a:off x="2888560" y="2703902"/>
        <a:ext cx="2418750" cy="720000"/>
      </dsp:txXfrm>
    </dsp:sp>
    <dsp:sp modelId="{07FCC60D-B108-421E-9669-B55602DD2476}">
      <dsp:nvSpPr>
        <dsp:cNvPr id="0" name=""/>
        <dsp:cNvSpPr/>
      </dsp:nvSpPr>
      <dsp:spPr>
        <a:xfrm>
          <a:off x="6202248" y="768902"/>
          <a:ext cx="1475437" cy="147543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F53DFD-64CA-4921-AA1E-E37D96492EB6}">
      <dsp:nvSpPr>
        <dsp:cNvPr id="0" name=""/>
        <dsp:cNvSpPr/>
      </dsp:nvSpPr>
      <dsp:spPr>
        <a:xfrm>
          <a:off x="6516685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FC04A0-3060-45AB-A850-D6EC8DA973BC}">
      <dsp:nvSpPr>
        <dsp:cNvPr id="0" name=""/>
        <dsp:cNvSpPr/>
      </dsp:nvSpPr>
      <dsp:spPr>
        <a:xfrm>
          <a:off x="5730591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100" kern="1200"/>
            <a:t>Apoyo a decisiones técnicas</a:t>
          </a:r>
        </a:p>
      </dsp:txBody>
      <dsp:txXfrm>
        <a:off x="5730591" y="2703902"/>
        <a:ext cx="2418750" cy="720000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4E2DCF-0234-4CBD-BD58-F6ECCA3DF6A1}">
      <dsp:nvSpPr>
        <dsp:cNvPr id="0" name=""/>
        <dsp:cNvSpPr/>
      </dsp:nvSpPr>
      <dsp:spPr>
        <a:xfrm>
          <a:off x="738477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1D1D31-BF5B-44FF-B219-CE11ABC21B5D}">
      <dsp:nvSpPr>
        <dsp:cNvPr id="0" name=""/>
        <dsp:cNvSpPr/>
      </dsp:nvSpPr>
      <dsp:spPr>
        <a:xfrm>
          <a:off x="78583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Consolidación de indicadores</a:t>
          </a:r>
        </a:p>
      </dsp:txBody>
      <dsp:txXfrm>
        <a:off x="78583" y="2435142"/>
        <a:ext cx="2399612" cy="720000"/>
      </dsp:txXfrm>
    </dsp:sp>
    <dsp:sp modelId="{0336BE16-02A5-4BA0-A715-B02ABD4FB1C6}">
      <dsp:nvSpPr>
        <dsp:cNvPr id="0" name=""/>
        <dsp:cNvSpPr/>
      </dsp:nvSpPr>
      <dsp:spPr>
        <a:xfrm>
          <a:off x="3558022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6D0917-5598-4CB7-A341-0B747CB00BB6}">
      <dsp:nvSpPr>
        <dsp:cNvPr id="0" name=""/>
        <dsp:cNvSpPr/>
      </dsp:nvSpPr>
      <dsp:spPr>
        <a:xfrm>
          <a:off x="2898129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Visión global del sistema</a:t>
          </a:r>
        </a:p>
      </dsp:txBody>
      <dsp:txXfrm>
        <a:off x="2898129" y="2435142"/>
        <a:ext cx="2399612" cy="720000"/>
      </dsp:txXfrm>
    </dsp:sp>
    <dsp:sp modelId="{A94688E9-0641-49E3-8ADA-313C19F1DAE2}">
      <dsp:nvSpPr>
        <dsp:cNvPr id="0" name=""/>
        <dsp:cNvSpPr/>
      </dsp:nvSpPr>
      <dsp:spPr>
        <a:xfrm>
          <a:off x="6377567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206410-A362-4B8C-9FBE-96FAA4BB6512}">
      <dsp:nvSpPr>
        <dsp:cNvPr id="0" name=""/>
        <dsp:cNvSpPr/>
      </dsp:nvSpPr>
      <dsp:spPr>
        <a:xfrm>
          <a:off x="5717674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Facilita la supervisión</a:t>
          </a:r>
        </a:p>
      </dsp:txBody>
      <dsp:txXfrm>
        <a:off x="5717674" y="2435142"/>
        <a:ext cx="2399612" cy="720000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084BEB-667C-42BF-B58D-844D2F0DFD3F}">
      <dsp:nvSpPr>
        <dsp:cNvPr id="0" name=""/>
        <dsp:cNvSpPr/>
      </dsp:nvSpPr>
      <dsp:spPr>
        <a:xfrm>
          <a:off x="376435" y="1016402"/>
          <a:ext cx="1098000" cy="109800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F919FB-2AA9-45E8-9892-627E918F1D5D}">
      <dsp:nvSpPr>
        <dsp:cNvPr id="0" name=""/>
        <dsp:cNvSpPr/>
      </dsp:nvSpPr>
      <dsp:spPr>
        <a:xfrm>
          <a:off x="61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8E93E3-E744-46DD-8F09-79B4E90EB485}">
      <dsp:nvSpPr>
        <dsp:cNvPr id="0" name=""/>
        <dsp:cNvSpPr/>
      </dsp:nvSpPr>
      <dsp:spPr>
        <a:xfrm>
          <a:off x="2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kern="1200"/>
            <a:t>Información clara</a:t>
          </a:r>
        </a:p>
      </dsp:txBody>
      <dsp:txXfrm>
        <a:off x="25435" y="2456402"/>
        <a:ext cx="1800000" cy="720000"/>
      </dsp:txXfrm>
    </dsp:sp>
    <dsp:sp modelId="{104304AB-BD43-4189-86B3-FF3EE8C73E18}">
      <dsp:nvSpPr>
        <dsp:cNvPr id="0" name=""/>
        <dsp:cNvSpPr/>
      </dsp:nvSpPr>
      <dsp:spPr>
        <a:xfrm>
          <a:off x="2491435" y="1016402"/>
          <a:ext cx="1098000" cy="109800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715DB1-415A-490F-A195-8B7201125575}">
      <dsp:nvSpPr>
        <dsp:cNvPr id="0" name=""/>
        <dsp:cNvSpPr/>
      </dsp:nvSpPr>
      <dsp:spPr>
        <a:xfrm>
          <a:off x="272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33985D-82D6-4634-8119-7035EFE29E4A}">
      <dsp:nvSpPr>
        <dsp:cNvPr id="0" name=""/>
        <dsp:cNvSpPr/>
      </dsp:nvSpPr>
      <dsp:spPr>
        <a:xfrm>
          <a:off x="214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kern="1200"/>
            <a:t>Datos actualizados</a:t>
          </a:r>
        </a:p>
      </dsp:txBody>
      <dsp:txXfrm>
        <a:off x="2140435" y="2456402"/>
        <a:ext cx="1800000" cy="720000"/>
      </dsp:txXfrm>
    </dsp:sp>
    <dsp:sp modelId="{F097C89C-BC1E-4C62-A037-90F9E57F445B}">
      <dsp:nvSpPr>
        <dsp:cNvPr id="0" name=""/>
        <dsp:cNvSpPr/>
      </dsp:nvSpPr>
      <dsp:spPr>
        <a:xfrm>
          <a:off x="4606435" y="1016402"/>
          <a:ext cx="1098000" cy="109800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297B11-E803-4914-AD0F-37BD011AE607}">
      <dsp:nvSpPr>
        <dsp:cNvPr id="0" name=""/>
        <dsp:cNvSpPr/>
      </dsp:nvSpPr>
      <dsp:spPr>
        <a:xfrm>
          <a:off x="484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F1DFF8-B8D7-491B-8B5F-9D9FC4112F70}">
      <dsp:nvSpPr>
        <dsp:cNvPr id="0" name=""/>
        <dsp:cNvSpPr/>
      </dsp:nvSpPr>
      <dsp:spPr>
        <a:xfrm>
          <a:off x="425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kern="1200"/>
            <a:t>Indicadores clave</a:t>
          </a:r>
        </a:p>
      </dsp:txBody>
      <dsp:txXfrm>
        <a:off x="4255435" y="2456402"/>
        <a:ext cx="1800000" cy="720000"/>
      </dsp:txXfrm>
    </dsp:sp>
    <dsp:sp modelId="{8FC704A2-8EAC-488F-A374-0CB368B4F15D}">
      <dsp:nvSpPr>
        <dsp:cNvPr id="0" name=""/>
        <dsp:cNvSpPr/>
      </dsp:nvSpPr>
      <dsp:spPr>
        <a:xfrm>
          <a:off x="6721435" y="1016402"/>
          <a:ext cx="1098000" cy="109800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55B992-56D5-4ADD-9CD2-ECB1A8E3DED4}">
      <dsp:nvSpPr>
        <dsp:cNvPr id="0" name=""/>
        <dsp:cNvSpPr/>
      </dsp:nvSpPr>
      <dsp:spPr>
        <a:xfrm>
          <a:off x="695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6387AE-09BC-48B1-86D8-3695057DFFB3}">
      <dsp:nvSpPr>
        <dsp:cNvPr id="0" name=""/>
        <dsp:cNvSpPr/>
      </dsp:nvSpPr>
      <dsp:spPr>
        <a:xfrm>
          <a:off x="637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kern="1200"/>
            <a:t>Facilidad de interpretación</a:t>
          </a:r>
        </a:p>
      </dsp:txBody>
      <dsp:txXfrm>
        <a:off x="6370435" y="2456402"/>
        <a:ext cx="1800000" cy="720000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4294A3-DD3C-485C-B97A-D60D0425F124}">
      <dsp:nvSpPr>
        <dsp:cNvPr id="0" name=""/>
        <dsp:cNvSpPr/>
      </dsp:nvSpPr>
      <dsp:spPr>
        <a:xfrm>
          <a:off x="530099" y="893169"/>
          <a:ext cx="1406812" cy="140681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443472-CCDA-44A0-BD50-479CD3656367}">
      <dsp:nvSpPr>
        <dsp:cNvPr id="0" name=""/>
        <dsp:cNvSpPr/>
      </dsp:nvSpPr>
      <dsp:spPr>
        <a:xfrm>
          <a:off x="829912" y="1192981"/>
          <a:ext cx="807187" cy="8071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AB104C-DD0B-4327-BEFD-85E87DB14E7B}">
      <dsp:nvSpPr>
        <dsp:cNvPr id="0" name=""/>
        <dsp:cNvSpPr/>
      </dsp:nvSpPr>
      <dsp:spPr>
        <a:xfrm>
          <a:off x="80381" y="2738169"/>
          <a:ext cx="23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Las métricas son esenciales para la gestión</a:t>
          </a:r>
        </a:p>
      </dsp:txBody>
      <dsp:txXfrm>
        <a:off x="80381" y="2738169"/>
        <a:ext cx="2306250" cy="720000"/>
      </dsp:txXfrm>
    </dsp:sp>
    <dsp:sp modelId="{B87033E7-112F-4140-8711-785BC496109F}">
      <dsp:nvSpPr>
        <dsp:cNvPr id="0" name=""/>
        <dsp:cNvSpPr/>
      </dsp:nvSpPr>
      <dsp:spPr>
        <a:xfrm>
          <a:off x="3239943" y="893169"/>
          <a:ext cx="1406812" cy="140681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BF3D8F-25C5-4B7A-ABAD-FCFF1CE70DED}">
      <dsp:nvSpPr>
        <dsp:cNvPr id="0" name=""/>
        <dsp:cNvSpPr/>
      </dsp:nvSpPr>
      <dsp:spPr>
        <a:xfrm>
          <a:off x="3539756" y="1192981"/>
          <a:ext cx="807187" cy="8071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3B9506-F6FA-4C34-B238-7722D0C8A9D3}">
      <dsp:nvSpPr>
        <dsp:cNvPr id="0" name=""/>
        <dsp:cNvSpPr/>
      </dsp:nvSpPr>
      <dsp:spPr>
        <a:xfrm>
          <a:off x="2790224" y="2738169"/>
          <a:ext cx="23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Permiten anticipar problemas</a:t>
          </a:r>
        </a:p>
      </dsp:txBody>
      <dsp:txXfrm>
        <a:off x="2790224" y="2738169"/>
        <a:ext cx="2306250" cy="720000"/>
      </dsp:txXfrm>
    </dsp:sp>
    <dsp:sp modelId="{05794257-AFAF-490D-9DBD-0839ADA72DDD}">
      <dsp:nvSpPr>
        <dsp:cNvPr id="0" name=""/>
        <dsp:cNvSpPr/>
      </dsp:nvSpPr>
      <dsp:spPr>
        <a:xfrm>
          <a:off x="5949787" y="893169"/>
          <a:ext cx="1406812" cy="140681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C4F95E-4AAF-4276-9D7D-D0E7F5FA530D}">
      <dsp:nvSpPr>
        <dsp:cNvPr id="0" name=""/>
        <dsp:cNvSpPr/>
      </dsp:nvSpPr>
      <dsp:spPr>
        <a:xfrm>
          <a:off x="6249600" y="1192981"/>
          <a:ext cx="807187" cy="8071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9284C8-EAFE-4B73-A4ED-6F2D2F8D5147}">
      <dsp:nvSpPr>
        <dsp:cNvPr id="0" name=""/>
        <dsp:cNvSpPr/>
      </dsp:nvSpPr>
      <dsp:spPr>
        <a:xfrm>
          <a:off x="5500068" y="2738169"/>
          <a:ext cx="23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Mejoran estabilidad y rendimiento</a:t>
          </a:r>
        </a:p>
      </dsp:txBody>
      <dsp:txXfrm>
        <a:off x="5500068" y="2738169"/>
        <a:ext cx="23062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s-ES" sz="2700"/>
              <a:t>Capítulo 4 – Utilización de métricas e indicadores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es-ES" sz="1700"/>
              <a:t>Monitorización del rendimiento de los sistemas</a:t>
            </a:r>
          </a:p>
          <a:p>
            <a:r>
              <a:rPr lang="es-ES" sz="1700"/>
              <a:t>Uso de métricas e indicadores</a:t>
            </a:r>
          </a:p>
          <a:p>
            <a:r>
              <a:rPr lang="es-ES" sz="1700"/>
              <a:t>Apoyo a la toma de decisiones técnicas</a:t>
            </a:r>
          </a:p>
        </p:txBody>
      </p:sp>
      <p:pic>
        <p:nvPicPr>
          <p:cNvPr id="5" name="Picture 4" descr="Velocímetro">
            <a:extLst>
              <a:ext uri="{FF2B5EF4-FFF2-40B4-BE49-F238E27FC236}">
                <a16:creationId xmlns:a16="http://schemas.microsoft.com/office/drawing/2014/main" id="{3301B007-9A16-FF53-84C4-77F4D051AF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353" r="29100" b="-1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</a:rPr>
              <a:t>1. Introducción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D7007B3-ED1D-3F53-01AB-01982E36408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95040139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ES" sz="3200">
                <a:solidFill>
                  <a:srgbClr val="FFFFFF"/>
                </a:solidFill>
              </a:rPr>
              <a:t>2. Marco general de métricas e indicadores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1A50C84-8366-5E17-170C-A62B7BBF48A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17216490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</a:rPr>
              <a:t>Criterios para definir métricas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AED1F74-A868-08DB-F06F-3C1B322132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67573557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ES" sz="3200">
                <a:solidFill>
                  <a:srgbClr val="FFFFFF"/>
                </a:solidFill>
              </a:rPr>
              <a:t>3. Identificación de objetos a monitorizar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84126E4-FB02-B1B1-DC79-3C850427ADF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48142612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</a:rPr>
              <a:t>Ejemplos de objetos monitorizados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A163220-0990-EA80-7133-6AFA7CD307D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40676400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</a:rPr>
              <a:t>4. Selección y definición de indicadores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91C2718-4454-F02C-B83C-49893F35FB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13848767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</a:rPr>
              <a:t>Aspectos a definir en un indicador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B78208E-2784-D97E-8031-E05A7B2AB5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03971184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</a:rPr>
              <a:t>5. Umbrales de rendimiento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BF86F4B-1F1C-99B5-22B6-C3AED23F5AD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26841815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</a:rPr>
              <a:t>Tipos de umbrales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C80C921-6B21-0816-3F9E-EA0E239633F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57190847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</a:rPr>
              <a:t>6. Recolección y análisis de datos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859B72B-6C88-6EB9-08ED-A3179CF48E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14656545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</a:rPr>
              <a:t>Análisis de la información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BD6E40D-AC5B-B06F-038E-7592A49D622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42380890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</a:rPr>
              <a:t>7. Cuadro de mando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FDA011C-6311-12CB-8A63-FA9FDD4FB7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97893988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</a:rPr>
              <a:t>Características del cuadro de mando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9813183-CF3A-E16D-F79C-7339521E57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87458100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59863"/>
            <a:ext cx="7886700" cy="1004594"/>
          </a:xfrm>
        </p:spPr>
        <p:txBody>
          <a:bodyPr>
            <a:normAutofit/>
          </a:bodyPr>
          <a:lstStyle/>
          <a:p>
            <a:r>
              <a:rPr lang="es-ES">
                <a:solidFill>
                  <a:srgbClr val="FFFFFF"/>
                </a:solidFill>
              </a:rPr>
              <a:t>8. Conclusión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22" y="1587970"/>
            <a:ext cx="8274756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02AB2BB-3BF9-5EB2-43F1-4503C8DA8DD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14747967"/>
              </p:ext>
            </p:extLst>
          </p:nvPr>
        </p:nvGraphicFramePr>
        <p:xfrm>
          <a:off x="628650" y="1800911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255</Words>
  <Application>Microsoft Office PowerPoint</Application>
  <PresentationFormat>Presentación en pantalla (4:3)</PresentationFormat>
  <Paragraphs>67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Capítulo 4 – Utilización de métricas e indicadores</vt:lpstr>
      <vt:lpstr>1. Introducción</vt:lpstr>
      <vt:lpstr>2. Marco general de métricas e indicadores</vt:lpstr>
      <vt:lpstr>Criterios para definir métricas</vt:lpstr>
      <vt:lpstr>3. Identificación de objetos a monitorizar</vt:lpstr>
      <vt:lpstr>Ejemplos de objetos monitorizados</vt:lpstr>
      <vt:lpstr>4. Selección y definición de indicadores</vt:lpstr>
      <vt:lpstr>Aspectos a definir en un indicador</vt:lpstr>
      <vt:lpstr>5. Umbrales de rendimiento</vt:lpstr>
      <vt:lpstr>Tipos de umbrales</vt:lpstr>
      <vt:lpstr>6. Recolección y análisis de datos</vt:lpstr>
      <vt:lpstr>Análisis de la información</vt:lpstr>
      <vt:lpstr>7. Cuadro de mando</vt:lpstr>
      <vt:lpstr>Características del cuadro de mando</vt:lpstr>
      <vt:lpstr>8. Conclusión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Alberto Ruiz</cp:lastModifiedBy>
  <cp:revision>1</cp:revision>
  <dcterms:created xsi:type="dcterms:W3CDTF">2013-01-27T09:14:16Z</dcterms:created>
  <dcterms:modified xsi:type="dcterms:W3CDTF">2026-01-07T11:55:27Z</dcterms:modified>
  <cp:category/>
</cp:coreProperties>
</file>