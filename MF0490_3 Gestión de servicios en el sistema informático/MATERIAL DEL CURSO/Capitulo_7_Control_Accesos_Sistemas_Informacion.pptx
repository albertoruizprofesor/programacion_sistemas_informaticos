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122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berto Ruiz" userId="47fa91d207cfb014" providerId="LiveId" clId="{85FEFC20-368C-4804-AF35-776ECB9C6605}"/>
    <pc:docChg chg="custSel modSld">
      <pc:chgData name="Alberto Ruiz" userId="47fa91d207cfb014" providerId="LiveId" clId="{85FEFC20-368C-4804-AF35-776ECB9C6605}" dt="2026-01-07T12:04:48.922" v="16" actId="26606"/>
      <pc:docMkLst>
        <pc:docMk/>
      </pc:docMkLst>
      <pc:sldChg chg="addSp delSp modSp mod setBg">
        <pc:chgData name="Alberto Ruiz" userId="47fa91d207cfb014" providerId="LiveId" clId="{85FEFC20-368C-4804-AF35-776ECB9C6605}" dt="2026-01-07T12:03:50.840" v="0" actId="26606"/>
        <pc:sldMkLst>
          <pc:docMk/>
          <pc:sldMk cId="0" sldId="256"/>
        </pc:sldMkLst>
        <pc:spChg chg="mod">
          <ac:chgData name="Alberto Ruiz" userId="47fa91d207cfb014" providerId="LiveId" clId="{85FEFC20-368C-4804-AF35-776ECB9C6605}" dt="2026-01-07T12:03:50.840" v="0" actId="26606"/>
          <ac:spMkLst>
            <pc:docMk/>
            <pc:sldMk cId="0" sldId="256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2:03:50.840" v="0" actId="26606"/>
          <ac:spMkLst>
            <pc:docMk/>
            <pc:sldMk cId="0" sldId="256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2:03:50.840" v="0" actId="26606"/>
          <ac:spMkLst>
            <pc:docMk/>
            <pc:sldMk cId="0" sldId="256"/>
            <ac:spMk id="10" creationId="{B50AB553-2A96-4A92-96F2-93548E096954}"/>
          </ac:spMkLst>
        </pc:spChg>
        <pc:graphicFrameChg chg="add">
          <ac:chgData name="Alberto Ruiz" userId="47fa91d207cfb014" providerId="LiveId" clId="{85FEFC20-368C-4804-AF35-776ECB9C6605}" dt="2026-01-07T12:03:50.840" v="0" actId="26606"/>
          <ac:graphicFrameMkLst>
            <pc:docMk/>
            <pc:sldMk cId="0" sldId="256"/>
            <ac:graphicFrameMk id="5" creationId="{4EB9E741-818B-B2EC-DEFE-8F2BEA736C9F}"/>
          </ac:graphicFrameMkLst>
        </pc:graphicFrameChg>
        <pc:picChg chg="add">
          <ac:chgData name="Alberto Ruiz" userId="47fa91d207cfb014" providerId="LiveId" clId="{85FEFC20-368C-4804-AF35-776ECB9C6605}" dt="2026-01-07T12:03:50.840" v="0" actId="26606"/>
          <ac:picMkLst>
            <pc:docMk/>
            <pc:sldMk cId="0" sldId="256"/>
            <ac:picMk id="6" creationId="{B9BA81C8-66BA-C7BB-13B4-00FF4A882A5B}"/>
          </ac:picMkLst>
        </pc:picChg>
      </pc:sldChg>
      <pc:sldChg chg="addSp delSp modSp mod setBg">
        <pc:chgData name="Alberto Ruiz" userId="47fa91d207cfb014" providerId="LiveId" clId="{85FEFC20-368C-4804-AF35-776ECB9C6605}" dt="2026-01-07T12:03:56.485" v="1" actId="26606"/>
        <pc:sldMkLst>
          <pc:docMk/>
          <pc:sldMk cId="0" sldId="257"/>
        </pc:sldMkLst>
        <pc:spChg chg="mod">
          <ac:chgData name="Alberto Ruiz" userId="47fa91d207cfb014" providerId="LiveId" clId="{85FEFC20-368C-4804-AF35-776ECB9C6605}" dt="2026-01-07T12:03:56.485" v="1" actId="26606"/>
          <ac:spMkLst>
            <pc:docMk/>
            <pc:sldMk cId="0" sldId="257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2:03:56.485" v="1" actId="26606"/>
          <ac:spMkLst>
            <pc:docMk/>
            <pc:sldMk cId="0" sldId="257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2:03:56.485" v="1" actId="26606"/>
          <ac:spMkLst>
            <pc:docMk/>
            <pc:sldMk cId="0" sldId="257"/>
            <ac:spMk id="9" creationId="{35DB3719-6FDC-4E5D-891D-FF40B7300F64}"/>
          </ac:spMkLst>
        </pc:spChg>
        <pc:spChg chg="add">
          <ac:chgData name="Alberto Ruiz" userId="47fa91d207cfb014" providerId="LiveId" clId="{85FEFC20-368C-4804-AF35-776ECB9C6605}" dt="2026-01-07T12:03:56.485" v="1" actId="26606"/>
          <ac:spMkLst>
            <pc:docMk/>
            <pc:sldMk cId="0" sldId="257"/>
            <ac:spMk id="11" creationId="{E0CBAC23-2E3F-4A90-BA59-F8299F6A5439}"/>
          </ac:spMkLst>
        </pc:spChg>
        <pc:graphicFrameChg chg="add">
          <ac:chgData name="Alberto Ruiz" userId="47fa91d207cfb014" providerId="LiveId" clId="{85FEFC20-368C-4804-AF35-776ECB9C6605}" dt="2026-01-07T12:03:56.485" v="1" actId="26606"/>
          <ac:graphicFrameMkLst>
            <pc:docMk/>
            <pc:sldMk cId="0" sldId="257"/>
            <ac:graphicFrameMk id="5" creationId="{64508A6A-2CFD-F953-E68B-27FFE9EDFCBA}"/>
          </ac:graphicFrameMkLst>
        </pc:graphicFrameChg>
      </pc:sldChg>
      <pc:sldChg chg="addSp delSp modSp mod setBg">
        <pc:chgData name="Alberto Ruiz" userId="47fa91d207cfb014" providerId="LiveId" clId="{85FEFC20-368C-4804-AF35-776ECB9C6605}" dt="2026-01-07T12:03:59.345" v="2" actId="26606"/>
        <pc:sldMkLst>
          <pc:docMk/>
          <pc:sldMk cId="0" sldId="258"/>
        </pc:sldMkLst>
        <pc:spChg chg="mod">
          <ac:chgData name="Alberto Ruiz" userId="47fa91d207cfb014" providerId="LiveId" clId="{85FEFC20-368C-4804-AF35-776ECB9C6605}" dt="2026-01-07T12:03:59.345" v="2" actId="26606"/>
          <ac:spMkLst>
            <pc:docMk/>
            <pc:sldMk cId="0" sldId="258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2:03:59.345" v="2" actId="26606"/>
          <ac:spMkLst>
            <pc:docMk/>
            <pc:sldMk cId="0" sldId="258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2:03:59.345" v="2" actId="26606"/>
          <ac:spMkLst>
            <pc:docMk/>
            <pc:sldMk cId="0" sldId="258"/>
            <ac:spMk id="9" creationId="{35DB3719-6FDC-4E5D-891D-FF40B7300F64}"/>
          </ac:spMkLst>
        </pc:spChg>
        <pc:spChg chg="add">
          <ac:chgData name="Alberto Ruiz" userId="47fa91d207cfb014" providerId="LiveId" clId="{85FEFC20-368C-4804-AF35-776ECB9C6605}" dt="2026-01-07T12:03:59.345" v="2" actId="26606"/>
          <ac:spMkLst>
            <pc:docMk/>
            <pc:sldMk cId="0" sldId="258"/>
            <ac:spMk id="11" creationId="{E0CBAC23-2E3F-4A90-BA59-F8299F6A5439}"/>
          </ac:spMkLst>
        </pc:spChg>
        <pc:graphicFrameChg chg="add">
          <ac:chgData name="Alberto Ruiz" userId="47fa91d207cfb014" providerId="LiveId" clId="{85FEFC20-368C-4804-AF35-776ECB9C6605}" dt="2026-01-07T12:03:59.345" v="2" actId="26606"/>
          <ac:graphicFrameMkLst>
            <pc:docMk/>
            <pc:sldMk cId="0" sldId="258"/>
            <ac:graphicFrameMk id="5" creationId="{CA7EA07F-3B9B-AE58-421F-EC3731A5F5DD}"/>
          </ac:graphicFrameMkLst>
        </pc:graphicFrameChg>
      </pc:sldChg>
      <pc:sldChg chg="addSp delSp modSp mod setBg">
        <pc:chgData name="Alberto Ruiz" userId="47fa91d207cfb014" providerId="LiveId" clId="{85FEFC20-368C-4804-AF35-776ECB9C6605}" dt="2026-01-07T12:04:02.452" v="3" actId="26606"/>
        <pc:sldMkLst>
          <pc:docMk/>
          <pc:sldMk cId="0" sldId="259"/>
        </pc:sldMkLst>
        <pc:spChg chg="mod">
          <ac:chgData name="Alberto Ruiz" userId="47fa91d207cfb014" providerId="LiveId" clId="{85FEFC20-368C-4804-AF35-776ECB9C6605}" dt="2026-01-07T12:04:02.452" v="3" actId="26606"/>
          <ac:spMkLst>
            <pc:docMk/>
            <pc:sldMk cId="0" sldId="259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2:04:02.452" v="3" actId="26606"/>
          <ac:spMkLst>
            <pc:docMk/>
            <pc:sldMk cId="0" sldId="259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2:04:02.452" v="3" actId="26606"/>
          <ac:spMkLst>
            <pc:docMk/>
            <pc:sldMk cId="0" sldId="259"/>
            <ac:spMk id="9" creationId="{35DB3719-6FDC-4E5D-891D-FF40B7300F64}"/>
          </ac:spMkLst>
        </pc:spChg>
        <pc:spChg chg="add">
          <ac:chgData name="Alberto Ruiz" userId="47fa91d207cfb014" providerId="LiveId" clId="{85FEFC20-368C-4804-AF35-776ECB9C6605}" dt="2026-01-07T12:04:02.452" v="3" actId="26606"/>
          <ac:spMkLst>
            <pc:docMk/>
            <pc:sldMk cId="0" sldId="259"/>
            <ac:spMk id="11" creationId="{E0CBAC23-2E3F-4A90-BA59-F8299F6A5439}"/>
          </ac:spMkLst>
        </pc:spChg>
        <pc:graphicFrameChg chg="add">
          <ac:chgData name="Alberto Ruiz" userId="47fa91d207cfb014" providerId="LiveId" clId="{85FEFC20-368C-4804-AF35-776ECB9C6605}" dt="2026-01-07T12:04:02.452" v="3" actId="26606"/>
          <ac:graphicFrameMkLst>
            <pc:docMk/>
            <pc:sldMk cId="0" sldId="259"/>
            <ac:graphicFrameMk id="5" creationId="{8D4E8E41-D0A6-3220-3DE7-A517D59F977E}"/>
          </ac:graphicFrameMkLst>
        </pc:graphicFrameChg>
      </pc:sldChg>
      <pc:sldChg chg="addSp delSp modSp mod setBg">
        <pc:chgData name="Alberto Ruiz" userId="47fa91d207cfb014" providerId="LiveId" clId="{85FEFC20-368C-4804-AF35-776ECB9C6605}" dt="2026-01-07T12:04:07.629" v="4" actId="26606"/>
        <pc:sldMkLst>
          <pc:docMk/>
          <pc:sldMk cId="0" sldId="260"/>
        </pc:sldMkLst>
        <pc:spChg chg="mod">
          <ac:chgData name="Alberto Ruiz" userId="47fa91d207cfb014" providerId="LiveId" clId="{85FEFC20-368C-4804-AF35-776ECB9C6605}" dt="2026-01-07T12:04:07.629" v="4" actId="26606"/>
          <ac:spMkLst>
            <pc:docMk/>
            <pc:sldMk cId="0" sldId="260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2:04:07.629" v="4" actId="26606"/>
          <ac:spMkLst>
            <pc:docMk/>
            <pc:sldMk cId="0" sldId="260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2:04:07.629" v="4" actId="26606"/>
          <ac:spMkLst>
            <pc:docMk/>
            <pc:sldMk cId="0" sldId="260"/>
            <ac:spMk id="9" creationId="{BACC6370-2D7E-4714-9D71-7542949D7D5D}"/>
          </ac:spMkLst>
        </pc:spChg>
        <pc:spChg chg="add">
          <ac:chgData name="Alberto Ruiz" userId="47fa91d207cfb014" providerId="LiveId" clId="{85FEFC20-368C-4804-AF35-776ECB9C6605}" dt="2026-01-07T12:04:07.629" v="4" actId="26606"/>
          <ac:spMkLst>
            <pc:docMk/>
            <pc:sldMk cId="0" sldId="260"/>
            <ac:spMk id="11" creationId="{F68B3F68-107C-434F-AA38-110D5EA91B85}"/>
          </ac:spMkLst>
        </pc:spChg>
        <pc:spChg chg="add">
          <ac:chgData name="Alberto Ruiz" userId="47fa91d207cfb014" providerId="LiveId" clId="{85FEFC20-368C-4804-AF35-776ECB9C6605}" dt="2026-01-07T12:04:07.629" v="4" actId="26606"/>
          <ac:spMkLst>
            <pc:docMk/>
            <pc:sldMk cId="0" sldId="260"/>
            <ac:spMk id="13" creationId="{AAD0DBB9-1A4B-4391-81D4-CB19F9AB918A}"/>
          </ac:spMkLst>
        </pc:spChg>
        <pc:spChg chg="add">
          <ac:chgData name="Alberto Ruiz" userId="47fa91d207cfb014" providerId="LiveId" clId="{85FEFC20-368C-4804-AF35-776ECB9C6605}" dt="2026-01-07T12:04:07.629" v="4" actId="26606"/>
          <ac:spMkLst>
            <pc:docMk/>
            <pc:sldMk cId="0" sldId="260"/>
            <ac:spMk id="15" creationId="{063BBA22-50EA-4C4D-BE05-F1CE4E63AA56}"/>
          </ac:spMkLst>
        </pc:spChg>
        <pc:graphicFrameChg chg="add">
          <ac:chgData name="Alberto Ruiz" userId="47fa91d207cfb014" providerId="LiveId" clId="{85FEFC20-368C-4804-AF35-776ECB9C6605}" dt="2026-01-07T12:04:07.629" v="4" actId="26606"/>
          <ac:graphicFrameMkLst>
            <pc:docMk/>
            <pc:sldMk cId="0" sldId="260"/>
            <ac:graphicFrameMk id="5" creationId="{39A1D51F-C62E-21C4-9B0B-1E6633581C19}"/>
          </ac:graphicFrameMkLst>
        </pc:graphicFrameChg>
      </pc:sldChg>
      <pc:sldChg chg="addSp delSp modSp mod setBg">
        <pc:chgData name="Alberto Ruiz" userId="47fa91d207cfb014" providerId="LiveId" clId="{85FEFC20-368C-4804-AF35-776ECB9C6605}" dt="2026-01-07T12:04:10.285" v="5" actId="26606"/>
        <pc:sldMkLst>
          <pc:docMk/>
          <pc:sldMk cId="0" sldId="261"/>
        </pc:sldMkLst>
        <pc:spChg chg="mod">
          <ac:chgData name="Alberto Ruiz" userId="47fa91d207cfb014" providerId="LiveId" clId="{85FEFC20-368C-4804-AF35-776ECB9C6605}" dt="2026-01-07T12:04:10.285" v="5" actId="26606"/>
          <ac:spMkLst>
            <pc:docMk/>
            <pc:sldMk cId="0" sldId="261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2:04:10.285" v="5" actId="26606"/>
          <ac:spMkLst>
            <pc:docMk/>
            <pc:sldMk cId="0" sldId="261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2:04:10.285" v="5" actId="26606"/>
          <ac:spMkLst>
            <pc:docMk/>
            <pc:sldMk cId="0" sldId="261"/>
            <ac:spMk id="9" creationId="{BACC6370-2D7E-4714-9D71-7542949D7D5D}"/>
          </ac:spMkLst>
        </pc:spChg>
        <pc:spChg chg="add">
          <ac:chgData name="Alberto Ruiz" userId="47fa91d207cfb014" providerId="LiveId" clId="{85FEFC20-368C-4804-AF35-776ECB9C6605}" dt="2026-01-07T12:04:10.285" v="5" actId="26606"/>
          <ac:spMkLst>
            <pc:docMk/>
            <pc:sldMk cId="0" sldId="261"/>
            <ac:spMk id="11" creationId="{F68B3F68-107C-434F-AA38-110D5EA91B85}"/>
          </ac:spMkLst>
        </pc:spChg>
        <pc:spChg chg="add">
          <ac:chgData name="Alberto Ruiz" userId="47fa91d207cfb014" providerId="LiveId" clId="{85FEFC20-368C-4804-AF35-776ECB9C6605}" dt="2026-01-07T12:04:10.285" v="5" actId="26606"/>
          <ac:spMkLst>
            <pc:docMk/>
            <pc:sldMk cId="0" sldId="261"/>
            <ac:spMk id="13" creationId="{AAD0DBB9-1A4B-4391-81D4-CB19F9AB918A}"/>
          </ac:spMkLst>
        </pc:spChg>
        <pc:spChg chg="add">
          <ac:chgData name="Alberto Ruiz" userId="47fa91d207cfb014" providerId="LiveId" clId="{85FEFC20-368C-4804-AF35-776ECB9C6605}" dt="2026-01-07T12:04:10.285" v="5" actId="26606"/>
          <ac:spMkLst>
            <pc:docMk/>
            <pc:sldMk cId="0" sldId="261"/>
            <ac:spMk id="15" creationId="{063BBA22-50EA-4C4D-BE05-F1CE4E63AA56}"/>
          </ac:spMkLst>
        </pc:spChg>
        <pc:graphicFrameChg chg="add">
          <ac:chgData name="Alberto Ruiz" userId="47fa91d207cfb014" providerId="LiveId" clId="{85FEFC20-368C-4804-AF35-776ECB9C6605}" dt="2026-01-07T12:04:10.285" v="5" actId="26606"/>
          <ac:graphicFrameMkLst>
            <pc:docMk/>
            <pc:sldMk cId="0" sldId="261"/>
            <ac:graphicFrameMk id="5" creationId="{35D5D78B-C8A2-F61E-8AF7-E5227AE0608E}"/>
          </ac:graphicFrameMkLst>
        </pc:graphicFrameChg>
      </pc:sldChg>
      <pc:sldChg chg="addSp delSp modSp mod setBg">
        <pc:chgData name="Alberto Ruiz" userId="47fa91d207cfb014" providerId="LiveId" clId="{85FEFC20-368C-4804-AF35-776ECB9C6605}" dt="2026-01-07T12:04:13.527" v="6" actId="26606"/>
        <pc:sldMkLst>
          <pc:docMk/>
          <pc:sldMk cId="0" sldId="262"/>
        </pc:sldMkLst>
        <pc:spChg chg="mod">
          <ac:chgData name="Alberto Ruiz" userId="47fa91d207cfb014" providerId="LiveId" clId="{85FEFC20-368C-4804-AF35-776ECB9C6605}" dt="2026-01-07T12:04:13.527" v="6" actId="26606"/>
          <ac:spMkLst>
            <pc:docMk/>
            <pc:sldMk cId="0" sldId="262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2:04:13.527" v="6" actId="26606"/>
          <ac:spMkLst>
            <pc:docMk/>
            <pc:sldMk cId="0" sldId="262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2:04:13.527" v="6" actId="26606"/>
          <ac:spMkLst>
            <pc:docMk/>
            <pc:sldMk cId="0" sldId="262"/>
            <ac:spMk id="9" creationId="{BACC6370-2D7E-4714-9D71-7542949D7D5D}"/>
          </ac:spMkLst>
        </pc:spChg>
        <pc:spChg chg="add">
          <ac:chgData name="Alberto Ruiz" userId="47fa91d207cfb014" providerId="LiveId" clId="{85FEFC20-368C-4804-AF35-776ECB9C6605}" dt="2026-01-07T12:04:13.527" v="6" actId="26606"/>
          <ac:spMkLst>
            <pc:docMk/>
            <pc:sldMk cId="0" sldId="262"/>
            <ac:spMk id="11" creationId="{F68B3F68-107C-434F-AA38-110D5EA91B85}"/>
          </ac:spMkLst>
        </pc:spChg>
        <pc:spChg chg="add">
          <ac:chgData name="Alberto Ruiz" userId="47fa91d207cfb014" providerId="LiveId" clId="{85FEFC20-368C-4804-AF35-776ECB9C6605}" dt="2026-01-07T12:04:13.527" v="6" actId="26606"/>
          <ac:spMkLst>
            <pc:docMk/>
            <pc:sldMk cId="0" sldId="262"/>
            <ac:spMk id="13" creationId="{AAD0DBB9-1A4B-4391-81D4-CB19F9AB918A}"/>
          </ac:spMkLst>
        </pc:spChg>
        <pc:spChg chg="add">
          <ac:chgData name="Alberto Ruiz" userId="47fa91d207cfb014" providerId="LiveId" clId="{85FEFC20-368C-4804-AF35-776ECB9C6605}" dt="2026-01-07T12:04:13.527" v="6" actId="26606"/>
          <ac:spMkLst>
            <pc:docMk/>
            <pc:sldMk cId="0" sldId="262"/>
            <ac:spMk id="15" creationId="{063BBA22-50EA-4C4D-BE05-F1CE4E63AA56}"/>
          </ac:spMkLst>
        </pc:spChg>
        <pc:graphicFrameChg chg="add">
          <ac:chgData name="Alberto Ruiz" userId="47fa91d207cfb014" providerId="LiveId" clId="{85FEFC20-368C-4804-AF35-776ECB9C6605}" dt="2026-01-07T12:04:13.527" v="6" actId="26606"/>
          <ac:graphicFrameMkLst>
            <pc:docMk/>
            <pc:sldMk cId="0" sldId="262"/>
            <ac:graphicFrameMk id="5" creationId="{BCB4578E-6218-759D-26F9-113EA4C4E374}"/>
          </ac:graphicFrameMkLst>
        </pc:graphicFrameChg>
      </pc:sldChg>
      <pc:sldChg chg="addSp delSp modSp mod setBg">
        <pc:chgData name="Alberto Ruiz" userId="47fa91d207cfb014" providerId="LiveId" clId="{85FEFC20-368C-4804-AF35-776ECB9C6605}" dt="2026-01-07T12:04:17.951" v="7" actId="26606"/>
        <pc:sldMkLst>
          <pc:docMk/>
          <pc:sldMk cId="0" sldId="263"/>
        </pc:sldMkLst>
        <pc:spChg chg="mod">
          <ac:chgData name="Alberto Ruiz" userId="47fa91d207cfb014" providerId="LiveId" clId="{85FEFC20-368C-4804-AF35-776ECB9C6605}" dt="2026-01-07T12:04:17.951" v="7" actId="26606"/>
          <ac:spMkLst>
            <pc:docMk/>
            <pc:sldMk cId="0" sldId="263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2:04:17.951" v="7" actId="26606"/>
          <ac:spMkLst>
            <pc:docMk/>
            <pc:sldMk cId="0" sldId="263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2:04:17.951" v="7" actId="26606"/>
          <ac:spMkLst>
            <pc:docMk/>
            <pc:sldMk cId="0" sldId="263"/>
            <ac:spMk id="10" creationId="{B50AB553-2A96-4A92-96F2-93548E096954}"/>
          </ac:spMkLst>
        </pc:spChg>
        <pc:graphicFrameChg chg="add">
          <ac:chgData name="Alberto Ruiz" userId="47fa91d207cfb014" providerId="LiveId" clId="{85FEFC20-368C-4804-AF35-776ECB9C6605}" dt="2026-01-07T12:04:17.951" v="7" actId="26606"/>
          <ac:graphicFrameMkLst>
            <pc:docMk/>
            <pc:sldMk cId="0" sldId="263"/>
            <ac:graphicFrameMk id="5" creationId="{C420ECA6-549E-D384-10D3-74A4B02A7CE6}"/>
          </ac:graphicFrameMkLst>
        </pc:graphicFrameChg>
        <pc:picChg chg="add">
          <ac:chgData name="Alberto Ruiz" userId="47fa91d207cfb014" providerId="LiveId" clId="{85FEFC20-368C-4804-AF35-776ECB9C6605}" dt="2026-01-07T12:04:17.951" v="7" actId="26606"/>
          <ac:picMkLst>
            <pc:docMk/>
            <pc:sldMk cId="0" sldId="263"/>
            <ac:picMk id="6" creationId="{770053BF-CCF8-95C4-179F-ACC28512849E}"/>
          </ac:picMkLst>
        </pc:picChg>
      </pc:sldChg>
      <pc:sldChg chg="addSp modSp mod setBg">
        <pc:chgData name="Alberto Ruiz" userId="47fa91d207cfb014" providerId="LiveId" clId="{85FEFC20-368C-4804-AF35-776ECB9C6605}" dt="2026-01-07T12:04:21.132" v="8" actId="26606"/>
        <pc:sldMkLst>
          <pc:docMk/>
          <pc:sldMk cId="0" sldId="264"/>
        </pc:sldMkLst>
        <pc:spChg chg="mod">
          <ac:chgData name="Alberto Ruiz" userId="47fa91d207cfb014" providerId="LiveId" clId="{85FEFC20-368C-4804-AF35-776ECB9C6605}" dt="2026-01-07T12:04:21.132" v="8" actId="26606"/>
          <ac:spMkLst>
            <pc:docMk/>
            <pc:sldMk cId="0" sldId="264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6-01-07T12:04:21.132" v="8" actId="26606"/>
          <ac:spMkLst>
            <pc:docMk/>
            <pc:sldMk cId="0" sldId="264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2:04:21.132" v="8" actId="26606"/>
          <ac:spMkLst>
            <pc:docMk/>
            <pc:sldMk cId="0" sldId="264"/>
            <ac:spMk id="9" creationId="{B50AB553-2A96-4A92-96F2-93548E096954}"/>
          </ac:spMkLst>
        </pc:spChg>
        <pc:picChg chg="add">
          <ac:chgData name="Alberto Ruiz" userId="47fa91d207cfb014" providerId="LiveId" clId="{85FEFC20-368C-4804-AF35-776ECB9C6605}" dt="2026-01-07T12:04:21.132" v="8" actId="26606"/>
          <ac:picMkLst>
            <pc:docMk/>
            <pc:sldMk cId="0" sldId="264"/>
            <ac:picMk id="5" creationId="{AF608A8F-8422-5365-A842-B5B332946F80}"/>
          </ac:picMkLst>
        </pc:picChg>
      </pc:sldChg>
      <pc:sldChg chg="addSp delSp modSp mod setBg">
        <pc:chgData name="Alberto Ruiz" userId="47fa91d207cfb014" providerId="LiveId" clId="{85FEFC20-368C-4804-AF35-776ECB9C6605}" dt="2026-01-07T12:04:25.217" v="9" actId="26606"/>
        <pc:sldMkLst>
          <pc:docMk/>
          <pc:sldMk cId="0" sldId="265"/>
        </pc:sldMkLst>
        <pc:spChg chg="mod">
          <ac:chgData name="Alberto Ruiz" userId="47fa91d207cfb014" providerId="LiveId" clId="{85FEFC20-368C-4804-AF35-776ECB9C6605}" dt="2026-01-07T12:04:25.217" v="9" actId="26606"/>
          <ac:spMkLst>
            <pc:docMk/>
            <pc:sldMk cId="0" sldId="265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2:04:25.217" v="9" actId="26606"/>
          <ac:spMkLst>
            <pc:docMk/>
            <pc:sldMk cId="0" sldId="265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2:04:25.217" v="9" actId="26606"/>
          <ac:spMkLst>
            <pc:docMk/>
            <pc:sldMk cId="0" sldId="265"/>
            <ac:spMk id="9" creationId="{5C8908E2-EE49-44D2-9428-A28D2312A8D5}"/>
          </ac:spMkLst>
        </pc:spChg>
        <pc:spChg chg="add">
          <ac:chgData name="Alberto Ruiz" userId="47fa91d207cfb014" providerId="LiveId" clId="{85FEFC20-368C-4804-AF35-776ECB9C6605}" dt="2026-01-07T12:04:25.217" v="9" actId="26606"/>
          <ac:spMkLst>
            <pc:docMk/>
            <pc:sldMk cId="0" sldId="265"/>
            <ac:spMk id="15" creationId="{7449A6C7-D15F-4AA5-BFA5-71A404B47016}"/>
          </ac:spMkLst>
        </pc:spChg>
        <pc:spChg chg="add">
          <ac:chgData name="Alberto Ruiz" userId="47fa91d207cfb014" providerId="LiveId" clId="{85FEFC20-368C-4804-AF35-776ECB9C6605}" dt="2026-01-07T12:04:25.217" v="9" actId="26606"/>
          <ac:spMkLst>
            <pc:docMk/>
            <pc:sldMk cId="0" sldId="265"/>
            <ac:spMk id="17" creationId="{ED888B23-07FA-482A-96DF-47E31AF1A603}"/>
          </ac:spMkLst>
        </pc:spChg>
        <pc:grpChg chg="add">
          <ac:chgData name="Alberto Ruiz" userId="47fa91d207cfb014" providerId="LiveId" clId="{85FEFC20-368C-4804-AF35-776ECB9C6605}" dt="2026-01-07T12:04:25.217" v="9" actId="26606"/>
          <ac:grpSpMkLst>
            <pc:docMk/>
            <pc:sldMk cId="0" sldId="265"/>
            <ac:grpSpMk id="11" creationId="{05314994-6337-4875-8CF5-652CAFE8342C}"/>
          </ac:grpSpMkLst>
        </pc:grpChg>
        <pc:graphicFrameChg chg="add">
          <ac:chgData name="Alberto Ruiz" userId="47fa91d207cfb014" providerId="LiveId" clId="{85FEFC20-368C-4804-AF35-776ECB9C6605}" dt="2026-01-07T12:04:25.217" v="9" actId="26606"/>
          <ac:graphicFrameMkLst>
            <pc:docMk/>
            <pc:sldMk cId="0" sldId="265"/>
            <ac:graphicFrameMk id="5" creationId="{02765CAE-5DB3-052C-2759-E0612ECFECBC}"/>
          </ac:graphicFrameMkLst>
        </pc:graphicFrameChg>
      </pc:sldChg>
      <pc:sldChg chg="addSp delSp mod">
        <pc:chgData name="Alberto Ruiz" userId="47fa91d207cfb014" providerId="LiveId" clId="{85FEFC20-368C-4804-AF35-776ECB9C6605}" dt="2026-01-07T12:04:31.455" v="10" actId="26606"/>
        <pc:sldMkLst>
          <pc:docMk/>
          <pc:sldMk cId="0" sldId="266"/>
        </pc:sldMkLst>
        <pc:spChg chg="del">
          <ac:chgData name="Alberto Ruiz" userId="47fa91d207cfb014" providerId="LiveId" clId="{85FEFC20-368C-4804-AF35-776ECB9C6605}" dt="2026-01-07T12:04:31.455" v="10" actId="26606"/>
          <ac:spMkLst>
            <pc:docMk/>
            <pc:sldMk cId="0" sldId="266"/>
            <ac:spMk id="3" creationId="{00000000-0000-0000-0000-000000000000}"/>
          </ac:spMkLst>
        </pc:spChg>
        <pc:graphicFrameChg chg="add">
          <ac:chgData name="Alberto Ruiz" userId="47fa91d207cfb014" providerId="LiveId" clId="{85FEFC20-368C-4804-AF35-776ECB9C6605}" dt="2026-01-07T12:04:31.455" v="10" actId="26606"/>
          <ac:graphicFrameMkLst>
            <pc:docMk/>
            <pc:sldMk cId="0" sldId="266"/>
            <ac:graphicFrameMk id="5" creationId="{DAB2F264-80BB-B267-651C-71CE7798665E}"/>
          </ac:graphicFrameMkLst>
        </pc:graphicFrameChg>
      </pc:sldChg>
      <pc:sldChg chg="addSp delSp modSp mod setBg">
        <pc:chgData name="Alberto Ruiz" userId="47fa91d207cfb014" providerId="LiveId" clId="{85FEFC20-368C-4804-AF35-776ECB9C6605}" dt="2026-01-07T12:04:35.018" v="11" actId="26606"/>
        <pc:sldMkLst>
          <pc:docMk/>
          <pc:sldMk cId="0" sldId="267"/>
        </pc:sldMkLst>
        <pc:spChg chg="mod">
          <ac:chgData name="Alberto Ruiz" userId="47fa91d207cfb014" providerId="LiveId" clId="{85FEFC20-368C-4804-AF35-776ECB9C6605}" dt="2026-01-07T12:04:35.018" v="11" actId="26606"/>
          <ac:spMkLst>
            <pc:docMk/>
            <pc:sldMk cId="0" sldId="267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2:04:35.018" v="11" actId="26606"/>
          <ac:spMkLst>
            <pc:docMk/>
            <pc:sldMk cId="0" sldId="267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2:04:35.018" v="11" actId="26606"/>
          <ac:spMkLst>
            <pc:docMk/>
            <pc:sldMk cId="0" sldId="267"/>
            <ac:spMk id="9" creationId="{BACC6370-2D7E-4714-9D71-7542949D7D5D}"/>
          </ac:spMkLst>
        </pc:spChg>
        <pc:spChg chg="add">
          <ac:chgData name="Alberto Ruiz" userId="47fa91d207cfb014" providerId="LiveId" clId="{85FEFC20-368C-4804-AF35-776ECB9C6605}" dt="2026-01-07T12:04:35.018" v="11" actId="26606"/>
          <ac:spMkLst>
            <pc:docMk/>
            <pc:sldMk cId="0" sldId="267"/>
            <ac:spMk id="11" creationId="{F68B3F68-107C-434F-AA38-110D5EA91B85}"/>
          </ac:spMkLst>
        </pc:spChg>
        <pc:spChg chg="add">
          <ac:chgData name="Alberto Ruiz" userId="47fa91d207cfb014" providerId="LiveId" clId="{85FEFC20-368C-4804-AF35-776ECB9C6605}" dt="2026-01-07T12:04:35.018" v="11" actId="26606"/>
          <ac:spMkLst>
            <pc:docMk/>
            <pc:sldMk cId="0" sldId="267"/>
            <ac:spMk id="13" creationId="{AAD0DBB9-1A4B-4391-81D4-CB19F9AB918A}"/>
          </ac:spMkLst>
        </pc:spChg>
        <pc:spChg chg="add">
          <ac:chgData name="Alberto Ruiz" userId="47fa91d207cfb014" providerId="LiveId" clId="{85FEFC20-368C-4804-AF35-776ECB9C6605}" dt="2026-01-07T12:04:35.018" v="11" actId="26606"/>
          <ac:spMkLst>
            <pc:docMk/>
            <pc:sldMk cId="0" sldId="267"/>
            <ac:spMk id="15" creationId="{063BBA22-50EA-4C4D-BE05-F1CE4E63AA56}"/>
          </ac:spMkLst>
        </pc:spChg>
        <pc:graphicFrameChg chg="add">
          <ac:chgData name="Alberto Ruiz" userId="47fa91d207cfb014" providerId="LiveId" clId="{85FEFC20-368C-4804-AF35-776ECB9C6605}" dt="2026-01-07T12:04:35.018" v="11" actId="26606"/>
          <ac:graphicFrameMkLst>
            <pc:docMk/>
            <pc:sldMk cId="0" sldId="267"/>
            <ac:graphicFrameMk id="5" creationId="{1B49BBA8-16F5-7DBE-CD9D-2A338E8E0648}"/>
          </ac:graphicFrameMkLst>
        </pc:graphicFrameChg>
      </pc:sldChg>
      <pc:sldChg chg="addSp delSp modSp mod setBg">
        <pc:chgData name="Alberto Ruiz" userId="47fa91d207cfb014" providerId="LiveId" clId="{85FEFC20-368C-4804-AF35-776ECB9C6605}" dt="2026-01-07T12:04:37.552" v="12" actId="26606"/>
        <pc:sldMkLst>
          <pc:docMk/>
          <pc:sldMk cId="0" sldId="268"/>
        </pc:sldMkLst>
        <pc:spChg chg="mod">
          <ac:chgData name="Alberto Ruiz" userId="47fa91d207cfb014" providerId="LiveId" clId="{85FEFC20-368C-4804-AF35-776ECB9C6605}" dt="2026-01-07T12:04:37.552" v="12" actId="26606"/>
          <ac:spMkLst>
            <pc:docMk/>
            <pc:sldMk cId="0" sldId="268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2:04:37.552" v="12" actId="26606"/>
          <ac:spMkLst>
            <pc:docMk/>
            <pc:sldMk cId="0" sldId="268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2:04:37.552" v="12" actId="26606"/>
          <ac:spMkLst>
            <pc:docMk/>
            <pc:sldMk cId="0" sldId="268"/>
            <ac:spMk id="9" creationId="{BACC6370-2D7E-4714-9D71-7542949D7D5D}"/>
          </ac:spMkLst>
        </pc:spChg>
        <pc:spChg chg="add">
          <ac:chgData name="Alberto Ruiz" userId="47fa91d207cfb014" providerId="LiveId" clId="{85FEFC20-368C-4804-AF35-776ECB9C6605}" dt="2026-01-07T12:04:37.552" v="12" actId="26606"/>
          <ac:spMkLst>
            <pc:docMk/>
            <pc:sldMk cId="0" sldId="268"/>
            <ac:spMk id="11" creationId="{F68B3F68-107C-434F-AA38-110D5EA91B85}"/>
          </ac:spMkLst>
        </pc:spChg>
        <pc:spChg chg="add">
          <ac:chgData name="Alberto Ruiz" userId="47fa91d207cfb014" providerId="LiveId" clId="{85FEFC20-368C-4804-AF35-776ECB9C6605}" dt="2026-01-07T12:04:37.552" v="12" actId="26606"/>
          <ac:spMkLst>
            <pc:docMk/>
            <pc:sldMk cId="0" sldId="268"/>
            <ac:spMk id="13" creationId="{AAD0DBB9-1A4B-4391-81D4-CB19F9AB918A}"/>
          </ac:spMkLst>
        </pc:spChg>
        <pc:spChg chg="add">
          <ac:chgData name="Alberto Ruiz" userId="47fa91d207cfb014" providerId="LiveId" clId="{85FEFC20-368C-4804-AF35-776ECB9C6605}" dt="2026-01-07T12:04:37.552" v="12" actId="26606"/>
          <ac:spMkLst>
            <pc:docMk/>
            <pc:sldMk cId="0" sldId="268"/>
            <ac:spMk id="15" creationId="{063BBA22-50EA-4C4D-BE05-F1CE4E63AA56}"/>
          </ac:spMkLst>
        </pc:spChg>
        <pc:graphicFrameChg chg="add">
          <ac:chgData name="Alberto Ruiz" userId="47fa91d207cfb014" providerId="LiveId" clId="{85FEFC20-368C-4804-AF35-776ECB9C6605}" dt="2026-01-07T12:04:37.552" v="12" actId="26606"/>
          <ac:graphicFrameMkLst>
            <pc:docMk/>
            <pc:sldMk cId="0" sldId="268"/>
            <ac:graphicFrameMk id="5" creationId="{8519298F-307B-3BF0-B66D-569264C1A52A}"/>
          </ac:graphicFrameMkLst>
        </pc:graphicFrameChg>
      </pc:sldChg>
      <pc:sldChg chg="addSp delSp modSp mod setBg">
        <pc:chgData name="Alberto Ruiz" userId="47fa91d207cfb014" providerId="LiveId" clId="{85FEFC20-368C-4804-AF35-776ECB9C6605}" dt="2026-01-07T12:04:40.638" v="13" actId="26606"/>
        <pc:sldMkLst>
          <pc:docMk/>
          <pc:sldMk cId="0" sldId="269"/>
        </pc:sldMkLst>
        <pc:spChg chg="mod">
          <ac:chgData name="Alberto Ruiz" userId="47fa91d207cfb014" providerId="LiveId" clId="{85FEFC20-368C-4804-AF35-776ECB9C6605}" dt="2026-01-07T12:04:40.638" v="13" actId="26606"/>
          <ac:spMkLst>
            <pc:docMk/>
            <pc:sldMk cId="0" sldId="269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2:04:40.638" v="13" actId="26606"/>
          <ac:spMkLst>
            <pc:docMk/>
            <pc:sldMk cId="0" sldId="269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2:04:40.638" v="13" actId="26606"/>
          <ac:spMkLst>
            <pc:docMk/>
            <pc:sldMk cId="0" sldId="269"/>
            <ac:spMk id="9" creationId="{BACC6370-2D7E-4714-9D71-7542949D7D5D}"/>
          </ac:spMkLst>
        </pc:spChg>
        <pc:spChg chg="add">
          <ac:chgData name="Alberto Ruiz" userId="47fa91d207cfb014" providerId="LiveId" clId="{85FEFC20-368C-4804-AF35-776ECB9C6605}" dt="2026-01-07T12:04:40.638" v="13" actId="26606"/>
          <ac:spMkLst>
            <pc:docMk/>
            <pc:sldMk cId="0" sldId="269"/>
            <ac:spMk id="11" creationId="{F68B3F68-107C-434F-AA38-110D5EA91B85}"/>
          </ac:spMkLst>
        </pc:spChg>
        <pc:spChg chg="add">
          <ac:chgData name="Alberto Ruiz" userId="47fa91d207cfb014" providerId="LiveId" clId="{85FEFC20-368C-4804-AF35-776ECB9C6605}" dt="2026-01-07T12:04:40.638" v="13" actId="26606"/>
          <ac:spMkLst>
            <pc:docMk/>
            <pc:sldMk cId="0" sldId="269"/>
            <ac:spMk id="13" creationId="{AAD0DBB9-1A4B-4391-81D4-CB19F9AB918A}"/>
          </ac:spMkLst>
        </pc:spChg>
        <pc:spChg chg="add">
          <ac:chgData name="Alberto Ruiz" userId="47fa91d207cfb014" providerId="LiveId" clId="{85FEFC20-368C-4804-AF35-776ECB9C6605}" dt="2026-01-07T12:04:40.638" v="13" actId="26606"/>
          <ac:spMkLst>
            <pc:docMk/>
            <pc:sldMk cId="0" sldId="269"/>
            <ac:spMk id="15" creationId="{063BBA22-50EA-4C4D-BE05-F1CE4E63AA56}"/>
          </ac:spMkLst>
        </pc:spChg>
        <pc:graphicFrameChg chg="add">
          <ac:chgData name="Alberto Ruiz" userId="47fa91d207cfb014" providerId="LiveId" clId="{85FEFC20-368C-4804-AF35-776ECB9C6605}" dt="2026-01-07T12:04:40.638" v="13" actId="26606"/>
          <ac:graphicFrameMkLst>
            <pc:docMk/>
            <pc:sldMk cId="0" sldId="269"/>
            <ac:graphicFrameMk id="5" creationId="{6E2501AE-A1EA-CF9D-0E7A-95CCC7A249F8}"/>
          </ac:graphicFrameMkLst>
        </pc:graphicFrameChg>
      </pc:sldChg>
      <pc:sldChg chg="addSp delSp modSp mod setBg">
        <pc:chgData name="Alberto Ruiz" userId="47fa91d207cfb014" providerId="LiveId" clId="{85FEFC20-368C-4804-AF35-776ECB9C6605}" dt="2026-01-07T12:04:43.235" v="14" actId="26606"/>
        <pc:sldMkLst>
          <pc:docMk/>
          <pc:sldMk cId="0" sldId="270"/>
        </pc:sldMkLst>
        <pc:spChg chg="mod">
          <ac:chgData name="Alberto Ruiz" userId="47fa91d207cfb014" providerId="LiveId" clId="{85FEFC20-368C-4804-AF35-776ECB9C6605}" dt="2026-01-07T12:04:43.235" v="14" actId="26606"/>
          <ac:spMkLst>
            <pc:docMk/>
            <pc:sldMk cId="0" sldId="270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2:04:43.235" v="14" actId="26606"/>
          <ac:spMkLst>
            <pc:docMk/>
            <pc:sldMk cId="0" sldId="270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2:04:43.235" v="14" actId="26606"/>
          <ac:spMkLst>
            <pc:docMk/>
            <pc:sldMk cId="0" sldId="270"/>
            <ac:spMk id="9" creationId="{BACC6370-2D7E-4714-9D71-7542949D7D5D}"/>
          </ac:spMkLst>
        </pc:spChg>
        <pc:spChg chg="add">
          <ac:chgData name="Alberto Ruiz" userId="47fa91d207cfb014" providerId="LiveId" clId="{85FEFC20-368C-4804-AF35-776ECB9C6605}" dt="2026-01-07T12:04:43.235" v="14" actId="26606"/>
          <ac:spMkLst>
            <pc:docMk/>
            <pc:sldMk cId="0" sldId="270"/>
            <ac:spMk id="11" creationId="{F68B3F68-107C-434F-AA38-110D5EA91B85}"/>
          </ac:spMkLst>
        </pc:spChg>
        <pc:spChg chg="add">
          <ac:chgData name="Alberto Ruiz" userId="47fa91d207cfb014" providerId="LiveId" clId="{85FEFC20-368C-4804-AF35-776ECB9C6605}" dt="2026-01-07T12:04:43.235" v="14" actId="26606"/>
          <ac:spMkLst>
            <pc:docMk/>
            <pc:sldMk cId="0" sldId="270"/>
            <ac:spMk id="13" creationId="{AAD0DBB9-1A4B-4391-81D4-CB19F9AB918A}"/>
          </ac:spMkLst>
        </pc:spChg>
        <pc:spChg chg="add">
          <ac:chgData name="Alberto Ruiz" userId="47fa91d207cfb014" providerId="LiveId" clId="{85FEFC20-368C-4804-AF35-776ECB9C6605}" dt="2026-01-07T12:04:43.235" v="14" actId="26606"/>
          <ac:spMkLst>
            <pc:docMk/>
            <pc:sldMk cId="0" sldId="270"/>
            <ac:spMk id="15" creationId="{063BBA22-50EA-4C4D-BE05-F1CE4E63AA56}"/>
          </ac:spMkLst>
        </pc:spChg>
        <pc:graphicFrameChg chg="add">
          <ac:chgData name="Alberto Ruiz" userId="47fa91d207cfb014" providerId="LiveId" clId="{85FEFC20-368C-4804-AF35-776ECB9C6605}" dt="2026-01-07T12:04:43.235" v="14" actId="26606"/>
          <ac:graphicFrameMkLst>
            <pc:docMk/>
            <pc:sldMk cId="0" sldId="270"/>
            <ac:graphicFrameMk id="5" creationId="{38C5C07F-970F-54FB-59D2-7B037D63356A}"/>
          </ac:graphicFrameMkLst>
        </pc:graphicFrameChg>
      </pc:sldChg>
      <pc:sldChg chg="addSp delSp modSp mod setBg">
        <pc:chgData name="Alberto Ruiz" userId="47fa91d207cfb014" providerId="LiveId" clId="{85FEFC20-368C-4804-AF35-776ECB9C6605}" dt="2026-01-07T12:04:46.333" v="15" actId="26606"/>
        <pc:sldMkLst>
          <pc:docMk/>
          <pc:sldMk cId="0" sldId="271"/>
        </pc:sldMkLst>
        <pc:spChg chg="mod">
          <ac:chgData name="Alberto Ruiz" userId="47fa91d207cfb014" providerId="LiveId" clId="{85FEFC20-368C-4804-AF35-776ECB9C6605}" dt="2026-01-07T12:04:46.333" v="15" actId="26606"/>
          <ac:spMkLst>
            <pc:docMk/>
            <pc:sldMk cId="0" sldId="271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2:04:46.333" v="15" actId="26606"/>
          <ac:spMkLst>
            <pc:docMk/>
            <pc:sldMk cId="0" sldId="271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2:04:46.333" v="15" actId="26606"/>
          <ac:spMkLst>
            <pc:docMk/>
            <pc:sldMk cId="0" sldId="271"/>
            <ac:spMk id="9" creationId="{BACC6370-2D7E-4714-9D71-7542949D7D5D}"/>
          </ac:spMkLst>
        </pc:spChg>
        <pc:spChg chg="add">
          <ac:chgData name="Alberto Ruiz" userId="47fa91d207cfb014" providerId="LiveId" clId="{85FEFC20-368C-4804-AF35-776ECB9C6605}" dt="2026-01-07T12:04:46.333" v="15" actId="26606"/>
          <ac:spMkLst>
            <pc:docMk/>
            <pc:sldMk cId="0" sldId="271"/>
            <ac:spMk id="11" creationId="{F68B3F68-107C-434F-AA38-110D5EA91B85}"/>
          </ac:spMkLst>
        </pc:spChg>
        <pc:spChg chg="add">
          <ac:chgData name="Alberto Ruiz" userId="47fa91d207cfb014" providerId="LiveId" clId="{85FEFC20-368C-4804-AF35-776ECB9C6605}" dt="2026-01-07T12:04:46.333" v="15" actId="26606"/>
          <ac:spMkLst>
            <pc:docMk/>
            <pc:sldMk cId="0" sldId="271"/>
            <ac:spMk id="13" creationId="{AAD0DBB9-1A4B-4391-81D4-CB19F9AB918A}"/>
          </ac:spMkLst>
        </pc:spChg>
        <pc:spChg chg="add">
          <ac:chgData name="Alberto Ruiz" userId="47fa91d207cfb014" providerId="LiveId" clId="{85FEFC20-368C-4804-AF35-776ECB9C6605}" dt="2026-01-07T12:04:46.333" v="15" actId="26606"/>
          <ac:spMkLst>
            <pc:docMk/>
            <pc:sldMk cId="0" sldId="271"/>
            <ac:spMk id="15" creationId="{063BBA22-50EA-4C4D-BE05-F1CE4E63AA56}"/>
          </ac:spMkLst>
        </pc:spChg>
        <pc:graphicFrameChg chg="add">
          <ac:chgData name="Alberto Ruiz" userId="47fa91d207cfb014" providerId="LiveId" clId="{85FEFC20-368C-4804-AF35-776ECB9C6605}" dt="2026-01-07T12:04:46.333" v="15" actId="26606"/>
          <ac:graphicFrameMkLst>
            <pc:docMk/>
            <pc:sldMk cId="0" sldId="271"/>
            <ac:graphicFrameMk id="5" creationId="{FAEA307F-8D16-16EF-B458-2DD1A1621F1E}"/>
          </ac:graphicFrameMkLst>
        </pc:graphicFrameChg>
      </pc:sldChg>
      <pc:sldChg chg="addSp delSp modSp mod setBg">
        <pc:chgData name="Alberto Ruiz" userId="47fa91d207cfb014" providerId="LiveId" clId="{85FEFC20-368C-4804-AF35-776ECB9C6605}" dt="2026-01-07T12:04:48.922" v="16" actId="26606"/>
        <pc:sldMkLst>
          <pc:docMk/>
          <pc:sldMk cId="0" sldId="272"/>
        </pc:sldMkLst>
        <pc:spChg chg="mod">
          <ac:chgData name="Alberto Ruiz" userId="47fa91d207cfb014" providerId="LiveId" clId="{85FEFC20-368C-4804-AF35-776ECB9C6605}" dt="2026-01-07T12:04:48.922" v="16" actId="26606"/>
          <ac:spMkLst>
            <pc:docMk/>
            <pc:sldMk cId="0" sldId="272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2:04:48.922" v="16" actId="26606"/>
          <ac:spMkLst>
            <pc:docMk/>
            <pc:sldMk cId="0" sldId="272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2:04:48.922" v="16" actId="26606"/>
          <ac:spMkLst>
            <pc:docMk/>
            <pc:sldMk cId="0" sldId="272"/>
            <ac:spMk id="9" creationId="{BACC6370-2D7E-4714-9D71-7542949D7D5D}"/>
          </ac:spMkLst>
        </pc:spChg>
        <pc:spChg chg="add">
          <ac:chgData name="Alberto Ruiz" userId="47fa91d207cfb014" providerId="LiveId" clId="{85FEFC20-368C-4804-AF35-776ECB9C6605}" dt="2026-01-07T12:04:48.922" v="16" actId="26606"/>
          <ac:spMkLst>
            <pc:docMk/>
            <pc:sldMk cId="0" sldId="272"/>
            <ac:spMk id="11" creationId="{F68B3F68-107C-434F-AA38-110D5EA91B85}"/>
          </ac:spMkLst>
        </pc:spChg>
        <pc:spChg chg="add">
          <ac:chgData name="Alberto Ruiz" userId="47fa91d207cfb014" providerId="LiveId" clId="{85FEFC20-368C-4804-AF35-776ECB9C6605}" dt="2026-01-07T12:04:48.922" v="16" actId="26606"/>
          <ac:spMkLst>
            <pc:docMk/>
            <pc:sldMk cId="0" sldId="272"/>
            <ac:spMk id="13" creationId="{AAD0DBB9-1A4B-4391-81D4-CB19F9AB918A}"/>
          </ac:spMkLst>
        </pc:spChg>
        <pc:spChg chg="add">
          <ac:chgData name="Alberto Ruiz" userId="47fa91d207cfb014" providerId="LiveId" clId="{85FEFC20-368C-4804-AF35-776ECB9C6605}" dt="2026-01-07T12:04:48.922" v="16" actId="26606"/>
          <ac:spMkLst>
            <pc:docMk/>
            <pc:sldMk cId="0" sldId="272"/>
            <ac:spMk id="15" creationId="{063BBA22-50EA-4C4D-BE05-F1CE4E63AA56}"/>
          </ac:spMkLst>
        </pc:spChg>
        <pc:graphicFrameChg chg="add">
          <ac:chgData name="Alberto Ruiz" userId="47fa91d207cfb014" providerId="LiveId" clId="{85FEFC20-368C-4804-AF35-776ECB9C6605}" dt="2026-01-07T12:04:48.922" v="16" actId="26606"/>
          <ac:graphicFrameMkLst>
            <pc:docMk/>
            <pc:sldMk cId="0" sldId="272"/>
            <ac:graphicFrameMk id="5" creationId="{9ED310C4-7015-E528-98E3-B7BD87828ADD}"/>
          </ac:graphicFrameMkLst>
        </pc:graphicFrameChg>
      </pc:sldChg>
    </pc:docChg>
  </pc:docChgLst>
</pc:chgInfo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ata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ata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_rels/data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ata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36.png"/><Relationship Id="rId7" Type="http://schemas.openxmlformats.org/officeDocument/2006/relationships/image" Target="../media/image18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rawing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_rels/drawing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rawing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36.png"/><Relationship Id="rId7" Type="http://schemas.openxmlformats.org/officeDocument/2006/relationships/image" Target="../media/image18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5DB4D01-9F72-4B68-921B-69A9941F6521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0F7B4D2-7864-43B6-8791-20320910B527}">
      <dgm:prSet/>
      <dgm:spPr/>
      <dgm:t>
        <a:bodyPr/>
        <a:lstStyle/>
        <a:p>
          <a:r>
            <a:rPr lang="en-US"/>
            <a:t>Control de accesos a los sistemas de información</a:t>
          </a:r>
        </a:p>
      </dgm:t>
    </dgm:pt>
    <dgm:pt modelId="{7FD5E9B2-05D2-47CA-A233-99AD699F12B5}" type="parTrans" cxnId="{AB40EEF0-169F-439E-9303-A9214E46293B}">
      <dgm:prSet/>
      <dgm:spPr/>
      <dgm:t>
        <a:bodyPr/>
        <a:lstStyle/>
        <a:p>
          <a:endParaRPr lang="en-US"/>
        </a:p>
      </dgm:t>
    </dgm:pt>
    <dgm:pt modelId="{71FC7522-C325-4D54-BE9B-F4C73AFF2AEF}" type="sibTrans" cxnId="{AB40EEF0-169F-439E-9303-A9214E46293B}">
      <dgm:prSet/>
      <dgm:spPr/>
      <dgm:t>
        <a:bodyPr/>
        <a:lstStyle/>
        <a:p>
          <a:endParaRPr lang="en-US"/>
        </a:p>
      </dgm:t>
    </dgm:pt>
    <dgm:pt modelId="{B4AB7E6E-29E2-45CF-B172-805E4A502589}">
      <dgm:prSet/>
      <dgm:spPr/>
      <dgm:t>
        <a:bodyPr/>
        <a:lstStyle/>
        <a:p>
          <a:r>
            <a:rPr lang="en-US"/>
            <a:t>Protección de recursos y datos</a:t>
          </a:r>
        </a:p>
      </dgm:t>
    </dgm:pt>
    <dgm:pt modelId="{4F9DAAC6-E157-4BDD-AAE1-CF6C0EEE40B1}" type="parTrans" cxnId="{23C36B52-1E97-4DEA-811F-DA96B5BA06F9}">
      <dgm:prSet/>
      <dgm:spPr/>
      <dgm:t>
        <a:bodyPr/>
        <a:lstStyle/>
        <a:p>
          <a:endParaRPr lang="en-US"/>
        </a:p>
      </dgm:t>
    </dgm:pt>
    <dgm:pt modelId="{9315C4F4-1F08-477C-B906-D2852F88CD8F}" type="sibTrans" cxnId="{23C36B52-1E97-4DEA-811F-DA96B5BA06F9}">
      <dgm:prSet/>
      <dgm:spPr/>
      <dgm:t>
        <a:bodyPr/>
        <a:lstStyle/>
        <a:p>
          <a:endParaRPr lang="en-US"/>
        </a:p>
      </dgm:t>
    </dgm:pt>
    <dgm:pt modelId="{51355DB1-1B0C-4090-8050-817E8E49E7FF}">
      <dgm:prSet/>
      <dgm:spPr/>
      <dgm:t>
        <a:bodyPr/>
        <a:lstStyle/>
        <a:p>
          <a:r>
            <a:rPr lang="en-US"/>
            <a:t>Elemento clave de la seguridad informática</a:t>
          </a:r>
        </a:p>
      </dgm:t>
    </dgm:pt>
    <dgm:pt modelId="{DB0E31E8-9B2F-46DA-84AF-134BB773FE9C}" type="parTrans" cxnId="{7BBDD8BE-0368-47A9-9B6A-1633D67D1F10}">
      <dgm:prSet/>
      <dgm:spPr/>
      <dgm:t>
        <a:bodyPr/>
        <a:lstStyle/>
        <a:p>
          <a:endParaRPr lang="en-US"/>
        </a:p>
      </dgm:t>
    </dgm:pt>
    <dgm:pt modelId="{D36E26C5-89C1-4423-B7D0-0048F7E3E994}" type="sibTrans" cxnId="{7BBDD8BE-0368-47A9-9B6A-1633D67D1F10}">
      <dgm:prSet/>
      <dgm:spPr/>
      <dgm:t>
        <a:bodyPr/>
        <a:lstStyle/>
        <a:p>
          <a:endParaRPr lang="en-US"/>
        </a:p>
      </dgm:t>
    </dgm:pt>
    <dgm:pt modelId="{D6111DFF-CFAB-457E-AB20-4E7CFB58880E}" type="pres">
      <dgm:prSet presAssocID="{85DB4D01-9F72-4B68-921B-69A9941F6521}" presName="linear" presStyleCnt="0">
        <dgm:presLayoutVars>
          <dgm:animLvl val="lvl"/>
          <dgm:resizeHandles val="exact"/>
        </dgm:presLayoutVars>
      </dgm:prSet>
      <dgm:spPr/>
    </dgm:pt>
    <dgm:pt modelId="{709670D0-5596-4416-99CB-1165638C11DA}" type="pres">
      <dgm:prSet presAssocID="{D0F7B4D2-7864-43B6-8791-20320910B52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233630B2-BAF9-4A9D-ADB5-64E19CE3F4C4}" type="pres">
      <dgm:prSet presAssocID="{71FC7522-C325-4D54-BE9B-F4C73AFF2AEF}" presName="spacer" presStyleCnt="0"/>
      <dgm:spPr/>
    </dgm:pt>
    <dgm:pt modelId="{D4E6CF9B-DBB1-40A7-ACA5-EFBF245CAE3A}" type="pres">
      <dgm:prSet presAssocID="{B4AB7E6E-29E2-45CF-B172-805E4A50258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BC978B7-DE1D-4289-8A56-BE38C579B8BC}" type="pres">
      <dgm:prSet presAssocID="{9315C4F4-1F08-477C-B906-D2852F88CD8F}" presName="spacer" presStyleCnt="0"/>
      <dgm:spPr/>
    </dgm:pt>
    <dgm:pt modelId="{8E37BA2C-2E47-4BEC-A387-3B3B183DCCDB}" type="pres">
      <dgm:prSet presAssocID="{51355DB1-1B0C-4090-8050-817E8E49E7FF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2ADF6A18-83F4-465B-9A07-D101E9A8E96D}" type="presOf" srcId="{B4AB7E6E-29E2-45CF-B172-805E4A502589}" destId="{D4E6CF9B-DBB1-40A7-ACA5-EFBF245CAE3A}" srcOrd="0" destOrd="0" presId="urn:microsoft.com/office/officeart/2005/8/layout/vList2"/>
    <dgm:cxn modelId="{1F5C7F42-2686-46DE-ACD7-4B42721AA2E4}" type="presOf" srcId="{51355DB1-1B0C-4090-8050-817E8E49E7FF}" destId="{8E37BA2C-2E47-4BEC-A387-3B3B183DCCDB}" srcOrd="0" destOrd="0" presId="urn:microsoft.com/office/officeart/2005/8/layout/vList2"/>
    <dgm:cxn modelId="{4050656F-7186-40C4-A27C-A62CDFCD685A}" type="presOf" srcId="{D0F7B4D2-7864-43B6-8791-20320910B527}" destId="{709670D0-5596-4416-99CB-1165638C11DA}" srcOrd="0" destOrd="0" presId="urn:microsoft.com/office/officeart/2005/8/layout/vList2"/>
    <dgm:cxn modelId="{23C36B52-1E97-4DEA-811F-DA96B5BA06F9}" srcId="{85DB4D01-9F72-4B68-921B-69A9941F6521}" destId="{B4AB7E6E-29E2-45CF-B172-805E4A502589}" srcOrd="1" destOrd="0" parTransId="{4F9DAAC6-E157-4BDD-AAE1-CF6C0EEE40B1}" sibTransId="{9315C4F4-1F08-477C-B906-D2852F88CD8F}"/>
    <dgm:cxn modelId="{7BBDD8BE-0368-47A9-9B6A-1633D67D1F10}" srcId="{85DB4D01-9F72-4B68-921B-69A9941F6521}" destId="{51355DB1-1B0C-4090-8050-817E8E49E7FF}" srcOrd="2" destOrd="0" parTransId="{DB0E31E8-9B2F-46DA-84AF-134BB773FE9C}" sibTransId="{D36E26C5-89C1-4423-B7D0-0048F7E3E994}"/>
    <dgm:cxn modelId="{5529D7E5-527A-4989-845B-99FA74D65472}" type="presOf" srcId="{85DB4D01-9F72-4B68-921B-69A9941F6521}" destId="{D6111DFF-CFAB-457E-AB20-4E7CFB58880E}" srcOrd="0" destOrd="0" presId="urn:microsoft.com/office/officeart/2005/8/layout/vList2"/>
    <dgm:cxn modelId="{AB40EEF0-169F-439E-9303-A9214E46293B}" srcId="{85DB4D01-9F72-4B68-921B-69A9941F6521}" destId="{D0F7B4D2-7864-43B6-8791-20320910B527}" srcOrd="0" destOrd="0" parTransId="{7FD5E9B2-05D2-47CA-A233-99AD699F12B5}" sibTransId="{71FC7522-C325-4D54-BE9B-F4C73AFF2AEF}"/>
    <dgm:cxn modelId="{90D61197-BC08-4055-A7E8-4B1707A8A537}" type="presParOf" srcId="{D6111DFF-CFAB-457E-AB20-4E7CFB58880E}" destId="{709670D0-5596-4416-99CB-1165638C11DA}" srcOrd="0" destOrd="0" presId="urn:microsoft.com/office/officeart/2005/8/layout/vList2"/>
    <dgm:cxn modelId="{6D9307ED-91D8-4040-8FB3-785FF80FB3DC}" type="presParOf" srcId="{D6111DFF-CFAB-457E-AB20-4E7CFB58880E}" destId="{233630B2-BAF9-4A9D-ADB5-64E19CE3F4C4}" srcOrd="1" destOrd="0" presId="urn:microsoft.com/office/officeart/2005/8/layout/vList2"/>
    <dgm:cxn modelId="{A624E4D8-69F6-440B-8587-AB0FF008D3C1}" type="presParOf" srcId="{D6111DFF-CFAB-457E-AB20-4E7CFB58880E}" destId="{D4E6CF9B-DBB1-40A7-ACA5-EFBF245CAE3A}" srcOrd="2" destOrd="0" presId="urn:microsoft.com/office/officeart/2005/8/layout/vList2"/>
    <dgm:cxn modelId="{0BB3AF0C-A6FC-4A03-A419-9F5A3A12AFCF}" type="presParOf" srcId="{D6111DFF-CFAB-457E-AB20-4E7CFB58880E}" destId="{CBC978B7-DE1D-4289-8A56-BE38C579B8BC}" srcOrd="3" destOrd="0" presId="urn:microsoft.com/office/officeart/2005/8/layout/vList2"/>
    <dgm:cxn modelId="{45D8CD3A-2D3D-41B8-B8C4-2436C16FBFAB}" type="presParOf" srcId="{D6111DFF-CFAB-457E-AB20-4E7CFB58880E}" destId="{8E37BA2C-2E47-4BEC-A387-3B3B183DCCDB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31FA60B-EBA3-40FE-9047-73F3BB15F94B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41A86FD-7DF6-486D-8279-5435D3DD6EA5}">
      <dgm:prSet/>
      <dgm:spPr/>
      <dgm:t>
        <a:bodyPr/>
        <a:lstStyle/>
        <a:p>
          <a:r>
            <a:rPr lang="en-US"/>
            <a:t>El control de accesos limita quién puede acceder a los sistemas</a:t>
          </a:r>
        </a:p>
      </dgm:t>
    </dgm:pt>
    <dgm:pt modelId="{B26FB510-4050-49B4-9EDA-167855B3AB62}" type="parTrans" cxnId="{CD460F87-07D6-4075-A977-8349BFC069EB}">
      <dgm:prSet/>
      <dgm:spPr/>
      <dgm:t>
        <a:bodyPr/>
        <a:lstStyle/>
        <a:p>
          <a:endParaRPr lang="en-US"/>
        </a:p>
      </dgm:t>
    </dgm:pt>
    <dgm:pt modelId="{2002CA27-6464-45F2-A499-7764548D38B7}" type="sibTrans" cxnId="{CD460F87-07D6-4075-A977-8349BFC069EB}">
      <dgm:prSet/>
      <dgm:spPr/>
      <dgm:t>
        <a:bodyPr/>
        <a:lstStyle/>
        <a:p>
          <a:endParaRPr lang="en-US"/>
        </a:p>
      </dgm:t>
    </dgm:pt>
    <dgm:pt modelId="{A1B62A49-FE3A-4D60-BEFC-E8D2FDCFFDB0}">
      <dgm:prSet/>
      <dgm:spPr/>
      <dgm:t>
        <a:bodyPr/>
        <a:lstStyle/>
        <a:p>
          <a:r>
            <a:rPr lang="en-US"/>
            <a:t>Protege información y recursos</a:t>
          </a:r>
        </a:p>
      </dgm:t>
    </dgm:pt>
    <dgm:pt modelId="{E868BBB1-1FE2-4538-80DB-9215DB9DF1D6}" type="parTrans" cxnId="{F36BF7CA-DA90-4C81-9BF8-86D6F4057EC1}">
      <dgm:prSet/>
      <dgm:spPr/>
      <dgm:t>
        <a:bodyPr/>
        <a:lstStyle/>
        <a:p>
          <a:endParaRPr lang="en-US"/>
        </a:p>
      </dgm:t>
    </dgm:pt>
    <dgm:pt modelId="{310946AC-6CAB-4C85-B786-AE6205BE927E}" type="sibTrans" cxnId="{F36BF7CA-DA90-4C81-9BF8-86D6F4057EC1}">
      <dgm:prSet/>
      <dgm:spPr/>
      <dgm:t>
        <a:bodyPr/>
        <a:lstStyle/>
        <a:p>
          <a:endParaRPr lang="en-US"/>
        </a:p>
      </dgm:t>
    </dgm:pt>
    <dgm:pt modelId="{0EA9EA14-F900-42A1-9DE5-1A8D3E8C9B02}">
      <dgm:prSet/>
      <dgm:spPr/>
      <dgm:t>
        <a:bodyPr/>
        <a:lstStyle/>
        <a:p>
          <a:r>
            <a:rPr lang="en-US"/>
            <a:t>Reduce riesgos de accesos no autorizados</a:t>
          </a:r>
        </a:p>
      </dgm:t>
    </dgm:pt>
    <dgm:pt modelId="{AC99422D-AD66-4555-80FA-143BB283CDC1}" type="parTrans" cxnId="{CE189168-2A51-429C-86B3-B2DE05876C4B}">
      <dgm:prSet/>
      <dgm:spPr/>
      <dgm:t>
        <a:bodyPr/>
        <a:lstStyle/>
        <a:p>
          <a:endParaRPr lang="en-US"/>
        </a:p>
      </dgm:t>
    </dgm:pt>
    <dgm:pt modelId="{B8C28DE2-BBA9-4BE4-A36D-E2E797169C84}" type="sibTrans" cxnId="{CE189168-2A51-429C-86B3-B2DE05876C4B}">
      <dgm:prSet/>
      <dgm:spPr/>
      <dgm:t>
        <a:bodyPr/>
        <a:lstStyle/>
        <a:p>
          <a:endParaRPr lang="en-US"/>
        </a:p>
      </dgm:t>
    </dgm:pt>
    <dgm:pt modelId="{BD518A65-67AE-444F-B72C-506355A3BCDA}" type="pres">
      <dgm:prSet presAssocID="{731FA60B-EBA3-40FE-9047-73F3BB15F94B}" presName="diagram" presStyleCnt="0">
        <dgm:presLayoutVars>
          <dgm:dir/>
          <dgm:resizeHandles val="exact"/>
        </dgm:presLayoutVars>
      </dgm:prSet>
      <dgm:spPr/>
    </dgm:pt>
    <dgm:pt modelId="{96CF4A20-D94F-4902-87EE-B67355957638}" type="pres">
      <dgm:prSet presAssocID="{741A86FD-7DF6-486D-8279-5435D3DD6EA5}" presName="node" presStyleLbl="node1" presStyleIdx="0" presStyleCnt="3">
        <dgm:presLayoutVars>
          <dgm:bulletEnabled val="1"/>
        </dgm:presLayoutVars>
      </dgm:prSet>
      <dgm:spPr/>
    </dgm:pt>
    <dgm:pt modelId="{5B114807-1F5E-401F-BC94-E850244C4AD1}" type="pres">
      <dgm:prSet presAssocID="{2002CA27-6464-45F2-A499-7764548D38B7}" presName="sibTrans" presStyleCnt="0"/>
      <dgm:spPr/>
    </dgm:pt>
    <dgm:pt modelId="{E6DD0232-12A6-4377-8054-633F30BD335E}" type="pres">
      <dgm:prSet presAssocID="{A1B62A49-FE3A-4D60-BEFC-E8D2FDCFFDB0}" presName="node" presStyleLbl="node1" presStyleIdx="1" presStyleCnt="3">
        <dgm:presLayoutVars>
          <dgm:bulletEnabled val="1"/>
        </dgm:presLayoutVars>
      </dgm:prSet>
      <dgm:spPr/>
    </dgm:pt>
    <dgm:pt modelId="{6A0AA316-DE05-4F91-85CF-466486003976}" type="pres">
      <dgm:prSet presAssocID="{310946AC-6CAB-4C85-B786-AE6205BE927E}" presName="sibTrans" presStyleCnt="0"/>
      <dgm:spPr/>
    </dgm:pt>
    <dgm:pt modelId="{B86B8A0D-E1A9-42BF-94AF-93F099869288}" type="pres">
      <dgm:prSet presAssocID="{0EA9EA14-F900-42A1-9DE5-1A8D3E8C9B02}" presName="node" presStyleLbl="node1" presStyleIdx="2" presStyleCnt="3">
        <dgm:presLayoutVars>
          <dgm:bulletEnabled val="1"/>
        </dgm:presLayoutVars>
      </dgm:prSet>
      <dgm:spPr/>
    </dgm:pt>
  </dgm:ptLst>
  <dgm:cxnLst>
    <dgm:cxn modelId="{3F7C3B10-69DE-419D-AFB1-014A20B62D5F}" type="presOf" srcId="{731FA60B-EBA3-40FE-9047-73F3BB15F94B}" destId="{BD518A65-67AE-444F-B72C-506355A3BCDA}" srcOrd="0" destOrd="0" presId="urn:microsoft.com/office/officeart/2005/8/layout/default"/>
    <dgm:cxn modelId="{B7800933-7F52-426D-A8A1-C6BBEA5BEBC6}" type="presOf" srcId="{A1B62A49-FE3A-4D60-BEFC-E8D2FDCFFDB0}" destId="{E6DD0232-12A6-4377-8054-633F30BD335E}" srcOrd="0" destOrd="0" presId="urn:microsoft.com/office/officeart/2005/8/layout/default"/>
    <dgm:cxn modelId="{A1155E36-2C0C-48D0-854A-7D1C58110C79}" type="presOf" srcId="{741A86FD-7DF6-486D-8279-5435D3DD6EA5}" destId="{96CF4A20-D94F-4902-87EE-B67355957638}" srcOrd="0" destOrd="0" presId="urn:microsoft.com/office/officeart/2005/8/layout/default"/>
    <dgm:cxn modelId="{CE189168-2A51-429C-86B3-B2DE05876C4B}" srcId="{731FA60B-EBA3-40FE-9047-73F3BB15F94B}" destId="{0EA9EA14-F900-42A1-9DE5-1A8D3E8C9B02}" srcOrd="2" destOrd="0" parTransId="{AC99422D-AD66-4555-80FA-143BB283CDC1}" sibTransId="{B8C28DE2-BBA9-4BE4-A36D-E2E797169C84}"/>
    <dgm:cxn modelId="{A3F39E5A-77D8-4871-AB46-1DED421FEC9C}" type="presOf" srcId="{0EA9EA14-F900-42A1-9DE5-1A8D3E8C9B02}" destId="{B86B8A0D-E1A9-42BF-94AF-93F099869288}" srcOrd="0" destOrd="0" presId="urn:microsoft.com/office/officeart/2005/8/layout/default"/>
    <dgm:cxn modelId="{CD460F87-07D6-4075-A977-8349BFC069EB}" srcId="{731FA60B-EBA3-40FE-9047-73F3BB15F94B}" destId="{741A86FD-7DF6-486D-8279-5435D3DD6EA5}" srcOrd="0" destOrd="0" parTransId="{B26FB510-4050-49B4-9EDA-167855B3AB62}" sibTransId="{2002CA27-6464-45F2-A499-7764548D38B7}"/>
    <dgm:cxn modelId="{F36BF7CA-DA90-4C81-9BF8-86D6F4057EC1}" srcId="{731FA60B-EBA3-40FE-9047-73F3BB15F94B}" destId="{A1B62A49-FE3A-4D60-BEFC-E8D2FDCFFDB0}" srcOrd="1" destOrd="0" parTransId="{E868BBB1-1FE2-4538-80DB-9215DB9DF1D6}" sibTransId="{310946AC-6CAB-4C85-B786-AE6205BE927E}"/>
    <dgm:cxn modelId="{B5D1AACB-7047-4CF1-A6BB-A616C26FF332}" type="presParOf" srcId="{BD518A65-67AE-444F-B72C-506355A3BCDA}" destId="{96CF4A20-D94F-4902-87EE-B67355957638}" srcOrd="0" destOrd="0" presId="urn:microsoft.com/office/officeart/2005/8/layout/default"/>
    <dgm:cxn modelId="{9C23C1DC-29C4-4C59-BDD8-3AA3AD87583A}" type="presParOf" srcId="{BD518A65-67AE-444F-B72C-506355A3BCDA}" destId="{5B114807-1F5E-401F-BC94-E850244C4AD1}" srcOrd="1" destOrd="0" presId="urn:microsoft.com/office/officeart/2005/8/layout/default"/>
    <dgm:cxn modelId="{2C6B5B93-9F7A-4F53-9D28-5AA7C61991C7}" type="presParOf" srcId="{BD518A65-67AE-444F-B72C-506355A3BCDA}" destId="{E6DD0232-12A6-4377-8054-633F30BD335E}" srcOrd="2" destOrd="0" presId="urn:microsoft.com/office/officeart/2005/8/layout/default"/>
    <dgm:cxn modelId="{8D5A2D8B-71A3-44CB-AC04-CB0727F2090C}" type="presParOf" srcId="{BD518A65-67AE-444F-B72C-506355A3BCDA}" destId="{6A0AA316-DE05-4F91-85CF-466486003976}" srcOrd="3" destOrd="0" presId="urn:microsoft.com/office/officeart/2005/8/layout/default"/>
    <dgm:cxn modelId="{5C4A4939-B8C8-4773-B921-9B421509B7A8}" type="presParOf" srcId="{BD518A65-67AE-444F-B72C-506355A3BCDA}" destId="{B86B8A0D-E1A9-42BF-94AF-93F099869288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A6124F7-90EE-4BFC-9039-B62FFF53244E}" type="doc">
      <dgm:prSet loTypeId="urn:microsoft.com/office/officeart/2005/8/layout/defaul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97124985-32ED-42EC-8DA9-353A519BE6BA}">
      <dgm:prSet/>
      <dgm:spPr/>
      <dgm:t>
        <a:bodyPr/>
        <a:lstStyle/>
        <a:p>
          <a:r>
            <a:rPr lang="en-US"/>
            <a:t>Análisis de los sistemas de información</a:t>
          </a:r>
        </a:p>
      </dgm:t>
    </dgm:pt>
    <dgm:pt modelId="{A875A1C5-7628-4D28-9BBC-3C5877CDDE26}" type="parTrans" cxnId="{C28527D9-298E-4AB6-8E4C-66669F063AF3}">
      <dgm:prSet/>
      <dgm:spPr/>
      <dgm:t>
        <a:bodyPr/>
        <a:lstStyle/>
        <a:p>
          <a:endParaRPr lang="en-US"/>
        </a:p>
      </dgm:t>
    </dgm:pt>
    <dgm:pt modelId="{ABCE0C16-9E77-4D99-864E-6343AB378815}" type="sibTrans" cxnId="{C28527D9-298E-4AB6-8E4C-66669F063AF3}">
      <dgm:prSet/>
      <dgm:spPr/>
      <dgm:t>
        <a:bodyPr/>
        <a:lstStyle/>
        <a:p>
          <a:endParaRPr lang="en-US"/>
        </a:p>
      </dgm:t>
    </dgm:pt>
    <dgm:pt modelId="{289DDA0B-079F-4831-A48E-61A4CD53C7D1}">
      <dgm:prSet/>
      <dgm:spPr/>
      <dgm:t>
        <a:bodyPr/>
        <a:lstStyle/>
        <a:p>
          <a:r>
            <a:rPr lang="en-US"/>
            <a:t>Identificación de recursos compartidos</a:t>
          </a:r>
        </a:p>
      </dgm:t>
    </dgm:pt>
    <dgm:pt modelId="{ABF95345-1300-468F-8995-F8558FCB146C}" type="parTrans" cxnId="{ED618F2A-19EC-4A4E-B3E2-ADCCD07F608F}">
      <dgm:prSet/>
      <dgm:spPr/>
      <dgm:t>
        <a:bodyPr/>
        <a:lstStyle/>
        <a:p>
          <a:endParaRPr lang="en-US"/>
        </a:p>
      </dgm:t>
    </dgm:pt>
    <dgm:pt modelId="{7626327E-F563-4858-9DC4-A0E74AFA4756}" type="sibTrans" cxnId="{ED618F2A-19EC-4A4E-B3E2-ADCCD07F608F}">
      <dgm:prSet/>
      <dgm:spPr/>
      <dgm:t>
        <a:bodyPr/>
        <a:lstStyle/>
        <a:p>
          <a:endParaRPr lang="en-US"/>
        </a:p>
      </dgm:t>
    </dgm:pt>
    <dgm:pt modelId="{9657E2F1-AECC-43DE-83CF-05B46410D29D}">
      <dgm:prSet/>
      <dgm:spPr/>
      <dgm:t>
        <a:bodyPr/>
        <a:lstStyle/>
        <a:p>
          <a:r>
            <a:rPr lang="en-US"/>
            <a:t>Definición de necesidades de acceso</a:t>
          </a:r>
        </a:p>
      </dgm:t>
    </dgm:pt>
    <dgm:pt modelId="{A33CAE4F-DBD7-41EB-8669-CFEE71E5D777}" type="parTrans" cxnId="{2B3B042F-EFB1-49C4-88BB-6383174A8D6E}">
      <dgm:prSet/>
      <dgm:spPr/>
      <dgm:t>
        <a:bodyPr/>
        <a:lstStyle/>
        <a:p>
          <a:endParaRPr lang="en-US"/>
        </a:p>
      </dgm:t>
    </dgm:pt>
    <dgm:pt modelId="{2648172F-CC70-4DD1-8A87-8C46A846065A}" type="sibTrans" cxnId="{2B3B042F-EFB1-49C4-88BB-6383174A8D6E}">
      <dgm:prSet/>
      <dgm:spPr/>
      <dgm:t>
        <a:bodyPr/>
        <a:lstStyle/>
        <a:p>
          <a:endParaRPr lang="en-US"/>
        </a:p>
      </dgm:t>
    </dgm:pt>
    <dgm:pt modelId="{B0056AF5-3A47-4BB4-8A64-BB19FBBF4F66}" type="pres">
      <dgm:prSet presAssocID="{CA6124F7-90EE-4BFC-9039-B62FFF53244E}" presName="diagram" presStyleCnt="0">
        <dgm:presLayoutVars>
          <dgm:dir/>
          <dgm:resizeHandles val="exact"/>
        </dgm:presLayoutVars>
      </dgm:prSet>
      <dgm:spPr/>
    </dgm:pt>
    <dgm:pt modelId="{0D4E0A17-4A84-4369-AF19-C800ABAE3671}" type="pres">
      <dgm:prSet presAssocID="{97124985-32ED-42EC-8DA9-353A519BE6BA}" presName="node" presStyleLbl="node1" presStyleIdx="0" presStyleCnt="3">
        <dgm:presLayoutVars>
          <dgm:bulletEnabled val="1"/>
        </dgm:presLayoutVars>
      </dgm:prSet>
      <dgm:spPr/>
    </dgm:pt>
    <dgm:pt modelId="{7EEFEA8C-4DD1-4164-805C-6D0114CDF829}" type="pres">
      <dgm:prSet presAssocID="{ABCE0C16-9E77-4D99-864E-6343AB378815}" presName="sibTrans" presStyleCnt="0"/>
      <dgm:spPr/>
    </dgm:pt>
    <dgm:pt modelId="{A6538B78-AECD-4AF5-8B45-307F20805AB2}" type="pres">
      <dgm:prSet presAssocID="{289DDA0B-079F-4831-A48E-61A4CD53C7D1}" presName="node" presStyleLbl="node1" presStyleIdx="1" presStyleCnt="3">
        <dgm:presLayoutVars>
          <dgm:bulletEnabled val="1"/>
        </dgm:presLayoutVars>
      </dgm:prSet>
      <dgm:spPr/>
    </dgm:pt>
    <dgm:pt modelId="{005B82B5-AA6F-46D0-B6B8-614AF1D97CF4}" type="pres">
      <dgm:prSet presAssocID="{7626327E-F563-4858-9DC4-A0E74AFA4756}" presName="sibTrans" presStyleCnt="0"/>
      <dgm:spPr/>
    </dgm:pt>
    <dgm:pt modelId="{E57BF94C-5385-4BE5-841C-3704ED00A876}" type="pres">
      <dgm:prSet presAssocID="{9657E2F1-AECC-43DE-83CF-05B46410D29D}" presName="node" presStyleLbl="node1" presStyleIdx="2" presStyleCnt="3">
        <dgm:presLayoutVars>
          <dgm:bulletEnabled val="1"/>
        </dgm:presLayoutVars>
      </dgm:prSet>
      <dgm:spPr/>
    </dgm:pt>
  </dgm:ptLst>
  <dgm:cxnLst>
    <dgm:cxn modelId="{6A874402-8D23-479D-9CFD-2E4F01948795}" type="presOf" srcId="{CA6124F7-90EE-4BFC-9039-B62FFF53244E}" destId="{B0056AF5-3A47-4BB4-8A64-BB19FBBF4F66}" srcOrd="0" destOrd="0" presId="urn:microsoft.com/office/officeart/2005/8/layout/default"/>
    <dgm:cxn modelId="{ED618F2A-19EC-4A4E-B3E2-ADCCD07F608F}" srcId="{CA6124F7-90EE-4BFC-9039-B62FFF53244E}" destId="{289DDA0B-079F-4831-A48E-61A4CD53C7D1}" srcOrd="1" destOrd="0" parTransId="{ABF95345-1300-468F-8995-F8558FCB146C}" sibTransId="{7626327E-F563-4858-9DC4-A0E74AFA4756}"/>
    <dgm:cxn modelId="{2B3B042F-EFB1-49C4-88BB-6383174A8D6E}" srcId="{CA6124F7-90EE-4BFC-9039-B62FFF53244E}" destId="{9657E2F1-AECC-43DE-83CF-05B46410D29D}" srcOrd="2" destOrd="0" parTransId="{A33CAE4F-DBD7-41EB-8669-CFEE71E5D777}" sibTransId="{2648172F-CC70-4DD1-8A87-8C46A846065A}"/>
    <dgm:cxn modelId="{9998AD88-6AAD-4DB1-AD61-6E39AC68F385}" type="presOf" srcId="{9657E2F1-AECC-43DE-83CF-05B46410D29D}" destId="{E57BF94C-5385-4BE5-841C-3704ED00A876}" srcOrd="0" destOrd="0" presId="urn:microsoft.com/office/officeart/2005/8/layout/default"/>
    <dgm:cxn modelId="{A665839C-CE86-4B14-BBED-9A0EA15CBD2D}" type="presOf" srcId="{289DDA0B-079F-4831-A48E-61A4CD53C7D1}" destId="{A6538B78-AECD-4AF5-8B45-307F20805AB2}" srcOrd="0" destOrd="0" presId="urn:microsoft.com/office/officeart/2005/8/layout/default"/>
    <dgm:cxn modelId="{517862A3-F689-4CF4-86C3-E76F798609D7}" type="presOf" srcId="{97124985-32ED-42EC-8DA9-353A519BE6BA}" destId="{0D4E0A17-4A84-4369-AF19-C800ABAE3671}" srcOrd="0" destOrd="0" presId="urn:microsoft.com/office/officeart/2005/8/layout/default"/>
    <dgm:cxn modelId="{C28527D9-298E-4AB6-8E4C-66669F063AF3}" srcId="{CA6124F7-90EE-4BFC-9039-B62FFF53244E}" destId="{97124985-32ED-42EC-8DA9-353A519BE6BA}" srcOrd="0" destOrd="0" parTransId="{A875A1C5-7628-4D28-9BBC-3C5877CDDE26}" sibTransId="{ABCE0C16-9E77-4D99-864E-6343AB378815}"/>
    <dgm:cxn modelId="{F92F1803-2218-490A-9B66-8BFD7627B4FF}" type="presParOf" srcId="{B0056AF5-3A47-4BB4-8A64-BB19FBBF4F66}" destId="{0D4E0A17-4A84-4369-AF19-C800ABAE3671}" srcOrd="0" destOrd="0" presId="urn:microsoft.com/office/officeart/2005/8/layout/default"/>
    <dgm:cxn modelId="{88B38BAE-2323-44B2-8369-8F5C01A360D6}" type="presParOf" srcId="{B0056AF5-3A47-4BB4-8A64-BB19FBBF4F66}" destId="{7EEFEA8C-4DD1-4164-805C-6D0114CDF829}" srcOrd="1" destOrd="0" presId="urn:microsoft.com/office/officeart/2005/8/layout/default"/>
    <dgm:cxn modelId="{E57CB646-38B7-47C0-84D3-11C4F891C6E4}" type="presParOf" srcId="{B0056AF5-3A47-4BB4-8A64-BB19FBBF4F66}" destId="{A6538B78-AECD-4AF5-8B45-307F20805AB2}" srcOrd="2" destOrd="0" presId="urn:microsoft.com/office/officeart/2005/8/layout/default"/>
    <dgm:cxn modelId="{113D27A9-FF18-4BAA-BC4C-008C1CA01263}" type="presParOf" srcId="{B0056AF5-3A47-4BB4-8A64-BB19FBBF4F66}" destId="{005B82B5-AA6F-46D0-B6B8-614AF1D97CF4}" srcOrd="3" destOrd="0" presId="urn:microsoft.com/office/officeart/2005/8/layout/default"/>
    <dgm:cxn modelId="{AB4B946B-8A82-424A-955C-E1ABD70718DC}" type="presParOf" srcId="{B0056AF5-3A47-4BB4-8A64-BB19FBBF4F66}" destId="{E57BF94C-5385-4BE5-841C-3704ED00A876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339A823-E060-405E-96F2-EC89067F5970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0C062A1-89AB-43AC-82BC-9FA9A88D696C}">
      <dgm:prSet/>
      <dgm:spPr/>
      <dgm:t>
        <a:bodyPr/>
        <a:lstStyle/>
        <a:p>
          <a:r>
            <a:rPr lang="en-US"/>
            <a:t>Accesos locales</a:t>
          </a:r>
        </a:p>
      </dgm:t>
    </dgm:pt>
    <dgm:pt modelId="{628F9F06-E3EF-4383-A18F-21359F5CD8EC}" type="parTrans" cxnId="{77226416-8C7F-400E-ADCF-602072B6B1CD}">
      <dgm:prSet/>
      <dgm:spPr/>
      <dgm:t>
        <a:bodyPr/>
        <a:lstStyle/>
        <a:p>
          <a:endParaRPr lang="en-US"/>
        </a:p>
      </dgm:t>
    </dgm:pt>
    <dgm:pt modelId="{1C1D840D-57C4-4FFF-8665-F1B62BFDA0FF}" type="sibTrans" cxnId="{77226416-8C7F-400E-ADCF-602072B6B1CD}">
      <dgm:prSet/>
      <dgm:spPr/>
      <dgm:t>
        <a:bodyPr/>
        <a:lstStyle/>
        <a:p>
          <a:endParaRPr lang="en-US"/>
        </a:p>
      </dgm:t>
    </dgm:pt>
    <dgm:pt modelId="{E999A8BF-575A-47F5-A9EB-ECF16158B135}">
      <dgm:prSet/>
      <dgm:spPr/>
      <dgm:t>
        <a:bodyPr/>
        <a:lstStyle/>
        <a:p>
          <a:r>
            <a:rPr lang="en-US"/>
            <a:t>Accesos remotos</a:t>
          </a:r>
        </a:p>
      </dgm:t>
    </dgm:pt>
    <dgm:pt modelId="{2511009C-E6F9-4E0D-B03B-30561AA37E2B}" type="parTrans" cxnId="{D0FCF884-7AC6-407D-87AD-38DBD2F545EA}">
      <dgm:prSet/>
      <dgm:spPr/>
      <dgm:t>
        <a:bodyPr/>
        <a:lstStyle/>
        <a:p>
          <a:endParaRPr lang="en-US"/>
        </a:p>
      </dgm:t>
    </dgm:pt>
    <dgm:pt modelId="{BD80671A-4468-4E1B-A201-61BFAAFC378D}" type="sibTrans" cxnId="{D0FCF884-7AC6-407D-87AD-38DBD2F545EA}">
      <dgm:prSet/>
      <dgm:spPr/>
      <dgm:t>
        <a:bodyPr/>
        <a:lstStyle/>
        <a:p>
          <a:endParaRPr lang="en-US"/>
        </a:p>
      </dgm:t>
    </dgm:pt>
    <dgm:pt modelId="{D028C379-5597-4AC4-8C4B-81167101633E}">
      <dgm:prSet/>
      <dgm:spPr/>
      <dgm:t>
        <a:bodyPr/>
        <a:lstStyle/>
        <a:p>
          <a:r>
            <a:rPr lang="en-US"/>
            <a:t>Accesos a aplicaciones</a:t>
          </a:r>
        </a:p>
      </dgm:t>
    </dgm:pt>
    <dgm:pt modelId="{D49A5031-C7D9-4219-BF2B-0650A1EF9EE6}" type="parTrans" cxnId="{91C04A62-5B5C-4189-9E7C-1A49BFFCB384}">
      <dgm:prSet/>
      <dgm:spPr/>
      <dgm:t>
        <a:bodyPr/>
        <a:lstStyle/>
        <a:p>
          <a:endParaRPr lang="en-US"/>
        </a:p>
      </dgm:t>
    </dgm:pt>
    <dgm:pt modelId="{DC310F29-1297-44CB-B004-F160BFB36621}" type="sibTrans" cxnId="{91C04A62-5B5C-4189-9E7C-1A49BFFCB384}">
      <dgm:prSet/>
      <dgm:spPr/>
      <dgm:t>
        <a:bodyPr/>
        <a:lstStyle/>
        <a:p>
          <a:endParaRPr lang="en-US"/>
        </a:p>
      </dgm:t>
    </dgm:pt>
    <dgm:pt modelId="{AAE615F5-25FB-4D35-AC0E-3A3538FA6061}">
      <dgm:prSet/>
      <dgm:spPr/>
      <dgm:t>
        <a:bodyPr/>
        <a:lstStyle/>
        <a:p>
          <a:r>
            <a:rPr lang="en-US"/>
            <a:t>Accesos a datos</a:t>
          </a:r>
        </a:p>
      </dgm:t>
    </dgm:pt>
    <dgm:pt modelId="{5384F34F-4DCA-4E25-B52F-467DDE8A4845}" type="parTrans" cxnId="{92AA8404-38E6-4697-B140-C76CEBEB86DC}">
      <dgm:prSet/>
      <dgm:spPr/>
      <dgm:t>
        <a:bodyPr/>
        <a:lstStyle/>
        <a:p>
          <a:endParaRPr lang="en-US"/>
        </a:p>
      </dgm:t>
    </dgm:pt>
    <dgm:pt modelId="{9A3E772B-9BFF-4CDA-8781-C7701E11A5D1}" type="sibTrans" cxnId="{92AA8404-38E6-4697-B140-C76CEBEB86DC}">
      <dgm:prSet/>
      <dgm:spPr/>
      <dgm:t>
        <a:bodyPr/>
        <a:lstStyle/>
        <a:p>
          <a:endParaRPr lang="en-US"/>
        </a:p>
      </dgm:t>
    </dgm:pt>
    <dgm:pt modelId="{E29F98A6-A152-4D96-A493-1B768731B75E}" type="pres">
      <dgm:prSet presAssocID="{B339A823-E060-405E-96F2-EC89067F5970}" presName="linear" presStyleCnt="0">
        <dgm:presLayoutVars>
          <dgm:animLvl val="lvl"/>
          <dgm:resizeHandles val="exact"/>
        </dgm:presLayoutVars>
      </dgm:prSet>
      <dgm:spPr/>
    </dgm:pt>
    <dgm:pt modelId="{908CC50E-B51F-408F-9373-73DCA396C20E}" type="pres">
      <dgm:prSet presAssocID="{A0C062A1-89AB-43AC-82BC-9FA9A88D696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316F2CE-7AE3-4C21-9E6E-D6841CE57570}" type="pres">
      <dgm:prSet presAssocID="{1C1D840D-57C4-4FFF-8665-F1B62BFDA0FF}" presName="spacer" presStyleCnt="0"/>
      <dgm:spPr/>
    </dgm:pt>
    <dgm:pt modelId="{4F3A7FF3-2A52-4DBF-891B-0DF13F0AC086}" type="pres">
      <dgm:prSet presAssocID="{E999A8BF-575A-47F5-A9EB-ECF16158B13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80305D2-A2D5-4405-A015-D905F4A6C8AE}" type="pres">
      <dgm:prSet presAssocID="{BD80671A-4468-4E1B-A201-61BFAAFC378D}" presName="spacer" presStyleCnt="0"/>
      <dgm:spPr/>
    </dgm:pt>
    <dgm:pt modelId="{3E0AA69A-509A-43AB-BC6B-2A7FA513F2B1}" type="pres">
      <dgm:prSet presAssocID="{D028C379-5597-4AC4-8C4B-81167101633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6BAE84F-DD8C-43D8-92E0-7B0EA92DDFFB}" type="pres">
      <dgm:prSet presAssocID="{DC310F29-1297-44CB-B004-F160BFB36621}" presName="spacer" presStyleCnt="0"/>
      <dgm:spPr/>
    </dgm:pt>
    <dgm:pt modelId="{0C92D698-5096-4743-B9E7-6106DE2DC1E3}" type="pres">
      <dgm:prSet presAssocID="{AAE615F5-25FB-4D35-AC0E-3A3538FA606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2AA8404-38E6-4697-B140-C76CEBEB86DC}" srcId="{B339A823-E060-405E-96F2-EC89067F5970}" destId="{AAE615F5-25FB-4D35-AC0E-3A3538FA6061}" srcOrd="3" destOrd="0" parTransId="{5384F34F-4DCA-4E25-B52F-467DDE8A4845}" sibTransId="{9A3E772B-9BFF-4CDA-8781-C7701E11A5D1}"/>
    <dgm:cxn modelId="{77226416-8C7F-400E-ADCF-602072B6B1CD}" srcId="{B339A823-E060-405E-96F2-EC89067F5970}" destId="{A0C062A1-89AB-43AC-82BC-9FA9A88D696C}" srcOrd="0" destOrd="0" parTransId="{628F9F06-E3EF-4383-A18F-21359F5CD8EC}" sibTransId="{1C1D840D-57C4-4FFF-8665-F1B62BFDA0FF}"/>
    <dgm:cxn modelId="{8AAC1D21-ACF6-40D2-A8AE-7E64C015A366}" type="presOf" srcId="{D028C379-5597-4AC4-8C4B-81167101633E}" destId="{3E0AA69A-509A-43AB-BC6B-2A7FA513F2B1}" srcOrd="0" destOrd="0" presId="urn:microsoft.com/office/officeart/2005/8/layout/vList2"/>
    <dgm:cxn modelId="{A0E65040-1671-4044-ACA5-AF93CEE41B6B}" type="presOf" srcId="{AAE615F5-25FB-4D35-AC0E-3A3538FA6061}" destId="{0C92D698-5096-4743-B9E7-6106DE2DC1E3}" srcOrd="0" destOrd="0" presId="urn:microsoft.com/office/officeart/2005/8/layout/vList2"/>
    <dgm:cxn modelId="{91C04A62-5B5C-4189-9E7C-1A49BFFCB384}" srcId="{B339A823-E060-405E-96F2-EC89067F5970}" destId="{D028C379-5597-4AC4-8C4B-81167101633E}" srcOrd="2" destOrd="0" parTransId="{D49A5031-C7D9-4219-BF2B-0650A1EF9EE6}" sibTransId="{DC310F29-1297-44CB-B004-F160BFB36621}"/>
    <dgm:cxn modelId="{D0FCF884-7AC6-407D-87AD-38DBD2F545EA}" srcId="{B339A823-E060-405E-96F2-EC89067F5970}" destId="{E999A8BF-575A-47F5-A9EB-ECF16158B135}" srcOrd="1" destOrd="0" parTransId="{2511009C-E6F9-4E0D-B03B-30561AA37E2B}" sibTransId="{BD80671A-4468-4E1B-A201-61BFAAFC378D}"/>
    <dgm:cxn modelId="{781D8F88-6CAA-44A0-B9FC-632FDA4BD5B2}" type="presOf" srcId="{A0C062A1-89AB-43AC-82BC-9FA9A88D696C}" destId="{908CC50E-B51F-408F-9373-73DCA396C20E}" srcOrd="0" destOrd="0" presId="urn:microsoft.com/office/officeart/2005/8/layout/vList2"/>
    <dgm:cxn modelId="{0E5233D4-8D8D-43AE-BEE0-7EF4E6E3FA6B}" type="presOf" srcId="{E999A8BF-575A-47F5-A9EB-ECF16158B135}" destId="{4F3A7FF3-2A52-4DBF-891B-0DF13F0AC086}" srcOrd="0" destOrd="0" presId="urn:microsoft.com/office/officeart/2005/8/layout/vList2"/>
    <dgm:cxn modelId="{E0BF6FFE-6475-47D7-B2C5-6252DD3C03C5}" type="presOf" srcId="{B339A823-E060-405E-96F2-EC89067F5970}" destId="{E29F98A6-A152-4D96-A493-1B768731B75E}" srcOrd="0" destOrd="0" presId="urn:microsoft.com/office/officeart/2005/8/layout/vList2"/>
    <dgm:cxn modelId="{AC95B8F8-AF7F-4FEF-9230-CD4E7B87F1D9}" type="presParOf" srcId="{E29F98A6-A152-4D96-A493-1B768731B75E}" destId="{908CC50E-B51F-408F-9373-73DCA396C20E}" srcOrd="0" destOrd="0" presId="urn:microsoft.com/office/officeart/2005/8/layout/vList2"/>
    <dgm:cxn modelId="{E9AB839E-3A18-490C-8823-F7F59A3FC875}" type="presParOf" srcId="{E29F98A6-A152-4D96-A493-1B768731B75E}" destId="{E316F2CE-7AE3-4C21-9E6E-D6841CE57570}" srcOrd="1" destOrd="0" presId="urn:microsoft.com/office/officeart/2005/8/layout/vList2"/>
    <dgm:cxn modelId="{D520DE0F-F2A3-463A-B936-912DE069D80E}" type="presParOf" srcId="{E29F98A6-A152-4D96-A493-1B768731B75E}" destId="{4F3A7FF3-2A52-4DBF-891B-0DF13F0AC086}" srcOrd="2" destOrd="0" presId="urn:microsoft.com/office/officeart/2005/8/layout/vList2"/>
    <dgm:cxn modelId="{B0C7EECD-D4D6-4AE4-9CAE-A2FAE81F69F8}" type="presParOf" srcId="{E29F98A6-A152-4D96-A493-1B768731B75E}" destId="{C80305D2-A2D5-4405-A015-D905F4A6C8AE}" srcOrd="3" destOrd="0" presId="urn:microsoft.com/office/officeart/2005/8/layout/vList2"/>
    <dgm:cxn modelId="{01972DDF-1459-4B59-B173-9DBBC90C3B60}" type="presParOf" srcId="{E29F98A6-A152-4D96-A493-1B768731B75E}" destId="{3E0AA69A-509A-43AB-BC6B-2A7FA513F2B1}" srcOrd="4" destOrd="0" presId="urn:microsoft.com/office/officeart/2005/8/layout/vList2"/>
    <dgm:cxn modelId="{4DA1AFA3-467B-400B-BA67-87DE0A2B69A1}" type="presParOf" srcId="{E29F98A6-A152-4D96-A493-1B768731B75E}" destId="{D6BAE84F-DD8C-43D8-92E0-7B0EA92DDFFB}" srcOrd="5" destOrd="0" presId="urn:microsoft.com/office/officeart/2005/8/layout/vList2"/>
    <dgm:cxn modelId="{13E95BCD-C6F7-4014-A777-4A83DE6FB3DA}" type="presParOf" srcId="{E29F98A6-A152-4D96-A493-1B768731B75E}" destId="{0C92D698-5096-4743-B9E7-6106DE2DC1E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D2BC326-28EE-4BAF-BF90-ECCB98E15D2D}" type="doc">
      <dgm:prSet loTypeId="urn:microsoft.com/office/officeart/2005/8/layout/cycle1" loCatId="cycle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E3DD020-39F8-4C89-9180-3C1231A0B059}">
      <dgm:prSet/>
      <dgm:spPr/>
      <dgm:t>
        <a:bodyPr/>
        <a:lstStyle/>
        <a:p>
          <a:r>
            <a:rPr lang="en-US"/>
            <a:t>Mínimo privilegio</a:t>
          </a:r>
        </a:p>
      </dgm:t>
    </dgm:pt>
    <dgm:pt modelId="{230B8F8E-D8F2-4CE4-8F4E-C35751E7A5BB}" type="parTrans" cxnId="{03B3A954-FCE1-45B8-8B1F-934402471AC4}">
      <dgm:prSet/>
      <dgm:spPr/>
      <dgm:t>
        <a:bodyPr/>
        <a:lstStyle/>
        <a:p>
          <a:endParaRPr lang="en-US"/>
        </a:p>
      </dgm:t>
    </dgm:pt>
    <dgm:pt modelId="{E6D9D74F-001C-4974-945E-B378C2C70BE0}" type="sibTrans" cxnId="{03B3A954-FCE1-45B8-8B1F-934402471AC4}">
      <dgm:prSet/>
      <dgm:spPr/>
      <dgm:t>
        <a:bodyPr/>
        <a:lstStyle/>
        <a:p>
          <a:endParaRPr lang="en-US"/>
        </a:p>
      </dgm:t>
    </dgm:pt>
    <dgm:pt modelId="{DC9EB8C6-7209-4C9D-9D97-349B3B52F20E}">
      <dgm:prSet/>
      <dgm:spPr/>
      <dgm:t>
        <a:bodyPr/>
        <a:lstStyle/>
        <a:p>
          <a:r>
            <a:rPr lang="en-US"/>
            <a:t>Necesidad de saber</a:t>
          </a:r>
        </a:p>
      </dgm:t>
    </dgm:pt>
    <dgm:pt modelId="{2B8E38AC-1D08-4E46-AB9E-2C51CEED1748}" type="parTrans" cxnId="{0F587513-8D2E-4D2E-BDE1-FBD0F96F0BDE}">
      <dgm:prSet/>
      <dgm:spPr/>
      <dgm:t>
        <a:bodyPr/>
        <a:lstStyle/>
        <a:p>
          <a:endParaRPr lang="en-US"/>
        </a:p>
      </dgm:t>
    </dgm:pt>
    <dgm:pt modelId="{3DE9DAD8-A65B-4BE9-9A62-17145741292D}" type="sibTrans" cxnId="{0F587513-8D2E-4D2E-BDE1-FBD0F96F0BDE}">
      <dgm:prSet/>
      <dgm:spPr/>
      <dgm:t>
        <a:bodyPr/>
        <a:lstStyle/>
        <a:p>
          <a:endParaRPr lang="en-US"/>
        </a:p>
      </dgm:t>
    </dgm:pt>
    <dgm:pt modelId="{32AE2449-6406-45F0-8B4F-038C88E3F7BD}">
      <dgm:prSet/>
      <dgm:spPr/>
      <dgm:t>
        <a:bodyPr/>
        <a:lstStyle/>
        <a:p>
          <a:r>
            <a:rPr lang="en-US"/>
            <a:t>Separación de funciones</a:t>
          </a:r>
        </a:p>
      </dgm:t>
    </dgm:pt>
    <dgm:pt modelId="{5002815D-2D7D-4640-B740-E02264A108C4}" type="parTrans" cxnId="{234FD445-E802-47A5-B48A-4C81B0B05459}">
      <dgm:prSet/>
      <dgm:spPr/>
      <dgm:t>
        <a:bodyPr/>
        <a:lstStyle/>
        <a:p>
          <a:endParaRPr lang="en-US"/>
        </a:p>
      </dgm:t>
    </dgm:pt>
    <dgm:pt modelId="{2455BFB4-E440-4F44-9B91-98B9278633B7}" type="sibTrans" cxnId="{234FD445-E802-47A5-B48A-4C81B0B05459}">
      <dgm:prSet/>
      <dgm:spPr/>
      <dgm:t>
        <a:bodyPr/>
        <a:lstStyle/>
        <a:p>
          <a:endParaRPr lang="en-US"/>
        </a:p>
      </dgm:t>
    </dgm:pt>
    <dgm:pt modelId="{81D7D432-72BD-4807-911D-DFD391A08A69}">
      <dgm:prSet/>
      <dgm:spPr/>
      <dgm:t>
        <a:bodyPr/>
        <a:lstStyle/>
        <a:p>
          <a:r>
            <a:rPr lang="en-US"/>
            <a:t>Responsabilidad individual</a:t>
          </a:r>
        </a:p>
      </dgm:t>
    </dgm:pt>
    <dgm:pt modelId="{8A4A06B9-06F8-44A6-A5D8-A5D16454C23E}" type="parTrans" cxnId="{B769ECEA-B642-4AA8-812A-D330ABB543B9}">
      <dgm:prSet/>
      <dgm:spPr/>
      <dgm:t>
        <a:bodyPr/>
        <a:lstStyle/>
        <a:p>
          <a:endParaRPr lang="en-US"/>
        </a:p>
      </dgm:t>
    </dgm:pt>
    <dgm:pt modelId="{BB83B257-A904-468F-B286-C0D0961676C6}" type="sibTrans" cxnId="{B769ECEA-B642-4AA8-812A-D330ABB543B9}">
      <dgm:prSet/>
      <dgm:spPr/>
      <dgm:t>
        <a:bodyPr/>
        <a:lstStyle/>
        <a:p>
          <a:endParaRPr lang="en-US"/>
        </a:p>
      </dgm:t>
    </dgm:pt>
    <dgm:pt modelId="{E78FF764-0048-429F-8B53-DC0EA9E81C90}" type="pres">
      <dgm:prSet presAssocID="{1D2BC326-28EE-4BAF-BF90-ECCB98E15D2D}" presName="cycle" presStyleCnt="0">
        <dgm:presLayoutVars>
          <dgm:dir/>
          <dgm:resizeHandles val="exact"/>
        </dgm:presLayoutVars>
      </dgm:prSet>
      <dgm:spPr/>
    </dgm:pt>
    <dgm:pt modelId="{597AE0B9-67C8-4910-BEAE-4584EE4227EF}" type="pres">
      <dgm:prSet presAssocID="{9E3DD020-39F8-4C89-9180-3C1231A0B059}" presName="dummy" presStyleCnt="0"/>
      <dgm:spPr/>
    </dgm:pt>
    <dgm:pt modelId="{6F58D59E-BC5E-47E2-AA75-95A33D32D6C2}" type="pres">
      <dgm:prSet presAssocID="{9E3DD020-39F8-4C89-9180-3C1231A0B059}" presName="node" presStyleLbl="revTx" presStyleIdx="0" presStyleCnt="4">
        <dgm:presLayoutVars>
          <dgm:bulletEnabled val="1"/>
        </dgm:presLayoutVars>
      </dgm:prSet>
      <dgm:spPr/>
    </dgm:pt>
    <dgm:pt modelId="{42730CAC-9ACF-434C-A7FE-63ABA6A1E8F7}" type="pres">
      <dgm:prSet presAssocID="{E6D9D74F-001C-4974-945E-B378C2C70BE0}" presName="sibTrans" presStyleLbl="node1" presStyleIdx="0" presStyleCnt="4"/>
      <dgm:spPr/>
    </dgm:pt>
    <dgm:pt modelId="{D05A91CA-E53F-46D6-8CF4-A5CFC86545D1}" type="pres">
      <dgm:prSet presAssocID="{DC9EB8C6-7209-4C9D-9D97-349B3B52F20E}" presName="dummy" presStyleCnt="0"/>
      <dgm:spPr/>
    </dgm:pt>
    <dgm:pt modelId="{7F6F193F-B79D-4ACD-A5B0-4D0A8F36798A}" type="pres">
      <dgm:prSet presAssocID="{DC9EB8C6-7209-4C9D-9D97-349B3B52F20E}" presName="node" presStyleLbl="revTx" presStyleIdx="1" presStyleCnt="4">
        <dgm:presLayoutVars>
          <dgm:bulletEnabled val="1"/>
        </dgm:presLayoutVars>
      </dgm:prSet>
      <dgm:spPr/>
    </dgm:pt>
    <dgm:pt modelId="{866096EA-6857-4ABC-A4B3-5011A1D3D1D6}" type="pres">
      <dgm:prSet presAssocID="{3DE9DAD8-A65B-4BE9-9A62-17145741292D}" presName="sibTrans" presStyleLbl="node1" presStyleIdx="1" presStyleCnt="4"/>
      <dgm:spPr/>
    </dgm:pt>
    <dgm:pt modelId="{85D4F195-DD5E-4882-8FDC-E142AF41CDCB}" type="pres">
      <dgm:prSet presAssocID="{32AE2449-6406-45F0-8B4F-038C88E3F7BD}" presName="dummy" presStyleCnt="0"/>
      <dgm:spPr/>
    </dgm:pt>
    <dgm:pt modelId="{F223997D-F486-46EE-8BF0-7F997BDBBE33}" type="pres">
      <dgm:prSet presAssocID="{32AE2449-6406-45F0-8B4F-038C88E3F7BD}" presName="node" presStyleLbl="revTx" presStyleIdx="2" presStyleCnt="4">
        <dgm:presLayoutVars>
          <dgm:bulletEnabled val="1"/>
        </dgm:presLayoutVars>
      </dgm:prSet>
      <dgm:spPr/>
    </dgm:pt>
    <dgm:pt modelId="{E8497E95-4A41-456D-9117-8091DA72F31A}" type="pres">
      <dgm:prSet presAssocID="{2455BFB4-E440-4F44-9B91-98B9278633B7}" presName="sibTrans" presStyleLbl="node1" presStyleIdx="2" presStyleCnt="4"/>
      <dgm:spPr/>
    </dgm:pt>
    <dgm:pt modelId="{21897DA6-AA53-4827-9025-04C40BA47D8D}" type="pres">
      <dgm:prSet presAssocID="{81D7D432-72BD-4807-911D-DFD391A08A69}" presName="dummy" presStyleCnt="0"/>
      <dgm:spPr/>
    </dgm:pt>
    <dgm:pt modelId="{E9E1E47F-D969-4175-B500-74FCCFFD0765}" type="pres">
      <dgm:prSet presAssocID="{81D7D432-72BD-4807-911D-DFD391A08A69}" presName="node" presStyleLbl="revTx" presStyleIdx="3" presStyleCnt="4">
        <dgm:presLayoutVars>
          <dgm:bulletEnabled val="1"/>
        </dgm:presLayoutVars>
      </dgm:prSet>
      <dgm:spPr/>
    </dgm:pt>
    <dgm:pt modelId="{3E12D384-DC41-4147-BE24-C97F306C6F78}" type="pres">
      <dgm:prSet presAssocID="{BB83B257-A904-468F-B286-C0D0961676C6}" presName="sibTrans" presStyleLbl="node1" presStyleIdx="3" presStyleCnt="4"/>
      <dgm:spPr/>
    </dgm:pt>
  </dgm:ptLst>
  <dgm:cxnLst>
    <dgm:cxn modelId="{73DD9503-2E47-4AF7-990B-BA9A03FB7609}" type="presOf" srcId="{32AE2449-6406-45F0-8B4F-038C88E3F7BD}" destId="{F223997D-F486-46EE-8BF0-7F997BDBBE33}" srcOrd="0" destOrd="0" presId="urn:microsoft.com/office/officeart/2005/8/layout/cycle1"/>
    <dgm:cxn modelId="{0F587513-8D2E-4D2E-BDE1-FBD0F96F0BDE}" srcId="{1D2BC326-28EE-4BAF-BF90-ECCB98E15D2D}" destId="{DC9EB8C6-7209-4C9D-9D97-349B3B52F20E}" srcOrd="1" destOrd="0" parTransId="{2B8E38AC-1D08-4E46-AB9E-2C51CEED1748}" sibTransId="{3DE9DAD8-A65B-4BE9-9A62-17145741292D}"/>
    <dgm:cxn modelId="{335E591D-9312-4C8C-9E74-E1CC4A1C29F5}" type="presOf" srcId="{BB83B257-A904-468F-B286-C0D0961676C6}" destId="{3E12D384-DC41-4147-BE24-C97F306C6F78}" srcOrd="0" destOrd="0" presId="urn:microsoft.com/office/officeart/2005/8/layout/cycle1"/>
    <dgm:cxn modelId="{7734C61D-3CAA-4446-B6BF-3C9E110E2340}" type="presOf" srcId="{1D2BC326-28EE-4BAF-BF90-ECCB98E15D2D}" destId="{E78FF764-0048-429F-8B53-DC0EA9E81C90}" srcOrd="0" destOrd="0" presId="urn:microsoft.com/office/officeart/2005/8/layout/cycle1"/>
    <dgm:cxn modelId="{84F7405B-DF59-49AA-A28E-98963649CFB9}" type="presOf" srcId="{9E3DD020-39F8-4C89-9180-3C1231A0B059}" destId="{6F58D59E-BC5E-47E2-AA75-95A33D32D6C2}" srcOrd="0" destOrd="0" presId="urn:microsoft.com/office/officeart/2005/8/layout/cycle1"/>
    <dgm:cxn modelId="{234FD445-E802-47A5-B48A-4C81B0B05459}" srcId="{1D2BC326-28EE-4BAF-BF90-ECCB98E15D2D}" destId="{32AE2449-6406-45F0-8B4F-038C88E3F7BD}" srcOrd="2" destOrd="0" parTransId="{5002815D-2D7D-4640-B740-E02264A108C4}" sibTransId="{2455BFB4-E440-4F44-9B91-98B9278633B7}"/>
    <dgm:cxn modelId="{40F59349-E90F-4237-9FB4-1EA9086DCE83}" type="presOf" srcId="{2455BFB4-E440-4F44-9B91-98B9278633B7}" destId="{E8497E95-4A41-456D-9117-8091DA72F31A}" srcOrd="0" destOrd="0" presId="urn:microsoft.com/office/officeart/2005/8/layout/cycle1"/>
    <dgm:cxn modelId="{03B3A954-FCE1-45B8-8B1F-934402471AC4}" srcId="{1D2BC326-28EE-4BAF-BF90-ECCB98E15D2D}" destId="{9E3DD020-39F8-4C89-9180-3C1231A0B059}" srcOrd="0" destOrd="0" parTransId="{230B8F8E-D8F2-4CE4-8F4E-C35751E7A5BB}" sibTransId="{E6D9D74F-001C-4974-945E-B378C2C70BE0}"/>
    <dgm:cxn modelId="{A5C87693-4BFC-4261-8D61-B19E0C948AE2}" type="presOf" srcId="{E6D9D74F-001C-4974-945E-B378C2C70BE0}" destId="{42730CAC-9ACF-434C-A7FE-63ABA6A1E8F7}" srcOrd="0" destOrd="0" presId="urn:microsoft.com/office/officeart/2005/8/layout/cycle1"/>
    <dgm:cxn modelId="{DAE0CB9B-5714-42F3-B012-D71D378087B3}" type="presOf" srcId="{DC9EB8C6-7209-4C9D-9D97-349B3B52F20E}" destId="{7F6F193F-B79D-4ACD-A5B0-4D0A8F36798A}" srcOrd="0" destOrd="0" presId="urn:microsoft.com/office/officeart/2005/8/layout/cycle1"/>
    <dgm:cxn modelId="{47C588C3-3CB7-4ADE-A5ED-83FC41533A64}" type="presOf" srcId="{3DE9DAD8-A65B-4BE9-9A62-17145741292D}" destId="{866096EA-6857-4ABC-A4B3-5011A1D3D1D6}" srcOrd="0" destOrd="0" presId="urn:microsoft.com/office/officeart/2005/8/layout/cycle1"/>
    <dgm:cxn modelId="{3F78B2D2-A95C-4AEC-BA7F-8D62B8B63DD6}" type="presOf" srcId="{81D7D432-72BD-4807-911D-DFD391A08A69}" destId="{E9E1E47F-D969-4175-B500-74FCCFFD0765}" srcOrd="0" destOrd="0" presId="urn:microsoft.com/office/officeart/2005/8/layout/cycle1"/>
    <dgm:cxn modelId="{B769ECEA-B642-4AA8-812A-D330ABB543B9}" srcId="{1D2BC326-28EE-4BAF-BF90-ECCB98E15D2D}" destId="{81D7D432-72BD-4807-911D-DFD391A08A69}" srcOrd="3" destOrd="0" parTransId="{8A4A06B9-06F8-44A6-A5D8-A5D16454C23E}" sibTransId="{BB83B257-A904-468F-B286-C0D0961676C6}"/>
    <dgm:cxn modelId="{D5905E1A-2A8D-44AF-BBB9-7A7A3EE9760C}" type="presParOf" srcId="{E78FF764-0048-429F-8B53-DC0EA9E81C90}" destId="{597AE0B9-67C8-4910-BEAE-4584EE4227EF}" srcOrd="0" destOrd="0" presId="urn:microsoft.com/office/officeart/2005/8/layout/cycle1"/>
    <dgm:cxn modelId="{BA366503-3A08-411A-8527-90D3BC598DC8}" type="presParOf" srcId="{E78FF764-0048-429F-8B53-DC0EA9E81C90}" destId="{6F58D59E-BC5E-47E2-AA75-95A33D32D6C2}" srcOrd="1" destOrd="0" presId="urn:microsoft.com/office/officeart/2005/8/layout/cycle1"/>
    <dgm:cxn modelId="{25435CB9-8791-4884-AC25-9672703F7301}" type="presParOf" srcId="{E78FF764-0048-429F-8B53-DC0EA9E81C90}" destId="{42730CAC-9ACF-434C-A7FE-63ABA6A1E8F7}" srcOrd="2" destOrd="0" presId="urn:microsoft.com/office/officeart/2005/8/layout/cycle1"/>
    <dgm:cxn modelId="{C75FE5A6-E9C3-47C9-B9DE-82C53E281B96}" type="presParOf" srcId="{E78FF764-0048-429F-8B53-DC0EA9E81C90}" destId="{D05A91CA-E53F-46D6-8CF4-A5CFC86545D1}" srcOrd="3" destOrd="0" presId="urn:microsoft.com/office/officeart/2005/8/layout/cycle1"/>
    <dgm:cxn modelId="{32385698-ED66-459D-AB1A-6C08124A53E7}" type="presParOf" srcId="{E78FF764-0048-429F-8B53-DC0EA9E81C90}" destId="{7F6F193F-B79D-4ACD-A5B0-4D0A8F36798A}" srcOrd="4" destOrd="0" presId="urn:microsoft.com/office/officeart/2005/8/layout/cycle1"/>
    <dgm:cxn modelId="{89734757-4387-4A22-90B1-B23EDBB29C43}" type="presParOf" srcId="{E78FF764-0048-429F-8B53-DC0EA9E81C90}" destId="{866096EA-6857-4ABC-A4B3-5011A1D3D1D6}" srcOrd="5" destOrd="0" presId="urn:microsoft.com/office/officeart/2005/8/layout/cycle1"/>
    <dgm:cxn modelId="{B341B2A9-C262-414F-82DC-3CF00D7C460E}" type="presParOf" srcId="{E78FF764-0048-429F-8B53-DC0EA9E81C90}" destId="{85D4F195-DD5E-4882-8FDC-E142AF41CDCB}" srcOrd="6" destOrd="0" presId="urn:microsoft.com/office/officeart/2005/8/layout/cycle1"/>
    <dgm:cxn modelId="{EA3AD71D-47F6-48DA-8A46-98C6D1B5B0B3}" type="presParOf" srcId="{E78FF764-0048-429F-8B53-DC0EA9E81C90}" destId="{F223997D-F486-46EE-8BF0-7F997BDBBE33}" srcOrd="7" destOrd="0" presId="urn:microsoft.com/office/officeart/2005/8/layout/cycle1"/>
    <dgm:cxn modelId="{E5FEEEC8-1ED2-4042-8541-0EEE7CEF7D64}" type="presParOf" srcId="{E78FF764-0048-429F-8B53-DC0EA9E81C90}" destId="{E8497E95-4A41-456D-9117-8091DA72F31A}" srcOrd="8" destOrd="0" presId="urn:microsoft.com/office/officeart/2005/8/layout/cycle1"/>
    <dgm:cxn modelId="{6CE1228F-F62F-4F80-8631-AE1828A56406}" type="presParOf" srcId="{E78FF764-0048-429F-8B53-DC0EA9E81C90}" destId="{21897DA6-AA53-4827-9025-04C40BA47D8D}" srcOrd="9" destOrd="0" presId="urn:microsoft.com/office/officeart/2005/8/layout/cycle1"/>
    <dgm:cxn modelId="{B32FC88A-0923-47CB-8394-2A265E6E8401}" type="presParOf" srcId="{E78FF764-0048-429F-8B53-DC0EA9E81C90}" destId="{E9E1E47F-D969-4175-B500-74FCCFFD0765}" srcOrd="10" destOrd="0" presId="urn:microsoft.com/office/officeart/2005/8/layout/cycle1"/>
    <dgm:cxn modelId="{186ADA33-8885-4025-B195-63ECA0024881}" type="presParOf" srcId="{E78FF764-0048-429F-8B53-DC0EA9E81C90}" destId="{3E12D384-DC41-4147-BE24-C97F306C6F78}" srcOrd="11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A1A8A16-6367-4838-A3D4-8618A5E79335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115DD2D-DEFD-4C65-B9D1-A333261688B6}">
      <dgm:prSet/>
      <dgm:spPr/>
      <dgm:t>
        <a:bodyPr/>
        <a:lstStyle/>
        <a:p>
          <a:r>
            <a:rPr lang="en-US"/>
            <a:t>Acceso local</a:t>
          </a:r>
        </a:p>
      </dgm:t>
    </dgm:pt>
    <dgm:pt modelId="{251B28EA-D61D-4899-AB2F-B4F1E4213B19}" type="parTrans" cxnId="{BFAAEABB-E4B7-4DB4-9334-DC72BF89E277}">
      <dgm:prSet/>
      <dgm:spPr/>
      <dgm:t>
        <a:bodyPr/>
        <a:lstStyle/>
        <a:p>
          <a:endParaRPr lang="en-US"/>
        </a:p>
      </dgm:t>
    </dgm:pt>
    <dgm:pt modelId="{467A194D-2C1B-4286-A171-B179036C339F}" type="sibTrans" cxnId="{BFAAEABB-E4B7-4DB4-9334-DC72BF89E277}">
      <dgm:prSet/>
      <dgm:spPr/>
      <dgm:t>
        <a:bodyPr/>
        <a:lstStyle/>
        <a:p>
          <a:endParaRPr lang="en-US"/>
        </a:p>
      </dgm:t>
    </dgm:pt>
    <dgm:pt modelId="{81702B64-D276-4EBE-A4CE-CBD726AC6552}">
      <dgm:prSet/>
      <dgm:spPr/>
      <dgm:t>
        <a:bodyPr/>
        <a:lstStyle/>
        <a:p>
          <a:r>
            <a:rPr lang="en-US"/>
            <a:t>Acceso remoto</a:t>
          </a:r>
        </a:p>
      </dgm:t>
    </dgm:pt>
    <dgm:pt modelId="{B7B81C1E-4FB6-4993-807F-5BBFA215270F}" type="parTrans" cxnId="{12CC4810-3ABC-4CAD-BAF4-B5DF4E051203}">
      <dgm:prSet/>
      <dgm:spPr/>
      <dgm:t>
        <a:bodyPr/>
        <a:lstStyle/>
        <a:p>
          <a:endParaRPr lang="en-US"/>
        </a:p>
      </dgm:t>
    </dgm:pt>
    <dgm:pt modelId="{4AB33E84-FDCA-4E3D-A57F-6185702C9BA0}" type="sibTrans" cxnId="{12CC4810-3ABC-4CAD-BAF4-B5DF4E051203}">
      <dgm:prSet/>
      <dgm:spPr/>
      <dgm:t>
        <a:bodyPr/>
        <a:lstStyle/>
        <a:p>
          <a:endParaRPr lang="en-US"/>
        </a:p>
      </dgm:t>
    </dgm:pt>
    <dgm:pt modelId="{32224A8D-104C-4F5E-B877-1FB9AD6CE8C0}">
      <dgm:prSet/>
      <dgm:spPr/>
      <dgm:t>
        <a:bodyPr/>
        <a:lstStyle/>
        <a:p>
          <a:r>
            <a:rPr lang="en-US"/>
            <a:t>Acceso autenticado</a:t>
          </a:r>
        </a:p>
      </dgm:t>
    </dgm:pt>
    <dgm:pt modelId="{19233744-C448-4517-B670-DD4E8F7CE49C}" type="parTrans" cxnId="{13F22F7E-0E28-446A-8274-E169AD773A5E}">
      <dgm:prSet/>
      <dgm:spPr/>
      <dgm:t>
        <a:bodyPr/>
        <a:lstStyle/>
        <a:p>
          <a:endParaRPr lang="en-US"/>
        </a:p>
      </dgm:t>
    </dgm:pt>
    <dgm:pt modelId="{0F64C3D1-4660-49CC-B724-2C58E34E17C0}" type="sibTrans" cxnId="{13F22F7E-0E28-446A-8274-E169AD773A5E}">
      <dgm:prSet/>
      <dgm:spPr/>
      <dgm:t>
        <a:bodyPr/>
        <a:lstStyle/>
        <a:p>
          <a:endParaRPr lang="en-US"/>
        </a:p>
      </dgm:t>
    </dgm:pt>
    <dgm:pt modelId="{7ACD4B59-7D18-425F-8EA8-B85E62716D8B}">
      <dgm:prSet/>
      <dgm:spPr/>
      <dgm:t>
        <a:bodyPr/>
        <a:lstStyle/>
        <a:p>
          <a:r>
            <a:rPr lang="en-US"/>
            <a:t>Acceso autorizado</a:t>
          </a:r>
        </a:p>
      </dgm:t>
    </dgm:pt>
    <dgm:pt modelId="{C8BDD99B-7292-4466-B923-90D1DD8DA97F}" type="parTrans" cxnId="{38507C35-B028-4B1D-AD94-3B4704AD6076}">
      <dgm:prSet/>
      <dgm:spPr/>
      <dgm:t>
        <a:bodyPr/>
        <a:lstStyle/>
        <a:p>
          <a:endParaRPr lang="en-US"/>
        </a:p>
      </dgm:t>
    </dgm:pt>
    <dgm:pt modelId="{4324344F-7154-413C-9F03-38BFD8953ECE}" type="sibTrans" cxnId="{38507C35-B028-4B1D-AD94-3B4704AD6076}">
      <dgm:prSet/>
      <dgm:spPr/>
      <dgm:t>
        <a:bodyPr/>
        <a:lstStyle/>
        <a:p>
          <a:endParaRPr lang="en-US"/>
        </a:p>
      </dgm:t>
    </dgm:pt>
    <dgm:pt modelId="{1CDC5BB0-7BE8-4736-84A8-E6D7A8E30841}" type="pres">
      <dgm:prSet presAssocID="{0A1A8A16-6367-4838-A3D4-8618A5E79335}" presName="linear" presStyleCnt="0">
        <dgm:presLayoutVars>
          <dgm:animLvl val="lvl"/>
          <dgm:resizeHandles val="exact"/>
        </dgm:presLayoutVars>
      </dgm:prSet>
      <dgm:spPr/>
    </dgm:pt>
    <dgm:pt modelId="{87D25935-24E2-4245-9C89-05092BB79BA2}" type="pres">
      <dgm:prSet presAssocID="{9115DD2D-DEFD-4C65-B9D1-A333261688B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45A62E4-1315-4C47-8A52-523BF0CBD863}" type="pres">
      <dgm:prSet presAssocID="{467A194D-2C1B-4286-A171-B179036C339F}" presName="spacer" presStyleCnt="0"/>
      <dgm:spPr/>
    </dgm:pt>
    <dgm:pt modelId="{66E29EED-C67D-4824-8768-572EFD6721C9}" type="pres">
      <dgm:prSet presAssocID="{81702B64-D276-4EBE-A4CE-CBD726AC655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B14314D-4CA4-4237-A468-0B0313B12A6D}" type="pres">
      <dgm:prSet presAssocID="{4AB33E84-FDCA-4E3D-A57F-6185702C9BA0}" presName="spacer" presStyleCnt="0"/>
      <dgm:spPr/>
    </dgm:pt>
    <dgm:pt modelId="{4A704353-5BCF-4AC6-9AB7-AEFB23638F4C}" type="pres">
      <dgm:prSet presAssocID="{32224A8D-104C-4F5E-B877-1FB9AD6CE8C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DDB835F-A858-450B-B5AC-CBD890F61FDF}" type="pres">
      <dgm:prSet presAssocID="{0F64C3D1-4660-49CC-B724-2C58E34E17C0}" presName="spacer" presStyleCnt="0"/>
      <dgm:spPr/>
    </dgm:pt>
    <dgm:pt modelId="{D19829F3-C866-422F-B63B-2FE45E9D2475}" type="pres">
      <dgm:prSet presAssocID="{7ACD4B59-7D18-425F-8EA8-B85E62716D8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2CC4810-3ABC-4CAD-BAF4-B5DF4E051203}" srcId="{0A1A8A16-6367-4838-A3D4-8618A5E79335}" destId="{81702B64-D276-4EBE-A4CE-CBD726AC6552}" srcOrd="1" destOrd="0" parTransId="{B7B81C1E-4FB6-4993-807F-5BBFA215270F}" sibTransId="{4AB33E84-FDCA-4E3D-A57F-6185702C9BA0}"/>
    <dgm:cxn modelId="{38507C35-B028-4B1D-AD94-3B4704AD6076}" srcId="{0A1A8A16-6367-4838-A3D4-8618A5E79335}" destId="{7ACD4B59-7D18-425F-8EA8-B85E62716D8B}" srcOrd="3" destOrd="0" parTransId="{C8BDD99B-7292-4466-B923-90D1DD8DA97F}" sibTransId="{4324344F-7154-413C-9F03-38BFD8953ECE}"/>
    <dgm:cxn modelId="{004C7F35-ADE0-4438-9B0B-D7B6F5EE268F}" type="presOf" srcId="{32224A8D-104C-4F5E-B877-1FB9AD6CE8C0}" destId="{4A704353-5BCF-4AC6-9AB7-AEFB23638F4C}" srcOrd="0" destOrd="0" presId="urn:microsoft.com/office/officeart/2005/8/layout/vList2"/>
    <dgm:cxn modelId="{EED1CC7A-C410-4855-AF1F-E1AF274D3E98}" type="presOf" srcId="{7ACD4B59-7D18-425F-8EA8-B85E62716D8B}" destId="{D19829F3-C866-422F-B63B-2FE45E9D2475}" srcOrd="0" destOrd="0" presId="urn:microsoft.com/office/officeart/2005/8/layout/vList2"/>
    <dgm:cxn modelId="{6C50627B-E5A2-4BFC-B890-FB82B3FB88A7}" type="presOf" srcId="{9115DD2D-DEFD-4C65-B9D1-A333261688B6}" destId="{87D25935-24E2-4245-9C89-05092BB79BA2}" srcOrd="0" destOrd="0" presId="urn:microsoft.com/office/officeart/2005/8/layout/vList2"/>
    <dgm:cxn modelId="{13F22F7E-0E28-446A-8274-E169AD773A5E}" srcId="{0A1A8A16-6367-4838-A3D4-8618A5E79335}" destId="{32224A8D-104C-4F5E-B877-1FB9AD6CE8C0}" srcOrd="2" destOrd="0" parTransId="{19233744-C448-4517-B670-DD4E8F7CE49C}" sibTransId="{0F64C3D1-4660-49CC-B724-2C58E34E17C0}"/>
    <dgm:cxn modelId="{4DA1289C-C6FB-424E-B3D9-81EC040D2901}" type="presOf" srcId="{0A1A8A16-6367-4838-A3D4-8618A5E79335}" destId="{1CDC5BB0-7BE8-4736-84A8-E6D7A8E30841}" srcOrd="0" destOrd="0" presId="urn:microsoft.com/office/officeart/2005/8/layout/vList2"/>
    <dgm:cxn modelId="{BFAAEABB-E4B7-4DB4-9334-DC72BF89E277}" srcId="{0A1A8A16-6367-4838-A3D4-8618A5E79335}" destId="{9115DD2D-DEFD-4C65-B9D1-A333261688B6}" srcOrd="0" destOrd="0" parTransId="{251B28EA-D61D-4899-AB2F-B4F1E4213B19}" sibTransId="{467A194D-2C1B-4286-A171-B179036C339F}"/>
    <dgm:cxn modelId="{6F95B7FF-7CFC-4F63-B96D-F277280DD716}" type="presOf" srcId="{81702B64-D276-4EBE-A4CE-CBD726AC6552}" destId="{66E29EED-C67D-4824-8768-572EFD6721C9}" srcOrd="0" destOrd="0" presId="urn:microsoft.com/office/officeart/2005/8/layout/vList2"/>
    <dgm:cxn modelId="{08B88B29-A77F-49AC-8C73-E2E4A15718BB}" type="presParOf" srcId="{1CDC5BB0-7BE8-4736-84A8-E6D7A8E30841}" destId="{87D25935-24E2-4245-9C89-05092BB79BA2}" srcOrd="0" destOrd="0" presId="urn:microsoft.com/office/officeart/2005/8/layout/vList2"/>
    <dgm:cxn modelId="{402EC7FF-8F8A-4802-972F-1210713F8BC4}" type="presParOf" srcId="{1CDC5BB0-7BE8-4736-84A8-E6D7A8E30841}" destId="{B45A62E4-1315-4C47-8A52-523BF0CBD863}" srcOrd="1" destOrd="0" presId="urn:microsoft.com/office/officeart/2005/8/layout/vList2"/>
    <dgm:cxn modelId="{C8894298-7396-413D-A21A-505881506C5C}" type="presParOf" srcId="{1CDC5BB0-7BE8-4736-84A8-E6D7A8E30841}" destId="{66E29EED-C67D-4824-8768-572EFD6721C9}" srcOrd="2" destOrd="0" presId="urn:microsoft.com/office/officeart/2005/8/layout/vList2"/>
    <dgm:cxn modelId="{0CFC7C9C-DC41-401C-AB99-04C7DA8452F6}" type="presParOf" srcId="{1CDC5BB0-7BE8-4736-84A8-E6D7A8E30841}" destId="{2B14314D-4CA4-4237-A468-0B0313B12A6D}" srcOrd="3" destOrd="0" presId="urn:microsoft.com/office/officeart/2005/8/layout/vList2"/>
    <dgm:cxn modelId="{14C22D30-BF4D-4E55-AC14-4067F7259581}" type="presParOf" srcId="{1CDC5BB0-7BE8-4736-84A8-E6D7A8E30841}" destId="{4A704353-5BCF-4AC6-9AB7-AEFB23638F4C}" srcOrd="4" destOrd="0" presId="urn:microsoft.com/office/officeart/2005/8/layout/vList2"/>
    <dgm:cxn modelId="{5C8B753A-7D14-4283-8B44-56AEDACB0598}" type="presParOf" srcId="{1CDC5BB0-7BE8-4736-84A8-E6D7A8E30841}" destId="{BDDB835F-A858-450B-B5AC-CBD890F61FDF}" srcOrd="5" destOrd="0" presId="urn:microsoft.com/office/officeart/2005/8/layout/vList2"/>
    <dgm:cxn modelId="{194F95AF-DCE6-461E-988C-46F11E690D56}" type="presParOf" srcId="{1CDC5BB0-7BE8-4736-84A8-E6D7A8E30841}" destId="{D19829F3-C866-422F-B63B-2FE45E9D247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116C4C4-A27A-4EA6-936F-AA97A06D8395}" type="doc">
      <dgm:prSet loTypeId="urn:microsoft.com/office/officeart/2005/8/layout/defaul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FDB3410C-F2A1-4F24-A762-B7A7967B884F}">
      <dgm:prSet/>
      <dgm:spPr/>
      <dgm:t>
        <a:bodyPr/>
        <a:lstStyle/>
        <a:p>
          <a:r>
            <a:rPr lang="en-US"/>
            <a:t>Cumplimiento de la legislación vigente</a:t>
          </a:r>
        </a:p>
      </dgm:t>
    </dgm:pt>
    <dgm:pt modelId="{6C10C541-3122-4BF8-A8A8-DDB1E86EDD10}" type="parTrans" cxnId="{8A8C5BDE-0585-462E-BB77-2C526BC29353}">
      <dgm:prSet/>
      <dgm:spPr/>
      <dgm:t>
        <a:bodyPr/>
        <a:lstStyle/>
        <a:p>
          <a:endParaRPr lang="en-US"/>
        </a:p>
      </dgm:t>
    </dgm:pt>
    <dgm:pt modelId="{58A43381-8F8B-45DF-94A1-412EB3D7757F}" type="sibTrans" cxnId="{8A8C5BDE-0585-462E-BB77-2C526BC29353}">
      <dgm:prSet/>
      <dgm:spPr/>
      <dgm:t>
        <a:bodyPr/>
        <a:lstStyle/>
        <a:p>
          <a:endParaRPr lang="en-US"/>
        </a:p>
      </dgm:t>
    </dgm:pt>
    <dgm:pt modelId="{00D5F98F-3F08-4494-9D26-34E1BCCE3431}">
      <dgm:prSet/>
      <dgm:spPr/>
      <dgm:t>
        <a:bodyPr/>
        <a:lstStyle/>
        <a:p>
          <a:r>
            <a:rPr lang="en-US"/>
            <a:t>Protección de datos personales</a:t>
          </a:r>
        </a:p>
      </dgm:t>
    </dgm:pt>
    <dgm:pt modelId="{2748992A-B4FD-4D00-B0B3-F753EFA7C51A}" type="parTrans" cxnId="{A2A80E7B-A060-480E-910C-148096D471B1}">
      <dgm:prSet/>
      <dgm:spPr/>
      <dgm:t>
        <a:bodyPr/>
        <a:lstStyle/>
        <a:p>
          <a:endParaRPr lang="en-US"/>
        </a:p>
      </dgm:t>
    </dgm:pt>
    <dgm:pt modelId="{CC87D308-597E-4C29-9432-9BA0E850DF37}" type="sibTrans" cxnId="{A2A80E7B-A060-480E-910C-148096D471B1}">
      <dgm:prSet/>
      <dgm:spPr/>
      <dgm:t>
        <a:bodyPr/>
        <a:lstStyle/>
        <a:p>
          <a:endParaRPr lang="en-US"/>
        </a:p>
      </dgm:t>
    </dgm:pt>
    <dgm:pt modelId="{D711AAD7-609E-4D8F-8FA7-0D2062902CB7}">
      <dgm:prSet/>
      <dgm:spPr/>
      <dgm:t>
        <a:bodyPr/>
        <a:lstStyle/>
        <a:p>
          <a:r>
            <a:rPr lang="en-US"/>
            <a:t>Asignación correcta de privilegios</a:t>
          </a:r>
        </a:p>
      </dgm:t>
    </dgm:pt>
    <dgm:pt modelId="{029876B5-1E32-4086-8344-B7E92A987218}" type="parTrans" cxnId="{8B3758D6-CA24-4590-913D-2BDADE6EDE1D}">
      <dgm:prSet/>
      <dgm:spPr/>
      <dgm:t>
        <a:bodyPr/>
        <a:lstStyle/>
        <a:p>
          <a:endParaRPr lang="en-US"/>
        </a:p>
      </dgm:t>
    </dgm:pt>
    <dgm:pt modelId="{B2A91F7E-CA4D-481E-A81F-16F501677018}" type="sibTrans" cxnId="{8B3758D6-CA24-4590-913D-2BDADE6EDE1D}">
      <dgm:prSet/>
      <dgm:spPr/>
      <dgm:t>
        <a:bodyPr/>
        <a:lstStyle/>
        <a:p>
          <a:endParaRPr lang="en-US"/>
        </a:p>
      </dgm:t>
    </dgm:pt>
    <dgm:pt modelId="{D30952C5-C40D-4834-AF29-4FF1A622CA86}" type="pres">
      <dgm:prSet presAssocID="{9116C4C4-A27A-4EA6-936F-AA97A06D8395}" presName="diagram" presStyleCnt="0">
        <dgm:presLayoutVars>
          <dgm:dir/>
          <dgm:resizeHandles val="exact"/>
        </dgm:presLayoutVars>
      </dgm:prSet>
      <dgm:spPr/>
    </dgm:pt>
    <dgm:pt modelId="{870D1245-6C8F-4496-9028-E9BE44A49A6D}" type="pres">
      <dgm:prSet presAssocID="{FDB3410C-F2A1-4F24-A762-B7A7967B884F}" presName="node" presStyleLbl="node1" presStyleIdx="0" presStyleCnt="3">
        <dgm:presLayoutVars>
          <dgm:bulletEnabled val="1"/>
        </dgm:presLayoutVars>
      </dgm:prSet>
      <dgm:spPr/>
    </dgm:pt>
    <dgm:pt modelId="{6B9F949E-9CEF-48EC-AE0E-431CDD664103}" type="pres">
      <dgm:prSet presAssocID="{58A43381-8F8B-45DF-94A1-412EB3D7757F}" presName="sibTrans" presStyleCnt="0"/>
      <dgm:spPr/>
    </dgm:pt>
    <dgm:pt modelId="{106A3884-2DA3-4800-ACA7-4CD59804F5CB}" type="pres">
      <dgm:prSet presAssocID="{00D5F98F-3F08-4494-9D26-34E1BCCE3431}" presName="node" presStyleLbl="node1" presStyleIdx="1" presStyleCnt="3">
        <dgm:presLayoutVars>
          <dgm:bulletEnabled val="1"/>
        </dgm:presLayoutVars>
      </dgm:prSet>
      <dgm:spPr/>
    </dgm:pt>
    <dgm:pt modelId="{4BE5D600-8FB0-4866-BD58-4E91519C045A}" type="pres">
      <dgm:prSet presAssocID="{CC87D308-597E-4C29-9432-9BA0E850DF37}" presName="sibTrans" presStyleCnt="0"/>
      <dgm:spPr/>
    </dgm:pt>
    <dgm:pt modelId="{63C0AD27-8F23-4A73-B73C-07E2E350DB93}" type="pres">
      <dgm:prSet presAssocID="{D711AAD7-609E-4D8F-8FA7-0D2062902CB7}" presName="node" presStyleLbl="node1" presStyleIdx="2" presStyleCnt="3">
        <dgm:presLayoutVars>
          <dgm:bulletEnabled val="1"/>
        </dgm:presLayoutVars>
      </dgm:prSet>
      <dgm:spPr/>
    </dgm:pt>
  </dgm:ptLst>
  <dgm:cxnLst>
    <dgm:cxn modelId="{3F69AC02-7BEA-4E43-AA37-F5EA52993E8C}" type="presOf" srcId="{FDB3410C-F2A1-4F24-A762-B7A7967B884F}" destId="{870D1245-6C8F-4496-9028-E9BE44A49A6D}" srcOrd="0" destOrd="0" presId="urn:microsoft.com/office/officeart/2005/8/layout/default"/>
    <dgm:cxn modelId="{A3273E3E-3237-4A19-A9C3-31141CB30C27}" type="presOf" srcId="{D711AAD7-609E-4D8F-8FA7-0D2062902CB7}" destId="{63C0AD27-8F23-4A73-B73C-07E2E350DB93}" srcOrd="0" destOrd="0" presId="urn:microsoft.com/office/officeart/2005/8/layout/default"/>
    <dgm:cxn modelId="{AE12846C-382D-4DFB-8158-740FC465F4FD}" type="presOf" srcId="{9116C4C4-A27A-4EA6-936F-AA97A06D8395}" destId="{D30952C5-C40D-4834-AF29-4FF1A622CA86}" srcOrd="0" destOrd="0" presId="urn:microsoft.com/office/officeart/2005/8/layout/default"/>
    <dgm:cxn modelId="{A2A80E7B-A060-480E-910C-148096D471B1}" srcId="{9116C4C4-A27A-4EA6-936F-AA97A06D8395}" destId="{00D5F98F-3F08-4494-9D26-34E1BCCE3431}" srcOrd="1" destOrd="0" parTransId="{2748992A-B4FD-4D00-B0B3-F753EFA7C51A}" sibTransId="{CC87D308-597E-4C29-9432-9BA0E850DF37}"/>
    <dgm:cxn modelId="{2D0555D3-F0B0-434C-AB60-49F3BCE56AD4}" type="presOf" srcId="{00D5F98F-3F08-4494-9D26-34E1BCCE3431}" destId="{106A3884-2DA3-4800-ACA7-4CD59804F5CB}" srcOrd="0" destOrd="0" presId="urn:microsoft.com/office/officeart/2005/8/layout/default"/>
    <dgm:cxn modelId="{8B3758D6-CA24-4590-913D-2BDADE6EDE1D}" srcId="{9116C4C4-A27A-4EA6-936F-AA97A06D8395}" destId="{D711AAD7-609E-4D8F-8FA7-0D2062902CB7}" srcOrd="2" destOrd="0" parTransId="{029876B5-1E32-4086-8344-B7E92A987218}" sibTransId="{B2A91F7E-CA4D-481E-A81F-16F501677018}"/>
    <dgm:cxn modelId="{8A8C5BDE-0585-462E-BB77-2C526BC29353}" srcId="{9116C4C4-A27A-4EA6-936F-AA97A06D8395}" destId="{FDB3410C-F2A1-4F24-A762-B7A7967B884F}" srcOrd="0" destOrd="0" parTransId="{6C10C541-3122-4BF8-A8A8-DDB1E86EDD10}" sibTransId="{58A43381-8F8B-45DF-94A1-412EB3D7757F}"/>
    <dgm:cxn modelId="{47DFE0FD-13C7-4629-B230-2F84B363D424}" type="presParOf" srcId="{D30952C5-C40D-4834-AF29-4FF1A622CA86}" destId="{870D1245-6C8F-4496-9028-E9BE44A49A6D}" srcOrd="0" destOrd="0" presId="urn:microsoft.com/office/officeart/2005/8/layout/default"/>
    <dgm:cxn modelId="{A170A540-73C6-4DBB-BCA6-2AC0E6829F53}" type="presParOf" srcId="{D30952C5-C40D-4834-AF29-4FF1A622CA86}" destId="{6B9F949E-9CEF-48EC-AE0E-431CDD664103}" srcOrd="1" destOrd="0" presId="urn:microsoft.com/office/officeart/2005/8/layout/default"/>
    <dgm:cxn modelId="{4B282C5D-720D-4501-B7FC-00ED8FE7AD65}" type="presParOf" srcId="{D30952C5-C40D-4834-AF29-4FF1A622CA86}" destId="{106A3884-2DA3-4800-ACA7-4CD59804F5CB}" srcOrd="2" destOrd="0" presId="urn:microsoft.com/office/officeart/2005/8/layout/default"/>
    <dgm:cxn modelId="{653453E5-7A57-4FBE-9D77-2DDF4BDF5540}" type="presParOf" srcId="{D30952C5-C40D-4834-AF29-4FF1A622CA86}" destId="{4BE5D600-8FB0-4866-BD58-4E91519C045A}" srcOrd="3" destOrd="0" presId="urn:microsoft.com/office/officeart/2005/8/layout/default"/>
    <dgm:cxn modelId="{01A48065-36CB-4576-B922-0DF4EC33DE17}" type="presParOf" srcId="{D30952C5-C40D-4834-AF29-4FF1A622CA86}" destId="{63C0AD27-8F23-4A73-B73C-07E2E350DB93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B2DD640-1278-4CEF-95B6-8681E0108303}" type="doc">
      <dgm:prSet loTypeId="urn:microsoft.com/office/officeart/2005/8/layout/default" loCatId="list" qsTypeId="urn:microsoft.com/office/officeart/2005/8/quickstyle/simple2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D8D2DFB-F050-4D1F-A422-11B779A2F4DC}">
      <dgm:prSet/>
      <dgm:spPr/>
      <dgm:t>
        <a:bodyPr/>
        <a:lstStyle/>
        <a:p>
          <a:r>
            <a:rPr lang="en-US"/>
            <a:t>LOPDGDD y RGPD</a:t>
          </a:r>
        </a:p>
      </dgm:t>
    </dgm:pt>
    <dgm:pt modelId="{229AD5A7-DAC5-4267-AB20-9F4536905C0D}" type="parTrans" cxnId="{D7F8C29B-AAB3-4DFE-A946-B78510C55DC6}">
      <dgm:prSet/>
      <dgm:spPr/>
      <dgm:t>
        <a:bodyPr/>
        <a:lstStyle/>
        <a:p>
          <a:endParaRPr lang="en-US"/>
        </a:p>
      </dgm:t>
    </dgm:pt>
    <dgm:pt modelId="{A16755CA-801A-4C27-9193-A0B46C5D26CB}" type="sibTrans" cxnId="{D7F8C29B-AAB3-4DFE-A946-B78510C55DC6}">
      <dgm:prSet/>
      <dgm:spPr/>
      <dgm:t>
        <a:bodyPr/>
        <a:lstStyle/>
        <a:p>
          <a:endParaRPr lang="en-US"/>
        </a:p>
      </dgm:t>
    </dgm:pt>
    <dgm:pt modelId="{75C7CE3D-83F8-43BD-8342-315A2C840152}">
      <dgm:prSet/>
      <dgm:spPr/>
      <dgm:t>
        <a:bodyPr/>
        <a:lstStyle/>
        <a:p>
          <a:r>
            <a:rPr lang="en-US"/>
            <a:t>Registro de accesos</a:t>
          </a:r>
        </a:p>
      </dgm:t>
    </dgm:pt>
    <dgm:pt modelId="{1836EF6A-D0F6-4B42-971B-DC55326F41AB}" type="parTrans" cxnId="{556F7122-764D-48BB-B566-21F65839B81E}">
      <dgm:prSet/>
      <dgm:spPr/>
      <dgm:t>
        <a:bodyPr/>
        <a:lstStyle/>
        <a:p>
          <a:endParaRPr lang="en-US"/>
        </a:p>
      </dgm:t>
    </dgm:pt>
    <dgm:pt modelId="{634BB69A-A47F-47FB-BDA5-809C21E9982A}" type="sibTrans" cxnId="{556F7122-764D-48BB-B566-21F65839B81E}">
      <dgm:prSet/>
      <dgm:spPr/>
      <dgm:t>
        <a:bodyPr/>
        <a:lstStyle/>
        <a:p>
          <a:endParaRPr lang="en-US"/>
        </a:p>
      </dgm:t>
    </dgm:pt>
    <dgm:pt modelId="{CEF0E3AF-DA5D-405B-9B85-FB8712806717}">
      <dgm:prSet/>
      <dgm:spPr/>
      <dgm:t>
        <a:bodyPr/>
        <a:lstStyle/>
        <a:p>
          <a:r>
            <a:rPr lang="en-US"/>
            <a:t>Auditoría y trazabilidad</a:t>
          </a:r>
        </a:p>
      </dgm:t>
    </dgm:pt>
    <dgm:pt modelId="{F56BACD4-5398-4840-965E-67E1E2567FC5}" type="parTrans" cxnId="{C3A99878-349B-4375-81C4-B9FBDF02B556}">
      <dgm:prSet/>
      <dgm:spPr/>
      <dgm:t>
        <a:bodyPr/>
        <a:lstStyle/>
        <a:p>
          <a:endParaRPr lang="en-US"/>
        </a:p>
      </dgm:t>
    </dgm:pt>
    <dgm:pt modelId="{A1927A91-0584-417C-9A5A-34FD3C0E6CAB}" type="sibTrans" cxnId="{C3A99878-349B-4375-81C4-B9FBDF02B556}">
      <dgm:prSet/>
      <dgm:spPr/>
      <dgm:t>
        <a:bodyPr/>
        <a:lstStyle/>
        <a:p>
          <a:endParaRPr lang="en-US"/>
        </a:p>
      </dgm:t>
    </dgm:pt>
    <dgm:pt modelId="{927CE463-D659-4163-941F-4B78C924A190}" type="pres">
      <dgm:prSet presAssocID="{1B2DD640-1278-4CEF-95B6-8681E0108303}" presName="diagram" presStyleCnt="0">
        <dgm:presLayoutVars>
          <dgm:dir/>
          <dgm:resizeHandles val="exact"/>
        </dgm:presLayoutVars>
      </dgm:prSet>
      <dgm:spPr/>
    </dgm:pt>
    <dgm:pt modelId="{59550CA3-91CA-4E64-9ACE-65732F190A28}" type="pres">
      <dgm:prSet presAssocID="{CD8D2DFB-F050-4D1F-A422-11B779A2F4DC}" presName="node" presStyleLbl="node1" presStyleIdx="0" presStyleCnt="3">
        <dgm:presLayoutVars>
          <dgm:bulletEnabled val="1"/>
        </dgm:presLayoutVars>
      </dgm:prSet>
      <dgm:spPr/>
    </dgm:pt>
    <dgm:pt modelId="{53D32CD0-9619-4EF2-BE89-613F743BD7A6}" type="pres">
      <dgm:prSet presAssocID="{A16755CA-801A-4C27-9193-A0B46C5D26CB}" presName="sibTrans" presStyleCnt="0"/>
      <dgm:spPr/>
    </dgm:pt>
    <dgm:pt modelId="{309CBB1B-D5B7-43C0-80F4-1A48E590E629}" type="pres">
      <dgm:prSet presAssocID="{75C7CE3D-83F8-43BD-8342-315A2C840152}" presName="node" presStyleLbl="node1" presStyleIdx="1" presStyleCnt="3">
        <dgm:presLayoutVars>
          <dgm:bulletEnabled val="1"/>
        </dgm:presLayoutVars>
      </dgm:prSet>
      <dgm:spPr/>
    </dgm:pt>
    <dgm:pt modelId="{1FF3F2BF-8DFF-471A-94CF-0B9E2BDB6ABC}" type="pres">
      <dgm:prSet presAssocID="{634BB69A-A47F-47FB-BDA5-809C21E9982A}" presName="sibTrans" presStyleCnt="0"/>
      <dgm:spPr/>
    </dgm:pt>
    <dgm:pt modelId="{1C2454C7-EED7-406E-AE64-EEF463B023D6}" type="pres">
      <dgm:prSet presAssocID="{CEF0E3AF-DA5D-405B-9B85-FB8712806717}" presName="node" presStyleLbl="node1" presStyleIdx="2" presStyleCnt="3">
        <dgm:presLayoutVars>
          <dgm:bulletEnabled val="1"/>
        </dgm:presLayoutVars>
      </dgm:prSet>
      <dgm:spPr/>
    </dgm:pt>
  </dgm:ptLst>
  <dgm:cxnLst>
    <dgm:cxn modelId="{556F7122-764D-48BB-B566-21F65839B81E}" srcId="{1B2DD640-1278-4CEF-95B6-8681E0108303}" destId="{75C7CE3D-83F8-43BD-8342-315A2C840152}" srcOrd="1" destOrd="0" parTransId="{1836EF6A-D0F6-4B42-971B-DC55326F41AB}" sibTransId="{634BB69A-A47F-47FB-BDA5-809C21E9982A}"/>
    <dgm:cxn modelId="{BAB65E67-F5CF-444B-AEF8-C264660E9489}" type="presOf" srcId="{CEF0E3AF-DA5D-405B-9B85-FB8712806717}" destId="{1C2454C7-EED7-406E-AE64-EEF463B023D6}" srcOrd="0" destOrd="0" presId="urn:microsoft.com/office/officeart/2005/8/layout/default"/>
    <dgm:cxn modelId="{C3A99878-349B-4375-81C4-B9FBDF02B556}" srcId="{1B2DD640-1278-4CEF-95B6-8681E0108303}" destId="{CEF0E3AF-DA5D-405B-9B85-FB8712806717}" srcOrd="2" destOrd="0" parTransId="{F56BACD4-5398-4840-965E-67E1E2567FC5}" sibTransId="{A1927A91-0584-417C-9A5A-34FD3C0E6CAB}"/>
    <dgm:cxn modelId="{66972E59-4AA5-4FC7-80C6-0629DB8DDBE4}" type="presOf" srcId="{1B2DD640-1278-4CEF-95B6-8681E0108303}" destId="{927CE463-D659-4163-941F-4B78C924A190}" srcOrd="0" destOrd="0" presId="urn:microsoft.com/office/officeart/2005/8/layout/default"/>
    <dgm:cxn modelId="{D7F8C29B-AAB3-4DFE-A946-B78510C55DC6}" srcId="{1B2DD640-1278-4CEF-95B6-8681E0108303}" destId="{CD8D2DFB-F050-4D1F-A422-11B779A2F4DC}" srcOrd="0" destOrd="0" parTransId="{229AD5A7-DAC5-4267-AB20-9F4536905C0D}" sibTransId="{A16755CA-801A-4C27-9193-A0B46C5D26CB}"/>
    <dgm:cxn modelId="{83850AAC-BC8B-407E-81CC-A36D0C671C7B}" type="presOf" srcId="{75C7CE3D-83F8-43BD-8342-315A2C840152}" destId="{309CBB1B-D5B7-43C0-80F4-1A48E590E629}" srcOrd="0" destOrd="0" presId="urn:microsoft.com/office/officeart/2005/8/layout/default"/>
    <dgm:cxn modelId="{A01FE1C4-DF8B-41FF-AEDF-12FDD0437E40}" type="presOf" srcId="{CD8D2DFB-F050-4D1F-A422-11B779A2F4DC}" destId="{59550CA3-91CA-4E64-9ACE-65732F190A28}" srcOrd="0" destOrd="0" presId="urn:microsoft.com/office/officeart/2005/8/layout/default"/>
    <dgm:cxn modelId="{A5E3267C-6C96-498D-B789-8E5632C54B9B}" type="presParOf" srcId="{927CE463-D659-4163-941F-4B78C924A190}" destId="{59550CA3-91CA-4E64-9ACE-65732F190A28}" srcOrd="0" destOrd="0" presId="urn:microsoft.com/office/officeart/2005/8/layout/default"/>
    <dgm:cxn modelId="{0B1EBEF9-0878-4DDD-82CF-AECCCA4425E5}" type="presParOf" srcId="{927CE463-D659-4163-941F-4B78C924A190}" destId="{53D32CD0-9619-4EF2-BE89-613F743BD7A6}" srcOrd="1" destOrd="0" presId="urn:microsoft.com/office/officeart/2005/8/layout/default"/>
    <dgm:cxn modelId="{8AD58F4B-8F41-403F-8159-3F202AABE677}" type="presParOf" srcId="{927CE463-D659-4163-941F-4B78C924A190}" destId="{309CBB1B-D5B7-43C0-80F4-1A48E590E629}" srcOrd="2" destOrd="0" presId="urn:microsoft.com/office/officeart/2005/8/layout/default"/>
    <dgm:cxn modelId="{32B6912F-F9E8-49F9-B4C2-31AA03D9FDBD}" type="presParOf" srcId="{927CE463-D659-4163-941F-4B78C924A190}" destId="{1FF3F2BF-8DFF-471A-94CF-0B9E2BDB6ABC}" srcOrd="3" destOrd="0" presId="urn:microsoft.com/office/officeart/2005/8/layout/default"/>
    <dgm:cxn modelId="{AE5E16B9-0135-47F6-9E8F-BEBAC3ECE941}" type="presParOf" srcId="{927CE463-D659-4163-941F-4B78C924A190}" destId="{1C2454C7-EED7-406E-AE64-EEF463B023D6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B0921C4C-C0C0-474F-9817-EC652A9F7E8A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64FB25F-9253-4467-9773-7B40C4E705B6}">
      <dgm:prSet/>
      <dgm:spPr/>
      <dgm:t>
        <a:bodyPr/>
        <a:lstStyle/>
        <a:p>
          <a:r>
            <a:rPr lang="en-US"/>
            <a:t>Administrador</a:t>
          </a:r>
        </a:p>
      </dgm:t>
    </dgm:pt>
    <dgm:pt modelId="{35C00260-36C2-4AD9-9DE7-8D5161C3F264}" type="parTrans" cxnId="{C6810DEB-6529-4393-B26F-22704C338673}">
      <dgm:prSet/>
      <dgm:spPr/>
      <dgm:t>
        <a:bodyPr/>
        <a:lstStyle/>
        <a:p>
          <a:endParaRPr lang="en-US"/>
        </a:p>
      </dgm:t>
    </dgm:pt>
    <dgm:pt modelId="{6EB15A46-E89F-4388-9CE4-C48F31FCDDCF}" type="sibTrans" cxnId="{C6810DEB-6529-4393-B26F-22704C338673}">
      <dgm:prSet/>
      <dgm:spPr/>
      <dgm:t>
        <a:bodyPr/>
        <a:lstStyle/>
        <a:p>
          <a:endParaRPr lang="en-US"/>
        </a:p>
      </dgm:t>
    </dgm:pt>
    <dgm:pt modelId="{B19DAF4F-A6D4-41B4-BFDE-DD6FD8DBF569}">
      <dgm:prSet/>
      <dgm:spPr/>
      <dgm:t>
        <a:bodyPr/>
        <a:lstStyle/>
        <a:p>
          <a:r>
            <a:rPr lang="en-US"/>
            <a:t>Usuario estándar</a:t>
          </a:r>
        </a:p>
      </dgm:t>
    </dgm:pt>
    <dgm:pt modelId="{8B0D7C84-28B7-4D60-950E-2A48EFE0FEFF}" type="parTrans" cxnId="{55569778-8BE2-41CC-9BE3-4EF61C154A63}">
      <dgm:prSet/>
      <dgm:spPr/>
      <dgm:t>
        <a:bodyPr/>
        <a:lstStyle/>
        <a:p>
          <a:endParaRPr lang="en-US"/>
        </a:p>
      </dgm:t>
    </dgm:pt>
    <dgm:pt modelId="{E685E883-7939-46AC-A8FE-4AB9E22AFE15}" type="sibTrans" cxnId="{55569778-8BE2-41CC-9BE3-4EF61C154A63}">
      <dgm:prSet/>
      <dgm:spPr/>
      <dgm:t>
        <a:bodyPr/>
        <a:lstStyle/>
        <a:p>
          <a:endParaRPr lang="en-US"/>
        </a:p>
      </dgm:t>
    </dgm:pt>
    <dgm:pt modelId="{6110D75B-FB21-4800-84FB-0B4D0EC60645}">
      <dgm:prSet/>
      <dgm:spPr/>
      <dgm:t>
        <a:bodyPr/>
        <a:lstStyle/>
        <a:p>
          <a:r>
            <a:rPr lang="en-US"/>
            <a:t>Usuario avanzado</a:t>
          </a:r>
        </a:p>
      </dgm:t>
    </dgm:pt>
    <dgm:pt modelId="{ABAE40EF-EDD4-4C68-858E-1F21BFC77D3C}" type="parTrans" cxnId="{088E5094-70FD-476F-9DB8-523F3BC4B1B5}">
      <dgm:prSet/>
      <dgm:spPr/>
      <dgm:t>
        <a:bodyPr/>
        <a:lstStyle/>
        <a:p>
          <a:endParaRPr lang="en-US"/>
        </a:p>
      </dgm:t>
    </dgm:pt>
    <dgm:pt modelId="{FE0F5554-90F7-4689-8254-163C19F75363}" type="sibTrans" cxnId="{088E5094-70FD-476F-9DB8-523F3BC4B1B5}">
      <dgm:prSet/>
      <dgm:spPr/>
      <dgm:t>
        <a:bodyPr/>
        <a:lstStyle/>
        <a:p>
          <a:endParaRPr lang="en-US"/>
        </a:p>
      </dgm:t>
    </dgm:pt>
    <dgm:pt modelId="{9F8DCF8B-26BE-41F7-A03D-04100390503E}">
      <dgm:prSet/>
      <dgm:spPr/>
      <dgm:t>
        <a:bodyPr/>
        <a:lstStyle/>
        <a:p>
          <a:r>
            <a:rPr lang="en-US"/>
            <a:t>Auditor</a:t>
          </a:r>
        </a:p>
      </dgm:t>
    </dgm:pt>
    <dgm:pt modelId="{BFE80DDD-A4AC-4D23-A3F5-5A42120B8006}" type="parTrans" cxnId="{2D076763-B845-4150-BE38-5383CF1375DC}">
      <dgm:prSet/>
      <dgm:spPr/>
      <dgm:t>
        <a:bodyPr/>
        <a:lstStyle/>
        <a:p>
          <a:endParaRPr lang="en-US"/>
        </a:p>
      </dgm:t>
    </dgm:pt>
    <dgm:pt modelId="{DDA4761E-90FD-4AD4-A0A1-E911E8D8267F}" type="sibTrans" cxnId="{2D076763-B845-4150-BE38-5383CF1375DC}">
      <dgm:prSet/>
      <dgm:spPr/>
      <dgm:t>
        <a:bodyPr/>
        <a:lstStyle/>
        <a:p>
          <a:endParaRPr lang="en-US"/>
        </a:p>
      </dgm:t>
    </dgm:pt>
    <dgm:pt modelId="{0DCC7223-B3CC-4E3B-9DFF-625814F21373}" type="pres">
      <dgm:prSet presAssocID="{B0921C4C-C0C0-474F-9817-EC652A9F7E8A}" presName="diagram" presStyleCnt="0">
        <dgm:presLayoutVars>
          <dgm:dir/>
          <dgm:resizeHandles val="exact"/>
        </dgm:presLayoutVars>
      </dgm:prSet>
      <dgm:spPr/>
    </dgm:pt>
    <dgm:pt modelId="{0CD98F82-EEF6-40C8-93B7-6D9CA04345D8}" type="pres">
      <dgm:prSet presAssocID="{364FB25F-9253-4467-9773-7B40C4E705B6}" presName="node" presStyleLbl="node1" presStyleIdx="0" presStyleCnt="4">
        <dgm:presLayoutVars>
          <dgm:bulletEnabled val="1"/>
        </dgm:presLayoutVars>
      </dgm:prSet>
      <dgm:spPr/>
    </dgm:pt>
    <dgm:pt modelId="{3E48D94F-ABA2-4A64-B2CC-308CDD17E99F}" type="pres">
      <dgm:prSet presAssocID="{6EB15A46-E89F-4388-9CE4-C48F31FCDDCF}" presName="sibTrans" presStyleCnt="0"/>
      <dgm:spPr/>
    </dgm:pt>
    <dgm:pt modelId="{CA39090C-7881-4F4E-9B67-509CB031CCC3}" type="pres">
      <dgm:prSet presAssocID="{B19DAF4F-A6D4-41B4-BFDE-DD6FD8DBF569}" presName="node" presStyleLbl="node1" presStyleIdx="1" presStyleCnt="4">
        <dgm:presLayoutVars>
          <dgm:bulletEnabled val="1"/>
        </dgm:presLayoutVars>
      </dgm:prSet>
      <dgm:spPr/>
    </dgm:pt>
    <dgm:pt modelId="{79BA291B-FD70-4F50-AD98-1E3BC0C63240}" type="pres">
      <dgm:prSet presAssocID="{E685E883-7939-46AC-A8FE-4AB9E22AFE15}" presName="sibTrans" presStyleCnt="0"/>
      <dgm:spPr/>
    </dgm:pt>
    <dgm:pt modelId="{24EAA14C-A7E0-40F6-95C0-0365D45F172A}" type="pres">
      <dgm:prSet presAssocID="{6110D75B-FB21-4800-84FB-0B4D0EC60645}" presName="node" presStyleLbl="node1" presStyleIdx="2" presStyleCnt="4">
        <dgm:presLayoutVars>
          <dgm:bulletEnabled val="1"/>
        </dgm:presLayoutVars>
      </dgm:prSet>
      <dgm:spPr/>
    </dgm:pt>
    <dgm:pt modelId="{4EFFDDB2-5136-403B-AC97-40701CE2CEB9}" type="pres">
      <dgm:prSet presAssocID="{FE0F5554-90F7-4689-8254-163C19F75363}" presName="sibTrans" presStyleCnt="0"/>
      <dgm:spPr/>
    </dgm:pt>
    <dgm:pt modelId="{AE0012D9-04EB-4B6E-9D86-32741D721386}" type="pres">
      <dgm:prSet presAssocID="{9F8DCF8B-26BE-41F7-A03D-04100390503E}" presName="node" presStyleLbl="node1" presStyleIdx="3" presStyleCnt="4">
        <dgm:presLayoutVars>
          <dgm:bulletEnabled val="1"/>
        </dgm:presLayoutVars>
      </dgm:prSet>
      <dgm:spPr/>
    </dgm:pt>
  </dgm:ptLst>
  <dgm:cxnLst>
    <dgm:cxn modelId="{5A8F5800-EB1F-4FE9-B01C-9CEF12596336}" type="presOf" srcId="{6110D75B-FB21-4800-84FB-0B4D0EC60645}" destId="{24EAA14C-A7E0-40F6-95C0-0365D45F172A}" srcOrd="0" destOrd="0" presId="urn:microsoft.com/office/officeart/2005/8/layout/default"/>
    <dgm:cxn modelId="{B439445D-D371-43AD-B3B6-A3C059DE93C2}" type="presOf" srcId="{B0921C4C-C0C0-474F-9817-EC652A9F7E8A}" destId="{0DCC7223-B3CC-4E3B-9DFF-625814F21373}" srcOrd="0" destOrd="0" presId="urn:microsoft.com/office/officeart/2005/8/layout/default"/>
    <dgm:cxn modelId="{2D076763-B845-4150-BE38-5383CF1375DC}" srcId="{B0921C4C-C0C0-474F-9817-EC652A9F7E8A}" destId="{9F8DCF8B-26BE-41F7-A03D-04100390503E}" srcOrd="3" destOrd="0" parTransId="{BFE80DDD-A4AC-4D23-A3F5-5A42120B8006}" sibTransId="{DDA4761E-90FD-4AD4-A0A1-E911E8D8267F}"/>
    <dgm:cxn modelId="{55569778-8BE2-41CC-9BE3-4EF61C154A63}" srcId="{B0921C4C-C0C0-474F-9817-EC652A9F7E8A}" destId="{B19DAF4F-A6D4-41B4-BFDE-DD6FD8DBF569}" srcOrd="1" destOrd="0" parTransId="{8B0D7C84-28B7-4D60-950E-2A48EFE0FEFF}" sibTransId="{E685E883-7939-46AC-A8FE-4AB9E22AFE15}"/>
    <dgm:cxn modelId="{DA594686-645D-4D7A-818A-4D11EAC3C84F}" type="presOf" srcId="{9F8DCF8B-26BE-41F7-A03D-04100390503E}" destId="{AE0012D9-04EB-4B6E-9D86-32741D721386}" srcOrd="0" destOrd="0" presId="urn:microsoft.com/office/officeart/2005/8/layout/default"/>
    <dgm:cxn modelId="{088E5094-70FD-476F-9DB8-523F3BC4B1B5}" srcId="{B0921C4C-C0C0-474F-9817-EC652A9F7E8A}" destId="{6110D75B-FB21-4800-84FB-0B4D0EC60645}" srcOrd="2" destOrd="0" parTransId="{ABAE40EF-EDD4-4C68-858E-1F21BFC77D3C}" sibTransId="{FE0F5554-90F7-4689-8254-163C19F75363}"/>
    <dgm:cxn modelId="{DCE20BB6-0C87-4DA1-98AE-6823D49E015D}" type="presOf" srcId="{364FB25F-9253-4467-9773-7B40C4E705B6}" destId="{0CD98F82-EEF6-40C8-93B7-6D9CA04345D8}" srcOrd="0" destOrd="0" presId="urn:microsoft.com/office/officeart/2005/8/layout/default"/>
    <dgm:cxn modelId="{4D1657EA-BCA4-4754-8667-8B58F375DFE2}" type="presOf" srcId="{B19DAF4F-A6D4-41B4-BFDE-DD6FD8DBF569}" destId="{CA39090C-7881-4F4E-9B67-509CB031CCC3}" srcOrd="0" destOrd="0" presId="urn:microsoft.com/office/officeart/2005/8/layout/default"/>
    <dgm:cxn modelId="{C6810DEB-6529-4393-B26F-22704C338673}" srcId="{B0921C4C-C0C0-474F-9817-EC652A9F7E8A}" destId="{364FB25F-9253-4467-9773-7B40C4E705B6}" srcOrd="0" destOrd="0" parTransId="{35C00260-36C2-4AD9-9DE7-8D5161C3F264}" sibTransId="{6EB15A46-E89F-4388-9CE4-C48F31FCDDCF}"/>
    <dgm:cxn modelId="{E4F22A01-E358-448B-9218-03CE13509A59}" type="presParOf" srcId="{0DCC7223-B3CC-4E3B-9DFF-625814F21373}" destId="{0CD98F82-EEF6-40C8-93B7-6D9CA04345D8}" srcOrd="0" destOrd="0" presId="urn:microsoft.com/office/officeart/2005/8/layout/default"/>
    <dgm:cxn modelId="{B9A6D62A-8EC6-43C3-8417-9AE16630DF71}" type="presParOf" srcId="{0DCC7223-B3CC-4E3B-9DFF-625814F21373}" destId="{3E48D94F-ABA2-4A64-B2CC-308CDD17E99F}" srcOrd="1" destOrd="0" presId="urn:microsoft.com/office/officeart/2005/8/layout/default"/>
    <dgm:cxn modelId="{111E234C-3B20-4DAF-8FB6-356923820A3F}" type="presParOf" srcId="{0DCC7223-B3CC-4E3B-9DFF-625814F21373}" destId="{CA39090C-7881-4F4E-9B67-509CB031CCC3}" srcOrd="2" destOrd="0" presId="urn:microsoft.com/office/officeart/2005/8/layout/default"/>
    <dgm:cxn modelId="{1C439AC8-1497-4F6A-8AB8-1895B0BD9528}" type="presParOf" srcId="{0DCC7223-B3CC-4E3B-9DFF-625814F21373}" destId="{79BA291B-FD70-4F50-AD98-1E3BC0C63240}" srcOrd="3" destOrd="0" presId="urn:microsoft.com/office/officeart/2005/8/layout/default"/>
    <dgm:cxn modelId="{F9B5A1AF-2B94-4B3B-9CD8-8DA333665263}" type="presParOf" srcId="{0DCC7223-B3CC-4E3B-9DFF-625814F21373}" destId="{24EAA14C-A7E0-40F6-95C0-0365D45F172A}" srcOrd="4" destOrd="0" presId="urn:microsoft.com/office/officeart/2005/8/layout/default"/>
    <dgm:cxn modelId="{93050F7E-5913-4B82-B56A-1E1D792FA4D7}" type="presParOf" srcId="{0DCC7223-B3CC-4E3B-9DFF-625814F21373}" destId="{4EFFDDB2-5136-403B-AC97-40701CE2CEB9}" srcOrd="5" destOrd="0" presId="urn:microsoft.com/office/officeart/2005/8/layout/default"/>
    <dgm:cxn modelId="{4423C68E-A2AD-4625-9105-90EB6F180078}" type="presParOf" srcId="{0DCC7223-B3CC-4E3B-9DFF-625814F21373}" destId="{AE0012D9-04EB-4B6E-9D86-32741D721386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F3053548-6753-4917-A6C3-A5A80694C986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F6F9E81-2214-4E59-93DA-C95D59F8508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Gestión centralizada de usuarios</a:t>
          </a:r>
        </a:p>
      </dgm:t>
    </dgm:pt>
    <dgm:pt modelId="{91F52EBC-1A17-4FE2-AFA1-A24D60EB5DD6}" type="parTrans" cxnId="{0FE32B50-8388-4666-B815-CDAA9585DC29}">
      <dgm:prSet/>
      <dgm:spPr/>
      <dgm:t>
        <a:bodyPr/>
        <a:lstStyle/>
        <a:p>
          <a:endParaRPr lang="en-US"/>
        </a:p>
      </dgm:t>
    </dgm:pt>
    <dgm:pt modelId="{43602B81-0C23-442C-B563-1B3355F55201}" type="sibTrans" cxnId="{0FE32B50-8388-4666-B815-CDAA9585DC29}">
      <dgm:prSet/>
      <dgm:spPr/>
      <dgm:t>
        <a:bodyPr/>
        <a:lstStyle/>
        <a:p>
          <a:endParaRPr lang="en-US"/>
        </a:p>
      </dgm:t>
    </dgm:pt>
    <dgm:pt modelId="{71E7240C-6403-4921-975D-10FCD341E03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Autenticación y autorización</a:t>
          </a:r>
        </a:p>
      </dgm:t>
    </dgm:pt>
    <dgm:pt modelId="{0806CDE0-C124-4F6B-875D-536F4C2EC862}" type="parTrans" cxnId="{C065B717-3AB1-4841-B5AE-B156716D12F5}">
      <dgm:prSet/>
      <dgm:spPr/>
      <dgm:t>
        <a:bodyPr/>
        <a:lstStyle/>
        <a:p>
          <a:endParaRPr lang="en-US"/>
        </a:p>
      </dgm:t>
    </dgm:pt>
    <dgm:pt modelId="{FCAAC72A-9634-48E3-8463-C3F1715B65E1}" type="sibTrans" cxnId="{C065B717-3AB1-4841-B5AE-B156716D12F5}">
      <dgm:prSet/>
      <dgm:spPr/>
      <dgm:t>
        <a:bodyPr/>
        <a:lstStyle/>
        <a:p>
          <a:endParaRPr lang="en-US"/>
        </a:p>
      </dgm:t>
    </dgm:pt>
    <dgm:pt modelId="{42D51AF1-572E-4F01-AEE9-9E2C2B3E2C0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Uso común en entornos empresariales</a:t>
          </a:r>
        </a:p>
      </dgm:t>
    </dgm:pt>
    <dgm:pt modelId="{75933313-E8AD-4242-8DDE-44F53BC3D6D1}" type="parTrans" cxnId="{58E86F88-D936-45B9-A6D8-07396DF77D78}">
      <dgm:prSet/>
      <dgm:spPr/>
      <dgm:t>
        <a:bodyPr/>
        <a:lstStyle/>
        <a:p>
          <a:endParaRPr lang="en-US"/>
        </a:p>
      </dgm:t>
    </dgm:pt>
    <dgm:pt modelId="{2243D843-2E64-4E81-8A19-BEA91B1DC3EA}" type="sibTrans" cxnId="{58E86F88-D936-45B9-A6D8-07396DF77D78}">
      <dgm:prSet/>
      <dgm:spPr/>
      <dgm:t>
        <a:bodyPr/>
        <a:lstStyle/>
        <a:p>
          <a:endParaRPr lang="en-US"/>
        </a:p>
      </dgm:t>
    </dgm:pt>
    <dgm:pt modelId="{26938B19-D268-4F58-B5C4-D82C4CEBFE57}" type="pres">
      <dgm:prSet presAssocID="{F3053548-6753-4917-A6C3-A5A80694C986}" presName="root" presStyleCnt="0">
        <dgm:presLayoutVars>
          <dgm:dir/>
          <dgm:resizeHandles val="exact"/>
        </dgm:presLayoutVars>
      </dgm:prSet>
      <dgm:spPr/>
    </dgm:pt>
    <dgm:pt modelId="{8532FF6B-50FB-42C3-8938-C428D27D76C5}" type="pres">
      <dgm:prSet presAssocID="{DF6F9E81-2214-4E59-93DA-C95D59F85087}" presName="compNode" presStyleCnt="0"/>
      <dgm:spPr/>
    </dgm:pt>
    <dgm:pt modelId="{AF1E92CD-F5A9-40C0-ABE4-717AEE525640}" type="pres">
      <dgm:prSet presAssocID="{DF6F9E81-2214-4E59-93DA-C95D59F8508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uario"/>
        </a:ext>
      </dgm:extLst>
    </dgm:pt>
    <dgm:pt modelId="{9BCE7204-4A87-4BDE-9E68-BA0753D3824D}" type="pres">
      <dgm:prSet presAssocID="{DF6F9E81-2214-4E59-93DA-C95D59F85087}" presName="spaceRect" presStyleCnt="0"/>
      <dgm:spPr/>
    </dgm:pt>
    <dgm:pt modelId="{033E6218-0919-4943-BEE0-16F9B6A05596}" type="pres">
      <dgm:prSet presAssocID="{DF6F9E81-2214-4E59-93DA-C95D59F85087}" presName="textRect" presStyleLbl="revTx" presStyleIdx="0" presStyleCnt="3">
        <dgm:presLayoutVars>
          <dgm:chMax val="1"/>
          <dgm:chPref val="1"/>
        </dgm:presLayoutVars>
      </dgm:prSet>
      <dgm:spPr/>
    </dgm:pt>
    <dgm:pt modelId="{BC90B67B-A6EA-4C15-8BAA-7FB39EB33B2F}" type="pres">
      <dgm:prSet presAssocID="{43602B81-0C23-442C-B563-1B3355F55201}" presName="sibTrans" presStyleCnt="0"/>
      <dgm:spPr/>
    </dgm:pt>
    <dgm:pt modelId="{CA05F66C-A679-4A55-AC6B-7363B9509B7D}" type="pres">
      <dgm:prSet presAssocID="{71E7240C-6403-4921-975D-10FCD341E030}" presName="compNode" presStyleCnt="0"/>
      <dgm:spPr/>
    </dgm:pt>
    <dgm:pt modelId="{179E4D0F-E2EB-491C-B97E-9EC1E4F8FEB0}" type="pres">
      <dgm:prSet presAssocID="{71E7240C-6403-4921-975D-10FCD341E03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loquear"/>
        </a:ext>
      </dgm:extLst>
    </dgm:pt>
    <dgm:pt modelId="{40D9BEF3-7692-48FC-A232-CA96F274FDEC}" type="pres">
      <dgm:prSet presAssocID="{71E7240C-6403-4921-975D-10FCD341E030}" presName="spaceRect" presStyleCnt="0"/>
      <dgm:spPr/>
    </dgm:pt>
    <dgm:pt modelId="{6D479274-D2EB-4018-961F-876E7BE3C635}" type="pres">
      <dgm:prSet presAssocID="{71E7240C-6403-4921-975D-10FCD341E030}" presName="textRect" presStyleLbl="revTx" presStyleIdx="1" presStyleCnt="3">
        <dgm:presLayoutVars>
          <dgm:chMax val="1"/>
          <dgm:chPref val="1"/>
        </dgm:presLayoutVars>
      </dgm:prSet>
      <dgm:spPr/>
    </dgm:pt>
    <dgm:pt modelId="{7E104CCF-A43A-4840-82D2-A761FFAFD608}" type="pres">
      <dgm:prSet presAssocID="{FCAAC72A-9634-48E3-8463-C3F1715B65E1}" presName="sibTrans" presStyleCnt="0"/>
      <dgm:spPr/>
    </dgm:pt>
    <dgm:pt modelId="{D73E861E-A11A-47E2-8737-8B5D01E3B429}" type="pres">
      <dgm:prSet presAssocID="{42D51AF1-572E-4F01-AEE9-9E2C2B3E2C00}" presName="compNode" presStyleCnt="0"/>
      <dgm:spPr/>
    </dgm:pt>
    <dgm:pt modelId="{884DD0C5-DB7C-47BA-BE50-442C036CC814}" type="pres">
      <dgm:prSet presAssocID="{42D51AF1-572E-4F01-AEE9-9E2C2B3E2C0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5968EE4D-702F-4A30-A856-FE49584E037E}" type="pres">
      <dgm:prSet presAssocID="{42D51AF1-572E-4F01-AEE9-9E2C2B3E2C00}" presName="spaceRect" presStyleCnt="0"/>
      <dgm:spPr/>
    </dgm:pt>
    <dgm:pt modelId="{A585F4E2-9E69-4CE8-9F42-741B64A167D2}" type="pres">
      <dgm:prSet presAssocID="{42D51AF1-572E-4F01-AEE9-9E2C2B3E2C0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EC68F712-EDB8-4A4B-9B57-2B7E0DEDEE28}" type="presOf" srcId="{71E7240C-6403-4921-975D-10FCD341E030}" destId="{6D479274-D2EB-4018-961F-876E7BE3C635}" srcOrd="0" destOrd="0" presId="urn:microsoft.com/office/officeart/2018/2/layout/IconLabelList"/>
    <dgm:cxn modelId="{C065B717-3AB1-4841-B5AE-B156716D12F5}" srcId="{F3053548-6753-4917-A6C3-A5A80694C986}" destId="{71E7240C-6403-4921-975D-10FCD341E030}" srcOrd="1" destOrd="0" parTransId="{0806CDE0-C124-4F6B-875D-536F4C2EC862}" sibTransId="{FCAAC72A-9634-48E3-8463-C3F1715B65E1}"/>
    <dgm:cxn modelId="{0FE32B50-8388-4666-B815-CDAA9585DC29}" srcId="{F3053548-6753-4917-A6C3-A5A80694C986}" destId="{DF6F9E81-2214-4E59-93DA-C95D59F85087}" srcOrd="0" destOrd="0" parTransId="{91F52EBC-1A17-4FE2-AFA1-A24D60EB5DD6}" sibTransId="{43602B81-0C23-442C-B563-1B3355F55201}"/>
    <dgm:cxn modelId="{1B995D7A-6F17-45F4-975D-983F8ECC593E}" type="presOf" srcId="{DF6F9E81-2214-4E59-93DA-C95D59F85087}" destId="{033E6218-0919-4943-BEE0-16F9B6A05596}" srcOrd="0" destOrd="0" presId="urn:microsoft.com/office/officeart/2018/2/layout/IconLabelList"/>
    <dgm:cxn modelId="{58E86F88-D936-45B9-A6D8-07396DF77D78}" srcId="{F3053548-6753-4917-A6C3-A5A80694C986}" destId="{42D51AF1-572E-4F01-AEE9-9E2C2B3E2C00}" srcOrd="2" destOrd="0" parTransId="{75933313-E8AD-4242-8DDE-44F53BC3D6D1}" sibTransId="{2243D843-2E64-4E81-8A19-BEA91B1DC3EA}"/>
    <dgm:cxn modelId="{8166AFB2-8C1C-4A65-A647-32438B3A7307}" type="presOf" srcId="{42D51AF1-572E-4F01-AEE9-9E2C2B3E2C00}" destId="{A585F4E2-9E69-4CE8-9F42-741B64A167D2}" srcOrd="0" destOrd="0" presId="urn:microsoft.com/office/officeart/2018/2/layout/IconLabelList"/>
    <dgm:cxn modelId="{805355E9-7E95-41EA-AA28-DC103A13EA26}" type="presOf" srcId="{F3053548-6753-4917-A6C3-A5A80694C986}" destId="{26938B19-D268-4F58-B5C4-D82C4CEBFE57}" srcOrd="0" destOrd="0" presId="urn:microsoft.com/office/officeart/2018/2/layout/IconLabelList"/>
    <dgm:cxn modelId="{DDD63370-81C9-4A63-8854-0D91B6E485C9}" type="presParOf" srcId="{26938B19-D268-4F58-B5C4-D82C4CEBFE57}" destId="{8532FF6B-50FB-42C3-8938-C428D27D76C5}" srcOrd="0" destOrd="0" presId="urn:microsoft.com/office/officeart/2018/2/layout/IconLabelList"/>
    <dgm:cxn modelId="{401B0917-6C69-4610-A1DC-23C9CE0BCBA8}" type="presParOf" srcId="{8532FF6B-50FB-42C3-8938-C428D27D76C5}" destId="{AF1E92CD-F5A9-40C0-ABE4-717AEE525640}" srcOrd="0" destOrd="0" presId="urn:microsoft.com/office/officeart/2018/2/layout/IconLabelList"/>
    <dgm:cxn modelId="{92CDFE72-E6D9-4A58-917F-30E9A3EE5284}" type="presParOf" srcId="{8532FF6B-50FB-42C3-8938-C428D27D76C5}" destId="{9BCE7204-4A87-4BDE-9E68-BA0753D3824D}" srcOrd="1" destOrd="0" presId="urn:microsoft.com/office/officeart/2018/2/layout/IconLabelList"/>
    <dgm:cxn modelId="{28E43247-32BD-4174-A97D-80CFEB2ADAC1}" type="presParOf" srcId="{8532FF6B-50FB-42C3-8938-C428D27D76C5}" destId="{033E6218-0919-4943-BEE0-16F9B6A05596}" srcOrd="2" destOrd="0" presId="urn:microsoft.com/office/officeart/2018/2/layout/IconLabelList"/>
    <dgm:cxn modelId="{080A5ADE-CF11-45C9-A2A8-27C461ED241A}" type="presParOf" srcId="{26938B19-D268-4F58-B5C4-D82C4CEBFE57}" destId="{BC90B67B-A6EA-4C15-8BAA-7FB39EB33B2F}" srcOrd="1" destOrd="0" presId="urn:microsoft.com/office/officeart/2018/2/layout/IconLabelList"/>
    <dgm:cxn modelId="{4AD998C0-A112-44F3-9D63-8B379EA14A14}" type="presParOf" srcId="{26938B19-D268-4F58-B5C4-D82C4CEBFE57}" destId="{CA05F66C-A679-4A55-AC6B-7363B9509B7D}" srcOrd="2" destOrd="0" presId="urn:microsoft.com/office/officeart/2018/2/layout/IconLabelList"/>
    <dgm:cxn modelId="{3A0FE53F-DB14-4DB9-83C1-DD91D50AF7A6}" type="presParOf" srcId="{CA05F66C-A679-4A55-AC6B-7363B9509B7D}" destId="{179E4D0F-E2EB-491C-B97E-9EC1E4F8FEB0}" srcOrd="0" destOrd="0" presId="urn:microsoft.com/office/officeart/2018/2/layout/IconLabelList"/>
    <dgm:cxn modelId="{460815AE-4EF2-4FD2-B775-A809E58D5508}" type="presParOf" srcId="{CA05F66C-A679-4A55-AC6B-7363B9509B7D}" destId="{40D9BEF3-7692-48FC-A232-CA96F274FDEC}" srcOrd="1" destOrd="0" presId="urn:microsoft.com/office/officeart/2018/2/layout/IconLabelList"/>
    <dgm:cxn modelId="{B81F4C7C-2AE6-4549-BA27-B30CA60886CE}" type="presParOf" srcId="{CA05F66C-A679-4A55-AC6B-7363B9509B7D}" destId="{6D479274-D2EB-4018-961F-876E7BE3C635}" srcOrd="2" destOrd="0" presId="urn:microsoft.com/office/officeart/2018/2/layout/IconLabelList"/>
    <dgm:cxn modelId="{7CCA6B89-DBA7-4AEE-A55D-FCE95FA94A8B}" type="presParOf" srcId="{26938B19-D268-4F58-B5C4-D82C4CEBFE57}" destId="{7E104CCF-A43A-4840-82D2-A761FFAFD608}" srcOrd="3" destOrd="0" presId="urn:microsoft.com/office/officeart/2018/2/layout/IconLabelList"/>
    <dgm:cxn modelId="{5E7045C8-107D-449C-9531-CF010725F35E}" type="presParOf" srcId="{26938B19-D268-4F58-B5C4-D82C4CEBFE57}" destId="{D73E861E-A11A-47E2-8737-8B5D01E3B429}" srcOrd="4" destOrd="0" presId="urn:microsoft.com/office/officeart/2018/2/layout/IconLabelList"/>
    <dgm:cxn modelId="{0E2B3D7C-7BD9-493D-ADAD-5F6AE964225D}" type="presParOf" srcId="{D73E861E-A11A-47E2-8737-8B5D01E3B429}" destId="{884DD0C5-DB7C-47BA-BE50-442C036CC814}" srcOrd="0" destOrd="0" presId="urn:microsoft.com/office/officeart/2018/2/layout/IconLabelList"/>
    <dgm:cxn modelId="{E9D34193-7560-4AE4-98A2-38FA225A4B55}" type="presParOf" srcId="{D73E861E-A11A-47E2-8737-8B5D01E3B429}" destId="{5968EE4D-702F-4A30-A856-FE49584E037E}" srcOrd="1" destOrd="0" presId="urn:microsoft.com/office/officeart/2018/2/layout/IconLabelList"/>
    <dgm:cxn modelId="{1BB54213-4F23-444D-909F-DA4D6A815BCF}" type="presParOf" srcId="{D73E861E-A11A-47E2-8737-8B5D01E3B429}" destId="{A585F4E2-9E69-4CE8-9F42-741B64A167D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35D4BC96-5939-4556-AFA5-982141DDF821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3296DF64-C511-46E7-A6B2-9A27FEAE2663}">
      <dgm:prSet/>
      <dgm:spPr/>
      <dgm:t>
        <a:bodyPr/>
        <a:lstStyle/>
        <a:p>
          <a:pPr>
            <a:defRPr cap="all"/>
          </a:pPr>
          <a:r>
            <a:rPr lang="en-US"/>
            <a:t>Gestión de cuentas</a:t>
          </a:r>
        </a:p>
      </dgm:t>
    </dgm:pt>
    <dgm:pt modelId="{AB62F76B-FE46-4F02-9761-7C9881E1866D}" type="parTrans" cxnId="{E1E674A5-BEC5-4EC2-B992-1F62468DE6ED}">
      <dgm:prSet/>
      <dgm:spPr/>
      <dgm:t>
        <a:bodyPr/>
        <a:lstStyle/>
        <a:p>
          <a:endParaRPr lang="en-US"/>
        </a:p>
      </dgm:t>
    </dgm:pt>
    <dgm:pt modelId="{441830BC-3005-4E7A-BBD8-32C834BBDA5A}" type="sibTrans" cxnId="{E1E674A5-BEC5-4EC2-B992-1F62468DE6ED}">
      <dgm:prSet/>
      <dgm:spPr/>
      <dgm:t>
        <a:bodyPr/>
        <a:lstStyle/>
        <a:p>
          <a:endParaRPr lang="en-US"/>
        </a:p>
      </dgm:t>
    </dgm:pt>
    <dgm:pt modelId="{7601171B-6670-42DA-973A-9059A42EEAF3}">
      <dgm:prSet/>
      <dgm:spPr/>
      <dgm:t>
        <a:bodyPr/>
        <a:lstStyle/>
        <a:p>
          <a:pPr>
            <a:defRPr cap="all"/>
          </a:pPr>
          <a:r>
            <a:rPr lang="en-US"/>
            <a:t>Gestión de grupos</a:t>
          </a:r>
        </a:p>
      </dgm:t>
    </dgm:pt>
    <dgm:pt modelId="{76F2DE47-4C9C-45F7-9A2C-A80DAEAD4438}" type="parTrans" cxnId="{AC1681C8-B475-4A46-8DF9-FC11718B6053}">
      <dgm:prSet/>
      <dgm:spPr/>
      <dgm:t>
        <a:bodyPr/>
        <a:lstStyle/>
        <a:p>
          <a:endParaRPr lang="en-US"/>
        </a:p>
      </dgm:t>
    </dgm:pt>
    <dgm:pt modelId="{6870BD96-DF59-4606-ACF3-77D7026DCCB5}" type="sibTrans" cxnId="{AC1681C8-B475-4A46-8DF9-FC11718B6053}">
      <dgm:prSet/>
      <dgm:spPr/>
      <dgm:t>
        <a:bodyPr/>
        <a:lstStyle/>
        <a:p>
          <a:endParaRPr lang="en-US"/>
        </a:p>
      </dgm:t>
    </dgm:pt>
    <dgm:pt modelId="{B74A1CB6-D07C-452D-8517-180FF0442C44}">
      <dgm:prSet/>
      <dgm:spPr/>
      <dgm:t>
        <a:bodyPr/>
        <a:lstStyle/>
        <a:p>
          <a:pPr>
            <a:defRPr cap="all"/>
          </a:pPr>
          <a:r>
            <a:rPr lang="en-US"/>
            <a:t>Aplicación de políticas</a:t>
          </a:r>
        </a:p>
      </dgm:t>
    </dgm:pt>
    <dgm:pt modelId="{92DFBCE3-257F-4BC8-9617-50B2882F534E}" type="parTrans" cxnId="{365FD48F-204E-41B5-81A6-AA3AD4A8677C}">
      <dgm:prSet/>
      <dgm:spPr/>
      <dgm:t>
        <a:bodyPr/>
        <a:lstStyle/>
        <a:p>
          <a:endParaRPr lang="en-US"/>
        </a:p>
      </dgm:t>
    </dgm:pt>
    <dgm:pt modelId="{394C7EC6-C919-4FEA-9629-E4E2ACE4FB68}" type="sibTrans" cxnId="{365FD48F-204E-41B5-81A6-AA3AD4A8677C}">
      <dgm:prSet/>
      <dgm:spPr/>
      <dgm:t>
        <a:bodyPr/>
        <a:lstStyle/>
        <a:p>
          <a:endParaRPr lang="en-US"/>
        </a:p>
      </dgm:t>
    </dgm:pt>
    <dgm:pt modelId="{83D4D1D4-6DD1-4AF3-9662-6C2380225BA2}">
      <dgm:prSet/>
      <dgm:spPr/>
      <dgm:t>
        <a:bodyPr/>
        <a:lstStyle/>
        <a:p>
          <a:pPr>
            <a:defRPr cap="all"/>
          </a:pPr>
          <a:r>
            <a:rPr lang="en-US"/>
            <a:t>Control de accesos</a:t>
          </a:r>
        </a:p>
      </dgm:t>
    </dgm:pt>
    <dgm:pt modelId="{560FD591-D673-4DF1-A83E-7A56356484E7}" type="parTrans" cxnId="{FDE7E2E0-5C46-4EA0-A879-D5044605C107}">
      <dgm:prSet/>
      <dgm:spPr/>
      <dgm:t>
        <a:bodyPr/>
        <a:lstStyle/>
        <a:p>
          <a:endParaRPr lang="en-US"/>
        </a:p>
      </dgm:t>
    </dgm:pt>
    <dgm:pt modelId="{5C623DBB-5D74-4CE9-9A38-7938FB82C013}" type="sibTrans" cxnId="{FDE7E2E0-5C46-4EA0-A879-D5044605C107}">
      <dgm:prSet/>
      <dgm:spPr/>
      <dgm:t>
        <a:bodyPr/>
        <a:lstStyle/>
        <a:p>
          <a:endParaRPr lang="en-US"/>
        </a:p>
      </dgm:t>
    </dgm:pt>
    <dgm:pt modelId="{4FE86643-6CA7-46AF-90B7-EA37768CE72E}" type="pres">
      <dgm:prSet presAssocID="{35D4BC96-5939-4556-AFA5-982141DDF821}" presName="root" presStyleCnt="0">
        <dgm:presLayoutVars>
          <dgm:dir/>
          <dgm:resizeHandles val="exact"/>
        </dgm:presLayoutVars>
      </dgm:prSet>
      <dgm:spPr/>
    </dgm:pt>
    <dgm:pt modelId="{27F90056-4739-4D7D-A870-454DF2ADDE85}" type="pres">
      <dgm:prSet presAssocID="{3296DF64-C511-46E7-A6B2-9A27FEAE2663}" presName="compNode" presStyleCnt="0"/>
      <dgm:spPr/>
    </dgm:pt>
    <dgm:pt modelId="{A4CCA703-5844-4824-9656-83EDBDA87EBD}" type="pres">
      <dgm:prSet presAssocID="{3296DF64-C511-46E7-A6B2-9A27FEAE2663}" presName="iconBgRect" presStyleLbl="bgShp" presStyleIdx="0" presStyleCnt="4"/>
      <dgm:spPr/>
    </dgm:pt>
    <dgm:pt modelId="{5679FB3B-CDC1-489E-B922-6F30B17B9178}" type="pres">
      <dgm:prSet presAssocID="{3296DF64-C511-46E7-A6B2-9A27FEAE266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pretón de manos"/>
        </a:ext>
      </dgm:extLst>
    </dgm:pt>
    <dgm:pt modelId="{395BC7BD-2EDA-41BB-8B6C-19A320B38015}" type="pres">
      <dgm:prSet presAssocID="{3296DF64-C511-46E7-A6B2-9A27FEAE2663}" presName="spaceRect" presStyleCnt="0"/>
      <dgm:spPr/>
    </dgm:pt>
    <dgm:pt modelId="{E815AD6B-8D8C-4EE2-9A16-63AA7B826249}" type="pres">
      <dgm:prSet presAssocID="{3296DF64-C511-46E7-A6B2-9A27FEAE2663}" presName="textRect" presStyleLbl="revTx" presStyleIdx="0" presStyleCnt="4">
        <dgm:presLayoutVars>
          <dgm:chMax val="1"/>
          <dgm:chPref val="1"/>
        </dgm:presLayoutVars>
      </dgm:prSet>
      <dgm:spPr/>
    </dgm:pt>
    <dgm:pt modelId="{84903D37-D575-49E3-9FE8-9AC2AF30BA32}" type="pres">
      <dgm:prSet presAssocID="{441830BC-3005-4E7A-BBD8-32C834BBDA5A}" presName="sibTrans" presStyleCnt="0"/>
      <dgm:spPr/>
    </dgm:pt>
    <dgm:pt modelId="{BE64EC85-B7E9-41B1-B4AC-FC0BAA5A7010}" type="pres">
      <dgm:prSet presAssocID="{7601171B-6670-42DA-973A-9059A42EEAF3}" presName="compNode" presStyleCnt="0"/>
      <dgm:spPr/>
    </dgm:pt>
    <dgm:pt modelId="{B883265B-9072-4784-8FB1-CCD30D3F1D10}" type="pres">
      <dgm:prSet presAssocID="{7601171B-6670-42DA-973A-9059A42EEAF3}" presName="iconBgRect" presStyleLbl="bgShp" presStyleIdx="1" presStyleCnt="4"/>
      <dgm:spPr/>
    </dgm:pt>
    <dgm:pt modelId="{981D900B-B2BE-4A2F-85FF-92F3E0BC91A5}" type="pres">
      <dgm:prSet presAssocID="{7601171B-6670-42DA-973A-9059A42EEAF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uarios"/>
        </a:ext>
      </dgm:extLst>
    </dgm:pt>
    <dgm:pt modelId="{F5AE19E5-5B0D-4A83-980D-4D98C0908EA4}" type="pres">
      <dgm:prSet presAssocID="{7601171B-6670-42DA-973A-9059A42EEAF3}" presName="spaceRect" presStyleCnt="0"/>
      <dgm:spPr/>
    </dgm:pt>
    <dgm:pt modelId="{CBF46C45-4298-434E-A0A9-11C7E2F31DFC}" type="pres">
      <dgm:prSet presAssocID="{7601171B-6670-42DA-973A-9059A42EEAF3}" presName="textRect" presStyleLbl="revTx" presStyleIdx="1" presStyleCnt="4">
        <dgm:presLayoutVars>
          <dgm:chMax val="1"/>
          <dgm:chPref val="1"/>
        </dgm:presLayoutVars>
      </dgm:prSet>
      <dgm:spPr/>
    </dgm:pt>
    <dgm:pt modelId="{3E8CD87A-B331-43EB-B352-E72DEE70E343}" type="pres">
      <dgm:prSet presAssocID="{6870BD96-DF59-4606-ACF3-77D7026DCCB5}" presName="sibTrans" presStyleCnt="0"/>
      <dgm:spPr/>
    </dgm:pt>
    <dgm:pt modelId="{17DFBE44-491B-490B-BCF2-B38E3B181A6E}" type="pres">
      <dgm:prSet presAssocID="{B74A1CB6-D07C-452D-8517-180FF0442C44}" presName="compNode" presStyleCnt="0"/>
      <dgm:spPr/>
    </dgm:pt>
    <dgm:pt modelId="{ED2762E8-A729-4BC6-890D-DED937745414}" type="pres">
      <dgm:prSet presAssocID="{B74A1CB6-D07C-452D-8517-180FF0442C44}" presName="iconBgRect" presStyleLbl="bgShp" presStyleIdx="2" presStyleCnt="4"/>
      <dgm:spPr/>
    </dgm:pt>
    <dgm:pt modelId="{25B94DCC-D2FE-4F22-981D-F278E9CEA6E9}" type="pres">
      <dgm:prSet presAssocID="{B74A1CB6-D07C-452D-8517-180FF0442C4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6B430606-BC39-4E45-8391-5231DFE5517E}" type="pres">
      <dgm:prSet presAssocID="{B74A1CB6-D07C-452D-8517-180FF0442C44}" presName="spaceRect" presStyleCnt="0"/>
      <dgm:spPr/>
    </dgm:pt>
    <dgm:pt modelId="{5EA6308F-3C91-45CE-8A77-CED4FAC275A1}" type="pres">
      <dgm:prSet presAssocID="{B74A1CB6-D07C-452D-8517-180FF0442C44}" presName="textRect" presStyleLbl="revTx" presStyleIdx="2" presStyleCnt="4">
        <dgm:presLayoutVars>
          <dgm:chMax val="1"/>
          <dgm:chPref val="1"/>
        </dgm:presLayoutVars>
      </dgm:prSet>
      <dgm:spPr/>
    </dgm:pt>
    <dgm:pt modelId="{05775A90-04A2-4BF7-846D-88449558099D}" type="pres">
      <dgm:prSet presAssocID="{394C7EC6-C919-4FEA-9629-E4E2ACE4FB68}" presName="sibTrans" presStyleCnt="0"/>
      <dgm:spPr/>
    </dgm:pt>
    <dgm:pt modelId="{FD393029-C75E-4D57-9930-D7712D56ABF1}" type="pres">
      <dgm:prSet presAssocID="{83D4D1D4-6DD1-4AF3-9662-6C2380225BA2}" presName="compNode" presStyleCnt="0"/>
      <dgm:spPr/>
    </dgm:pt>
    <dgm:pt modelId="{93369B56-6BA2-4581-9D5A-0E518D02C36F}" type="pres">
      <dgm:prSet presAssocID="{83D4D1D4-6DD1-4AF3-9662-6C2380225BA2}" presName="iconBgRect" presStyleLbl="bgShp" presStyleIdx="3" presStyleCnt="4"/>
      <dgm:spPr/>
    </dgm:pt>
    <dgm:pt modelId="{3CCF1C78-C250-463C-B6B0-B9D15E02E27B}" type="pres">
      <dgm:prSet presAssocID="{83D4D1D4-6DD1-4AF3-9662-6C2380225BA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loquear"/>
        </a:ext>
      </dgm:extLst>
    </dgm:pt>
    <dgm:pt modelId="{279A4F74-38B4-4529-9898-D7C5058F2A56}" type="pres">
      <dgm:prSet presAssocID="{83D4D1D4-6DD1-4AF3-9662-6C2380225BA2}" presName="spaceRect" presStyleCnt="0"/>
      <dgm:spPr/>
    </dgm:pt>
    <dgm:pt modelId="{DFE43C47-DD8E-4E0B-BCCF-279709351667}" type="pres">
      <dgm:prSet presAssocID="{83D4D1D4-6DD1-4AF3-9662-6C2380225BA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1D5C45F-4893-43B2-BAD3-55CFBF9FC9C1}" type="presOf" srcId="{83D4D1D4-6DD1-4AF3-9662-6C2380225BA2}" destId="{DFE43C47-DD8E-4E0B-BCCF-279709351667}" srcOrd="0" destOrd="0" presId="urn:microsoft.com/office/officeart/2018/5/layout/IconCircleLabelList"/>
    <dgm:cxn modelId="{A955B65A-86BC-472A-ADD1-952088835FDF}" type="presOf" srcId="{B74A1CB6-D07C-452D-8517-180FF0442C44}" destId="{5EA6308F-3C91-45CE-8A77-CED4FAC275A1}" srcOrd="0" destOrd="0" presId="urn:microsoft.com/office/officeart/2018/5/layout/IconCircleLabelList"/>
    <dgm:cxn modelId="{23CF1A7F-329C-4348-9EDE-ECD7337D7E53}" type="presOf" srcId="{35D4BC96-5939-4556-AFA5-982141DDF821}" destId="{4FE86643-6CA7-46AF-90B7-EA37768CE72E}" srcOrd="0" destOrd="0" presId="urn:microsoft.com/office/officeart/2018/5/layout/IconCircleLabelList"/>
    <dgm:cxn modelId="{365FD48F-204E-41B5-81A6-AA3AD4A8677C}" srcId="{35D4BC96-5939-4556-AFA5-982141DDF821}" destId="{B74A1CB6-D07C-452D-8517-180FF0442C44}" srcOrd="2" destOrd="0" parTransId="{92DFBCE3-257F-4BC8-9617-50B2882F534E}" sibTransId="{394C7EC6-C919-4FEA-9629-E4E2ACE4FB68}"/>
    <dgm:cxn modelId="{063F8498-273A-4558-95DD-FD8B08BD904F}" type="presOf" srcId="{3296DF64-C511-46E7-A6B2-9A27FEAE2663}" destId="{E815AD6B-8D8C-4EE2-9A16-63AA7B826249}" srcOrd="0" destOrd="0" presId="urn:microsoft.com/office/officeart/2018/5/layout/IconCircleLabelList"/>
    <dgm:cxn modelId="{E1E674A5-BEC5-4EC2-B992-1F62468DE6ED}" srcId="{35D4BC96-5939-4556-AFA5-982141DDF821}" destId="{3296DF64-C511-46E7-A6B2-9A27FEAE2663}" srcOrd="0" destOrd="0" parTransId="{AB62F76B-FE46-4F02-9761-7C9881E1866D}" sibTransId="{441830BC-3005-4E7A-BBD8-32C834BBDA5A}"/>
    <dgm:cxn modelId="{AC1681C8-B475-4A46-8DF9-FC11718B6053}" srcId="{35D4BC96-5939-4556-AFA5-982141DDF821}" destId="{7601171B-6670-42DA-973A-9059A42EEAF3}" srcOrd="1" destOrd="0" parTransId="{76F2DE47-4C9C-45F7-9A2C-A80DAEAD4438}" sibTransId="{6870BD96-DF59-4606-ACF3-77D7026DCCB5}"/>
    <dgm:cxn modelId="{4C2CE5CE-3B03-4F73-A270-B6F25DF78D7E}" type="presOf" srcId="{7601171B-6670-42DA-973A-9059A42EEAF3}" destId="{CBF46C45-4298-434E-A0A9-11C7E2F31DFC}" srcOrd="0" destOrd="0" presId="urn:microsoft.com/office/officeart/2018/5/layout/IconCircleLabelList"/>
    <dgm:cxn modelId="{FDE7E2E0-5C46-4EA0-A879-D5044605C107}" srcId="{35D4BC96-5939-4556-AFA5-982141DDF821}" destId="{83D4D1D4-6DD1-4AF3-9662-6C2380225BA2}" srcOrd="3" destOrd="0" parTransId="{560FD591-D673-4DF1-A83E-7A56356484E7}" sibTransId="{5C623DBB-5D74-4CE9-9A38-7938FB82C013}"/>
    <dgm:cxn modelId="{94B6590F-B651-4E2B-8DD1-448B3C362E80}" type="presParOf" srcId="{4FE86643-6CA7-46AF-90B7-EA37768CE72E}" destId="{27F90056-4739-4D7D-A870-454DF2ADDE85}" srcOrd="0" destOrd="0" presId="urn:microsoft.com/office/officeart/2018/5/layout/IconCircleLabelList"/>
    <dgm:cxn modelId="{3AC1A5BA-415F-42B2-9524-84167F485DF7}" type="presParOf" srcId="{27F90056-4739-4D7D-A870-454DF2ADDE85}" destId="{A4CCA703-5844-4824-9656-83EDBDA87EBD}" srcOrd="0" destOrd="0" presId="urn:microsoft.com/office/officeart/2018/5/layout/IconCircleLabelList"/>
    <dgm:cxn modelId="{7C9AB94F-09A3-4B51-90D5-30CB3C2FAB92}" type="presParOf" srcId="{27F90056-4739-4D7D-A870-454DF2ADDE85}" destId="{5679FB3B-CDC1-489E-B922-6F30B17B9178}" srcOrd="1" destOrd="0" presId="urn:microsoft.com/office/officeart/2018/5/layout/IconCircleLabelList"/>
    <dgm:cxn modelId="{96D316C8-1EE6-410F-972F-C08F1B7FC50E}" type="presParOf" srcId="{27F90056-4739-4D7D-A870-454DF2ADDE85}" destId="{395BC7BD-2EDA-41BB-8B6C-19A320B38015}" srcOrd="2" destOrd="0" presId="urn:microsoft.com/office/officeart/2018/5/layout/IconCircleLabelList"/>
    <dgm:cxn modelId="{91F33BC9-4FAE-422E-9D74-F976636F83D0}" type="presParOf" srcId="{27F90056-4739-4D7D-A870-454DF2ADDE85}" destId="{E815AD6B-8D8C-4EE2-9A16-63AA7B826249}" srcOrd="3" destOrd="0" presId="urn:microsoft.com/office/officeart/2018/5/layout/IconCircleLabelList"/>
    <dgm:cxn modelId="{C57E4898-C19E-410C-8FAC-F8A772D8FB4D}" type="presParOf" srcId="{4FE86643-6CA7-46AF-90B7-EA37768CE72E}" destId="{84903D37-D575-49E3-9FE8-9AC2AF30BA32}" srcOrd="1" destOrd="0" presId="urn:microsoft.com/office/officeart/2018/5/layout/IconCircleLabelList"/>
    <dgm:cxn modelId="{55F063A7-B872-438A-A07D-D3E74CC44407}" type="presParOf" srcId="{4FE86643-6CA7-46AF-90B7-EA37768CE72E}" destId="{BE64EC85-B7E9-41B1-B4AC-FC0BAA5A7010}" srcOrd="2" destOrd="0" presId="urn:microsoft.com/office/officeart/2018/5/layout/IconCircleLabelList"/>
    <dgm:cxn modelId="{A39F3997-5D22-4E57-8A2E-6CDF2EC9DA4A}" type="presParOf" srcId="{BE64EC85-B7E9-41B1-B4AC-FC0BAA5A7010}" destId="{B883265B-9072-4784-8FB1-CCD30D3F1D10}" srcOrd="0" destOrd="0" presId="urn:microsoft.com/office/officeart/2018/5/layout/IconCircleLabelList"/>
    <dgm:cxn modelId="{0171DCD0-4DEF-42DA-8DB3-F311E143812D}" type="presParOf" srcId="{BE64EC85-B7E9-41B1-B4AC-FC0BAA5A7010}" destId="{981D900B-B2BE-4A2F-85FF-92F3E0BC91A5}" srcOrd="1" destOrd="0" presId="urn:microsoft.com/office/officeart/2018/5/layout/IconCircleLabelList"/>
    <dgm:cxn modelId="{CCC61C5B-2FCE-4275-89D3-7FF182B78DD1}" type="presParOf" srcId="{BE64EC85-B7E9-41B1-B4AC-FC0BAA5A7010}" destId="{F5AE19E5-5B0D-4A83-980D-4D98C0908EA4}" srcOrd="2" destOrd="0" presId="urn:microsoft.com/office/officeart/2018/5/layout/IconCircleLabelList"/>
    <dgm:cxn modelId="{F252C158-36B8-4418-84EF-FF4545037905}" type="presParOf" srcId="{BE64EC85-B7E9-41B1-B4AC-FC0BAA5A7010}" destId="{CBF46C45-4298-434E-A0A9-11C7E2F31DFC}" srcOrd="3" destOrd="0" presId="urn:microsoft.com/office/officeart/2018/5/layout/IconCircleLabelList"/>
    <dgm:cxn modelId="{8EC6F645-95F2-4131-91B3-93F753B8EAB8}" type="presParOf" srcId="{4FE86643-6CA7-46AF-90B7-EA37768CE72E}" destId="{3E8CD87A-B331-43EB-B352-E72DEE70E343}" srcOrd="3" destOrd="0" presId="urn:microsoft.com/office/officeart/2018/5/layout/IconCircleLabelList"/>
    <dgm:cxn modelId="{1C24AFDF-EA55-4FB5-A22A-D81CF69067E9}" type="presParOf" srcId="{4FE86643-6CA7-46AF-90B7-EA37768CE72E}" destId="{17DFBE44-491B-490B-BCF2-B38E3B181A6E}" srcOrd="4" destOrd="0" presId="urn:microsoft.com/office/officeart/2018/5/layout/IconCircleLabelList"/>
    <dgm:cxn modelId="{CE7F3609-CCF1-4527-B3E3-10C3E16DCFA3}" type="presParOf" srcId="{17DFBE44-491B-490B-BCF2-B38E3B181A6E}" destId="{ED2762E8-A729-4BC6-890D-DED937745414}" srcOrd="0" destOrd="0" presId="urn:microsoft.com/office/officeart/2018/5/layout/IconCircleLabelList"/>
    <dgm:cxn modelId="{8CBECBEC-92C3-414A-BE2A-E3BA95C628DA}" type="presParOf" srcId="{17DFBE44-491B-490B-BCF2-B38E3B181A6E}" destId="{25B94DCC-D2FE-4F22-981D-F278E9CEA6E9}" srcOrd="1" destOrd="0" presId="urn:microsoft.com/office/officeart/2018/5/layout/IconCircleLabelList"/>
    <dgm:cxn modelId="{11D2A633-6780-402E-827B-6C4EF3C12DFA}" type="presParOf" srcId="{17DFBE44-491B-490B-BCF2-B38E3B181A6E}" destId="{6B430606-BC39-4E45-8391-5231DFE5517E}" srcOrd="2" destOrd="0" presId="urn:microsoft.com/office/officeart/2018/5/layout/IconCircleLabelList"/>
    <dgm:cxn modelId="{DB785E9A-D586-4BAC-BC09-D87F33769D54}" type="presParOf" srcId="{17DFBE44-491B-490B-BCF2-B38E3B181A6E}" destId="{5EA6308F-3C91-45CE-8A77-CED4FAC275A1}" srcOrd="3" destOrd="0" presId="urn:microsoft.com/office/officeart/2018/5/layout/IconCircleLabelList"/>
    <dgm:cxn modelId="{EA727C62-4869-45CA-A5E0-FE675B1D8872}" type="presParOf" srcId="{4FE86643-6CA7-46AF-90B7-EA37768CE72E}" destId="{05775A90-04A2-4BF7-846D-88449558099D}" srcOrd="5" destOrd="0" presId="urn:microsoft.com/office/officeart/2018/5/layout/IconCircleLabelList"/>
    <dgm:cxn modelId="{D8E32387-F108-4016-A9D7-3C1282F5DD18}" type="presParOf" srcId="{4FE86643-6CA7-46AF-90B7-EA37768CE72E}" destId="{FD393029-C75E-4D57-9930-D7712D56ABF1}" srcOrd="6" destOrd="0" presId="urn:microsoft.com/office/officeart/2018/5/layout/IconCircleLabelList"/>
    <dgm:cxn modelId="{41B0DB2B-5C57-4554-8CAE-D5220EBBD877}" type="presParOf" srcId="{FD393029-C75E-4D57-9930-D7712D56ABF1}" destId="{93369B56-6BA2-4581-9D5A-0E518D02C36F}" srcOrd="0" destOrd="0" presId="urn:microsoft.com/office/officeart/2018/5/layout/IconCircleLabelList"/>
    <dgm:cxn modelId="{F4AC5D49-5979-4647-9A1A-4F20EE8B21AC}" type="presParOf" srcId="{FD393029-C75E-4D57-9930-D7712D56ABF1}" destId="{3CCF1C78-C250-463C-B6B0-B9D15E02E27B}" srcOrd="1" destOrd="0" presId="urn:microsoft.com/office/officeart/2018/5/layout/IconCircleLabelList"/>
    <dgm:cxn modelId="{E9BA011D-C42E-4E5F-B82B-970E978CB4C6}" type="presParOf" srcId="{FD393029-C75E-4D57-9930-D7712D56ABF1}" destId="{279A4F74-38B4-4529-9898-D7C5058F2A56}" srcOrd="2" destOrd="0" presId="urn:microsoft.com/office/officeart/2018/5/layout/IconCircleLabelList"/>
    <dgm:cxn modelId="{D6295232-D985-4839-AB33-0703AEB0E937}" type="presParOf" srcId="{FD393029-C75E-4D57-9930-D7712D56ABF1}" destId="{DFE43C47-DD8E-4E0B-BCCF-279709351667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AD14BEF7-3D38-42F5-8A08-CE91437E5000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3A23B2E3-1741-4472-A9F0-2FA8D77D299A}">
      <dgm:prSet/>
      <dgm:spPr/>
      <dgm:t>
        <a:bodyPr/>
        <a:lstStyle/>
        <a:p>
          <a:pPr>
            <a:defRPr cap="all"/>
          </a:pPr>
          <a:r>
            <a:rPr lang="en-US"/>
            <a:t>Gestión de identidades y accesos</a:t>
          </a:r>
        </a:p>
      </dgm:t>
    </dgm:pt>
    <dgm:pt modelId="{F7283838-D8E9-4BCF-B3A8-27F706F4C662}" type="parTrans" cxnId="{CCC963E3-225C-4ACF-B699-05C7C951777F}">
      <dgm:prSet/>
      <dgm:spPr/>
      <dgm:t>
        <a:bodyPr/>
        <a:lstStyle/>
        <a:p>
          <a:endParaRPr lang="en-US"/>
        </a:p>
      </dgm:t>
    </dgm:pt>
    <dgm:pt modelId="{68CA849A-638E-45E1-8AD4-1B4723B0A860}" type="sibTrans" cxnId="{CCC963E3-225C-4ACF-B699-05C7C951777F}">
      <dgm:prSet/>
      <dgm:spPr/>
      <dgm:t>
        <a:bodyPr/>
        <a:lstStyle/>
        <a:p>
          <a:endParaRPr lang="en-US"/>
        </a:p>
      </dgm:t>
    </dgm:pt>
    <dgm:pt modelId="{9EEB4493-9A07-4CFA-B195-DFA5FA95166D}">
      <dgm:prSet/>
      <dgm:spPr/>
      <dgm:t>
        <a:bodyPr/>
        <a:lstStyle/>
        <a:p>
          <a:pPr>
            <a:defRPr cap="all"/>
          </a:pPr>
          <a:r>
            <a:rPr lang="en-US"/>
            <a:t>Control centralizado</a:t>
          </a:r>
        </a:p>
      </dgm:t>
    </dgm:pt>
    <dgm:pt modelId="{2ED7E395-42A8-49E7-A285-98E20ACC7822}" type="parTrans" cxnId="{7FA6D75F-D554-4848-9388-C3EF750AB2EA}">
      <dgm:prSet/>
      <dgm:spPr/>
      <dgm:t>
        <a:bodyPr/>
        <a:lstStyle/>
        <a:p>
          <a:endParaRPr lang="en-US"/>
        </a:p>
      </dgm:t>
    </dgm:pt>
    <dgm:pt modelId="{3A79383B-ABCA-489E-A3EC-5A111751CF74}" type="sibTrans" cxnId="{7FA6D75F-D554-4848-9388-C3EF750AB2EA}">
      <dgm:prSet/>
      <dgm:spPr/>
      <dgm:t>
        <a:bodyPr/>
        <a:lstStyle/>
        <a:p>
          <a:endParaRPr lang="en-US"/>
        </a:p>
      </dgm:t>
    </dgm:pt>
    <dgm:pt modelId="{528A33FD-13C4-4236-AC2B-F6499DBC6DDB}">
      <dgm:prSet/>
      <dgm:spPr/>
      <dgm:t>
        <a:bodyPr/>
        <a:lstStyle/>
        <a:p>
          <a:pPr>
            <a:defRPr cap="all"/>
          </a:pPr>
          <a:r>
            <a:rPr lang="en-US"/>
            <a:t>Mejora la seguridad</a:t>
          </a:r>
        </a:p>
      </dgm:t>
    </dgm:pt>
    <dgm:pt modelId="{8C0CBEF1-0B2E-40FF-BDA6-2C02DC855487}" type="parTrans" cxnId="{80D446AE-E4BD-4B2B-BA44-C174A35ABF2C}">
      <dgm:prSet/>
      <dgm:spPr/>
      <dgm:t>
        <a:bodyPr/>
        <a:lstStyle/>
        <a:p>
          <a:endParaRPr lang="en-US"/>
        </a:p>
      </dgm:t>
    </dgm:pt>
    <dgm:pt modelId="{E417D3D9-DE83-4B8B-9564-814594FE7D2A}" type="sibTrans" cxnId="{80D446AE-E4BD-4B2B-BA44-C174A35ABF2C}">
      <dgm:prSet/>
      <dgm:spPr/>
      <dgm:t>
        <a:bodyPr/>
        <a:lstStyle/>
        <a:p>
          <a:endParaRPr lang="en-US"/>
        </a:p>
      </dgm:t>
    </dgm:pt>
    <dgm:pt modelId="{F7C100DE-6A97-468C-85A0-C0A3FDC93AEA}" type="pres">
      <dgm:prSet presAssocID="{AD14BEF7-3D38-42F5-8A08-CE91437E5000}" presName="root" presStyleCnt="0">
        <dgm:presLayoutVars>
          <dgm:dir/>
          <dgm:resizeHandles val="exact"/>
        </dgm:presLayoutVars>
      </dgm:prSet>
      <dgm:spPr/>
    </dgm:pt>
    <dgm:pt modelId="{6A7F4F84-378C-469B-A722-0FA283C66413}" type="pres">
      <dgm:prSet presAssocID="{3A23B2E3-1741-4472-A9F0-2FA8D77D299A}" presName="compNode" presStyleCnt="0"/>
      <dgm:spPr/>
    </dgm:pt>
    <dgm:pt modelId="{3B25B526-4D09-4A0A-81ED-A06B0FC9D12F}" type="pres">
      <dgm:prSet presAssocID="{3A23B2E3-1741-4472-A9F0-2FA8D77D299A}" presName="iconBgRect" presStyleLbl="bgShp" presStyleIdx="0" presStyleCnt="3"/>
      <dgm:spPr/>
    </dgm:pt>
    <dgm:pt modelId="{A513CB9C-70B7-4BAA-9840-4A5806FD5EA5}" type="pres">
      <dgm:prSet presAssocID="{3A23B2E3-1741-4472-A9F0-2FA8D77D299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uario"/>
        </a:ext>
      </dgm:extLst>
    </dgm:pt>
    <dgm:pt modelId="{643CAF1E-879C-4C25-8488-157A8EA42D16}" type="pres">
      <dgm:prSet presAssocID="{3A23B2E3-1741-4472-A9F0-2FA8D77D299A}" presName="spaceRect" presStyleCnt="0"/>
      <dgm:spPr/>
    </dgm:pt>
    <dgm:pt modelId="{EC71E497-6BDF-4E07-8CD8-80BAFB839C46}" type="pres">
      <dgm:prSet presAssocID="{3A23B2E3-1741-4472-A9F0-2FA8D77D299A}" presName="textRect" presStyleLbl="revTx" presStyleIdx="0" presStyleCnt="3">
        <dgm:presLayoutVars>
          <dgm:chMax val="1"/>
          <dgm:chPref val="1"/>
        </dgm:presLayoutVars>
      </dgm:prSet>
      <dgm:spPr/>
    </dgm:pt>
    <dgm:pt modelId="{5FA671B6-5F6E-483D-B4B4-E1759668C8D6}" type="pres">
      <dgm:prSet presAssocID="{68CA849A-638E-45E1-8AD4-1B4723B0A860}" presName="sibTrans" presStyleCnt="0"/>
      <dgm:spPr/>
    </dgm:pt>
    <dgm:pt modelId="{3E9BBE1E-60BF-44EE-9C32-EB7B8FFF775E}" type="pres">
      <dgm:prSet presAssocID="{9EEB4493-9A07-4CFA-B195-DFA5FA95166D}" presName="compNode" presStyleCnt="0"/>
      <dgm:spPr/>
    </dgm:pt>
    <dgm:pt modelId="{846D6944-19EB-4D99-BE91-3F171E3A4653}" type="pres">
      <dgm:prSet presAssocID="{9EEB4493-9A07-4CFA-B195-DFA5FA95166D}" presName="iconBgRect" presStyleLbl="bgShp" presStyleIdx="1" presStyleCnt="3"/>
      <dgm:spPr/>
    </dgm:pt>
    <dgm:pt modelId="{647D0564-797C-489D-9FD9-208EAAECEC32}" type="pres">
      <dgm:prSet presAssocID="{9EEB4493-9A07-4CFA-B195-DFA5FA95166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rdenador"/>
        </a:ext>
      </dgm:extLst>
    </dgm:pt>
    <dgm:pt modelId="{173144CF-86B5-4E36-B587-8B3DB368F944}" type="pres">
      <dgm:prSet presAssocID="{9EEB4493-9A07-4CFA-B195-DFA5FA95166D}" presName="spaceRect" presStyleCnt="0"/>
      <dgm:spPr/>
    </dgm:pt>
    <dgm:pt modelId="{CF7831B8-40F4-43FC-801E-1DF4E1F3E4B1}" type="pres">
      <dgm:prSet presAssocID="{9EEB4493-9A07-4CFA-B195-DFA5FA95166D}" presName="textRect" presStyleLbl="revTx" presStyleIdx="1" presStyleCnt="3">
        <dgm:presLayoutVars>
          <dgm:chMax val="1"/>
          <dgm:chPref val="1"/>
        </dgm:presLayoutVars>
      </dgm:prSet>
      <dgm:spPr/>
    </dgm:pt>
    <dgm:pt modelId="{104364CE-9AA3-47C7-B79C-4F569323B2A4}" type="pres">
      <dgm:prSet presAssocID="{3A79383B-ABCA-489E-A3EC-5A111751CF74}" presName="sibTrans" presStyleCnt="0"/>
      <dgm:spPr/>
    </dgm:pt>
    <dgm:pt modelId="{8E8E967E-7A2F-4E60-802B-DDE385FA3FFC}" type="pres">
      <dgm:prSet presAssocID="{528A33FD-13C4-4236-AC2B-F6499DBC6DDB}" presName="compNode" presStyleCnt="0"/>
      <dgm:spPr/>
    </dgm:pt>
    <dgm:pt modelId="{9D386C4E-5AA5-4307-AC4A-E83DE3DA131C}" type="pres">
      <dgm:prSet presAssocID="{528A33FD-13C4-4236-AC2B-F6499DBC6DDB}" presName="iconBgRect" presStyleLbl="bgShp" presStyleIdx="2" presStyleCnt="3"/>
      <dgm:spPr/>
    </dgm:pt>
    <dgm:pt modelId="{95AFBE16-6E4A-44FC-8BB8-8646467E66B7}" type="pres">
      <dgm:prSet presAssocID="{528A33FD-13C4-4236-AC2B-F6499DBC6DD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8C78E527-627A-4D53-9C1C-468C2054552A}" type="pres">
      <dgm:prSet presAssocID="{528A33FD-13C4-4236-AC2B-F6499DBC6DDB}" presName="spaceRect" presStyleCnt="0"/>
      <dgm:spPr/>
    </dgm:pt>
    <dgm:pt modelId="{20B23837-0793-4633-94FA-C59F461CDACD}" type="pres">
      <dgm:prSet presAssocID="{528A33FD-13C4-4236-AC2B-F6499DBC6DDB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7FA6D75F-D554-4848-9388-C3EF750AB2EA}" srcId="{AD14BEF7-3D38-42F5-8A08-CE91437E5000}" destId="{9EEB4493-9A07-4CFA-B195-DFA5FA95166D}" srcOrd="1" destOrd="0" parTransId="{2ED7E395-42A8-49E7-A285-98E20ACC7822}" sibTransId="{3A79383B-ABCA-489E-A3EC-5A111751CF74}"/>
    <dgm:cxn modelId="{A583BE63-FACA-4353-992A-A7DB830DC982}" type="presOf" srcId="{3A23B2E3-1741-4472-A9F0-2FA8D77D299A}" destId="{EC71E497-6BDF-4E07-8CD8-80BAFB839C46}" srcOrd="0" destOrd="0" presId="urn:microsoft.com/office/officeart/2018/5/layout/IconCircleLabelList"/>
    <dgm:cxn modelId="{22879367-8764-420D-AD2E-05F0AA70789C}" type="presOf" srcId="{AD14BEF7-3D38-42F5-8A08-CE91437E5000}" destId="{F7C100DE-6A97-468C-85A0-C0A3FDC93AEA}" srcOrd="0" destOrd="0" presId="urn:microsoft.com/office/officeart/2018/5/layout/IconCircleLabelList"/>
    <dgm:cxn modelId="{80D446AE-E4BD-4B2B-BA44-C174A35ABF2C}" srcId="{AD14BEF7-3D38-42F5-8A08-CE91437E5000}" destId="{528A33FD-13C4-4236-AC2B-F6499DBC6DDB}" srcOrd="2" destOrd="0" parTransId="{8C0CBEF1-0B2E-40FF-BDA6-2C02DC855487}" sibTransId="{E417D3D9-DE83-4B8B-9564-814594FE7D2A}"/>
    <dgm:cxn modelId="{5AF240B0-0682-4DC2-99F7-7EF5688207B9}" type="presOf" srcId="{9EEB4493-9A07-4CFA-B195-DFA5FA95166D}" destId="{CF7831B8-40F4-43FC-801E-1DF4E1F3E4B1}" srcOrd="0" destOrd="0" presId="urn:microsoft.com/office/officeart/2018/5/layout/IconCircleLabelList"/>
    <dgm:cxn modelId="{E24FE5CB-2669-4B1A-A7C3-C2E0F645CAB8}" type="presOf" srcId="{528A33FD-13C4-4236-AC2B-F6499DBC6DDB}" destId="{20B23837-0793-4633-94FA-C59F461CDACD}" srcOrd="0" destOrd="0" presId="urn:microsoft.com/office/officeart/2018/5/layout/IconCircleLabelList"/>
    <dgm:cxn modelId="{CCC963E3-225C-4ACF-B699-05C7C951777F}" srcId="{AD14BEF7-3D38-42F5-8A08-CE91437E5000}" destId="{3A23B2E3-1741-4472-A9F0-2FA8D77D299A}" srcOrd="0" destOrd="0" parTransId="{F7283838-D8E9-4BCF-B3A8-27F706F4C662}" sibTransId="{68CA849A-638E-45E1-8AD4-1B4723B0A860}"/>
    <dgm:cxn modelId="{2FBFB573-22E0-41FE-BF1C-EE3A441C0F00}" type="presParOf" srcId="{F7C100DE-6A97-468C-85A0-C0A3FDC93AEA}" destId="{6A7F4F84-378C-469B-A722-0FA283C66413}" srcOrd="0" destOrd="0" presId="urn:microsoft.com/office/officeart/2018/5/layout/IconCircleLabelList"/>
    <dgm:cxn modelId="{AD22D5F2-47B2-4399-94D3-BDF5B5E21F16}" type="presParOf" srcId="{6A7F4F84-378C-469B-A722-0FA283C66413}" destId="{3B25B526-4D09-4A0A-81ED-A06B0FC9D12F}" srcOrd="0" destOrd="0" presId="urn:microsoft.com/office/officeart/2018/5/layout/IconCircleLabelList"/>
    <dgm:cxn modelId="{946D48BE-F2C2-4213-A815-F46DA8643D24}" type="presParOf" srcId="{6A7F4F84-378C-469B-A722-0FA283C66413}" destId="{A513CB9C-70B7-4BAA-9840-4A5806FD5EA5}" srcOrd="1" destOrd="0" presId="urn:microsoft.com/office/officeart/2018/5/layout/IconCircleLabelList"/>
    <dgm:cxn modelId="{5D31CF5F-8F3F-43DA-B3DE-973C53C617CF}" type="presParOf" srcId="{6A7F4F84-378C-469B-A722-0FA283C66413}" destId="{643CAF1E-879C-4C25-8488-157A8EA42D16}" srcOrd="2" destOrd="0" presId="urn:microsoft.com/office/officeart/2018/5/layout/IconCircleLabelList"/>
    <dgm:cxn modelId="{1A077296-3D07-4532-A3C0-7EA1973C86F2}" type="presParOf" srcId="{6A7F4F84-378C-469B-A722-0FA283C66413}" destId="{EC71E497-6BDF-4E07-8CD8-80BAFB839C46}" srcOrd="3" destOrd="0" presId="urn:microsoft.com/office/officeart/2018/5/layout/IconCircleLabelList"/>
    <dgm:cxn modelId="{2A85C1F3-167D-487C-B50D-F3BD0537B364}" type="presParOf" srcId="{F7C100DE-6A97-468C-85A0-C0A3FDC93AEA}" destId="{5FA671B6-5F6E-483D-B4B4-E1759668C8D6}" srcOrd="1" destOrd="0" presId="urn:microsoft.com/office/officeart/2018/5/layout/IconCircleLabelList"/>
    <dgm:cxn modelId="{7C26A99B-E225-46D6-AE39-83EB913BAF47}" type="presParOf" srcId="{F7C100DE-6A97-468C-85A0-C0A3FDC93AEA}" destId="{3E9BBE1E-60BF-44EE-9C32-EB7B8FFF775E}" srcOrd="2" destOrd="0" presId="urn:microsoft.com/office/officeart/2018/5/layout/IconCircleLabelList"/>
    <dgm:cxn modelId="{F2A4FBD3-FE85-42BA-AC7B-B6C3BF0C87FD}" type="presParOf" srcId="{3E9BBE1E-60BF-44EE-9C32-EB7B8FFF775E}" destId="{846D6944-19EB-4D99-BE91-3F171E3A4653}" srcOrd="0" destOrd="0" presId="urn:microsoft.com/office/officeart/2018/5/layout/IconCircleLabelList"/>
    <dgm:cxn modelId="{4A6CA52B-BBA5-4422-A8C8-1C73FC775ACA}" type="presParOf" srcId="{3E9BBE1E-60BF-44EE-9C32-EB7B8FFF775E}" destId="{647D0564-797C-489D-9FD9-208EAAECEC32}" srcOrd="1" destOrd="0" presId="urn:microsoft.com/office/officeart/2018/5/layout/IconCircleLabelList"/>
    <dgm:cxn modelId="{54110755-EC68-4D4D-98F8-9A02C589F00F}" type="presParOf" srcId="{3E9BBE1E-60BF-44EE-9C32-EB7B8FFF775E}" destId="{173144CF-86B5-4E36-B587-8B3DB368F944}" srcOrd="2" destOrd="0" presId="urn:microsoft.com/office/officeart/2018/5/layout/IconCircleLabelList"/>
    <dgm:cxn modelId="{1AE8A422-517A-4143-AA0F-CD5222B7567D}" type="presParOf" srcId="{3E9BBE1E-60BF-44EE-9C32-EB7B8FFF775E}" destId="{CF7831B8-40F4-43FC-801E-1DF4E1F3E4B1}" srcOrd="3" destOrd="0" presId="urn:microsoft.com/office/officeart/2018/5/layout/IconCircleLabelList"/>
    <dgm:cxn modelId="{D00E2D34-B0B4-41B7-B824-806096DF436C}" type="presParOf" srcId="{F7C100DE-6A97-468C-85A0-C0A3FDC93AEA}" destId="{104364CE-9AA3-47C7-B79C-4F569323B2A4}" srcOrd="3" destOrd="0" presId="urn:microsoft.com/office/officeart/2018/5/layout/IconCircleLabelList"/>
    <dgm:cxn modelId="{3BBE4208-1891-4648-A180-8E708A5FB412}" type="presParOf" srcId="{F7C100DE-6A97-468C-85A0-C0A3FDC93AEA}" destId="{8E8E967E-7A2F-4E60-802B-DDE385FA3FFC}" srcOrd="4" destOrd="0" presId="urn:microsoft.com/office/officeart/2018/5/layout/IconCircleLabelList"/>
    <dgm:cxn modelId="{D6E0B7C8-106B-4064-87E2-BB57C92F0107}" type="presParOf" srcId="{8E8E967E-7A2F-4E60-802B-DDE385FA3FFC}" destId="{9D386C4E-5AA5-4307-AC4A-E83DE3DA131C}" srcOrd="0" destOrd="0" presId="urn:microsoft.com/office/officeart/2018/5/layout/IconCircleLabelList"/>
    <dgm:cxn modelId="{189A68C0-69EC-41CB-A79E-E90447CC90FB}" type="presParOf" srcId="{8E8E967E-7A2F-4E60-802B-DDE385FA3FFC}" destId="{95AFBE16-6E4A-44FC-8BB8-8646467E66B7}" srcOrd="1" destOrd="0" presId="urn:microsoft.com/office/officeart/2018/5/layout/IconCircleLabelList"/>
    <dgm:cxn modelId="{15EAEDA8-FA29-48B3-806C-10BEAECCC658}" type="presParOf" srcId="{8E8E967E-7A2F-4E60-802B-DDE385FA3FFC}" destId="{8C78E527-627A-4D53-9C1C-468C2054552A}" srcOrd="2" destOrd="0" presId="urn:microsoft.com/office/officeart/2018/5/layout/IconCircleLabelList"/>
    <dgm:cxn modelId="{AB92BAC0-74A6-477B-9A46-AC48DEA12CB7}" type="presParOf" srcId="{8E8E967E-7A2F-4E60-802B-DDE385FA3FFC}" destId="{20B23837-0793-4633-94FA-C59F461CDACD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EA7CD385-CE02-41FA-B581-0CC8CEB7439A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8CF93410-D018-4B0F-BCAD-6B15F8044E3E}">
      <dgm:prSet/>
      <dgm:spPr/>
      <dgm:t>
        <a:bodyPr/>
        <a:lstStyle/>
        <a:p>
          <a:r>
            <a:rPr lang="en-US"/>
            <a:t>Gestión de usuarios</a:t>
          </a:r>
        </a:p>
      </dgm:t>
    </dgm:pt>
    <dgm:pt modelId="{0B8C65ED-FFAB-4716-89D9-E9E77B58337D}" type="parTrans" cxnId="{B55E8771-B3BE-4F5D-99B0-7998B7E2AFE9}">
      <dgm:prSet/>
      <dgm:spPr/>
      <dgm:t>
        <a:bodyPr/>
        <a:lstStyle/>
        <a:p>
          <a:endParaRPr lang="en-US"/>
        </a:p>
      </dgm:t>
    </dgm:pt>
    <dgm:pt modelId="{969C4366-EA0E-4262-A5A7-774713BA9036}" type="sibTrans" cxnId="{B55E8771-B3BE-4F5D-99B0-7998B7E2AFE9}">
      <dgm:prSet/>
      <dgm:spPr/>
      <dgm:t>
        <a:bodyPr/>
        <a:lstStyle/>
        <a:p>
          <a:endParaRPr lang="en-US"/>
        </a:p>
      </dgm:t>
    </dgm:pt>
    <dgm:pt modelId="{F031596A-D985-4B60-B093-3C14792D99F6}">
      <dgm:prSet/>
      <dgm:spPr/>
      <dgm:t>
        <a:bodyPr/>
        <a:lstStyle/>
        <a:p>
          <a:r>
            <a:rPr lang="en-US"/>
            <a:t>Gestión de permisos</a:t>
          </a:r>
        </a:p>
      </dgm:t>
    </dgm:pt>
    <dgm:pt modelId="{4F648CB5-A2C2-4D95-BE99-A5A6B32202F0}" type="parTrans" cxnId="{BA0588E9-10B7-4347-AAF5-55FEC5F5D3E6}">
      <dgm:prSet/>
      <dgm:spPr/>
      <dgm:t>
        <a:bodyPr/>
        <a:lstStyle/>
        <a:p>
          <a:endParaRPr lang="en-US"/>
        </a:p>
      </dgm:t>
    </dgm:pt>
    <dgm:pt modelId="{A119F97D-CF40-4B79-9502-87ECF118D31A}" type="sibTrans" cxnId="{BA0588E9-10B7-4347-AAF5-55FEC5F5D3E6}">
      <dgm:prSet/>
      <dgm:spPr/>
      <dgm:t>
        <a:bodyPr/>
        <a:lstStyle/>
        <a:p>
          <a:endParaRPr lang="en-US"/>
        </a:p>
      </dgm:t>
    </dgm:pt>
    <dgm:pt modelId="{6D7E0BDB-56B6-4D39-B6C1-1DB2FE8654F1}">
      <dgm:prSet/>
      <dgm:spPr/>
      <dgm:t>
        <a:bodyPr/>
        <a:lstStyle/>
        <a:p>
          <a:r>
            <a:rPr lang="en-US"/>
            <a:t>Auditoría de accesos</a:t>
          </a:r>
        </a:p>
      </dgm:t>
    </dgm:pt>
    <dgm:pt modelId="{E6CE9D71-015B-494B-A52D-7B100F8AB073}" type="parTrans" cxnId="{DABC5C98-2594-4C2B-9C7E-8FF7542CE3BC}">
      <dgm:prSet/>
      <dgm:spPr/>
      <dgm:t>
        <a:bodyPr/>
        <a:lstStyle/>
        <a:p>
          <a:endParaRPr lang="en-US"/>
        </a:p>
      </dgm:t>
    </dgm:pt>
    <dgm:pt modelId="{36E0F620-0B64-4904-9726-39D9D624B286}" type="sibTrans" cxnId="{DABC5C98-2594-4C2B-9C7E-8FF7542CE3BC}">
      <dgm:prSet/>
      <dgm:spPr/>
      <dgm:t>
        <a:bodyPr/>
        <a:lstStyle/>
        <a:p>
          <a:endParaRPr lang="en-US"/>
        </a:p>
      </dgm:t>
    </dgm:pt>
    <dgm:pt modelId="{50123047-07DD-431C-B7E1-2F87FDCC27FF}">
      <dgm:prSet/>
      <dgm:spPr/>
      <dgm:t>
        <a:bodyPr/>
        <a:lstStyle/>
        <a:p>
          <a:r>
            <a:rPr lang="en-US"/>
            <a:t>Cumplimiento normativo</a:t>
          </a:r>
        </a:p>
      </dgm:t>
    </dgm:pt>
    <dgm:pt modelId="{C1922A11-C996-499D-9B74-9950A1E312ED}" type="parTrans" cxnId="{6BD80A19-3854-44CB-BEEF-52DE622B22A3}">
      <dgm:prSet/>
      <dgm:spPr/>
      <dgm:t>
        <a:bodyPr/>
        <a:lstStyle/>
        <a:p>
          <a:endParaRPr lang="en-US"/>
        </a:p>
      </dgm:t>
    </dgm:pt>
    <dgm:pt modelId="{0200E6C7-4CC3-43D5-8BA7-9D292DF9ECDC}" type="sibTrans" cxnId="{6BD80A19-3854-44CB-BEEF-52DE622B22A3}">
      <dgm:prSet/>
      <dgm:spPr/>
      <dgm:t>
        <a:bodyPr/>
        <a:lstStyle/>
        <a:p>
          <a:endParaRPr lang="en-US"/>
        </a:p>
      </dgm:t>
    </dgm:pt>
    <dgm:pt modelId="{CFDA3AF5-7B9C-4911-9CD5-34FCF4B1D7E4}" type="pres">
      <dgm:prSet presAssocID="{EA7CD385-CE02-41FA-B581-0CC8CEB7439A}" presName="root" presStyleCnt="0">
        <dgm:presLayoutVars>
          <dgm:dir/>
          <dgm:resizeHandles val="exact"/>
        </dgm:presLayoutVars>
      </dgm:prSet>
      <dgm:spPr/>
    </dgm:pt>
    <dgm:pt modelId="{7CD88B48-47CC-4945-AFDA-2A0D3345F11E}" type="pres">
      <dgm:prSet presAssocID="{8CF93410-D018-4B0F-BCAD-6B15F8044E3E}" presName="compNode" presStyleCnt="0"/>
      <dgm:spPr/>
    </dgm:pt>
    <dgm:pt modelId="{31B41CE9-9FFF-44A5-B433-6A5463463742}" type="pres">
      <dgm:prSet presAssocID="{8CF93410-D018-4B0F-BCAD-6B15F8044E3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uario"/>
        </a:ext>
      </dgm:extLst>
    </dgm:pt>
    <dgm:pt modelId="{6462E0DE-5CD5-45C9-BD46-C1EBE4F4A5DC}" type="pres">
      <dgm:prSet presAssocID="{8CF93410-D018-4B0F-BCAD-6B15F8044E3E}" presName="spaceRect" presStyleCnt="0"/>
      <dgm:spPr/>
    </dgm:pt>
    <dgm:pt modelId="{6CF49791-D762-4E19-89A0-6E1AEC38F277}" type="pres">
      <dgm:prSet presAssocID="{8CF93410-D018-4B0F-BCAD-6B15F8044E3E}" presName="textRect" presStyleLbl="revTx" presStyleIdx="0" presStyleCnt="4">
        <dgm:presLayoutVars>
          <dgm:chMax val="1"/>
          <dgm:chPref val="1"/>
        </dgm:presLayoutVars>
      </dgm:prSet>
      <dgm:spPr/>
    </dgm:pt>
    <dgm:pt modelId="{8994B12C-FBC9-4383-8A34-7B6D047C3367}" type="pres">
      <dgm:prSet presAssocID="{969C4366-EA0E-4262-A5A7-774713BA9036}" presName="sibTrans" presStyleCnt="0"/>
      <dgm:spPr/>
    </dgm:pt>
    <dgm:pt modelId="{D7F21353-F154-421F-898E-FACC54A23B7E}" type="pres">
      <dgm:prSet presAssocID="{F031596A-D985-4B60-B093-3C14792D99F6}" presName="compNode" presStyleCnt="0"/>
      <dgm:spPr/>
    </dgm:pt>
    <dgm:pt modelId="{BAC40FD7-3095-4BBE-A919-D836CCE4143C}" type="pres">
      <dgm:prSet presAssocID="{F031596A-D985-4B60-B093-3C14792D99F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sta de comprobación"/>
        </a:ext>
      </dgm:extLst>
    </dgm:pt>
    <dgm:pt modelId="{E087BCDB-D852-4207-83BF-488AF2D4E292}" type="pres">
      <dgm:prSet presAssocID="{F031596A-D985-4B60-B093-3C14792D99F6}" presName="spaceRect" presStyleCnt="0"/>
      <dgm:spPr/>
    </dgm:pt>
    <dgm:pt modelId="{FD1BE5C8-7B65-49E3-B1EA-F3111684D344}" type="pres">
      <dgm:prSet presAssocID="{F031596A-D985-4B60-B093-3C14792D99F6}" presName="textRect" presStyleLbl="revTx" presStyleIdx="1" presStyleCnt="4">
        <dgm:presLayoutVars>
          <dgm:chMax val="1"/>
          <dgm:chPref val="1"/>
        </dgm:presLayoutVars>
      </dgm:prSet>
      <dgm:spPr/>
    </dgm:pt>
    <dgm:pt modelId="{00C34727-702E-42BE-8512-B100445AD784}" type="pres">
      <dgm:prSet presAssocID="{A119F97D-CF40-4B79-9502-87ECF118D31A}" presName="sibTrans" presStyleCnt="0"/>
      <dgm:spPr/>
    </dgm:pt>
    <dgm:pt modelId="{F0828B33-B8AA-4473-80FF-E3050CA50041}" type="pres">
      <dgm:prSet presAssocID="{6D7E0BDB-56B6-4D39-B6C1-1DB2FE8654F1}" presName="compNode" presStyleCnt="0"/>
      <dgm:spPr/>
    </dgm:pt>
    <dgm:pt modelId="{B1475EE9-8635-4686-9B6D-F01782BD7D88}" type="pres">
      <dgm:prSet presAssocID="{6D7E0BDB-56B6-4D39-B6C1-1DB2FE8654F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6C7B9222-FA02-4B51-BCF1-F12D5EFCD1F6}" type="pres">
      <dgm:prSet presAssocID="{6D7E0BDB-56B6-4D39-B6C1-1DB2FE8654F1}" presName="spaceRect" presStyleCnt="0"/>
      <dgm:spPr/>
    </dgm:pt>
    <dgm:pt modelId="{770ACA25-135B-4B4C-98BD-B29BB54C397E}" type="pres">
      <dgm:prSet presAssocID="{6D7E0BDB-56B6-4D39-B6C1-1DB2FE8654F1}" presName="textRect" presStyleLbl="revTx" presStyleIdx="2" presStyleCnt="4">
        <dgm:presLayoutVars>
          <dgm:chMax val="1"/>
          <dgm:chPref val="1"/>
        </dgm:presLayoutVars>
      </dgm:prSet>
      <dgm:spPr/>
    </dgm:pt>
    <dgm:pt modelId="{3C9C0D34-E92E-44D2-A4E3-B469A015BCF0}" type="pres">
      <dgm:prSet presAssocID="{36E0F620-0B64-4904-9726-39D9D624B286}" presName="sibTrans" presStyleCnt="0"/>
      <dgm:spPr/>
    </dgm:pt>
    <dgm:pt modelId="{F78F1136-EA75-4AD0-A681-1EFB35DD8C4C}" type="pres">
      <dgm:prSet presAssocID="{50123047-07DD-431C-B7E1-2F87FDCC27FF}" presName="compNode" presStyleCnt="0"/>
      <dgm:spPr/>
    </dgm:pt>
    <dgm:pt modelId="{E33A9044-8408-4CF0-BB3F-AB181A20C081}" type="pres">
      <dgm:prSet presAssocID="{50123047-07DD-431C-B7E1-2F87FDCC27F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D8633056-6973-4D66-9F11-F2E8E348FB5E}" type="pres">
      <dgm:prSet presAssocID="{50123047-07DD-431C-B7E1-2F87FDCC27FF}" presName="spaceRect" presStyleCnt="0"/>
      <dgm:spPr/>
    </dgm:pt>
    <dgm:pt modelId="{735318E8-270A-4781-85E4-4FCAD2726DE8}" type="pres">
      <dgm:prSet presAssocID="{50123047-07DD-431C-B7E1-2F87FDCC27F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4A5FBB05-C815-4262-9C55-57D6B0DAF356}" type="presOf" srcId="{50123047-07DD-431C-B7E1-2F87FDCC27FF}" destId="{735318E8-270A-4781-85E4-4FCAD2726DE8}" srcOrd="0" destOrd="0" presId="urn:microsoft.com/office/officeart/2018/2/layout/IconLabelList"/>
    <dgm:cxn modelId="{6BD80A19-3854-44CB-BEEF-52DE622B22A3}" srcId="{EA7CD385-CE02-41FA-B581-0CC8CEB7439A}" destId="{50123047-07DD-431C-B7E1-2F87FDCC27FF}" srcOrd="3" destOrd="0" parTransId="{C1922A11-C996-499D-9B74-9950A1E312ED}" sibTransId="{0200E6C7-4CC3-43D5-8BA7-9D292DF9ECDC}"/>
    <dgm:cxn modelId="{539D193C-7B86-4B10-8DBB-891D60C95A95}" type="presOf" srcId="{EA7CD385-CE02-41FA-B581-0CC8CEB7439A}" destId="{CFDA3AF5-7B9C-4911-9CD5-34FCF4B1D7E4}" srcOrd="0" destOrd="0" presId="urn:microsoft.com/office/officeart/2018/2/layout/IconLabelList"/>
    <dgm:cxn modelId="{394FB95C-3134-4847-825F-0675C9DA0F8F}" type="presOf" srcId="{F031596A-D985-4B60-B093-3C14792D99F6}" destId="{FD1BE5C8-7B65-49E3-B1EA-F3111684D344}" srcOrd="0" destOrd="0" presId="urn:microsoft.com/office/officeart/2018/2/layout/IconLabelList"/>
    <dgm:cxn modelId="{B55E8771-B3BE-4F5D-99B0-7998B7E2AFE9}" srcId="{EA7CD385-CE02-41FA-B581-0CC8CEB7439A}" destId="{8CF93410-D018-4B0F-BCAD-6B15F8044E3E}" srcOrd="0" destOrd="0" parTransId="{0B8C65ED-FFAB-4716-89D9-E9E77B58337D}" sibTransId="{969C4366-EA0E-4262-A5A7-774713BA9036}"/>
    <dgm:cxn modelId="{DABC5C98-2594-4C2B-9C7E-8FF7542CE3BC}" srcId="{EA7CD385-CE02-41FA-B581-0CC8CEB7439A}" destId="{6D7E0BDB-56B6-4D39-B6C1-1DB2FE8654F1}" srcOrd="2" destOrd="0" parTransId="{E6CE9D71-015B-494B-A52D-7B100F8AB073}" sibTransId="{36E0F620-0B64-4904-9726-39D9D624B286}"/>
    <dgm:cxn modelId="{FDC84AA1-1DD6-43EF-9881-8483610E059B}" type="presOf" srcId="{6D7E0BDB-56B6-4D39-B6C1-1DB2FE8654F1}" destId="{770ACA25-135B-4B4C-98BD-B29BB54C397E}" srcOrd="0" destOrd="0" presId="urn:microsoft.com/office/officeart/2018/2/layout/IconLabelList"/>
    <dgm:cxn modelId="{BA0588E9-10B7-4347-AAF5-55FEC5F5D3E6}" srcId="{EA7CD385-CE02-41FA-B581-0CC8CEB7439A}" destId="{F031596A-D985-4B60-B093-3C14792D99F6}" srcOrd="1" destOrd="0" parTransId="{4F648CB5-A2C2-4D95-BE99-A5A6B32202F0}" sibTransId="{A119F97D-CF40-4B79-9502-87ECF118D31A}"/>
    <dgm:cxn modelId="{2F2C94FF-10D2-4462-9EE6-03FC42DCAAE4}" type="presOf" srcId="{8CF93410-D018-4B0F-BCAD-6B15F8044E3E}" destId="{6CF49791-D762-4E19-89A0-6E1AEC38F277}" srcOrd="0" destOrd="0" presId="urn:microsoft.com/office/officeart/2018/2/layout/IconLabelList"/>
    <dgm:cxn modelId="{88922FEE-FF61-4BEB-930F-0A09F646DDEC}" type="presParOf" srcId="{CFDA3AF5-7B9C-4911-9CD5-34FCF4B1D7E4}" destId="{7CD88B48-47CC-4945-AFDA-2A0D3345F11E}" srcOrd="0" destOrd="0" presId="urn:microsoft.com/office/officeart/2018/2/layout/IconLabelList"/>
    <dgm:cxn modelId="{031BC3F4-4EDE-4499-A060-CCAE8A39556F}" type="presParOf" srcId="{7CD88B48-47CC-4945-AFDA-2A0D3345F11E}" destId="{31B41CE9-9FFF-44A5-B433-6A5463463742}" srcOrd="0" destOrd="0" presId="urn:microsoft.com/office/officeart/2018/2/layout/IconLabelList"/>
    <dgm:cxn modelId="{92E9C267-0364-4CCB-B86D-B27CABAE724D}" type="presParOf" srcId="{7CD88B48-47CC-4945-AFDA-2A0D3345F11E}" destId="{6462E0DE-5CD5-45C9-BD46-C1EBE4F4A5DC}" srcOrd="1" destOrd="0" presId="urn:microsoft.com/office/officeart/2018/2/layout/IconLabelList"/>
    <dgm:cxn modelId="{AEA71B6C-2FD6-414E-8A07-353A59AC5880}" type="presParOf" srcId="{7CD88B48-47CC-4945-AFDA-2A0D3345F11E}" destId="{6CF49791-D762-4E19-89A0-6E1AEC38F277}" srcOrd="2" destOrd="0" presId="urn:microsoft.com/office/officeart/2018/2/layout/IconLabelList"/>
    <dgm:cxn modelId="{ECC4AC72-5B4E-41CA-84DE-EC965EE972D1}" type="presParOf" srcId="{CFDA3AF5-7B9C-4911-9CD5-34FCF4B1D7E4}" destId="{8994B12C-FBC9-4383-8A34-7B6D047C3367}" srcOrd="1" destOrd="0" presId="urn:microsoft.com/office/officeart/2018/2/layout/IconLabelList"/>
    <dgm:cxn modelId="{5DEB9CDE-F216-4F81-A17B-546DBBFCDEFF}" type="presParOf" srcId="{CFDA3AF5-7B9C-4911-9CD5-34FCF4B1D7E4}" destId="{D7F21353-F154-421F-898E-FACC54A23B7E}" srcOrd="2" destOrd="0" presId="urn:microsoft.com/office/officeart/2018/2/layout/IconLabelList"/>
    <dgm:cxn modelId="{F175EC85-6EF6-4F14-BAD3-D101B7C1F7F5}" type="presParOf" srcId="{D7F21353-F154-421F-898E-FACC54A23B7E}" destId="{BAC40FD7-3095-4BBE-A919-D836CCE4143C}" srcOrd="0" destOrd="0" presId="urn:microsoft.com/office/officeart/2018/2/layout/IconLabelList"/>
    <dgm:cxn modelId="{087C8267-956A-42E4-99C8-BCCB9073F17D}" type="presParOf" srcId="{D7F21353-F154-421F-898E-FACC54A23B7E}" destId="{E087BCDB-D852-4207-83BF-488AF2D4E292}" srcOrd="1" destOrd="0" presId="urn:microsoft.com/office/officeart/2018/2/layout/IconLabelList"/>
    <dgm:cxn modelId="{7CBDC1C6-81D5-4A70-8459-5651F5F37750}" type="presParOf" srcId="{D7F21353-F154-421F-898E-FACC54A23B7E}" destId="{FD1BE5C8-7B65-49E3-B1EA-F3111684D344}" srcOrd="2" destOrd="0" presId="urn:microsoft.com/office/officeart/2018/2/layout/IconLabelList"/>
    <dgm:cxn modelId="{6260EC1A-6AB6-49DE-B2BC-FE4C2E5A69A1}" type="presParOf" srcId="{CFDA3AF5-7B9C-4911-9CD5-34FCF4B1D7E4}" destId="{00C34727-702E-42BE-8512-B100445AD784}" srcOrd="3" destOrd="0" presId="urn:microsoft.com/office/officeart/2018/2/layout/IconLabelList"/>
    <dgm:cxn modelId="{DAEA00EE-4708-49E5-9A0E-B2CE29984239}" type="presParOf" srcId="{CFDA3AF5-7B9C-4911-9CD5-34FCF4B1D7E4}" destId="{F0828B33-B8AA-4473-80FF-E3050CA50041}" srcOrd="4" destOrd="0" presId="urn:microsoft.com/office/officeart/2018/2/layout/IconLabelList"/>
    <dgm:cxn modelId="{476AB4BC-8537-4C14-B757-C0D8F1FEBD29}" type="presParOf" srcId="{F0828B33-B8AA-4473-80FF-E3050CA50041}" destId="{B1475EE9-8635-4686-9B6D-F01782BD7D88}" srcOrd="0" destOrd="0" presId="urn:microsoft.com/office/officeart/2018/2/layout/IconLabelList"/>
    <dgm:cxn modelId="{59F4F976-F46E-4F78-B931-AAA25E2D820F}" type="presParOf" srcId="{F0828B33-B8AA-4473-80FF-E3050CA50041}" destId="{6C7B9222-FA02-4B51-BCF1-F12D5EFCD1F6}" srcOrd="1" destOrd="0" presId="urn:microsoft.com/office/officeart/2018/2/layout/IconLabelList"/>
    <dgm:cxn modelId="{270C794F-8368-44AA-90C2-CAECADA28F79}" type="presParOf" srcId="{F0828B33-B8AA-4473-80FF-E3050CA50041}" destId="{770ACA25-135B-4B4C-98BD-B29BB54C397E}" srcOrd="2" destOrd="0" presId="urn:microsoft.com/office/officeart/2018/2/layout/IconLabelList"/>
    <dgm:cxn modelId="{ED1D8B35-52F9-42D7-A49D-C675405FE4AB}" type="presParOf" srcId="{CFDA3AF5-7B9C-4911-9CD5-34FCF4B1D7E4}" destId="{3C9C0D34-E92E-44D2-A4E3-B469A015BCF0}" srcOrd="5" destOrd="0" presId="urn:microsoft.com/office/officeart/2018/2/layout/IconLabelList"/>
    <dgm:cxn modelId="{25D14CFD-F060-4059-8944-A7A401EA5DA2}" type="presParOf" srcId="{CFDA3AF5-7B9C-4911-9CD5-34FCF4B1D7E4}" destId="{F78F1136-EA75-4AD0-A681-1EFB35DD8C4C}" srcOrd="6" destOrd="0" presId="urn:microsoft.com/office/officeart/2018/2/layout/IconLabelList"/>
    <dgm:cxn modelId="{AE8AD169-CD35-46DE-8B92-C9A502D438C2}" type="presParOf" srcId="{F78F1136-EA75-4AD0-A681-1EFB35DD8C4C}" destId="{E33A9044-8408-4CF0-BB3F-AB181A20C081}" srcOrd="0" destOrd="0" presId="urn:microsoft.com/office/officeart/2018/2/layout/IconLabelList"/>
    <dgm:cxn modelId="{FF90F700-B01E-4565-9E05-F65A7D396929}" type="presParOf" srcId="{F78F1136-EA75-4AD0-A681-1EFB35DD8C4C}" destId="{D8633056-6973-4D66-9F11-F2E8E348FB5E}" srcOrd="1" destOrd="0" presId="urn:microsoft.com/office/officeart/2018/2/layout/IconLabelList"/>
    <dgm:cxn modelId="{97B926B2-8E28-430C-B767-05A923EC2770}" type="presParOf" srcId="{F78F1136-EA75-4AD0-A681-1EFB35DD8C4C}" destId="{735318E8-270A-4781-85E4-4FCAD2726DE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F93B2856-B5AE-45EF-9D44-14BD79E6E0ED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AFAA71CC-A01B-4D29-99A3-B4B361D8DCE0}">
      <dgm:prSet/>
      <dgm:spPr/>
      <dgm:t>
        <a:bodyPr/>
        <a:lstStyle/>
        <a:p>
          <a:pPr>
            <a:defRPr cap="all"/>
          </a:pPr>
          <a:r>
            <a:rPr lang="en-US"/>
            <a:t>Autenticación única</a:t>
          </a:r>
        </a:p>
      </dgm:t>
    </dgm:pt>
    <dgm:pt modelId="{38BDC147-3E9C-4456-A5D8-126B0BDBF0ED}" type="parTrans" cxnId="{0F8F5422-C0CC-4412-81B8-A55B1C2EF4CC}">
      <dgm:prSet/>
      <dgm:spPr/>
      <dgm:t>
        <a:bodyPr/>
        <a:lstStyle/>
        <a:p>
          <a:endParaRPr lang="en-US"/>
        </a:p>
      </dgm:t>
    </dgm:pt>
    <dgm:pt modelId="{7EF63203-10DB-4EFE-8E8D-ACF67BC2D757}" type="sibTrans" cxnId="{0F8F5422-C0CC-4412-81B8-A55B1C2EF4CC}">
      <dgm:prSet/>
      <dgm:spPr/>
      <dgm:t>
        <a:bodyPr/>
        <a:lstStyle/>
        <a:p>
          <a:endParaRPr lang="en-US"/>
        </a:p>
      </dgm:t>
    </dgm:pt>
    <dgm:pt modelId="{5B96326B-7D96-4E45-930A-23F41062B19F}">
      <dgm:prSet/>
      <dgm:spPr/>
      <dgm:t>
        <a:bodyPr/>
        <a:lstStyle/>
        <a:p>
          <a:pPr>
            <a:defRPr cap="all"/>
          </a:pPr>
          <a:r>
            <a:rPr lang="en-US"/>
            <a:t>Acceso a múltiples sistemas</a:t>
          </a:r>
        </a:p>
      </dgm:t>
    </dgm:pt>
    <dgm:pt modelId="{E9124EAB-3542-4955-B58D-A99018934AD1}" type="parTrans" cxnId="{AB40C636-7351-4974-9453-8C300D857821}">
      <dgm:prSet/>
      <dgm:spPr/>
      <dgm:t>
        <a:bodyPr/>
        <a:lstStyle/>
        <a:p>
          <a:endParaRPr lang="en-US"/>
        </a:p>
      </dgm:t>
    </dgm:pt>
    <dgm:pt modelId="{11B42B6B-375B-4952-9FC5-373F4B038DE4}" type="sibTrans" cxnId="{AB40C636-7351-4974-9453-8C300D857821}">
      <dgm:prSet/>
      <dgm:spPr/>
      <dgm:t>
        <a:bodyPr/>
        <a:lstStyle/>
        <a:p>
          <a:endParaRPr lang="en-US"/>
        </a:p>
      </dgm:t>
    </dgm:pt>
    <dgm:pt modelId="{245ECF80-0A24-4861-8620-C728E365CFCA}">
      <dgm:prSet/>
      <dgm:spPr/>
      <dgm:t>
        <a:bodyPr/>
        <a:lstStyle/>
        <a:p>
          <a:pPr>
            <a:defRPr cap="all"/>
          </a:pPr>
          <a:r>
            <a:rPr lang="en-US"/>
            <a:t>Mejora experiencia del usuario</a:t>
          </a:r>
        </a:p>
      </dgm:t>
    </dgm:pt>
    <dgm:pt modelId="{9E67DA6D-8C74-4EDC-9994-5A10EF801637}" type="parTrans" cxnId="{A8D6D872-9E15-4352-938F-671BF494F58E}">
      <dgm:prSet/>
      <dgm:spPr/>
      <dgm:t>
        <a:bodyPr/>
        <a:lstStyle/>
        <a:p>
          <a:endParaRPr lang="en-US"/>
        </a:p>
      </dgm:t>
    </dgm:pt>
    <dgm:pt modelId="{0907C920-F0F7-4C19-A75B-A908358062C3}" type="sibTrans" cxnId="{A8D6D872-9E15-4352-938F-671BF494F58E}">
      <dgm:prSet/>
      <dgm:spPr/>
      <dgm:t>
        <a:bodyPr/>
        <a:lstStyle/>
        <a:p>
          <a:endParaRPr lang="en-US"/>
        </a:p>
      </dgm:t>
    </dgm:pt>
    <dgm:pt modelId="{1A64E56E-952B-4F3F-9058-53890E2E6DD1}" type="pres">
      <dgm:prSet presAssocID="{F93B2856-B5AE-45EF-9D44-14BD79E6E0ED}" presName="root" presStyleCnt="0">
        <dgm:presLayoutVars>
          <dgm:dir/>
          <dgm:resizeHandles val="exact"/>
        </dgm:presLayoutVars>
      </dgm:prSet>
      <dgm:spPr/>
    </dgm:pt>
    <dgm:pt modelId="{2EC0E3BA-3F58-4263-A335-FBDEE3AB7AB1}" type="pres">
      <dgm:prSet presAssocID="{AFAA71CC-A01B-4D29-99A3-B4B361D8DCE0}" presName="compNode" presStyleCnt="0"/>
      <dgm:spPr/>
    </dgm:pt>
    <dgm:pt modelId="{B90945FF-8BD4-4418-AFBF-A326B3048787}" type="pres">
      <dgm:prSet presAssocID="{AFAA71CC-A01B-4D29-99A3-B4B361D8DCE0}" presName="iconBgRect" presStyleLbl="bgShp" presStyleIdx="0" presStyleCnt="3"/>
      <dgm:spPr/>
    </dgm:pt>
    <dgm:pt modelId="{77E8FC6B-87DC-4789-A357-63A9A24FB545}" type="pres">
      <dgm:prSet presAssocID="{AFAA71CC-A01B-4D29-99A3-B4B361D8DCE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ve"/>
        </a:ext>
      </dgm:extLst>
    </dgm:pt>
    <dgm:pt modelId="{A72269E7-7ADF-47D6-AE7F-07AC66C16FD0}" type="pres">
      <dgm:prSet presAssocID="{AFAA71CC-A01B-4D29-99A3-B4B361D8DCE0}" presName="spaceRect" presStyleCnt="0"/>
      <dgm:spPr/>
    </dgm:pt>
    <dgm:pt modelId="{17EA41A9-BB2C-44AC-B8B0-F8AD120901DF}" type="pres">
      <dgm:prSet presAssocID="{AFAA71CC-A01B-4D29-99A3-B4B361D8DCE0}" presName="textRect" presStyleLbl="revTx" presStyleIdx="0" presStyleCnt="3">
        <dgm:presLayoutVars>
          <dgm:chMax val="1"/>
          <dgm:chPref val="1"/>
        </dgm:presLayoutVars>
      </dgm:prSet>
      <dgm:spPr/>
    </dgm:pt>
    <dgm:pt modelId="{DCB16DEC-4D60-4455-9908-F2032AA7755C}" type="pres">
      <dgm:prSet presAssocID="{7EF63203-10DB-4EFE-8E8D-ACF67BC2D757}" presName="sibTrans" presStyleCnt="0"/>
      <dgm:spPr/>
    </dgm:pt>
    <dgm:pt modelId="{C1CA1CD6-DE60-4BA7-8900-577AF2B0BEC2}" type="pres">
      <dgm:prSet presAssocID="{5B96326B-7D96-4E45-930A-23F41062B19F}" presName="compNode" presStyleCnt="0"/>
      <dgm:spPr/>
    </dgm:pt>
    <dgm:pt modelId="{A24E9BDB-326A-475E-BD74-515F708E17F9}" type="pres">
      <dgm:prSet presAssocID="{5B96326B-7D96-4E45-930A-23F41062B19F}" presName="iconBgRect" presStyleLbl="bgShp" presStyleIdx="1" presStyleCnt="3"/>
      <dgm:spPr/>
    </dgm:pt>
    <dgm:pt modelId="{08F27B39-CD3C-434A-9385-37794A90E9EF}" type="pres">
      <dgm:prSet presAssocID="{5B96326B-7D96-4E45-930A-23F41062B19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rdenador"/>
        </a:ext>
      </dgm:extLst>
    </dgm:pt>
    <dgm:pt modelId="{4C7D13DB-389F-457D-B348-3169467D40F1}" type="pres">
      <dgm:prSet presAssocID="{5B96326B-7D96-4E45-930A-23F41062B19F}" presName="spaceRect" presStyleCnt="0"/>
      <dgm:spPr/>
    </dgm:pt>
    <dgm:pt modelId="{35F48CD2-7BA3-4BB6-8174-CD337BE6EF8D}" type="pres">
      <dgm:prSet presAssocID="{5B96326B-7D96-4E45-930A-23F41062B19F}" presName="textRect" presStyleLbl="revTx" presStyleIdx="1" presStyleCnt="3">
        <dgm:presLayoutVars>
          <dgm:chMax val="1"/>
          <dgm:chPref val="1"/>
        </dgm:presLayoutVars>
      </dgm:prSet>
      <dgm:spPr/>
    </dgm:pt>
    <dgm:pt modelId="{EEA6C293-7CEE-4C89-A19C-B1CBCDF25689}" type="pres">
      <dgm:prSet presAssocID="{11B42B6B-375B-4952-9FC5-373F4B038DE4}" presName="sibTrans" presStyleCnt="0"/>
      <dgm:spPr/>
    </dgm:pt>
    <dgm:pt modelId="{9080ACB3-663F-4938-8AE5-C2D6D64D308F}" type="pres">
      <dgm:prSet presAssocID="{245ECF80-0A24-4861-8620-C728E365CFCA}" presName="compNode" presStyleCnt="0"/>
      <dgm:spPr/>
    </dgm:pt>
    <dgm:pt modelId="{E145F70D-36E9-4905-87C6-5909C4EA1C0F}" type="pres">
      <dgm:prSet presAssocID="{245ECF80-0A24-4861-8620-C728E365CFCA}" presName="iconBgRect" presStyleLbl="bgShp" presStyleIdx="2" presStyleCnt="3"/>
      <dgm:spPr/>
    </dgm:pt>
    <dgm:pt modelId="{D548F0E8-A515-4FA1-B8F5-BA543CEF5254}" type="pres">
      <dgm:prSet presAssocID="{245ECF80-0A24-4861-8620-C728E365CFC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7C8D02B9-6CB5-4044-A913-AC8A6B29C714}" type="pres">
      <dgm:prSet presAssocID="{245ECF80-0A24-4861-8620-C728E365CFCA}" presName="spaceRect" presStyleCnt="0"/>
      <dgm:spPr/>
    </dgm:pt>
    <dgm:pt modelId="{F6D6ED7D-EFDA-4507-BADB-075A3DB2BF96}" type="pres">
      <dgm:prSet presAssocID="{245ECF80-0A24-4861-8620-C728E365CFCA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0F8F5422-C0CC-4412-81B8-A55B1C2EF4CC}" srcId="{F93B2856-B5AE-45EF-9D44-14BD79E6E0ED}" destId="{AFAA71CC-A01B-4D29-99A3-B4B361D8DCE0}" srcOrd="0" destOrd="0" parTransId="{38BDC147-3E9C-4456-A5D8-126B0BDBF0ED}" sibTransId="{7EF63203-10DB-4EFE-8E8D-ACF67BC2D757}"/>
    <dgm:cxn modelId="{AB40C636-7351-4974-9453-8C300D857821}" srcId="{F93B2856-B5AE-45EF-9D44-14BD79E6E0ED}" destId="{5B96326B-7D96-4E45-930A-23F41062B19F}" srcOrd="1" destOrd="0" parTransId="{E9124EAB-3542-4955-B58D-A99018934AD1}" sibTransId="{11B42B6B-375B-4952-9FC5-373F4B038DE4}"/>
    <dgm:cxn modelId="{B087394B-C4C4-4929-9538-AADB0BD99503}" type="presOf" srcId="{AFAA71CC-A01B-4D29-99A3-B4B361D8DCE0}" destId="{17EA41A9-BB2C-44AC-B8B0-F8AD120901DF}" srcOrd="0" destOrd="0" presId="urn:microsoft.com/office/officeart/2018/5/layout/IconCircleLabelList"/>
    <dgm:cxn modelId="{A8D6D872-9E15-4352-938F-671BF494F58E}" srcId="{F93B2856-B5AE-45EF-9D44-14BD79E6E0ED}" destId="{245ECF80-0A24-4861-8620-C728E365CFCA}" srcOrd="2" destOrd="0" parTransId="{9E67DA6D-8C74-4EDC-9994-5A10EF801637}" sibTransId="{0907C920-F0F7-4C19-A75B-A908358062C3}"/>
    <dgm:cxn modelId="{EE591CAC-2C71-48E8-9A58-1A66EDFD1CE9}" type="presOf" srcId="{F93B2856-B5AE-45EF-9D44-14BD79E6E0ED}" destId="{1A64E56E-952B-4F3F-9058-53890E2E6DD1}" srcOrd="0" destOrd="0" presId="urn:microsoft.com/office/officeart/2018/5/layout/IconCircleLabelList"/>
    <dgm:cxn modelId="{88CEA0CB-D1FD-4402-8642-2B9CD0B3A1F4}" type="presOf" srcId="{245ECF80-0A24-4861-8620-C728E365CFCA}" destId="{F6D6ED7D-EFDA-4507-BADB-075A3DB2BF96}" srcOrd="0" destOrd="0" presId="urn:microsoft.com/office/officeart/2018/5/layout/IconCircleLabelList"/>
    <dgm:cxn modelId="{14DDCEDE-9CC9-4137-A013-76EE70D1F2CE}" type="presOf" srcId="{5B96326B-7D96-4E45-930A-23F41062B19F}" destId="{35F48CD2-7BA3-4BB6-8174-CD337BE6EF8D}" srcOrd="0" destOrd="0" presId="urn:microsoft.com/office/officeart/2018/5/layout/IconCircleLabelList"/>
    <dgm:cxn modelId="{BD531B55-9943-4F5E-8FA2-0E7A6A06D281}" type="presParOf" srcId="{1A64E56E-952B-4F3F-9058-53890E2E6DD1}" destId="{2EC0E3BA-3F58-4263-A335-FBDEE3AB7AB1}" srcOrd="0" destOrd="0" presId="urn:microsoft.com/office/officeart/2018/5/layout/IconCircleLabelList"/>
    <dgm:cxn modelId="{BC33FC24-76ED-4D7A-A4DB-C56A9FFF5978}" type="presParOf" srcId="{2EC0E3BA-3F58-4263-A335-FBDEE3AB7AB1}" destId="{B90945FF-8BD4-4418-AFBF-A326B3048787}" srcOrd="0" destOrd="0" presId="urn:microsoft.com/office/officeart/2018/5/layout/IconCircleLabelList"/>
    <dgm:cxn modelId="{12705CEB-8E28-41CF-BA9F-847878F78FA8}" type="presParOf" srcId="{2EC0E3BA-3F58-4263-A335-FBDEE3AB7AB1}" destId="{77E8FC6B-87DC-4789-A357-63A9A24FB545}" srcOrd="1" destOrd="0" presId="urn:microsoft.com/office/officeart/2018/5/layout/IconCircleLabelList"/>
    <dgm:cxn modelId="{06610ACF-7D40-4D27-AFEB-AB510AA9ABEC}" type="presParOf" srcId="{2EC0E3BA-3F58-4263-A335-FBDEE3AB7AB1}" destId="{A72269E7-7ADF-47D6-AE7F-07AC66C16FD0}" srcOrd="2" destOrd="0" presId="urn:microsoft.com/office/officeart/2018/5/layout/IconCircleLabelList"/>
    <dgm:cxn modelId="{8706E082-2DC8-4161-B3B1-3CC0483E36A5}" type="presParOf" srcId="{2EC0E3BA-3F58-4263-A335-FBDEE3AB7AB1}" destId="{17EA41A9-BB2C-44AC-B8B0-F8AD120901DF}" srcOrd="3" destOrd="0" presId="urn:microsoft.com/office/officeart/2018/5/layout/IconCircleLabelList"/>
    <dgm:cxn modelId="{FA5CF665-9DB1-4B79-BC1E-9B7FA9E8644F}" type="presParOf" srcId="{1A64E56E-952B-4F3F-9058-53890E2E6DD1}" destId="{DCB16DEC-4D60-4455-9908-F2032AA7755C}" srcOrd="1" destOrd="0" presId="urn:microsoft.com/office/officeart/2018/5/layout/IconCircleLabelList"/>
    <dgm:cxn modelId="{3D3BCEBF-B2C8-44EB-BA70-51CC9EA47087}" type="presParOf" srcId="{1A64E56E-952B-4F3F-9058-53890E2E6DD1}" destId="{C1CA1CD6-DE60-4BA7-8900-577AF2B0BEC2}" srcOrd="2" destOrd="0" presId="urn:microsoft.com/office/officeart/2018/5/layout/IconCircleLabelList"/>
    <dgm:cxn modelId="{2D83C9D8-81CC-42C9-A697-39D717157C6A}" type="presParOf" srcId="{C1CA1CD6-DE60-4BA7-8900-577AF2B0BEC2}" destId="{A24E9BDB-326A-475E-BD74-515F708E17F9}" srcOrd="0" destOrd="0" presId="urn:microsoft.com/office/officeart/2018/5/layout/IconCircleLabelList"/>
    <dgm:cxn modelId="{03F81926-20E7-41CE-8858-0E151A7F9B1E}" type="presParOf" srcId="{C1CA1CD6-DE60-4BA7-8900-577AF2B0BEC2}" destId="{08F27B39-CD3C-434A-9385-37794A90E9EF}" srcOrd="1" destOrd="0" presId="urn:microsoft.com/office/officeart/2018/5/layout/IconCircleLabelList"/>
    <dgm:cxn modelId="{CADA91A6-F42B-482B-ADD2-7810DEAA22F9}" type="presParOf" srcId="{C1CA1CD6-DE60-4BA7-8900-577AF2B0BEC2}" destId="{4C7D13DB-389F-457D-B348-3169467D40F1}" srcOrd="2" destOrd="0" presId="urn:microsoft.com/office/officeart/2018/5/layout/IconCircleLabelList"/>
    <dgm:cxn modelId="{13536260-D6BC-4B99-A5F0-CF24F3CDDD0C}" type="presParOf" srcId="{C1CA1CD6-DE60-4BA7-8900-577AF2B0BEC2}" destId="{35F48CD2-7BA3-4BB6-8174-CD337BE6EF8D}" srcOrd="3" destOrd="0" presId="urn:microsoft.com/office/officeart/2018/5/layout/IconCircleLabelList"/>
    <dgm:cxn modelId="{C0C987A0-D9FE-495D-BB58-2ED9F40EFD76}" type="presParOf" srcId="{1A64E56E-952B-4F3F-9058-53890E2E6DD1}" destId="{EEA6C293-7CEE-4C89-A19C-B1CBCDF25689}" srcOrd="3" destOrd="0" presId="urn:microsoft.com/office/officeart/2018/5/layout/IconCircleLabelList"/>
    <dgm:cxn modelId="{23C83069-635E-44D8-AB6A-6DBA8B8E4B83}" type="presParOf" srcId="{1A64E56E-952B-4F3F-9058-53890E2E6DD1}" destId="{9080ACB3-663F-4938-8AE5-C2D6D64D308F}" srcOrd="4" destOrd="0" presId="urn:microsoft.com/office/officeart/2018/5/layout/IconCircleLabelList"/>
    <dgm:cxn modelId="{19071E67-619E-4351-AF1A-9329B5D7A874}" type="presParOf" srcId="{9080ACB3-663F-4938-8AE5-C2D6D64D308F}" destId="{E145F70D-36E9-4905-87C6-5909C4EA1C0F}" srcOrd="0" destOrd="0" presId="urn:microsoft.com/office/officeart/2018/5/layout/IconCircleLabelList"/>
    <dgm:cxn modelId="{5BBFA67B-9BA4-47A3-8B20-A5FFC3E6ADEF}" type="presParOf" srcId="{9080ACB3-663F-4938-8AE5-C2D6D64D308F}" destId="{D548F0E8-A515-4FA1-B8F5-BA543CEF5254}" srcOrd="1" destOrd="0" presId="urn:microsoft.com/office/officeart/2018/5/layout/IconCircleLabelList"/>
    <dgm:cxn modelId="{5C476EA7-68BD-4CE1-99EB-70496E4D5EA0}" type="presParOf" srcId="{9080ACB3-663F-4938-8AE5-C2D6D64D308F}" destId="{7C8D02B9-6CB5-4044-A913-AC8A6B29C714}" srcOrd="2" destOrd="0" presId="urn:microsoft.com/office/officeart/2018/5/layout/IconCircleLabelList"/>
    <dgm:cxn modelId="{DD20F232-D7BB-4126-847A-639A237BDF78}" type="presParOf" srcId="{9080ACB3-663F-4938-8AE5-C2D6D64D308F}" destId="{F6D6ED7D-EFDA-4507-BADB-075A3DB2BF96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E72CF8A7-5137-4ACC-8925-7666C4C16FA9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EAD072ED-BC3F-4EA8-BD37-825E78509829}">
      <dgm:prSet/>
      <dgm:spPr/>
      <dgm:t>
        <a:bodyPr/>
        <a:lstStyle/>
        <a:p>
          <a:pPr>
            <a:defRPr cap="all"/>
          </a:pPr>
          <a:r>
            <a:rPr lang="en-US"/>
            <a:t>Menos credenciales</a:t>
          </a:r>
        </a:p>
      </dgm:t>
    </dgm:pt>
    <dgm:pt modelId="{DB49FCC3-18BB-408D-BA9F-08A9D90000A3}" type="parTrans" cxnId="{0C9A4E2E-106E-4968-980A-52285EB51744}">
      <dgm:prSet/>
      <dgm:spPr/>
      <dgm:t>
        <a:bodyPr/>
        <a:lstStyle/>
        <a:p>
          <a:endParaRPr lang="en-US"/>
        </a:p>
      </dgm:t>
    </dgm:pt>
    <dgm:pt modelId="{6B6B794E-132C-40EF-A42A-006D9138AE0E}" type="sibTrans" cxnId="{0C9A4E2E-106E-4968-980A-52285EB51744}">
      <dgm:prSet/>
      <dgm:spPr/>
      <dgm:t>
        <a:bodyPr/>
        <a:lstStyle/>
        <a:p>
          <a:endParaRPr lang="en-US"/>
        </a:p>
      </dgm:t>
    </dgm:pt>
    <dgm:pt modelId="{323C5702-5501-48CA-AD2F-6F2869D07B10}">
      <dgm:prSet/>
      <dgm:spPr/>
      <dgm:t>
        <a:bodyPr/>
        <a:lstStyle/>
        <a:p>
          <a:pPr>
            <a:defRPr cap="all"/>
          </a:pPr>
          <a:r>
            <a:rPr lang="en-US"/>
            <a:t>Mayor comodidad</a:t>
          </a:r>
        </a:p>
      </dgm:t>
    </dgm:pt>
    <dgm:pt modelId="{296DBCB4-48B2-43C2-9D57-36E18E8D200A}" type="parTrans" cxnId="{F952E1EF-05D6-4A04-95CD-BF2DF04F8B7A}">
      <dgm:prSet/>
      <dgm:spPr/>
      <dgm:t>
        <a:bodyPr/>
        <a:lstStyle/>
        <a:p>
          <a:endParaRPr lang="en-US"/>
        </a:p>
      </dgm:t>
    </dgm:pt>
    <dgm:pt modelId="{430585EF-6E10-4428-8DFB-1DFA3855A2A8}" type="sibTrans" cxnId="{F952E1EF-05D6-4A04-95CD-BF2DF04F8B7A}">
      <dgm:prSet/>
      <dgm:spPr/>
      <dgm:t>
        <a:bodyPr/>
        <a:lstStyle/>
        <a:p>
          <a:endParaRPr lang="en-US"/>
        </a:p>
      </dgm:t>
    </dgm:pt>
    <dgm:pt modelId="{208230AE-38EF-4635-BB51-71E4AA0EDED3}">
      <dgm:prSet/>
      <dgm:spPr/>
      <dgm:t>
        <a:bodyPr/>
        <a:lstStyle/>
        <a:p>
          <a:pPr>
            <a:defRPr cap="all"/>
          </a:pPr>
          <a:r>
            <a:rPr lang="en-US"/>
            <a:t>Reducción de errores</a:t>
          </a:r>
        </a:p>
      </dgm:t>
    </dgm:pt>
    <dgm:pt modelId="{624BFB09-227A-4182-9BF7-D8D55E4834FA}" type="parTrans" cxnId="{78C49995-30D3-4B06-B708-701D6246E5A6}">
      <dgm:prSet/>
      <dgm:spPr/>
      <dgm:t>
        <a:bodyPr/>
        <a:lstStyle/>
        <a:p>
          <a:endParaRPr lang="en-US"/>
        </a:p>
      </dgm:t>
    </dgm:pt>
    <dgm:pt modelId="{63E5A363-9EE8-4D6C-8F74-875545FCE874}" type="sibTrans" cxnId="{78C49995-30D3-4B06-B708-701D6246E5A6}">
      <dgm:prSet/>
      <dgm:spPr/>
      <dgm:t>
        <a:bodyPr/>
        <a:lstStyle/>
        <a:p>
          <a:endParaRPr lang="en-US"/>
        </a:p>
      </dgm:t>
    </dgm:pt>
    <dgm:pt modelId="{2A7E82BB-5B24-4033-9F53-5E4F78C300DC}">
      <dgm:prSet/>
      <dgm:spPr/>
      <dgm:t>
        <a:bodyPr/>
        <a:lstStyle/>
        <a:p>
          <a:pPr>
            <a:defRPr cap="all"/>
          </a:pPr>
          <a:r>
            <a:rPr lang="en-US"/>
            <a:t>Control centralizado</a:t>
          </a:r>
        </a:p>
      </dgm:t>
    </dgm:pt>
    <dgm:pt modelId="{444C92D1-7DAB-4835-8DFB-308CBBFCD60D}" type="parTrans" cxnId="{12E8B3AF-015E-45C0-9F12-4E8C03AB7FB9}">
      <dgm:prSet/>
      <dgm:spPr/>
      <dgm:t>
        <a:bodyPr/>
        <a:lstStyle/>
        <a:p>
          <a:endParaRPr lang="en-US"/>
        </a:p>
      </dgm:t>
    </dgm:pt>
    <dgm:pt modelId="{FBA2AAFA-9024-4E6B-BE45-CB8D4F810F9E}" type="sibTrans" cxnId="{12E8B3AF-015E-45C0-9F12-4E8C03AB7FB9}">
      <dgm:prSet/>
      <dgm:spPr/>
      <dgm:t>
        <a:bodyPr/>
        <a:lstStyle/>
        <a:p>
          <a:endParaRPr lang="en-US"/>
        </a:p>
      </dgm:t>
    </dgm:pt>
    <dgm:pt modelId="{43E19674-DA87-4D10-AE8E-E5824A0C8C2F}" type="pres">
      <dgm:prSet presAssocID="{E72CF8A7-5137-4ACC-8925-7666C4C16FA9}" presName="root" presStyleCnt="0">
        <dgm:presLayoutVars>
          <dgm:dir/>
          <dgm:resizeHandles val="exact"/>
        </dgm:presLayoutVars>
      </dgm:prSet>
      <dgm:spPr/>
    </dgm:pt>
    <dgm:pt modelId="{1AAEF02F-D212-44EB-A0C2-E75E5870753B}" type="pres">
      <dgm:prSet presAssocID="{EAD072ED-BC3F-4EA8-BD37-825E78509829}" presName="compNode" presStyleCnt="0"/>
      <dgm:spPr/>
    </dgm:pt>
    <dgm:pt modelId="{3D84C363-FE0D-4B70-8CF4-405F89DCCEFA}" type="pres">
      <dgm:prSet presAssocID="{EAD072ED-BC3F-4EA8-BD37-825E78509829}" presName="iconBgRect" presStyleLbl="bgShp" presStyleIdx="0" presStyleCnt="4"/>
      <dgm:spPr/>
    </dgm:pt>
    <dgm:pt modelId="{3CADEC80-11C9-4E56-9697-827E7433BC5B}" type="pres">
      <dgm:prSet presAssocID="{EAD072ED-BC3F-4EA8-BD37-825E7850982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nta"/>
        </a:ext>
      </dgm:extLst>
    </dgm:pt>
    <dgm:pt modelId="{C79FE36D-F5D6-45AF-8438-BE7B30AE6B53}" type="pres">
      <dgm:prSet presAssocID="{EAD072ED-BC3F-4EA8-BD37-825E78509829}" presName="spaceRect" presStyleCnt="0"/>
      <dgm:spPr/>
    </dgm:pt>
    <dgm:pt modelId="{64D45E81-84AF-463E-9F16-8E577E3AA2BF}" type="pres">
      <dgm:prSet presAssocID="{EAD072ED-BC3F-4EA8-BD37-825E78509829}" presName="textRect" presStyleLbl="revTx" presStyleIdx="0" presStyleCnt="4">
        <dgm:presLayoutVars>
          <dgm:chMax val="1"/>
          <dgm:chPref val="1"/>
        </dgm:presLayoutVars>
      </dgm:prSet>
      <dgm:spPr/>
    </dgm:pt>
    <dgm:pt modelId="{B517A832-9F3B-479B-98D3-09468BFD2B5F}" type="pres">
      <dgm:prSet presAssocID="{6B6B794E-132C-40EF-A42A-006D9138AE0E}" presName="sibTrans" presStyleCnt="0"/>
      <dgm:spPr/>
    </dgm:pt>
    <dgm:pt modelId="{497823FD-A4A6-4A65-AD1E-C69037816D04}" type="pres">
      <dgm:prSet presAssocID="{323C5702-5501-48CA-AD2F-6F2869D07B10}" presName="compNode" presStyleCnt="0"/>
      <dgm:spPr/>
    </dgm:pt>
    <dgm:pt modelId="{CCAE670B-D6C0-45A9-A573-61456ABD0BE5}" type="pres">
      <dgm:prSet presAssocID="{323C5702-5501-48CA-AD2F-6F2869D07B10}" presName="iconBgRect" presStyleLbl="bgShp" presStyleIdx="1" presStyleCnt="4"/>
      <dgm:spPr/>
    </dgm:pt>
    <dgm:pt modelId="{00CEC284-6F50-4E14-8313-01C3CD5EEC19}" type="pres">
      <dgm:prSet presAssocID="{323C5702-5501-48CA-AD2F-6F2869D07B1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staurante"/>
        </a:ext>
      </dgm:extLst>
    </dgm:pt>
    <dgm:pt modelId="{04FEDDD9-F8B7-452B-8B58-EA7FB0A1EC79}" type="pres">
      <dgm:prSet presAssocID="{323C5702-5501-48CA-AD2F-6F2869D07B10}" presName="spaceRect" presStyleCnt="0"/>
      <dgm:spPr/>
    </dgm:pt>
    <dgm:pt modelId="{3AB92908-EB18-4152-9492-264BA4C70936}" type="pres">
      <dgm:prSet presAssocID="{323C5702-5501-48CA-AD2F-6F2869D07B10}" presName="textRect" presStyleLbl="revTx" presStyleIdx="1" presStyleCnt="4">
        <dgm:presLayoutVars>
          <dgm:chMax val="1"/>
          <dgm:chPref val="1"/>
        </dgm:presLayoutVars>
      </dgm:prSet>
      <dgm:spPr/>
    </dgm:pt>
    <dgm:pt modelId="{EB98815C-6C6E-4F6A-BCE7-5D0AEEDEE108}" type="pres">
      <dgm:prSet presAssocID="{430585EF-6E10-4428-8DFB-1DFA3855A2A8}" presName="sibTrans" presStyleCnt="0"/>
      <dgm:spPr/>
    </dgm:pt>
    <dgm:pt modelId="{6AF86C7B-A941-4668-95B8-60EFB3E58FD3}" type="pres">
      <dgm:prSet presAssocID="{208230AE-38EF-4635-BB51-71E4AA0EDED3}" presName="compNode" presStyleCnt="0"/>
      <dgm:spPr/>
    </dgm:pt>
    <dgm:pt modelId="{9CE7E508-476B-4268-A7FC-9D8874C5998A}" type="pres">
      <dgm:prSet presAssocID="{208230AE-38EF-4635-BB51-71E4AA0EDED3}" presName="iconBgRect" presStyleLbl="bgShp" presStyleIdx="2" presStyleCnt="4"/>
      <dgm:spPr/>
    </dgm:pt>
    <dgm:pt modelId="{C84BA096-D801-4829-A0C8-3D6E7119E094}" type="pres">
      <dgm:prSet presAssocID="{208230AE-38EF-4635-BB51-71E4AA0EDED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dvertencia"/>
        </a:ext>
      </dgm:extLst>
    </dgm:pt>
    <dgm:pt modelId="{63EB03E6-ECB5-448B-AC39-82E06C4EB70C}" type="pres">
      <dgm:prSet presAssocID="{208230AE-38EF-4635-BB51-71E4AA0EDED3}" presName="spaceRect" presStyleCnt="0"/>
      <dgm:spPr/>
    </dgm:pt>
    <dgm:pt modelId="{D0D26836-3379-4698-9769-87A0429C6BF2}" type="pres">
      <dgm:prSet presAssocID="{208230AE-38EF-4635-BB51-71E4AA0EDED3}" presName="textRect" presStyleLbl="revTx" presStyleIdx="2" presStyleCnt="4">
        <dgm:presLayoutVars>
          <dgm:chMax val="1"/>
          <dgm:chPref val="1"/>
        </dgm:presLayoutVars>
      </dgm:prSet>
      <dgm:spPr/>
    </dgm:pt>
    <dgm:pt modelId="{337BD5B8-F431-46E6-9BA7-A6C57781B337}" type="pres">
      <dgm:prSet presAssocID="{63E5A363-9EE8-4D6C-8F74-875545FCE874}" presName="sibTrans" presStyleCnt="0"/>
      <dgm:spPr/>
    </dgm:pt>
    <dgm:pt modelId="{841E1B93-6291-4119-9B84-1741DBFAA28E}" type="pres">
      <dgm:prSet presAssocID="{2A7E82BB-5B24-4033-9F53-5E4F78C300DC}" presName="compNode" presStyleCnt="0"/>
      <dgm:spPr/>
    </dgm:pt>
    <dgm:pt modelId="{FE04A552-25F2-473E-9B67-12ACEC7ABD46}" type="pres">
      <dgm:prSet presAssocID="{2A7E82BB-5B24-4033-9F53-5E4F78C300DC}" presName="iconBgRect" presStyleLbl="bgShp" presStyleIdx="3" presStyleCnt="4"/>
      <dgm:spPr/>
    </dgm:pt>
    <dgm:pt modelId="{026FA8AD-03B6-4077-95FA-63F48CA9F1F0}" type="pres">
      <dgm:prSet presAssocID="{2A7E82BB-5B24-4033-9F53-5E4F78C300D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uario"/>
        </a:ext>
      </dgm:extLst>
    </dgm:pt>
    <dgm:pt modelId="{E69E8654-C0F8-4D0C-A4A6-09A690D715A2}" type="pres">
      <dgm:prSet presAssocID="{2A7E82BB-5B24-4033-9F53-5E4F78C300DC}" presName="spaceRect" presStyleCnt="0"/>
      <dgm:spPr/>
    </dgm:pt>
    <dgm:pt modelId="{0E825F2F-3D70-441D-A757-C21B4DAEA487}" type="pres">
      <dgm:prSet presAssocID="{2A7E82BB-5B24-4033-9F53-5E4F78C300DC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0C9A4E2E-106E-4968-980A-52285EB51744}" srcId="{E72CF8A7-5137-4ACC-8925-7666C4C16FA9}" destId="{EAD072ED-BC3F-4EA8-BD37-825E78509829}" srcOrd="0" destOrd="0" parTransId="{DB49FCC3-18BB-408D-BA9F-08A9D90000A3}" sibTransId="{6B6B794E-132C-40EF-A42A-006D9138AE0E}"/>
    <dgm:cxn modelId="{517AAB33-D9E9-4AB8-B801-A05FAF08B295}" type="presOf" srcId="{E72CF8A7-5137-4ACC-8925-7666C4C16FA9}" destId="{43E19674-DA87-4D10-AE8E-E5824A0C8C2F}" srcOrd="0" destOrd="0" presId="urn:microsoft.com/office/officeart/2018/5/layout/IconCircleLabelList"/>
    <dgm:cxn modelId="{D652B638-D569-424E-8620-B592FD8AA2D7}" type="presOf" srcId="{323C5702-5501-48CA-AD2F-6F2869D07B10}" destId="{3AB92908-EB18-4152-9492-264BA4C70936}" srcOrd="0" destOrd="0" presId="urn:microsoft.com/office/officeart/2018/5/layout/IconCircleLabelList"/>
    <dgm:cxn modelId="{2F56E755-8277-4FE1-8A75-308DF024AFAC}" type="presOf" srcId="{EAD072ED-BC3F-4EA8-BD37-825E78509829}" destId="{64D45E81-84AF-463E-9F16-8E577E3AA2BF}" srcOrd="0" destOrd="0" presId="urn:microsoft.com/office/officeart/2018/5/layout/IconCircleLabelList"/>
    <dgm:cxn modelId="{78C49995-30D3-4B06-B708-701D6246E5A6}" srcId="{E72CF8A7-5137-4ACC-8925-7666C4C16FA9}" destId="{208230AE-38EF-4635-BB51-71E4AA0EDED3}" srcOrd="2" destOrd="0" parTransId="{624BFB09-227A-4182-9BF7-D8D55E4834FA}" sibTransId="{63E5A363-9EE8-4D6C-8F74-875545FCE874}"/>
    <dgm:cxn modelId="{12E8B3AF-015E-45C0-9F12-4E8C03AB7FB9}" srcId="{E72CF8A7-5137-4ACC-8925-7666C4C16FA9}" destId="{2A7E82BB-5B24-4033-9F53-5E4F78C300DC}" srcOrd="3" destOrd="0" parTransId="{444C92D1-7DAB-4835-8DFB-308CBBFCD60D}" sibTransId="{FBA2AAFA-9024-4E6B-BE45-CB8D4F810F9E}"/>
    <dgm:cxn modelId="{1FC332D9-197B-4F87-9E11-EFC40CF448CF}" type="presOf" srcId="{2A7E82BB-5B24-4033-9F53-5E4F78C300DC}" destId="{0E825F2F-3D70-441D-A757-C21B4DAEA487}" srcOrd="0" destOrd="0" presId="urn:microsoft.com/office/officeart/2018/5/layout/IconCircleLabelList"/>
    <dgm:cxn modelId="{7ADD85DB-E17E-4089-A1CE-0234CFCC63E8}" type="presOf" srcId="{208230AE-38EF-4635-BB51-71E4AA0EDED3}" destId="{D0D26836-3379-4698-9769-87A0429C6BF2}" srcOrd="0" destOrd="0" presId="urn:microsoft.com/office/officeart/2018/5/layout/IconCircleLabelList"/>
    <dgm:cxn modelId="{F952E1EF-05D6-4A04-95CD-BF2DF04F8B7A}" srcId="{E72CF8A7-5137-4ACC-8925-7666C4C16FA9}" destId="{323C5702-5501-48CA-AD2F-6F2869D07B10}" srcOrd="1" destOrd="0" parTransId="{296DBCB4-48B2-43C2-9D57-36E18E8D200A}" sibTransId="{430585EF-6E10-4428-8DFB-1DFA3855A2A8}"/>
    <dgm:cxn modelId="{2B53EF54-807B-4E71-9CD2-150140FD7B1A}" type="presParOf" srcId="{43E19674-DA87-4D10-AE8E-E5824A0C8C2F}" destId="{1AAEF02F-D212-44EB-A0C2-E75E5870753B}" srcOrd="0" destOrd="0" presId="urn:microsoft.com/office/officeart/2018/5/layout/IconCircleLabelList"/>
    <dgm:cxn modelId="{4B602622-4442-4A9A-A929-6DD9999AA730}" type="presParOf" srcId="{1AAEF02F-D212-44EB-A0C2-E75E5870753B}" destId="{3D84C363-FE0D-4B70-8CF4-405F89DCCEFA}" srcOrd="0" destOrd="0" presId="urn:microsoft.com/office/officeart/2018/5/layout/IconCircleLabelList"/>
    <dgm:cxn modelId="{991F74F4-FAF9-4195-B459-52A0197AD856}" type="presParOf" srcId="{1AAEF02F-D212-44EB-A0C2-E75E5870753B}" destId="{3CADEC80-11C9-4E56-9697-827E7433BC5B}" srcOrd="1" destOrd="0" presId="urn:microsoft.com/office/officeart/2018/5/layout/IconCircleLabelList"/>
    <dgm:cxn modelId="{12D58289-8D64-4B52-88BA-F207C23D10ED}" type="presParOf" srcId="{1AAEF02F-D212-44EB-A0C2-E75E5870753B}" destId="{C79FE36D-F5D6-45AF-8438-BE7B30AE6B53}" srcOrd="2" destOrd="0" presId="urn:microsoft.com/office/officeart/2018/5/layout/IconCircleLabelList"/>
    <dgm:cxn modelId="{295A3251-C640-4F26-9DD4-0D8AF27EE27A}" type="presParOf" srcId="{1AAEF02F-D212-44EB-A0C2-E75E5870753B}" destId="{64D45E81-84AF-463E-9F16-8E577E3AA2BF}" srcOrd="3" destOrd="0" presId="urn:microsoft.com/office/officeart/2018/5/layout/IconCircleLabelList"/>
    <dgm:cxn modelId="{F84F44E3-6866-4DF7-AE5A-9EB3E238AA19}" type="presParOf" srcId="{43E19674-DA87-4D10-AE8E-E5824A0C8C2F}" destId="{B517A832-9F3B-479B-98D3-09468BFD2B5F}" srcOrd="1" destOrd="0" presId="urn:microsoft.com/office/officeart/2018/5/layout/IconCircleLabelList"/>
    <dgm:cxn modelId="{6533FE8B-EF97-488F-BB1E-244596EE9919}" type="presParOf" srcId="{43E19674-DA87-4D10-AE8E-E5824A0C8C2F}" destId="{497823FD-A4A6-4A65-AD1E-C69037816D04}" srcOrd="2" destOrd="0" presId="urn:microsoft.com/office/officeart/2018/5/layout/IconCircleLabelList"/>
    <dgm:cxn modelId="{AD2749E6-F53E-4CBB-BAB0-9658597FC7A1}" type="presParOf" srcId="{497823FD-A4A6-4A65-AD1E-C69037816D04}" destId="{CCAE670B-D6C0-45A9-A573-61456ABD0BE5}" srcOrd="0" destOrd="0" presId="urn:microsoft.com/office/officeart/2018/5/layout/IconCircleLabelList"/>
    <dgm:cxn modelId="{A91571E5-FE56-42AF-B814-5AE197D2318B}" type="presParOf" srcId="{497823FD-A4A6-4A65-AD1E-C69037816D04}" destId="{00CEC284-6F50-4E14-8313-01C3CD5EEC19}" srcOrd="1" destOrd="0" presId="urn:microsoft.com/office/officeart/2018/5/layout/IconCircleLabelList"/>
    <dgm:cxn modelId="{5804E988-BD15-4021-AE7E-A3FB966F418C}" type="presParOf" srcId="{497823FD-A4A6-4A65-AD1E-C69037816D04}" destId="{04FEDDD9-F8B7-452B-8B58-EA7FB0A1EC79}" srcOrd="2" destOrd="0" presId="urn:microsoft.com/office/officeart/2018/5/layout/IconCircleLabelList"/>
    <dgm:cxn modelId="{2F4A1F79-F3F8-408E-AE93-BAAA0D55F49F}" type="presParOf" srcId="{497823FD-A4A6-4A65-AD1E-C69037816D04}" destId="{3AB92908-EB18-4152-9492-264BA4C70936}" srcOrd="3" destOrd="0" presId="urn:microsoft.com/office/officeart/2018/5/layout/IconCircleLabelList"/>
    <dgm:cxn modelId="{37CA6B32-B7A9-4567-9B82-916A0BF744AF}" type="presParOf" srcId="{43E19674-DA87-4D10-AE8E-E5824A0C8C2F}" destId="{EB98815C-6C6E-4F6A-BCE7-5D0AEEDEE108}" srcOrd="3" destOrd="0" presId="urn:microsoft.com/office/officeart/2018/5/layout/IconCircleLabelList"/>
    <dgm:cxn modelId="{47E1E813-7B1B-4994-8DF5-193313CA7385}" type="presParOf" srcId="{43E19674-DA87-4D10-AE8E-E5824A0C8C2F}" destId="{6AF86C7B-A941-4668-95B8-60EFB3E58FD3}" srcOrd="4" destOrd="0" presId="urn:microsoft.com/office/officeart/2018/5/layout/IconCircleLabelList"/>
    <dgm:cxn modelId="{798114EA-DB96-4917-8AE0-F4B6E2A69020}" type="presParOf" srcId="{6AF86C7B-A941-4668-95B8-60EFB3E58FD3}" destId="{9CE7E508-476B-4268-A7FC-9D8874C5998A}" srcOrd="0" destOrd="0" presId="urn:microsoft.com/office/officeart/2018/5/layout/IconCircleLabelList"/>
    <dgm:cxn modelId="{E1FFD117-1770-4380-8A66-AD29883D9E64}" type="presParOf" srcId="{6AF86C7B-A941-4668-95B8-60EFB3E58FD3}" destId="{C84BA096-D801-4829-A0C8-3D6E7119E094}" srcOrd="1" destOrd="0" presId="urn:microsoft.com/office/officeart/2018/5/layout/IconCircleLabelList"/>
    <dgm:cxn modelId="{D3E4A19C-538E-40A7-AE6A-6C2C36927B9D}" type="presParOf" srcId="{6AF86C7B-A941-4668-95B8-60EFB3E58FD3}" destId="{63EB03E6-ECB5-448B-AC39-82E06C4EB70C}" srcOrd="2" destOrd="0" presId="urn:microsoft.com/office/officeart/2018/5/layout/IconCircleLabelList"/>
    <dgm:cxn modelId="{63A71C59-8FD3-4743-B5FE-E5C972A7FFF4}" type="presParOf" srcId="{6AF86C7B-A941-4668-95B8-60EFB3E58FD3}" destId="{D0D26836-3379-4698-9769-87A0429C6BF2}" srcOrd="3" destOrd="0" presId="urn:microsoft.com/office/officeart/2018/5/layout/IconCircleLabelList"/>
    <dgm:cxn modelId="{8FAB4099-776B-40D8-A36E-E6050A6FA72B}" type="presParOf" srcId="{43E19674-DA87-4D10-AE8E-E5824A0C8C2F}" destId="{337BD5B8-F431-46E6-9BA7-A6C57781B337}" srcOrd="5" destOrd="0" presId="urn:microsoft.com/office/officeart/2018/5/layout/IconCircleLabelList"/>
    <dgm:cxn modelId="{22224C2E-6D30-476A-BBAD-C239EDA2C444}" type="presParOf" srcId="{43E19674-DA87-4D10-AE8E-E5824A0C8C2F}" destId="{841E1B93-6291-4119-9B84-1741DBFAA28E}" srcOrd="6" destOrd="0" presId="urn:microsoft.com/office/officeart/2018/5/layout/IconCircleLabelList"/>
    <dgm:cxn modelId="{708CED9E-B38B-4000-A84D-621592DB992D}" type="presParOf" srcId="{841E1B93-6291-4119-9B84-1741DBFAA28E}" destId="{FE04A552-25F2-473E-9B67-12ACEC7ABD46}" srcOrd="0" destOrd="0" presId="urn:microsoft.com/office/officeart/2018/5/layout/IconCircleLabelList"/>
    <dgm:cxn modelId="{648060CF-35DE-4D8B-9997-EFA0820EB870}" type="presParOf" srcId="{841E1B93-6291-4119-9B84-1741DBFAA28E}" destId="{026FA8AD-03B6-4077-95FA-63F48CA9F1F0}" srcOrd="1" destOrd="0" presId="urn:microsoft.com/office/officeart/2018/5/layout/IconCircleLabelList"/>
    <dgm:cxn modelId="{777275E9-AF9A-4E22-B9BE-4E567E4C7F3C}" type="presParOf" srcId="{841E1B93-6291-4119-9B84-1741DBFAA28E}" destId="{E69E8654-C0F8-4D0C-A4A6-09A690D715A2}" srcOrd="2" destOrd="0" presId="urn:microsoft.com/office/officeart/2018/5/layout/IconCircleLabelList"/>
    <dgm:cxn modelId="{0369687E-188C-4D41-829E-E76AF3F7D7F4}" type="presParOf" srcId="{841E1B93-6291-4119-9B84-1741DBFAA28E}" destId="{0E825F2F-3D70-441D-A757-C21B4DAEA487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27C2B210-12BF-44DF-9126-2EC196A24288}" type="doc">
      <dgm:prSet loTypeId="urn:microsoft.com/office/officeart/2005/8/layout/defaul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C926C6E8-A253-4B93-9BC1-604933E5975F}">
      <dgm:prSet/>
      <dgm:spPr/>
      <dgm:t>
        <a:bodyPr/>
        <a:lstStyle/>
        <a:p>
          <a:r>
            <a:rPr lang="en-US"/>
            <a:t>El control de accesos es fundamental</a:t>
          </a:r>
        </a:p>
      </dgm:t>
    </dgm:pt>
    <dgm:pt modelId="{D2A596A0-33D6-46E9-982D-49D63F934356}" type="parTrans" cxnId="{5177CA78-FC55-4180-B6BB-3B473B999D56}">
      <dgm:prSet/>
      <dgm:spPr/>
      <dgm:t>
        <a:bodyPr/>
        <a:lstStyle/>
        <a:p>
          <a:endParaRPr lang="en-US"/>
        </a:p>
      </dgm:t>
    </dgm:pt>
    <dgm:pt modelId="{CD742E30-669D-42AD-9A1A-DE34F3EAA1D1}" type="sibTrans" cxnId="{5177CA78-FC55-4180-B6BB-3B473B999D56}">
      <dgm:prSet/>
      <dgm:spPr/>
      <dgm:t>
        <a:bodyPr/>
        <a:lstStyle/>
        <a:p>
          <a:endParaRPr lang="en-US"/>
        </a:p>
      </dgm:t>
    </dgm:pt>
    <dgm:pt modelId="{C02F8E75-F506-42F7-9887-F442616332EF}">
      <dgm:prSet/>
      <dgm:spPr/>
      <dgm:t>
        <a:bodyPr/>
        <a:lstStyle/>
        <a:p>
          <a:r>
            <a:rPr lang="en-US"/>
            <a:t>Protege información y sistemas</a:t>
          </a:r>
        </a:p>
      </dgm:t>
    </dgm:pt>
    <dgm:pt modelId="{084D6F04-7349-4BC5-A35E-EAE54AB72D69}" type="parTrans" cxnId="{BB96A33E-7EE2-4191-9AF9-24EDF9F877DF}">
      <dgm:prSet/>
      <dgm:spPr/>
      <dgm:t>
        <a:bodyPr/>
        <a:lstStyle/>
        <a:p>
          <a:endParaRPr lang="en-US"/>
        </a:p>
      </dgm:t>
    </dgm:pt>
    <dgm:pt modelId="{3A329F3F-33A0-4B82-BE9A-655C64F53C94}" type="sibTrans" cxnId="{BB96A33E-7EE2-4191-9AF9-24EDF9F877DF}">
      <dgm:prSet/>
      <dgm:spPr/>
      <dgm:t>
        <a:bodyPr/>
        <a:lstStyle/>
        <a:p>
          <a:endParaRPr lang="en-US"/>
        </a:p>
      </dgm:t>
    </dgm:pt>
    <dgm:pt modelId="{1C47EC6B-3F67-4BF9-9A24-31B34FDDA45B}">
      <dgm:prSet/>
      <dgm:spPr/>
      <dgm:t>
        <a:bodyPr/>
        <a:lstStyle/>
        <a:p>
          <a:r>
            <a:rPr lang="en-US"/>
            <a:t>Debe gestionarse de forma adecuada</a:t>
          </a:r>
        </a:p>
      </dgm:t>
    </dgm:pt>
    <dgm:pt modelId="{4F8F5982-B684-4807-8DF3-C4DC48B96854}" type="parTrans" cxnId="{C098573E-D3E7-4774-94F2-EA77C6785646}">
      <dgm:prSet/>
      <dgm:spPr/>
      <dgm:t>
        <a:bodyPr/>
        <a:lstStyle/>
        <a:p>
          <a:endParaRPr lang="en-US"/>
        </a:p>
      </dgm:t>
    </dgm:pt>
    <dgm:pt modelId="{B7A52E25-B32F-4684-B563-7F9C15C8264A}" type="sibTrans" cxnId="{C098573E-D3E7-4774-94F2-EA77C6785646}">
      <dgm:prSet/>
      <dgm:spPr/>
      <dgm:t>
        <a:bodyPr/>
        <a:lstStyle/>
        <a:p>
          <a:endParaRPr lang="en-US"/>
        </a:p>
      </dgm:t>
    </dgm:pt>
    <dgm:pt modelId="{A5E6C599-336A-4B04-9678-098F860CBBF5}" type="pres">
      <dgm:prSet presAssocID="{27C2B210-12BF-44DF-9126-2EC196A24288}" presName="diagram" presStyleCnt="0">
        <dgm:presLayoutVars>
          <dgm:dir/>
          <dgm:resizeHandles val="exact"/>
        </dgm:presLayoutVars>
      </dgm:prSet>
      <dgm:spPr/>
    </dgm:pt>
    <dgm:pt modelId="{D72FF87A-5ACA-4D92-9253-B00A0D57D925}" type="pres">
      <dgm:prSet presAssocID="{C926C6E8-A253-4B93-9BC1-604933E5975F}" presName="node" presStyleLbl="node1" presStyleIdx="0" presStyleCnt="3">
        <dgm:presLayoutVars>
          <dgm:bulletEnabled val="1"/>
        </dgm:presLayoutVars>
      </dgm:prSet>
      <dgm:spPr/>
    </dgm:pt>
    <dgm:pt modelId="{11BA0CB8-C8FD-4787-8C05-1358D85C1B0C}" type="pres">
      <dgm:prSet presAssocID="{CD742E30-669D-42AD-9A1A-DE34F3EAA1D1}" presName="sibTrans" presStyleCnt="0"/>
      <dgm:spPr/>
    </dgm:pt>
    <dgm:pt modelId="{FBC1C5CD-1111-4CFA-BC0C-D71B3F3FB5E3}" type="pres">
      <dgm:prSet presAssocID="{C02F8E75-F506-42F7-9887-F442616332EF}" presName="node" presStyleLbl="node1" presStyleIdx="1" presStyleCnt="3">
        <dgm:presLayoutVars>
          <dgm:bulletEnabled val="1"/>
        </dgm:presLayoutVars>
      </dgm:prSet>
      <dgm:spPr/>
    </dgm:pt>
    <dgm:pt modelId="{37DAE054-89E5-46F3-A713-80C56DA0B70E}" type="pres">
      <dgm:prSet presAssocID="{3A329F3F-33A0-4B82-BE9A-655C64F53C94}" presName="sibTrans" presStyleCnt="0"/>
      <dgm:spPr/>
    </dgm:pt>
    <dgm:pt modelId="{98F409D9-ED2E-4559-9315-AC02726A9216}" type="pres">
      <dgm:prSet presAssocID="{1C47EC6B-3F67-4BF9-9A24-31B34FDDA45B}" presName="node" presStyleLbl="node1" presStyleIdx="2" presStyleCnt="3">
        <dgm:presLayoutVars>
          <dgm:bulletEnabled val="1"/>
        </dgm:presLayoutVars>
      </dgm:prSet>
      <dgm:spPr/>
    </dgm:pt>
  </dgm:ptLst>
  <dgm:cxnLst>
    <dgm:cxn modelId="{C098573E-D3E7-4774-94F2-EA77C6785646}" srcId="{27C2B210-12BF-44DF-9126-2EC196A24288}" destId="{1C47EC6B-3F67-4BF9-9A24-31B34FDDA45B}" srcOrd="2" destOrd="0" parTransId="{4F8F5982-B684-4807-8DF3-C4DC48B96854}" sibTransId="{B7A52E25-B32F-4684-B563-7F9C15C8264A}"/>
    <dgm:cxn modelId="{BB96A33E-7EE2-4191-9AF9-24EDF9F877DF}" srcId="{27C2B210-12BF-44DF-9126-2EC196A24288}" destId="{C02F8E75-F506-42F7-9887-F442616332EF}" srcOrd="1" destOrd="0" parTransId="{084D6F04-7349-4BC5-A35E-EAE54AB72D69}" sibTransId="{3A329F3F-33A0-4B82-BE9A-655C64F53C94}"/>
    <dgm:cxn modelId="{7488FD72-82C6-4B9A-8631-BA85812030C2}" type="presOf" srcId="{1C47EC6B-3F67-4BF9-9A24-31B34FDDA45B}" destId="{98F409D9-ED2E-4559-9315-AC02726A9216}" srcOrd="0" destOrd="0" presId="urn:microsoft.com/office/officeart/2005/8/layout/default"/>
    <dgm:cxn modelId="{5177CA78-FC55-4180-B6BB-3B473B999D56}" srcId="{27C2B210-12BF-44DF-9126-2EC196A24288}" destId="{C926C6E8-A253-4B93-9BC1-604933E5975F}" srcOrd="0" destOrd="0" parTransId="{D2A596A0-33D6-46E9-982D-49D63F934356}" sibTransId="{CD742E30-669D-42AD-9A1A-DE34F3EAA1D1}"/>
    <dgm:cxn modelId="{FC745EBF-4F0C-45DC-9FF1-B13C865DEF61}" type="presOf" srcId="{C02F8E75-F506-42F7-9887-F442616332EF}" destId="{FBC1C5CD-1111-4CFA-BC0C-D71B3F3FB5E3}" srcOrd="0" destOrd="0" presId="urn:microsoft.com/office/officeart/2005/8/layout/default"/>
    <dgm:cxn modelId="{8A93DCC7-C6E1-4F90-B471-CE14147678ED}" type="presOf" srcId="{C926C6E8-A253-4B93-9BC1-604933E5975F}" destId="{D72FF87A-5ACA-4D92-9253-B00A0D57D925}" srcOrd="0" destOrd="0" presId="urn:microsoft.com/office/officeart/2005/8/layout/default"/>
    <dgm:cxn modelId="{D25162CA-2D9A-4686-A2E1-2C741F7E4F29}" type="presOf" srcId="{27C2B210-12BF-44DF-9126-2EC196A24288}" destId="{A5E6C599-336A-4B04-9678-098F860CBBF5}" srcOrd="0" destOrd="0" presId="urn:microsoft.com/office/officeart/2005/8/layout/default"/>
    <dgm:cxn modelId="{3AF962A3-752F-47D6-B5E6-76C42739BB63}" type="presParOf" srcId="{A5E6C599-336A-4B04-9678-098F860CBBF5}" destId="{D72FF87A-5ACA-4D92-9253-B00A0D57D925}" srcOrd="0" destOrd="0" presId="urn:microsoft.com/office/officeart/2005/8/layout/default"/>
    <dgm:cxn modelId="{4CF3524A-9DCD-47AE-A93A-9064E28D7C63}" type="presParOf" srcId="{A5E6C599-336A-4B04-9678-098F860CBBF5}" destId="{11BA0CB8-C8FD-4787-8C05-1358D85C1B0C}" srcOrd="1" destOrd="0" presId="urn:microsoft.com/office/officeart/2005/8/layout/default"/>
    <dgm:cxn modelId="{E0322446-4F78-4AE3-83FC-DA2556E408E1}" type="presParOf" srcId="{A5E6C599-336A-4B04-9678-098F860CBBF5}" destId="{FBC1C5CD-1111-4CFA-BC0C-D71B3F3FB5E3}" srcOrd="2" destOrd="0" presId="urn:microsoft.com/office/officeart/2005/8/layout/default"/>
    <dgm:cxn modelId="{84326BD4-A06F-4A9A-96D1-56F9685BFC51}" type="presParOf" srcId="{A5E6C599-336A-4B04-9678-098F860CBBF5}" destId="{37DAE054-89E5-46F3-A713-80C56DA0B70E}" srcOrd="3" destOrd="0" presId="urn:microsoft.com/office/officeart/2005/8/layout/default"/>
    <dgm:cxn modelId="{F670DFC1-7DD3-4F86-A1D4-11179AEB315C}" type="presParOf" srcId="{A5E6C599-336A-4B04-9678-098F860CBBF5}" destId="{98F409D9-ED2E-4559-9315-AC02726A9216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9670D0-5596-4416-99CB-1165638C11DA}">
      <dsp:nvSpPr>
        <dsp:cNvPr id="0" name=""/>
        <dsp:cNvSpPr/>
      </dsp:nvSpPr>
      <dsp:spPr>
        <a:xfrm>
          <a:off x="0" y="48969"/>
          <a:ext cx="7886700" cy="13525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Control de accesos a los sistemas de información</a:t>
          </a:r>
        </a:p>
      </dsp:txBody>
      <dsp:txXfrm>
        <a:off x="66025" y="114994"/>
        <a:ext cx="7754650" cy="1220470"/>
      </dsp:txXfrm>
    </dsp:sp>
    <dsp:sp modelId="{D4E6CF9B-DBB1-40A7-ACA5-EFBF245CAE3A}">
      <dsp:nvSpPr>
        <dsp:cNvPr id="0" name=""/>
        <dsp:cNvSpPr/>
      </dsp:nvSpPr>
      <dsp:spPr>
        <a:xfrm>
          <a:off x="0" y="1499409"/>
          <a:ext cx="7886700" cy="1352520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Protección de recursos y datos</a:t>
          </a:r>
        </a:p>
      </dsp:txBody>
      <dsp:txXfrm>
        <a:off x="66025" y="1565434"/>
        <a:ext cx="7754650" cy="1220470"/>
      </dsp:txXfrm>
    </dsp:sp>
    <dsp:sp modelId="{8E37BA2C-2E47-4BEC-A387-3B3B183DCCDB}">
      <dsp:nvSpPr>
        <dsp:cNvPr id="0" name=""/>
        <dsp:cNvSpPr/>
      </dsp:nvSpPr>
      <dsp:spPr>
        <a:xfrm>
          <a:off x="0" y="2949848"/>
          <a:ext cx="7886700" cy="135252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Elemento clave de la seguridad informática</a:t>
          </a:r>
        </a:p>
      </dsp:txBody>
      <dsp:txXfrm>
        <a:off x="66025" y="3015873"/>
        <a:ext cx="7754650" cy="122047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CF4A20-D94F-4902-87EE-B67355957638}">
      <dsp:nvSpPr>
        <dsp:cNvPr id="0" name=""/>
        <dsp:cNvSpPr/>
      </dsp:nvSpPr>
      <dsp:spPr>
        <a:xfrm>
          <a:off x="757092" y="1992"/>
          <a:ext cx="3034531" cy="182071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El control de accesos limita quién puede acceder a los sistemas</a:t>
          </a:r>
        </a:p>
      </dsp:txBody>
      <dsp:txXfrm>
        <a:off x="757092" y="1992"/>
        <a:ext cx="3034531" cy="1820718"/>
      </dsp:txXfrm>
    </dsp:sp>
    <dsp:sp modelId="{E6DD0232-12A6-4377-8054-633F30BD335E}">
      <dsp:nvSpPr>
        <dsp:cNvPr id="0" name=""/>
        <dsp:cNvSpPr/>
      </dsp:nvSpPr>
      <dsp:spPr>
        <a:xfrm>
          <a:off x="4095076" y="1992"/>
          <a:ext cx="3034531" cy="1820718"/>
        </a:xfrm>
        <a:prstGeom prst="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Protege información y recursos</a:t>
          </a:r>
        </a:p>
      </dsp:txBody>
      <dsp:txXfrm>
        <a:off x="4095076" y="1992"/>
        <a:ext cx="3034531" cy="1820718"/>
      </dsp:txXfrm>
    </dsp:sp>
    <dsp:sp modelId="{B86B8A0D-E1A9-42BF-94AF-93F099869288}">
      <dsp:nvSpPr>
        <dsp:cNvPr id="0" name=""/>
        <dsp:cNvSpPr/>
      </dsp:nvSpPr>
      <dsp:spPr>
        <a:xfrm>
          <a:off x="2426084" y="2126164"/>
          <a:ext cx="3034531" cy="1820718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Reduce riesgos de accesos no autorizados</a:t>
          </a:r>
        </a:p>
      </dsp:txBody>
      <dsp:txXfrm>
        <a:off x="2426084" y="2126164"/>
        <a:ext cx="3034531" cy="182071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4E0A17-4A84-4369-AF19-C800ABAE3671}">
      <dsp:nvSpPr>
        <dsp:cNvPr id="0" name=""/>
        <dsp:cNvSpPr/>
      </dsp:nvSpPr>
      <dsp:spPr>
        <a:xfrm>
          <a:off x="757092" y="1992"/>
          <a:ext cx="3034531" cy="1820718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Análisis de los sistemas de información</a:t>
          </a:r>
        </a:p>
      </dsp:txBody>
      <dsp:txXfrm>
        <a:off x="757092" y="1992"/>
        <a:ext cx="3034531" cy="1820718"/>
      </dsp:txXfrm>
    </dsp:sp>
    <dsp:sp modelId="{A6538B78-AECD-4AF5-8B45-307F20805AB2}">
      <dsp:nvSpPr>
        <dsp:cNvPr id="0" name=""/>
        <dsp:cNvSpPr/>
      </dsp:nvSpPr>
      <dsp:spPr>
        <a:xfrm>
          <a:off x="4095076" y="1992"/>
          <a:ext cx="3034531" cy="1820718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Identificación de recursos compartidos</a:t>
          </a:r>
        </a:p>
      </dsp:txBody>
      <dsp:txXfrm>
        <a:off x="4095076" y="1992"/>
        <a:ext cx="3034531" cy="1820718"/>
      </dsp:txXfrm>
    </dsp:sp>
    <dsp:sp modelId="{E57BF94C-5385-4BE5-841C-3704ED00A876}">
      <dsp:nvSpPr>
        <dsp:cNvPr id="0" name=""/>
        <dsp:cNvSpPr/>
      </dsp:nvSpPr>
      <dsp:spPr>
        <a:xfrm>
          <a:off x="2426084" y="2126164"/>
          <a:ext cx="3034531" cy="1820718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Definición de necesidades de acceso</a:t>
          </a:r>
        </a:p>
      </dsp:txBody>
      <dsp:txXfrm>
        <a:off x="2426084" y="2126164"/>
        <a:ext cx="3034531" cy="182071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8CC50E-B51F-408F-9373-73DCA396C20E}">
      <dsp:nvSpPr>
        <dsp:cNvPr id="0" name=""/>
        <dsp:cNvSpPr/>
      </dsp:nvSpPr>
      <dsp:spPr>
        <a:xfrm>
          <a:off x="0" y="39707"/>
          <a:ext cx="7886700" cy="88744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Accesos locales</a:t>
          </a:r>
        </a:p>
      </dsp:txBody>
      <dsp:txXfrm>
        <a:off x="43321" y="83028"/>
        <a:ext cx="7800058" cy="800803"/>
      </dsp:txXfrm>
    </dsp:sp>
    <dsp:sp modelId="{4F3A7FF3-2A52-4DBF-891B-0DF13F0AC086}">
      <dsp:nvSpPr>
        <dsp:cNvPr id="0" name=""/>
        <dsp:cNvSpPr/>
      </dsp:nvSpPr>
      <dsp:spPr>
        <a:xfrm>
          <a:off x="0" y="1033713"/>
          <a:ext cx="7886700" cy="887445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Accesos remotos</a:t>
          </a:r>
        </a:p>
      </dsp:txBody>
      <dsp:txXfrm>
        <a:off x="43321" y="1077034"/>
        <a:ext cx="7800058" cy="800803"/>
      </dsp:txXfrm>
    </dsp:sp>
    <dsp:sp modelId="{3E0AA69A-509A-43AB-BC6B-2A7FA513F2B1}">
      <dsp:nvSpPr>
        <dsp:cNvPr id="0" name=""/>
        <dsp:cNvSpPr/>
      </dsp:nvSpPr>
      <dsp:spPr>
        <a:xfrm>
          <a:off x="0" y="2027718"/>
          <a:ext cx="7886700" cy="887445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Accesos a aplicaciones</a:t>
          </a:r>
        </a:p>
      </dsp:txBody>
      <dsp:txXfrm>
        <a:off x="43321" y="2071039"/>
        <a:ext cx="7800058" cy="800803"/>
      </dsp:txXfrm>
    </dsp:sp>
    <dsp:sp modelId="{0C92D698-5096-4743-B9E7-6106DE2DC1E3}">
      <dsp:nvSpPr>
        <dsp:cNvPr id="0" name=""/>
        <dsp:cNvSpPr/>
      </dsp:nvSpPr>
      <dsp:spPr>
        <a:xfrm>
          <a:off x="0" y="3021723"/>
          <a:ext cx="7886700" cy="887445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Accesos a datos</a:t>
          </a:r>
        </a:p>
      </dsp:txBody>
      <dsp:txXfrm>
        <a:off x="43321" y="3065044"/>
        <a:ext cx="7800058" cy="80080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58D59E-BC5E-47E2-AA75-95A33D32D6C2}">
      <dsp:nvSpPr>
        <dsp:cNvPr id="0" name=""/>
        <dsp:cNvSpPr/>
      </dsp:nvSpPr>
      <dsp:spPr>
        <a:xfrm>
          <a:off x="4616799" y="92837"/>
          <a:ext cx="1484701" cy="14847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Mínimo privilegio</a:t>
          </a:r>
        </a:p>
      </dsp:txBody>
      <dsp:txXfrm>
        <a:off x="4616799" y="92837"/>
        <a:ext cx="1484701" cy="1484701"/>
      </dsp:txXfrm>
    </dsp:sp>
    <dsp:sp modelId="{42730CAC-9ACF-434C-A7FE-63ABA6A1E8F7}">
      <dsp:nvSpPr>
        <dsp:cNvPr id="0" name=""/>
        <dsp:cNvSpPr/>
      </dsp:nvSpPr>
      <dsp:spPr>
        <a:xfrm>
          <a:off x="2000665" y="-867"/>
          <a:ext cx="4194540" cy="4194540"/>
        </a:xfrm>
        <a:prstGeom prst="circularArrow">
          <a:avLst>
            <a:gd name="adj1" fmla="val 6902"/>
            <a:gd name="adj2" fmla="val 465365"/>
            <a:gd name="adj3" fmla="val 549360"/>
            <a:gd name="adj4" fmla="val 20585275"/>
            <a:gd name="adj5" fmla="val 8053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6F193F-B79D-4ACD-A5B0-4D0A8F36798A}">
      <dsp:nvSpPr>
        <dsp:cNvPr id="0" name=""/>
        <dsp:cNvSpPr/>
      </dsp:nvSpPr>
      <dsp:spPr>
        <a:xfrm>
          <a:off x="4616799" y="2615266"/>
          <a:ext cx="1484701" cy="14847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Necesidad de saber</a:t>
          </a:r>
        </a:p>
      </dsp:txBody>
      <dsp:txXfrm>
        <a:off x="4616799" y="2615266"/>
        <a:ext cx="1484701" cy="1484701"/>
      </dsp:txXfrm>
    </dsp:sp>
    <dsp:sp modelId="{866096EA-6857-4ABC-A4B3-5011A1D3D1D6}">
      <dsp:nvSpPr>
        <dsp:cNvPr id="0" name=""/>
        <dsp:cNvSpPr/>
      </dsp:nvSpPr>
      <dsp:spPr>
        <a:xfrm>
          <a:off x="2000665" y="-867"/>
          <a:ext cx="4194540" cy="4194540"/>
        </a:xfrm>
        <a:prstGeom prst="circularArrow">
          <a:avLst>
            <a:gd name="adj1" fmla="val 6902"/>
            <a:gd name="adj2" fmla="val 465365"/>
            <a:gd name="adj3" fmla="val 5949360"/>
            <a:gd name="adj4" fmla="val 4385275"/>
            <a:gd name="adj5" fmla="val 8053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23997D-F486-46EE-8BF0-7F997BDBBE33}">
      <dsp:nvSpPr>
        <dsp:cNvPr id="0" name=""/>
        <dsp:cNvSpPr/>
      </dsp:nvSpPr>
      <dsp:spPr>
        <a:xfrm>
          <a:off x="2094370" y="2615266"/>
          <a:ext cx="1484701" cy="14847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Separación de funciones</a:t>
          </a:r>
        </a:p>
      </dsp:txBody>
      <dsp:txXfrm>
        <a:off x="2094370" y="2615266"/>
        <a:ext cx="1484701" cy="1484701"/>
      </dsp:txXfrm>
    </dsp:sp>
    <dsp:sp modelId="{E8497E95-4A41-456D-9117-8091DA72F31A}">
      <dsp:nvSpPr>
        <dsp:cNvPr id="0" name=""/>
        <dsp:cNvSpPr/>
      </dsp:nvSpPr>
      <dsp:spPr>
        <a:xfrm>
          <a:off x="2000665" y="-867"/>
          <a:ext cx="4194540" cy="4194540"/>
        </a:xfrm>
        <a:prstGeom prst="circularArrow">
          <a:avLst>
            <a:gd name="adj1" fmla="val 6902"/>
            <a:gd name="adj2" fmla="val 465365"/>
            <a:gd name="adj3" fmla="val 11349360"/>
            <a:gd name="adj4" fmla="val 9785275"/>
            <a:gd name="adj5" fmla="val 8053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E1E47F-D969-4175-B500-74FCCFFD0765}">
      <dsp:nvSpPr>
        <dsp:cNvPr id="0" name=""/>
        <dsp:cNvSpPr/>
      </dsp:nvSpPr>
      <dsp:spPr>
        <a:xfrm>
          <a:off x="2094370" y="92837"/>
          <a:ext cx="1484701" cy="14847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Responsabilidad individual</a:t>
          </a:r>
        </a:p>
      </dsp:txBody>
      <dsp:txXfrm>
        <a:off x="2094370" y="92837"/>
        <a:ext cx="1484701" cy="1484701"/>
      </dsp:txXfrm>
    </dsp:sp>
    <dsp:sp modelId="{3E12D384-DC41-4147-BE24-C97F306C6F78}">
      <dsp:nvSpPr>
        <dsp:cNvPr id="0" name=""/>
        <dsp:cNvSpPr/>
      </dsp:nvSpPr>
      <dsp:spPr>
        <a:xfrm>
          <a:off x="2000665" y="-867"/>
          <a:ext cx="4194540" cy="4194540"/>
        </a:xfrm>
        <a:prstGeom prst="circularArrow">
          <a:avLst>
            <a:gd name="adj1" fmla="val 6902"/>
            <a:gd name="adj2" fmla="val 465365"/>
            <a:gd name="adj3" fmla="val 16749360"/>
            <a:gd name="adj4" fmla="val 15185275"/>
            <a:gd name="adj5" fmla="val 8053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D25935-24E2-4245-9C89-05092BB79BA2}">
      <dsp:nvSpPr>
        <dsp:cNvPr id="0" name=""/>
        <dsp:cNvSpPr/>
      </dsp:nvSpPr>
      <dsp:spPr>
        <a:xfrm>
          <a:off x="0" y="4802"/>
          <a:ext cx="8195871" cy="9594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Acceso local</a:t>
          </a:r>
        </a:p>
      </dsp:txBody>
      <dsp:txXfrm>
        <a:off x="46834" y="51636"/>
        <a:ext cx="8102203" cy="865732"/>
      </dsp:txXfrm>
    </dsp:sp>
    <dsp:sp modelId="{66E29EED-C67D-4824-8768-572EFD6721C9}">
      <dsp:nvSpPr>
        <dsp:cNvPr id="0" name=""/>
        <dsp:cNvSpPr/>
      </dsp:nvSpPr>
      <dsp:spPr>
        <a:xfrm>
          <a:off x="0" y="1079402"/>
          <a:ext cx="8195871" cy="959400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Acceso remoto</a:t>
          </a:r>
        </a:p>
      </dsp:txBody>
      <dsp:txXfrm>
        <a:off x="46834" y="1126236"/>
        <a:ext cx="8102203" cy="865732"/>
      </dsp:txXfrm>
    </dsp:sp>
    <dsp:sp modelId="{4A704353-5BCF-4AC6-9AB7-AEFB23638F4C}">
      <dsp:nvSpPr>
        <dsp:cNvPr id="0" name=""/>
        <dsp:cNvSpPr/>
      </dsp:nvSpPr>
      <dsp:spPr>
        <a:xfrm>
          <a:off x="0" y="2154002"/>
          <a:ext cx="8195871" cy="959400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Acceso autenticado</a:t>
          </a:r>
        </a:p>
      </dsp:txBody>
      <dsp:txXfrm>
        <a:off x="46834" y="2200836"/>
        <a:ext cx="8102203" cy="865732"/>
      </dsp:txXfrm>
    </dsp:sp>
    <dsp:sp modelId="{D19829F3-C866-422F-B63B-2FE45E9D2475}">
      <dsp:nvSpPr>
        <dsp:cNvPr id="0" name=""/>
        <dsp:cNvSpPr/>
      </dsp:nvSpPr>
      <dsp:spPr>
        <a:xfrm>
          <a:off x="0" y="3228602"/>
          <a:ext cx="8195871" cy="95940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Acceso autorizado</a:t>
          </a:r>
        </a:p>
      </dsp:txBody>
      <dsp:txXfrm>
        <a:off x="46834" y="3275436"/>
        <a:ext cx="8102203" cy="86573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0D1245-6C8F-4496-9028-E9BE44A49A6D}">
      <dsp:nvSpPr>
        <dsp:cNvPr id="0" name=""/>
        <dsp:cNvSpPr/>
      </dsp:nvSpPr>
      <dsp:spPr>
        <a:xfrm>
          <a:off x="715337" y="2413"/>
          <a:ext cx="3221521" cy="193291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Cumplimiento de la legislación vigente</a:t>
          </a:r>
        </a:p>
      </dsp:txBody>
      <dsp:txXfrm>
        <a:off x="715337" y="2413"/>
        <a:ext cx="3221521" cy="1932912"/>
      </dsp:txXfrm>
    </dsp:sp>
    <dsp:sp modelId="{106A3884-2DA3-4800-ACA7-4CD59804F5CB}">
      <dsp:nvSpPr>
        <dsp:cNvPr id="0" name=""/>
        <dsp:cNvSpPr/>
      </dsp:nvSpPr>
      <dsp:spPr>
        <a:xfrm>
          <a:off x="4259011" y="2413"/>
          <a:ext cx="3221521" cy="193291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Protección de datos personales</a:t>
          </a:r>
        </a:p>
      </dsp:txBody>
      <dsp:txXfrm>
        <a:off x="4259011" y="2413"/>
        <a:ext cx="3221521" cy="1932912"/>
      </dsp:txXfrm>
    </dsp:sp>
    <dsp:sp modelId="{63C0AD27-8F23-4A73-B73C-07E2E350DB93}">
      <dsp:nvSpPr>
        <dsp:cNvPr id="0" name=""/>
        <dsp:cNvSpPr/>
      </dsp:nvSpPr>
      <dsp:spPr>
        <a:xfrm>
          <a:off x="2487174" y="2257478"/>
          <a:ext cx="3221521" cy="193291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Asignación correcta de privilegios</a:t>
          </a:r>
        </a:p>
      </dsp:txBody>
      <dsp:txXfrm>
        <a:off x="2487174" y="2257478"/>
        <a:ext cx="3221521" cy="193291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550CA3-91CA-4E64-9ACE-65732F190A28}">
      <dsp:nvSpPr>
        <dsp:cNvPr id="0" name=""/>
        <dsp:cNvSpPr/>
      </dsp:nvSpPr>
      <dsp:spPr>
        <a:xfrm>
          <a:off x="429570" y="472"/>
          <a:ext cx="3346456" cy="200787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LOPDGDD y RGPD</a:t>
          </a:r>
        </a:p>
      </dsp:txBody>
      <dsp:txXfrm>
        <a:off x="429570" y="472"/>
        <a:ext cx="3346456" cy="2007873"/>
      </dsp:txXfrm>
    </dsp:sp>
    <dsp:sp modelId="{309CBB1B-D5B7-43C0-80F4-1A48E590E629}">
      <dsp:nvSpPr>
        <dsp:cNvPr id="0" name=""/>
        <dsp:cNvSpPr/>
      </dsp:nvSpPr>
      <dsp:spPr>
        <a:xfrm>
          <a:off x="4110672" y="472"/>
          <a:ext cx="3346456" cy="2007873"/>
        </a:xfrm>
        <a:prstGeom prst="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Registro de accesos</a:t>
          </a:r>
        </a:p>
      </dsp:txBody>
      <dsp:txXfrm>
        <a:off x="4110672" y="472"/>
        <a:ext cx="3346456" cy="2007873"/>
      </dsp:txXfrm>
    </dsp:sp>
    <dsp:sp modelId="{1C2454C7-EED7-406E-AE64-EEF463B023D6}">
      <dsp:nvSpPr>
        <dsp:cNvPr id="0" name=""/>
        <dsp:cNvSpPr/>
      </dsp:nvSpPr>
      <dsp:spPr>
        <a:xfrm>
          <a:off x="2270121" y="2342991"/>
          <a:ext cx="3346456" cy="2007873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Auditoría y trazabilidad</a:t>
          </a:r>
        </a:p>
      </dsp:txBody>
      <dsp:txXfrm>
        <a:off x="2270121" y="2342991"/>
        <a:ext cx="3346456" cy="2007873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D98F82-EEF6-40C8-93B7-6D9CA04345D8}">
      <dsp:nvSpPr>
        <dsp:cNvPr id="0" name=""/>
        <dsp:cNvSpPr/>
      </dsp:nvSpPr>
      <dsp:spPr>
        <a:xfrm>
          <a:off x="1045320" y="2124"/>
          <a:ext cx="2868885" cy="172133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Administrador</a:t>
          </a:r>
        </a:p>
      </dsp:txBody>
      <dsp:txXfrm>
        <a:off x="1045320" y="2124"/>
        <a:ext cx="2868885" cy="1721331"/>
      </dsp:txXfrm>
    </dsp:sp>
    <dsp:sp modelId="{CA39090C-7881-4F4E-9B67-509CB031CCC3}">
      <dsp:nvSpPr>
        <dsp:cNvPr id="0" name=""/>
        <dsp:cNvSpPr/>
      </dsp:nvSpPr>
      <dsp:spPr>
        <a:xfrm>
          <a:off x="4201094" y="2124"/>
          <a:ext cx="2868885" cy="1721331"/>
        </a:xfrm>
        <a:prstGeom prst="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Usuario estándar</a:t>
          </a:r>
        </a:p>
      </dsp:txBody>
      <dsp:txXfrm>
        <a:off x="4201094" y="2124"/>
        <a:ext cx="2868885" cy="1721331"/>
      </dsp:txXfrm>
    </dsp:sp>
    <dsp:sp modelId="{24EAA14C-A7E0-40F6-95C0-0365D45F172A}">
      <dsp:nvSpPr>
        <dsp:cNvPr id="0" name=""/>
        <dsp:cNvSpPr/>
      </dsp:nvSpPr>
      <dsp:spPr>
        <a:xfrm>
          <a:off x="1045320" y="2010343"/>
          <a:ext cx="2868885" cy="1721331"/>
        </a:xfrm>
        <a:prstGeom prst="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Usuario avanzado</a:t>
          </a:r>
        </a:p>
      </dsp:txBody>
      <dsp:txXfrm>
        <a:off x="1045320" y="2010343"/>
        <a:ext cx="2868885" cy="1721331"/>
      </dsp:txXfrm>
    </dsp:sp>
    <dsp:sp modelId="{AE0012D9-04EB-4B6E-9D86-32741D721386}">
      <dsp:nvSpPr>
        <dsp:cNvPr id="0" name=""/>
        <dsp:cNvSpPr/>
      </dsp:nvSpPr>
      <dsp:spPr>
        <a:xfrm>
          <a:off x="4201094" y="2010343"/>
          <a:ext cx="2868885" cy="1721331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Auditor</a:t>
          </a:r>
        </a:p>
      </dsp:txBody>
      <dsp:txXfrm>
        <a:off x="4201094" y="2010343"/>
        <a:ext cx="2868885" cy="1721331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1E92CD-F5A9-40C0-ABE4-717AEE525640}">
      <dsp:nvSpPr>
        <dsp:cNvPr id="0" name=""/>
        <dsp:cNvSpPr/>
      </dsp:nvSpPr>
      <dsp:spPr>
        <a:xfrm>
          <a:off x="750914" y="1203373"/>
          <a:ext cx="1081248" cy="10812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3E6218-0919-4943-BEE0-16F9B6A05596}">
      <dsp:nvSpPr>
        <dsp:cNvPr id="0" name=""/>
        <dsp:cNvSpPr/>
      </dsp:nvSpPr>
      <dsp:spPr>
        <a:xfrm>
          <a:off x="90151" y="2602589"/>
          <a:ext cx="24027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Gestión centralizada de usuarios</a:t>
          </a:r>
        </a:p>
      </dsp:txBody>
      <dsp:txXfrm>
        <a:off x="90151" y="2602589"/>
        <a:ext cx="2402775" cy="720000"/>
      </dsp:txXfrm>
    </dsp:sp>
    <dsp:sp modelId="{179E4D0F-E2EB-491C-B97E-9EC1E4F8FEB0}">
      <dsp:nvSpPr>
        <dsp:cNvPr id="0" name=""/>
        <dsp:cNvSpPr/>
      </dsp:nvSpPr>
      <dsp:spPr>
        <a:xfrm>
          <a:off x="3574175" y="1203373"/>
          <a:ext cx="1081248" cy="108124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479274-D2EB-4018-961F-876E7BE3C635}">
      <dsp:nvSpPr>
        <dsp:cNvPr id="0" name=""/>
        <dsp:cNvSpPr/>
      </dsp:nvSpPr>
      <dsp:spPr>
        <a:xfrm>
          <a:off x="2913412" y="2602589"/>
          <a:ext cx="24027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Autenticación y autorización</a:t>
          </a:r>
        </a:p>
      </dsp:txBody>
      <dsp:txXfrm>
        <a:off x="2913412" y="2602589"/>
        <a:ext cx="2402775" cy="720000"/>
      </dsp:txXfrm>
    </dsp:sp>
    <dsp:sp modelId="{884DD0C5-DB7C-47BA-BE50-442C036CC814}">
      <dsp:nvSpPr>
        <dsp:cNvPr id="0" name=""/>
        <dsp:cNvSpPr/>
      </dsp:nvSpPr>
      <dsp:spPr>
        <a:xfrm>
          <a:off x="6397436" y="1203373"/>
          <a:ext cx="1081248" cy="108124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85F4E2-9E69-4CE8-9F42-741B64A167D2}">
      <dsp:nvSpPr>
        <dsp:cNvPr id="0" name=""/>
        <dsp:cNvSpPr/>
      </dsp:nvSpPr>
      <dsp:spPr>
        <a:xfrm>
          <a:off x="5736673" y="2602589"/>
          <a:ext cx="24027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Uso común en entornos empresariales</a:t>
          </a:r>
        </a:p>
      </dsp:txBody>
      <dsp:txXfrm>
        <a:off x="5736673" y="2602589"/>
        <a:ext cx="2402775" cy="72000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CCA703-5844-4824-9656-83EDBDA87EBD}">
      <dsp:nvSpPr>
        <dsp:cNvPr id="0" name=""/>
        <dsp:cNvSpPr/>
      </dsp:nvSpPr>
      <dsp:spPr>
        <a:xfrm>
          <a:off x="376435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79FB3B-CDC1-489E-B922-6F30B17B9178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15AD6B-8D8C-4EE2-9A16-63AA7B826249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Gestión de cuentas</a:t>
          </a:r>
        </a:p>
      </dsp:txBody>
      <dsp:txXfrm>
        <a:off x="25435" y="2456402"/>
        <a:ext cx="1800000" cy="720000"/>
      </dsp:txXfrm>
    </dsp:sp>
    <dsp:sp modelId="{B883265B-9072-4784-8FB1-CCD30D3F1D10}">
      <dsp:nvSpPr>
        <dsp:cNvPr id="0" name=""/>
        <dsp:cNvSpPr/>
      </dsp:nvSpPr>
      <dsp:spPr>
        <a:xfrm>
          <a:off x="2491435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1D900B-B2BE-4A2F-85FF-92F3E0BC91A5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F46C45-4298-434E-A0A9-11C7E2F31DFC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Gestión de grupos</a:t>
          </a:r>
        </a:p>
      </dsp:txBody>
      <dsp:txXfrm>
        <a:off x="2140435" y="2456402"/>
        <a:ext cx="1800000" cy="720000"/>
      </dsp:txXfrm>
    </dsp:sp>
    <dsp:sp modelId="{ED2762E8-A729-4BC6-890D-DED937745414}">
      <dsp:nvSpPr>
        <dsp:cNvPr id="0" name=""/>
        <dsp:cNvSpPr/>
      </dsp:nvSpPr>
      <dsp:spPr>
        <a:xfrm>
          <a:off x="4606435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B94DCC-D2FE-4F22-981D-F278E9CEA6E9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A6308F-3C91-45CE-8A77-CED4FAC275A1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Aplicación de políticas</a:t>
          </a:r>
        </a:p>
      </dsp:txBody>
      <dsp:txXfrm>
        <a:off x="4255435" y="2456402"/>
        <a:ext cx="1800000" cy="720000"/>
      </dsp:txXfrm>
    </dsp:sp>
    <dsp:sp modelId="{93369B56-6BA2-4581-9D5A-0E518D02C36F}">
      <dsp:nvSpPr>
        <dsp:cNvPr id="0" name=""/>
        <dsp:cNvSpPr/>
      </dsp:nvSpPr>
      <dsp:spPr>
        <a:xfrm>
          <a:off x="6721435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CF1C78-C250-463C-B6B0-B9D15E02E27B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E43C47-DD8E-4E0B-BCCF-279709351667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Control de accesos</a:t>
          </a:r>
        </a:p>
      </dsp:txBody>
      <dsp:txXfrm>
        <a:off x="6370435" y="2456402"/>
        <a:ext cx="1800000" cy="72000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25B526-4D09-4A0A-81ED-A06B0FC9D12F}">
      <dsp:nvSpPr>
        <dsp:cNvPr id="0" name=""/>
        <dsp:cNvSpPr/>
      </dsp:nvSpPr>
      <dsp:spPr>
        <a:xfrm>
          <a:off x="518185" y="768902"/>
          <a:ext cx="1475437" cy="1475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13CB9C-70B7-4BAA-9840-4A5806FD5EA5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71E497-6BDF-4E07-8CD8-80BAFB839C46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Gestión de identidades y accesos</a:t>
          </a:r>
        </a:p>
      </dsp:txBody>
      <dsp:txXfrm>
        <a:off x="46529" y="2703902"/>
        <a:ext cx="2418750" cy="720000"/>
      </dsp:txXfrm>
    </dsp:sp>
    <dsp:sp modelId="{846D6944-19EB-4D99-BE91-3F171E3A4653}">
      <dsp:nvSpPr>
        <dsp:cNvPr id="0" name=""/>
        <dsp:cNvSpPr/>
      </dsp:nvSpPr>
      <dsp:spPr>
        <a:xfrm>
          <a:off x="3360216" y="768902"/>
          <a:ext cx="1475437" cy="1475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7D0564-797C-489D-9FD9-208EAAECEC32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7831B8-40F4-43FC-801E-1DF4E1F3E4B1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Control centralizado</a:t>
          </a:r>
        </a:p>
      </dsp:txBody>
      <dsp:txXfrm>
        <a:off x="2888560" y="2703902"/>
        <a:ext cx="2418750" cy="720000"/>
      </dsp:txXfrm>
    </dsp:sp>
    <dsp:sp modelId="{9D386C4E-5AA5-4307-AC4A-E83DE3DA131C}">
      <dsp:nvSpPr>
        <dsp:cNvPr id="0" name=""/>
        <dsp:cNvSpPr/>
      </dsp:nvSpPr>
      <dsp:spPr>
        <a:xfrm>
          <a:off x="6202248" y="768902"/>
          <a:ext cx="1475437" cy="1475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AFBE16-6E4A-44FC-8BB8-8646467E66B7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B23837-0793-4633-94FA-C59F461CDACD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Mejora la seguridad</a:t>
          </a:r>
        </a:p>
      </dsp:txBody>
      <dsp:txXfrm>
        <a:off x="5730591" y="2703902"/>
        <a:ext cx="2418750" cy="720000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B41CE9-9FFF-44A5-B433-6A5463463742}">
      <dsp:nvSpPr>
        <dsp:cNvPr id="0" name=""/>
        <dsp:cNvSpPr/>
      </dsp:nvSpPr>
      <dsp:spPr>
        <a:xfrm>
          <a:off x="520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F49791-D762-4E19-89A0-6E1AEC38F277}">
      <dsp:nvSpPr>
        <dsp:cNvPr id="0" name=""/>
        <dsp:cNvSpPr/>
      </dsp:nvSpPr>
      <dsp:spPr>
        <a:xfrm>
          <a:off x="2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Gestión de usuarios</a:t>
          </a:r>
        </a:p>
      </dsp:txBody>
      <dsp:txXfrm>
        <a:off x="25435" y="2276522"/>
        <a:ext cx="1800000" cy="720000"/>
      </dsp:txXfrm>
    </dsp:sp>
    <dsp:sp modelId="{BAC40FD7-3095-4BBE-A919-D836CCE4143C}">
      <dsp:nvSpPr>
        <dsp:cNvPr id="0" name=""/>
        <dsp:cNvSpPr/>
      </dsp:nvSpPr>
      <dsp:spPr>
        <a:xfrm>
          <a:off x="2635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1BE5C8-7B65-49E3-B1EA-F3111684D344}">
      <dsp:nvSpPr>
        <dsp:cNvPr id="0" name=""/>
        <dsp:cNvSpPr/>
      </dsp:nvSpPr>
      <dsp:spPr>
        <a:xfrm>
          <a:off x="214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Gestión de permisos</a:t>
          </a:r>
        </a:p>
      </dsp:txBody>
      <dsp:txXfrm>
        <a:off x="2140435" y="2276522"/>
        <a:ext cx="1800000" cy="720000"/>
      </dsp:txXfrm>
    </dsp:sp>
    <dsp:sp modelId="{B1475EE9-8635-4686-9B6D-F01782BD7D88}">
      <dsp:nvSpPr>
        <dsp:cNvPr id="0" name=""/>
        <dsp:cNvSpPr/>
      </dsp:nvSpPr>
      <dsp:spPr>
        <a:xfrm>
          <a:off x="4750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0ACA25-135B-4B4C-98BD-B29BB54C397E}">
      <dsp:nvSpPr>
        <dsp:cNvPr id="0" name=""/>
        <dsp:cNvSpPr/>
      </dsp:nvSpPr>
      <dsp:spPr>
        <a:xfrm>
          <a:off x="425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Auditoría de accesos</a:t>
          </a:r>
        </a:p>
      </dsp:txBody>
      <dsp:txXfrm>
        <a:off x="4255435" y="2276522"/>
        <a:ext cx="1800000" cy="720000"/>
      </dsp:txXfrm>
    </dsp:sp>
    <dsp:sp modelId="{E33A9044-8408-4CF0-BB3F-AB181A20C081}">
      <dsp:nvSpPr>
        <dsp:cNvPr id="0" name=""/>
        <dsp:cNvSpPr/>
      </dsp:nvSpPr>
      <dsp:spPr>
        <a:xfrm>
          <a:off x="6865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5318E8-270A-4781-85E4-4FCAD2726DE8}">
      <dsp:nvSpPr>
        <dsp:cNvPr id="0" name=""/>
        <dsp:cNvSpPr/>
      </dsp:nvSpPr>
      <dsp:spPr>
        <a:xfrm>
          <a:off x="637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Cumplimiento normativo</a:t>
          </a:r>
        </a:p>
      </dsp:txBody>
      <dsp:txXfrm>
        <a:off x="6370435" y="2276522"/>
        <a:ext cx="1800000" cy="72000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0945FF-8BD4-4418-AFBF-A326B3048787}">
      <dsp:nvSpPr>
        <dsp:cNvPr id="0" name=""/>
        <dsp:cNvSpPr/>
      </dsp:nvSpPr>
      <dsp:spPr>
        <a:xfrm>
          <a:off x="518185" y="768902"/>
          <a:ext cx="1475437" cy="1475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E8FC6B-87DC-4789-A357-63A9A24FB545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EA41A9-BB2C-44AC-B8B0-F8AD120901DF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/>
            <a:t>Autenticación única</a:t>
          </a:r>
        </a:p>
      </dsp:txBody>
      <dsp:txXfrm>
        <a:off x="46529" y="2703902"/>
        <a:ext cx="2418750" cy="720000"/>
      </dsp:txXfrm>
    </dsp:sp>
    <dsp:sp modelId="{A24E9BDB-326A-475E-BD74-515F708E17F9}">
      <dsp:nvSpPr>
        <dsp:cNvPr id="0" name=""/>
        <dsp:cNvSpPr/>
      </dsp:nvSpPr>
      <dsp:spPr>
        <a:xfrm>
          <a:off x="3360216" y="768902"/>
          <a:ext cx="1475437" cy="1475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F27B39-CD3C-434A-9385-37794A90E9EF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F48CD2-7BA3-4BB6-8174-CD337BE6EF8D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/>
            <a:t>Acceso a múltiples sistemas</a:t>
          </a:r>
        </a:p>
      </dsp:txBody>
      <dsp:txXfrm>
        <a:off x="2888560" y="2703902"/>
        <a:ext cx="2418750" cy="720000"/>
      </dsp:txXfrm>
    </dsp:sp>
    <dsp:sp modelId="{E145F70D-36E9-4905-87C6-5909C4EA1C0F}">
      <dsp:nvSpPr>
        <dsp:cNvPr id="0" name=""/>
        <dsp:cNvSpPr/>
      </dsp:nvSpPr>
      <dsp:spPr>
        <a:xfrm>
          <a:off x="6202248" y="768902"/>
          <a:ext cx="1475437" cy="1475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48F0E8-A515-4FA1-B8F5-BA543CEF5254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D6ED7D-EFDA-4507-BADB-075A3DB2BF96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/>
            <a:t>Mejora experiencia del usuario</a:t>
          </a:r>
        </a:p>
      </dsp:txBody>
      <dsp:txXfrm>
        <a:off x="5730591" y="2703902"/>
        <a:ext cx="2418750" cy="720000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84C363-FE0D-4B70-8CF4-405F89DCCEFA}">
      <dsp:nvSpPr>
        <dsp:cNvPr id="0" name=""/>
        <dsp:cNvSpPr/>
      </dsp:nvSpPr>
      <dsp:spPr>
        <a:xfrm>
          <a:off x="376435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ADEC80-11C9-4E56-9697-827E7433BC5B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D45E81-84AF-463E-9F16-8E577E3AA2BF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200" kern="1200"/>
            <a:t>Menos credenciales</a:t>
          </a:r>
        </a:p>
      </dsp:txBody>
      <dsp:txXfrm>
        <a:off x="25435" y="2456402"/>
        <a:ext cx="1800000" cy="720000"/>
      </dsp:txXfrm>
    </dsp:sp>
    <dsp:sp modelId="{CCAE670B-D6C0-45A9-A573-61456ABD0BE5}">
      <dsp:nvSpPr>
        <dsp:cNvPr id="0" name=""/>
        <dsp:cNvSpPr/>
      </dsp:nvSpPr>
      <dsp:spPr>
        <a:xfrm>
          <a:off x="2491435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CEC284-6F50-4E14-8313-01C3CD5EEC19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B92908-EB18-4152-9492-264BA4C70936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200" kern="1200"/>
            <a:t>Mayor comodidad</a:t>
          </a:r>
        </a:p>
      </dsp:txBody>
      <dsp:txXfrm>
        <a:off x="2140435" y="2456402"/>
        <a:ext cx="1800000" cy="720000"/>
      </dsp:txXfrm>
    </dsp:sp>
    <dsp:sp modelId="{9CE7E508-476B-4268-A7FC-9D8874C5998A}">
      <dsp:nvSpPr>
        <dsp:cNvPr id="0" name=""/>
        <dsp:cNvSpPr/>
      </dsp:nvSpPr>
      <dsp:spPr>
        <a:xfrm>
          <a:off x="4606435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4BA096-D801-4829-A0C8-3D6E7119E094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D26836-3379-4698-9769-87A0429C6BF2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200" kern="1200"/>
            <a:t>Reducción de errores</a:t>
          </a:r>
        </a:p>
      </dsp:txBody>
      <dsp:txXfrm>
        <a:off x="4255435" y="2456402"/>
        <a:ext cx="1800000" cy="720000"/>
      </dsp:txXfrm>
    </dsp:sp>
    <dsp:sp modelId="{FE04A552-25F2-473E-9B67-12ACEC7ABD46}">
      <dsp:nvSpPr>
        <dsp:cNvPr id="0" name=""/>
        <dsp:cNvSpPr/>
      </dsp:nvSpPr>
      <dsp:spPr>
        <a:xfrm>
          <a:off x="6721435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6FA8AD-03B6-4077-95FA-63F48CA9F1F0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825F2F-3D70-441D-A757-C21B4DAEA487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200" kern="1200"/>
            <a:t>Control centralizado</a:t>
          </a:r>
        </a:p>
      </dsp:txBody>
      <dsp:txXfrm>
        <a:off x="6370435" y="2456402"/>
        <a:ext cx="1800000" cy="720000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2FF87A-5ACA-4D92-9253-B00A0D57D925}">
      <dsp:nvSpPr>
        <dsp:cNvPr id="0" name=""/>
        <dsp:cNvSpPr/>
      </dsp:nvSpPr>
      <dsp:spPr>
        <a:xfrm>
          <a:off x="715337" y="2413"/>
          <a:ext cx="3221521" cy="193291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El control de accesos es fundamental</a:t>
          </a:r>
        </a:p>
      </dsp:txBody>
      <dsp:txXfrm>
        <a:off x="715337" y="2413"/>
        <a:ext cx="3221521" cy="1932912"/>
      </dsp:txXfrm>
    </dsp:sp>
    <dsp:sp modelId="{FBC1C5CD-1111-4CFA-BC0C-D71B3F3FB5E3}">
      <dsp:nvSpPr>
        <dsp:cNvPr id="0" name=""/>
        <dsp:cNvSpPr/>
      </dsp:nvSpPr>
      <dsp:spPr>
        <a:xfrm>
          <a:off x="4259011" y="2413"/>
          <a:ext cx="3221521" cy="193291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Protege información y sistemas</a:t>
          </a:r>
        </a:p>
      </dsp:txBody>
      <dsp:txXfrm>
        <a:off x="4259011" y="2413"/>
        <a:ext cx="3221521" cy="1932912"/>
      </dsp:txXfrm>
    </dsp:sp>
    <dsp:sp modelId="{98F409D9-ED2E-4559-9315-AC02726A9216}">
      <dsp:nvSpPr>
        <dsp:cNvPr id="0" name=""/>
        <dsp:cNvSpPr/>
      </dsp:nvSpPr>
      <dsp:spPr>
        <a:xfrm>
          <a:off x="2487174" y="2257478"/>
          <a:ext cx="3221521" cy="193291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Debe gestionarse de forma adecuada</a:t>
          </a:r>
        </a:p>
      </dsp:txBody>
      <dsp:txXfrm>
        <a:off x="2487174" y="2257478"/>
        <a:ext cx="3221521" cy="19329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9BA81C8-66BA-C7BB-13B4-00FF4A882A5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122" r="10877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t>Capítulo 7 – Administración del control de accesos</a:t>
            </a:r>
            <a:endParaRPr lang="es-E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EB9E741-818B-B2EC-DEFE-8F2BEA736C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3828718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s-ES" sz="4700"/>
              <a:t>1. Introducción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1865313"/>
            <a:ext cx="7818120" cy="18288"/>
          </a:xfrm>
          <a:custGeom>
            <a:avLst/>
            <a:gdLst>
              <a:gd name="csX0" fmla="*/ 0 w 7818120"/>
              <a:gd name="csY0" fmla="*/ 0 h 18288"/>
              <a:gd name="csX1" fmla="*/ 416966 w 7818120"/>
              <a:gd name="csY1" fmla="*/ 0 h 18288"/>
              <a:gd name="csX2" fmla="*/ 1146658 w 7818120"/>
              <a:gd name="csY2" fmla="*/ 0 h 18288"/>
              <a:gd name="csX3" fmla="*/ 1563624 w 7818120"/>
              <a:gd name="csY3" fmla="*/ 0 h 18288"/>
              <a:gd name="csX4" fmla="*/ 2136953 w 7818120"/>
              <a:gd name="csY4" fmla="*/ 0 h 18288"/>
              <a:gd name="csX5" fmla="*/ 2944825 w 7818120"/>
              <a:gd name="csY5" fmla="*/ 0 h 18288"/>
              <a:gd name="csX6" fmla="*/ 3596335 w 7818120"/>
              <a:gd name="csY6" fmla="*/ 0 h 18288"/>
              <a:gd name="csX7" fmla="*/ 4326026 w 7818120"/>
              <a:gd name="csY7" fmla="*/ 0 h 18288"/>
              <a:gd name="csX8" fmla="*/ 4899355 w 7818120"/>
              <a:gd name="csY8" fmla="*/ 0 h 18288"/>
              <a:gd name="csX9" fmla="*/ 5550865 w 7818120"/>
              <a:gd name="csY9" fmla="*/ 0 h 18288"/>
              <a:gd name="csX10" fmla="*/ 6358738 w 7818120"/>
              <a:gd name="csY10" fmla="*/ 0 h 18288"/>
              <a:gd name="csX11" fmla="*/ 6853885 w 7818120"/>
              <a:gd name="csY11" fmla="*/ 0 h 18288"/>
              <a:gd name="csX12" fmla="*/ 7818120 w 7818120"/>
              <a:gd name="csY12" fmla="*/ 0 h 18288"/>
              <a:gd name="csX13" fmla="*/ 7818120 w 7818120"/>
              <a:gd name="csY13" fmla="*/ 18288 h 18288"/>
              <a:gd name="csX14" fmla="*/ 7244791 w 7818120"/>
              <a:gd name="csY14" fmla="*/ 18288 h 18288"/>
              <a:gd name="csX15" fmla="*/ 6827825 w 7818120"/>
              <a:gd name="csY15" fmla="*/ 18288 h 18288"/>
              <a:gd name="csX16" fmla="*/ 6176315 w 7818120"/>
              <a:gd name="csY16" fmla="*/ 18288 h 18288"/>
              <a:gd name="csX17" fmla="*/ 5681167 w 7818120"/>
              <a:gd name="csY17" fmla="*/ 18288 h 18288"/>
              <a:gd name="csX18" fmla="*/ 5029657 w 7818120"/>
              <a:gd name="csY18" fmla="*/ 18288 h 18288"/>
              <a:gd name="csX19" fmla="*/ 4378147 w 7818120"/>
              <a:gd name="csY19" fmla="*/ 18288 h 18288"/>
              <a:gd name="csX20" fmla="*/ 3726637 w 7818120"/>
              <a:gd name="csY20" fmla="*/ 18288 h 18288"/>
              <a:gd name="csX21" fmla="*/ 3075127 w 7818120"/>
              <a:gd name="csY21" fmla="*/ 18288 h 18288"/>
              <a:gd name="csX22" fmla="*/ 2501798 w 7818120"/>
              <a:gd name="csY22" fmla="*/ 18288 h 18288"/>
              <a:gd name="csX23" fmla="*/ 1772107 w 7818120"/>
              <a:gd name="csY23" fmla="*/ 18288 h 18288"/>
              <a:gd name="csX24" fmla="*/ 1120597 w 7818120"/>
              <a:gd name="csY24" fmla="*/ 18288 h 18288"/>
              <a:gd name="csX25" fmla="*/ 0 w 7818120"/>
              <a:gd name="csY25" fmla="*/ 18288 h 18288"/>
              <a:gd name="csX26" fmla="*/ 0 w 7818120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818120" h="18288" fill="none" extrusionOk="0">
                <a:moveTo>
                  <a:pt x="0" y="0"/>
                </a:moveTo>
                <a:cubicBezTo>
                  <a:pt x="121520" y="-12182"/>
                  <a:pt x="211324" y="18247"/>
                  <a:pt x="416966" y="0"/>
                </a:cubicBezTo>
                <a:cubicBezTo>
                  <a:pt x="622608" y="-18247"/>
                  <a:pt x="891241" y="-13744"/>
                  <a:pt x="1146658" y="0"/>
                </a:cubicBezTo>
                <a:cubicBezTo>
                  <a:pt x="1402075" y="13744"/>
                  <a:pt x="1378880" y="-8543"/>
                  <a:pt x="1563624" y="0"/>
                </a:cubicBezTo>
                <a:cubicBezTo>
                  <a:pt x="1748368" y="8543"/>
                  <a:pt x="1972300" y="7443"/>
                  <a:pt x="2136953" y="0"/>
                </a:cubicBezTo>
                <a:cubicBezTo>
                  <a:pt x="2301606" y="-7443"/>
                  <a:pt x="2679634" y="12382"/>
                  <a:pt x="2944825" y="0"/>
                </a:cubicBezTo>
                <a:cubicBezTo>
                  <a:pt x="3210016" y="-12382"/>
                  <a:pt x="3409232" y="17967"/>
                  <a:pt x="3596335" y="0"/>
                </a:cubicBezTo>
                <a:cubicBezTo>
                  <a:pt x="3783438" y="-17967"/>
                  <a:pt x="4002523" y="-28578"/>
                  <a:pt x="4326026" y="0"/>
                </a:cubicBezTo>
                <a:cubicBezTo>
                  <a:pt x="4649529" y="28578"/>
                  <a:pt x="4777384" y="-3624"/>
                  <a:pt x="4899355" y="0"/>
                </a:cubicBezTo>
                <a:cubicBezTo>
                  <a:pt x="5021326" y="3624"/>
                  <a:pt x="5317653" y="1281"/>
                  <a:pt x="5550865" y="0"/>
                </a:cubicBezTo>
                <a:cubicBezTo>
                  <a:pt x="5784077" y="-1281"/>
                  <a:pt x="6142956" y="-39637"/>
                  <a:pt x="6358738" y="0"/>
                </a:cubicBezTo>
                <a:cubicBezTo>
                  <a:pt x="6574520" y="39637"/>
                  <a:pt x="6724785" y="-4460"/>
                  <a:pt x="6853885" y="0"/>
                </a:cubicBezTo>
                <a:cubicBezTo>
                  <a:pt x="6982985" y="4460"/>
                  <a:pt x="7403044" y="-1955"/>
                  <a:pt x="7818120" y="0"/>
                </a:cubicBezTo>
                <a:cubicBezTo>
                  <a:pt x="7817988" y="7702"/>
                  <a:pt x="7817908" y="13511"/>
                  <a:pt x="7818120" y="18288"/>
                </a:cubicBezTo>
                <a:cubicBezTo>
                  <a:pt x="7698847" y="-3267"/>
                  <a:pt x="7390924" y="22979"/>
                  <a:pt x="7244791" y="18288"/>
                </a:cubicBezTo>
                <a:cubicBezTo>
                  <a:pt x="7098658" y="13597"/>
                  <a:pt x="6952735" y="29357"/>
                  <a:pt x="6827825" y="18288"/>
                </a:cubicBezTo>
                <a:cubicBezTo>
                  <a:pt x="6702915" y="7219"/>
                  <a:pt x="6338661" y="34530"/>
                  <a:pt x="6176315" y="18288"/>
                </a:cubicBezTo>
                <a:cubicBezTo>
                  <a:pt x="6013969" y="2047"/>
                  <a:pt x="5850602" y="6362"/>
                  <a:pt x="5681167" y="18288"/>
                </a:cubicBezTo>
                <a:cubicBezTo>
                  <a:pt x="5511732" y="30214"/>
                  <a:pt x="5312143" y="419"/>
                  <a:pt x="5029657" y="18288"/>
                </a:cubicBezTo>
                <a:cubicBezTo>
                  <a:pt x="4747171" y="36158"/>
                  <a:pt x="4655062" y="30740"/>
                  <a:pt x="4378147" y="18288"/>
                </a:cubicBezTo>
                <a:cubicBezTo>
                  <a:pt x="4101232" y="5837"/>
                  <a:pt x="4037646" y="44706"/>
                  <a:pt x="3726637" y="18288"/>
                </a:cubicBezTo>
                <a:cubicBezTo>
                  <a:pt x="3415628" y="-8130"/>
                  <a:pt x="3321756" y="45507"/>
                  <a:pt x="3075127" y="18288"/>
                </a:cubicBezTo>
                <a:cubicBezTo>
                  <a:pt x="2828498" y="-8931"/>
                  <a:pt x="2684733" y="14853"/>
                  <a:pt x="2501798" y="18288"/>
                </a:cubicBezTo>
                <a:cubicBezTo>
                  <a:pt x="2318863" y="21723"/>
                  <a:pt x="2121844" y="-13013"/>
                  <a:pt x="1772107" y="18288"/>
                </a:cubicBezTo>
                <a:cubicBezTo>
                  <a:pt x="1422370" y="49589"/>
                  <a:pt x="1431548" y="31666"/>
                  <a:pt x="1120597" y="18288"/>
                </a:cubicBezTo>
                <a:cubicBezTo>
                  <a:pt x="809646" y="4911"/>
                  <a:pt x="246393" y="5624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7818120" h="18288" stroke="0" extrusionOk="0">
                <a:moveTo>
                  <a:pt x="0" y="0"/>
                </a:moveTo>
                <a:cubicBezTo>
                  <a:pt x="177487" y="-4302"/>
                  <a:pt x="287499" y="4997"/>
                  <a:pt x="573329" y="0"/>
                </a:cubicBezTo>
                <a:cubicBezTo>
                  <a:pt x="859159" y="-4997"/>
                  <a:pt x="821965" y="-336"/>
                  <a:pt x="990295" y="0"/>
                </a:cubicBezTo>
                <a:cubicBezTo>
                  <a:pt x="1158625" y="336"/>
                  <a:pt x="1587918" y="-4681"/>
                  <a:pt x="1798168" y="0"/>
                </a:cubicBezTo>
                <a:cubicBezTo>
                  <a:pt x="2008418" y="4681"/>
                  <a:pt x="2088841" y="-2754"/>
                  <a:pt x="2371496" y="0"/>
                </a:cubicBezTo>
                <a:cubicBezTo>
                  <a:pt x="2654151" y="2754"/>
                  <a:pt x="2701462" y="-24976"/>
                  <a:pt x="2944825" y="0"/>
                </a:cubicBezTo>
                <a:cubicBezTo>
                  <a:pt x="3188188" y="24976"/>
                  <a:pt x="3511636" y="25407"/>
                  <a:pt x="3752698" y="0"/>
                </a:cubicBezTo>
                <a:cubicBezTo>
                  <a:pt x="3993760" y="-25407"/>
                  <a:pt x="4107153" y="6432"/>
                  <a:pt x="4247845" y="0"/>
                </a:cubicBezTo>
                <a:cubicBezTo>
                  <a:pt x="4388537" y="-6432"/>
                  <a:pt x="4835598" y="-5108"/>
                  <a:pt x="5055718" y="0"/>
                </a:cubicBezTo>
                <a:cubicBezTo>
                  <a:pt x="5275838" y="5108"/>
                  <a:pt x="5461006" y="-24536"/>
                  <a:pt x="5863590" y="0"/>
                </a:cubicBezTo>
                <a:cubicBezTo>
                  <a:pt x="6266174" y="24536"/>
                  <a:pt x="6355549" y="-19657"/>
                  <a:pt x="6515100" y="0"/>
                </a:cubicBezTo>
                <a:cubicBezTo>
                  <a:pt x="6674651" y="19657"/>
                  <a:pt x="7275423" y="-57462"/>
                  <a:pt x="7818120" y="0"/>
                </a:cubicBezTo>
                <a:cubicBezTo>
                  <a:pt x="7818132" y="8833"/>
                  <a:pt x="7818660" y="9830"/>
                  <a:pt x="7818120" y="18288"/>
                </a:cubicBezTo>
                <a:cubicBezTo>
                  <a:pt x="7610240" y="4606"/>
                  <a:pt x="7521789" y="7721"/>
                  <a:pt x="7401154" y="18288"/>
                </a:cubicBezTo>
                <a:cubicBezTo>
                  <a:pt x="7280519" y="28855"/>
                  <a:pt x="6930719" y="4225"/>
                  <a:pt x="6593281" y="18288"/>
                </a:cubicBezTo>
                <a:cubicBezTo>
                  <a:pt x="6255843" y="32351"/>
                  <a:pt x="6286682" y="1162"/>
                  <a:pt x="6098134" y="18288"/>
                </a:cubicBezTo>
                <a:cubicBezTo>
                  <a:pt x="5909586" y="35414"/>
                  <a:pt x="5602789" y="48596"/>
                  <a:pt x="5446624" y="18288"/>
                </a:cubicBezTo>
                <a:cubicBezTo>
                  <a:pt x="5290459" y="-12020"/>
                  <a:pt x="4917039" y="21960"/>
                  <a:pt x="4638751" y="18288"/>
                </a:cubicBezTo>
                <a:cubicBezTo>
                  <a:pt x="4360463" y="14616"/>
                  <a:pt x="4304690" y="5450"/>
                  <a:pt x="3987241" y="18288"/>
                </a:cubicBezTo>
                <a:cubicBezTo>
                  <a:pt x="3669792" y="31127"/>
                  <a:pt x="3758742" y="32551"/>
                  <a:pt x="3570275" y="18288"/>
                </a:cubicBezTo>
                <a:cubicBezTo>
                  <a:pt x="3381808" y="4025"/>
                  <a:pt x="3267153" y="36200"/>
                  <a:pt x="3075127" y="18288"/>
                </a:cubicBezTo>
                <a:cubicBezTo>
                  <a:pt x="2883101" y="376"/>
                  <a:pt x="2665825" y="10973"/>
                  <a:pt x="2267255" y="18288"/>
                </a:cubicBezTo>
                <a:cubicBezTo>
                  <a:pt x="1868685" y="25603"/>
                  <a:pt x="1884698" y="28410"/>
                  <a:pt x="1615745" y="18288"/>
                </a:cubicBezTo>
                <a:cubicBezTo>
                  <a:pt x="1346792" y="8167"/>
                  <a:pt x="1320952" y="10430"/>
                  <a:pt x="1120597" y="18288"/>
                </a:cubicBezTo>
                <a:cubicBezTo>
                  <a:pt x="920242" y="26146"/>
                  <a:pt x="556507" y="50790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4508A6A-2CFD-F953-E68B-27FFE9EDFC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3422761"/>
              </p:ext>
            </p:extLst>
          </p:nvPr>
        </p:nvGraphicFramePr>
        <p:xfrm>
          <a:off x="628650" y="2228087"/>
          <a:ext cx="78867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s-ES" sz="4700"/>
              <a:t>2. Requerimientos de acceso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1865313"/>
            <a:ext cx="7818120" cy="18288"/>
          </a:xfrm>
          <a:custGeom>
            <a:avLst/>
            <a:gdLst>
              <a:gd name="csX0" fmla="*/ 0 w 7818120"/>
              <a:gd name="csY0" fmla="*/ 0 h 18288"/>
              <a:gd name="csX1" fmla="*/ 416966 w 7818120"/>
              <a:gd name="csY1" fmla="*/ 0 h 18288"/>
              <a:gd name="csX2" fmla="*/ 1146658 w 7818120"/>
              <a:gd name="csY2" fmla="*/ 0 h 18288"/>
              <a:gd name="csX3" fmla="*/ 1563624 w 7818120"/>
              <a:gd name="csY3" fmla="*/ 0 h 18288"/>
              <a:gd name="csX4" fmla="*/ 2136953 w 7818120"/>
              <a:gd name="csY4" fmla="*/ 0 h 18288"/>
              <a:gd name="csX5" fmla="*/ 2944825 w 7818120"/>
              <a:gd name="csY5" fmla="*/ 0 h 18288"/>
              <a:gd name="csX6" fmla="*/ 3596335 w 7818120"/>
              <a:gd name="csY6" fmla="*/ 0 h 18288"/>
              <a:gd name="csX7" fmla="*/ 4326026 w 7818120"/>
              <a:gd name="csY7" fmla="*/ 0 h 18288"/>
              <a:gd name="csX8" fmla="*/ 4899355 w 7818120"/>
              <a:gd name="csY8" fmla="*/ 0 h 18288"/>
              <a:gd name="csX9" fmla="*/ 5550865 w 7818120"/>
              <a:gd name="csY9" fmla="*/ 0 h 18288"/>
              <a:gd name="csX10" fmla="*/ 6358738 w 7818120"/>
              <a:gd name="csY10" fmla="*/ 0 h 18288"/>
              <a:gd name="csX11" fmla="*/ 6853885 w 7818120"/>
              <a:gd name="csY11" fmla="*/ 0 h 18288"/>
              <a:gd name="csX12" fmla="*/ 7818120 w 7818120"/>
              <a:gd name="csY12" fmla="*/ 0 h 18288"/>
              <a:gd name="csX13" fmla="*/ 7818120 w 7818120"/>
              <a:gd name="csY13" fmla="*/ 18288 h 18288"/>
              <a:gd name="csX14" fmla="*/ 7244791 w 7818120"/>
              <a:gd name="csY14" fmla="*/ 18288 h 18288"/>
              <a:gd name="csX15" fmla="*/ 6827825 w 7818120"/>
              <a:gd name="csY15" fmla="*/ 18288 h 18288"/>
              <a:gd name="csX16" fmla="*/ 6176315 w 7818120"/>
              <a:gd name="csY16" fmla="*/ 18288 h 18288"/>
              <a:gd name="csX17" fmla="*/ 5681167 w 7818120"/>
              <a:gd name="csY17" fmla="*/ 18288 h 18288"/>
              <a:gd name="csX18" fmla="*/ 5029657 w 7818120"/>
              <a:gd name="csY18" fmla="*/ 18288 h 18288"/>
              <a:gd name="csX19" fmla="*/ 4378147 w 7818120"/>
              <a:gd name="csY19" fmla="*/ 18288 h 18288"/>
              <a:gd name="csX20" fmla="*/ 3726637 w 7818120"/>
              <a:gd name="csY20" fmla="*/ 18288 h 18288"/>
              <a:gd name="csX21" fmla="*/ 3075127 w 7818120"/>
              <a:gd name="csY21" fmla="*/ 18288 h 18288"/>
              <a:gd name="csX22" fmla="*/ 2501798 w 7818120"/>
              <a:gd name="csY22" fmla="*/ 18288 h 18288"/>
              <a:gd name="csX23" fmla="*/ 1772107 w 7818120"/>
              <a:gd name="csY23" fmla="*/ 18288 h 18288"/>
              <a:gd name="csX24" fmla="*/ 1120597 w 7818120"/>
              <a:gd name="csY24" fmla="*/ 18288 h 18288"/>
              <a:gd name="csX25" fmla="*/ 0 w 7818120"/>
              <a:gd name="csY25" fmla="*/ 18288 h 18288"/>
              <a:gd name="csX26" fmla="*/ 0 w 7818120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818120" h="18288" fill="none" extrusionOk="0">
                <a:moveTo>
                  <a:pt x="0" y="0"/>
                </a:moveTo>
                <a:cubicBezTo>
                  <a:pt x="121520" y="-12182"/>
                  <a:pt x="211324" y="18247"/>
                  <a:pt x="416966" y="0"/>
                </a:cubicBezTo>
                <a:cubicBezTo>
                  <a:pt x="622608" y="-18247"/>
                  <a:pt x="891241" y="-13744"/>
                  <a:pt x="1146658" y="0"/>
                </a:cubicBezTo>
                <a:cubicBezTo>
                  <a:pt x="1402075" y="13744"/>
                  <a:pt x="1378880" y="-8543"/>
                  <a:pt x="1563624" y="0"/>
                </a:cubicBezTo>
                <a:cubicBezTo>
                  <a:pt x="1748368" y="8543"/>
                  <a:pt x="1972300" y="7443"/>
                  <a:pt x="2136953" y="0"/>
                </a:cubicBezTo>
                <a:cubicBezTo>
                  <a:pt x="2301606" y="-7443"/>
                  <a:pt x="2679634" y="12382"/>
                  <a:pt x="2944825" y="0"/>
                </a:cubicBezTo>
                <a:cubicBezTo>
                  <a:pt x="3210016" y="-12382"/>
                  <a:pt x="3409232" y="17967"/>
                  <a:pt x="3596335" y="0"/>
                </a:cubicBezTo>
                <a:cubicBezTo>
                  <a:pt x="3783438" y="-17967"/>
                  <a:pt x="4002523" y="-28578"/>
                  <a:pt x="4326026" y="0"/>
                </a:cubicBezTo>
                <a:cubicBezTo>
                  <a:pt x="4649529" y="28578"/>
                  <a:pt x="4777384" y="-3624"/>
                  <a:pt x="4899355" y="0"/>
                </a:cubicBezTo>
                <a:cubicBezTo>
                  <a:pt x="5021326" y="3624"/>
                  <a:pt x="5317653" y="1281"/>
                  <a:pt x="5550865" y="0"/>
                </a:cubicBezTo>
                <a:cubicBezTo>
                  <a:pt x="5784077" y="-1281"/>
                  <a:pt x="6142956" y="-39637"/>
                  <a:pt x="6358738" y="0"/>
                </a:cubicBezTo>
                <a:cubicBezTo>
                  <a:pt x="6574520" y="39637"/>
                  <a:pt x="6724785" y="-4460"/>
                  <a:pt x="6853885" y="0"/>
                </a:cubicBezTo>
                <a:cubicBezTo>
                  <a:pt x="6982985" y="4460"/>
                  <a:pt x="7403044" y="-1955"/>
                  <a:pt x="7818120" y="0"/>
                </a:cubicBezTo>
                <a:cubicBezTo>
                  <a:pt x="7817988" y="7702"/>
                  <a:pt x="7817908" y="13511"/>
                  <a:pt x="7818120" y="18288"/>
                </a:cubicBezTo>
                <a:cubicBezTo>
                  <a:pt x="7698847" y="-3267"/>
                  <a:pt x="7390924" y="22979"/>
                  <a:pt x="7244791" y="18288"/>
                </a:cubicBezTo>
                <a:cubicBezTo>
                  <a:pt x="7098658" y="13597"/>
                  <a:pt x="6952735" y="29357"/>
                  <a:pt x="6827825" y="18288"/>
                </a:cubicBezTo>
                <a:cubicBezTo>
                  <a:pt x="6702915" y="7219"/>
                  <a:pt x="6338661" y="34530"/>
                  <a:pt x="6176315" y="18288"/>
                </a:cubicBezTo>
                <a:cubicBezTo>
                  <a:pt x="6013969" y="2047"/>
                  <a:pt x="5850602" y="6362"/>
                  <a:pt x="5681167" y="18288"/>
                </a:cubicBezTo>
                <a:cubicBezTo>
                  <a:pt x="5511732" y="30214"/>
                  <a:pt x="5312143" y="419"/>
                  <a:pt x="5029657" y="18288"/>
                </a:cubicBezTo>
                <a:cubicBezTo>
                  <a:pt x="4747171" y="36158"/>
                  <a:pt x="4655062" y="30740"/>
                  <a:pt x="4378147" y="18288"/>
                </a:cubicBezTo>
                <a:cubicBezTo>
                  <a:pt x="4101232" y="5837"/>
                  <a:pt x="4037646" y="44706"/>
                  <a:pt x="3726637" y="18288"/>
                </a:cubicBezTo>
                <a:cubicBezTo>
                  <a:pt x="3415628" y="-8130"/>
                  <a:pt x="3321756" y="45507"/>
                  <a:pt x="3075127" y="18288"/>
                </a:cubicBezTo>
                <a:cubicBezTo>
                  <a:pt x="2828498" y="-8931"/>
                  <a:pt x="2684733" y="14853"/>
                  <a:pt x="2501798" y="18288"/>
                </a:cubicBezTo>
                <a:cubicBezTo>
                  <a:pt x="2318863" y="21723"/>
                  <a:pt x="2121844" y="-13013"/>
                  <a:pt x="1772107" y="18288"/>
                </a:cubicBezTo>
                <a:cubicBezTo>
                  <a:pt x="1422370" y="49589"/>
                  <a:pt x="1431548" y="31666"/>
                  <a:pt x="1120597" y="18288"/>
                </a:cubicBezTo>
                <a:cubicBezTo>
                  <a:pt x="809646" y="4911"/>
                  <a:pt x="246393" y="5624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7818120" h="18288" stroke="0" extrusionOk="0">
                <a:moveTo>
                  <a:pt x="0" y="0"/>
                </a:moveTo>
                <a:cubicBezTo>
                  <a:pt x="177487" y="-4302"/>
                  <a:pt x="287499" y="4997"/>
                  <a:pt x="573329" y="0"/>
                </a:cubicBezTo>
                <a:cubicBezTo>
                  <a:pt x="859159" y="-4997"/>
                  <a:pt x="821965" y="-336"/>
                  <a:pt x="990295" y="0"/>
                </a:cubicBezTo>
                <a:cubicBezTo>
                  <a:pt x="1158625" y="336"/>
                  <a:pt x="1587918" y="-4681"/>
                  <a:pt x="1798168" y="0"/>
                </a:cubicBezTo>
                <a:cubicBezTo>
                  <a:pt x="2008418" y="4681"/>
                  <a:pt x="2088841" y="-2754"/>
                  <a:pt x="2371496" y="0"/>
                </a:cubicBezTo>
                <a:cubicBezTo>
                  <a:pt x="2654151" y="2754"/>
                  <a:pt x="2701462" y="-24976"/>
                  <a:pt x="2944825" y="0"/>
                </a:cubicBezTo>
                <a:cubicBezTo>
                  <a:pt x="3188188" y="24976"/>
                  <a:pt x="3511636" y="25407"/>
                  <a:pt x="3752698" y="0"/>
                </a:cubicBezTo>
                <a:cubicBezTo>
                  <a:pt x="3993760" y="-25407"/>
                  <a:pt x="4107153" y="6432"/>
                  <a:pt x="4247845" y="0"/>
                </a:cubicBezTo>
                <a:cubicBezTo>
                  <a:pt x="4388537" y="-6432"/>
                  <a:pt x="4835598" y="-5108"/>
                  <a:pt x="5055718" y="0"/>
                </a:cubicBezTo>
                <a:cubicBezTo>
                  <a:pt x="5275838" y="5108"/>
                  <a:pt x="5461006" y="-24536"/>
                  <a:pt x="5863590" y="0"/>
                </a:cubicBezTo>
                <a:cubicBezTo>
                  <a:pt x="6266174" y="24536"/>
                  <a:pt x="6355549" y="-19657"/>
                  <a:pt x="6515100" y="0"/>
                </a:cubicBezTo>
                <a:cubicBezTo>
                  <a:pt x="6674651" y="19657"/>
                  <a:pt x="7275423" y="-57462"/>
                  <a:pt x="7818120" y="0"/>
                </a:cubicBezTo>
                <a:cubicBezTo>
                  <a:pt x="7818132" y="8833"/>
                  <a:pt x="7818660" y="9830"/>
                  <a:pt x="7818120" y="18288"/>
                </a:cubicBezTo>
                <a:cubicBezTo>
                  <a:pt x="7610240" y="4606"/>
                  <a:pt x="7521789" y="7721"/>
                  <a:pt x="7401154" y="18288"/>
                </a:cubicBezTo>
                <a:cubicBezTo>
                  <a:pt x="7280519" y="28855"/>
                  <a:pt x="6930719" y="4225"/>
                  <a:pt x="6593281" y="18288"/>
                </a:cubicBezTo>
                <a:cubicBezTo>
                  <a:pt x="6255843" y="32351"/>
                  <a:pt x="6286682" y="1162"/>
                  <a:pt x="6098134" y="18288"/>
                </a:cubicBezTo>
                <a:cubicBezTo>
                  <a:pt x="5909586" y="35414"/>
                  <a:pt x="5602789" y="48596"/>
                  <a:pt x="5446624" y="18288"/>
                </a:cubicBezTo>
                <a:cubicBezTo>
                  <a:pt x="5290459" y="-12020"/>
                  <a:pt x="4917039" y="21960"/>
                  <a:pt x="4638751" y="18288"/>
                </a:cubicBezTo>
                <a:cubicBezTo>
                  <a:pt x="4360463" y="14616"/>
                  <a:pt x="4304690" y="5450"/>
                  <a:pt x="3987241" y="18288"/>
                </a:cubicBezTo>
                <a:cubicBezTo>
                  <a:pt x="3669792" y="31127"/>
                  <a:pt x="3758742" y="32551"/>
                  <a:pt x="3570275" y="18288"/>
                </a:cubicBezTo>
                <a:cubicBezTo>
                  <a:pt x="3381808" y="4025"/>
                  <a:pt x="3267153" y="36200"/>
                  <a:pt x="3075127" y="18288"/>
                </a:cubicBezTo>
                <a:cubicBezTo>
                  <a:pt x="2883101" y="376"/>
                  <a:pt x="2665825" y="10973"/>
                  <a:pt x="2267255" y="18288"/>
                </a:cubicBezTo>
                <a:cubicBezTo>
                  <a:pt x="1868685" y="25603"/>
                  <a:pt x="1884698" y="28410"/>
                  <a:pt x="1615745" y="18288"/>
                </a:cubicBezTo>
                <a:cubicBezTo>
                  <a:pt x="1346792" y="8167"/>
                  <a:pt x="1320952" y="10430"/>
                  <a:pt x="1120597" y="18288"/>
                </a:cubicBezTo>
                <a:cubicBezTo>
                  <a:pt x="920242" y="26146"/>
                  <a:pt x="556507" y="50790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A7EA07F-3B9B-AE58-421F-EC3731A5F5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312479"/>
              </p:ext>
            </p:extLst>
          </p:nvPr>
        </p:nvGraphicFramePr>
        <p:xfrm>
          <a:off x="628650" y="2228087"/>
          <a:ext cx="78867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s-ES" sz="4700"/>
              <a:t>Accesos a sistemas y recursos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1865313"/>
            <a:ext cx="7818120" cy="18288"/>
          </a:xfrm>
          <a:custGeom>
            <a:avLst/>
            <a:gdLst>
              <a:gd name="csX0" fmla="*/ 0 w 7818120"/>
              <a:gd name="csY0" fmla="*/ 0 h 18288"/>
              <a:gd name="csX1" fmla="*/ 416966 w 7818120"/>
              <a:gd name="csY1" fmla="*/ 0 h 18288"/>
              <a:gd name="csX2" fmla="*/ 1146658 w 7818120"/>
              <a:gd name="csY2" fmla="*/ 0 h 18288"/>
              <a:gd name="csX3" fmla="*/ 1563624 w 7818120"/>
              <a:gd name="csY3" fmla="*/ 0 h 18288"/>
              <a:gd name="csX4" fmla="*/ 2136953 w 7818120"/>
              <a:gd name="csY4" fmla="*/ 0 h 18288"/>
              <a:gd name="csX5" fmla="*/ 2944825 w 7818120"/>
              <a:gd name="csY5" fmla="*/ 0 h 18288"/>
              <a:gd name="csX6" fmla="*/ 3596335 w 7818120"/>
              <a:gd name="csY6" fmla="*/ 0 h 18288"/>
              <a:gd name="csX7" fmla="*/ 4326026 w 7818120"/>
              <a:gd name="csY7" fmla="*/ 0 h 18288"/>
              <a:gd name="csX8" fmla="*/ 4899355 w 7818120"/>
              <a:gd name="csY8" fmla="*/ 0 h 18288"/>
              <a:gd name="csX9" fmla="*/ 5550865 w 7818120"/>
              <a:gd name="csY9" fmla="*/ 0 h 18288"/>
              <a:gd name="csX10" fmla="*/ 6358738 w 7818120"/>
              <a:gd name="csY10" fmla="*/ 0 h 18288"/>
              <a:gd name="csX11" fmla="*/ 6853885 w 7818120"/>
              <a:gd name="csY11" fmla="*/ 0 h 18288"/>
              <a:gd name="csX12" fmla="*/ 7818120 w 7818120"/>
              <a:gd name="csY12" fmla="*/ 0 h 18288"/>
              <a:gd name="csX13" fmla="*/ 7818120 w 7818120"/>
              <a:gd name="csY13" fmla="*/ 18288 h 18288"/>
              <a:gd name="csX14" fmla="*/ 7244791 w 7818120"/>
              <a:gd name="csY14" fmla="*/ 18288 h 18288"/>
              <a:gd name="csX15" fmla="*/ 6827825 w 7818120"/>
              <a:gd name="csY15" fmla="*/ 18288 h 18288"/>
              <a:gd name="csX16" fmla="*/ 6176315 w 7818120"/>
              <a:gd name="csY16" fmla="*/ 18288 h 18288"/>
              <a:gd name="csX17" fmla="*/ 5681167 w 7818120"/>
              <a:gd name="csY17" fmla="*/ 18288 h 18288"/>
              <a:gd name="csX18" fmla="*/ 5029657 w 7818120"/>
              <a:gd name="csY18" fmla="*/ 18288 h 18288"/>
              <a:gd name="csX19" fmla="*/ 4378147 w 7818120"/>
              <a:gd name="csY19" fmla="*/ 18288 h 18288"/>
              <a:gd name="csX20" fmla="*/ 3726637 w 7818120"/>
              <a:gd name="csY20" fmla="*/ 18288 h 18288"/>
              <a:gd name="csX21" fmla="*/ 3075127 w 7818120"/>
              <a:gd name="csY21" fmla="*/ 18288 h 18288"/>
              <a:gd name="csX22" fmla="*/ 2501798 w 7818120"/>
              <a:gd name="csY22" fmla="*/ 18288 h 18288"/>
              <a:gd name="csX23" fmla="*/ 1772107 w 7818120"/>
              <a:gd name="csY23" fmla="*/ 18288 h 18288"/>
              <a:gd name="csX24" fmla="*/ 1120597 w 7818120"/>
              <a:gd name="csY24" fmla="*/ 18288 h 18288"/>
              <a:gd name="csX25" fmla="*/ 0 w 7818120"/>
              <a:gd name="csY25" fmla="*/ 18288 h 18288"/>
              <a:gd name="csX26" fmla="*/ 0 w 7818120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818120" h="18288" fill="none" extrusionOk="0">
                <a:moveTo>
                  <a:pt x="0" y="0"/>
                </a:moveTo>
                <a:cubicBezTo>
                  <a:pt x="121520" y="-12182"/>
                  <a:pt x="211324" y="18247"/>
                  <a:pt x="416966" y="0"/>
                </a:cubicBezTo>
                <a:cubicBezTo>
                  <a:pt x="622608" y="-18247"/>
                  <a:pt x="891241" y="-13744"/>
                  <a:pt x="1146658" y="0"/>
                </a:cubicBezTo>
                <a:cubicBezTo>
                  <a:pt x="1402075" y="13744"/>
                  <a:pt x="1378880" y="-8543"/>
                  <a:pt x="1563624" y="0"/>
                </a:cubicBezTo>
                <a:cubicBezTo>
                  <a:pt x="1748368" y="8543"/>
                  <a:pt x="1972300" y="7443"/>
                  <a:pt x="2136953" y="0"/>
                </a:cubicBezTo>
                <a:cubicBezTo>
                  <a:pt x="2301606" y="-7443"/>
                  <a:pt x="2679634" y="12382"/>
                  <a:pt x="2944825" y="0"/>
                </a:cubicBezTo>
                <a:cubicBezTo>
                  <a:pt x="3210016" y="-12382"/>
                  <a:pt x="3409232" y="17967"/>
                  <a:pt x="3596335" y="0"/>
                </a:cubicBezTo>
                <a:cubicBezTo>
                  <a:pt x="3783438" y="-17967"/>
                  <a:pt x="4002523" y="-28578"/>
                  <a:pt x="4326026" y="0"/>
                </a:cubicBezTo>
                <a:cubicBezTo>
                  <a:pt x="4649529" y="28578"/>
                  <a:pt x="4777384" y="-3624"/>
                  <a:pt x="4899355" y="0"/>
                </a:cubicBezTo>
                <a:cubicBezTo>
                  <a:pt x="5021326" y="3624"/>
                  <a:pt x="5317653" y="1281"/>
                  <a:pt x="5550865" y="0"/>
                </a:cubicBezTo>
                <a:cubicBezTo>
                  <a:pt x="5784077" y="-1281"/>
                  <a:pt x="6142956" y="-39637"/>
                  <a:pt x="6358738" y="0"/>
                </a:cubicBezTo>
                <a:cubicBezTo>
                  <a:pt x="6574520" y="39637"/>
                  <a:pt x="6724785" y="-4460"/>
                  <a:pt x="6853885" y="0"/>
                </a:cubicBezTo>
                <a:cubicBezTo>
                  <a:pt x="6982985" y="4460"/>
                  <a:pt x="7403044" y="-1955"/>
                  <a:pt x="7818120" y="0"/>
                </a:cubicBezTo>
                <a:cubicBezTo>
                  <a:pt x="7817988" y="7702"/>
                  <a:pt x="7817908" y="13511"/>
                  <a:pt x="7818120" y="18288"/>
                </a:cubicBezTo>
                <a:cubicBezTo>
                  <a:pt x="7698847" y="-3267"/>
                  <a:pt x="7390924" y="22979"/>
                  <a:pt x="7244791" y="18288"/>
                </a:cubicBezTo>
                <a:cubicBezTo>
                  <a:pt x="7098658" y="13597"/>
                  <a:pt x="6952735" y="29357"/>
                  <a:pt x="6827825" y="18288"/>
                </a:cubicBezTo>
                <a:cubicBezTo>
                  <a:pt x="6702915" y="7219"/>
                  <a:pt x="6338661" y="34530"/>
                  <a:pt x="6176315" y="18288"/>
                </a:cubicBezTo>
                <a:cubicBezTo>
                  <a:pt x="6013969" y="2047"/>
                  <a:pt x="5850602" y="6362"/>
                  <a:pt x="5681167" y="18288"/>
                </a:cubicBezTo>
                <a:cubicBezTo>
                  <a:pt x="5511732" y="30214"/>
                  <a:pt x="5312143" y="419"/>
                  <a:pt x="5029657" y="18288"/>
                </a:cubicBezTo>
                <a:cubicBezTo>
                  <a:pt x="4747171" y="36158"/>
                  <a:pt x="4655062" y="30740"/>
                  <a:pt x="4378147" y="18288"/>
                </a:cubicBezTo>
                <a:cubicBezTo>
                  <a:pt x="4101232" y="5837"/>
                  <a:pt x="4037646" y="44706"/>
                  <a:pt x="3726637" y="18288"/>
                </a:cubicBezTo>
                <a:cubicBezTo>
                  <a:pt x="3415628" y="-8130"/>
                  <a:pt x="3321756" y="45507"/>
                  <a:pt x="3075127" y="18288"/>
                </a:cubicBezTo>
                <a:cubicBezTo>
                  <a:pt x="2828498" y="-8931"/>
                  <a:pt x="2684733" y="14853"/>
                  <a:pt x="2501798" y="18288"/>
                </a:cubicBezTo>
                <a:cubicBezTo>
                  <a:pt x="2318863" y="21723"/>
                  <a:pt x="2121844" y="-13013"/>
                  <a:pt x="1772107" y="18288"/>
                </a:cubicBezTo>
                <a:cubicBezTo>
                  <a:pt x="1422370" y="49589"/>
                  <a:pt x="1431548" y="31666"/>
                  <a:pt x="1120597" y="18288"/>
                </a:cubicBezTo>
                <a:cubicBezTo>
                  <a:pt x="809646" y="4911"/>
                  <a:pt x="246393" y="5624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7818120" h="18288" stroke="0" extrusionOk="0">
                <a:moveTo>
                  <a:pt x="0" y="0"/>
                </a:moveTo>
                <a:cubicBezTo>
                  <a:pt x="177487" y="-4302"/>
                  <a:pt x="287499" y="4997"/>
                  <a:pt x="573329" y="0"/>
                </a:cubicBezTo>
                <a:cubicBezTo>
                  <a:pt x="859159" y="-4997"/>
                  <a:pt x="821965" y="-336"/>
                  <a:pt x="990295" y="0"/>
                </a:cubicBezTo>
                <a:cubicBezTo>
                  <a:pt x="1158625" y="336"/>
                  <a:pt x="1587918" y="-4681"/>
                  <a:pt x="1798168" y="0"/>
                </a:cubicBezTo>
                <a:cubicBezTo>
                  <a:pt x="2008418" y="4681"/>
                  <a:pt x="2088841" y="-2754"/>
                  <a:pt x="2371496" y="0"/>
                </a:cubicBezTo>
                <a:cubicBezTo>
                  <a:pt x="2654151" y="2754"/>
                  <a:pt x="2701462" y="-24976"/>
                  <a:pt x="2944825" y="0"/>
                </a:cubicBezTo>
                <a:cubicBezTo>
                  <a:pt x="3188188" y="24976"/>
                  <a:pt x="3511636" y="25407"/>
                  <a:pt x="3752698" y="0"/>
                </a:cubicBezTo>
                <a:cubicBezTo>
                  <a:pt x="3993760" y="-25407"/>
                  <a:pt x="4107153" y="6432"/>
                  <a:pt x="4247845" y="0"/>
                </a:cubicBezTo>
                <a:cubicBezTo>
                  <a:pt x="4388537" y="-6432"/>
                  <a:pt x="4835598" y="-5108"/>
                  <a:pt x="5055718" y="0"/>
                </a:cubicBezTo>
                <a:cubicBezTo>
                  <a:pt x="5275838" y="5108"/>
                  <a:pt x="5461006" y="-24536"/>
                  <a:pt x="5863590" y="0"/>
                </a:cubicBezTo>
                <a:cubicBezTo>
                  <a:pt x="6266174" y="24536"/>
                  <a:pt x="6355549" y="-19657"/>
                  <a:pt x="6515100" y="0"/>
                </a:cubicBezTo>
                <a:cubicBezTo>
                  <a:pt x="6674651" y="19657"/>
                  <a:pt x="7275423" y="-57462"/>
                  <a:pt x="7818120" y="0"/>
                </a:cubicBezTo>
                <a:cubicBezTo>
                  <a:pt x="7818132" y="8833"/>
                  <a:pt x="7818660" y="9830"/>
                  <a:pt x="7818120" y="18288"/>
                </a:cubicBezTo>
                <a:cubicBezTo>
                  <a:pt x="7610240" y="4606"/>
                  <a:pt x="7521789" y="7721"/>
                  <a:pt x="7401154" y="18288"/>
                </a:cubicBezTo>
                <a:cubicBezTo>
                  <a:pt x="7280519" y="28855"/>
                  <a:pt x="6930719" y="4225"/>
                  <a:pt x="6593281" y="18288"/>
                </a:cubicBezTo>
                <a:cubicBezTo>
                  <a:pt x="6255843" y="32351"/>
                  <a:pt x="6286682" y="1162"/>
                  <a:pt x="6098134" y="18288"/>
                </a:cubicBezTo>
                <a:cubicBezTo>
                  <a:pt x="5909586" y="35414"/>
                  <a:pt x="5602789" y="48596"/>
                  <a:pt x="5446624" y="18288"/>
                </a:cubicBezTo>
                <a:cubicBezTo>
                  <a:pt x="5290459" y="-12020"/>
                  <a:pt x="4917039" y="21960"/>
                  <a:pt x="4638751" y="18288"/>
                </a:cubicBezTo>
                <a:cubicBezTo>
                  <a:pt x="4360463" y="14616"/>
                  <a:pt x="4304690" y="5450"/>
                  <a:pt x="3987241" y="18288"/>
                </a:cubicBezTo>
                <a:cubicBezTo>
                  <a:pt x="3669792" y="31127"/>
                  <a:pt x="3758742" y="32551"/>
                  <a:pt x="3570275" y="18288"/>
                </a:cubicBezTo>
                <a:cubicBezTo>
                  <a:pt x="3381808" y="4025"/>
                  <a:pt x="3267153" y="36200"/>
                  <a:pt x="3075127" y="18288"/>
                </a:cubicBezTo>
                <a:cubicBezTo>
                  <a:pt x="2883101" y="376"/>
                  <a:pt x="2665825" y="10973"/>
                  <a:pt x="2267255" y="18288"/>
                </a:cubicBezTo>
                <a:cubicBezTo>
                  <a:pt x="1868685" y="25603"/>
                  <a:pt x="1884698" y="28410"/>
                  <a:pt x="1615745" y="18288"/>
                </a:cubicBezTo>
                <a:cubicBezTo>
                  <a:pt x="1346792" y="8167"/>
                  <a:pt x="1320952" y="10430"/>
                  <a:pt x="1120597" y="18288"/>
                </a:cubicBezTo>
                <a:cubicBezTo>
                  <a:pt x="920242" y="26146"/>
                  <a:pt x="556507" y="50790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D4E8E41-D0A6-3220-3DE7-A517D59F97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2120961"/>
              </p:ext>
            </p:extLst>
          </p:nvPr>
        </p:nvGraphicFramePr>
        <p:xfrm>
          <a:off x="628650" y="2228087"/>
          <a:ext cx="78867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3. Principios de control de accesos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9A1D51F-C62E-21C4-9B0B-1E6633581C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92724233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Tipos de acceso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5D5D78B-C8A2-F61E-8AF7-E5227AE060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4434916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4. Requerimientos legales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CB4578E-6218-759D-26F9-113EA4C4E3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203290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70053BF-CCF8-95C4-179F-ACC28512849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10999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t>Aspectos legales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420ECA6-549E-D384-10D3-74A4B02A7C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2569357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Dibujos en un papel de colores">
            <a:extLst>
              <a:ext uri="{FF2B5EF4-FFF2-40B4-BE49-F238E27FC236}">
                <a16:creationId xmlns:a16="http://schemas.microsoft.com/office/drawing/2014/main" id="{AF608A8F-8422-5365-A842-B5B332946F8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10999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t>5. Perfiles de acceso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r>
              <a:t>Definidos según roles funcionales</a:t>
            </a:r>
          </a:p>
          <a:p>
            <a:r>
              <a:t>Asignación de permisos adecuada</a:t>
            </a:r>
          </a:p>
          <a:p>
            <a:r>
              <a:t>Evitan accesos innecesarios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9143998" cy="4267200"/>
            <a:chOff x="7467600" y="0"/>
            <a:chExt cx="47244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457201"/>
            <a:ext cx="84582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990599"/>
            <a:ext cx="7429500" cy="685800"/>
          </a:xfrm>
        </p:spPr>
        <p:txBody>
          <a:bodyPr anchor="t">
            <a:normAutofit/>
          </a:bodyPr>
          <a:lstStyle/>
          <a:p>
            <a:r>
              <a:rPr lang="es-ES" sz="3500"/>
              <a:t>Ejemplos de perfiles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2765CAE-5DB3-052C-2759-E0612ECFEC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35301262"/>
              </p:ext>
            </p:extLst>
          </p:nvPr>
        </p:nvGraphicFramePr>
        <p:xfrm>
          <a:off x="514350" y="2137228"/>
          <a:ext cx="81153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Directorio activo y LDAP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AB2F264-80BB-B267-651C-71CE7798665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Funciones de directorio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B49BBA8-16F5-7DBE-CD9D-2A338E8E06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6984752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7. Sistemas IAM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519298F-307B-3BF0-B66D-569264C1A5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26833442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Funciones de IAM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E2501AE-A1EA-CF9D-0E7A-95CCC7A249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2130247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8. Single Sign-On (SSO)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8C5C07F-970F-54FB-59D2-7B037D6335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2722057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Ventajas del SSO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AEA307F-8D16-16EF-B458-2DD1A1621F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3670507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9. Conclusión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ED310C4-7015-E528-98E3-B7BD87828A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19476620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275</Words>
  <Application>Microsoft Office PowerPoint</Application>
  <PresentationFormat>Presentación en pantalla (4:3)</PresentationFormat>
  <Paragraphs>75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Capítulo 7 – Administración del control de accesos</vt:lpstr>
      <vt:lpstr>1. Introducción</vt:lpstr>
      <vt:lpstr>2. Requerimientos de acceso</vt:lpstr>
      <vt:lpstr>Accesos a sistemas y recursos</vt:lpstr>
      <vt:lpstr>3. Principios de control de accesos</vt:lpstr>
      <vt:lpstr>Tipos de acceso</vt:lpstr>
      <vt:lpstr>4. Requerimientos legales</vt:lpstr>
      <vt:lpstr>Aspectos legales</vt:lpstr>
      <vt:lpstr>5. Perfiles de acceso</vt:lpstr>
      <vt:lpstr>Ejemplos de perfiles</vt:lpstr>
      <vt:lpstr>6. Directorio activo y LDAP</vt:lpstr>
      <vt:lpstr>Funciones de directorio</vt:lpstr>
      <vt:lpstr>7. Sistemas IAM</vt:lpstr>
      <vt:lpstr>Funciones de IAM</vt:lpstr>
      <vt:lpstr>8. Single Sign-On (SSO)</vt:lpstr>
      <vt:lpstr>Ventajas del SSO</vt:lpstr>
      <vt:lpstr>9. Conclusión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Alberto Ruiz</cp:lastModifiedBy>
  <cp:revision>1</cp:revision>
  <dcterms:created xsi:type="dcterms:W3CDTF">2013-01-27T09:14:16Z</dcterms:created>
  <dcterms:modified xsi:type="dcterms:W3CDTF">2026-01-07T12:04:49Z</dcterms:modified>
  <cp:category/>
</cp:coreProperties>
</file>